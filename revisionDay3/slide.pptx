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5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2542"/>
  </p:normalViewPr>
  <p:slideViewPr>
    <p:cSldViewPr snapToGrid="0">
      <p:cViewPr varScale="1">
        <p:scale>
          <a:sx n="124" d="100"/>
          <a:sy n="124" d="100"/>
        </p:scale>
        <p:origin x="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3:34:24.6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1900 2767 12349,'-2'-6'3464,"-3"-29"0,2-5-2870,0 19-121,-1-19 0,-3 3 121,-2 29-320,-11 1-201,1 8 83,-16 15 1,-3 6-83,-3 6-461,-7 7 0,-2 4 409,19-10 1,3 1-9,-7 9 0,2 0-11,8-8 0,4 1-284,0 15 1,7 1 257,9-14 1,5-1-1,2 15 1,7-1 13,7-10 1,8-5-31,7-2 0,6-5-9,6-4 0,5-5 34,5-4 0,3-5-522,1-7 0,1-5 547,-1-5 1,-3-4 24,-3-7 1,-3-4-313,-6-4 1,-4-5 328,-5-4 0,-5-4-3,-6-4 1,-5-1-26,-4 8 1,-5-2 20,-6-2 1,-4-5 0,-2 4 6,-5-4 0,-3 1-81,0 3 1,-1-2 0,-3 4 130,-9-5 1,-5 7-6,-3 4 0,-3 6-69,-3 5 0,-2 6 41,-1 5 0,-2 5-22,0 3 0,0 5-32,2 4 1,2 4 369,1 2 1,3 4-401,3 5 0,3 4-34,3 5 1,4 3 116,2 6 0,4 4-223,4 4 0,4 3-11,3 4 0,4 0-197,5 1 1,6-1-123,4-1 0,4-3-62,6-3 0,4-3-46,3-3 1,2-5 153,2-3 1,2-5 210,-3-5 0,0-4 445,24 2 101,-15-19 600,-15-16-281,-12-14 1078,-6-11-926,-5-5-40,-2-2 475,-1 3-603,-4 5-84,0 7-158,-3 8-228,2 10-186,1 8-5,4 7 33,8 12 17,9 13-5,11 18-6,-12-14 0,-1 2-186,0 4 0,-1 2 175,-1 1 0,-2 0-3,-2-1 0,-2 1-6,0-4 1,0-1-43,8 22 23,5-11 11,7-17-17,6-12-134,11-16-342,6-12-745,7-9-2786,-3-5 4052,-11 4 0,-19 9 0,-14 6 0</inkml:trace>
  <inkml:trace contextRef="#ctx0" brushRef="#br0" timeOffset="673">2496 3103 17260,'2'-6'3260,"-1"0"-2145,11-53-454,-9 39-521,3-14 0,-1 5-173,-5 24 33,0 7 39,2 15-6,0 14-10,5 16-1731,0-14 1,2 0 1691,10 20 10,10 1 12,-6-29 22,9-5 22,-3-14 45,7-5 62,0-13 5,-4-13 40,-5-13 117,-8-9 62,-9-4-51,-6-1-83,-8 3-57,-3 6 3353,-5 10-3442,1 8-78,2 10-186,4 7-150,3 6-74,4 4-397,5 9-796,8 10-1169,10 10-1945,6 7 3846,9 3 0,-19-18 0,0-4 0</inkml:trace>
  <inkml:trace contextRef="#ctx0" brushRef="#br0" timeOffset="1069">3171 3038 13194,'2'-3'6996,"0"1"-3395,-2 2-3371,-17-22-208,12 20 1,-13-13 5,19 26 0,8 4 28,19 0-28,1-7 17,12-3 61,-6-16-33,-10-5 11,-2-12 17,-13 0 16,-7-3-72,-7 8 61,-6-4 6,-7 10 23,-6-2 61,-8 7-123,4 7-56,3 7 0,5 8 5,5 9 6,-3 9-39,4 10 0,3 13-6,6-15-11,6 3-247,25 1-151,2-14-98,-3-6 1,2-1-1880,23-1 124,-7-7 2279,11-2 0,-35-6 0,6 0 0</inkml:trace>
  <inkml:trace contextRef="#ctx0" brushRef="#br0" timeOffset="1491">3672 2947 23052,'-4'-41'455,"-1"0"1,2 3 0,0 12-428,1 24 22,-2 7-28,-1 9 1,-7 14-12,-2 12-11,0 11 22,4-9-27,3 11-46,13-5 46,7-4-12,14-6 28,9-23 6,8-12 17,7-14-1,-9-2 12,9-18 33,-12 0 12,-14 5 0,0-2 38,10-20-72,-8 1 101,-16-2-34,-9 20-38,-3-5 72,-10 12-157,3 12-95,-2-1 44,7 9-241,6 14-318,7 4-639,10 14-1042,10 3 544,-3-4-5569,13 9 6468,-12-14 0,-3-4 0,-12-10 0</inkml:trace>
  <inkml:trace contextRef="#ctx0" brushRef="#br0" timeOffset="1867">4447 3025 25079,'-53'-10'146,"12"9"-140,35 23 10,8-1-27,10 5 11,9-5 17,23 4-23,0-10 18,12-6 4,-21-11 35,4-8 28,-14-9 33,6-21-28,-12-1 17,-5-12 5,-11 8 146,-11-6 140,-5 9-157,-8 6-84,-4 16-61,2 12-45,-2 9-34,5 4-17,-5 20-50,10 6-72,-2 22-175,11 6-564,8-25 0,3 1 279,6 22-2165,8-6 0,3 1 2753,-8-19 0,0-1 0,3 5 0,-2-3 0,-2-3 0</inkml:trace>
  <inkml:trace contextRef="#ctx0" brushRef="#br0" timeOffset="2326">1756 3822 16941,'-62'6'967,"-1"0"0,5 0 1,7 0-22,5 1-425,9 0-342,14 0 51,19 1 134,29 3-39,36 2-202,-10-6 1,7-1-894,-7-1 0,5-2 0,2 1 782,-5-1 1,1 0 0,3 0 0,0 0-549,-5 0 1,2 0-1,1 0 1,0-1 0,1 1 482,4 0 0,1 0 1,1 1-1,1-1 0,-1 0-291,-7-1 1,0 1 0,0 0 0,1 0 0,-1-1 0,1 0 299,1 0 0,0 0 0,1 0 0,-1 0 0,1-1 0,-1 0-179,1 1 0,1-1 1,-1 0-1,0 0 1,1-1-1,-1 0 171,0 0 1,0 0 0,0-1 0,0 1 0,0-1 0,-1 0-38,0 0 0,-1 0 1,1 0-1,-1 0 0,0 0 1,-1-1-23,9 0 0,-1 0 0,-1 0 0,0-1 0,-1 1 29,-4 0 0,-1 0 1,-1-1-1,0 1 0,-2 0 1,7-1 0,-1 1 0,-2-1 0,-1 1-5,10-1 0,-3 1 1,-2-1 148,-9 2 0,-2 0 0,-2 0-741,12 0 1,-4 0-43,-17 1 1,-3 0 719,-1 2 0,-6 0 0,-9-1 0,4 2 0</inkml:trace>
  <inkml:trace contextRef="#ctx0" brushRef="#br0" timeOffset="3172">6055 2797 20308,'-39'-25'235,"0"0"0,3 2 0,7 12 6,16 25 16,2 6-61,0 6-84,3 3-56,2 2-33,2 0 22,11 4-29,-1-13 18,14 4 78,-1-15 96,9-3 61,0-9 50,-4-11-28,-7-11-11,-9-8-5,-14-4-35,-8 2-16,-19 1-196,3 13-39,-1 4-196,7 11-543,10 9-1631,0 10 2381,6 14 0,4-11 0,3 2 0</inkml:trace>
  <inkml:trace contextRef="#ctx0" brushRef="#br0" timeOffset="3500">6158 3208 22587,'-60'10'521,"0"0"0,6-1 0,10 2-465,17 6-11,12 0 11,14-4 50,11 2-11,12-2 0,30-2-61,-11-5-29,-8-4 1,1-1 28,7-1 207,7-7-141,-23 1 91,-11-11 28,-34-6-163,3 3 33,-31-8-55,5 13-180,-10 2-3489,0 9 3635,21 7 0,9 2 0,18 0 0</inkml:trace>
  <inkml:trace contextRef="#ctx0" brushRef="#br0" timeOffset="30590">17564 6233 17440,'-57'9'-155,"-1"0"0,2-1 0,24-1 446,62-2-76,0-3 1,6-2-46,2 1 0,5 0 0,3-1-1143,14-1 0,3 0 0,4-1 1012,-6 1 0,1 0 0,3 1 0,1-1-407,-6 0 1,0 0 0,3 0 0,0 0-1,0 1 347,-6 0 1,1-1-1,1 1 1,0 1-1,1-1 1,-1 0-319,4 0 0,0 1 1,0-1-1,1 1 1,0-1-1,0 1 279,-8-1 0,0 0 0,1 1 0,-1-1 0,1 0 0,0 1 0,-1-1-157,1 0 0,0 1 1,0-1-1,0 0 1,1 1-1,0-1 0,2-1 40,-1 1 0,1-1 0,1 0 0,1-1 0,0 1 0,0 0 0,0 0 0,-1 0-171,-1 0 0,0 0 0,0 1 0,0 0 0,-1-1 1,0 1-1,-2-1 0,0 0 102,0 0 0,-1 0 1,0-1-1,-2 1 0,0 0 1,-1 0-1,-2 0-304,12 0 1,0 1-1,-3-1 1,-3 1-1,-6 1 550,-1-1 0,-5 0 0,-6 1 0,-3-1 0,-3 0 0,27 1 0</inkml:trace>
  <inkml:trace contextRef="#ctx0" brushRef="#br0" timeOffset="31667">17268 6331 20173,'23'-3'2330,"-4"35"-2190,-16 23 0,-5 13-1521,2-13 0,-1 4 0,-1 1 1395,1-6 0,-1 1 0,0 2 0,-1 1-27,0-6 1,0 1 0,-1 1-1,0-1 1,1-1-19,-1 3 0,0-1 1,-1 0-1,0 4-166,-1-5 0,0 5 0,-1 2 0,0 0 0,0-2 0,1-4-829,-2 7 1,1-4 0,-1-1 0,0 5-195,1-8 1,0 4 0,-1 1 0,1 0 0,-1-2 0,1-4 1131,0 4 0,0-2 1,1-3-1,0-4 0,-3 20 1,2-10-1,1 5 0</inkml:trace>
  <inkml:trace contextRef="#ctx0" brushRef="#br0" timeOffset="32310">21636 6501 17848,'15'-39'946,"1"0"1,-2 0 0,-4 16-588,-11 29 296,-3 23-344,1 1 0,-2 5-146,-1 18 1,-2 6-1166,3-9 0,-1 3 0,0 2 1008,1-8 1,1 1-1,0 2 1,0 0-12,0 3 0,0 2 0,0 0 1,0 0-56,0 1 1,1 1-1,-1 0 1,0-1-165,-1 1 1,1 0 0,-2-1 0,0 0-292,0-2 1,-1-1-1,-1 0 1,0-1-456,-2-3 1,0-1-1,-1 0 1,-1-1 729,-7 14 0,-2-1 0,1-7 1,3-4-1,0-7 0,0-6 0,-1-1 1</inkml:trace>
  <inkml:trace contextRef="#ctx0" brushRef="#br0" timeOffset="33408">19887 3028 10590,'-10'-1'1372,"-22"-1"0,-6 0 286,-13 5-1671,-9 3 0,-5 4 632,22 2 0,1 4-135,-10 7 1,1 4-93,7 4 0,2 2-221,7-5 0,1 4 105,0 9 0,-2 7 0,4-4-189,6-5 0,1 4-22,1 5 1,-3 10 0,1 1 0,6-7-41,2 0 1,5 2 10,3 3 1,1 11-1,3-1 1,3-10-18,4-2 1,8-2-4,5-1 1,6 9 0,3-2 0,-1-11 8,5-5 1,6-5 22,8 6 1,7 2-1,3-9 12,0-16 0,2-8 0,2-2-23,2 1 0,2-2 1,-1-3-385,0-2 1,0-2 0,-1-5 376,0-6-1,0-4 1,-3-3-19,-9 0 1,-3-3-1,3-4-16,0-3 1,3-4 0,0-3 0,-4 1 9,5-9 1,-4-1 0,-1-3-167,-10 5 1,1-3 0,-3-1 0,-5 0 160,-2-9 0,-5 1 0,-4-2 7,-3-1 1,-3 0-1,-3 2-7,-2-11 0,-7 0 9,-4 15 1,-5-1-1,-4 3 13,-10-8 1,-9 2-317,-3 4 1,-7 0 0,-2 4 300,4 8 1,-1 3-1,-2 2-19,1 2 1,-2 2 0,1 3-53,0 6 1,1 3 0,-1 3-329,-15 0 0,1 4-204,0 1 1,1 5-651,-3 8 0,4 7 86,24 0 1,2 5 1159,-15 25 0,5 0 0,12-9 0,6-5 0,0 0 0</inkml:trace>
  <inkml:trace contextRef="#ctx0" brushRef="#br0" timeOffset="34585">19127 4314 10623,'-5'-4'4089,"2"0"-2633,3 4-179,-82-30-2206,27 34 1272,14-7 1,-7-2 0,3 6 95,-5 20 1,2 7-209,11-6 1,-2 2 0,0 2-386,-3 3 1,-1 3-1,0 1 275,-1 3 1,-1 1-1,1 2-41,-1 2 1,1 1 0,1 1-356,2 1 1,0 1-1,3 1 316,1 1 0,2 1 0,3 2-43,2-2 0,1 2 1,4 0-340,2-2 1,3 2-1,2-1 214,2-3 0,3 0 0,2 0-337,-1 17 1,4-2-879,4-6 1,4-3 1341,7-5 0,2-4 0,-1 4 0,8-14 0</inkml:trace>
  <inkml:trace contextRef="#ctx0" brushRef="#br0" timeOffset="35223">20393 4572 18050,'7'-40'915,"1"0"0,-3 3 0,2 10-266,-1 20 354,-4 1-639,-1 2-50,-1-2-28,0 1-74,0 0-77,2 2-107,0 2 39,6 11 51,6 15 22,10 27-93,-8-14 1,1 5-673,4 10 0,1 4 628,-5-13 1,0 2 0,1 1-737,2 4 0,1 3 0,-1 0 613,3 3 1,-1 1 0,-1 1-143,-5-14 0,-1 1 1,0 0-1,-3 0-534,3 15 1,-2 1 0,-5 0-824,-7-1 0,-5 0 0,-3-2 1296,-3-6 0,-2-2 1,-1-7-1,2-3 0,-1-10 1,-1-6-1</inkml:trace>
  <inkml:trace contextRef="#ctx0" brushRef="#br0" timeOffset="37556">5760 11042 10434,'25'-47'824,"-1"-1"1,1 1-1,-4 3 1,0 0-1,-2 2-93,0-8 1,-3 3-581,-5 4 0,-5 2 339,-6 4 0,-6 3 249,-19-24-532,1 36 1,-6 5-57,-8 5 0,-4 6 6,-10 9 0,-4 8-667,11 0 1,0 4 0,-2 3 552,-5 6 0,-1 3 0,0 4-412,11-5 0,-1 3 0,1 1 0,0 2 374,-1 3 1,1 2 0,0 1-1,2 2-7,2 2 1,0 1 0,2 1 0,3 1-201,3 0 1,1 0 0,3 0 0,4 1 177,-2 9 0,5 1 0,6-1 7,9-7 0,6-1 0,6-4-14,17 14 1,13-7 5,-4-21 1,6-4 0,4-3 24,5-2 0,5-4 0,1-3-169,6-1 1,2-4 0,1-3 214,-15-3 0,1-2 0,0-2 1,-1-1-80,1-2 1,-1-1 0,0-3 0,-1-1 103,-1-2 1,-1-2-1,-1-2 1,0-2 15,13-8 1,-2-4 0,-1-2 92,-3-2 0,-1-3 1,-3-3-144,-2-1 0,-2-3 1,-3-2-102,-3-2 0,-4-2 0,-3-1 71,-3 0 0,-3-2 1,-5-1-3,-3 2 1,-5-1 0,-3 1 5,-4 2 0,-3 2 0,-5 0 217,-4 5 1,-5 2 0,-6 2-231,-14-1 0,-9 4 0,1 5 457,-6-2 1,-4 6-482,-6 6 0,-6 5 0,2 4-9,14 7 0,2 4 1,-2 1-118,-9 1 1,-3 1 0,2 3-249,3 2 1,1 1 0,2 4-533,5 1 1,1 2 0,3 3 931,-15 16 0,8 2 0,19-17 0,5 0 0,-9 23 0</inkml:trace>
  <inkml:trace contextRef="#ctx0" brushRef="#br0" timeOffset="38256">8459 10933 14170,'-2'-44'1152,"0"0"1,0 0-1,-2-16 1,-4 8-246,-16 3-336,-15 12-185,-13 13-973,19 16 1,-3 5 692,-6 7 0,-3 6-11,-7 8 1,-2 7-46,13 0 1,1 5-1,0 3-580,-3 6 0,1 4 0,3 3 527,9-8 0,2 2 1,1 1-1,4 2-46,1 8 0,3 3 0,3-1 0,2-2 11,1-3 1,2-2 0,8 1-75,11 1 0,8 4 0,4-3 0,1-9 44,7-5 1,7-6-19,11 5 0,10 0 1,-1-7 36,-9-13 1,0-5-1,1-2 51,13 3 0,2-2 0,1-4 31,-1-5 1,0-3 0,0-3 25,-2-4 1,0-3 0,0-6-13,-12-1 1,2-5 0,-2-2-1,-3-1-8,5-7 0,-3-4 1,-2 0-20,-2 0 1,-2 0-1,-6-4 13,-7-2 1,-5-3 0,-4 0-114,-6 8 0,-4-1 1,-1-1 155,2-7 1,-2-3-1,-3 1 13,-4 4 1,-3 2 0,-7 0 44,-8 1 1,-6 1 0,-2 5-65,-4-1 0,-5 5 17,-8 8 1,-7 3 0,-1 4-14,6 10 1,0 3 0,-3 2-547,-12-3 1,-2 2-1,-2 2 457,1 2 0,0 2 1,-1 3-138,12 3 1,-2 2 0,2 1 0,3 1-16,4-2 1,2 1 0,1 4-598,-9 8 1,1 4-1,7 4 776,8 12 0,7 1 0,3-14 0,3-1 0,7 2 0,0 0 0</inkml:trace>
  <inkml:trace contextRef="#ctx0" brushRef="#br0" timeOffset="38889">11068 11119 10556,'39'-36'808,"1"-1"1,-1 1 0,1-2 0,0 0 0,-8 4 272,-11 6 0,-4 2-157,15-26 109,-34 17 1,-8 2-703,-10 6-23,-27-16 285,-9 33-780,16 10 1,-2 4 256,-1 4 0,1 5-48,-6 8 1,3 8-12,10 8 1,6 6-1,1 8 0,5 3-8,5-9 0,3 2-1,3 14 1,7 1-6,8-14 1,8 0-21,5-4 1,6 3-1,4-4-494,2-6 0,4-3 1,1-3 506,1 0 1,1-1 0,5-4 3,11-5 0,7-3 1,0-3-1,-6-2 28,1 0 1,0-4 10,-2-3 1,8 1 0,-1-3-1,-8-6 48,3-10 1,-5-7 30,10-6 1,-3-7-300,-7-5 0,-6-5 262,-8-7 1,-7-4-29,-6-5 1,-7-3-391,-10 17 1,-5-1 0,-2-1 381,-4 1 0,-3-1 1,-4 2 29,-4 0 0,-3 2 0,-5 2 22,-4 3 1,-4 3-1,0 3-18,-9-5 0,-7 5 9,9 14 1,-7 1 0,-1 3-1,3 3-58,-2 1 1,1 4-1,-2 0-37,-2-1 1,-3 1-1,-1 1 1,3 2-67,-4 4 1,1 4 0,3 1-98,2 3 1,1 2-1,3 2-93,-6 4 1,3 6-578,14 0 0,1 4 0,4 3 865,-5 19 0,5 0 1,5-15-1,3-2 0,5 1 1,1 1-1</inkml:trace>
  <inkml:trace contextRef="#ctx0" brushRef="#br0" timeOffset="39501">13653 11006 12875,'34'-28'1428,"1"-1"0,-1 1 0,11-10 1,-7 3-62,-5-5-550,-27 9-397,-31 12-241,-10 9 135,-14 12 0,-6 7-1174,10 3 1,-2 3 913,3-1 0,-3 3 1,3 3 3,-10 12 1,4 6-92,7 4 0,5 4 63,7 4 1,7 2-34,6-10 1,6 2-10,8 0 1,3 3 0,5-2-17,8 1 0,6-1-424,1-2 1,3 1 0,5-4 415,6-7 1,5-5 0,0-2 4,12 5 0,6-4-11,-9-10 0,7-2 0,1-2 0,-4-3 45,1-3 1,-2-2 0,3-2-338,2 0 1,3-1 0,0-2 0,-3-4 379,5-5 1,-4-3 0,0-4-6,-2-4 0,-1-2 0,-2-3 3,-2-2 1,-1-3 0,-2-2-6,-2-3 1,-2-2-1,-3-3-73,-3-2 0,-2-2 1,-3-2 53,-3-3 1,-3-1-1,-3-2 2,-4 1 1,-4-2 0,-3 1 16,-4 1 0,-4 0 0,-5 2-30,-7 2 1,-4 2 0,-7 2 68,-6 1 1,-7 3-1,-5 4 23,-9 0 0,-6 5 0,-3 3-186,9 7 1,-3 3-1,0 2 1,-1 1 96,-2 2 1,0 3-1,-1 1 1,1 2-102,4 3 1,0 1 0,1 3 0,2 1-126,-8 3 1,3 3 0,3 3-2341,-10 11 0,8 6 2554,14-2 0,7 2 0,-4 9 0,20-13 0</inkml:trace>
  <inkml:trace contextRef="#ctx0" brushRef="#br0" timeOffset="40952">4795 11819 14219,'0'-7'790,"0"2"1585,0 5-1412,-55 87-2108,38-50 1,-1 5 1242,-3 4 0,-3 10 0,-1 1 0,6-5-493,4-10 0,4-2 0,1 3 381,-1 5 0,0 6 0,2 0 0,2-4-100,2 2 0,4-3 1,1 3-190,1-6 1,0 3-1,3 0 1,1 0-585,3 11 0,4 0 0,5-2-821,7-1 1,6-2 0,2-5 247,-3-14 0,1-4 0,2-3 1335,20 9 0,-3-10 1,4-14-1,-25-12 1</inkml:trace>
  <inkml:trace contextRef="#ctx0" brushRef="#br0" timeOffset="41223">5721 11857 22565,'-9'-40'134,"3"14"-100,16 64 0,5 23-34,-9-28 0,0 2-798,0 11 1,1 8 0,-2-1 675,-5-1 1,-3 1 0,0 0-773,0 2 1,-2 1 0,0 0 538,0-2 0,-1-1 1,-2 0-2072,-3-2 1,0-2 0,-1-2 2175,-1 2 1,0-3-1,1-4 1,1-4 0,-3 6-1</inkml:trace>
  <inkml:trace contextRef="#ctx0" brushRef="#br0" timeOffset="41977">7820 11792 17613,'-60'15'862,"1"0"1,1 7 0,7 10-706,15 16 0,8 9-1735,6-12 0,2 2 1,2 0 1569,2-7 1,2 0-1,1 3-162,1 7 1,0 4 0,3 2 0,1-4-422,3 1 1,3-2 0,1 3-881,1 2 1,1 4 0,1 0 0,2-4 1470,4 1 0,1-4 0,1-4 0,2 3 0,1-7 0,4 7 0</inkml:trace>
  <inkml:trace contextRef="#ctx0" brushRef="#br0" timeOffset="42236">8544 11920 20201,'-2'-52'782,"1"0"1,-1 7-1,2 9-558,6 22-11,3 21 73,5 27-194,-4-1 0,-1 5-1168,3 17 1,-3 6 1030,-3-10 0,-1 3 1,-3 1-576,-2-7 0,-2 1 0,-1 1 0,-1 0-58,-2 5 0,-1 0 1,-2 1-1,-1 0 678,-3 5 0,-2 2 0,-1-2 0,1-5 0,3-8 0,0-5 0,0-1 0,-5 15 0,0-1 0</inkml:trace>
  <inkml:trace contextRef="#ctx0" brushRef="#br0" timeOffset="42849">10939 11694 15014,'-1'-4'3484,"1"1"-583,0 3-2649,-19 14 12,-2 27-180,-1-6 0,-2 6-947,7-5 0,0 4 0,0 1 857,-3 6 1,0 1-1,-1 2-63,-2 5 0,0 0 0,1 1-133,5-11 0,0-1 1,0 1-1,2 0-496,-5 16 0,2-1 0,2 1-1300,3-1 0,2 0 0,2-2 1998,3-8 0,2-1 0,1-4 0,2 1 0,1-6 0,4 5 0</inkml:trace>
  <inkml:trace contextRef="#ctx0" brushRef="#br0" timeOffset="43102">11590 11914 18599,'-6'-60'1144,"0"-1"1,0 8-1,3 8-633,12 17-366,3 22-16,14 22-28,5 32-71,-12-9 1,-1 5-806,1 13 0,-4 5 723,-5-13 0,-2 2 0,-2 2-171,0 3 1,-3 3 0,-2-1-366,-3 3 0,-2 1 0,-1-1-654,-2-2 0,-2 0 1,-1 0 1241,-3 0 0,-2-1 0,1-6 0,1-4 0,1-4 0,0-9 0,1 0 0</inkml:trace>
  <inkml:trace contextRef="#ctx0" brushRef="#br0" timeOffset="43627">13814 11740 13149,'-2'-2'4660,"1"-1"-3494,1 3-287,-59 13-224,25 17-924,-7-3 0,-1 6 362,22 5 0,4 6 1,2-2-709,-4 6 1,0 2 586,2 4 0,-1 5 0,2-1-146,3-13 1,1-1-1,1 2-390,-3 13 1,-1 3-1,2 1-1410,3-15 1,1 0 0,0 0 0,0-1 1973,0 9 0,0-1 0,1-5 0,1 4 0,1-8 0,0 7 0</inkml:trace>
  <inkml:trace contextRef="#ctx0" brushRef="#br0" timeOffset="43877">14418 12029 13712,'-4'-51'1456,"-1"1"0,0 0 1,0 3-1,1 0 0,0 7-329,-2-17-501,2 21-525,3 23 274,7 33-168,4 18-888,-1-1 1,0 4 694,0-3 0,-2 2-20,0 2 1,-1 4-1,-1 2-330,-2 13 0,-2 4 1,0-2-536,0-11 0,-1 0 0,-2 3-532,-2 4 0,-3 6 0,-1-2 0,-1-6 1403,-2-9 0,0-5 0,-1-2 0,-3 18 0,0-7 0,4-21 0,1-1 0</inkml:trace>
  <inkml:trace contextRef="#ctx0" brushRef="#br0" timeOffset="45227">5464 10944 18504,'-27'-21'560,"1"-1"0,-23-3-246,27 52-68,-6 11-72,-2 6-62,1 4-78,4-1-34,10-7-6,11-10 12,8-12 38,23-8-27,3-16-11,18-10-12,-2-13 29,-2-6 27,-12 7 140,-8-3 40,-17 10 61,-15-7-106,-13 9 39,-16 4-6,-4 10-83,3 7-107,6 2-101,10 4-62,11 2-94,9 5-354,10 4-676,9 5-1464,12 2 2723,14 4 0,-19-14 0,2-1 0</inkml:trace>
  <inkml:trace contextRef="#ctx0" brushRef="#br0" timeOffset="45610">6160 10989 20308,'-49'-7'407,"0"0"0,4 1 0,9 6-356,16 16 51,7 8-79,4 7 9,4 7-48,1 1 1,6-1-19,7-7 64,6-8 3,7-10 40,0-10-11,1-14 5,1-11 39,0-12 69,-1-9 94,-6-1 78,-7-1 28,-12 6-39,-11 8-101,-10 9-89,-9 9-51,-6 6-106,-2 8-146,2 8-414,9 7-1748,10 7 2319,10 6 0,6-12 0,3-1 0</inkml:trace>
  <inkml:trace contextRef="#ctx0" brushRef="#br0" timeOffset="46510">8100 11154 19311,'-38'-28'1047,"-3"12"-633,6 47-330,8-8 0,-11 16-50,25-16-29,1 4 12,15-3 39,9-6 11,14-4 17,10-8-5,8-9-1,3-10 124,4-18-17,-14-1-73,-7-1 174,-17 3 67,-9 8 16,-7-5-100,-6 4-123,-8 4-62,-6 6-73,-2 6-22,-2 7-56,1 7-180,4 8-374,7 8-2897,8 13 740,8-10 2778,14 13 0,-8-27 0,6 4 0</inkml:trace>
  <inkml:trace contextRef="#ctx0" brushRef="#br0" timeOffset="46890">8748 11211 16146,'0'-4'3546,"0"1"-1178,0 3-2373,-42-38 5,26 47-17,-29-35-11,39 61 0,4-6-28,6 7-6,9 3 45,0-14 6,14 0 50,-5-19 40,10-8 44,-2-13 141,0-20-146,-12 7 223,-5-18 18,-15 15 77,-11-17-312,1 16 100,-21-8-208,9 26-88,-5-2-460,2 12-1653,7 10 1337,-4 11 0,11-6 0,4 4 0</inkml:trace>
  <inkml:trace contextRef="#ctx0" brushRef="#br0" timeOffset="47833">11331 11100 10724,'-2'-3'4195,"1"0"1445,1 3-5572,-40-37-57,25 32 22,-43-10-10,42 42 27,-6 17 1,13-5-18,6 0 6,10-3 23,5-5 56,7-7 72,4-9 56,1-11 23,-1-13-123,-7-3 325,3-25-107,-13 6-78,2-15-113,-14 7 12,-11-1-146,-1 13-5,-10 0-45,7 18-163,-3 2-274,6 7-449,6 9-995,7 10-2309,9 9-5630,7 4 9766,1-9 1,-2-7 0,-7-12 0</inkml:trace>
  <inkml:trace contextRef="#ctx0" brushRef="#br0" timeOffset="48177">11682 11170 16247,'-1'-3'3702,"0"0"-2308,1 3-1377,-52-14 11,45 19 0,-36-4-17,62 28-16,4 7-12,3 4 17,2-4-3364,5-3 3420,-12-16 252,0-4 135,-15-14-129,0-8-34,-4-11 11,0-11-22,-2-7 3392,-6-2-3437,-6 0-90,-7 2-72,-6 5-51,-5 7-202,-1 7-761,1 10-2744,5 9 3696,10 6 0,7-1 0,5 1 0</inkml:trace>
  <inkml:trace contextRef="#ctx0" brushRef="#br0" timeOffset="49002">13778 11247 19305,'12'-38'767,"-1"0"0,-1-23-475,-29 67-108,-9 4-60,-2 10 21,-6 14-100,12-8-6,-4 19-33,14-10-6,1 8-3420,18 4 3414,3-18 1,22 0 27,1-21 34,10-3 22,-1-11 68,-4-8 146,-4-18-62,-13-2-107,-6-2 3510,-14-6-3415,-8 6-11,-8-7-56,-9 5-50,-3 8-62,0 7-83,3 9-180,9 5-247,7 11-1445,9 16-1316,8 5 213,2 5 2171,8-3 0,-10-15 0,1-1 0</inkml:trace>
  <inkml:trace contextRef="#ctx0" brushRef="#br0" timeOffset="49510">14336 11098 6003,'4'-7'2570,"-1"2"-313,-3 5 3681,0 0-4617,23-14-340,-18 10-281,19-11 84,-24 13-583,0 1 68,0-3-45,0 2 0,0-1 325,0 2-335,-2 10-114,-1 0 46,-5 18-51,-1 0-56,1 7-11,8 5-5,6-14 33,14 3-11,9-16 11,26-2-23,-14-5 68,20-11 89,-26-7 298,7-20-287,-18 8 230,-8-19-44,-21 9-1,-25-13-240,-13 13-303,11 17 1,-2 4 150,-17 2-33,-11 5-224,18 6-1076,-3 5 1339,15 8 0,16-4 0,10 3 0</inkml:trace>
  <inkml:trace contextRef="#ctx0" brushRef="#br0" timeOffset="52802">2921 7192 18257,'1'-47'1107,"-1"0"0,0 2 1,1 10-800,-1 22 146,-3 17-213,1 29-169,0-1 1,-1 3-62,2-3 1,-1 4-922,0 11 1,0 6 0,0-4 749,1-5 0,-1 2-937,1 6 1,-1 9 0,1 0-1,0-6 1097,0 6 0,1-4 0,-1-11 0,1 1 0,-1-7 0,1 10 0</inkml:trace>
  <inkml:trace contextRef="#ctx0" brushRef="#br0" timeOffset="52990">2921 7482 10940,'0'-48'732,"-1"-1"1,1 1 0,0-1 0,0-12 0,1 0 0,1 5-751,0-2 0,2 2 219,2 8 1,1-2-1,1 6-209,-1 10 0,1 0-241,6-8 1,4-5 0,1 7-996,4 11 1,1 3-3210,11-8 0,1 4 4453,10 4 0,-15 16 0,-23 8 0</inkml:trace>
  <inkml:trace contextRef="#ctx0" brushRef="#br0" timeOffset="53166">3045 7670 17042,'-5'0'1910,"2"0"-1047,3 0-578,-17-67-279,19 39-365,2-25 1,9-2-2262,11 29 0,4 4 2620,7-11 0,0 3 0,10-2 0,-17 15 0</inkml:trace>
  <inkml:trace contextRef="#ctx0" brushRef="#br0" timeOffset="53483">3939 7273 20358,'3'-54'1023,"1"1"0,-3 5 0,1 3-390,2-7-258,-3 15-218,-1 17-146,0 12-5,1 25 5,3 22-25,-2-4 0,-1 4-543,2 10 0,-2 3 213,0 6 0,0 2-393,0 3 1,1 0-530,0-3 0,3-2-1006,1-4 1,1-3-2434,2-7 1,0-4 4704,6 12 0,-5-22 0,-8-22 0</inkml:trace>
  <inkml:trace contextRef="#ctx0" brushRef="#br0" timeOffset="53832">3738 7129 17675,'-9'0'1798,"1"0"-913,8 0-409,0 0-364,-36-72-303,50 35-583,-13-12 0,9 0-764,28 23 1,12 7 1317,-9 2 1,2 0-1,-3 2 1,-3 1-1,-3 1 1,1 2-1,0 0 1</inkml:trace>
  <inkml:trace contextRef="#ctx0" brushRef="#br0" timeOffset="54035">3717 7817 20896,'38'-30'-405,"-1"0"0,0 0 0,1 0 0,0-2 0,-3 2 0,2 3 405,21-8 0,-7 8 0,-19 9 0,16-6 0</inkml:trace>
  <inkml:trace contextRef="#ctx0" brushRef="#br0" timeOffset="54283">4993 6897 22235,'-6'-5'2004,"2"1"-1483,4 4-347,0 0-202,-9 51-163,18 10-1158,-6-5 1,1 5 166,8-2 1,4-1-1457,-1 3 0,0-1 2638,-2-8 0,-1-4 0,4 13 0,-6-30 0</inkml:trace>
  <inkml:trace contextRef="#ctx0" brushRef="#br0" timeOffset="54466">5047 7117 15994,'-8'-48'491,"-1"1"0,0-1 0,1 0 0,-2-11 0,1 1 0,3 5-466,4 0 1,5 5-161,4 3 1,5 2-351,6 6 1,4 3-578,8 5 1,5 4-947,3 5 0,4 6 2008,5 6 0,-2 5 0,7-1 0,-9 10 0</inkml:trace>
  <inkml:trace contextRef="#ctx0" brushRef="#br0" timeOffset="54639">5016 7397 22834,'-1'-51'3,"-1"1"1,7-1 0,9 5-693,17 11 0,7 3-2360,8-3 0,2 1 3049,-2 4 0,-3 3 0,-11 8 0,-4 3 0,6-1 0</inkml:trace>
  <inkml:trace contextRef="#ctx0" brushRef="#br0" timeOffset="54990">6128 6541 18902,'-5'-1'3467,"1"1"-2988,-26 3 0,-5 5-311,10 5-42,-21 13 0,2 5-87,26 7-449,2 3 1,1 4 409,10-12 0,1 1-9,-1 9 1,3 2-23,7 6 1,6-1-4,2-9 0,4-4-368,1-1 1,5-4 375,7-8 1,3-5 19,-3-8 1,3-4-1238,15-3 0,1-4 1274,-15-1 0,-2-5-901,17-20 0,-5-6 970,-12-8-12,-5-4 1,-4-4 28,-14 11 1,-5-3-25,-2-1 1,-2-4-1,-1 3-46,-1-2 1,-5 0 32,-5-1 1,-6-2-1,1 8-29,-15-7-63,-2 9 1,-5 5-387,8 20 1,0 6-3507,-9-1 0,-1 4 3904,5 4 0,4 2 0,-10 3 0,21 0 0</inkml:trace>
  <inkml:trace contextRef="#ctx0" brushRef="#br0" timeOffset="56316">6883 14484 5071,'61'-10'-20,"0"0"0,0 0 1,0 1-1,0-1 1,0 0-1,-3 1 0,-1-1 1,-4 2 19,3-2 0,-3 2 0,-10 0 0,7-1 0,-6 1 0</inkml:trace>
  <inkml:trace contextRef="#ctx0" brushRef="#br0" timeOffset="56916">3790 14737 11200,'-55'9'-146,"0"-1"0,-1 1 0,-9 2 1,6 0 1013,17-1 1,7 0-981,8 2 302,52-2 68,23-7-25,0-1 0,6-2-159,-8-2 1,3 0 0,3-2-40,-2 1 0,3-1 1,0 0-1,0-1-218,-6 1 1,-1 0 0,2-1 0,5 0 190,-3 0 1,5-1 0,3 0 0,2-1 0,0 0-1,-1 1 1,-3 0-36,1-1 0,-3 1 0,0-1 1,1 1-1,1-1 0,4 0 22,-7 1 0,3 0 0,2-1 0,1 1 0,1-1 0,0 0 0,0 0 0,-1 0 0,-1 1-147,3-1 1,0 0 0,0 0 0,-1 0 0,0 1 0,-1-1 0,-1 1 0,-1-1 152,0 1 1,-3 0-1,-1 0 1,0 0 0,0 1-1,3-1 1,3 0-56,-4 0 0,3 0 0,2 0 0,1 0 0,1 0 0,0 0 1,0 0-1,-2 1 0,-2-1 0,-2 1 56,6-1 0,-3 1 1,-2 0-1,0 0 1,0 0-1,2-1 1,3 1-11,-7 0 1,2 0 0,3 0 0,0-1 0,1 1 0,0-1 0,0 1 0,-2 0 0,-1 0 0,-3 0 7,10-1 0,-1 1 0,-3 0 0,0 0 0,-1 0 0,-1-1 0,0 1 2,6-1 1,-1 0 0,0 0 0,-1 0 0,-2 0 0,-3 1-2,-2-1 0,-3 1 0,-2 0 0,0 0 0,1-1 82,0-1 0,1 1 0,-1-1 0,-1 0 1,-2-1-54,2-2 1,-3 0 0,-2-1 0,1 0 15,11-4 1,-1 1 0,-3-3 22,-5 0 0,-2-3 0,-9-1 605,-12-4 1,-8-2-557,-11-16 30,-22 14 1,-12 1 69,-6 7 1,-7 1-1,-2 2 75,-4-3 1,-2 2 0,-4-1-213,3 4 0,-4-1 0,-1 2 0,0 1 38,4 2 0,0 1 0,-1 2 0,1-1 28,-1 0 0,0 1 1,1 1-1,1-1-65,-2 1 0,3 0 1,-1 0 471,-8-2 0,-1 0 1,8 1-441,11 2 1,3-1 608,-9 0 0,6 0-567,12 2 22,25 5-161,5 2 2197,27 8-2198,-6-1-10,16 3 0,6 2 82,-6-2 0,4 1-90,0 0 0,5 2 1,-1 0-509,3 2 1,0 0 0,0 2 496,4 2 0,1 1 0,0 2-501,-1 0 1,0 2-1,-2 0 458,-3 2 0,-1 0 0,-3 2-137,-7-2 1,-2 1 0,-4 2-899,5 13 1,-12 3-2691,-18 0 0,-11-1 3781,-9-3 0,-6-5 0,-16 11 0,6-20 0</inkml:trace>
  <inkml:trace contextRef="#ctx0" brushRef="#br0" timeOffset="59665">14145 12391 14801,'-3'0'2706,"0"0"-1642,3 0-235,42 65-123,3-27-958,-12 2 0,6 0 491,1-20 0,6-6 0,-4-2-578,-3-2 1,3-2 404,9 0 0,9-1 0,4-1 0,-5-2-897,1-5 0,-2-2 1,4-2 850,-9 2 0,5-1 0,1-1 0,0 0 1,-5-1-3,-2 0 0,-4-1 0,1-2 0,4-1 35,0-2 0,5-2 1,2-2-1,0 0 1,-3 1-1,-6 0-25,-1 1 0,-6 1 0,0-1 0,5-2-5,-2 1 0,5-2 0,3-2 1,1 0-1,0-1 0,-3 0 1,-3 1-406,4-3 1,-4 0 0,-2 0 0,2-2 0,3-3 389,-1 1 0,3-3 0,2-1 0,1-1 0,0-1 0,-2 0 0,-2 0-171,-6 3 0,-1 0 1,-1-1-1,0 1 1,-2-1-1,1 0 1,-1 0 162,6-4 0,0 1 0,-1-1 0,-1 0 0,0-2 0,-1-2 2,-6 2 0,1-2 1,0-2-1,-1-1 1,-2 2-1,-3 2 1,-3 3-145,12-13 0,-6 5 0,3-7 156,-7 5 0,4-5 0,1-4 0,-1 0 0,-4 1 0,-6 6-1,-2-9 0,-8 4 0,-1-3-5,0 0 1,0-5-1,-3 1 1,-6 5-2,-6 8 1,-5 3-1,-7-1 117,-13-14 1,-10-1-1,-2 6-104,6 16 1,-2 5 0,-3-2 127,0 1 0,-3-3 1,-2 2-1,1 3-171,-5 1 1,-1 3 0,-1 3 368,1 2 0,0 3 1,-1 1-361,0 2 1,-1 1 0,2 3 13,-8-2 0,-1 3-4,4 3 1,-2 0-1,4 2 23,4 1 1,0 0 11,-12-1 0,3 0 3,2-1-68,27 2 1390,16-1-1417,15 0 1655,2-2-1684,31-7 40,3 7 47,-8 2 0,2 1 490,2 1 1,1 2-483,5-1 1,3 1-111,4-2 0,3 0 88,4-1 0,2 0 7,-19 1 1,0-1 0,1 1-1,0 1 1,1-1 0,-1 1 7,1 0 0,0 0 1,-2 1 3,7 1 1,0 3-7,-5 3 1,2 3-1,-4 1 1,1 6 1,-2 4-15,-3-2 0,1 3 0,-2 1-8,5 10 0,-5 2 13,-3 1 1,-2 2-301,-4-2 1,-2 0 291,-4-4 1,-3 0-15,13 20 620,-13-11-603,-9-12 1339,-6-11-1193,-4-8 11,-2-7-135,-3-13 732,-1 0-715,-6-11-27,-2 3-12,-3 0 0,-2 1 12,-1 1-7,3 0 1,3 1 17,3-1-6,5 4-90,1 2-471,2 5-598,-2 2-1451,-2 8 2610,-5 9 0,4-6 0,-1 5 0</inkml:trace>
  <inkml:trace contextRef="#ctx0" brushRef="#br0" timeOffset="60599">15678 10650 14029,'-49'16'591,"0"0"1,1 0-1,-8 5 1,-1 3-1,-2 2-1889,8 1 1,-3 2-1,0 2 1,-2 2 1317,13-6 1,-2 0-1,0 3 1,-1 0 0,-1 1-1,0 1-182,2 0 0,-2 0 0,0 2 0,0 1 0,-1 0 1,0 1-1,-1 1 139,3-1 1,-1 1-1,1 0 1,-2 2 0,1 0-1,0 0 1,-1 1 0,1 0-85,3-2 1,-1 1 0,1-1 0,0 1 0,0 1 0,-1 1 0,0 0 0,0 1 0,0 1-178,3-2 1,-1 1 0,-1 1 0,0 2 0,0 0 0,1 0 0,-1 0 0,2-1 0,0 0 0,2-2 0,1-2-192,-2 4 1,1-3 0,2-1 0,1 0 0,1-1 0,-1 1 0,0 0 0,0 2 474,-4 5 0,-3 4 0,0 1 0,0 0 0,2-2 0,2-2 0,6-6 0,4-6 0,0 3 0,6-7 0,1-1 0,-10 15 0,0 1 0</inkml:trace>
  <inkml:trace contextRef="#ctx0" brushRef="#br0" timeOffset="60810">13289 11491 9108,'56'13'327,"-1"1"0,1-1 0,2 6 1,1 2-1,1 6-382,-15 0 0,3 5 0,-1 2 0,0 1 0,-3-3-25,0 0 0,-3-1 0,1 0 0,3 5-130,-2-2 1,3 4 0,2 2 0,1 1 0,-1 1 0,0-1 209,-6-3 0,2 2 0,-1 0 0,0 0 0,-1-1 0,-1-2 0,-4-2 0,9 7 0,-4-3 0,-1-1 0,2 1 0,-2 0 0,1-1 0,-1 1 0,0 0 0,0-1 0</inkml:trace>
  <inkml:trace contextRef="#ctx0" brushRef="#br0" timeOffset="62002">11485 10536 15586,'10'-52'25,"-1"0"0,1 0 0,-1-1 1,-3 0-1,-1 2 0,10 4 26,13 10 1,8 1 0,4 4 0,-5 4-586,7-5 1,3 4 633,3 2 1,8-2 0,1 1 0,-6 3-1149,5-1 1,2 2 1077,-7 4 1,7-1 0,-1 0 0,-4 3-7,-8 4 1,-3 1-1,2 0-435,1 0 1,4-2 0,-1 1 0,-3 0 435,16-4 0,-2 1 1,-8 2 0,2-1 1,-4 2-177,-4 0 0,-1 1 211,6-3 1,-1-1 95,-8 2 0,-6-1 981,11-20-723,-31 6 1071,-18 2-1284,-30 2-18,-15 9 682,0 4 1,-3 3-797,15 3 0,-3 1 183,-6-1 1,-5-1 0,6 1 300,-15-2-241,6-2 1,0 0 442,-3-4-588,12 3-218,12 2-79,28 9-34,7 0 209,12 7 1775,19 5-1805,2 4 1,2 3 37,-9-6 0,1 3-58,10 7 0,3 4 1,-5-1-303,-10-5 1,-1 2 305,6 6 0,4 4 0,-6 0-73,-2 4 0,-4 4-564,-5-1 1,0 4 0,-5 1 636,-2 17 0,-4-2 0,-1-14 0,-3-4 0,-13 16 0</inkml:trace>
  <inkml:trace contextRef="#ctx0" brushRef="#br0" timeOffset="62483">12410 10172 20369,'-53'21'191,"0"-1"1,0 0-1,-2 7 1,-1 3 0,2 4-156,10-1 0,1 3 1,0 2-1,2-1-1250,3-3 1,3-1 0,-1 2 0,-3 5 1144,3-3 0,-3 5 0,-2 3 0,0 1 1,-1 1-1,2-1 0,2-2-386,2-1 1,1-2-1,2 0 1,0 1-1,-2 1 1,-1 3 43,1-2 0,-2 3 0,-2 2 0,1 1 0,-1 0 0,0 0 0,2 0 0,2-2 372,0 3 0,0 0 0,0 0 1,2 0-1,1-2 0,2-3 1,2-2-1,-6 7 0,3-4 1,2-2-1,1-1 0,-2 8 1,-1 0-1,1-1 0</inkml:trace>
  <inkml:trace contextRef="#ctx0" brushRef="#br0" timeOffset="62682">10263 11359 17557,'39'-21'327,"0"0"0,0-1 0,6 4 1,2 3-1,-1 9-170,9 14 0,3 11-1348,-6-2 0,6 3 0,2 2 0,-4-1 1084,1 1 1,-2 0 0,4 3-585,-14-5 0,3 2 1,2 1-1,1 2 1,-1-1-1,-3 0-874,-1 1 0,-2 0 0,-1 1 0,0-1 0,2 1 1510,3 2 1,1 2 0,0-1-1,-1-1 1,-4-1 0,11 7 0,-5-3-1,-4-2 1,-6-3 0,-1 0-1</inkml:trace>
  <inkml:trace contextRef="#ctx0" brushRef="#br0" timeOffset="63590">8399 9948 14814,'37'-32'158,"1"1"1,-1-1-1,1 1 1,0 0-1,0 0 1,1 2-1,0 4-5,9 0 0,1 5 1,0 0-1329,5-4 1,0-1 0,2 0 1188,-13 5 0,0 0 0,1-1 0,2-1-12,10-5 1,2-2 0,-1 0 0,-3 1-13,-1 1 1,-3 1 0,2-1-12,1-2 0,3-1 0,0 0 0,-4 2 8,-4 3 0,-2 1 0,1 0 15,-3 3 1,1-1 0,1 0 0,-1 1 15,13-5 1,1 2 0,-2 1 33,-2 3 1,-1 1-1,-2 1-24,-5 4 0,-1 0 0,-1 3 209,10-3 0,-5 4-164,-12 3 0,-4 2 154,10 2 59,-20 2 2561,-14 1-1436,-6 0-297,-26-4-1102,-3 0-7,-24-4-5,-2 2-5,-10-1-107,27 3 1,-1 0 122,-4-1 1,-1-1-4,-5 0 0,-1 0 20,-4 0 0,0 0 0,-2 0 0,1 0 42,1 1 0,2 0-78,6 1 1,3-1 326,-20-5-89,23 2-51,18 0-140,11 2-218,5 3 991,7 2-768,10 1 358,16 5-379,19 4-4,-16-1 1,2 2-318,8 3 0,2 2 323,6 3 0,2 1-429,-14-4 1,1 0-1,1 1 409,3 1 1,1 1 0,0 0-511,2 1 0,0 0 1,-1 1 399,1 0 1,-1 0-1,-2 4-674,-2 3 1,-1 3 0,-7 2 399,-4 15 1,-6 0 0,-2-14 0,-8-1 0,-26 18 0</inkml:trace>
  <inkml:trace contextRef="#ctx0" brushRef="#br0" timeOffset="65510">14853 14057 16769,'-4'-54'1385,"0"0"0,0 4 0,-8 16-135,-45 46-802,8 26-2368,12 4 1,3 5 1947,14-8 0,3 5-28,5-2 0,1 6 0,1 2 0,1-2-14,0 7 1,1-2 0,1 5-28,0-9 1,0 3 0,1 2 0,-1 0 0,1-2-397,-1 10 0,1-1 1,0 0-1,1 0 181,0-10 1,0 1 0,0-1 0,1 1-1,-1-1-309,0 1 1,1 0 0,-1 0 0,0 0 0,1 0-48,-2 10 0,1 0 0,-1-1 1,1-1 70,0-3 0,0-1 1,0-1-1,-1-2-34,-1 10 1,-1-3 0,-1-3 563,1-10 0,-1-3 0,-3-3 708,-4 1 0,-5-9-261,-27-12-145,20-32 1,-1-9 251,-3-12 1,2-7 649,-3-10 0,4-6-607,9 16 0,2-2 1,2 0-197,2-2 0,1-1 0,4 0-213,2-1 1,3 1-1,3-1-123,4 0 0,4 0 1,3 0 243,3 1 1,3 1-1,4 1-345,3-1 1,4 2-1,2 1-58,3 1 1,2 2-1,3 1-71,3 0 1,2 2 0,2 2-18,3-1 1,1 2 0,1 1 65,2 1 0,2 0 0,0 0-106,-1 1 1,1 1-1,0-1 98,-2 0 1,-1 1 0,0-1-23,-5 0 0,0 0 1,-2-1-50,-5 1 1,-2-1 0,-2 0 222,9-12 0,-4 0 112,-10 3 0,-3 1 89,-8 6 0,-3 1 1069,0-15-799,-13 12 1388,-7 11-1339,-2 6 1929,2 5-2230,1 4 503,3 3-750,5 2 45,10 3-23,15 6-17,12 8 6,7 12-288,1 10 285,-26-15 0,-1 2-1655,0 11 1,-2 0 1635,6 16-26,-13-12 0,-3 1-328,-5 17 367,-5-22 1,-2 0 187,-10 24-1737,-17-15 1782,4-22 410,-16-13-46,9-23-51,-6-13-201,5-17-224,11-12-109,19 21 0,3 1-14,6-11 0,22-5-1,7 29 1979,20-3-1976,-23 13 1,2 2-67,3 0 1,2 0 48,2 0 1,0 0 14,2 0 0,1-1 11,-2-1 0,0-1 5,-2-1 1,-3-1-1,-4-1 1,-2 0 3194,16-14-3060,-18 5 5,-14 7-10,-14 6 239,-8 6-301,-8 2 466,0 8-550,1 4 11,6 10 11,4 9-11,9 11 6,7 6-23,11 3-6,-4-21 1,2-3 22,9 8-17,15-1-3302,-12-25 3381,-6-5 27,4-21 51,-15-25-89,-4 4-1,-6 8 1,-4-2 44,-9-12 17,-8-12-11,-14 8-166,-13 11 171,-13 12-64,24 19 0,-1 4-37,-29 2-122,12 14-286,21 11-2005,34 22-2292,23-4 4783,16 3 0,-14-24 1,-11-9-1</inkml:trace>
  <inkml:trace contextRef="#ctx0" brushRef="#br0" timeOffset="66327">16873 14211 18207,'5'-8'3422,"-2"0"-1881,-3 8-886,0 0-565,-8 28-51,8 3-6,-5 28-33,8-25 0,2-1-5,2 20-1,0-6 17,-1-22 62,-4-16-22,1-9-23,-1-6 72,4-30-60,-1 12 38,8-30 12,1 19 66,14-12-122,-6 18 33,19 0-50,-22 20 0,16-1-6,-12 11 6,5 8-28,1 18-1,-6 8 12,-4 3-16,-1 4-7,1-11 34,20 6-5,-9-17 5,20-7-5,-13-23 22,11-14-23,-22 4 1,-3-3 0,14-19 3,-17 10 0,0-6 1,-2-6 129,-5 0 0,-2-7 0,-1-3 0,-1 2 0,1 4-14,3-5 0,1 4 0,-3-3-248,0-7 0,-1-8 1,-3 7-1,-6 17 285,-10 16-151,2 12-33,2 9-12,4 10 40,3 15-1568,3 11 0,1 4 1562,3 23-25,-1-2 0,2 5-146,-3-13 1,0 1 41,4 13 1,0 1 21,-2-15 1,2 1-328,5-3 1,3 2 0,0-6-15,-1-8 0,1-2-70,10 16 0,1-7-939,1-20 477,-11-19-1479,-10-27-1355,-24-30 3038,1 22 0,-3 0 1759,-11-11 0,-3 1-840,5 13 0,-3 2 677,-9-7 1,-3 4 593,8 9 1,-2 3-667,-14-6 0,0 3 25,12 8 0,2 2 308,-24-5-319,44 12-157,37 4-381,10 0 2,18-1 1,7 0-564,-10-1 1,2 0 377,-2-1 0,4 1 0,-3-1-22,1-1 1,0 0-5,-7 0 0,3-1 0,-4 1 31,-4 0 0,0 1-326,10-3 0,-3 2 196,-5 3 84,-37 11 0,-3-4 0,-16 6 0</inkml:trace>
  <inkml:trace contextRef="#ctx0" brushRef="#br0" timeOffset="67823">2172 12842 21170,'-20'-41'330,"8"13"-128,30 45-17,6 18-68,8 18-551,-12-19 0,0 0 448,3 3 0,0-1 0,2 0 1,0-1 1,-1-3 1,0-2 123,-3-3 1,-1-2-57,8 17 84,-14-7 44,-14-10-66,-13-9-51,-10-12 684,-7-16-718,-1-13 23,4-17-53,16 6 0,3-1-273,-1-18 245,11 11 0,5-1-20,4 13 0,3 2-6,5-9 1,5 1-337,2 1 0,3 3 241,2 2 1,1 2-102,0 4 1,1 3-163,-3 3 0,1 3-857,21-4-639,-10 10-491,-12 11-271,-10 9 494,-9 11 2145,-7-5 769,-2 5 358,-7-10 1169,-2 3-431,-5 0-95,-1-1-313,0 2-433,2-4-385,3 0-275,5-6-79,1-1-54,5-3-91,7-5-68,9-6-77,11-10-23,7-7 17,2-5 5,-5-1 12,-11-3 27,-10-2 23,-12 2 51,-10 4 33,-9 10 84,-18 10-118,10 8 90,-18 11-39,17 5-84,-2 8-40,7 6 12,11 7-28,12 5-34,12 5-28,15 3-112,13 0-181,-17-23 1,2-2 74,1-1 0,2-2-267,1-2 1,1-3-475,0-4 1,0-2-2273,29-4-1749,1-16 5025,-29 0 0,-2-2 0,3-3 0,-4-3 0</inkml:trace>
  <inkml:trace contextRef="#ctx0" brushRef="#br0" timeOffset="68610">3392 12492 16348,'-19'-46'1446,"0"-1"1,0 3 0,2 11-814,3 25-319,-3 2-191,1 9-90,2 8 7,2 11 4,4 11-16,2 10 6,4 7-29,7-13 1,2-1 17,0 9-12,12 8 6,-3-33 5,3-6 40,4-3 39,0-15 67,2-21 17,-7-8-67,-4-4 150,-13-6 18,-11 8 56,-6-8 10,-7 7 46,-4 6-320,10 13-38,1 6-57,12 9 17,1 5 5,4 9-5,6 9 0,5 12 6,8 4 22,6 2-28,2-2-3381,9-1 3392,-12-14-11,8-1 12,-16-16-24,7-9 1,-9-3 34,7-26-23,-14 12 33,7-35-22,-12 29-11,-2-29 17,-5 18 3381,-1-12-3393,-1 4 18,3-5-18,3 19 7,7-8-18,6 20-5,7-1-17,14 9 11,-1 11 28,0 4-5,2 14-1,-9 3-10,14 12 5,-15-11 17,16 4-23,-23-20 0,24-2 18,-22-9-12,28-23 11,-26 8 11,0-7 1,-3-2-23,-5 1 11,1-27 11,-17 17 23,-13-15-23,3 19 74,-16-9 4,16 27-55,-4-3 39,10 12-33,4 5-68,1 1 0,1 1 6,3 7 0,0-2-12,5 10-212,1 6-1708,1 2-7888,3 2 8768,-6-9 0,-2-6 1,-3-7-1</inkml:trace>
  <inkml:trace contextRef="#ctx0" brushRef="#br0" timeOffset="69732">2552 13431 11747,'-41'32'764,"0"0"1,0 0 0,0 1 0,-1 0 0,-1 3 0,5-3 0,9-5-367,1 10 283,0 9-502,28-28 708,28-12-618,-3-11-12,6-5 1,4-5-51,0-5 0,3-5-895,2-2 1,8-5-1,1-1 1,-4 3 713,-4 2 0,-2 2 0,2-2-9,2-3 0,4-2 0,0 0 0,-3 2-296,0 1 1,-3 1-1,3-2 311,-2 2 0,2-3 1,1 1-1,0-1-11,0 0 0,0 0 0,0 0 0,1-1-282,4-2 1,1 0 0,-1-1 0,-3 3 282,2-2 1,-3 1-1,-3 3 3,6-6 1,-2 3 10,-2 0 1,-4 1-21,-15 10 1,-3 1-375,15-11-2493,-22 11 3429,-26 24 0,1-1 0,-1 3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3:35:54.4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2519 2802 14180,'0'-53'1829,"0"0"1,-1 0 0,-2 7-5726,-9 10 4170,2 9 1387,-11 11-1661,11 20 843,-8 19-922,6 21-64,4-10 1,2 3-1099,1 18 1,4 2-942,4-6 0,2-1 2182,1 5 0,3-5 0,5-1 0,-4-23 0</inkml:trace>
  <inkml:trace contextRef="#ctx0" brushRef="#br0" timeOffset="372">2750 2342 13743,'-7'-5'2055,"-25"-9"1,-6 1-1742,15 10-116,-17-5 1,2 5 53,20 24-94,3 13-24,14 15-83,14-3-18,13 5-10,1-22 61,13-4 123,-8-15 353,11-9-359,-17-6 331,-1-24-369,-20 12 139,-5-19 0,-11 14-55,-8-2-102,-15 6-156,9 9-134,-17 12 49,27 3-234,-9 15-348,20 4-2649,11 21 180,5-11 3147,14 8 0,-15-30 0,1 0 0</inkml:trace>
  <inkml:trace contextRef="#ctx0" brushRef="#br0" timeOffset="706">3071 2677 20625,'-27'35'71,"0"-1"0,-1 1 1,-9 7-1,9-4 92,26-3 337,1-21-51,1 6 441,2-17-571,0-3 132,12-29-311,6-12-70,-3 8 0,1-2-170,2-1 0,2 1 175,2 0 1,0 2-8,15-16-305,7 6 248,-12 22 6,15 3-141,0 25-27,-10 5-123,-5 15-1328,-7 15 1602,-12-13 0,-2 1 0,8 9 0,-5 3 0</inkml:trace>
  <inkml:trace contextRef="#ctx0" brushRef="#br0" timeOffset="1079">5079 2542 21383,'39'-33'-46,"-1"0"0,1 0 0,0 1 1,1 2-1,0 6-691,9 5 1,1 6-2143,6-2 1,0 1 2878,-6 3 0,-3 1 0,14-1 0,-29 6 0</inkml:trace>
  <inkml:trace contextRef="#ctx0" brushRef="#br0" timeOffset="1345">5442 2459 23119,'39'22'-41,"0"-1"0,2 2 0,0 1-57,1 0 0,-1 1-732,-5 4 0,-4 4 639,-6 2 1,-9 4 41,-13 3 1,-9 1 38,-11 2 1,-9-2 17,-10 0 0,-7-3 41,-8-2 1,-3-4-732,-3-4 0,-2-4 82,1-5 0,1-4 700,0-5 0,4-3 0,-6 1 0,16-9 0</inkml:trace>
  <inkml:trace contextRef="#ctx0" brushRef="#br0" timeOffset="1862">6492 2528 19554,'25'-47'972,"0"0"1,-3 4 0,-14 8-175,-38 17-625,-13 8-10,-11 11-199,-6 11 59,2 12-12,12 8 148,18 6-159,22 3 6,25 2-23,20-1-221,-11-22 1,3-2 220,5 0 1,3-2-10,3-1 1,1-2 2,-2 0 1,-1 0 11,-6-2 0,-4 2 17,8 13 162,-38 4-342,-37 4 0,3-16 1,-5-1-811,-10 0 0,-3-2-392,-5-1 1,-1-3 1375,-1-3 0,3-3 0,22-1 0,3-2 0,-16-2 0</inkml:trace>
  <inkml:trace contextRef="#ctx0" brushRef="#br0" timeOffset="2622">8000 2771 17232,'14'-61'1794,"1"0"1,-4 11-1,-3 5-1418,-5-7 122,-9 20-224,-5 17-184,-4 4-90,0 14 22,-4 27-5,3 12-299,2 10 284,9-20 1,3 0-3,3 23-3,4-21 1,3-1 10,3-2 1,3-2-9,25 17 0,5-17 50,4-15 17,-2-20 6,-1-15-1654,-20-5 0,-2-2 1642,9-14 1,-14 9 0,-2 0 78,-1-7 50,-3-3 227,-6 12-328,-4 15-66,-6 14-1,1 8 3370,-7 18-3375,4 8-6,0 14-11,13 4-11,12-2-6,15-5 11,10-12 14,-11-18 1,1-5 25,12-5 61,11-24-17,-40-13-38,-4-7 5,-18-8 17,-13-2-40,-4 3-11,-6 0 0,8 21-27,7 11-74,5 8-151,6 6-308,10 7-1450,20 11-2399,24 10 1418,-5-4 2132,10 1 0,-40-16 0,0-1 0</inkml:trace>
  <inkml:trace contextRef="#ctx0" brushRef="#br0" timeOffset="2958">9009 2585 17759,'0'-2'4021,"0"-1"-1651,0 3-2376,-29-22 1,25 26-7,-15-13 7,31 28 16,11 3 0,10-5 0,2-6 40,4-3-23,-17-10 61,-3-9 107,-11-13-112,-3 3 202,-19-18-45,-7 19-101,-8-3 107,-9 12-51,6 8-23,-14 7-156,17 3 0,-2 14-34,22 11-16,2-4-545,20 30-1113,10-18-1802,-1-9 0,2-1 3493,21 14 0,-13-17 0,-13-12 0</inkml:trace>
  <inkml:trace contextRef="#ctx0" brushRef="#br0" timeOffset="5379">10883 2467 15417,'19'-46'1306,"0"-1"0,-1 0 1,-1 2-1,-1 0 0,-12 11-515,-23 8-293,-14 2-162,-13 12-95,-5 18-118,-1 16-256,27-3 0,2 4 138,1 5 1,4 4-262,2 3 1,4 2 252,3 2 0,3 2-8,5-1 0,3 0-6,4-2 0,4-1 0,5-2 1,2-2-342,16 14 346,-8-23 1,3-4-17,22 3 33,-12-12 1,1-3 2,-7-7 1,0-3 13,3-3 1,-2-4 11,6-11 83,-3-9 202,-15 0 153,-5 2-248,-14 4 500,-15 15-596,-12 11 361,-9 8-444,-1 11-17,7 2-17,12 4-11,12-2 0,15-2 0,3-7-22,34-3 22,-3-9 0,-11-5 0,2-1 34,25-11-12,-7-10 0,-14 0 57,-2-19 0,-23 10 55,0-15-5,-22 10 11,-6 3 17,-6 4-28,1 4-1,4 5-94,6 4-68,6 3 29,10 3-18,10 1 1,14 3 33,8 0-16,6 3 16,-1-2 0,-3 0-22,-4-2 11,-12 0 11,1-3 51,-7-2-46,-1 1 18,-5-3 28,-8 3 5,-4 0 11,-1 3-33,-2 2 39,0 5-84,0 2-11,-1 7-12,1 8-16,0 18 6,4-8-68,5 17-84,6-12-61,5 9-130,4-1-223,2-5-157,1-8-12,1-9 208,1-9 336,2-13 191,-1-9 94,-4-8 119,-6-4 122,-9-1 124,-5 3 78,-3 0 22,-5 6-61,1 2-140,-3 6-179,2 4-129,0 3-34,3 3 6,2 5 11,6 2 0,9 4 0,11-1-12,7-4 12,2-5 12,0-8 4,-4-7 18,-7-6 16,-8-5 6,-9-3 6,-6-1 11,-9 2 5,-4 4-33,-8 6 17,-3 7-40,-5 5-22,1 10 11,1 9-28,5 12-11,7 10-33,7 7-68,10 4-95,10 3-106,14-4-175,17-3 144,-17-25 0,4-4-353,4-2 0,3-4 395,3-2 0,0-4 92,3-4 0,-1-3 109,-1-3 1,-1-3 94,-3-3 1,-1-3 75,-4-2 1,-3-2-113,-6 0 0,-2-1 412,10-22 112,-16 3 45,-14 5 10,-15 6-55,-12 8 531,-10 10-767,-4 5 237,3 10-438,7 6-34,7 7-5,7 6 11,5 6-22,3 4-29,5 1-44,7 1-29,6-4 40,10-7 56,4-9 34,1-14 22,0-13 11,-2-10 17,-5-8 95,-7-5-100,-6 12 39,-9 0-56,-6 18-12,-3 1-11,-3 9-5,1 7-1,1 9-16,5 8-11,3 4-1,10 2-27,10-4 0,16-4 4,13-8 13,9-8-299,6-10 343,-1-13 23,-3-12-23,-9-14 11,-11-12 1,-24 21 0,-2-3 2,-4-4 0,-3-2-310,-4-3 0,-2-2 344,-1-2 0,-2 0 44,-2 2 1,-1 2 41,0 4 1,-2 3 145,-9-20-67,0 19-101,4 16-95,4 11-16,6 17 310,3 12-305,3 20-17,5 17-9,-1-20 1,0 1-99,1 5 0,0 2-44,1 6 0,-1 0-129,0 2 0,1 0-130,0-2 1,1 0-159,1-6 0,1-3-227,0-6 0,2-4-1182,12 14-5072,1-21 5190,-11-19-2532,-1-21 1002,-10-15 3171,-7-14 3007,-7-7 1064,-7-3-414,-1 3-795,0 5-617,2 7-53,3 9-1066,2 8-455,6 9-341,6 5 3319,13 6-3465,26 8 6,-5-1-34,-3 2 1,2 2-141,0-2 1,-2 1 44,21 5-22,-17-6 0,0-2-146,9-4 297,-7-2 73,-2-10 44,-24-6 63,-3-9 324,-14-8-230,-1 11 236,-12-4-6,1 16 129,-12 2-487,9 4-6,-8 9-68,11 11-32,4-1-7,4 16-16,10-6-6,8 6-33,19 3 22,-4-15-6,29 0 34,-26-16 23,29-15 44,-23-14-28,0-4 90,-15-12-6,-21 14-39,-4 1 73,-18 1-6,-8 12 101,-20 3-162,8 13-74,0 11 1,22 4 6,6 13-18,10 3-111,1 15-269,10 7-987,7-17 1,3-2-1904,9 15 3265,-2-18 0,0-5 0,-6-11 0,1-1 0</inkml:trace>
  <inkml:trace contextRef="#ctx0" brushRef="#br0" timeOffset="7049">15496 2053 20408,'-24'-48'1064,"1"-1"0,0 6 1,-3 9-572,-20 17-202,-3 14-145,-3 17-118,12 5 5,-5 22-5,23-13 0,2 4-679,0 1 1,-1 3 664,-1 9 0,3 0 11,4-4 1,4 0-4,1 0 1,3-1-12,-1 22-29,16-23 0,8-2 63,22 4-40,-5-13 1,5-5-126,2-10 0,2-6 148,3-2 0,0-4 0,0-5 0,-1-4 8,-2-3 1,-2-4-4,-4-5 1,-4-2-11,14-18 21,-25 3 1,-5-4-31,-8 10 0,-4-2-1418,-2-15 0,-4 1 1415,-10-13 233,-9 23 1,-8 5-197,-4 15 0,-1 4-8,2-5 1,-2 4-36,-11 10 1,2 8-6,-13 15-884,20 1 1,2 3 889,-8 10-17,10 18 2199,35-19-2177,15 4-22,19-6 0,15-8-12,6-11 232,-10-6-198,12-15 0,-31 0 6,5-3-6,-24 4 3381,-15 6-3386,-8 5-12,-6 45 6,19-16 0,2 3 0,7 1-17,31 3 6,8 1-328,-22-19 1,1-1 282,15 10-107,8 2-55,-16-13-28,6-2-1,-6-10 34,-3-17 96,8-21 128,-14 3 17,9-23 101,-12 2 28,-3 2 78,-4 0 34,-12 20-17,-8 10 543,-2 8-706,-3 6-66,3 4-18,0 12 1,6 4-1,6 13-16,9 3 17,11 4-23,7 1 0,4-3 40,2-5-23,2-7 11,-2-10 0,-2-9-5,-8-13 38,-5-10 29,-9-11 45,-6-8-3348,-6-4 3449,-8 0 21,-4 5-88,-3 7-96,1 9-51,3 10-55,4 6-29,3 5 3326,4 9-3550,4 5-296,6 9-561,9 2-676,6 0-735,8-5-1137,9-4-1406,6-6 1046,-17-7 0,-1 0 4219,10-1 706,1-3 4778,-25-6-1547,-9-2-1231,-4-5-880,-13 2-504,-5 0 2978,-2 1-3723,2 2-291,3 3-252,4 2-96,1 6-44,1 8-22,0 8 21,0 8-16,1 4-5,3-1-1,5-2 17,5-4 57,14-7-40,4-6-34,2-8 28,9-10-10,-6-7 49,7-6 29,-5-4 16,-11-2 17,-10-4-27,-9-1-24,-12-1-21,-5 1 5,-7 4 0,1 8-39,4 8-34,6 6-39,4 5 17,2 2 27,-1 3-16,-2 5-5,-6 5 10,-6 4 7,-6 4-1,-8 2-45,-5 4-11,1 2 34,4 3-6,13 2-33,13 1-73,17 2-180,13-1-464,16-2-1619,12-2 2283,-19-16 0,-1-3 1,6 3-1,-2-4 1</inkml:trace>
  <inkml:trace contextRef="#ctx0" brushRef="#br0" timeOffset="8012">17146 2389 14225,'0'-7'3595,"4"-23"1,2-6-2217,0 6-1094,0-6 1,-1 1 599,-2 9-269,-3 12-297,0 2-230,0 6-66,-1 20-6,-1 9-12,0 21 23,0 6 11,4 3-1738,3-20 1,2-2 1698,4 11-6,16 8-11,2-27 29,11-1 27,5-11 62,9-22-45,-18-2 62,6-25 8,-27 9 0,-4-3-25,7-24-17,-10 15 0,-3 0 16,-11-2-77,-1 7-34,-6 17 3291,7 12-3594,-1 5-84,8 13-280,8 9 202,4 2-873,16 8-1754,13 0 1971,-6-7-868,14 4 992,-21-17 1098,2-1 817,-9-7 740,-8-7 2386,-7-11-3266,-5 4 420,0-8-347,-3 13-525,0 0 166,-2 4-447,1 2-12,1 2 34,7 10-61,0-2-29,9 6 0,9-5 40,8-3 22,22-4 17,-10-9 16,-2-8-21,-25-2 10,-9-10 90,-18-5-39,-6-1-12,-15 0 57,-6 15-45,5 9 50,-11 4 17,0 16-157,11-3-16,-2 18 10,27-1-22,1 0-111,14 16-348,13-3-754,6-7 1,5 1-2110,1-4 1,1-2 3338,5 2 0,-1-2 0,3-1 0,-18-12 0</inkml:trace>
  <inkml:trace contextRef="#ctx0" brushRef="#br0" timeOffset="8755">19093 2271 20441,'14'-53'1142,"-1"0"1,-1 2 0,-3 9 0,-10 19-689,1 6-414,-3 8 69,1 18-53,-1 12-6,0 5-28,1 22-22,4 11 17,8 1-3,-1-27 0,3-3-14,21 11 0,8-11 0,-4-14 28,11-8 5,0-20-16,-1-6 22,-2-14 45,-22 0-33,-12 8 227,-9-8-239,-6 19 17,-9-6-51,4 15 1,-13 6-17,10 9 11,-1 5-17,8 5 6,10-2 61,9-1-72,12-3-1,0-5 1,23-4 50,-16-11 17,11-8-12,-23-15 18,-11-10 16,-18-7-22,-2 7 106,-29-10-78,9 22-45,-12-5-67,19 19-73,10 6-107,10 13 18,6 1-600,12 16-2526,26 10-121,-15-16 0,1 0 3132,6 2 0,-2-2 0,6 0 0,-16-9 1</inkml:trace>
  <inkml:trace contextRef="#ctx0" brushRef="#br0" timeOffset="8933">20053 2183 25489,'-39'-17'-1188,"15"16"-520,50 46-1753,4 5 3461,3-1 0,-16-21 0,-3-7 0</inkml:trace>
  <inkml:trace contextRef="#ctx0" brushRef="#br0" timeOffset="9112">20081 1825 22794,'-27'-34'261,"1"1"1,-1-1 0,-7-11 0,5 11-263,13 21-547,14 15-849,17 17-4657,14 19 6054,3 6 0,-8-12 0,-10-13 0</inkml:trace>
  <inkml:trace contextRef="#ctx0" brushRef="#br0" timeOffset="9829">20467 1672 23918,'-16'-50'814,"1"1"0,1 6 0,2 8-663,2 19-145,6 14 6,2 22-6,5 24-20,0-8 0,2 3-801,1 11 0,2 3 571,1 7 1,0 2-73,-2-18 1,-1 1-1,1-1-142,-1 0 1,0 0 0,-1-1-431,2 17 0,-1-3-226,-2-8 0,-1-4-61,-2-8 0,-3-4-1648,-12 10 1210,-11-22 1552,-2-16 2508,-17-32 275,15-10-1637,9 7 1,2-3-201,6 3 0,3-2-221,2 0 0,2-1 1236,-1-28-1312,11 6-353,6 8-240,14 8-91,13 7-88,16 5 35,-20 16 1,2 1-242,3 0 0,1 0 250,-1 1 0,-1-2 30,-4 1 1,-1-2 25,16-18 135,-18-6 162,-16-4 145,-13-1 502,-8 5-300,-3 7 120,0 8-176,4 8 51,3 7-555,2 4 17,1 13-6,6 12-11,4 24-6,-4-14 1,0 3-204,0 5 0,-2 3 209,0 2 0,-2 1-334,-3-1 0,0 0 334,-2-6 0,0-1 5,-1-6 1,-1-2-244,-2 18 260,1-23 62,2-12 0,4-23 357,7-14-380,6-19 12,9-13-12,-5 20 1,2 1-28,9-11-3,-8 17 0,1 4-20,8 3 649,9 1-694,2 10-162,13 20 0,-16 1-532,11 22-964,-25 2-4307,0 12 5999,-11-5 0,-8-15 0,-4-12 0</inkml:trace>
  <inkml:trace contextRef="#ctx0" brushRef="#br0" timeOffset="10872">22684 2106 24032,'-8'-62'431,"-1"-1"1,5 21-1,1-1 1,2 1-368,3-13 0,2 0-501,1-5 1,0-2 477,-2 14 0,0-1 0,-1 3 6,1-1 1,-1 1 103,-3-12 1,-1 8-102,-1 22 302,-8-2-363,1 36 174,-7 17-124,-3 26-53,8 2 0,1 3-389,3-13 0,2 3 378,1 3 1,2 5 0,1-1-579,2 10 0,2 0 495,0-9 0,0 2 0,1 0-60,0 0 0,1-1 0,0 0-75,0-2 0,0-2 0,0 1-243,-1 0 1,0 0 0,0-4 244,0 1 0,0-4-143,-2 3 0,-1-8-232,-3-17-95,-3-12 263,-5-30 535,3-10 0,0-6 50,1-3 0,1-1-161,-1-3 0,1-1 245,1-4 1,1 1-661,0 1 0,1 2 610,-1 0 0,1 1-121,0 4 1,1 3 27,-2-18-151,13 17-1106,9 9 1,5 2 1065,15-9-33,-4 15 1,7 0-1,-4 3 217,-7 4 0,1 1-114,12-8 0,7-3 0,-7 3 65,12-8 42,-9 3 1,-4-2 209,-11-3 2283,-6-4-1790,-17 2-106,-11 10-303,-2 5 3402,0 9-3581,3 7 306,1 3-378,3 15 38,9 33-117,0 10-22,-3-26 0,-1 1 13,-1 12 1,-1 0 2,-2 16-408,-3-17 1,-3-2 391,-3 5-1,-12-4-3041,2-19 3120,3-8 85,2-8-85,15-23-28,7-6 22,11-13 489,0 8-478,12-1 3326,-12 16-3432,3 0 17,3 20 22,-6 5-16,6 6 11,5 3-1,-1-6 1,1-7 0,2-1-23,8 0 1,19-2 44,-11-20-28,-18 3 53,0-8 1,-3-4 8,-7 0 207,8-28-168,-24 28 157,-11-20-197,-2 25 63,-13-8-51,6 15-107,3 2 12,2 3-78,7 18 10,0-1-778,-1 36-1411,4-5 2268,2-9 0,0-1 0,1 1 0,2-7 0</inkml:trace>
  <inkml:trace contextRef="#ctx0" brushRef="#br0" timeOffset="12324">24657 1693 28677,'10'-48'-171,"-1"0"1,1 0 0,-1 1 0,-1 0 0,0 3-227,2-5 1,-1 2-456,-1-2 0,-1 0 867,-2 3 1,-1 2 27,-1 6 0,0 2 601,-1-14-696,-2 21-361,0 14 247,0 14 262,-1 30-98,1 15 13,1-5 0,1 2 190,-1-7 0,0 1-201,2 15 0,0 2-395,-2-6 0,-1 3 400,-2-2 1,-3 4 0,1-2-500,-2 12 1,-1-1 495,-4 3 1,-1-3 0,4-22 0,1-4-3,-3 14 0,6-23 434,7-19-417,10-23-12,14-16-10,13-15 180,-15 21 1,0 0-171,1 2 1,0 1 5,21-14 1073,-7 12-1101,-7 13 6,-6 9 0,-2 11 16,-1 8 1,0 9-28,0 7 10,1 3 474,3 0-473,2-3 5,-5-12 12,15-6 27,-11-16-16,13-10-11,-11-14 5,-6-13 0,-7 6 45,-7-24-11,-10 19-17,-7-14-11,-7 22 0,-3 10-17,4 10-34,0 7 0,6 11 34,-1 8-5,5 11 16,0 9-28,2 4-11,4 3 28,4 0-39,8-2 5,8-6 34,8-10-44,8-10 49,8-14 29,4-15-34,1-14 5,-28 9 1,-2-4-229,-1-5 0,-3-1 234,7-24-6,-12 3 1,-4-5-9,-4 12 1,-1 0-259,-1 2 1,0-3-1,-1 1 286,-2-7 0,-2 3 6,-1 6 0,-3 3 36,-5-18-39,-3 21-33,3 18-51,2 13 468,2 20-401,-1 19-27,-2 24 13,5-19 0,1 3-202,0 5 1,1 2 86,1 5 1,0 2-88,0 1 1,1 0-65,2-1 0,1-2 19,2-3 1,2-4-33,2-6 0,2-4 63,15 14 91,1-25 94,1-29 107,3-24 95,2-21-62,-17 18 1,-2-1-68,0-2 1,-1 0 318,6-27 74,-6 10-29,-6 16 899,-3 15-1285,-3 11 236,-1 15-242,2 14 23,2 20-28,4 19-315,-2-23 1,0 2 308,1 3 0,1 1-6,-1 2 0,0 0-2,0-1 0,0-1-6,-2-2 0,-1-2-3,-1-3 0,-1-2 6,-6 21 224,-10-15-202,3-20-5,-6-15-23,12-23 45,0-17-28,8-20-380,1 20 0,2-1 386,2-7 0,2-1-9,2-5 0,1-2 14,1-1 0,1 0-184,0 1 1,0 1 172,-1 3 0,0 1-1411,0-2 1,0 3 1399,2-14 24,-6 26 1,-2 3-14,0 5 455,-1 3-500,-2 12 704,1 9-643,3 13 3359,3 10-3426,5 16 23,-1 10-42,-4 6-92,-15 4 16,-7-21-453,-30 3-421,-7-25-832,-15-2-893,7-7 2745,17-7 0,19 1 0,12-3 0</inkml:trace>
  <inkml:trace contextRef="#ctx0" brushRef="#br0" timeOffset="13139">26949 1416 23154,'21'-39'375,"1"0"0,0 2 0,-11 12-500,-20 28 236,-9 6 75,-12 9-54,-9 11-95,0 7-45,18-11 1,3 1-269,-5 19 276,8-1 17,22-5 72,12-12-27,29 7-62,-11-15 67,22-7 23,-23-18 16,5-9 23,-10-15 95,-11-22-134,-11 13 19,-13 2 1,-3 1-49,-3 4 57,-14-24-40,8 31-50,-4 1-78,-1 11-17,4 11 16,0 7-257,-1 12-308,4 6-1322,-1 18-308,9-3-1171,12 6-3982,15-14 7399,4-8 0,-6-10 0,-8-6 0</inkml:trace>
  <inkml:trace contextRef="#ctx0" brushRef="#br0" timeOffset="13516">27338 1421 17725,'21'-48'1970,"0"-1"0,-2 5 0,-6 6-1416,-13 11 280,-7 2-402,-1 15-253,-2 0-106,2 11-45,0 12 45,-6 29-45,3-3-11,2-1 0,-1 6-803,0 10 0,0 4 737,3-16 1,0 2-1,0 2-93,-1 10 0,0 3 0,0-1-736,2-4 1,0-2 0,1-2 381,-2 11 0,0 0-791,0-7 1,0 2 0,0-6 919,2-14 0,0 0-473,-7 25 0,-1-6-162,1-27-2286,-22-7 2570,16-31 354,-16-28 1541,15-12 710,9 4 1,2-3-459,3 6 1,3 0-559,2-8 0,4 2-177,5-9 20,3 21 1,3 3-424,3 0 854,6-1 0,5 2-1070,1 13 1,1 2-166,-3-2 1,2 2 80,10 2 1,-1 3-400,10 1-1682,10-1-7741,-11 4 9195,-18 4 1,-14 2 0,-12 2 0</inkml:trace>
  <inkml:trace contextRef="#ctx0" brushRef="#br0" timeOffset="15462">1879 4387 16415,'-1'-8'2963,"0"2"-2266,7-26 0,3-4 384,0 9-815,0-12 1,0 3-144,-1 26-101,-3 6 62,3 26-33,0 12 5,0 28-306,-6-27 1,-3 2 279,-3 2 1,-2 0-3,-6 23 31,-5-22 0,-1-2 42,-8 4 117,-9 9 157,16-32-84,8-16-184,7-19-18,5-18-10,9-19-46,-2 19 1,0-3-116,3-5 0,1-2 112,0-3 1,1-1 17,-1 1 0,0 1 13,0 3 1,0 2-18,-1 6 1,0 3 28,9-16-28,-1 18-45,4 16-6,-2 8 6,23 21-44,-8 10-7,-9-1 1,-1 4 47,-3 3 1,-2 4-166,-1 5 0,-1 3-149,-2 3 1,-1 2-241,-2 0 0,0-1-298,-2-2 1,1-1-317,-2-6 0,0-2-2766,8 21 3937,-4-18 0,-8-19 0,-3-12 0</inkml:trace>
  <inkml:trace contextRef="#ctx0" brushRef="#br0" timeOffset="15641">2160 4640 17333,'-43'-31'980,"0"1"0,3 3 1,14 3-1043,29 4-100,21 2-224,25-4 72,-15 12 0,3 0-530,6-1 0,2 2 43,1-1 0,1 1-574,0 1 0,-1 1-1283,-4 1 0,-1 0 1907,21-3 0,-27 4 0,-19 3 0</inkml:trace>
  <inkml:trace contextRef="#ctx0" brushRef="#br0" timeOffset="16974">2665 4316 9985,'-4'-3'8951,"1"0"-4045,3 3-4570,-45-62-258,34 45-92,-14-18 0,11 7-31,29 31 6,28 17 17,-8-2-6,-6 0 0,2 6-31,-4 8 0,-2 0 37,13 15-123,-18-14 0,-4 0 134,-12 7 33,-12-3 0,-10 5-22,-14-11 62,-6-12 39,-1-10 5,4-14-22,9-9 229,10-11-330,13-7-73,18-5-123,16-4 42,-8 20 1,4 0-1944,11-3 1,1 2 1705,16-8-170,-16 12 1,0 0-1231,8-3-153,7-4 135,-10 3 1014,-13 2 980,-13 2 443,-9 0 447,-11 1 3659,-5 0-3092,-5 1 163,-1 2-611,2 1-298,3 1-308,2 3-313,4 1-196,3 3-68,9 3 23,9 4-12,16 11-83,10 10 19,-19-4 0,0 2-314,-1 3 0,-1 3 250,-2 2 0,-4 4-26,-3 9 1,-4 0 98,2 16 44,-13-19 0,-4-2 79,-11-2 67,-12 0 73,-5-18 22,0-12-28,5-14-50,8-11 494,9-11-617,14-5-68,14-4-98,5 17 1,4 2-26,14-8-76,-4 10 1,3 3-354,-9 7 0,1 1-106,9-3 0,2 2-611,1 1 1,0 1 173,0 1 0,-1 0 149,-2 2 0,-2-1 529,-3 0 0,-1 0 485,21-8 655,-13-5 723,-14-3 1372,-13-7-1581,-9 8 175,-11-5 243,-7 11-960,-11 0-229,-6 4-174,-13 7-213,7 11-29,2 3-4,11 14-12,11 1-12,2 9-16,8 1 6,8-3 5,10-5-5,10-7 5,8-11 28,2-8 56,5-18-22,-15 2 67,0-17 51,-19 4 44,-1-7 22,-7 2 387,-11 0-515,3 15 6,-5 2-96,8 14-11,-2 3 12,1 9-12,0 8-23,2 10 12,3 6-34,6 5-17,7-1-100,17 7 66,5-14 74,3-3 5,19-18 17,-25-13 6,28-12 5,-23-9 36,-11 2 1,-1-3 47,11-16 52,-5-5-69,-20 21 84,-6 5-27,-3 12-85,-4 1-50,0 8 6,-2 13-1,3 3-27,1 5-6,8 3-56,20-3 62,-1-4-34,30-2 42,-23-16 0,2-4 19,0-1 1,0-3 10,7-3 1,-3-3-212,8-11 285,-3-10 229,-14-1-151,-10 6 185,-5-5-6,-18 19 6,-7 1-297,2 7 45,-12 18-73,5 14-23,-3 8-11,9-5 1,1 6-961,2 14 1,2 3 875,0-9 1,0 3-514,4 15 0,0 8 0,2-8-288,0-13 1,2 0 890,0 0 0,3 7 0,-1-1 0,0-10 0,3 14 0,-1-16 0,1 0 0</inkml:trace>
  <inkml:trace contextRef="#ctx0" brushRef="#br0" timeOffset="17171">5461 4565 22043,'0'0'0</inkml:trace>
  <inkml:trace contextRef="#ctx0" brushRef="#br0" timeOffset="22039">2575 7052 23903,'3'-17'292,"15"-18"-259,17-14-22,-10 14 1,0-1-363,2-4 0,1-3 371,-3-3 1,1-4 0,-3 2-726,0 3 0,-3-2 718,0-5 0,-1-5 0,-4 7-8,-9 16 1,-1 1 5,0-23 1,-2-1-85,-3 17 0,-3 0 84,-2-4 1,-3 0-43,-6 8 0,-3 6 47,-13-5 283,-2 15-293,6 27-12,4 18 12,-6 26-48,12-12 0,0 5 39,-1 9 0,-1 4-5,6-15 1,0 2 0,1 1 1,0 2 1,1 1-1,0 1-2,2-1 1,1 2 0,2-1 5,1-2 0,1 0 0,3 0-4,1-3 1,3-1-1,1-1 102,6 13 1,4-3-103,3-8 1,5-4-1,1-7 1,4-5 5,0-7 0,2-6 3,3-3 0,0-6-45,1-6 1,1-7 55,10-11 0,-1-8-3,-6-2 1,-2-4-315,1-2 0,-3-1 320,-4-6 0,-4-2-3,-6 8 0,-3 0 8,2-8 0,-3-2 56,-4 0 1,-5 1-9,-6 11 0,-3 2 9,-7-18 1295,-18 22-1290,1 18 488,-15 9-567,11 16 6,-1 17-16,18 1 5,3 22 5,8-3 3,4-12 1,2 1 181,4 14-196,6-14 1,3-3 10,3-7 392,1-7 0,3-2-369,26-6 5,4-10-16,-1-13 0,-25-8 0,-1-6-428,5-10 1,-1-4 418,-5 7 0,0-2 20,12-19 0,-2-3 8,-13 11 1,-1-3-17,-1-2 1,0-4 0,-1 0-10,-3 5 0,-2 1 0,-1 0-6,0 1 1,-1 0 0,-1-1 31,-3-7 1,-3-3-1,-2 7 8,-4 8 0,-2 2-7,-3-22 1,-5 6 23,-11 19-62,-4 14-12,13 21 12,0 21 0,5 26-17,3 4 1,0 5-285,3-2 0,1 3 280,1-10 1,1 3-1,1-2-48,2-6 0,0-2 0,1-2-24,2 9 1,2-1-203,3 7 1,2-1-984,3-6 0,2-2 272,-1-1 1,3-1-848,3-1 0,1-5-7978,13 4 9368,-14-20 0,-10-13 0,-11-8 0</inkml:trace>
  <inkml:trace contextRef="#ctx0" brushRef="#br0" timeOffset="22216">3606 6590 14275,'-9'-2'6094,"2"0"-4571,7 2-122,0 0-1339,59-52-62,-29 41 0,2 0-600,14-19 1,2 1 257,-1 18 0,-1 5 342,-4 0 0,-2 1 0,12-3 0,-3 3 0</inkml:trace>
  <inkml:trace contextRef="#ctx0" brushRef="#br0" timeOffset="22895">6019 6601 16129,'7'-9'764,"17"-26"1,0-7 355,-11-4-859,9-4 0,-6-3 887,-28-6-336,-14 6 82,-14 10-407,-11 16-73,-9 17-240,8 15-1,10 11 1,1 5-315,13-3 0,1 3 160,-10 8 1,2 3-26,12-4 1,5 0 11,-5 16-17,12 17-23,29-14 28,-3-2 12,36-13 33,1-29-28,-16-8 1,2-3-17,0-5 1,-1-5 49,0-4 0,-3-4 25,-3-2 0,-3-3 2,-5 1 1,-2-2 31,-5 2 0,-2 0 193,3-24 0,-8 12 412,-9 15-603,-5 15-72,-7 23-17,-8 24 2,5-5 1,0 5-15,-5 9 1,0 3-567,-4 8 0,1 3 563,6-16 0,0 1 0,0 0-4,0 1 0,0 0 0,2 0 0,0-2 0,1 0 1,1 0-2,-2 13 0,4-3-136,3-8 0,6-4 128,11 18-34,15-23-44,16-19-163,17-22-346,-20-4 0,3-4-32,7-6 0,2-4-309,-12 6 0,1-2 0,0-1 939,6-4 0,1-2 0,-5 3 0,-2 2 0,-4 1 0,-2 1 0,0 0 0</inkml:trace>
  <inkml:trace contextRef="#ctx0" brushRef="#br0" timeOffset="23083">6976 6334 23237,'18'-27'-1630,"0"-1"0,5 3 0,4 6 1630,20 12 0,0 6 0,7-3 0,-8 3 0</inkml:trace>
  <inkml:trace contextRef="#ctx0" brushRef="#br0" timeOffset="23250">7121 6521 22071,'-38'14'1129,"-1"1"0,-19 7-1140,72-28-404,21-5-722,-4 1 0,4 0 286,16-4 1,-1 0 0,9-3 0,1 2 0</inkml:trace>
  <inkml:trace contextRef="#ctx0" brushRef="#br0" timeOffset="24165">8467 6034 15272,'0'-3'3439,"0"0"-1322,0 3-1932,-74-15-84,34 19-437,-11-7 1,-3 4 396,-4 20 17,18-6 1,0-1-17,-16 4 24,18-7 1,3-2 392,1-5-165,1 0 46,17-3-260,10-2-60,8 0-18,5-1 394,4 0-316,8 13 18,-4 8-56,0 7 44,-7 17 12,-8 2 10,-6 17-64,-1-22 1,1 2-48,-1-6 0,1 1-17,0-3 0,1 0 0,2 27-23,7-15-1757,3-13 0,2-1 1618,7 10-527,18 6-3075,12-28 3764,14-9 0,-18-4 0,-7-10 0</inkml:trace>
  <inkml:trace contextRef="#ctx0" brushRef="#br0" timeOffset="24628">9334 6066 23164,'19'-51'79,"20"11"-68,13 40-9,-20 0 1,0 0 9,22-1-1,-15-1 6,4-4 72,-19 2 331,-2-4-151,-13 3 17,-11-2-141,-3 4 130,-5-1-74,5 4-117,-1-1-39,3 5 39,2 11-3426,0 7 3354,0 4-640,4 27 639,-1-20-164,2 10 1,2 2 129,3 16 15,-3-25 0,0 1-102,4 8 1,1-1-126,-4-10 0,0-1-6,2 5 0,-3 3-1789,-11 8 0,-10-2 2030,-13-8 0,-4-3 0,13-2 0,-1-2 0,-7-11 0,1 1 0</inkml:trace>
  <inkml:trace contextRef="#ctx0" brushRef="#br0" timeOffset="37438">2118 8902 18761,'-20'38'-1131,"4"8"-3702,9 16 4833,2-5 0,2-21 0,2-15 0</inkml:trace>
  <inkml:trace contextRef="#ctx0" brushRef="#br0" timeOffset="37905">2102 8953 16124,'0'-5'3444,"0"1"-7530,-2-58 4394,1 43 626,0-17 0,-1 4-676,2 27 663,-1 0-876,1 6 44,1 10 23,0 14 3387,0 20-3432,0 16-59,-3-24 1,0 0-247,-2 3 0,0 0 218,-1 1 0,0-1-126,0-2 1,-1 0-525,2-3 1,0-1-4366,-3 24 5035,4-15 0,0-18 0,3-14 0</inkml:trace>
  <inkml:trace contextRef="#ctx0" brushRef="#br0" timeOffset="38305">2161 8545 20319,'-52'26'173,"15"1"-167,46-1 28,5-4 49,1-6 169,-1-6 196,-4-6-50,-1-9-129,-3-9-28,0-12 17,-3-7-6,-2-3-34,-5 3-33,-4 5-56,-3 7-84,0 7-208,3 7-178,3 4-68,1 12-589,3 10-2049,1 19 3047,11 17 0,-6-23 0,6 0 0</inkml:trace>
  <inkml:trace contextRef="#ctx0" brushRef="#br0" timeOffset="38512">2458 9204 17686,'-8'0'3686,"1"0"-2887,7 0-670,0 0-7674,41-59 7545,2 35 0,-18-8 0,-1 2 0,9 21 0</inkml:trace>
  <inkml:trace contextRef="#ctx0" brushRef="#br0" timeOffset="38812">3663 8862 22105,'-7'-47'857,"0"0"0,0 6 0,3 8-745,6 19-151,0 24 50,1 18-5,1 9-34,-1 9-163,-2 10-829,-3-23 1,0 2-485,-1 10 0,-1 1 1504,-2 6 0,-1-4 0,-1 7 0,2-8 0</inkml:trace>
  <inkml:trace contextRef="#ctx0" brushRef="#br0" timeOffset="39029">3817 8493 20783,'-34'-37'-872,"-1"0"0,3 1 1,10 17-3644,26 39 4515,1 4 0,0-2 0,-1-7 0</inkml:trace>
  <inkml:trace contextRef="#ctx0" brushRef="#br0" timeOffset="39745">4044 8696 19753,'-3'-5'3114,"1"2"-2503,2 3-611,-17 18 22,16 31-22,-11 11-153,13-25 0,3-1 150,-1-1 0,1-1 3,0 17-17,-1 8-5,0-14 165,-3-14 126,0-16-191,0-10-22,1-11 17,5-15-37,6-7 1,2-2-15,6-12-22,-4 10 0,2 1 11,18-13-5,-14 20 236,14-12-231,-21 28-17,-1 5 23,-1 15-17,-3 10 0,1 4-11,3 14 0,-2-2-12,7 18 7,-2-9 16,5-2 11,-6-21-11,1-6 11,-2-11 17,5-11-17,11-20 23,-1-10-29,1-6 31,-12 12 1,0-2 58,4-12 0,-5 6 1,-3 1-7,-1-5 124,-4-12 45,-13 22-124,-2 0 108,-10 1-7,-6 11-162,5 4-1,-3 5-105,15 9 27,0 1 6,4 6 0,5 12-11,0 0 17,18 30-12,2-12 6,7 9-11,8-1-40,-16-19 1,1 0-315,0 2 0,0 0 163,3 6 0,-2 1-140,-8-4 1,-3 0-684,3 30 409,-13-13-891,-20 0-6295,-28-18 7802,1-5 0,1-10 0,23-11 0</inkml:trace>
  <inkml:trace contextRef="#ctx0" brushRef="#br0" timeOffset="40599">5194 8809 19787,'-5'0'3069,"1"0"-1344,4 0-1708,53-14-12,-27 8 15,16-5 0,0 0-20,-10 3 22,24-15 0,-27 4-10,4-10 21,-22 2-10,-15 1-12,-13 4-11,-4 7 0,-25 4 33,13 9 7,-12 3-12,17 5-34,9 2 6,5 6 17,0 22-23,5-10 1,-3 28-1,12-18 6,8 10-6,2-11 40,23 14-45,-3-20 5,16 9 17,-5-17 23,-2-11 16,-3-8 12,-3-11 33,-5-8-16,-3-9-12,-4-5-6,-4-2-5,0-1 12,1 6 11,4 5-46,5 8-10,9 7 10,7 7-33,6 10-5,4 10 10,-11 1 0,-10 2 1,0 1-415,12 11 409,-13-8 0,-1 0 17,13 12-23,-4-5 12,-6-9 44,-4-8 12,-2-10 5,-2-13-33,0-11-17,1-16-51,-2-12 23,-2-13-201,-12 23 1,-2-1 219,-1-7 1,-2-1 10,-1-5 1,-2-1-210,-3 0 1,-2 0 242,0 3 0,-3 3 45,-2 6 0,0 2 154,-11-15-22,5 20-141,5 16-122,5 11 38,4 8 822,7 27-843,8 14 13,-2-8 0,1 4-189,2 5 1,1 1 143,1 4 1,-1 2-105,-1 1 1,0 1-166,-2-1 1,-1-1-216,-1-3 0,0-1-376,-2-4 1,-1-3-692,-1-6 0,-2-3-5021,3 16 6620,-5-21 0,-2-16 0,-2-9 0</inkml:trace>
  <inkml:trace contextRef="#ctx0" brushRef="#br0" timeOffset="40782">6304 8750 23923,'51'-23'26,"1"0"1,-1 0 0,-2 2 0,0 1 0,-3 6-209,3 8 0,-3 5-1152,1 0 1,-2 2-1311,-2 0 0,-2 2 2644,22 3 0,-25 0 0,-21-4 0</inkml:trace>
  <inkml:trace contextRef="#ctx0" brushRef="#br0" timeOffset="43279">7902 8590 18576,'-10'0'2370,"3"0"-1905,7 0-191,0 0-196,40-18-75,-4 11 0,5 1-913,1-3 0,5-2 0,1 1 889,7 1 1,3 2 0,-3 0 10,-9 1 1,-1 0 0,2-1-245,14-3 1,4 0-1,-6 0 218,-8 1 0,-2 0-124,15-3 1,-5 0 215,-12-3-118,-34-2 6,-32-3 152,-23-4 24,11 10 0,-1 0 749,-4 0 1,0 1-562,2-1 0,0 1 352,-19-12 1129,19 6-1061,9-2-5,18 11-667,-1 0-156,7 7-18,5 3 573,10 6-444,17 9-61,19 13 11,-19-9 0,2 2-341,2 4 1,-1 2 241,-2 2 1,-3 2-104,-3 1 1,-4 3-242,-6 0 0,-4 2-633,-8 1 1,-5 1 1114,-12 5 0,-3-2 0,-1 4 0,-11-3 0</inkml:trace>
  <inkml:trace contextRef="#ctx0" brushRef="#br0" timeOffset="44016">10172 8636 19092,'-15'-58'942,"0"0"1,1 8 0,2 8 714,2 12-1657,5 17 407,3 22-395,4 23-40,4 30 2,-1-17 1,0 3-671,1 8 1,-1 3 553,-2-16 0,0 1 0,0 0-97,-1 1 0,-1 0 0,0 0-196,0 7 0,0 0 1,-1-3 251,0 1 1,0-2-179,-1 10 0,1-6 76,0-7-398,-1-4 55,-4-29 494,1-18 134,-3-35 162,3-20-75,1 17 0,0-4 298,0-8 0,0-1-277,1 14 0,0 0 1,0 0-370,0-3 1,0 0 0,0 0 441,0 0 0,1-1 0,-1 1 35,1 0 1,0 1 0,0 1 1,2-19 1,2 2-138,2 5 0,1 2-428,4 6 1,3 2 346,3 5 0,4 3-190,4 5 0,4 5 170,3 4 0,3 6-11,1 5 1,1 5-24,-1 5 1,0 8-935,1 12 1,-3 6 936,6 15 43,-24 13 0,-10 3 377,-15 2-325,-10-1 1,-8-1 3,-3-19 0,-5-3 10,-8 6 1,-6-1-9,6-11 1,-4-1-1,3-4-39,-1-1 1,1-4-119,-7 3 1,7-9-576,18-22-3323,28-12 3563,16-8 0,-1 10 0,-2 7 0</inkml:trace>
  <inkml:trace contextRef="#ctx0" brushRef="#br0" timeOffset="44382">10918 8246 16706,'3'-2'3809,"-1"1"-1524,-2 1-2139,-21 68-17,26-32-239,-11 10 0,5-1 234,25-7 66,7-2-117,-11-16 235,4-2 79,-12-15 16,4-6-179,1-11 0,7-26-151,-9 8 36,-3-3 0,-3 1-24,-4 4 111,1-24-11,-6 27 235,-4-5-448,2 14-247,-1 5-16,2 10-460,1 5-492,3 9-4482,13 17 5725,-1-2 0,2 0 0,-8-16 0</inkml:trace>
  <inkml:trace contextRef="#ctx0" brushRef="#br0" timeOffset="44724">11664 8282 17081,'0'-6'4027,"0"2"-2688,0 4-163,-18-79-873,12 52-21,-5-19 1,1 1 356,4 28-510,3 3 28,-2 5-214,3 7-32,-2 3 61,-1 7 50,-3 8-27,0 2 5,0 12 22,11 9-22,10 4 6,15 13-242,-9-30 0,1-1 225,17 18-29,-14-17 1,1 0-157,10 17-87,-16-11 1,-4 1-648,-8 23 75,-13-23 1,-7-3-280,-9-5 0,-3-3-446,-22 10 931,12-18 1,3-4 0,8-3 0,-10-1 0</inkml:trace>
  <inkml:trace contextRef="#ctx0" brushRef="#br0" timeOffset="44925">11577 8250 14701,'0'-3'6318,"0"0"-4330,0 3-1685,-79 21-208,48-7-67,-20 6 0,2 7-98,31 0 0,5 2-104,-10 21-938,14-7 0,7 0 1112,22 9 0,-9-4 0,9-21 0</inkml:trace>
  <inkml:trace contextRef="#ctx0" brushRef="#br0" timeOffset="45315">12046 8007 20380,'4'-50'1574,"0"1"0,-1 5 0,0 8-1182,-3 13-341,0 11-90,1 17 78,5 19-28,1 5-6,4 12 1,1 5-640,-2-8 1,0 2 630,4 19 0,-2 3 17,-4-9 0,-2 0 3,-1-1 0,-4-1-17,-2-3 0,-2-2 55,0-6 1,-1-3-67,-6 20 61,2-22 286,5-18 62,1-15-224,8-18 811,9-17-923,17-21-34,-7 21 0,2 1-78,-3 5 0,2 0 114,19-7 1,3 3-437,-17 12 0,0 3 405,14-6 1,1 2-17,-14 10 0,-2 4-1,27 0-44,-7 17-291,-4 14-1305,-5 21 1624,-23-13 0,-3 0 0,3 6 0,-8 1 0</inkml:trace>
  <inkml:trace contextRef="#ctx0" brushRef="#br0" timeOffset="47488">13407 7966 19557,'12'-39'1142,"0"-1"1,-1 5 0,-4 9-891,-6 24-213,-3 5 28,-4 11 68,-14 39-105,6-19 1,0 3-690,-6 19 1,-1 1 624,6-13 1,1 1-328,3 2 1,1 4 0,3-6-119,5-9 0,3 0-705,2 5 0,4 4 1,6-6 592,18-4 0,3-6 0,7 18 1,10-16-1</inkml:trace>
  <inkml:trace contextRef="#ctx0" brushRef="#br0" timeOffset="47733">14226 8209 14146,'10'-50'1579,"0"0"1,1 1-1,-3 4 1,0 1-1,-2 2-1498,0-6 1,-4 5 478,-3-14 661,-9 6-649,-2 25 50,-3 1-622,7 13-22,4 16 67,12 18-40,10 25-5,4 0-186,-1-8 1,1 3 165,-1-5 1,2 4-37,-2 1 0,2 3 0,-2 1-68,-4-6 1,-2-1 0,-1 1-40,8 18 1,-7 1-659,-14-3 1,-12-1-2457,-9-17 0,-7 0 0,1-3 2116,0 9 1,-2-4 0,-10 2 0,4-9 0,18-20 0</inkml:trace>
  <inkml:trace contextRef="#ctx0" brushRef="#br0" timeOffset="48974">2247 11152 9486,'8'1'5887,"-2"0"-3703,-6-1 847,0 0-2466,-6-7-279,-1 8-152,-5-5 107,-5 15-23,-3 1 13,-23 12-119,-2-1-76,15-9 0,0 1-2,-12 3 27,10-5 1,2-2 0,0-1 117,-19 3 112,28-20-145,2-7-85,8-6 51,8-16-28,8-1-42,3 6 0,3-1-8,14-22-17,-5 23 0,0 2 5,9-5 6,8 2-11,0 15-28,-8 4-51,14 18 34,-22 16 6,4 24 5,-14-2-6,-16 6 1,-7 4-811,-5-9 1,-5 1 817,0 1 0,-3 3 1,-3-2-5,-3-3 0,-2-1 1,-2-1-657,-2 2 0,-1-1 0,1-2 684,7-9 1,0-2-1,-1-1 60,-7 2 0,-2 0 0,5-7 54,-15 2 81,8-13 1,3-12-2027,9-38 1900,1 1-5,17-16 824,12 9-869,17-6-34,2 7-11,18 9-16,3 25 16,-4 10-22,20 10-107,-2 11 608,-18-7 0,1 2-1019,9 7 0,0 1-368,-7-4 1,0 1-1389,5 3 0,-3 0 2313,11 6 0,-21-12 0,-17-10 0</inkml:trace>
  <inkml:trace contextRef="#ctx0" brushRef="#br0" timeOffset="49172">2585 11580 23248,'46'-31'-862,"0"0"0,0 0 0,-7 3 0,0 1 1,-5 8-1,17 10 0,-25 4 0</inkml:trace>
  <inkml:trace contextRef="#ctx0" brushRef="#br0" timeOffset="49732">4416 11079 20150,'-41'-21'600,"0"-1"1,0 0 0,-15-6 0,3 6-327,-5 16-184,13 9 162,13 5-275,15 10 94,9 10-88,11 10 17,10 8-11,13 2 16,-7-23 1,4-1-1,4 0 1,3-1-256,3 0 1,1-2 226,3 0 1,0-2 2,-3-1 1,-1-1-9,18 14 143,-22-9-104,-34 14-22,-12-18-42,-16 3 0,-7-2-82,8-10 1,-3-3-299,-15 5 1,-1-4-11,11-7 1,1-5-325,6-3 0,2-3-2281,-11-23 3048,24-12 0,11 20 0,10 1 0</inkml:trace>
  <inkml:trace contextRef="#ctx0" brushRef="#br0" timeOffset="50333">4610 10877 14174,'1'-6'6497,"1"2"-4978,-2 4-483,4-65-375,-4 46-535,3-19 0,-2 11-110,-2 27 12,1 15 20,6 16 0,1 4-20,0 13-323,0-6 1,1 1 297,-5-9 0,-1 0 8,0 3 0,-1 2-8,-1 9 0,-2 0 0,-1-2 0,-2-2-6,-2-4 0,0-2-3,-1-5 1,0-2-1,-5 16 1,5-17 89,5-15 67,8-14-50,8-15-45,12-16-6,12-17-17,-16 19 1,1 0 8,1-1 0,-1 0 0,-2 3 0,0 1 25,12-12 550,-9 15-617,-8 12 11,-4 13-11,0 10-11,5 11-1,2 10-10,4 3 11,-4-7-51,16 8 40,-7-17 11,15 3 27,-7-15 40,2-17-44,-14-2 38,2-20 6,-15-3 28,1-15 28,-4-4 40,-1 2 61,-1 6 27,-2 12-32,0 11-141,-2 10-90,-1 8-16,3 8 34,0 2-46,6 16-72,2 4-129,3 14-213,-1 5-577,-1 5-3097,0 6 823,-5-21 2468,2-1 0,-8-30 0,0-2 0</inkml:trace>
  <inkml:trace contextRef="#ctx0" brushRef="#br0" timeOffset="50497">5392 10850 15564,'-3'-7'4010,"0"2"-2985,3 5-4095,0 0 3070,-4-10 0,3 8 0,-4-8 0</inkml:trace>
  <inkml:trace contextRef="#ctx0" brushRef="#br0" timeOffset="51262">5739 10879 25348,'-44'-13'28,"0"1"0,4 5 1,7 12-29,20 35 0,10 11-12,-2-16 1,1 2-903,1 4 1,2 4 0,0-1 793,2 10 0,3 3-207,0 2 0,1 7 1,0-2 1,1-5 0,-1-1 0,1-1-154,1 0 0,-1 0 0,-1-1 234,0-3 0,-1-1 1,-2-2-109,-5 5 0,-3-2 470,0 8 1,-7-4-379,-15-10 1,-3-7 255,-7 2-1,-25-31 1,44-25 27,-8-28 17,15-12-268,5 5 1,2-3 236,1 14 1,3-1 22,3-7 1,2-6 0,1 8-27,0 12 1,2 1-57,8-28 1,5 1 268,-2 23 1,2 2-522,7-8 1,3 2 52,5 4 1,2 3 123,4 3 0,2 3 70,11 0 0,1 3-364,-8 6 0,-2 2 439,-2 1 1,-3 3 39,-7 4 0,-3 2 115,7 1 325,1 6-197,-21 2 2469,-8 10-2395,-9-6 1326,0 9-1366,1-10 1819,5 5-1495,4-10-161,7 2-342,-2-7 55,13-8-88,0-11-63,-2-1 1,0-2-23,11-14 14,-8-4 1,-4-3-32,-5 0 42,-3-15 1,-4-1-526,-6 3 506,-2 3 0,-3-1 75,-5 17 1,-2 2 19,-1 0 0,0 2 11,-11-24 129,-2 23-22,6 19-146,0 2-129,6 9 11,1 24-5,3 16 11,-1 12-14,2-7 0,2 5-1062,4 16 0,1 0 1045,-1-10 0,0 2-91,5 8 1,2 5 0,0-5-603,1-7 0,0-3 620,3 12 1,0-1-249,-1-15 1,-1-3-453,-2-10 1,0-1-1101,7 22-1200,-3-14-4076,-11-34 7711,-5-15 0,0 1 1,-2 0-1</inkml:trace>
  <inkml:trace contextRef="#ctx0" brushRef="#br0" timeOffset="51399">6314 11286 21533,'-33'-42'717,"-1"-1"0,7 4 0,15 5-616,52 9-101,5 6-96,-10 8 1,5 1-1951,7 1 1,1 2-2871,0 0 1,-1 1 4140,-2 0 0,-4 2 0,-1 1 0,-30 1 0</inkml:trace>
  <inkml:trace contextRef="#ctx0" brushRef="#br0" timeOffset="52549">7631 11124 11357,'-5'0'4683,"1"0"284,4 0-4580,-54 3-46,57-2-167,-22 0-143,43-4 0,19-1-31,2-1 0,3-2-744,8-1 1,2-1 684,3 0 0,1-2-17,1 1 1,-1-1 27,-3 1 1,-2-1 41,-5 0 0,-3 0 65,-10 1 0,-3-2 165,10-12-17,-28-2-21,-30-3 144,-23-1 135,-1 11 0,-2 2-101,-17-8-14,15 10 0,2 0 1686,3-1-1588,1 1-207,18 5-157,10 5-62,7 4-5,8 0 0,14 3 0,19 6-28,18 6-381,-25-3 0,1 2 353,0 3 0,-1 1-34,-3 3 0,-2 2-261,-4 2 1,-4 2 61,-5 3 1,-5 1-292,-4 3 0,-4 1-835,-7 1 1,-4 0 1397,-7 4 0,-1-3 0,-4 5 0,-3-7 0</inkml:trace>
  <inkml:trace contextRef="#ctx0" brushRef="#br0" timeOffset="54566">10413 10445 19932,'-53'-16'614,"0"0"0,4 5 1,8 13-386,9 50-164,18-13 0,2 3-658,2-4 0,2 1 612,-2 21 1,3 6-917,2-12 0,0 3 1,1 2 824,-1 2 1,1 1 0,-1 3-86,1-7 0,0 2 1,0 0-1,-1-2-146,0-6 1,1-2 0,-1 0 0,-1-1-67,-1 1 1,1-1-1,-2 1 1,0-2 155,-4 13 1,0-1-1,-3-2 263,-3-1 1,-2-2 0,0-5 89,0-2 0,-3-5 196,-7-5 0,-2-10-22,1-20 330,-21-27-196,29-12 0,3-8-450,1-7 1,4-4 103,5 6 1,2-4 0,5 0-42,5 2 1,5 1 0,2 0-38,3-1 0,2 0 1,2 3-17,5-9 1,6 1-11,3 6 0,6-1 0,0 4-54,6 0 0,3 2 205,-2 2 1,3 0 0,-1 2-238,-4 9 0,0 3 0,-2 2 26,8-4 1,2 2-205,-4 4 0,2-1 0,-2 1 241,-1 0 0,-1 1-110,-5 1 0,2-2 1,-3 1 195,-1-2 1,-4-1 1046,14-18-772,-20 4 1413,-14 7-1385,-14 8 1348,-6 7-1393,-5 7 534,0 4-819,-2 14-23,7 0 11,-1 20-16,8 0-29,7 11 7,11 1-7,12-2 18,-2-12 16,23 2 67,-19-18 191,9 1 61,-23-18-72,-9-12-28,-11-13 22,-9-7 5,-11-3-55,-7 2-12,-4 6-22,1 7-89,6 7-68,8 9-140,6 3-39,8 5-101,1 6-313,3 7-387,6 8-678,6 1-1126,11-2-3505,11-3 6278,1-6 0,-11-5 0,-8-4 0</inkml:trace>
  <inkml:trace contextRef="#ctx0" brushRef="#br0" timeOffset="54895">11185 10762 23220,'-25'-42'422,"1"0"0,-1 3 0,12 12-411,19 23-11,11 9 0,16 8-39,12 14 11,-20-7 0,0 2-216,0 5 1,-3 2 148,-2 4 0,-5 2-23,-2 3 1,-6 0 58,-5 0 0,-5 0 67,-3-5 1,-4-2 41,-21 18 96,-8-23 117,0-17-28,6-24-39,14-18-17,19-20-120,9 21 0,4-1-279,7-1 1,5 1 216,4 0 0,4 2-17,2 4 1,3 2-88,0 3 1,2 3-278,-2 3 1,1 4-802,-1 3 0,-1 2 1185,-1 2 0,-2 2 0,5 2 0,-10 1 0</inkml:trace>
  <inkml:trace contextRef="#ctx0" brushRef="#br0" timeOffset="57265">13148 10620 24559,'6'-49'11,"5"27"22,11 75-16,-10-23 0,0 0-17,12 29-2129,-12-28 1,-2-1 2133,3 7 883,-4 4-843,-7-23 11,-5 3 61,-2-6-77,0-7 44,1-3 3397,3-5-3262,1 1-124,-2-6-83,1 0 21,-4-10-22,1-2 12,-4-10-18,0-8 23,1-9 12,0-6-3332,3-8 3360,2 20 77,4-4 12,0 26 5,1-2-134,-1 9-22,-1 4-62,-1 5 11,1 8 68,1 11 3397,1 18-3415,3 18-5,-4-22 0,1 3-11,1 11 0,1 0-163,-2-13 1,0-1 175,2 12 1,2-2-8,3 5 5,1 6 5,-2-13 46,-5-18 33,-2-9 67,-3-15-78,-5-12-56,-9-25-23,2-13-203,-1-6 198,10 20 0,3-1-6,3 3 0,2-1-5,1-11 0,2-1-4,2 0 1,3 1 11,1 0 0,1 2-11,1 5 0,2 1-6,4 1 0,1 3 3,7-6-17,15 5-109,-13 29 98,9 5-39,8 19 39,-14 9 39,-5 8 23,-22 14-12,-26 4-230,2-18 0,-6 2 234,-4-5 0,-5 0 0,2-2 5,-2 2 0,-2-2 11,-13 7 0,3-3 2,6-8 1,3-2-6,20-8 495,12-8-461,24 9 93,0-8-144,8-1 1,5-1-18,2-4 1,4-1-426,4-1 0,5 0 0,0 0 263,-3-2 0,-2 0 0,2 0-700,8-1 1,2 0 0,-5 0 444,0-1 1,-3-1-797,4-1 1,-2-1-537,-16 1 1,-3-2-349,4-2 0,-2-2-1823,9-17 3136,-24-14 3985,-21 6-1632,-9 1 3770,-12 7-1009,2 6-1742,1 4-1114,4 2-639,11 11-632,3 3-203,2 2 34,12 6 6,8 2-50,18 6 21,-3-4 1,17-3-28,-10-3 33,13-9 57,-19-4 22,-7-9 5,-19-7-44,-9 4 128,-15-19-22,-5 14 73,-14-9 44,-1 14-66,0 8-135,9 6-39,0 8-67,8 16 44,1 6-27,5 18-23,8 6-1,5-7-111,10 12-375,18 3 184,-12-26 1,3-2 128,-2 1 1,4-3-587,14-3 1,0-4-217,5-3 276,1-6 0,3-4-365,13-18 972,-16 0 1,0-5 347,-11-1 0,-3-3 159,1-6 1,-6-1 604,-1-25-3068,-12 1 2749,-7 14 1115,-1-4-1076,-2 26-392,0-3-291,0 16 195,0 4-218,2 13 3438,4 9-3404,0 6 0,6 31-5,-6-12 5,0 10-6,-6-23 1,-1-1-23,-4 7 29,-1 7 44,-1-19 218,4-19 152,1 0-303,7-38-39,2 2-33,7-31-6,4 10-34,5 1-11,-3 11-11,17-6-23,-7 21 12,5-3-68,11 14 28,-12 12-5,14 8 22,-13 11-33,-5 11-56,-8 9 15,-8 4 35,-7 0 45,-5-12 6,-6-1 89,3-20 117,-3 1-150,13-37-12,-2 7-5,9-14 0,2-3-6,1 1 14,7-4 0,2-1-258,5 1 255,-9 12 1,-1 2-7,8-1-16,-8 10-28,-4 8-12,-3 8 11,-2 8-10,-2 8-12,1 9 222,3 5-367,5 0-96,6-2-21,8-7 10,5-8 90,3-7 157,-7-8 39,14-13 112,-16-5 17,14-14 67,-15 1 134,-7 1-106,-9 9 185,-7 7-112,-8 10-303,-4 2 28,-5 10 29,-6 7-18,-2 10-10,0 9 10,7 4 12,7 3-39,13 0-17,10-2 11,13-5 22,7-8 6,1-10 67,-6-9 56,-8-15 12,-8-11 0,-9-12-1,-7-11-61,-12-9-56,-9-6-196,2 28 1,-2 1 203,-2 0 1,-2 3 30,-23-18-34,2 15-84,6 16-33,9 13-73,6 13-230,8 12-515,5 10-461,11 2-1622,13 0-6823,12-6 9819,-5-11 0,-5-8 0,-13-10 0</inkml:trace>
  <inkml:trace contextRef="#ctx0" brushRef="#br0" timeOffset="57599">16427 10377 18000,'0'-5'5433,"0"1"-4274,0 4-1120,-12-25-39,18 41 0,-7-8-5,22 48-23,3 0 22,5-4-11,4-12 17,0-9 56,-3-14 62,-7-12-23,-3-17-56,-1-9 45,-2-14 12,-3-7-57,-4-6-28,-4-3-56,1 5-246,2 7-364,6 15-572,7 12-1125,10 13-1535,7 11 3887,8 11 0,-21-9 0,-2 2 0</inkml:trace>
  <inkml:trace contextRef="#ctx0" brushRef="#br0" timeOffset="58724">17106 10476 24301,'28'-3'543,"0"-1"-509,2-6-29,4-3 18,8-6-18,-5-3 7,-6-9-12,-16 9 0,-5-7 0,-13 15 39,-2 0 39,-6 2-50,4 6 34,-4 0 44,7 4-5,0 0-62,3 2 124,1 0 16,-2-2-173,1 2-6,-1-2-17,-2 0-5,-4 0 11,-7 0 27,-9 0 1,-15 5-28,5 3 0,2 3 11,6 8 0,2 5 0,-8 14 2,11-10 1,1 1-19,-7 22 4,4-3-16,17-9-3386,16-9 3408,-3-6 1,13 0 61,-5-17-6,8-2-33,8-11 22,6-9 8,-10-2 1,-1-3 8,12-17-28,-16 11 0,-3-1 73,2-17 3437,-4 5-3348,-5 7 17,-4 12-33,-5 9-168,-2 8-113,-1 3 51,-1 12 51,-2 17 5,1 10-6,1 2-5,8 3 11,8-9-17,16 7 17,12-5-11,9-7-17,-19-18 0,0-3 28,11-1 5,13-14 1,-15-20 5,-1-9-292,-18 9 1,-1-2 299,-5-1 1,-2-1-20,10-25 0,-10 16 0,1-1 8,-3 5 1,1 0-7,3-11 1,-1-2 3,-1 2 0,-3 0 5,-2-8 0,-3 3-3,-3 17 1,-3 1 13,-3-11 1,-3 3-180,-10-4 208,-4-5-1,-1 13 1,5 7-35,6 16-72,5 3 448,3 12-443,1 3 282,0 25-214,-2 14-12,-1-5 1,-1 1-142,0-6 0,-1 1 147,-5 13 0,-2 2-260,1-7 1,-1 3 240,2-1 1,-1 5 0,1-4-2,0 3 1,2 0-56,6 3 1,2 5 0,4-8-27,3-13 1,5-2-222,4 7 1,5 4 0,3-5-1382,16-1 1,3-5 1168,7 6 1,-2-4-1,-12-10 1,-4-5-1,10 3 1</inkml:trace>
  <inkml:trace contextRef="#ctx0" brushRef="#br0" timeOffset="60332">1229 13293 21019,'-15'-36'291,"0"-1"0,7 1 0,11 3-100,37-1-51,4 3-50,-16 17-68,-8 6-33,-3 7 0,-6 6 22,9 21 12,-9-5-82,0 8 0,0 2-99,0 14 96,-5-12 1,-1 0 16,-3 10 34,-19 15 28,3-29 16,-9 0 1,-4-1 56,-10-2-17,-9 5 235,1-17-201,26-9 61,-6-2-202,21-4 12,3 1 11,12-1 22,-1 0 11,26 1-11,2 0-11,24 3-371,-28-1 0,1 1 304,4 1 0,-1 1 2,-6-1 1,0 1-303,15 3 0,-4 1-3,-2 2-227,-7 2 1,-7 5-681,-25 8-1350,-23 15 146,-15-12 2481,7-13 0,1-2 0,3-2 0,0-1 0</inkml:trace>
  <inkml:trace contextRef="#ctx0" brushRef="#br0" timeOffset="60945">2195 13542 22593,'11'-39'0,"-2"8"0</inkml:trace>
  <inkml:trace contextRef="#ctx0" brushRef="#br0" timeOffset="61515">3889 13261 17853,'-46'-4'737,"0"0"0,0 0 0,2 0 1,1 1-1,3 2-499,-3 3 1,4 3-144,3-1 0,3 2-56,-14 10 62,21 6-107,18 5 19,17 6-41,15 4-11,16 0 16,-13-17 1,2-2-229,5 0 1,1-1 222,4 0 0,2-1 0,0 0 0,-1-2-1,0 0 1,-2-1-3,-6-1 1,-2 2 47,8 11 6,-27 4-12,-35 4 0,-1-13 0,-5-2-289,-11 4 0,-5-1 295,-5 0 1,-3-2-522,-2 0 1,1-3 514,3-4 1,3-2-32,8-3 0,2-3-1127,-15-12-320,28-1 1467,24-22 0,4 20 0,8-8 0</inkml:trace>
  <inkml:trace contextRef="#ctx0" brushRef="#br0" timeOffset="61721">4211 13394 20201,'5'0'2308,"-2"0"-1378,-3 0-1149,-6 67-4587,4-5 4806,-1-15 0,0-2 0,3-3 0,0-35 0</inkml:trace>
  <inkml:trace contextRef="#ctx0" brushRef="#br0" timeOffset="61897">4187 13212 20005,'0'0'0</inkml:trace>
  <inkml:trace contextRef="#ctx0" brushRef="#br0" timeOffset="62657">4500 13409 23001,'44'-39'33,"0"0"1,-5 4 0,-3 10-23,2 24 457,-7 11-479,2 22 11,-11-4-56,5 26-40,-14-8 12,-2 16 45,-9-30 0,-4 1-147,-6 7 0,-6-1 197,-1-6 0,-2-2 97,-1-1 1,-4-2-45,-9 0 0,-1-5 234,-3-3-200,4-4 0,-1-5 350,-3-11-118,6-11 210,11-5-305,18-15-33,25-9-140,-3 8-29,2 7 1,4 3 16,17-2-36,-16 10 0,2 2-1705,5 3 1,0 3 1696,12-1-12,12 11 1,-23 14 16,-3 8 0,-7 2 12,-14 10-18,-9 0 29,-3 13-17,-8 0-23,-7 1 17,3-21-5,-2-3 39,9-20 16,1-3 118,3-5-151,3-10-33,4-11 3402,4-4-3394,6-7 0,1-1-14,7-8-219,1-1 0,4-3 233,0 7 0,-1 0 8,-1 1 0,0 0-6,-1 3 1,-2 2-6,5-15 28,-16 14 56,-2-15-50,-7 16 89,-12-18-56,-4 22 57,-10-9-3219,-2 15 3140,7 9 307,-3 7-318,6 17-34,0 11-28,3 20-11,5-3-183,7-2 1,3 3-983,13 18-1362,-3-15 0,4 1 2566,-1-13 0,1-4 0,7 9 0,-10-17 0</inkml:trace>
  <inkml:trace contextRef="#ctx0" brushRef="#br0" timeOffset="63865">1028 14952 16342,'0'-7'4632,"0"1"-4086,0-26 0,0-6 65,2 11-449,-2-13 1,1 4-79,1 25-151,-1 9 173,-4 14 124,-4 18-118,-11 24-90,5-19 0,-1 3-182,-3 4 0,0 0 174,1 0 0,0 0-20,4-3 1,2-2-29,-2 22 29,16-17 44,10-20 95,11-14 17,10-19-22,6-14-59,-17 4 0,1-2-190,1-3 0,0-2 173,0-1 0,0-1-3,-2 1 1,-1 1 5,-3 2 0,-1 2 369,11-14-369,-10 16-28,-10 12 33,-6 16 102,-3 22-113,-3-2-22,-4 29-50,-2-10-395,-2 17-389,4 1-1418,8-1-4430,10-6 6654,4-14 0,-3-19 0,-4-13 0</inkml:trace>
  <inkml:trace contextRef="#ctx0" brushRef="#br0" timeOffset="64032">1800 15214 20985,'0'-3'3641,"0"1"-3249,0 2-1943,-19-39 1551,33 34 0,-28-33 0,33 43 0</inkml:trace>
  <inkml:trace contextRef="#ctx0" brushRef="#br0" timeOffset="64482">3242 15191 21450,'0'-6'2017,"0"2"-998,7-56-347,-5 39-512,2-13 0,-1 4-110,-2 23-56,-2 11-22,-2 14-146,-2 16-257,-1 16-779,3-12 1,0 1-2645,1-5 0,0 0 3854,2 3 0,1-3 0,-1-1 0,3-16 0</inkml:trace>
  <inkml:trace contextRef="#ctx0" brushRef="#br0" timeOffset="64666">3489 14851 21956,'-43'-36'166,"0"0"0,1 4 1,18 9-1210,31 19-3126,16 16 4169,9 3 0,-8-2 0,-9-4 0</inkml:trace>
  <inkml:trace contextRef="#ctx0" brushRef="#br0" timeOffset="64978">3922 14993 23898,'-53'-32'386,"0"0"0,12 4 1,5 6-342,2 18-34,24 10-28,2 3-11,15 8 28,13 6-5,13 3-12,10 3-22,4 6 19,-24-14 0,0 2-16,-1 3 0,-3 3-163,-2 11 0,-4 1-591,3 17-81,-14-16 0,-6 0-2944,-12 8 3789,2-19 0,-2-3 1,-2 4-1,1-10 1</inkml:trace>
  <inkml:trace contextRef="#ctx0" brushRef="#br0" timeOffset="65178">3729 15060 17193,'6'-9'3125,"13"-24"1,0-2-2633,-10 18-90,10-18 0,-4 6-291,-14 26 23,-3 3-68,-6 13-22,-24 29-68,5-5-480,0 1 0,-3 2-343,7-6 1,0 0 845,-9 17 0,2-2 0,11-20 0,3-2 0,-13 25 0</inkml:trace>
  <inkml:trace contextRef="#ctx0" brushRef="#br0" timeOffset="66512">4694 14883 7813,'3'-6'6307,"-1"2"-4971,8-28 0,1-7-76,-7 9-1036,7-9 1,-5 1 1947,-17 19-1887,-9 12-111,-27 10-124,-5 15-318,16 0 0,1 2 279,-14 18-5,20-11 0,3 3 451,-7 21-485,16-19 0,2 2-3,5-3 1,4 1-12,8 2 0,3-2-9,7 9-27,24 3 5,1-27 529,-6-9 0,2-2-428,22-5 50,4-9 40,-24-8 996,-15 2-806,-9-9-66,-16 8-192,-1-3 0,-23 5-16,0 10 0,-19 6-1,2 13-16,8 3-12,12 2 1,1 3-17,-6 13-14,11-9 0,1 2-138,2 20-184,11-1-303,16-5-286,15-7-116,16-13 105,17-13-3,-6-11 669,-16-7 1,3-4 120,3-5 1,0-5-1389,9-6 1,-1-1 1603,-7 3 0,-3 0 123,-1-6 1,-4 0 324,-1-10 45,-15 13 0,-1-1 425,2-12-21,-7 3 105,-12 20-823,-3 9 178,0 6-391,-1 13 3,1 24 1,1 6-26,-1-1-12,-2 16 1,-1-2 11,0-23 1623,-4 7 1,-1-1-1574,2-13-16,-5 14 16,11-38-27,2-11 5,2-2 50,6-28 45,7-7-72,0 0 77,9-9 24,-4 26-24,6-2-10,4 8-101,-11 14 5,4 3-3408,-6 14 3397,-3 0-17,4 14-5,-4 13 50,-1 7-27,-1 13-24,-7-14-4,-2 13-12,-3-25 44,1 6 3427,2-22-3404,1-16 17,3-10-28,0-5 106,8-28-61,-2 9 22,8-19-11,0 14-61,1 9-23,3 10-23,0 11 7,-1 8-12,2 8-34,1 9-72,2 9 10,-6 2-564,2 24-399,-14-4-126,-4-11 1,-2 3-6305,-5 27 7517,-3-9 0,0-19 0,1-15 0</inkml:trace>
  <inkml:trace contextRef="#ctx0" brushRef="#br0" timeOffset="66978">5918 15327 24945,'24'-40'134,"-6"22"-72,-19 68-40,1-19 1,-1 2 2,1 4 0,0 1-468,0 3 0,0 0 448,0 0 1,0 1-15,0-1 1,-1 0-15,0-2 1,0-1-1,-2-2 1,0-1 166,-4 25-183,-2-16 17,-1-18-51,0-17 28,-2-21 23,-1-16-12,-4-21 17,6 18 1,0-2 14,-2-5 1,1-2-2,-2-5 1,2-1-567,2-5 0,3-1 549,6-4 1,5-1 21,8-2 1,7-1 2,-1 20 1,3 1 0,4 2-10,3 0 0,2 2 1,3 2 10,-1 3 1,3 2-1,-1 2 12,14-5 1,-1 4-92,-7 9 0,-3 3 67,17 0 10,-17 16 40,-14 13 534,-10 13-540,-14 15-44,-26 12 220,4-21 1,-7-1-278,-9 2 1,-6-1-191,4-8 0,-3 0 0,1-3-453,-2 1 0,-1-2-270,5-5 1,-2-1-1,3-3 975,2-5 0,3-3 0,-17 5 0,12-7 0</inkml:trace>
  <inkml:trace contextRef="#ctx0" brushRef="#br0" timeOffset="67545">7053 14660 20699,'6'-53'1197,"-1"-1"0,0 7 0,-1 9-884,-2 20-257,-2 10-16,1 15 38,-1 19-22,-4 26-53,0-13 0,-2 3-648,-4 9 1,-1 3 537,0-14 1,-1 2-1,-1-1-643,-1 3 1,-2 1-1,0-1 182,-2 2 1,1-1-1,-1 0-242,1-3 0,-1 1 0,2-2-1125,-6 15 1,1-3 693,7-15 1,1-1 1230,-1 4 0,2-5 0,4-12 0,-3 11 0</inkml:trace>
  <inkml:trace contextRef="#ctx0" brushRef="#br0" timeOffset="68016">6726 15410 14045,'-3'-63'2169,"-1"1"1,1 4 0,-1 5-860,-4-9-486,4 12-437,1 13-298,9 12-89,8 9-39,17 8-95,18 4-1,-15 3 1,3 0-85,7 1 1,3 0-566,5 0 0,1 0 403,1 0 1,0 0 72,-4 0 0,-2-1 107,-7-1 0,-2 0 274,19-6 207,-21-6 241,-17-2 218,-12 1-10,-8 4 690,-7 6-1016,-6 4 107,-5 8-403,-2 6-96,3 10-28,7 4 0,10 5 17,15 0 11,16-4 12,17-5-398,10-9 358,-25-11 0,-1-2 85,30-10 105,-6-11 141,-9-11 173,-10-8-2858,-5-11 2662,-15 17 264,-1-4-85,-12 25-207,-1 1-224,-3 7 195,-4 10-212,-7 15-27,-14 24-4,6-11 1,-2 5 1080,-5 10 1,-1 3-1303,5-11 1,0 2-1,0 1-1025,-2 5 0,0 3 1,0 0-663,5-9 0,-1 1 0,1 0 0,0 0 1571,-3 10 1,0-1-1,2-4 1,-2 4-1,3-6 1,-2 8-1</inkml:trace>
  <inkml:trace contextRef="#ctx0" brushRef="#br0" timeOffset="72061">1267 16564 20923,'-3'-19'622,"-9"4"-538,-24 19-22,-11 3-29,-7 4-5,-1 2 11,7-3 17,12-2 6,14-3 219,6-4-40,10 0-180,0-1-33,5 0 11,0 1-11,0 2 129,-4 15-106,2-2 10,-7 17-5,1-3 45,-8 23-45,1-4-141,6-17 0,-1 0 113,-9 24-28,4-12-28,-7 11 45,12-28 22,-3 4 281,10-20-1,3-9-218,0-3 27,1-11-38,0-6-23,11-20-84,10 1 23,7-2 27,1 16 1,3 3 237,2-2-252,6 4 1,3 2-3373,19 7 3364,-2 1-56,-2 18 12,-33 7 27,-4 15-50,-16 10 17,-11-2-132,-10-4 0,-6 2-436,2-9 0,-3 1-245,-11 13 1,0-1-9,9-14 1,0-2 859,-6 3 0,2-3 0,9-7 0,-7 2 0</inkml:trace>
  <inkml:trace contextRef="#ctx0" brushRef="#br0" timeOffset="72282">1556 16913 20593,'0'3'2728,"1"0"-2280,-1-3-1366,28-28-4247,14 13 5165,-11-4 0,1 2 0,9 7 0,-16 4 0</inkml:trace>
  <inkml:trace contextRef="#ctx0" brushRef="#br0" timeOffset="73055">3087 17067 18249,'7'-44'1053,"0"0"0,0 0 0,2-14 0,-3 10-448,-4 23-53,-3 14-485,1 16 156,-1 18-162,1 21-1690,0-2 1,0 2 1628,0-11 0,0 1-23,-1 19 1,1 0-166,-1-15 1,1 0-130,-1 9 1,0 1-211,1-2 1,0-2-222,0-2 0,-1-2-238,-1-6 0,0-1-1119,-6 20 301,-1-19 695,-1-17 947,-1-23 806,-1-19 560,-2-21-524,6 15 1,0-2 1404,-1-5 0,1-3-1553,-1-4 0,1-2-391,1-3 0,2 0 175,0-2 1,1 0-60,1 2 1,2-1-82,2 3 1,3 1-238,0 2 1,3 1 155,3 2 0,3 1-19,2 4 0,3 0-17,3 4 0,2 2-9,1 4 1,2 3 5,1 4 0,2 4 16,28-4-50,-23 18 1,-2 4 288,11 7-317,10 24-5,-29 8-12,-11-12 1,-2 2-9,-5 3 1,-4 2 293,-5 1 0,-6 1-308,-5 1 0,-4-2 17,1-7 0,-4-1-124,-19 14 1,-5-3-241,12-14 0,-2-2 44,-13 9 1,-1-3-479,15-14 0,2-5-4002,-10-9 4828,22-15 0,15-1 0,6 3 0</inkml:trace>
  <inkml:trace contextRef="#ctx0" brushRef="#br0" timeOffset="73879">3802 16755 15477,'-5'3'3836,"1"0"-941,4-3-2738,-33 42 237,43-32-343,-16 28 119,58-48-192,3-8 11,2-5 263,-8-4-218,-11-2 44,-12-2 17,-13-2 45,-11 1 51,-10 0 16,-6 5 179,-12 2-29,7 11-133,-7 2-56,10 9-61,-3 3-18,3 6-21,-4 13-57,8-2 6,-6 18-40,10-3-5,1 11-45,7 3-83,13 0-147,12-2-279,12-3-387,9-5-516,4-7-307,3-10 336,1-12 1089,-20-14 0,-1-4 378,11-5 98,-14-4 1,-3-3 326,1-14 232,1-11-2632,-9-4 2518,-11 18 454,-3 0-207,-12 24-269,-5 2-207,-7 10-151,-4 8-107,-1 9 3331,5 4-3387,8 0-22,19 0 22,3-10 17,23-4 0,12-17 5,2-5-21,-1-4-7,-12-6 40,-16 3 11,-1-8 56,-12-11-28,-9 3-28,-5 0 67,-8 4 23,1 12 89,-11 0-190,8 10 39,-18 12-56,17 5 28,-19 15-34,11 3-22,-5 15-56,6 5-11,15-13 0,3-1-56,-2 14-129,8-13 0,4 0-1680,18 20 828,-2-10-1162,7-12 1,6-6-2771,20-9 2921,-21-5 1,2-3 2114,1-9 0,-4-2 0,-5 0 0,0-2 0</inkml:trace>
  <inkml:trace contextRef="#ctx0" brushRef="#br0" timeOffset="74095">4873 16692 16594,'7'-44'1441,"0"0"0,-1 1 0,4-22 0,-3 9 60,-6 14-863,-2 6-414,0 11-11,0 18-185,-1 7 5,1 15-21,1 12-1,0 7-6,-2 22-1746,0-20 1,-1 0 1650,-2 25-126,0-16 1,0 1-1365,-1-4 1,2-2 974,0-8 0,1 1-2156,1 16 1,3-6-437,6-13 2712,9 8 0,-12-33 1,1-2-1</inkml:trace>
  <inkml:trace contextRef="#ctx0" brushRef="#br0" timeOffset="74345">5224 16657 14706,'13'-52'2059,"0"1"1,0 6-1,-6 9-1012,-14 14-32,-10 11-629,-7 3-111,-10 14-23,-7 14-146,5 6-3,11-4 1,0 2 70,-17 23-110,13-9 1,1 2-57,9-14 0,3 2-19,-2 13 0,7 0-6,19 0-22,4 7-124,17-25 1,7-5-174,-1-6 0,1-3-471,7 4 1,4-3-550,3-4 0,5-3 1,-4-2-754,-4 0 0,-1-1 2109,9-1 0,4 0 0,-10 0 0,4-1 0,-1-2 0</inkml:trace>
  <inkml:trace contextRef="#ctx0" brushRef="#br0" timeOffset="80173">15189 8830 10097,'-1'-4'5954,"1"1"-4543,0 3-313,23-65-246,-14 42-276,5-16 1,-2 4-151,-8 27-197,-1 0-178,-3 8-135,0 0 5,0 3 130,0 13 21,-1 9-10,-2 15-23,1-7 12,-2 9 5,3-12 50,0 7 320,9-5-190,-2-13 587,23-7-605,-8-15 101,33-16-207,-25 5 0,1-4-473,11-7 1,4-4 416,-4-1 0,3-3 0,-3 1-597,4-3 1,-1-2 542,0-3 0,2-4 0,-4 1-431,-13 11 0,-2 0 0,1 0 352,6-7 1,1-2-1,0 1-63,-5 4 0,0 0 0,-1 2-636,10-13 1,-3 5 276,-13 16 1,-4 2-3557,10-11 4055,-26 28 0,-1 3 0,-3 4 0</inkml:trace>
  <inkml:trace contextRef="#ctx0" brushRef="#br0" timeOffset="81741">10974 12107 10931,'-3'-3'3406,"0"1"-141,3 2-2078,62-24-775,-21 14 0,6 1-1404,7-5 1,8-1-1,2 1 1070,-11 5 1,2 0-1,2 2 1,2-1-369,-6 1 0,3 0 0,0 0 0,2 0 0,0 0 315,-4 1 0,0 0 0,1 0 1,1 1-1,1-1 0,0 1-301,4-1 1,0 0-1,2 1 1,0 0-1,0-1 1,1 1 273,-7 0 0,1 1 1,0 0-1,1-1 1,-1 1-1,2 0 1,-1 0-168,2-1 1,1 1-1,1 0 1,-1 0 0,1 0-1,0 0 1,0 0 160,-7 1 0,1-1 1,0 1-1,0 0 0,1 0 1,-1 0-1,0 0 1,1 0-27,0 0 1,1 0 0,0 0-1,-1 0 1,1 1 0,0-1 0,0 1-1,-1-1 25,1 1 1,-1 0 0,1-1-1,-1 1 1,0 0 0,1 0-1,-1 0 1,-1 0-6,7 0 0,0 0 0,0 0 0,0 0 0,-1 0 0,0 0 0,-1 0 4,-3 0 1,-1 0-1,0 0 1,0 0-1,-1 0 1,0 0-1,-1-1-2,4 1 1,0-1 0,-1 0 0,-1 0 0,0-1 0,-2 1-30,5-1 1,-1 0 0,-1 0 0,-1-1-1,-2 0 56,4 0 1,-1-2 0,-1 1 0,-3-1-431,5-2 0,-2 1 1,-4-2-1113,9-3 1,-7 0 1526,-18 2 0,-5 1 0,0-2 0,-20 6 0</inkml:trace>
  <inkml:trace contextRef="#ctx0" brushRef="#br0" timeOffset="87263">7163 17086 21875,'27'-19'-11,"-1"7"0,7 1-79,8 3 1,6 1-1,1-1-1388,7-3 1,2 0-1,1-2 1380,-11 3 0,1-1 0,0 0 0,-2 1 27,5-3 0,-2 1 1,3 0-178,-2-1 0,3 0 0,-1-1 0,-6 2 200,10-3 1,-4 0 245,-7 2 0,1-1 0,-7 1-136,8-10-23,-44 4 51,-33 5 72,-32 3-19,21 6 0,-2 1 555,-6 0 1,-1 1-481,-2 0 1,0 0-26,2 0 0,2 0-25,5 1 1,3 0 1619,-22 0-1637,23 0 400,21 2-479,15 6 18,18 5-34,16 9-45,24 4 192,-18-11 1,3 0-257,8 0 0,3 0-626,4 1 0,2 1 553,1 1 0,0 2-54,-2 1 1,-1 2-37,-5 1 1,-3 2-248,-8 0 0,-6 3-232,-8 1 1,-6 2-681,-11 1 0,-7 1 1375,-14 6 0,-4-2 0,-3 5 0,-11-3 0</inkml:trace>
  <inkml:trace contextRef="#ctx0" brushRef="#br0" timeOffset="89054">10149 16587 15302,'17'-46'883,"0"1"1,-1-1 0,-1 4 0,-1 1 0,-4 3-495,-5 2 0,-5 4 289,-6-24 43,-2 17-116,-24 6-459,-2 21-74,-24 7-590,25 13 1,-1 6 528,-5 5 0,-1 5-6,-4 9 1,1 3-15,-2 7 1,3 2-392,1 3 1,3 2 371,5-2 0,5 0-9,7-5 1,6-1 12,6-7 1,7-2 6,18 18 39,18-20 45,14-15 1,8-22-29,-26-3 0,0-5 28,2-5 0,-1-3 23,0-5 0,-1-2-269,-1-2 1,-2-2 264,-2-2 1,-2-2 2,-3 2 1,-3 1 309,-2 4 1,-2 2-164,5-12 1012,-9 20-1231,-8 28-11,-4 8 22,-11 36-23,5-22 1,-3 2-263,-3 13 0,-3 2 243,-2 4 0,0 1-3,-2 4 1,0 1-12,1 0 0,2 1 5,1-1 1,2-1 10,3-4 1,3-1-20,3-6 1,2-2-4,3-7 1,4-3 591,9 14-748,11-21 98,11-18-462,15-24 120,-18 1 0,2-4-752,7-7 0,1-3-161,4-5 0,2-1 1347,-10 7 0,0 0 0,-3 2 0,-3 2 0,-2 2 0,-2 1 0,0 0 0</inkml:trace>
  <inkml:trace contextRef="#ctx0" brushRef="#br0" timeOffset="89522">11245 16259 21416,'-41'-13'785,"-1"8"-662,-1 29-22,-6 5-45,-5 2-637,26-15 0,0 0 623,0-2 0,-1 0 110,-24 8 440,7-9-374,12-6 197,14-10-281,11-2-56,7-4 6,6 1 598,1 1-637,3 3 22,-2 4 39,-3 8 34,-1 7 79,-10 23-46,-4 3-38,-9 16-85,3-17 23,-3 15-40,7-10-10,-1 15-40,7-4-28,6-3-16,16 1 10,-2-20-139,17 4-101,-2-22-647,4-7 0,5-5-1631,3-8 1,0-4-15,0 2 0,0-2 2583,4-9 0,-7 0 0,-12 4 0,1 0 0</inkml:trace>
  <inkml:trace contextRef="#ctx0" brushRef="#br0" timeOffset="89890">11611 16535 22554,'-19'-60'1209,"-15"27"-1052,7 55-101,4 1 0,0 4-39,-6 20-12,13-19 1,3 1 5,1 20-44,12 0 16,6-18 6,14 0 33,6-23-16,10-4 78,14-19-11,-9-6-6,-2-6 84,-13-6 11,-12 4 34,-3-10 17,-7 0-34,-12 3-44,-6 6-90,-12 8-40,-6 10-10,-4 7-163,3 7-796,7 7 186,13-2-2515,15 7 3293,20-4 0,-8-4 0,6 0 0</inkml:trace>
  <inkml:trace contextRef="#ctx0" brushRef="#br0" timeOffset="90322">12046 16381 22291,'11'-44'362,"1"-1"0,2 2 0,3 10-228,10 20-61,9-1 45,5 3 33,-9 2-56,-4 2 107,-3-4 55,1-6-105,1 0 44,1-1-84,-14 9 117,-5 3-178,-8 5 89,0 3 118,-4 12-62,-3 7-129,-2 7 56,-4 12-50,2-1-34,1 15-14,6-19 1,1 0-26,4 14 5,3-6 1,3-2-268,3-4 251,1-2 0,2 1-11,3 13-29,-7-9 1,-3 1-23,1 13-106,-14-7 0,-8-1-334,-8-13 0,-3-2 87,2 1 1,-3-1-1718,-12-1 1,-2-6 2142,-8-4 0,7-5 0,19-9 0</inkml:trace>
  <inkml:trace contextRef="#ctx0" brushRef="#br0" timeOffset="90728">10672 17607 12412,'-49'15'715,"1"1"0,-1 0 0,1-1 0,-18 6 1,2 0-1,14-5-598,11-2 964,6-1-823,36-10 477,30-8-539,2-2 0,5-2-135,6-2 1,5-2-510,-5 2 0,2-2 0,2 1 455,0-1 1,0 0 0,2 0-443,6-1 0,1 0 0,2 0 317,-12 2 0,0 1 1,2-1-1,-1 1-674,4-1 0,1 0 1,0 1-1,-2 0 517,5-2 1,-2 2 0,4-1-480,0 1 1,5 0 0,-1 0-1,-5 1-105,-6 2 0,-4 1 0,3-1 290,-3 1 0,4 0 1,-2 0-1,-5 1-161,6-1 1,-7 2 729,-8 2 0,-7 1 0,-11 1 0,-4 1 0</inkml:trace>
  <inkml:trace contextRef="#ctx0" brushRef="#br0" timeOffset="90957">11597 17575 9661,'-51'15'771,"0"1"0,0-1 1,0 1-1,0-1 1,0 0-1,-4 2 0,-1 0 1,1-1-1,3 0 1,3-1-809,-12 4 0,6-1 0,3-1 272,-4 0 1,6-1 60,8-2 1,9-1 1613,13-2-1109,24-3-235,41-13-384,-5-1 0,4-2-483,13-4 1,1-2 333,-8 2 1,3-1-10,4-1 0,5-1 1,-3 0-14,-13 3 0,-3 1 0,2-1-285,3 0 0,2-1 0,1 0 0,-2 0 285,6-1 0,-1 0 1,-1 0-20,-2 0 1,0 1-1,-1 0 55,-3 1 0,-2-1 0,-2 1-61,5-1 0,-2 0-397,5-3 0,-6 1-1830,-4-1 2241,3-4 0,-33 14 0,-10 3 0</inkml:trace>
  <inkml:trace contextRef="#ctx0" brushRef="#br0" timeOffset="97970">17873 4594 14751,'36'-10'521,"1"1"0,3-1 0,0 2-460,1 4 1,0 1-286,-7 0 0,4 0 265,18-2 0,9-1 0,-8 0-611,-15 2 1,-1-1 572,18-2 1,8-1 0,-7 0-992,-12 0 0,-5-1 999,0 2 1,3-2-185,11-3 1,7-1-1,-7 2 190,-17 3 0,0 0-6,8-1 0,5-2 1,-8 4-1,0 3 151,-12 4-140,-10 6 721,-8 6-659,-5 9-5,-6 6-29,-1-2 112,-2 23-111,-2-20 27,-2 6 1,-1 3-7,-2 11-50,0-10 1,0-1 5,-1 14 22,0-9 1,1 1 866,3-11 1,0 0-815,-2 16 1,1 2 53,2-6 0,1-1-71,0-8 1,0 1 81,1 9 1,0 3-10,1 3 1,0 1-124,0-9 1,-1 2 28,1 5 1,0 5-1,-1-4-12,0-2 0,0 2 46,-2-2 1,-1 6-1,0 2 1,0-5-33,-1-1 0,1-4 1,-1 3-271,-1-1 1,0 3 0,0-1-1,0-2 242,-1 1 0,1-2 1,0 0-3,0 2 0,1 1 1,-1 0-418,1 2 0,1 0 0,0-1 410,0-10 0,1-1 0,-1 3 21,1 4 1,0 3 0,-1 1 0,1-3-17,-1 1 1,0-3-1,0 4-411,-1 2 0,0 4 0,0 0 0,0-4 376,0-4 0,-1-4 0,0 4 4,-2 4 0,-1 4 0,0 1 1,0-4 0,-1-1 1,1-2-1,-1 3-4,-1 1 1,0 5-1,0 0 1,0-3 2,2-9 0,0-1 1,0 0-1,1-1-213,-3 16 1,1 0 0,0-1 221,1 0 0,0-1 0,0-1 3,2 0 1,0 0 0,0-3-12,2-11 1,0-2 0,0 2-228,0 6 0,0 2 0,0 1 257,-1 2 1,1 0 0,0 1-23,-1 0 0,0 1 0,-1 1 75,2-9 0,0 0 1,-1 1-1,0-1-84,-1 1 0,0-1 0,0 0 1,1-4 131,-1-1 0,1-2 0,-1 2-129,-2 18 0,-1 3 1,1-8 3,1-14 0,0-1 17,-2 11 0,-2 8 0,0-1 48,-1 1 1,0 0 0,1 1-47,2-15 1,0 1 0,0 0 0,0-1-15,-2 11 1,0 0 0,1-2 24,1-1 1,0 0-1,1-4 1,0 6 0,0-1-10,0-2 0,0 3 0,1-1-4,1-9 0,1-1 0,0 0 1,1 1 1,-1 1 0,1-1 0,0 1 0,0 0 0,0 0 5,1 0 1,-1 0-1,1-1 0,0 0 1,0-1 0,0 1 112,0-2 0,1 1 0,-1 0-122,1-1 0,0 0 0,0 0 0,0 1 0,0 0 1,0-2-16,0 9 0,-1 0 26,1-2 1,-1 4-1,0-4-6,0 4 0,0 0 337,1-3 0,-1 4 1,1-2-351,0-10 1,1 0 0,0-1 10,0 1 1,0 1 0,1 0-101,0-1 1,-1 1 0,1-1 99,0 0 1,1 0 0,-1 0-4,0-1 0,0-1 1,0 1 4,0-2 1,1 1 0,-1 0-1,-1 19 0,0 0-6,-1 1 0,-1 0 261,-1-1 1,-1 1-251,0 0 1,-2 0-4,1-1 1,-1 0 30,0-1 0,1 0-34,-1 0 1,2 0 0,0 0 0,0 0-12,2 1 1,2 1-9,0 0 0,3 0 0,0-20 0,1-1 1,0 0-9,4 21 0,0-1 8,2-2 0,1 0-11,-1-1 0,-1 0-11,0-2 0,-2 0 22,0 0 0,-3-1-8,-2 0 0,-3-1-1,-4-1 1,-4 0-17,-5-1 0,-6-2-51,-7 0 1,-6-3-28,6-17 1,-2-1 0,-3-1-103,-4 0 0,-2-3 0,-2 0-162,-4-1 0,-2-2 0,-1-1-499,-2 0 0,-2-1 0,0-1 855,-6 0 0,0 0 0,5-3 0,5-1 0,3-2 0,5-2 0,0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3:53:23.4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13166 2126 12780,'-6'-4'3691,"1"2"-3003,-26-9 1,-9 1 438,-8 6-1775,-7-3 0,-2 2 1012,19 10 0,3 5-118,-2 1 1,1 2 64,3 2 0,1 1-272,-17 18 360,20 1-399,18-1 17,23-1-12,15 0 12,18 0 420,-16-17 1,2-1-444,2 2 1,1-1-1534,8 5 0,-2 0 1539,14 8 8,-22-9 0,-5 0 20,-8 5 23,-6 6 72,-34 4-89,-1-11 8,-5-7 0,-6-2 36,-25 4-237,20-8 1,-2-1 174,1-3 1,0 0-51,4-3 1,1-1-191,-19-4-1904,19-10 2128,20-13 0,8 10 0,9-4 0</inkml:trace>
  <inkml:trace contextRef="#ctx0" brushRef="#br0" timeOffset="434">13410 2141 16958,'25'-42'737,"-1"0"1,0 1 0,-2 11-665,-9 24-62,8 0 0,1 12 17,4 10 50,-3 16 57,-6 13 72,-10 9 62,-15 7-127,0-28 1,-5 0 106,-10 9 1,-3-2-158,7-11 0,-1-1 73,-11 10 1,-2-2-268,-10 8 225,18-20 0,1-1-50,-12 15-106,17-16 21,18-10-77,22-10-236,23-13-8,-12 2 0,3-2-334,6-4 1,2-1-2869,14-4 1,0 0 2990,-15 5 1,-1 1 0,-4 2 0,-6 1 0,-6 4-1</inkml:trace>
  <inkml:trace contextRef="#ctx0" brushRef="#br0" timeOffset="617">14170 2494 16622,'-5'1'3758,"1"1"-3231,4-2-5714,-40-5 4124,38 1 0,-36-2 1,46 3-1</inkml:trace>
  <inkml:trace contextRef="#ctx0" brushRef="#br0" timeOffset="1860">14539 1877 16818,'-8'-15'846,"-5"7"-639,-12 30-17,-8 2 90,-10 4 101,-6-1-657,-7 0 539,-2-4 107,4-6-18,13-4-10,15-8-286,15-2-50,7-3-157,4 1 212,3 4 57,0 4 50,3 10 444,-3 6-483,-1 10-17,-5 9 6,-1 10-1,-3 6-72,4-28 0,0 0-133,1 2 1,1 0 132,0-1 0,1-1 11,4 31-23,3-7-10,6-9-18,2-8-16,4-10 6,4-10-85,5-9-336,9-11-1024,11-14-320,-5-2 1217,-8-1 1,-2 1-1,-9 4 1,13-6 0</inkml:trace>
  <inkml:trace contextRef="#ctx0" brushRef="#br0" timeOffset="3010">15286 2125 17277,'-48'-40'597,"1"1"1,-1 5 0,7 13-542,16 28 414,-7 16-465,19 0 109,2 6-114,15 0 83,14-1-77,15 1-6,12 1 11,5 3-17,1 0-22,-4 3 17,-10-2-3095,-12 4 3178,-15-13 63,-21 6-23,-20-11-51,-24 3-44,21-12 0,-2-3-9,-1-1 1,-1-2-130,-2-3 1,3-2-401,-9-3-4207,11-15 4728,31-1 0,2 3 0,5 4 0</inkml:trace>
  <inkml:trace contextRef="#ctx0" brushRef="#br0" timeOffset="3494">15583 2155 20179,'10'-41'287,"0"-1"1,-1 1-1,1 9-130,3 15-146,-1 2 0,13 0-16,-11 11-7,14 1 7,-6 13-3438,13 16 3427,-12-3 4,5 33 1,-22-14 6,-2 12 10,-22 3 6,-11-8 28,2-14 1,-2-1-10,5-7 1,0-2-14,0-2 0,2-2-6,-4 4 3353,17-14-3297,7 0 17,15-8-84,18-4-156,20-8-217,-9-1 1,0 0-156,-11 1 1,0 1-429,13-4 1,1-1-3961,-9 4 1,-2 0 3475,18-5 1,-5 2 0,-40 9-1</inkml:trace>
  <inkml:trace contextRef="#ctx0" brushRef="#br0" timeOffset="3949">16277 2277 18828,'-3'0'2364,"1"0"-3148,2 0-4487,2-20 5271,5 15 0,-4-15 0,3 20 0</inkml:trace>
  <inkml:trace contextRef="#ctx0" brushRef="#br0" timeOffset="5343">16612 2402 18128,'-4'0'2280,"1"0"-1653,3 0 713,3-85-657,-3 29-558,1 15 0,-1-7 0,0 6-232,-1 9 0,-1 0 174,-3-22 0,0-2-503,0 15 1,0 0 451,-2-19 1,1-1-3,0 16 0,0 3 28,1 5 0,0 4 70,-4-17-56,2 23-89,2 15-303,1 13 313,1 14 91,-2 18-57,2 4 0,1 3-335,-2 21 293,5-8 0,3 3-44,2-15 1,3-1-136,3 11 0,3 0-81,3-2 0,1-2-313,2-4 1,1-2 312,1-5 0,0-2-80,-1-6 1,2-4-190,18 9 507,-5-18-239,-6-20 332,-3-15 105,-2-15 174,-5-6 124,-4-1 150,-5 6 1081,-7 8-1243,-1 12 1184,-4 7-1514,1 7-272,-1 1 159,6 9 24,0-2-52,18 12-4,-3-8 21,13 2 23,-6-7 39,-2-9 45,-4-7 28,-5-10-56,-5 1 157,-9-19-11,-8 10 61,-6-14 23,-7 13 94,-7 6-279,8 12 17,-9 5-90,11 13-23,-3 11-21,3 14-46,5 11 40,5-3-82,4-7 0,2 1-204,4 13 90,0-12 0,2 0-342,11 15-152,4-7 6,4-11 28,2-13 68,3-19 325,1-16 307,0-16 124,-4-9-40,-9 6 398,1-20-45,-8 20 23,4-13-23,-4 20-150,-1 9-175,-1 9-67,0 7-39,4 9-11,4 10-34,2 11 0,2 10 6,-3 7-22,-4 2-1,-5-1 6,-4-8 28,-3-8 218,-1-13 23,-1-9-140,0-15 5,-1-9 12,0-13 0,4-3-18,3-1-44,5 7-56,4 7-28,3 9-22,3 8-28,3 9-46,2 8-32,2 8-52,1 4-49,2 2 5,2-2 17,5-4 4,5-8-32,6-8 129,5-12 145,1-8-225,-5-11 326,-7-6 67,-11-5 130,-12-2 83,-10 2-6,-16 4-27,-11 8-225,-5 10 34,-21 8-84,12 14-106,-14 14-1,22 0-5,6 14-5,13-10 16,3 5 248,8-3-237,5-4 23,6-9 56,2-5 55,2-12-16,-1-6 62,0-9 151,-2-2 61,-4 2-44,-5 4-118,-4 7-202,-5 3-78,-1 5 51,2 9 16,3 11-39,2 19-129,0 19-424,-4-21 0,0 3 275,-1 5 1,0 3-595,-1-6 0,1 2 0,-2-2-276,1 3 0,0 0 1176,-3 0 0,0 2 0,0-9 0,0-1 0,-4 13 0</inkml:trace>
  <inkml:trace contextRef="#ctx0" brushRef="#br0" timeOffset="5776">18460 1475 22778,'8'53'81,"-2"-21"0,-1 2-78,-1 15 0,0 2-888,2 1 0,1 1 874,1-1 0,0 0-17,0 4 0,1-2 25,-4-19 0,1-1 11,-1 7 1,-2-5 554,-2-4-541,-5-1 300,0-15-355,-3-13-57,4-11 40,0-4 906,4-12-867,3 3 22,-1-10 23,0 7-6,-4 3 34,-4 10-51,0 6-146,-1 2-89,3 2-364,2 6 156,2-1-2037,4 7 2469,7-2 0,-5-3 0,3-1 0</inkml:trace>
  <inkml:trace contextRef="#ctx0" brushRef="#br0" timeOffset="6350">18275 2066 14292,'42'-22'1,"0"0"0,0-1 0,1 1 1,0 0-1,-4 3-1288,-2 4 1,-4 2 1269,24-11 159,-15-3 1,-5-1-98,-13 1 513,-3-3 0,-4-1-423,-10 0 478,-3-6 1,-2-2 354,-2-6 228,0-16-182,-1 27 2351,1 14-3101,-1 2 2095,1 4-2203,1 9 173,3 2-290,5 12-28,8 14-5,-1 5 22,8 27-14,-17-16 0,-1 1-225,0-6 1,-1 0 224,-3 16 0,-4 1-6,-4-11 1,-1-2 25,-4 23-9,1-25 0,-1-5 87,0-5 381,-2-2-95,5-14-219,5-17-83,3-13-18,5-15 387,1 1-432,4 4 1,3 0 5,11-9-22,-6 12 0,2 1 0,17-2-6,-9 11-45,7 10-10,4 15-74,3 9-196,8 17-274,-10 8-555,-6 6 113,-12-9-8801,-1 16 8813,-15-32 0,2 8 0,-7-26 0</inkml:trace>
  <inkml:trace contextRef="#ctx0" brushRef="#br0" timeOffset="6535">19479 1842 20056,'-2'-2'2755,"0"0"-2172,2 2-1345,94-56-3697,-57 46 1,1-1 4458,4-9 0,3-3 0,-6 6 0,18 8 0,-37 6 0</inkml:trace>
  <inkml:trace contextRef="#ctx0" brushRef="#br0" timeOffset="6727">19958 1452 25298,'-4'-1'-314,"1"20"-42,1 16 1,2 7-356,1 1 0,1 1-2850,4 2 1,3-1 3560,0-5 0,1-3 0,6 10 0,-5-22 0</inkml:trace>
  <inkml:trace contextRef="#ctx0" brushRef="#br0" timeOffset="7176">20268 1337 20123,'-5'-4'2285,"1"0"-1456,4 4-325,0 0-526,54-47-1,-4 35-318,-2-13 1,2 2 326,-14 21 0,-1 4 3,24-2 197,-16 0-186,-15 0 0,-11 3 11,-8 2-6,-3 1 29,4 9 495,0 2-501,9 10 6,2 0-18,-3-3 18,6 7 28,-8-3 106,1 20-73,-8-13 84,-11 22-101,-4-25-37,1 16 0,0 16 1,3-6-833,6-16 1,3 1 588,-3 16 1,1 8-1,3-11-450,8-18 0,0-5-3861,-2 27 4513,-21-18 0,-4-18 0,-4-13 0</inkml:trace>
  <inkml:trace contextRef="#ctx0" brushRef="#br0" timeOffset="342170">20305 5827 8990,'6'-57'906,"0"0"0,0 0 1,-1 0-1,1 1 0,-1 10 422,4-5-139,-2 5 116,-3 9-75,-3 22-945,0 6 337,0 20 5,-1 20-67,-6 27-392,1-18 0,-1 4-586,-3 9 0,-1 2 435,3-13 0,0 2 0,0 0-578,0 3 0,1 0 1,0 2 565,1 2 1,1 0-1,1 2 2,1 0 1,1 0 0,1 1-807,1 3 0,2 1 0,-1-3 802,1-10 1,-1-2 0,2 3 33,0 6 1,0 5 0,1 1 0,-2-4-383,0 3 1,0-2 0,-1 3 433,0-9 1,0 3 0,0 2 0,0 0-1,-1-2 3,-2 7 1,0-1-1,-1 0 1,0 1-33,0 3 0,-1 1 0,-1 1 1,0 0-5,0-11 0,0 1 0,-1-1 0,1 1 0,-2 1-175,1 2 1,-1 0 0,1 0 0,-2 0 0,1 1 148,0 1 0,-1 0 0,0 1 1,0-1-1,0 1-106,-1 0 1,1 1 0,-1 0 0,0 0 0,0-1 88,0 2 1,-1 0-1,0-1 1,1-1-1,0-2 32,-1 3 1,1-3-1,0-1 1,-1 2-43,1-5 0,0 1 1,-1 1-1,0 0 0,1 0-56,-1 0 0,0 0 0,0 0 1,1 0-1,-1 1 9,-1-1 0,1 1 1,0 0-1,-1 0 1,1 1-48,-2 5 1,1 1 0,-1 0-1,0-2 1,1-2-394,-1 0 1,1-3 0,-1-1 0,1-1-1563,1-3 1,-1 0-1,0-2 1,1-1 2045,-1 5 0,0-2 0,0-5 0,1 1 0,1-7 0,0 3 0</inkml:trace>
  <inkml:trace contextRef="#ctx0" brushRef="#br0" timeOffset="343028">23955 5504 7257,'1'-4'5125,"0"1"-420,-1 3-4257,1-13-11,-4 19 5,-2-1-16,-7 30-84,-3 14-222,7-19 1,0 2-360,-1 5 0,0 3 342,1 5 1,-1 1-535,0 6 1,0 2 539,0 6 0,0 1-27,2-17 0,0 0 1,0 1 1,0 2 0,0 1 0,-1 0-381,0 1 0,0 1 0,-1 1 381,0 0 0,1 2 0,-1 0-504,0 2 0,0 0 0,1 1 485,-1 3 0,1 0 1,0 1-20,0 2 1,1 1 0,0 0-4,1-14 0,1 1 1,0 0-1,0 0-278,0 2 1,1 0 0,0 1 0,-1 0 256,1 1 0,0 1 1,0 0-1,0 0-219,0 2 1,0-1-1,1 1 1,0 1 240,0 0 1,0 1 0,0 0 0,1 1 16,0-1 1,0 1 0,0 0 0,0 1-12,1 0 0,0 1 1,0-1-1,0 1-14,0-1 1,1 1-1,-1-1 1,1 0-4,-1 1 1,1-1 0,-1 0-1,1 0-2,-1-2 0,0 1 0,0 0 0,0-1 1,0-1 0,0 0 0,-1 0 0,0 0-153,1-2 1,-1 1-1,0-1 1,-1 0 132,1-1 1,-1-1-1,1 0 1,-1 1 2,0-2 1,-1 0-1,1-1 1,-1 1-8,0-2 0,0 0 1,0 0-1,-1-1-8,0-1 0,0 0 0,-1 0 0,1-1-25,-4 14 1,1 0 0,-2 1-250,1-11 0,-1 1 0,-1 0 0,1-5 87,1-1 0,-1-3 1,0 1-839,-5 12 0,-1 1 0,0-6-3891,-1-7 1,1-5 4480,1 0 1,0-3 0,-5 6 0,15-31 0</inkml:trace>
  <inkml:trace contextRef="#ctx0" brushRef="#br0" timeOffset="343594">19677 11293 17507,'47'4'390,"1"0"1,-2-3 0,5-1 0,1-1-373,4-3 1,3-2 0,3 1-1150,-12 0 0,3 0 0,1 0 0,2 0 0,1 0 1112,-6 1 0,1-1 1,1 1-1,1-1 1,2 1-1,1 0-28,-5 1 1,4-1 0,1 1 0,0 0-1,1 1 1,-1-1 0,-2 1 0,-3-1-197,12 0 1,-3 0 0,-2 1-1,2 0 1,3 0 196,-7 1 0,4-1 1,1 1-1,1 0 1,-2 1-1,-2 0 1,-6 0-297,10 0 0,-7 1 1,-1 1-1,3-1 342,-4 0 0,3 0 0,0 1 0,-3-1 0,-5 0 0,2 1 0,-4 0 0,-4 0 0,8 0 0,-1 0 0</inkml:trace>
  <inkml:trace contextRef="#ctx0" brushRef="#br0" timeOffset="344370">21559 11317 12197,'-58'7'1378,"1"0"0,6-1 0,12-1-264,23-2-375,11-2-83,9-1 218,11 0 16,20-5-563,-6 2 1,5-1-146,13-2 0,5-1-858,-9 1 0,3 1 0,1-1 713,7-1 0,2 0 1,1 0-27,-11 1 0,2 1 0,0-1 1,1 1-5,3 0 0,0-1 0,0 1 0,1 0-2,1 1 1,1-1-1,-1 1 1,1 0-9,0 1 0,0-1 0,0 2 1,0-1-484,-2 1 1,1-1 0,-1 1 0,-1 1 485,-3-1 0,1 1 0,-2 0 0,-1 0 5,11 0 1,-1 0 0,-2 0-197,-9 1 0,-1-1 0,-3 0 118,7 1 1,-4 0-197,9-1-549,-31 0-663,-25 1 1481,-8 0 0,-1 0 0,3 0 0</inkml:trace>
  <inkml:trace contextRef="#ctx0" brushRef="#br0" timeOffset="344994">20629 12499 20291,'-56'-5'563,"-1"0"1,7 1 0,8 1-3,16 2-550,11 1-95,-1 3 61,13 5 46,6 7 10,4 9-27,7 7-23,7 6 0,7 5 17,5 3 17,3 2-11,-1 0 16,-8-4 45,-11-6 79,-13-5 39,-18-5-17,-18-2-23,-20-4-114,20-12 0,-1-1-23,-1-3 1,0 0-32,2-2 1,2-1-381,-17-3-1362,21-4-27,14-2 1792,37-19 0,-17 17 0,20-13 0</inkml:trace>
  <inkml:trace contextRef="#ctx0" brushRef="#br0" timeOffset="345719">21024 12398 23959,'-7'24'-61,"2"14"-4,5-3 1,2 3-509,-1 3 0,1 1 388,0 1 0,1-1-64,-1 0 0,-1-2-99,1-2 1,-1-1-188,-2-4 0,0-2-1150,-4 19-159,-5-15-363,-5-17 922,-5-15 1151,-4-16 750,-1-11 386,2-8 432,4-3 869,6 1-583,5 1-679,5 2-654,8 2-342,10 3-135,14 0-156,17 3 36,-14 13 0,1 0-59,26-4-193,-5 5 0,2 2-262,-16 2 0,-1 1 539,17-2 0,-1 0 143,-18 1 0,-2 0 272,16-3 353,-22-2 78,-15 2-34,-18-1 112,-10 2 17,-13 1 804,-9 4-1089,-8 3-175,-2 6-156,2 5-123,8 6-45,12 5-28,12 3 17,11 2 11,11 3-6,10-3 1,10-3 33,2-9 73,-1-6 89,-5-8 17,-5-10 17,-2-7 56,-2-9 45,-4-3 39,-3-1 0,-5 3-67,-3 5-95,-2 6-168,0 7-202,0 5-79,0 3 179,1 8 7,4 9-208,5 13-201,4 10-281,2 4-594,1 3-1191,0 0-4146,4-2 6710,-1-9 0,-7-15 0,-5-11 0</inkml:trace>
  <inkml:trace contextRef="#ctx0" brushRef="#br0" timeOffset="346194">21963 12726 19120,'4'-45'1508,"0"0"1,-1 5 0,-5 6-1022,-8 13-330,-7 9-135,-9 10-27,8 7-29,-10 17-28,9 11-66,-1 18-10,13-20 1,1 1-96,2 1 1,2 1-166,4 0 1,2-1-385,3-1 1,3-1-1364,19 22-891,11-12-1115,8-15-1007,4-15 4167,5-21 991,0-16 0,-29 6 0,0-3 727,-2-3 1,-1-3 1092,-2-3 0,-2-1-50,-1-3 0,-4-1-255,-1-2 0,-2-2 112,0-10 1,-2 2-1477,-4 15 0,-1 0 507,1-11 0,-2 1 294,-2-6-344,-3 17 0,0 2-148,-1-10-309,-1 10 442,0 21-671,1 8-29,-1 5 85,1 12 22,0 34-28,-1-4-157,0-1 1,-2 3 71,-1-9 1,-1 0-37,-1 11 1,-1 1-188,0 6 0,0-1-90,3-11 1,0-2 22,2-4 0,0-2-3288,5 18 3691,5-15 0,-4-11 0,3-8 0</inkml:trace>
  <inkml:trace contextRef="#ctx0" brushRef="#br0" timeOffset="346537">22657 12529 13211,'2'-3'4901,"0"1"-448,-2 2-4307,-43 14-12,1 7-25,1-3 0,-1 1 37,8 0 0,2 1-1,-3 3 1,3-1-96,-7 7 1,1 9-35,26-14-4,6 12-12,25 0-17,0-7-34,35-1-27,-18-16-79,-1-4 0,4-1-504,3-2 0,0-2 207,-8 1 1,3-1-3280,21-4 0,-2-3 2893,-4-4 0,7-2 0,-38 4 0</inkml:trace>
  <inkml:trace contextRef="#ctx0" brushRef="#br0" timeOffset="346743">23236 12287 24822,'0'8'185,"0"-3"-185,0 26 0,-1 12-51,0-9 1,0 2-1497,-3 22 1,-1 4-79,1-7 1,0 0 1018,-2 2 0,1-4 0,0 1 1,2-27-1</inkml:trace>
  <inkml:trace contextRef="#ctx0" brushRef="#br0" timeOffset="347936">27810 4513 13049,'0'-5'2537,"0"1"-1344,0 4-835,29 39-179,-21 4-145,8-11 0,-2 3 19,-12 5 0,-5 4 112,-2 11 0,-1 1-858,2-8 0,-1 1 857,-1-1 0,-1 5 1,-1-3-315,-1 6 1,0 1 343,1-8 0,0 1 0,0 2-45,-1 1 1,1 0-1,-1 1-35,1 3 0,0 0 0,0 1-42,0 1 1,-1 1 0,1 5-18,0-11 0,1 4 0,-1 2 0,0 0 0,0-4-25,0 4 1,0-3 0,0 0 0,0 1-531,0-6 1,1 2-1,-1 0 1,0-2 0,1-3 530,-2 8 1,1-4 0,-1 0 5,-1 3 0,0 0 1,0 1-459,0 3 1,0 0-1,-1 4 432,2-7 0,-2 3 1,1 1-1,0 0-13,1-2 1,-1 1 0,0 0 0,0 2 2,1-4 0,-1 2 0,0 1 0,0-1 0,1-5 1,1-2 1,0-5 0,0 1 0,-1 2 1,0 3 1,-1 3 0,1 0-1,-1-1 1,1-3 0,-1 8 1,0-4 0,0 2 2,1-5 0,0 3 1,0 0-1,1-1 0,-1-2 1,2-1-1,-1 1 1,1-1-7,1-2 1,0 1 0,0-1 0,1 0-118,0-1 1,0-1-1,1-1 1,-1 1 106,1 13 1,-1 0-1,1-2 53,0-2 1,1-1 0,-1 0-231,2-9 0,1 1 0,-1 0 0,1-4-157,-2 17 1,2 0 341,2 2 0,2 5 0,0-13 0,-1-5 0,2-9 0,0 1 0</inkml:trace>
  <inkml:trace contextRef="#ctx0" brushRef="#br0" timeOffset="348561">31342 4609 11418,'3'-5'1939,"0"1"-1469,-3 4-352,-4 92-2234,1-57 0,-1 2 2211,2 5 1,-1 4-1,0-1 350,-2 14 0,-1 1-444,2-11 1,0 2 0,0 1 276,0 3 0,-1 1 0,0 2-134,0-5 0,0 1 1,0 1-1,-1-1-70,0-5 1,0 0-1,0 0 1,-1 0 60,0 2 1,0 1 0,-1 0 0,0 3-15,1-3 0,-2 1 0,1 2 0,-1 0 0,1-2-58,-2 8 0,1-1 0,0 0 0,0 1-237,1-5 0,-1 2 0,1 0 0,0 0 1,0-2 241,0 6 1,0-1-1,0-1 1,0 0-82,1 3 0,-1 1 0,0-2 0,1-1 34,1-12 0,0-1 0,0 0 0,0 1 1,0 10 0,-1 1 1,-1 2-1,1 0 8,1-11 0,0 0 1,0 1-1,0-1 0,0-1-9,-1 4 0,1-2 0,0 1 0,0 3 28,-1 0 0,0 4 0,-1 1 0,1-1 0,0-1-10,-2 5 0,1-1 1,0-2-1,0-1-28,1-8 1,0-1 0,0 0 0,0 0-5,-1 6 0,0 1 0,0 0 0,0-3 0,0 0 1,0-2-1,-1 4-70,2-9 0,-1 3 1,0 2-1,-1-2 0,2-2-38,-3 13 1,1-4-1,-1 4-206,2-11 0,-1 3 0,0 1 0,1-3 1,0-6-2567,-3 18 1,0-7 2872,4-13 0,-1-1 0,1-3 0,0-1 0,0-5 0,1 4 0</inkml:trace>
  <inkml:trace contextRef="#ctx0" brushRef="#br0" timeOffset="349010">27387 10145 12685,'-5'0'-1507,"0"0"3215,5 0-773,54 38 219,3-28-1374,0 10 0,6-1 727,-2-18 0,3-5-696,-15 2 0,2 0 0,1 0 517,9-2 1,2 1 0,-1-1-156,-10 1 1,-1-1 0,5 0 42,-1 1 0,6-1 0,3 1 1,-1-1-1,-3 1-746,4-1 1,-4 1-1,1 0 1,5 0 542,-15 1 1,2-1-1,3 1 1,1 0 0,0-1-1,-1 1 1,-1 0-282,3 1 0,-1-1 0,0 1 0,0 0 0,0-1 1,0 1 252,1 1 0,1-1 0,0 0 0,-1 1 0,-1-1 0,-2 1-86,-1 0 0,-2-1 1,-1 2-1,1-1 1,3 0-19,2 1 1,4 0-1,1 0 1,-1 1-1,-2 0 1,-5-1-256,4 1 0,-6 1 0,0-1 0,4 1 328,3 1 1,6 0 0,0 1 0,-4-1 0,-8 0 0,14 0 0,-10 1 0,-11 1-1,1-1 1</inkml:trace>
  <inkml:trace contextRef="#ctx0" brushRef="#br0" timeOffset="349619">28405 11402 18392,'-47'-13'455,"-1"-1"1,1 1 0,2 2 0,0 1 0,4 4-257,-4 9 0,4 3-127,3 2 1,2 1-78,-20 9 263,23 1-275,17 1 171,20 3-59,14 5 25,20 9-112,-3-9 0,2 1-14,-10-8 1,2 1-216,15 11 0,0 0 218,-16-9 0,-2-1-11,3 6 0,-2 1 17,-7-2 0,-5 1 25,-4 22 28,-28-6 5,-25-8-492,9-21 0,-4-3 445,-5-2 0,-2-3-48,-3-1 0,0-3-148,1-3 0,0-2-456,5-3 0,3-3-5938,-22-13 6576,25-3 0,19 8 0,13 5 0</inkml:trace>
  <inkml:trace contextRef="#ctx0" brushRef="#br0" timeOffset="350344">28642 11278 23259,'6'62'-122,"0"-1"1,1-1 0,1-2-103,2-12 0,0-1-73,0-1 0,-1 0-493,-3 5 1,-1-2-85,-1 15-300,-6-26 1,-4-3-2333,-8-3-157,-4-3 2072,0-14 1966,3-18 1009,1-11 755,2-10 404,-2-2-112,-1-4-420,0 1-3460,2-7 1741,6 12-96,9-7-280,26 7-2414,16 0 2313,10 4-87,-16 13 1,3 2-181,-3 1 0,1 2 261,11-1 1,2-1 78,8 0 0,-2 1 112,-19 2 0,-1-1 53,7-1 0,-4-1 2516,-9-2-1892,-5-1-184,-19-1-50,-16 0 3240,-12-1-3139,-10 3 608,-6 2-860,-3 7-91,0 9-100,3 8-51,5 9-50,10 6-44,10 2 21,10 2 18,11-4 21,10-5 91,17-6-57,-9-11 96,11-6 27,-16-15 7,4-5-1,-5-11 95,-3-10-167,-9 11 117,-1-6 56,-7 16-50,-1 1-197,0 7-251,-1 5 139,0 15-44,0 5-152,2 17-621,10 15-375,5-2 229,4-2-2851,8-3 3893,4-11 0,-11-9 0,0-6 0</inkml:trace>
  <inkml:trace contextRef="#ctx0" brushRef="#br0" timeOffset="351037">29831 11707 13502,'0'-6'6038,"0"2"-2481,0 4-3053,-71-53-3220,35 47 2733,-6-20 0,0 8 868,2 55-907,15 17-15,11-20 1,2 1-3,4-4 0,3 0-76,4 2 0,3-3 420,3 7-877,15 20-470,9-14-201,-2-14 0,4-2-256,-3-7 1,3-4-986,6 0 0,2-6-261,-4-11 1,-1-4 2470,21-9 274,-21-2 0,-2-5 0,-6 2 0,-2-4-874,13-17 1,-2-2 873,-12 12 0,-1-3 1577,-1-6 1,-1-6-1,-3 5 315,3-20 135,-5 6 1,-2-2 50,-8 18 0,-2 1-1221,-2 2 0,-1 0 297,-7-28-599,-6 33-342,3 13-123,3 8-135,4 7 185,1 10-129,1 25-39,-1 15-39,-1 10-174,0-8 0,-2 3-17,1-12 1,0 1 1074,-2 18 1,1 2-1261,1-14 1,1-2-259,3-4 1,1-2-36,2-6 0,1-4-228,6 10-1957,7-15-2523,4-24 1513,23-23 3931,-1-13-231,-16 7 1,-1-2 230,7-15 0,-14 14 0,-2-1 2022,8-18 1231,-11 16 1,-2-1-39,-1-13-3623,-16 3 1265,-8 25 1035,-31 3-1157,6 12-321,-16 3 131,13 13-410,8 9-90,12-1 169,5 11-174,10-4 3380,2 24-3443,11-3-67,4-12 1,3-1-57,9 7-207,0-14 1,2-3-1855,18 3-7624,12-1 8448,-16-10 0,-12-10 1,-20-4-1</inkml:trace>
  <inkml:trace contextRef="#ctx0" brushRef="#br0" timeOffset="351570">31058 11693 16040,'-2'-4'4710,"0"1"-4246,-8-30 1,-1-10-365,3-1 149,-5-8 0,5-2 26,16-2-169,11 7-72,14 9-51,10 11 0,5 15-17,5 12 199,-13 10-218,-11 8 0,-5 6-59,0 23-135,-10-9 0,-6 2 222,-13 0 0,-8-1 13,-6 5 1,-5-2 14,1-8 0,-3-1 33,-17 12 1,-2-1-9,15-16 0,1-1-3,-14 15 0,3-2-19,3 0 10,11 4 266,33-22-271,16 3-134,26-6-258,-13-11 0,4-1-2358,7-2 1,2-1 2738,-2 0 0,-2-2 0,15 0 0,-26 0 0</inkml:trace>
  <inkml:trace contextRef="#ctx0" brushRef="#br0" timeOffset="355368">1904 4610 12174,'0'-56'898,"1"0"1,-1 0 0,1 0-1,0 4 1,0 0 0,1 3-1,0 6-564,1 2 0,1 3 525,3-11 1,1 3 8,2-2-397,2-9-303,-8 38 39,-1 21 90,-1 22-180,2 5-50,-2 11 1,0 6-136,1-6 1,-1 2-657,0 0 1,1 3-1,-1 1-143,1-3 1,1 0 0,0 1 866,2 6 0,1 2 0,0-6 0,-2-3 0,1-3 0,1-4 0,0 1 0</inkml:trace>
  <inkml:trace contextRef="#ctx0" brushRef="#br0" timeOffset="554108">11028 4666 22823,'-55'-26'252,"11"13"-213,43 66-23,1-6 1,0 2-406,0-10 0,0 3 247,0 9 0,1 6 1,-1-8-401,1-13 0,-1-2 95,1 7 1,1 5 0,0-5-500,1-4 0,0-2-203,1 5 1,-1-1-1082,3 20 337,-5-27 1871,-2-21 106,-5-18 386,-1-25 348,-3-15-272,3 13 0,0-3-273,-5-18 0,1 0 15,3 14 1,0 0 41,0 1 1,0-3-1,2 1-667,-1-16 0,2 3 527,0 8 0,1 0 110,0-15 0,3 0-824,5 16 1,2 1 610,0 2 0,1 2-51,1 2 1,3 5 47,16-10 944,3 24-1028,10 4 2395,9 13-2401,-18 13 1,0 5-6,12 8-1,-16 4 1,-4 5-17,-7 23 33,-11-19 1,-7 2 19,-22 16 1,-7-2 1047,11-20 0,-2-1-1051,-23 16 1,-2-6-17,7-14-38,9-9 0,1-2-85,-7-3-628,3-7-1243,23-18 1988,45-26 0,-19 17 0,23-10 0</inkml:trace>
  <inkml:trace contextRef="#ctx0" brushRef="#br0" timeOffset="554470">11623 4488 20716,'-47'42'257,"-1"0"1,6-9 0,10 0-208,24 21 29,22-4-29,9-3-31,4-22 1,3-5-8,10-2-1,10-7 90,-14-13 89,-1-10 169,7-20-90,-16-8 33,-9-15-117,-17 16 134,-12-10 12,-21 0-214,-4 1-89,13 23 0,0 2 0,-13-6-39,7 12-28,10 9-275,5 18-307,10 9 5,-1 7-4073,22 18 4689,8-11 0,-3-3 0,-2-14 0</inkml:trace>
  <inkml:trace contextRef="#ctx0" brushRef="#br0" timeOffset="554959">12011 4544 16124,'6'-11'2828,"-1"2"-840,-5 9-77,0 0-1749,-15 89-134,10-58 0,-1 3-1033,-2 12 1,-1 5 0,0-2 1023,0 2 1,1-2-15,1 0 1,0 0 109,2-4 1,1-2-116,3-4 0,0-3 11,3 13 6,5-8 263,1-24 28,1-11 2090,2-22-2347,-4-8 21,-1-7 1,-1-3-17,-1-26-31,-1 14 1,0-3-152,-4 5 0,-1-1 134,-1-2 1,1 0 8,-1 0 0,0 1-6,1 10 0,0 0 20,1-14 0,3 1-417,5-12 391,-2 19 1,2 2-23,15-8-16,7 14-12,6 14-33,6 10 16,-5 8-145,23 22 67,-20 8-18,-12-5 1,-5 3 146,-3 25 22,-19-9 6,-18-12 0,-8-1 2,1-9 1,-4-2 180,-12 9 0,-4-2-206,5-8 1,1-3-118,0-3 0,2-1-583,4-4 1,2-2-1743,-11-2 1758,15-7 1,21 4-1,4-1 1</inkml:trace>
  <inkml:trace contextRef="#ctx0" brushRef="#br0" timeOffset="555269">12796 4229 25035,'-40'22'33,"0"0"1,1 4-1,7 6-36,15 14 1,6 5-875,0-1 0,1-1 807,3-3 0,3 0-123,6-7 0,4-2 14,18 21-961,7-36 1,4-5-373,18 2-2261,-4-17 1,1-6 3540,-17-2 0,-3-2 0,24-5 0,-22 2 1</inkml:trace>
  <inkml:trace contextRef="#ctx0" brushRef="#br0" timeOffset="555502">13318 4092 17535,'-6'-6'4789,"2"1"-4162,-14-25 1,-2-4 94,8 13-599,-9-14 0,4 4-89,14 25 0,5 9 38,6 11-4,7 13-7,10 17-39,-10-15 1,0 2-260,1 7 1,-2 1 191,1 4 0,-1 1-576,-2 2 0,0 1-183,-3-1 0,-1 1-2896,-1-3 1,-3-1 3699,-3-8 0,-1-3 0,-1 8 0,-2-20 0</inkml:trace>
  <inkml:trace contextRef="#ctx0" brushRef="#br0" timeOffset="555925">10770 5920 13519,'-45'22'823,"-1"1"1,3-4-1,17-4 1182,33-8-722,34-15-1000,0-2 0,6-3-1137,-3 1 0,5-3 0,2 1 861,-3 0 0,2 0 0,2 0 0,1-1-381,-3 3 1,1-1-1,1 0 1,1 0-1,0 0 247,5 0 1,1-1-1,1 1 1,0-1 0,1 1-414,-8 2 0,0 0 1,0 0-1,1 1 1,-1-1-1,0 1 81,0-1 1,0 1 0,0 0-1,0 0 1,-1 0 0,0 0-389,7-1 0,1 0 0,-2 0 0,0 1 0,-1 0-71,-4 1 1,0 0 0,-2 0 0,0 1 0,-3-1 917,18-2 0,-3 1 0,-6 1 0,0 0 0,-8 2 0,0 0 0</inkml:trace>
  <inkml:trace contextRef="#ctx0" brushRef="#br0" timeOffset="556236">11108 6188 15372,'-57'15'826,"1"0"1,11-3 0,9-1 585,16-4 137,36-8-776,28-10-572,-3 0 1,5-2-1237,-2 1 0,2-2 0,4 0 1064,-4 1 0,2 0 1,3 0-1,0 0-416,8-2 1,2 0 0,1 0 0,2 0 392,-10 2 1,1 0 0,1 1 0,1 0 0,-1-1-4,1 1 0,1-1 1,-1 1-1,1 0 1,-1-1 2,-2 1 1,0 1 0,-1-1-1,0 0 1,0 1 1,7-3 1,0 1-1,-1-1 1,-2 1-238,-5 1 0,-2 0 0,-1 1 0,-2-1 264,8-1 1,-2 0-1,-1 0-87,-4 0 1,-1 0-1,-5 1 94,0 1 0,-4 0 672,2-1 0,-5 1-759,-6 0-240,-7 4-916,-8 1 1201,-15 5 0,0 1 0,-2 0 0</inkml:trace>
  <inkml:trace contextRef="#ctx0" brushRef="#br0" timeOffset="557675">14371 4135 19081,'21'-11'112,"26"-5"-202,3 1 1,5 0-793,5-1 1,0 0 853,-1 1 0,-2 0-20,-7 3 0,-3 2-109,-11 2 1,-5 3 481,4 5-219,-36 17 1,-32 18-57,2-8 1,-6 1-382,-9 5 0,-2 1 435,13-9 1,-1-1 0,0 0 66,-15 10 0,2-1-82,10-5 1,3-2-34,-8 11 134,30-13 915,27-12-780,19-8-113,22-14-397,-21 0 1,2-3 214,5-4 1,1-2 11,0-2 0,0-2 25,-2 0 1,-3-2 24,-6-1 0,-3-1-2,-7 0 0,-5-2-1034,-7-6 0,-5 0 1011,-5-12 31,-5 14 0,-4 2 322,-15-10-28,0 1-196,3 9 196,10 11-89,8 9 146,1 2-510,3 4 3341,4 7-3268,7 9 92,10 11-87,9 14-22,5 13-49,-17-21 1,-2 1-73,0 2 0,-3 1-307,-3 0 1,-2 2-487,-2-1 1,-3 1-2563,-5 0 0,-2-1 3481,-6 21 0,0-20 0,4-18 0</inkml:trace>
  <inkml:trace contextRef="#ctx0" brushRef="#br0" timeOffset="559392">13144 3982 7800,'-3'-2'5545,"1"0"897,2 2-5921,-33-30-79,18 21 6,-25-23-252,30 30 157,1 0-297,7 2-163,-1 0 152,8 6-39,-2 0-1,3 5 18,5 5-18,-4-6 141,17 15 140,-1-9 129,19 10-231,-7-10 15,6-2 0,0-1-171,-2 0-461,2 0 1,-3 1 443,-13-2-110,10 20 121,-21-13 51,1 24 5,-13-5 3,-6-5 1,-1 2-43,-1-3 0,-1 1-405,-4 7 1,-1 0 387,-4 12 386,6-15 0,1-2-357,-4 10-4,4-13 1,0-1 97,-7 12 213,-3-4-118,-1-6-122,3-10 112,-1-2 66,1-8 748,0-2-937,0-3-6,6-5 11,2-2-17,4 0-6,2-1 337,2 0-420,1-5-12,0-1 0,2-7 12,-1 1-40,14-30 29,-3 17 2,3-5 0,2-1 3,5 2 0,2-1 0,3-2 6,8-9-124,-11 10 1,-1-1 128,2-16 11,-11 0-10,-10 1-1,-12 0 11,-5 2-16,-7 2 5,-4 3 5,-2 4 1,0 3-11,4 9-12,-11-10 23,10 13-6,-13-11-28,2 10 12,-16-2 5,14 9 252,-18-3-230,24 11-16,-2-2-17,9 4 5,8 3-5,5 1 0,1 1-28,1 0 11,1 0 22,0 0-5,1 0-23,1 0 17,2 1-335,2 0 307,7 2 78,3 2-21,11 6-7,6 4 1,8 5-12,8 4 23,8 3-9,-21-11 1,0 1-284,3 1 1,1 1 271,2 1 1,0 0-4,1 1 0,-1 1 6,-2-1 0,-2 2 3,-4-2 0,-3 1 14,7 24 11,-19 4 5,-24 6-417,-2-25 1,-3 0 388,-5 1 1,-3-1-18,-2 0 1,-1-1-340,1-1 1,1 0-667,4-3 1,1 0 1108,-7 23 1,13-23 0,10-7 0</inkml:trace>
  <inkml:trace contextRef="#ctx0" brushRef="#br0" timeOffset="565203">21131 15161 18128,'4'-52'1376,"0"0"0,-1 8 1,-1 9-705,-4 18-532,-4 15-101,-8 15-22,-8 23-17,2 8 0,1 7-1434,1 1 1,1 3 1410,-1 3 1,3 2-111,7-16 1,1 0-1,2 0-707,1 11 0,2 2-1360,3-2 1,1 3 0,0-2-1078,1-11 0,0-2 0,1-1 2983,3 16 1,1-6 0,0-6-1,-5-36 1</inkml:trace>
  <inkml:trace contextRef="#ctx0" brushRef="#br0" timeOffset="565402">20957 15438 13144,'0'-50'1361,"-1"0"0,1 0 0,0-10 0,2 4-902,2 1 1,5 1-180,7 4 0,2 2-255,-4 9 0,3-1-112,17-13 1,5 5-130,-13 25 0,2 5-484,21-9 0,2 7-639,-16 14 1,-1 5 181,0 2 1,-3 5-2768,5 21 3924,-18 7 0,-9-15 0,-3 1 0</inkml:trace>
  <inkml:trace contextRef="#ctx0" brushRef="#br0" timeOffset="565569">20929 15616 13922,'-2'2'1955,"-1"0"-1300,3-2-1478,135-77-2330,-105 61 1,1-1 2433,13-7 1,10-5 0,1-1 0,-7 5-2508,2 2 0,-5 2 3210,0 0 0,-3 2 0,16-6 0,-43 18 1</inkml:trace>
  <inkml:trace contextRef="#ctx0" brushRef="#br0" timeOffset="565825">22217 14890 20053,'36'-23'-206,"0"1"0,0-1 0,8-1 0,2 1 0,-6 5-590,-8 10 1,-2 1 101,7-1 1,1 0 693,0 3 0,-5 1 0,-11 2 0,13 0 0</inkml:trace>
  <inkml:trace contextRef="#ctx0" brushRef="#br0" timeOffset="566158">22407 14782 21366,'2'38'132,"0"0"1,0 2-1,1-1-174,-1-3 0,1-1-75,0 28-609,-7-19 0,-4 6 0,0-5-909,2-10 0,-1 1 604,-4 12 1,-3 7 0,1-6-79,-1-8 0,0-3 1005,-3 7 1,-1-2 839,2-8 0,-1-4 1045,-13 13 520,5-19-586,5-12-578,8-12-566,8-10 805,16-11-1270,16-11-151,-3 11 1,3-1-462,8-3 0,2-1 248,6-3 1,1 0-169,3-1 1,0 0-598,0-1 1,0 0 1022,3-3 0,-5 2 0,6-2 0,-8 1 0</inkml:trace>
  <inkml:trace contextRef="#ctx0" brushRef="#br0" timeOffset="566384">23361 14729 24671,'0'51'59,"0"0"1,-2 0 0,-2 0-214,-1-8 0,-2-1-482,-2 5 1,-1 0-519,-1-2 0,1 0-625,2-4 1,1-1 1778,2-4 0,1-5 0,2 4 0,2-14 0</inkml:trace>
  <inkml:trace contextRef="#ctx0" brushRef="#br0" timeOffset="566551">23276 15023 14244,'10'-52'993,"1"1"1,0 0 0,-1 3 0,1 0 0,2 5-941,4-2 0,3 4-115,2 3 1,2 3-189,1 4 1,3 4-292,2 4 1,1 5-861,-1 5 1,2 3 1400,31 6 0,-28 4 0,-8 5 0</inkml:trace>
  <inkml:trace contextRef="#ctx0" brushRef="#br0" timeOffset="566734">23312 15235 17652,'-3'1'3395,"0"-1"-3233,3 0-565,82-69-698,-53 50 1,3-1 235,18-14 1,7-5-1,-5 6-339,-12 12 0,-1 2 1204,2 0 0,3 0 0,-8 3 0,-3 0 0,15-5 0</inkml:trace>
  <inkml:trace contextRef="#ctx0" brushRef="#br0" timeOffset="567068">24489 14594 22722,'-48'35'259,"1"-1"1,3 1-1,7 1-234,18-5 1,6 1-18,1 0 0,4 1-5,1-1 0,5-1 8,13 27-22,16-8-28,21-10 33,-19-24 1,3-3 30,3-3 0,0-4-194,0-2 0,0-3 278,-2-5 0,-2-5 188,25-18 84,-11-17-183,-26 16 1,-4-2-34,-3-3 1,-4-1-20,-3-3 0,-4-1-6,-6 1 0,-5-1-31,-5 2 0,-4 2-53,-9 1 0,-4 4-59,-5 2 1,-4 4-99,1 4 0,0 3-429,5 5 1,3 3-3444,-7 6 3973,25 12 0,13-1 0,5 1 0</inkml:trace>
  <inkml:trace contextRef="#ctx0" brushRef="#br0" timeOffset="567842">20935 16682 20699,'52'-21'396,"1"1"1,-1-1 0,-7 3 0,-2 0 0,1 2-257,-1 0 0,1 2 0,1-1-1512,6-1 1,1-1-1,7-2 1360,-10 4 0,5-1 0,3-2 0,2 1 0,0-1 0,-1 2-315,0-1 0,1 1 0,-1 0 0,1 0 0,0 0 0,0 0 307,-7 2 0,0 0 0,0 0 0,1 0 0,0-1 0,0 1 0,0 1-135,4-1 0,1 0 0,0 0 0,0 0 0,0 1 0,-1 0 0,-2 0 91,1 0 0,-2 1 1,-1 0-1,1 1 1,0-1-1,2 0-126,-1 0 0,2 0 0,1 0 1,0 0-1,0 0 0,0 1 1,-2-1 184,5 0 0,0 1 1,-1-1-1,0 1 0,-1 0 1,-1 0 7,4 0 1,-1 0 0,0 0-1,-1 1 1,-1-1-2,0 0 0,0-1 1,-1 1-1,-2 0 0,-4 1 11,8-2 0,-5 0 1,0 0 15,6-2 1,1-1 0,-5 0 6,1 0 1,-4 0-34,-10 3 0,2 0-17,-3 0 1,2 0 0,-4 1 99,-8 2 0,-1 1-187,13-4 0,-2 1 1143,4 1-2341,-5 3-8532,-20 5 8813,-4 0 1,-10 2-1,-8 0 1</inkml:trace>
  <inkml:trace contextRef="#ctx0" brushRef="#br0" timeOffset="881029">21606 10001 21545,'-13'-38'672,"0"-1"0,0 0 1,5 16-578,8 24 151,4 10-16,1 15-112,4 21-79,-5-16 0,-1 2-191,-2 5 0,-1 1 171,-2 2 1,-2 2-327,-1-1 0,0-1 315,-1-1 1,-1 0 10,2-5 1,0-1 3,-2 23-29,2-16 314,3-17 701,1-15-841,7-50 0,0-10-307,0 4 0,-1-3 189,-1 2 1,-1 0-1,-1-2 1,0-1-15,-1 2 1,-1 0 2,0 6 0,-1 2 850,0-21-693,-2 23-145,1 21-102,0 12 96,6 36-34,1 9-19,-1-3 0,-1 5-174,-1 10 1,-1 0 80,-1-13 0,-1 0-420,-3 18 1,0 0-1833,0-17 0,0-2 2353,0 4 0,1-3 0,-1 11 0,3-24 0</inkml:trace>
  <inkml:trace contextRef="#ctx0" brushRef="#br0" timeOffset="881703">21343 8736 21883,'-17'-51'528,"-1"0"1,6 3-1,9 4-2892,22 13 1,6 5 2413,14-11-8,6 14 0,2 5 1171,8 9-1213,-22 4 0,-1 4-11,13 19 926,-25 15-887,-5 20-1018,-25-9 0,-7 1 1001,5-12 1,-3 0 10,-19 17 1,-3-2 1091,10-17 0,0-1-1114,-5 11 0,2 0 11,-5 9-11,16 5-11,40-26 16,-3-6-5,31-5-285,5-19-364,-15-4 0,4-3-1723,0-4 1,3-2 0,-2 0 2019,10-4 1,-3-1 0,-1 1-1,-6 0 1,-6 4 0</inkml:trace>
  <inkml:trace contextRef="#ctx0" brushRef="#br0" timeOffset="882403">21361 7227 17294,'-3'-6'3019,"0"0"-1994,3 6-331,-9-76-587,12 49-26,3-25 1,9 1-4,28 25-514,-7 8 1,1 3 441,22 0-232,-15 13 0,-2 5 75,5 13 55,-17-3 0,-3 5 62,-7 27 34,-18 7 17,-11-9 39,-19 9 14,4-26 1,-3-1 21,1 0 1,0-1 47,-3 0 0,0-1 212,-4 0 708,16-11-506,10-6 152,8-5-370,6-1-106,3 0 39,25 0-230,-10 2 34,31 4-39,-11 6-23,-10 0 0,0 2-5,19 16-101,-7 11-381,-42 7-689,-23-16 0,-10 1 599,-5 1 1,-2-3 0,5-6-1,2-4 1,-15 7 0</inkml:trace>
  <inkml:trace contextRef="#ctx0" brushRef="#br0" timeOffset="889803">29156 9135 21584,'-21'-44'187,"0"-1"0,4 3 0,11 7-137,42 5-5,8 4-22,6 7-18,-2 6-5,-2 7-5,-6 8-18,-5 10-27,-5 10-6,-6 9-7,-9 7 24,-9 4 39,-13 4 11,-12 1-363,-16 1 371,13-24 1,-2-1 3,-4 0 0,-1-1 13,-1-3 0,-1-2 121,-23 8 106,10-18-207,22-10 12,13-18-1,23-2 0,13-6-22,14 4 0,9 8-6,3 9-28,0 14 0,-1 10-11,-11 5-23,-10 0 1,-1 3-375,11 14 349,-15-10 1,-3 3-26,-5 20-22,-31 1 22,-9-12-188,-17-13 0,-7-5-221,8-7 1,-3-4-1464,-19 5 0,-3-3 1945,3-9 0,6-4 0,-10 0 0,12-5 0</inkml:trace>
  <inkml:trace contextRef="#ctx0" brushRef="#br0" timeOffset="890704">28992 8137 16790,'-11'-53'933,"0"1"1,4 3 0,7 7-789,27 5-44,18 5-546,-14 19 1,1 2 461,4 2 0,1 3 16,1 5 1,-1 4 46,-3 4 1,-2 3 20,14 24-28,-23 13-23,-32 12-44,-6-26 0,-6 0-163,-7 2 1,-4 0 192,-3-2 1,-2-1 24,2-2 1,0-3 19,5-4 1,1-2 158,-14 10 7,15-11 431,14-9-347,11-4 164,11-5-298,13 0-130,18-3-196,21-5-368,-21 1 1,3-1-871,7-2 0,4-1 1367,10-3 0,-3 0 0,-23 5 0,-4 1 0,-1-1 0,1 1 0</inkml:trace>
  <inkml:trace contextRef="#ctx0" brushRef="#br0" timeOffset="891386">29339 6915 13054,'-4'-43'3551,"-1"0"0,4-12-2960,-1 3 0,2 1-93,4 11 259,1 10-421,-3 19-314,0 3-10,1 15 38,3 29-33,-2-2-1,-1-1 1,0 5-6,-3 10 1,0-1-10,0-14 1,-1 1 19,-2 24 1,-1-6-6,1-20 50,-4 15 0,4-36 348,-1 0 10,0-19-380,0-2 56,-12-39-73,1-1-23,6 20 1,0-1 5,1-5 1,0 1-246,-1-23 265,4 23 0,2 0 131,3-28-44,3 26-90,1 11-45,0 20 11,2 24 6,0 12-16,4 29-475,-6-23 0,-1 2-291,-1 6 1,-1 1-701,0-8 1,-1-1 1481,-1 7 0,-1-6 0,1-6 0,-1-2 0</inkml:trace>
  <inkml:trace contextRef="#ctx0" brushRef="#br0" timeOffset="892128">20512 10970 18231,'36'-45'190,"-1"0"1,1-1-1,-8 9 1,-1 0 0,6 3-243,8 3 0,6 2 0,2 2 1,-2-1-1809,6-4 0,-2 1 1,5-3 1471,-10 5 1,4-1-1,2-1 1,0-1-1,-2 0 276,1 1 1,1-1 0,0 0 0,-3 1 0,-5 3-1,6-3 1,-6 3 0,0 1 0,-2 1 0,0-1 0,0 1-1</inkml:trace>
  <inkml:trace contextRef="#ctx0" brushRef="#br0" timeOffset="892604">20330 9102 5416,'43'-43'659,"0"-1"1,0 0 0,-7 10 0,2 0 0,1 0 0,1 1-1557,4 2 0,2 0 0,0 2 0,3-1 982,-6 3 0,2 0 0,1 0 0,0-1 0,1 1-371,4-1 1,0-1-1,2 0 1,0 0 0,0 0-29,2 0 0,1-1 1,1 1-1,-1 0 1,-2 1 264,-4 2 1,-1 1-1,0 0 1,-3 2-1,-2 0 1,9-4 0,-3 2-1,-5 3 1,-6 2-1,0 1 1</inkml:trace>
  <inkml:trace contextRef="#ctx0" brushRef="#br0" timeOffset="893053">21339 7721 17333,'-17'-53'330,"0"-1"1,11-1-1,14 2-410,16 21 0,12 3 0,2 0-1410,6-7 0,3-1 0,2 0 977,-6 6 0,1 0 1,2-1-1,1-1 347,-3 2 1,3-1 0,0 0 0,-1 1 0,-5 2 0,4-1 0,-4 2 0,-1 1 0,0 0 0,0-1 0,0 1 0</inkml:trace>
  <inkml:trace contextRef="#ctx0" brushRef="#br0" timeOffset="896811">28154 7469 19138,'52'-31'192,"-1"0"0,1 1 0,-8 4 1,1-1-1,1 1 0,2-1-192,-5 3 0,1 1 0,2-1 0,0 0 0,2-1-922,-1 1 0,0-1 0,2 0 0,1 0 1,1-1-1,0 1 813,-1 0 0,0 0 0,1 0 1,2 0-1,-1-1 0,2 1 0,0-1-392,-3 2 0,1 0 1,1 0-1,0 0 1,1 0-1,1 0 0,0 0 1,0 0 500,0 0 0,2 0 0,1 0 0,1-1 0,-1 1 0,0 1 0,-3 0 0,-1 1 0,-5 1 0,13-4 0,-5 1 0,-3 2 0,0 0 0,0 1 0,-3 1 0,0 1 0,0-1 0,0 1 0,1-1 0</inkml:trace>
  <inkml:trace contextRef="#ctx0" brushRef="#br0" timeOffset="900104">21798 5766 14286,'-2'-49'1643,"0"1"0,0 4 1,0 6-776,3-1-202,0 13-151,-1 9-353,1 9-173,-1 7 151,-2 15 224,-12 41-269,1-7-343,-1 0 1,-2 2 323,5-13 0,0-1-18,-2 9 1,1 0-28,3-4 0,2-3-12,2-5 1,2-3 25,5 16 56,6-15 178,8-15 125,7-12-119,11-19-150,16-15-88,-19 7 1,2-1-4,3-2 1,1 1 58,-1 0 0,-1 1-47,-4 4 0,-2 3 28,16-6-62,-14 12-33,-10 15 39,-8 13 17,-5 19-17,-4 16-23,-6-18 1,-2 2-352,0 6 1,-2 1-103,-2 4 0,1 0-151,1-9 0,1 0 599,1 14 0,1-6 0,2-12 0,1 14 0</inkml:trace>
  <inkml:trace contextRef="#ctx0" brushRef="#br0" timeOffset="905227">28643 8616 13262,'-7'0'2991,"2"0"-1900,5 0 729,0 0-1250,-36-16 2,69-20-1300,-32-6 823,27 16 0,17-1 0,2 0-848,-2 0 1,1 0-1,4-2 716,-2 1 1,3 0 0,4-3 0,7-2-630,-16 9 1,6-3 0,4-1-1,3-2 1,0 1 0,0 0 0,-2 0-1,-2 3 1,-6 1-1302,9-3 1,-5 2 0,-3 2 0,2-1 0,5-2 1918,-7 3 0,6-3 0,4-1 0,0 0 0,-3 0 0,-3 3 0,-8 4 0,-10 5 0,2 0 0,-8 5 0,9-4 0</inkml:trace>
  <inkml:trace contextRef="#ctx0" brushRef="#br0" timeOffset="926477">28838 9664 17090,'-52'15'917,"0"0"1,0 0 0,0 0 0,-1 0-1,3-1 1,11-4-408,4-6-348,56-22-47,19-11 0,14-7-1492,-7 7 1,6-4 0,3-1-1,-2 2 1375,-9 4 1,-2 2 0,2-2 0,7-2-68,-6 4 0,5-2 1,5-3-1,2 0 1,1-1-1,-1 1 0,-1 1 1,-4 3-513,2-2 0,-3 3 1,-1 1-1,0-1 0,2 0 1,3-1-513,-9 3 1,4-1 0,1-1 0,2 0-1,-1-1 1,0 1 0,-1 1 0,-3 1-1,-3 1 718,13-6 0,-2 2 0,-3 1 0,-3 1 0,-2 1 1,0 1-1,-1 0 0,-6 2 0,-7 4 0,11-5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4:26:17.7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3000 3014 20207,'37'-23'13,"0"-1"0,7 0 0,4 1-256,-7 9 0,3 1 1,1 0-1354,2-1 1,1 0 0,0 0 1595,3-2 0,1 1 0,-5 1 0,-3 2 0,-5 1 0,-4 1 0,-1 0 0</inkml:trace>
  <inkml:trace contextRef="#ctx0" brushRef="#br0" timeOffset="224">3449 2813 21926,'-3'36'86,"0"0"0,0 4 0,0 2-103,4 3 1,0 2-1190,0 5 1,0-1 1118,0-9 0,0 1-641,6 20 0,3-2-499,0-20 1,1-2-1709,6 17 0,3-2 2353,-4-19 0,0-5 0,5 7 0,-9-19 0</inkml:trace>
  <inkml:trace contextRef="#ctx0" brushRef="#br0" timeOffset="872">4171 3265 16549,'17'-53'1596,"-1"0"0,-4 5 1,-9 8-987,-26 12-267,-16 9-114,-9 10-72,-7 12-39,0 13-342,2 12 235,9 12-28,12 5-22,13 14 22,12-19 77,14 8-71,8-28 22,12-2 17,6-12 17,5-16 16,3-12 6,2-14 17,-2-7 40,-6-2 60,-7 3 68,-10 7 349,-8 9-472,-6 12-6,-3 6-89,-3 10-12,-2 6-27,-6 22 5,2 6-14,3-5 0,2 1 19,6 17-21,9 5-1,10-19 22,8-8 7,7-12 21,2-8 6,0-15 34,-1-13 22,-2-13 57,-5-10 72,-7-5 33,-10-1 29,-8 2 17,-10 4-18,-5 9 102,-8 6-292,6 13 23,-3 4-68,11 10-56,0 1 12,8 7-6,2 1-45,16 13 12,11 5-7,17 11-346,-23-16 1,1 0 301,-1 2 0,-2 1-397,-1 5 1,-4 3-562,-1 25 129,-13-1-1249,-19-25 0,-6-2 2162,-17 10 0,5-6 0,9-16 0</inkml:trace>
  <inkml:trace contextRef="#ctx0" brushRef="#br0" timeOffset="1321">5109 3044 20705,'-5'-43'1074,"0"-1"0,-1 1 0,-1-15 0,0 9-794,-2 21 45,2 6-330,5 16-12,1 4 23,12 30-23,4 16-11,5 11-350,-8-14 0,-2 3 224,-3-2 0,-3 2-778,2 15 0,-4 3 547,-2-20 1,-3 1-1,0-1-450,-2 18 1,-1 0-1603,-3-1 1,1-3-1739,3-18 1,0-3 4174,-1 19 0,6-38 0,1-12 0</inkml:trace>
  <inkml:trace contextRef="#ctx0" brushRef="#br0" timeOffset="1581">5306 3280 12606,'18'-40'1849,"-1"0"1,0 0 0,3-7 0,-5 3-579,-3-15-408,-22 32-336,-11 11-214,-13 11-94,-8 16-23,-9 13-388,22-3 1,0 2 264,-2 5 0,1 2-368,0 3 0,2 0 317,7-6 1,1 0 30,0 4 0,3 2-36,7-2 0,2-1-17,-6 20-75,16-16 1,7-3 102,22-7-22,12 2-110,11-22 0,6-8-134,-7-3 0,2-2-909,0 0 1,4-1-1,-3-1 536,4-3 1,-1-1-2667,-2 0 0,3-2 0,-8 2 2363,-14 5 0,-3 0 1,17-5-1,-9 3 0,-27 8 1</inkml:trace>
  <inkml:trace contextRef="#ctx0" brushRef="#br0" timeOffset="3839">7647 2909 20212,'9'-53'1141,"0"-1"0,-1 6 0,-3 9-570,-8 22-291,-2 8-174,-4 9-5,-8 14-17,-10 17-45,7-7 0,-1 2-382,-4 8 0,-1 2 363,-1 4 0,1 2-6,1 3 0,2 0-14,5 1 0,2-2 5,5-10 1,3 0 2,3 1 1,7-1-4,24 16 18,12-8-259,-9-25 1,4-5 232,-1-7 1,1-5-42,7-5 0,-1-5 80,-4-2 1,-1-2 13,-4-1 1,-4-1 106,6-13 705,-24 12-773,-12 5-44,-4 7 78,-15 2 428,7 3-529,-4 4 140,12 2-145,7 2-17,8 4 11,8-2 17,14 1-11,10-5-11,10-3-1,6-8-5,-12-1 40,13-16 10,-26 2 12,7-13 5,-21-1 22,-8-3 23,-8-3-5,-4 2 22,-1 3-17,1 4-40,4 2-16,10 2-28,9 1-5,11 2-23,6 4 0,1 7 11,-2 6-5,-9 14-18,-7 9 12,-9 14 12,-5 11-7,-2 4-16,2 1-11,3-3-1,7-5-38,4-4-102,5-5-195,2-5-393,2-5-2918,17-5 1194,-8-10 49,12-9 147,-14-8 739,-4-7 1181,-4-2 818,-3-2 1053,-3-3 959,-4 1-7,-5 2-577,-5 3-542,-5 4-398,-4 5-281,-1 4-442,-1 4 73,1 1-247,3 5-16,-1 3-12,5 4 29,5 1-1,7-1-16,9-4-1,4-2 13,2-8-13,-3-4 1,-2-8 5,-6-6 6,-7-6 16,-6-2 29,-6 0 16,-8 4-16,-4 3 22,-8 9 17,-2 5-45,-1 6-51,2 7-16,4 6-11,2 10-12,6 10-5,4 9-62,5 10-151,8 8-5,1-9-559,12-5 1,5-2-125,20 0 347,-16-11 1,3-3 225,2-15 1,0-8-33,27-7 307,-23-2 0,0-2 72,-2-5 0,-1-3 31,-1-2 1,-2-2 27,-3-1 0,-1-2 20,-2-1 0,-2 0-32,-3 1 1,-2-2 325,13-19 174,-13 4 223,-19 4-560,-9 14 1,-13 4 341,-30 16-308,5 8-194,11 0 1,1 4-2667,-19 25 2619,21-7 88,5 16-104,21-12-6,7 8-17,20 0 22,0-16 0,23-5 6,-9-17-5,8-10 3419,-2-9-3358,-6-11 33,-7-5 159,-6-10-147,-10 13 134,-4-7 23,-7 21-62,-2 1-135,-1 9-38,-1 9-12,-1 9 0,0 10 11,6 10-3391,18 11 3374,-3-12-189,28 9 162,-4-21 16,19-1-5,-30-11 0,2-4-3,6-6 0,-1-3 0,-7-2 0,-1-3 11,3-6 0,-3-2 3,4-14 0,-6-21 34,-15-3-187,-7 17 0,-3-3 142,-2-11 0,-3-1 33,-2 11 1,0 1 24,-2-4 1,0 5 13,-4-1 3243,1 12-3186,6 18 228,1 5-341,1 10 1,1 18-12,2 18-3,-2-6 1,1 2-297,0 8 0,0 3 252,-1 6 0,0 1-68,2 2 1,1-1-76,2 0 0,5-2-474,4-4 0,5-3 272,5-6 0,4-3-129,2-7 1,3-5-348,4-5 1,0-6-124,16-8 594,-11-10-264,-26-32 1627,-18 14-876,-21-24 72,-21 17-7,0 10 0,-6 1 310,4 4 0,0 3-184,-1-1 0,1 3 212,6 3 0,4 1 143,-4-4-423,11 1-134,28 0-45,17 4-17,14 1 1,8 0-40,19-1 0,3 1-250,-11 0 1,1-1 262,3 0 0,4-1 0,-7 0 22,-13 0 0,-2-1-10,7-1 0,-1-1 20,17-14 275,-24 4-18,-2-14-2704,-16 6 2700,-10 2 630,-12 4-345,-3 6 299,0 4-736,-1 4-73,6 7-17,-2 8 3381,0 9-3365,-3 29-44,2-9-25,3 1 0,1 2-81,4 9-18,1 11-671,12 2-409,0-24-4440,9 10 3673,-7-24 1650,10-10 1,-16-9-1,6-3 1</inkml:trace>
  <inkml:trace contextRef="#ctx0" brushRef="#br0" timeOffset="4005">10899 2612 18891,'-4'-7'2732,"0"2"-2530,4 5-644,0 0 106,-11-35-2487,28 55-7008,-15-27 8797,22 49 0,-15-19 0,-7-15 0</inkml:trace>
  <inkml:trace contextRef="#ctx0" brushRef="#br0" timeOffset="4405">11252 2830 16516,'2'-3'5001,"-1"0"-2743,-1 3-1878,-64-30-223,33 34-107,-11-13 1,2 5 22,12 37-12,8 5-16,9 4-28,7-9-6,11 6 73,19-6-33,10-2 21,15-6-27,-12-16 50,5-11 12,-12-10-18,5-10 79,-4-24-94,-13-3-41,-11 15 1,-3 1 22,-3-14 95,-11-9 62,-8 20 50,-26-3-184,0 20-40,-12 11-28,19 11-28,5 12-61,14 6-488,3 21-543,15 2-1569,14 14 231,5-19 2447,1-12 0,0-4 0,-6-6 0,12 6 0</inkml:trace>
  <inkml:trace contextRef="#ctx0" brushRef="#br0" timeOffset="4750">11694 2888 24267,'4'-49'844,"1"-1"0,0 0 0,-2 11-676,-3 27-112,0-1-50,2 16-1,0 6 12,7 20-22,-1 34-7,-4-27 1,-2 1-207,-1 3 1,-2 1 169,-7 12 1,-2 0 24,2-20 1,0 0 16,-2 12 1,0-4 33,3-2 50,5-22-39,8-30 12,10-22-32,-2 5 1,1-3-278,-1 3 1,2-1 276,12-21 1,4 1-645,-9 18 1,1 2 649,3-8 0,3 4 14,2 8 1,0 7 288,11 6-323,-11 11 1,0 5-17,9 14-9,-9 12 1,-1 9-160,-11-6 0,-2 3-1241,7 19 1,-4 2-245,-9-14 1,-5-1 1663,-3 9 0,-4-6 0,0-7 0,-3 0 0</inkml:trace>
  <inkml:trace contextRef="#ctx0" brushRef="#br0" timeOffset="5799">3281 4371 14551,'-51'-7'128,"0"0"1,4 1-1,20 0-257,47-1 79,30-1 45,-10 2 1,6 0-740,11 0 1,7-2 880,-17 3 1,4 0-1,2-1 1,-1 1-599,0 0 0,-1 0 1,1 0-1,0 0 568,2 0 1,-1 0 0,2 0 0,0 0 139,5-1 1,1 1 0,2 0 0,5 0-275,-14 1 0,4 0 1,3-1-1,1 1 0,0 0 1,1-1-1,-2 1 138,-3 0 0,-2 0 0,0 0 1,1 0-1,2 0 0,2 0 0,3 0-146,-11 0 0,3 0 0,3 1 0,1-1 0,2 0 0,0-1 0,1 1 0,-1 0 0,0 0 0,-1 0 0,-3 1 0,-1-1 89,5 0 1,-2 0 0,-1 0 0,-1 0-1,-1 1 1,0-1 0,0 0 0,0 1-1,1-1-105,0 0 1,0 1 0,0-1-1,0 0 1,0 0 0,0 1-1,0-1 1,0 0 0,0 1 91,2-1 1,-1 0 0,1 1 0,0-1-1,0 1 1,0-1 0,-1 0 0,-1 1 0,0 0 0,-1-1 1,-2 1 0,0 0-1,-2 0 1,2 0 0,1 0 0,1 0-1,4-1-2,-8 1 1,3 0-1,1 0 1,2 0 0,1-1-1,1 1 1,0-1 0,0 1-1,-1 0 1,0 0 0,-1-1-1,-2 1-15,5 0 1,-2 0 0,0 0 0,-1 0 0,0 0 0,0-1-1,1 1 1,-1 0 0,1 0 0,2 0-9,-1 0 1,1 0 0,2-1 0,0 1 0,0 0 0,0-1 0,0 1-1,-2 0 1,-1 0 0,-3 0 0,-2 0-10,9 0 0,-5 0 0,-1 1 0,-2-1 0,0 0 0,3 1 0,3-1-3,-7 1 1,2-1-1,2 1 1,2-1 0,0 1-1,0 0 1,-1 0 0,-2-1-1,-1 1 1,-3 1-34,4-1 1,-2 0 0,-2 0 0,-2 1 0,1 0 0,1-1 0,1 1-18,0-1 1,2 1 0,0-1 0,1 1 0,0-1 0,-1 1 0,-1-1 0,-2 1-396,9 0 0,-1 0 1,0 1-1,-3-1 0,-3 0 1,-3 1 439,1 0 0,-4-1 0,-3 1 0,-1 0 0,12-1 0,-1 1 0,-8 0 0,-10 0 0,-1-1 0</inkml:trace>
  <inkml:trace contextRef="#ctx0" brushRef="#br0" timeOffset="6680">13119 2921 12970,'-5'0'5102,"1"0"-2038,4 0-2907,-17-13-118,28 7 6,18-14-34,7 14 0,9 2-1138,3-1 0,6-1 1,-2 0 1124,-4 2 0,0-1 0,0 0 7,10 0 1,1-1 0,-5 1-260,-2-1 1,-2 1 281,1-1 0,-3-1 152,6-5 178,-4-4-32,-26-3-170,-29-6 3050,-20-5-3100,-19-5 12,17 16 0,-1 1 444,0 1 0,0 0-215,-22-13 73,2 4-146,15 10-173,6 5 78,11 7-179,11 3-17,0 1 23,5 1 87,7 12-72,0-3 76,16 15 26,12-2-49,0-2 1,3 0-6,-10-5 0,2 0-916,7 5 1,4 2-1,-6-2 359,11 11-4428,-10 9 1,-10 3 4789,-29 2 1,1 4 0,-14-28 0</inkml:trace>
  <inkml:trace contextRef="#ctx0" brushRef="#br0" timeOffset="10329">3244 5277 15451,'8'2'376,"-1"-1"-130,39 1-139,4-2-63,11-1-8,-20 0 1,1 0-715,-1-1 1,2 0 702,13-1 0,7 1-727,-9-1 0,3 0 1,1 0 742,-4 0 0,0 0 0,1 0-2,-4 0 0,3 0 1,-1 0-1,-4 0-11,1 0 0,-3 0 0,2 0 21,-2 1 0,2-2 0,2 1 0,0 0 0,7 0 0,1 1 0,0-1 0,-1 0-40,-9 1 1,-2-1 0,2 1 0,4 0-4,1 0 1,6-1-1,2 2 1,1-1 0,-2 0-1,-5 0-391,3 1 0,-4 0 0,0 0 0,4 0 393,-5 0 1,4 0-1,2 0 1,0 0-1,-2 0 1,-4 0-1,6 0 0,-5 0 1,0 0-1,4 0 3,-3-1 0,2 1 1,1 0-1,1-1 0,1 1 1,-7-1 0,1 0 0,0 0 1,1 0-1,0 0 0,0 0-282,3 0 1,-1-1 0,1 1-1,1 0 1,0-1 0,2 0 281,-2 1 1,1-1 0,2 0 0,-1 0 0,1 1 0,-2-1-1,-1 0-153,4-1 0,-2 1 1,0 0-1,-1-1 0,-2 1 1,0 0 150,0-1 0,-3 1 0,0 0 0,2 0 0,4 0-31,-10 1 0,5-1 1,2 0-1,1 0 1,-1 1-1,-1-1 1,-3 0-1,-5 1 32,13 0 0,-8-1 0,1 1 1,9 0-7,-14 0 1,7 0 0,3-1-1,4 1 1,1 0 0,-1 0-1,-1 0 1,-3 0 0,-6 0 0,4 1 1,-4-1-1,-3 1 1,1 0-1,0 0 1,5 0-5,-1 0 1,3 0 0,2-1 0,2 1 0,-1 0 0,-1 0 0,-3 0-1,-3 0 0,9 0 0,-5 0 1,-2 0-1,1 0 1,6 1 4,-11-1 1,3 0 0,4 1-1,0-1 1,0 0 0,-2 1 0,-4-1-1,-4 1 2,13-1 1,-8 0 0,1 0 0,8 0 8,-13 1 1,6-1 0,3 1 0,4-1-1,1 0 1,-1 0 0,-1 1 0,-4-1-1,-4 0 11,3 1 0,-4-1 0,-3 0 0,0 0 0,1 1 0,4-1-4,0 0 0,3 1 1,2-1-1,1 1 0,0-1 1,-2 1-1,-2-1 0,-3 1 11,9-1 0,-6 1 1,0-1-1,0 1 0,6-1-17,-11 1 0,5 0 0,2 0 0,1 0 0,-1 0 0,-1 0 0,-3 0 0,-5 0-10,12 0 0,-7 0 1,1 1-1,8 0-2,-13-1 1,6 1-1,4 0 1,4 0-1,0 0 1,0 0-1,-2 0 1,-3 0-1,-4 0-1,1 1 1,-3-1-1,-3 1 1,-1 0 0,2 0-1,5 0-3,-3-1 1,4 1-1,2 0 1,0 0-1,1 1 1,0-1 0,-2 0-1,-2 0 0,-1 0 0,0 0 0,-2 0 1,0 0-1,-1 0 0,-1 1 1,-2-1-2,10 0 0,-3 0 0,0 1 1,0-1-1,1 0-14,-2 0 0,0 0 1,2 1-1,0-1 1,0 0-1,0 0 19,0 0 1,2 0-1,-1 1 1,0-1-1,1 0 1,0 0-6,-8 0 1,0 0 0,0-1 0,1 1 0,0 0 0,1-1-1,0 1 3,6 0 1,2 0 0,0 0-1,1 0 1,-1 0 0,-1 0 0,-2 0 4,0 0 0,-1-1 0,-1 1 1,0 0-1,-1-1 0,1 1-7,0 0 1,2 0 0,-1-1 0,-1 1 0,-1 0 0,-2-1 64,0 1 1,-3-1 0,-1 1 0,2 0 0,5-1-67,-5 1 1,4 0 0,3-1 0,2 1 0,0 0-1,-1-1 1,0 1 0,-4 0-2,-1 0 1,-2 0 0,-1 0-1,-1-1 1,1 1 0,2 0-1,1 0-1,-2 0 0,2 0 0,1 0 0,1 0 0,0 0 0,0 0 0,0 0 0,-1 0 0,-3 0-4,9 0 1,0 1 0,-1 0 0,-1 0 0,-2-1 0,-2 1 0,-3 0 0,3-1 1,-6 1 0,0-1 0,1 1 0,3 0-4,-1 0 0,3 0 1,3 1-1,0 0 1,0 0-1,-2 0 1,-4-1-1,6 1 0,-4 0 1,-2 0-1,2 1 1,4-1-43,-4 1 0,4-1 1,1 1-1,1 0 1,0 0-1,-2 0 1,-2 0 47,1 0 0,-1 0 0,-1 1 0,-2-1 0,0 0 0,-2 1 16,0-1 1,-3 0-1,0-1 1,1 1 0,3 1-17,-3-1 0,2 0 0,3 0 0,0 0 0,0 0 0,-2 0 0,-4 0 2,5 0 0,-4-1 0,0 1 1,0-1-1,4 0 0,-4 1 0,4-1 1,1 1-1,1-1 1,0 1-1,-1-1 1,-3 0-2,1 0 1,-1 0 0,-2 0 0,0 0 0,0 0 0,0-1 3,1 1 1,0 0-1,0-1 1,0 1 0,0-1-1,-1 1 34,12 0 0,-1 0 0,0 0 0,1 0 0,-1 0-29,0-1 0,-1 1 0,1 0 0,-1-1 0,1 1-23,-1-1 1,0 0 0,0 1 0,0-1 0,0 0 9,-1 0 1,1 1 0,-1-1 0,1 0 0,-1 0-5,0 0 0,-1 0 1,1 1-1,-1-1 1,1 0-7,-1 0 1,0 0 0,0 1-1,0-1 1,-1 0 30,0 0 1,0 1 0,0-1 0,-1 0 0,0 0-115,-1 0 1,0 0 0,0 0 0,-1 0 0,0 0-261,-2 0 1,0 0-1,0-1 1,-1 1 0,1 0 355,0-1 0,2-1 0,-2 1 0,-1 0 0,-6-1 0,4 1 0,-5 0 0,-2 0 0,14-1 0,0 0 0</inkml:trace>
  <inkml:trace contextRef="#ctx0" brushRef="#br0" timeOffset="11750">3651 7364 11575,'58'6'394,"0"1"0,0-1 0,-3-2-100,-13-3 0,-1-1-872,6 1 0,5 0 917,-5-1 1,5 0 0,2 0-628,-6 0 1,2 0-1,0 0 1,2-1 327,2 1 1,1 0 0,1 0-1,1 0-252,5-1 0,1 1 1,1-1-1,-2 1 276,-3-1 1,-2 1-1,2-1 1,2 0 8,-9 0 1,2 1 0,2-1 0,-1 0-1,0 0 1,-4 0-492,8 0 0,-4 0 0,1 0 0,4-1 468,-6 1 0,5 0 1,1 0-1,1-1 1,-2 1-1,-3-1-2,-3 1 0,-3 0 0,-1 0 1,1-1-1,3 1-173,1 0 0,1 0 0,2 0 0,1-1 0,1 1 0,-2 0 165,3 0 0,-1 0 0,1 0 0,0 1 0,0-1 0,1 0-78,2 0 1,0 1 0,0-1 0,1 1-1,-1-1 1,1 1 57,-8-1 1,0 1 0,-1 0 0,1 0 0,1 0 0,1-1 0,1 2-30,-4-1 0,1 0 1,2 0-1,1 0 1,0 1-1,-1-1 0,-1 1 1,-1-1-1,-3 0 18,8 1 0,-3-1 1,-1 1-1,-1-1 1,2 1-1,4 0 0,-2 0 0,3 0 0,2 0 0,1 0 0,0 0 1,-1 1-1,-2-1 0,-4 1-3,3-1 1,-4 1-1,-2 0 1,-1 0 0,2 0-1,3 0-1,-6 0 1,1 0 0,2 0-1,0 0 1,1 0 0,-1 0-1,1 0 1,-1 0 1,1 0 1,-1 1 0,0-1 0,0 0-1,0 1 1,1-1 0,1 0 0,2 1 4,-6-1 1,2 0 0,2 1 0,0-1 0,0 0 0,1 1 0,-2-1 0,-1 0 0,-1 1 0,-3-1-5,7 0 1,-4 0 0,-1 0 0,-1 1 0,0-1 0,3 0 0,2 0 7,-1 0 1,3 1 0,2-1 0,1 1 0,1-1-1,-1 1 1,-1-1 0,-3 0 0,-2 0 12,8 1 1,-3-1 0,-3 0 0,1 0 0,0 0 0,4 0 32,-6 0 0,1 0 0,2 0 1,1 0-1,0 0 0,0 0 0,-2 0 1,-3 0-50,-1 0 1,-3 0-1,-1 0 1,0-1 0,1 1-1,2 0 1,3 0 4,-5-1 1,3 1-1,1 0 1,2 0-1,1 0 1,1 0-1,-1 1 1,0-1-1,-1 0 1,-1 0-11,3 0 1,-2 1 0,0-1-1,0 0 1,-1 1 0,1-1-1,1 1 1,0-1 0,2 1-8,-5-1 1,2 1-1,0-1 1,1 1-1,1-1 1,0 1-1,-1-1 1,0 1 0,-1-1-1,-1 1 1,-2-1-4,4 1 1,-2 0 0,0-1 0,-2 1-1,1 0 1,-2-1 0,1 1 0,-1 0 0,1-1 1,5 2 0,-1-1 0,-1 0 0,1 0 0,0 0 0,0 1 0,2-1 0,2 0 3,-10 0 0,1 0 0,1 0 0,0 0 0,1-1 0,1 1 0,1 0 0,0 0 0,1 0 0,0 0 0,1 0-24,-2 0 1,0 0 0,2 0 0,1 0 0,0 0 0,0 0 0,1 0 0,0 0-1,1 0 1,-1 0 0,0 0 0,-1 0 0,1 0 20,-1 0 0,0 0 0,0 0 0,0 0 0,1 0 0,-1 0 0,0 0 0,0 0 0,0 0 0,0 0 0,-1 0 0,1-1 0,-2 1 3,3 0 0,0 0 0,-1 0 1,0-1-1,-1 1 0,1 0 1,-1-1-1,1 1 0,-1 0 1,0-1-1,0 1 0,0 0 2,-1 0 1,1-1-1,0 1 1,0 0 0,0 0-1,-1 0 1,1 0 0,-2 0-1,1-1 1,-2 1 0,-1 0-1,-1 0-3,7 0 1,-2-1-1,-1 1 1,-1 0-1,-1 0 1,1 0 0,0 0-1,2-1 1,2 2-2,-8-2 0,2 1 1,1 0-1,2 0 1,0 0-1,0 0 0,0 0 1,-1 0-1,-1 0 1,-1 0-1,-2 0 1,-2 0 1,9 0 1,-2 0-1,-2 0 1,-2 0-1,0 0 1,-1 1-1,1-1 1,1 0-4,-1 0 0,0 0 0,0 0 0,0 1 0,0-1 0,0 0 0,-1 1 0,1-1 0,6 1 1,-1-1 0,0 1 0,0 0 0,0-1-1,1 1 1,2 0-1,-9 0 0,1-1 0,1 1 0,1 0 0,0 0 0,-1-1 0,0 1 0,-1 0 0,-1-1-2,8 2 0,-1-1 1,-2 0-1,1 0 1,-2 0-1,1 0 1,-1 0 2,-1-1 1,-1 1-1,0 0 1,0 0 0,-1 0-1,0 0 1,-1-1-1,4 1 1,1 0 0,-1 0 0,-1-1 0,-1 1 0,-2-1 0,1 0 0,-3 0 1,-1 0-1,1 0 1,2 0 0,-3 0 1,2 0 0,2 0-1,-1 0 1,2 0 0,-1 0 3,5-1 1,2 1-1,-1-1 1,1 1-1,-1-1 1,-3 0-6,3 0 0,-2 1 0,-1-1 1,0 0-1,-1-1-2,-3 1 0,0-1 0,-1 1 0,0-1 0,-2 0 97,8 0 0,-3 0 0,0-1 0,0 1-145,-1-1 0,-1 0 1,0 1-1,-2-1-8,7 0 0,-2 0 0,4 0-335,-11 0 0,5 0 0,1-1 0,-2 1 0,-5-1 391,6 0 0,-4 0 0,-1 0 0,-2 0 0,-1 0 0,-4 0 0,-1 0 0,1 0 0</inkml:trace>
  <inkml:trace contextRef="#ctx0" brushRef="#br0" timeOffset="13358">5752 6137 17339,'39'-21'-16,"0"0"0,-1 0 1,7-2-1,1 1 0,-3 4-90,6 3 0,0 2-962,-7 2 1,2-1 0,1 0 831,-1 1 1,1 0 0,1 1-637,5-1 0,1 0 0,-3 2 43,0 0 0,-1 1 829,13-1 0,-9 3 0,-24 3 0,5 1 0</inkml:trace>
  <inkml:trace contextRef="#ctx0" brushRef="#br0" timeOffset="13572">6576 5888 10110,'-21'43'106,"0"0"1,3-12-1,4 1 639,7 26 1,6-1-869,-1 1 393,1 2 0,0 1-757,0-18 0,2-2-343,1 11 1,2 1-131,1-4 0,3 0-2594,6 0 0,3-3 3554,-4-14 0,1-2 0,10 15 0,-14-31 0</inkml:trace>
  <inkml:trace contextRef="#ctx0" brushRef="#br0" timeOffset="14200">7065 6557 9901,'5'-10'3329,"12"-27"1,0-7-6890,-13 5 3798,11-4 1,-6 2 349,-29 11 882,-23 20-1363,5 3-26,0 12 0,1 4-70,4 4 339,3 3 1,3 3-402,4 13 29,4 10-6,16 10 34,8-18 10,21 14 12,-9-33 580,29 7-490,-23-18 263,31-18-180,-22-7 95,6-10-38,-4-10 72,-11 6 304,2-12 155,-11 12-694,-7 10 3247,-6 15-3796,-2 13 382,-1 2 94,-2 23-16,2 3-6,3 19 5,5-14 1,10 6-34,7-12 22,19 8 29,-11-16 83,27-4-44,-32-18 167,30-17-167,-32 2 47,0-10 0,-3-2-36,-5-2 53,-4-7 0,-2 0-8,-5 3 108,-3-1 1,-3-1 98,-4 4-174,-1-6 191,-4 12-280,6 16-17,-1-3-186,3 11 108,2 1 21,16 15-10,9 7-17,23 18-449,-20-17 0,1-1 398,19 16-103,-14-8 0,-3 0 53,-3 3-250,-7 2 1,-5 0 243,-13-6-772,-29 26 223,1-35-2596,-12-4 1,-3-4 3290,1-6 0,-7-3 0,31-4 0</inkml:trace>
  <inkml:trace contextRef="#ctx0" brushRef="#br0" timeOffset="14596">8180 6375 12761,'-1'-8'4773,"0"1"-5746,-2-43 1,0-10 1594,1 15-142,0-3 0,-1-11 0,2 10 1544,1 2-1677,0-11 710,0 33-1124,2 13 317,0 15-245,3 16-33,4 23-50,-2-10 0,1 3-104,1 8 0,1 5-470,0 0 1,0 5-1,-1-4 1586,1-2 0,0 0-2417,0 4 1,2 3 0,-1-7 1482,9 10 0,-3-1 0,-5-32 0</inkml:trace>
  <inkml:trace contextRef="#ctx0" brushRef="#br0" timeOffset="14857">8645 6287 12337,'0'-6'5131,"0"2"-3081,0 4-1787,-71-34 73,30 46-540,-11-17 1,-1 5 429,21 23 1,3 8 14,-4-3 0,1 1-54,1 1 1,3-1-118,2-1 0,4 0 144,-6 23-225,15-6 22,27-7 1,24-6-46,-5-20 0,5-3-760,11-2 1,3-3 233,9-2 0,3-3-620,-18-1 0,1-1 0,-1 0 1180,18-3 0,-5 1 0,-19 0 0,-4 1 0,5-1 0</inkml:trace>
  <inkml:trace contextRef="#ctx0" brushRef="#br0" timeOffset="16833">10758 6370 15132,'-1'-4'3439,"0"1"-695,1 3-2452,-4-42-119,3 32-173,-3-32-123,3 42-62,0 0 101,-1 5 17,0 2 11,0 1-67,1 2 39,1-5 106,2 0 135,-1-2 201,1-2-184,-1-9-62,-2 1-62,-2-3 46,-8-2-80,2 7 12,-13-3 6,0 6 40,-20 2-7,1 5-6,-7 5-44,18 0 17,0 9-34,19-9-28,-1 11 17,17-5 39,25 10-28,13-4 0,-9-9 0,0-2 0,19 2 0,10-3 16,-19-4 102,-9-2 28,-12-2 173,-26-1-319,-15-1 11,-19 0 0,-2 2 8,-3 4 1,-3 2-337,13 0 1,-1 2 308,-12 5 0,1 1-4,-5 8-60,12 7-40,23 5 67,13 1-6,25 5-33,29-14-473,-15-16 0,3-3 503,-5-3 1,1-2-48,5-3 0,4-2 0,-5-1 48,-8 0 0,0-3-3,11-4 0,5-3 0,-7 1 328,8-10-275,-5-6 0,-5-2 59,-14 3 41,-9-4 0,-4-2 88,-12-3-89,-3-7 217,-12 3-83,4 18 945,-3-4-1119,8 16 143,1 4-355,4 8 203,0 7-41,3 13 10,1 14-10,1 11 5,-3 8 0,-4-10-36,-3-12 0,-2 0 14,-5 8 33,-6 11 29,10-29 464,3-13-252,5-16-162,0-11 67,2-16 0,4-8-34,7-4-39,7 2-61,-1 10 22,16-4-56,-8 17 0,10-1-6,-16 14-27,7 14 5,-9 8-6,8 12 34,-6 6-22,-2 0-29,1-2 35,-6-8-124,13 4 78,-7-16 12,13 2-51,2-20 45,-4-2-23,-2-4 1,1-2 28,8-5 10,14-9 35,-27 13-113,-6-2-352,-12 9-359,1-3-174,-7 5 174,0 1 448,-1 0 292,2-1 89,-1 2 123,2-3 23,-2 1 94,2-5 107,-3 0 45,0-1 51,0 0 44,0 0-245,0 2 385,0-3-325,-1 5-95,1-3-33,0 5-34,0 2-84,0 1 756,0 1-734,0 1-50,0-3-16,0-2-12,-1-6 11,1-3 11,0-5-5,0-6 17,0-5-6,0-6 28,0-6 28,-1-4 61,-1-1 12,0 4-5,-1 7 10,0 11-44,0 9-79,1 8-84,1 6 23,-1 10 44,1 11-16,0 18-6,1 20-6,1-24 1,0 2-319,2 3 0,1-1 282,2 1 0,0-1-45,2 0 1,1-1-83,1 0 1,1-1-265,0-1 1,1-1-8,0-1 1,1-1-1208,10 26-1523,-3-9-2745,-4-11 5915,-4-14 0,-6-11 0,-3-8 0</inkml:trace>
  <inkml:trace contextRef="#ctx0" brushRef="#br0" timeOffset="17623">11803 6593 19882,'-39'-40'356,"0"0"1,2 4-1,12 9-300,24 21 258,7-1-443,14-5 6,21-7 30,-12 8 1,3 0-567,7-1 1,1 1 103,2 0 1,1 1 215,-3 2 0,-1-1 232,-5 1 1,-3-1 401,13-8 445,-21-5-51,-17 2 431,-14-5-516,-3 11-189,-1 1-197,7 7-246,3 4 1494,2 1-1427,9 3-33,-2 0 5,29 15-62,0 10-5,7 5-56,-19-7 0,-3 3-246,2 25-58,-12-18 0,-5 1 318,-6-2 0,-5 0 109,-16 21 203,-20-13-91,10-23 202,-12-9 0,22-21 5,0-8-11,10-14-83,10-7-158,14-3-67,15 2-16,16 3-29,11 8-8,-25 18 0,1 3-92,30-5-74,-1 7-72,-3 7-11,-4 5 106,-10 1 697,-12 0-209,-14-2-1,-10-3-212,-9-1-107,-9 3 45,-10 7 11,-11 8-28,1 6 12,6 2-12,12-7 56,14-2 73,24-11-146,-2 0-61,33-4 0,-4-5 39,-18 0 0,2-1-176,0-2 1,-1-1 200,-2-2 0,-1-2 42,24-16 16,-14-7 213,-9-15-133,-16 14 229,-6-10 565,-9 17-665,-4 6 352,-1-4-69,1 18-407,-1-2-127,3 11-7,3 14-6,2 19-23,-1 4 1,-1 6-132,0 3 0,-1 2-442,-2 2 1,-3 3 38,-1-10 1,-2 1 0,-3 0 166,-2 3 1,-2 0 0,1-3 0,1 4 0,-1-3 0,-1-1 0,0 0 0</inkml:trace>
  <inkml:trace contextRef="#ctx0" brushRef="#br0" timeOffset="20274">2325 8232 8063,'-29'56'114,"0"0"1,1 0 0,-1-1 0,-2 2 0,1-3 0,4 0 296,8-6 0,4 0 0,0-2-670,-1 6 0,1 0 570,3-8 1,-1 2 0,2 0-599,0 2 1,2-1 0,0 1 527,2 0 0,0 1 0,3 1-47,4 12 0,3 2 0,1-4-166,-1-17 0,-1-2 0,4 3 15,6 6 1,4 5-1,1-1 1,-1-7-28,2-3 1,3-1-2,5 8 0,4 6 0,1-6-1,4-1 0,2-2-114,-7-9 1,2 1 0,2 1 145,8 4 1,3 0 0,0-3-8,-4-4 0,-1-3 1,1-1-16,-2-1 0,1 0 0,0-3 24,3-3 1,1-1 0,-1-3-6,-4-5 0,1-2 0,1 0-14,13 3 1,3-1 0,1-2-380,-11-6 0,1-1 1,0-1-1,2-1 331,4-1 1,0-1 0,2-2 0,0 0-231,5-2 1,1-1 0,1 0-1,1-2 251,-10 0 0,1-1 1,0 0-1,1 0 1,-1-2 21,3 1 1,0-2 0,1 1-1,0-2 1,3 1 39,-2-2 1,3 0-1,1 0 1,-1-1-1,-1 1 1,-4 0-28,-5 1 0,-4 0 0,-1 0 0,2 0 0,3 0 73,0-1 0,6-1 1,1-1-1,1 1 1,-2-1-1,-5 2 1,-6 0-20,9-1 0,-9 1 1,6-2-3,-2 1 1,5-1 0,2 0-1,-1-1 1,-5 1-242,10-3 0,-4 1 0,-1-1 167,-2 0 0,-1 0 0,-2 0 1,-6 2 1,-2 0 0,-5-1 458,-1 0 0,-8-2 427,-6-13 304,-7 5-1128,-26-13-61,-17 9 61,-18-7 65,7 14 0,-2 1-3,-17-6 3,14 9 0,1 1 1863,-9 0-1838,-7-3-28,10 4-50,5 1-84,17 6 3195,4 2-3985,16 4 717,9 6 117,5 2 29,22 15-34,16 7-210,0-2 0,5 2 142,-4 1 1,1 0-455,2 0 0,-1 3 430,-12-3 0,-1 4 1,-6-3 1,-6-5 0,-4 2-262,4 13 1,1 7 0,-11-2-1055,-15-1 0,-8 0-202,4 9 1,-5 0 1562,-16-3 0,-2-8 0,3-8 0,-2 0 0</inkml:trace>
  <inkml:trace contextRef="#ctx0" brushRef="#br0" timeOffset="22566">7733 10576 9397,'8'-43'1725,"1"0"0,-1-1 0,2-10 0,-2 3-944,-2 17 1,-2 4-10,-1-3-1220,-7 25 460,-4 26 111,-7 33-56,3-8 0,0 5-775,1-5 0,0 2 0,-1 3 734,-2 9 0,0 4 1,-1 2-575,3-9 1,0 3 0,0 1 0,0 1 558,2-6 0,-1 1 0,1 2 1,-1 0-1,1 1-13,1-6 0,1 1 0,-1 1 0,1 1 1,0 1-1,0 2-11,0-4 0,1 4 1,0 1-1,0 0 1,0 1-1,0-1 1,1-2-1,0-2-320,0 1 0,0-2 0,0-2 0,0 1 0,1 1 1,0 3 265,0-1 1,1 4-1,-1 2 1,0 0-1,1 1 1,1-2-1,-1-2 1,2-3-456,0 9 1,0-4 0,1-1-1,1-1 1,0 3 181,1-2 0,0 1 0,0 1 0,1 0 1,0-1-1,1-2-201,1 6 0,0-2 0,1 0 1,1-2-1,0-2-530,2 5 0,1-2 0,1-1 0,-1-5 1071,2 5 0,1-4 0,-2-8 0,-1-8 0,-2-9 0,-2-10 0</inkml:trace>
  <inkml:trace contextRef="#ctx0" brushRef="#br0" timeOffset="23590">8686 9844 6167,'58'-2'101,"-1"0"1,1 0 0,-7-1-1,4 0 1,2 0 0,-3 0-1,-4 0-1857,5 0 0,-5 0 0,4 0 1837,2-1 0,3 0 1,2 0-1,-4-1 249,6 0 1,-4-1-1,3 0-268,-10 1 0,2 0 1,1 0-1,2 0 119,0 0 1,2-1-1,2 1 1,0-1-1,1 1-167,-8 0 1,-1 1-1,2-1 1,0 1 0,0 0-1,0 0 49,2 0 1,0 0-1,1 0 1,0 0-1,2 1 1,1 0-31,-6 0 1,3 1-1,1-1 1,1 1 0,-1 0-1,0 0 1,-2 0 0,-3 1-199,2-1 0,-2 0 1,-2 1-1,0 0 1,1-1-1,1 1 168,7 0 1,1 0 0,0 0 0,2 0 0,-1 1 0,1 0 1,-9 0 1,1 0-1,0 0 1,1 1 0,-1 0-1,-1 0 1,0 0 0,3 0 1,-2 0-1,-1 0 1,2 1 0,1-1-1,3 1-5,-8-1 1,2 1 0,1-1 0,3 1 0,-1 0 0,1-1 0,-1 1 0,-1 0 0,-3 0-10,8 1 0,-2-1 0,-1 1 0,0 0 0,-1 0 0,1 0 0,0 0 11,0 0 0,0 0 0,0 0 1,0 0-1,0 1 0,0-1 0,0 0 1,-1 0 1,0 1 0,-1-1 0,1 0 0,-1 0 0,1 0 0,-1 0 5,-1 0 0,-1 0 1,1 1-1,0-1 1,-1 0-1,0 0 1,0 0 14,8 0 0,-1 0 1,-1 0-1,1 1 0,-1-1 1,0 0 16,-3 0 1,1-1 0,-1 1 0,0 0 0,0 0 0,-1-1 8,-2 1 0,0 0 1,-1-1-1,0 1 1,0 0-1,-1-1 9,9 1 1,-1 0-1,0 0 1,-1-1 0,-1 1 28,-2 0 0,-1 0 0,-1-1 1,0 1-1,0-1-61,9 2 0,0-1 0,-2 0 0,0 0-13,-3 0 1,-2 0-1,0 0 1,-1 0 5,-2 0 0,-2 0 0,0 0 0,0 0 109,-3 0 1,-1 0 0,0 1 0,0-1-103,12 1 0,-1 1 0,-1-1 3,-4 1 1,-1 0 0,-1 0 26,-4 0 0,-1 0 0,-1 0 585,16 2 0,-3 0-430,-7 0 0,-3 1-34,-8 0 0,-2 2 1769,21 9-1796,-17 4 2004,-16 7-1926,-9 7-79,-8 14-81,-7-18 0,-1 1 439,0 7 0,-2 3-408,0 7 0,0 3-17,-2 7 0,0 2-45,1-17 0,0 2 0,0 1-430,-1 5 0,0 1 1,0 1 421,1 4 1,-1 2 0,0 1-13,0-14 1,0 1 0,0 1-1,0 0-12,0 1 0,0 1 0,-1 0 0,0 0 4,0 1 0,0 0 1,0 0-1,0 1 7,0-1 0,0 0 0,0 1 1,0-1-3,0 0 1,0 0 0,0 0 0,0-1 4,1-1 0,0 0 0,0-1 0,0 0-5,0-1 1,0-1 0,0 0 0,0 0 7,0 14 1,0 0-1,-1-1-4,0-1 1,0 0 0,0 0-419,-1-2 0,0 0 0,0 0 403,-1-2 1,0-1 0,-1 1-463,0-9 0,0 1 1,-1-1-1,1-3 462,-3 18 1,-1-1-2,0-9 0,-2 2 0,0-5-104,-3-3 1,-1-3 74,-6 10 0,-3-1 316,-3-6 0,-3-4-342,-2-3 1,-4-5-9,-3-3 0,-3-4-3,-4-2 1,-5-4 23,4-7 1,-5-2 0,2-1 216,-5 0 0,-2-1-178,13-5 1,-4 0-1,-1-1 1,3-1 5,-5-1 1,1 0-1,-4-1 0,4-1 1,-6 1 0,-2 0 0,1-1 0,3 0 122,3 1 0,3-1 1,-1 0-1,-3-1-126,2 1 1,-3 0 0,-3-1 0,1 0-1,0 1 1,3-1-238,-10 0 0,2 0 0,0 0 1,-3 0 236,10 0 1,-1-1 0,-2 1-1,-1-1 1,-1 1 0,1-1-178,-2 0 0,0 1 1,-1-1-1,0 0 1,-1 0-1,0 0 176,8 0 0,-1 0 0,0 0 1,0-1-1,-1 1 0,-2 0 1,0-1-80,3 1 0,0 0 0,-2 0 0,-1-1 0,0 1 1,-1-1-1,1 1 0,1-1 0,1 1 80,-2 0 1,0-1 0,2 1 0,-1-1 0,1 1 0,-1 0 0,-1-1 0,-1 1-31,-1-1 1,-1 1 0,-2 0-1,0-1 1,0 1 0,0 0-1,2-1 1,2 1 0,3 0 24,-8 0 0,4-1 0,3 1 0,-1 0 0,0 0 0,-3 0-16,0 0 1,-2 0 0,-2 1 0,1-1 0,-1 0-1,2 0 1,2 1-3,-1-1 0,2 1 1,2-1-1,-2 1 1,-1-1-1,-4 1-83,8-1 1,-4 1 0,-1-1-1,-3 0 1,1 1 0,-1-1-1,0 0 1,2 1 0,2-1-133,0 0 1,2 1 0,-1-1 0,2 0 0,0 0-1,0 1 1,0-1 0,1 0 19,-7 0 0,1 0 1,0 0-1,0 1 1,1-1-1,1-1 1,0 1-584,-4-1 1,-1 1 0,1-1-1,2-1 1,3 1 0,3 0 831,-6 0 0,5-1 1,2 1-1,1-1 0,4 1 1,0 0-1,3 0 1,5 0-1,-7-1 0,0 0 1</inkml:trace>
  <inkml:trace contextRef="#ctx0" brushRef="#br0" timeOffset="24690">15804 10901 12151,'-57'-2'1066,"0"0"1,0 0-1,10 0 1,2 0 0,4 0-687,4 2 1,6 0-232,2 0-116,18 0 740,32 7-258,25 0-361,-3-1 0,7 0-560,-7-3 1,2-1-1,3 0 423,9 0 0,2-1 0,-1 0-14,-6 0 1,-2 0 0,3-1-2,-4 0 1,3-1 0,1 1 0,1-1-677,2 0 1,1-1 0,0 1 0,0-1 675,1 0 1,-1 0 0,1 0 0,1-1-2,5 0 0,2 0 1,-2 0-1,-6-1-183,-8 1 0,-4 0 0,0-1 299,5-2 1,0-1 0,-7-1 173,-12 0 1,-3-2-88,9-4 0,-10-4-136,-28-15-85,-28-8 47,-8 16 1,-7 1 45,3 3 0,-2 1 121,3 4 1,-4 1-1,5 2-54,-1 0 0,3 3-48,1 0 0,5 2 2494,7 3-2617,14 3 444,7 2-422,15 2 68,13 7-23,31 7-39,-1 4-126,2 0 0,3 4 92,-18-5 1,1 2-27,-3-2 0,1 1 0,-3 2-374,1 5 1,-5 3 122,-8-2 1,-7 3-909,-3 30 390,-20-14 829,-22-5 0,-4-3 0,8-13 0,-2-2 0,-1 0 0</inkml:trace>
  <inkml:trace contextRef="#ctx0" brushRef="#br0" timeOffset="25333">16160 12287 10170,'-54'-3'388,"0"0"0,12 1 0,7 0-113,12-3 840,39-1 548,28-5-980,-6 4 1,5 1-1408,13-2 0,5 0 877,-10 3 0,1 0 1,3 0-634,-8 2 1,2-1 0,0 1 0,2 0 491,4 0 1,2 1 0,0-1 0,1 1-13,3 1 0,1-1 0,1 1 0,-1 1-3,0-1 0,1 0 0,-1 1 0,1-1-390,-9 1 1,1 0 0,0 0-1,-1 0 1,-5 0 386,10 0 1,-4 0-1,-1-1 9,6 1 1,1-1 0,-12-1 495,4-2-130,-13-5 233,-43-5-804,-34-8 160,4 7 0,-5 1 614,-10-4 0,-3 1-500,-7 0 1,-1 0 78,-1 1 1,2 1-43,13 4 0,1 1 264,-2 0 0,6 2 2702,7 2-3322,-1 0-84,31 6 331,8 0 264,12 5-79,20 6-146,-7-1 0,4 2 35,9 4 1,3 2-86,7 4 0,1 1-31,1 3 0,-1 2-398,-3 0 0,-3 2 322,-9-1 0,-4 1-174,-10 0 1,-7 2-2196,-11 30 2487,-22-26 0,-6-4 0,-1 6 0,-15-5 0</inkml:trace>
  <inkml:trace contextRef="#ctx0" brushRef="#br0" timeOffset="25940">15924 13335 13315,'59'-2'168,"0"0"0,1 0 0,1 0 0,1 0 0,2 0-140,-9-1 0,3 1 0,-1-1 0,-3 0-958,0 0 1,-2 0 0,4 0 923,1 0 1,5 0-1,0 0 1,-6-1-5,-5 0 1,-4 0 0,1-1 7,8 0 0,1-1 0,-3-1 106,-10 0 1,-2 0 0,-3 0 848,4-4 1,-7-1-86,1-11 135,-34 1-745,-25 0 134,-19 1 196,-15 0-422,23 11 1,-1 1 152,-1 0 1,-2 0 111,-7-1 0,2 1-151,-14-2 872,22 4 0,4 1-860,8 2-140,4 0-337,12 3 112,12 0 180,15 7-46,28 6-53,-9-2 1,4 3-635,13 4 0,3 1 594,-16-4 1,2 1-1,0 3-105,6 4 1,2 3 0,-5 0-18,2 0 0,-4 3-650,4 11 1,-13 4 803,-37 19 0,7-19 0,-24-5 0</inkml:trace>
  <inkml:trace contextRef="#ctx0" brushRef="#br0" timeOffset="27740">7085 14148 13418,'50'-5'1000,"0"0"1,8-2 0,7-1-737,-15 0 1,6 0 0,3-1 0,-1 0-1590,3 0 1,0 1 0,2 0 0,0-1 1336,-11 2 1,1 0-1,0-1 1,1 1-1,1 1-11,-2 0 1,0 0 0,1 1 0,1 0 0,1 0 0,1 1-177,-4 0 0,3 1 1,0 0-1,0 0 0,1 0 1,-2 1-1,-1-1 156,1 0 0,-2 0 1,-1 1-1,1-1 1,1 0-1,3 1-26,-3 0 0,3 1 0,2-1 1,1 1-1,0-1 0,-2 1 1,-2 0-1,-4 1-81,7-1 1,-5 1-1,-1 0 1,0 0 0,4 1-461,3 0 0,3 0 0,2 0 1,-1 1-1,0 0 0,-4 0 586,1 0 0,-2 0 0,-2 1 0,-1-1 0,-3 1 0,0-1 0,-1 1 0,-4 0 0,-5-1 0,5 3 0,1-1 0</inkml:trace>
  <inkml:trace contextRef="#ctx0" brushRef="#br0" timeOffset="28654">7519 9977 14271,'-6'-4'1149,"0"2"-1571,6 2 518,0 0 109,32-26 3,16 16 1,10 2-1080,-12-4 0,3-2 0,3 1 870,2 5 0,4 1 0,0 2 1,-2-1-91,2-1 0,-3 1 1,6-1 60,-5 1 1,5-2-1,2 0 1,0 0-1,-3 1-620,-1-1 1,-3 2-1,0-1 1,2-1 499,-4 2 0,1-1 1,1-1-1,1 1 1,-2 0 149,3 0 1,3 0-1,-2 0 1,-5 0 0,-7 2-1,3-1 1,-4 0 0,-1 1-1,1 0 1,-1 0 0</inkml:trace>
  <inkml:trace contextRef="#ctx0" brushRef="#br0" timeOffset="37238">20458 2276 12633,'22'-38'809,"1"0"1,0-1-1,7-14 1,-8 5-217,-23 0-83,-9 4 729,-8 3-797,-14 3-341,7 16 318,-19 5-307,6 21-50,-17 11-51,26-3 0,-1 4-222,-6 8 0,2 3 195,-10 10-10,18-10 1,5 1 396,9 4-416,6 5 22,16-8 74,10-10 61,11-9 0,9-12 11,6-12 56,6-12-64,-25 8 0,-2-3 91,6-9 1,-2-2-118,-4 2 1,-3-1-51,0 1 1,-1-1 32,-4 1 1,-1 0 162,12-23-128,-6 11 156,-1 0-16,-14 29-191,-2 1-236,-3 9 69,-2 7 229,-2 13 567,-4 16-625,0 0 0,0 2 77,-4 18-156,2-12 1,0 0-329,2 15-65,2-24 0,1 2-1221,4 2 0,3-2-8198,7 16 8884,1-9 1,-1-24 0,-8-13 0</inkml:trace>
  <inkml:trace contextRef="#ctx0" brushRef="#br0" timeOffset="38425">21190 1961 17104,'0'-46'868,"1"0"0,-2-3 0,-3 10-593,-3 25 212,-15-13-409,9 19 120,-24-2-92,6 11-13,-15 10 45,14 2 142,-10 29-46,20-3-146,8-11 0,2 3 62,4 20-100,7-1-64,9-6-76,1-12 53,17 0-73,-5-19 104,3 2 236,7-25-114,-8-12-53,5-6 65,-8-3 1,-2-4 4,-5 6 0,-1-1-523,5-16 1,0-2 413,-6 3 0,-2 1-59,-2 9 1,-1-1-209,0-13 1,-1 1 382,-1-8-68,-2 18 1,0 2 72,-3-2-67,0 14-220,-1 11 896,1 9-992,-1 16 803,1 15-630,-1 25 31,1-15 0,0 2-470,0 8 0,0 1 293,-1 7 1,0 1-221,-1 4 0,-1-1-370,-1 0 0,0-1-459,1-5 0,0-1-902,1-7 0,2-3 2162,4 19 0,0-27 0,2-20 0</inkml:trace>
  <inkml:trace contextRef="#ctx0" brushRef="#br0" timeOffset="39206">21433 2046 12315,'21'-55'1758,"1"-1"1,-3 7 0,-1 5-813,-1 5-101,-2 13-520,-6 11-76,7 13-26,-3 13-285,10 16 122,-3 17-47,-1 11-3,-3 6-458,-6-13 384,-7-16 1,-1-1-35,-3 5 85,-3 8 452,-3-27-42,-1-14-135,1-9 109,-6-24 147,7-4-322,2 1 0,2-2-78,4-9-16,4 10 1,3 2 94,12-9-42,9-6-121,2 8 74,2 10 39,3 9-23,3 9-28,2 8 313,-1 13-132,-3 11-141,-5 11-70,-7 10-117,-8 4-69,-8 0 21,-5-4 19,-8-8-235,-2-10 190,0-10 204,1-8 74,3-8-100,8-16 163,5-6-46,10-13-1,5 1-7,3 1 11,-1 7-43,-5 9-71,-6 9 256,-6 7-120,-1 10-231,0 8-118,2 11-73,0 7-65,2 4 8,1 0-7,4-4-33,3-5 28,-4-9 257,8-6 219,-9-11 127,8-9 113,-5-12-71,0-13-51,-2-8-72,-1-6-40,-3-3 15,-1 4-9,-3 10 222,-4 13-496,-4 11 239,-2 7-102,-1 7-34,0 7-7,0 9-144,2 22 8,1-11-542,6 20-370,3-20-5374,10 10 4691,-5-16 1689,10-1 0,-19-18 1,4 0-1</inkml:trace>
  <inkml:trace contextRef="#ctx0" brushRef="#br0" timeOffset="39372">22643 1643 16817,'-1'-4'255,"0"1"-2240,1 3-2,0-13 2075,6 16 0,-4-14 1,3 18-1</inkml:trace>
  <inkml:trace contextRef="#ctx0" brushRef="#br0" timeOffset="39724">22804 1705 20648,'6'0'3658,"-1"0"-6855,-5 0 3300,31 56-1944,-19-12 1468,5-8 1,0 1 1009,-9 13-947,-3-21-338,1 2 62,-3-8 2989,-3-10-2676,-1-8 4312,-3-11-3491,-1-11-264,2-13 4,6-11 154,24-15-19,-3 18-155,1 12 1,4 3 294,14 1-300,-10 10 0,1 2 407,9-2 60,21 15-225,-39 6-580,18 19-879,-22 5-2845,-9-1 1,-3 1-6033,2 11 8891,-7 9 0,-4-40 0,0-6 0</inkml:trace>
  <inkml:trace contextRef="#ctx0" brushRef="#br0" timeOffset="43991">20269 3086 8119,'0'-6'3977,"0"1"-173,0 5-3267,-49-17-173,24 18-146,-9-6 1,0 3 229,-2 21-39,-4 6-135,-1 5-179,5 2-89,11 1 5,12-1 45,15-2 39,12-4-33,4-7 146,25 0-74,-8-12 12,18 0 0,-12-10 66,-6-5 108,-11-5-164,-12 3 102,-12-7-213,-16 8-12,-15-2 23,-17 9-11,-12 10-244,27-1 0,0 3 210,1 2 1,1 4-23,-22 18-200,15 7 172,17 2 0,15 1-28,19 0-51,15-1-89,21-5-277,-19-21 1,2-3 309,4-2 1,1-3-62,1-2 0,-1-3-63,22-2-282,-18-8 1,0-4-107,11-12 347,-16 3 0,-1-3-42,9-21 336,-14-5 258,-12 0 403,-10 3 56,-6 8 101,-4 10 44,0 9 506,0 9-1116,1 5 111,1 3-228,4 7-12,3 7-33,7 11-40,1 9 1,-2-5 22,9 31 6,-10-31 50,10 20 173,-10-35 34,2-10-184,-4-8 212,10-23-17,-6-3 101,6-20-61,-7 4-118,-4-1-118,-2 7-83,1 7-62,0 10-129,3 10-107,6 7-106,7 10-134,8 8-39,5 7 28,4 5 27,3 0-90,4-3-211,6-3 10,5-5 115,3-4 602,-2-4 152,-4-6 89,-8-5 364,-10-10-291,-15 4 296,-10-9 51,-14 7 18,-10-3-24,-11 3 160,-11 4-434,-6 5-129,-1 7-106,2 7-28,7 7 11,3 7 45,4 14-45,8-4-40,4 1 7,8-5 22,6-7 44,8 1 135,14-9-157,-3-7 45,14-13 17,-10-9 39,7-9 46,-6-6 27,-6-2 33,-6 4 107,-9 4-292,-2 11-10,-6 5-68,0 9 23,-7 14-34,3-2 5,-3 30-5,7-19 0,4 21 6,8-16-6,15 12 0,5-12-17,11 0 17,-11-16-6,12-5 6,-5-13 0,13-11 0,2-16 0,-20 3 0,-2-4-391,-5 0 0,-2-2 388,0 0 1,-2-2-7,-5-3 1,-3 0 2,-2 6 1,-2 0 2,3-8 0,-2 1 14,-1 4 0,-3 0 17,-1 4 0,-2 1 28,-5-14-44,-1 14-68,-3 19 5,1 20 51,2 3 782,-5 21-826,2 7 7,0-2 1,0 2-15,-3 18-148,3-13 1,1 2 30,3-6 0,2-2 51,0 24-21,4-21 1,6-3-490,20 9 341,-3-8-187,3-13 0,0-4 170,-2-5 26,5-5 0,1-2 204,-5-8 45,24-12 84,-21-10 207,8-19-95,-15 13 521,-4-10-504,-17 27 279,-5-1-335,-7 14 5,-10 13-123,6-3 23,-2 22-34,13-18 17,16 19 16,8-19-27,8 3 16,24-8-5,-23-8 22,30-5 112,-13-14-72,-10 0 86,-12-5 0,-5-4 77,-5-12-119,0-8 241,-17-12-263,-4 29 56,-9-21-79,0 22-89,2 6-336,2 3-1,8 17 186,3 4-656,16 14-73,7 2-341,16 10 386,-9-9-2425,19 9 1927,-24-16-549,5 0 0,0-1 1322,-1-5 655,4-1 0,0-2 375,-5-4 1989,29-11-1552,-37 3 655,14-13-419,-19 4-393,3-6-84,-5-4-481,-7 9 660,-2-6 96,-13 10-420,-3-2-202,-4 5 6,-1 3-46,2 6-61,-22 26 1,-3 10-430,11-9 233,-15 20 1,7 1-18,27-19 45,1 26 0,17-26-11,2 1 51,14-12 111,6-15-50,4-8 34,5-13 154,-15-3-87,1-13-95,-13 12 307,3-29 63,-11 13-220,-3-3-116,-7 16-136,-1 18-21,-4 6-18,-1 17 7,1 2-24,2 16-16,11 1 45,4-5 22,20 14-44,-7-22 10,7 0 1,4-2-23,14-6 14,-12-4 1,1-2 2,10-6 11,6-14 0,-3-22-406,-10 2 392,-11-6 0,-4-4 17,-13 11 0,-2-2-8,3-18 0,-1 0-4,-6 15 1,-1 1 28,0-19 0,-1 2-313,0 19 0,-1 2 360,0-13 1,0 2 100,-4-7-45,-1 19-117,-1 14-79,1 11 46,0 17 368,-2 15-363,-2 23-1393,5-5 0,1 2 1367,0-13 1,1 2-68,1 18 1,2 0-288,3-16 1,1-1 227,2 9 1,2 0-232,2-4 0,1-1 120,1-4 0,0-2-102,7 14-1612,1 4 952,-10-29 297,8 7-1266,-10-27 1653,3-12 111,-7-7 741,-16-33 638,-17-2-505,-1 0 8,6 25 0,-4 2 241,-2 7 1,0 3 270,-18-11-60,-5 1-595,35 16-16,11 2-185,18 4-236,19 1-55,24 6 5,-4-1-353,-6 2 1,2-1 352,16 1 5,-19-3 1,0-2-303,16-8 309,-19-1 106,0-18 33,-22 4 135,2-12 134,-14 4 786,-5 2-948,-1 9 475,-2 0-425,1 7-50,-2 1-246,1 5-23,-1 7 28,-1 8-12,0 7 1,-1 8 6,1 2-18,0-1 6,2-4 12,1-6-34,0-5 33,0-5 51,-1-3 537,1-1-520,0-3-73,0 0-12,0-6 23,0 3-28,0-2 6,0 2 5,0 2 11,0-2-22,1 2 12,1-4 4,-1 4-27,0 1-767,-1 1 442,1 2-644,1 0-1726,2 2 2706,-1 3 0,0-2 0,-1 0 0</inkml:trace>
  <inkml:trace contextRef="#ctx0" brushRef="#br0" timeOffset="46316">23778 3061 7570,'0'-7'5383,"0"2"-1412,0 5-3192,5-39-214,-6 33 69,-2-22-108,-13 49-134,-9 9 45,-4 24-241,12-13 50,13 11-22,22-22-56,15-5-33,9-7 5,7-7 39,1-10 39,-2-12-5,-5-9-10,-11-12-7,-11-12 11,-12-8-45,-18-7-361,-13-1 341,6 33 1,-3 1 65,-23-18-91,1 13-89,3 11-28,12 11-78,-1 10-107,10 12-213,-4 12-386,9 14-734,5 12-1204,15 7-2564,14 1 5286,9-12 0,-8-20 0,-8-13 0</inkml:trace>
  <inkml:trace contextRef="#ctx0" brushRef="#br0" timeOffset="46673">24323 2855 20688,'45'-6'73,"-1"17"-82,-27 14 1,-3 7-403,0 0 1,-2 1 401,-4 0 1,-1 1 25,0 27 289,-12-11-122,-4-16 294,-8-17-125,1-20-62,2-19 18,6-19 32,16-16-207,1 25 1,4 0-147,5 0 0,5 1 62,3 1 0,3 2-36,3 2 0,1 3-56,2 3 0,1 3-160,1 2 1,0 4-2702,7 3 1,-1 3 202,14 4 2700,4 7 0,-45 0 0,-3-1 0</inkml:trace>
  <inkml:trace contextRef="#ctx0" brushRef="#br0" timeOffset="50439">20115 4447 10931,'17'-42'1480,"0"1"0,-1-1 0,8-18 1,-4 5-949,-2-3 283,-7 21 0,-2 3 187,1-3-274,0-7-409,-8 29-223,-4 12-57,0 8 101,-6 18 39,-8 37-162,7-24 0,1 3-503,-2 13 0,2 2 486,3-3 0,2-3-3,1-9 1,1-1-63,5 16 1,1-1-43,-1-18 1,0 0-355,3 13 1,0 1-92,-3-13 1,0-2-1841,0 25 263,-2-20 2129,-2-6 0,0-23 0,0 1 0</inkml:trace>
  <inkml:trace contextRef="#ctx0" brushRef="#br0" timeOffset="51029">20046 4377 17725,'47'-29'196,"-18"15"0,3 0-269,14-2 1,4 2-1060,2-1 0,0 1 950,-11 3 0,0 1-563,8 0 1,1 0 744,2 4 0,-2 1 0,12-3 0,-29 5 0,1 1 0</inkml:trace>
  <inkml:trace contextRef="#ctx0" brushRef="#br0" timeOffset="51429">20866 4337 11060,'-5'1'3814,"2"1"-274,3-2-2772,-26 24-242,33-16-167,1 17-286,24-26 50,26-7 50,-17-5-27,10-7 33,-8-5 79,-11-3-1,-13-2-27,-11 0-34,-16 2-56,-10 3-51,-12 8-3318,-16 6 3269,13 7-12,-5 5 11,6 15-28,7 4-33,-7 15-12,14 2-17,8 4 3337,5 5-3471,12 1-118,7 0-173,11-1-431,9-5-953,13-7-380,-18-21 0,1-2 1392,27 3 0,-18-7 0,-16-6 0</inkml:trace>
  <inkml:trace contextRef="#ctx0" brushRef="#br0" timeOffset="52641">21630 4443 18504,'-43'-33'405,"0"1"0,0 9 1,5 13-373,9 36-8,9-1 1,3 3-4,-2 18-2844,8-11 0,2 0 2817,-1 13 470,10-13 1,3-2-539,5-8 775,19 17-976,5-27-113,16-4 45,-11-15 1,0-5 184,16-5 89,-12-4 1,-1-4 2906,9-17-2817,-20 12 0,-1-5 45,2-13 1,-3-2-274,-8 14 0,-2 0 321,5-18 0,-1 0 67,-9 18 0,0 1-201,1-7 1,0 0 278,-2 4 0,-1 1 362,4-25-6,-6 13 157,-4 12-277,-3 16-440,0 7 900,-1 16-906,-2 14 523,-3 19-545,-1 0 0,1 3-336,-4 20 319,3-11 1,0 1-394,2-16 0,0 1 387,-1 7 1,0 2-1513,-1 3 1,0-2 1506,-3 13-262,3-21 0,1-5 268,2-11 238,-1 7-87,6-23 484,6-10-546,15-23-44,7-7-29,3-7 3117,6-4-3021,1-4 808,-7 10-907,-9 11 1,0 4-31,0 6-12,2 0-38,-9 13-3516,-1 19 3476,-3-3-123,7 23-34,-3-1-392,13 20 314,-10-16-560,12 9-341,-8-24-679,17 1 1619,-12-12 241,19-15 179,-28-5 656,19-29-415,-25 16 386,9-24 203,-10 8-466,-1 2-291,-3 5-22,-4 15 134,-2 8 408,-2 4 3191,1 0-3884,-2 4 50,-3 4 62,-3 14-113,-1-1 34,-4 28-33,4-13-12,0 5 39,0-2-39,4-20-5,-1 8 44,3-17 107,1-1 34,6-15-113,5-6-44,3-7 38,11-13 29,0 6 34,10-10-7,12 3-105,-15 13 38,13 3 12,-9 16-78,-7 4 27,9 17-16,-26-1-23,9 27 17,-14-12 5,1 5-10,0-3 5,2-9 0,11 2 11,1-11-11,1-4 0,4-16 22,-3-7 1,5-13 27,4-22 12,-9 1-170,-10 18 1,-1 0 152,1-7 50,1-2 17,-5 17-11,-1-1-62,-2 9-61,-4 8 5,0 5 293,0 11-276,2 8-61,3 22-63,-1 0-139,-1 10-280,-3-10 123,-1-11-1949,7 6 783,-3-20 738,11 4 0,-12-16 0,4-2 0</inkml:trace>
  <inkml:trace contextRef="#ctx0" brushRef="#br0" timeOffset="52807">23556 4140 18140,'-25'-26'-605,"-1"1"0,-13-13 0,36 42 0,3 2 0</inkml:trace>
  <inkml:trace contextRef="#ctx0" brushRef="#br0" timeOffset="53357">23855 4241 14477,'9'3'3198,"-1"0"-1904,-8-3-280,0 0-919,20-27-39,-27 27 84,6-18-6,-39 33-33,-8 4-39,8-2 78,-5 25-152,25-1 4,8-10 0,3 2-32,7 25-66,13-4-67,8-8 10,11-7-22,6-10-33,8-10 134,-7-9 42,-3-11 0,1-5 98,19-11-331,-21 7 1,1-3 386,5-11 0,-1-4-31,-12 6 0,-1-1-36,5-4 0,0-2 134,-2-6 0,-3 1 194,3-8 192,6-11 91,-20 27-157,-7 12-309,-4 9-173,-3 3 585,-6 16-613,1 2 11,-7 15-39,5 2-57,1 5-156,10 6 62,3-8-488,16 18 84,-5-21-621,9 10-1463,-10-19-44,-4-10 2722,-3-6 0,-7-6 0,0-2 0</inkml:trace>
  <inkml:trace contextRef="#ctx0" brushRef="#br0" timeOffset="53512">24544 4155 12264,'-37'10'0,"8"-3"0</inkml:trace>
  <inkml:trace contextRef="#ctx0" brushRef="#br0" timeOffset="54265">24944 4281 15760,'2'-3'3764,"0"1"-2656,-2 2-1102,-32-16-68,5 26-83,-29-6-74,14 33-27,1 3 5,5 4-11,7-2 28,12-4 118,14-8 162,16-7 84,11-10 11,12-10 11,5-12 40,1-11-3157,6-19 3106,-18 9-40,5-21 147,-20 16 16,1-7 102,-6 9 10,-4 10-212,-3 10 3129,-3 8-3376,0 4 269,0 15-258,-1 5-22,-2 18 0,0 3-50,0 2-102,4-2-167,9-2-22,10-6 134,12-8 55,15-13 197,-12-9 22,14-16 85,-18-8 55,9-12 39,-5-8 90,-4-5 39,-5 2 40,-6 7 21,-6 12-3531,-6 12 3179,-4 8-5,-4 9-1,-1 9-16,-2 10-40,1 12-61,0 9-23,2 2 3449,3-2-3281,3-6 56,-1-17 130,4-6-29,-1-17-17,4-9 24,5-11 245,8-20-269,-5 12 113,10-14-102,-5 22-61,7 0-3453,10 11 3341,-13 7-34,9 12-72,-15 10-269,4 12-741,-2 12-3790,-6 6 4906,-3-5 0,-8-15 0,-4-13 0</inkml:trace>
  <inkml:trace contextRef="#ctx0" brushRef="#br0" timeOffset="55599">19626 1733 1948,'7'-3'4200,"-2"1"-549,-5 2-1909,0 0 505,38-13-1709,-29 10 739,24-9-1154,-43 15 1395,-14 2-1518,-13 5-6,0 0 3,2 1 0,-3 2-240,8-4 1,-2 1 248,-15 6 0,0-1-4,15-5 1,0 0 28,-14 4 0,-1-2 2,-11 4-25,17-5 1,1-1-3,-4 1-6,-4 0 50,24-4 348,-5 3 202,14 0 15,3 4-72,1 4 439,1 5-572,1 5-24,4 6-100,2 9-407,2 10-47,1-21 1,0 2-359,1 6 0,-2 2 413,-2 6 1,-2 3-636,-3 8 0,-4 1 717,-1-14 1,-1 0 0,-1-1-67,-4 13 0,-3 1 69,1-10 0,-2 2 1,0 0 26,1-1 0,0 1 1,1 0-520,0-1 1,2 0 0,1 1 484,-1 4 1,2 0 0,4-2 12,3 6 0,4-2-172,3-2 1,1 0 247,3-3 0,0 0-33,-1-2 0,1 1-111,0 0 0,0 0 196,-3 0 0,-2 0 14,-1 1 1,-2-1-26,-3 1 1,-1-1-29,0-1 0,-1-2 274,2-2 1,2-3-317,1-11 0,3-1 735,5 6 0,3-3-738,11 6-16,15 15-12,9-18-44,10-4 283,-21-19 0,3-3-603,24-4 1,3-6-474,-8-5 0,2-3-1009,-3-2 1,3-3 0,-3-1 1851,6-6 0,-5 0 0,-14 5 0,-4 1 0,8-3 0</inkml:trace>
  <inkml:trace contextRef="#ctx0" brushRef="#br0" timeOffset="57973">20518 1830 11437,'3'-6'2418,"0"1"-1410,-3 5 2067,0 0-2672,17-24-336,-11 17 101,16-21 21,-13 23 294,3-3 622,-1 1 649,-2 1-292,-4 0-371,-3 2-380,-5 1-4209,-8-2 3872,1 2 0,-18-1-322,13 3-298,-13 1 154,8 3 431,-6 0 240,2 6 1066,-9 3-712,10-3 47,-17 8-178,6-3-58,-13 5-57,2-1-436,-1 4-191,17-2-403,6-1-90,13 1 2923,5-2-3525,0 6-1,-2 12-101,2-10 254,-3 13 87,2-12 141,0 6 64,2-5 475,4-3 3,5-8-125,6-5 71,6-6 171,4-3 34,3-5 65,8-6 64,-4-2 78,3-5 212,-11 5 241,3-5-178,-5 1-300,4-6-116,5-8-126,-2 0-112,0 0-11,5-9 17,-10 13 50,5-10-38,-13 16 134,-3-5-145,-4 10-48,0-3 41,0 2 31,1-1-21,0-1 256,2-2 246,-2 7 243,2-3-57,-4 9 423,2-5-200,-4 7 141,1-1-28,-3 4-974,0-1 622,0 10-896,-2 6 91,-2 14-264,-4 7 167,-2 7-79,-2 2-31,1 2 507,4-10-768,2 8-85,10 4-546,2-8 375,20 15 1,-16-40-1,8 5 1</inkml:trace>
  <inkml:trace contextRef="#ctx0" brushRef="#br0" timeOffset="72087">24045 1453 12612,'-9'-42'1250,"-1"-1"0,1 1 1,-2-16-1,6 6-432,12-1-308,5 19-387,-5 18 617,-2 19-354,-3 7 280,0 40-587,-2-15-12,-2 12 0,0 3-471,-1 11 448,0-18 1,2-1 196,11 9 174,12-21-214,4-16 9,11-20 1,3-8-116,11-7-632,-6-3 1,8-7 0,-2 0 547,-13 6 1,-2 1-1,3-3-9,2-2 1,4-3 0,0 0 0,-3 2 0,-2 1 1,-2 2 0,2-3-1,4-2 0,3-2 0,1 0 0,-4 2-7,-2 3 0,-3 2 0,5-2-23,-4 3 0,4-4 0,2 0 1,-1 1-1,-6 3-98,3 0 0,-3 2 0,-1 1-212,6-3 1,0 0 0,-6 3-2313,12-5-4728,-19 14 6778,-17 8 0,-10 5 0,-4 2 0</inkml:trace>
  <inkml:trace contextRef="#ctx0" brushRef="#br0" timeOffset="75771">25355 2880 14208,'-46'6'657,"0"1"0,3-3 1,16 2-238,27-4-84,19 1-241,26-2-126,3-2 0,4-1-312,-13 1 0,2-1 305,3-1 1,5 0 0,-4 0-444,6-1 0,-1-1 484,12-1 0,-1 0 5,-14 1 0,-4-1 0,-6 2 1,-2-2 176,21-15-118,-32 2-39,1-13 6,-42 2 27,-14-2 40,-15-3 6,-5 2 77,-3 0 175,3 3-130,14 8 567,0-4 206,19 12-537,-3-6 607,13 12-988,5 2-218,2 5-18,2 1 158,6 2 61,12 4-44,16 5-7,16 7 1,-21-6 0,0 1-6,2 2 0,-1 2 0,-2 2 1,-1 3-18,1 9 1,-2 2-23,6 13-70,-15-11 0,-4 1-1208,-9 11-4737,-13 13 6043,-10-9 0,1-20 0,5-14 0</inkml:trace>
  <inkml:trace contextRef="#ctx0" brushRef="#br0" timeOffset="77242">20870 4762 8730,'-48'4'1137,"-1"1"0,12 0 0,4-2 79,2-3-746,23 0-352,0 0 128,6 0 79,10 4-51,3 1-83,13 3-113,-2 0 34,15 2 45,15 2-79,9 0-349,1 0 344,-14-5 0,0-1-39,9 1 14,-19-3 1,5 0 0,2 0-731,6-2 0,1 0 0,-1-1 739,-8 1 1,-2 0 0,6-1-6,3 0 1,5 0 0,4 0 0,-1 0-1,-5-1-44,-4 1 1,-3 0-1,0 0 1,4 0-8,5 0 0,4 0 0,2 0 0,-1 0 1,-5 0-508,-5 0 0,-2 0 1,-1 1-1,1-1 507,11 1 1,1 0-1,1 0 1,0 0 2,2-1 0,2 1 0,-2-1 0,0 1-6,-10-1 1,-2 1 0,1-1 0,4 0-5,1 0 0,5 0 1,2 0-1,0 0 1,-4-1-1,-7 1 6,4-1 0,-8 1 0,9-1 1,-10 0 1,7 0 0,4 0-1,2 0 1,-2-1 0,-3 1-1,-7-1-3,13 1 0,-8-1 1,6-1-1,-8 1 0,5 0 0,3 0 0,1 0 0,-2-1 1,-5 1-6,5-1 0,-6 0 0,1 0 0,3-1 5,-6 1 0,3 0 0,2 0 0,0 0 0,-1 0 0,-3-1 13,14 1 0,-3-1 1,-1 0-1,1 0 1,-10 0 0,2 0 1,-1 0-1,-2 0 1,-4 0-12,3 0 1,-5-1 0,0 1-169,4-2 0,1 0 0,-2 1 165,-5-1 0,-1 1 0,-1 0-9,20-3 0,-1 0-6,-1 0 0,-4 1-20,-21 2 1,-5 1 255,9-1-12,-19 2 1515,-18 0-1840,-14 1 2598,-6 1-2513,-41 6-2356,-4 1 2386,26-3 0,-4 2-35,-1-1 1,-3 1 0,1-1-617,-11 1 1,-2-1 593,1 1 0,-6 0 1,1-1 1,1-1 0,0 0 0,2-1 26,7 0 1,1-1-1,-3 1-3,1-1 0,-3-1 0,-2 1 0,-1-1-350,4 0 0,-1 0 0,-1 0 0,-1 0 1,0 0 404,-3 0 0,-1 0 0,0 1 0,-1-1 0,1 0-231,1 0 0,1 0 0,-1 0 0,0 1 0,-2 0 233,3 0 0,-2 0 1,0 1-1,-1 0 1,3 0-1,3 1-4,-8 0 0,4 1 1,0 0-1,-4 0-17,8-1 1,-5 1 0,-1 0 0,0 0 0,3 0 0,4 0-16,-2 1 0,6-1 0,0 1 0,-4 0-138,-4 0 1,-3 0 0,-2 1 0,1-1 0,5-1-821,2 1 0,4-2 0,0 1 1,-3-1 971,2 1 0,-5-1 0,1 1 0,3 0 0,5-2 0,0 1 0,5-1 0,4 0 0,4-1 0,0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4:28:13.1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7194 3233 12744,'1'-46'849,"-1"0"1,1 8-1,-1 7 1231,-1 18-2141,0 13 1052,7 15-840,7 22-56,4 16 121,1 4-163,-8-8 1,-1-1-43,0 9 22,-2 0 1,-2 4 307,-3-16 1,0-1-311,-1 13 0,0 3-15,-1-9 1,-2 2 0,0-1-10,1-5 1,-1 0-1,0 1-493,-1 10 1,0 2-1,0-1 497,0-5 1,0-1-1,0 1 5,0 4 1,0 1 0,0-2-2,1-10 0,0-2 0,-1 4 15,0 7 1,0 5 0,0 0 0,-1-2-701,1 2 1,0-3 0,0 5 676,0-12 1,-1 5 0,1 0 0,-1 1 0,0-2-357,-1 6 1,0 0 0,0-2 0,-1 2 350,0 2 1,0 1 0,-1-1 0,0-2-2,1-10 0,1-2 1,-1 0-1,-1 4-2,-1 6 0,0 6 0,-1 2 0,0-4 0,1-5 2,0-1 1,1-5 0,-1 5 3,1-9 1,0 6 0,-1 2-1,0 0 1,0-1 0,1-4 3,-1 5 1,1-4 0,-1 1 0,0 4-177,0-4 0,0 5 0,-1 1 0,1 1 0,0-1 0,0-5 167,-1 7 0,1-4 0,0 0 0,-1 5 7,2-9 0,-1 5 0,-1 3 1,1 1-1,0-2 0,0-4 0,2-7-189,-2 14 0,1-9 1,0 9 197,1-12 1,-1 6 0,0 5 0,1 1 0,-1 0-1,1-3 1,0-5-32,0 10 0,1-6 0,1 1 0,-1 3 38,1-6 0,-1 4 1,0 1-1,1 1 0,0-2 1,0-2-31,1 2 0,0-1 0,1-1 0,0-2 0,-1-2 19,1 3 1,0-2 0,1-1 0,-1 3 6,1-6 0,1 2 0,-1 0 0,1 1 0,0 0-10,0 1 0,1 0 0,0 1 0,0-1 0,0 1-7,0 1 0,1 0 0,0 0 1,0 1-1,0 1 3,0-5 1,0 1-1,1 1 1,-1 0 0,1-2-1,0-1-14,0 0 0,1-1 0,0-1 0,0 0 1,-1 0-19,1 0 0,-1-1 0,1 0 0,-1 1 0,0-1-49,1 11 0,0 1 1,-1-1-1,0 0-67,-1-2 1,0 0 0,0 0-1,-1-1-393,-1-2 0,0 0 0,0-1 0,-1-1-1047,0-3 1,-1 0 0,1-1-1,-1-2 1583,0 7 0,-1-3 0,0-5 0,1 1 0,-1-7 0,1 3 0</inkml:trace>
  <inkml:trace contextRef="#ctx0" brushRef="#br0" timeOffset="1249">7268 3228 10578,'61'2'72,"0"0"1,0 0 0,-11 0 0,0 0 0,-1 0-62,4-1 0,1-1 1,2 1-1226,-3 0 1,3-1 0,1 1 0,-3-1 1207,8 0 0,-1 1 1,4-1-235,-9 0 0,5-1 1,1 1-1,0-1 0,-4 0 248,0 0 1,-5 0-1,2-1 1,5 0-89,-11 1 1,4-1 0,2 0 0,2 0-1,0-1 1,-1 1 0,-1 0 107,5-1 0,-2 0 0,1 0 0,-1 0 0,2 0 0,1 0-159,0 0 1,2 0 0,0 0 0,1-1 0,0 1 0,0 0 0,-2 0 186,-4 0 1,-2-1 0,1 1 0,-1 0 0,0 0 0,0 0 0,1 0-14,3 0 0,1 0 1,0-1-1,0 1 0,-1 0 1,-1 0-1,-1 0-4,-1 1 0,-2-1 0,-1 0 1,1 0-1,2 1 0,3-1 27,-4 1 0,3-1 1,3 1-1,2-1 0,0 1 1,-1-1-1,-2 1 1,-3 0-1,-4 0-16,7 0 1,-6-1-1,-2 2 1,4-1-1,7 0 15,-13 0 0,6 0 0,3 0 0,3 0 1,3 0-1,0 0 0,0 1 0,0-1 0,-3 0 1,-3 0-1,-4 1-1,8-1 1,-3 1 0,-3-1 0,-2 1 0,1 0 0,1-1-1,2 1-36,0 0 0,1-1 0,1 1 0,1 0 0,0-1 0,0 1 0,-1 0 0,0 0 26,-3-1 0,1 1 0,-1 0 0,-1 0 0,1 0 0,0 0 0,0 0 0,1 1 0,2-1 0,-1 0 0,1 0 0,1 0 0,-1 0 0,1 0 0,-1 0 0,1 0-30,-5 0 1,0 0 0,1 0 0,-1 0 0,1 0 0,-1 0 0,0 0 0,0 0 0,0 0-14,4 0 0,-1 0 0,0 0 0,0 0 1,0 0-1,0 0 0,1 0 0,1 0 3,-2 0 0,2 0 1,0 0-1,1 0 0,0-1 1,-1 1-1,-1 0 1,-2 0-1,-3 0-3,1 0 0,-3 0 0,-2 1 1,0-1-1,0 0 0,2 1 0,3-1-4,0 0 1,3 0-1,2 0 1,1 0-1,1 0 1,-1 0-1,-2 0 1,-2 0 0,-4 0-8,4 1 1,-3-1 0,-3 1 0,0-1 0,1 1 0,4-1-3,-3 0 1,3 0 0,2 0-1,1 0 1,0 0 0,-2 1-1,-2-1 1,-2 0-9,0 0 1,-4 0 0,-1 0-1,0 0 1,1 0 0,3 0-1,-2 0 1,4 0 0,1 0 0,1 0 0,0 0 0,-2 0 0,-3 0 0,-3 0 58,7 0 1,-4-1-1,-3 1 1,0 0-1,2-1-66,5 1 0,1-1 1,1 1-1,-2-1 0,0 0 2,-4 0 1,-2-1-1,1 1 1,-1-1-1,0 1 75,0-1 0,-1 0 1,1 0-1,0 0 0,-1-1-44,3 1 1,0-1 0,0 0 0,-2 0 0,-3 0 24,13-3 0,-4 0 0,-2 0 15,-5 0 0,-2 0 0,-1-1 380,15-3 0,-5 0-361,-16 2 1,-3 0 875,-1 0 0,-1-1-564,15-5-253,-5 3 1445,-6 3-1567,-23 6 2259,-3 9-2137,-4 11 1658,-2 6-1590,-2 14 56,-4 5-146,-3-5 79,-3 17-34,-3 0-461,-1-6 1,0 2 347,1-15 1,0 2 52,-1 9 0,-1 5 0,1-6-58,2-11 1,0 1 17,-1 18 1,-1 8 0,1-3-792,1-2 0,2 0 750,-1 0 1,2 4 0,-1-4 0,1 1 0,1 1 14,2 2 1,0 6 0,1-3-12,0-15 1,0-2 0,1 4-3,-1 2 0,1 4 0,0 0 0,0-4-503,0-3 0,1-4 0,-1 5 499,0 5 0,0 6 0,0 0 0,0-7-771,0 8 0,-1 1 759,0-10 0,0 7 1,0 4-1,-1-1 1,0-6-7,0 8 0,-1-5 0,1 4 4,-1-11 0,1 4 0,-1 1 0,1 0 0,-1-2 0,-1 6 0,1-2 0,-1-1 0,0 1-299,0 2 1,0 0-1,0-1 1,0 2 291,-1-13 0,1 1 0,-1 0 1,0 0-1,0 0 2,1 1 1,-1-1-1,0 1 1,0 0 0,0 0 2,0 1 1,0 0 0,0 1 0,0-1 0,1-3 1,-1 3 0,0-2 0,1 0 0,-1 2 7,0 8 0,0 2 0,0 1 0,-1 1-140,1-11 1,-1 0 0,0 1 0,0 1 0,0-1 174,0 2 1,-1 0-1,1 1 1,-1 0 0,-1 2 3,1-4 1,-1 1 0,1 1-1,-1-1 1,-1 0 0,1-2 7,-1 3 1,0-3 0,-1 0 0,0 0 0,1 0-122,-1 0 1,0 0 0,-1 0 0,1 0 0,0-1 90,0 2 1,0-1 0,0 0 0,0 0 0,0-3-26,1 1 0,-1-3 0,1 1 0,0 4 12,-1 4 0,0 5 0,1 2 0,-1-2 1,1-3-28,0-2 0,1-3 1,-1-1-1,0 5-8,1-7 1,-1 3 0,0 2 0,1 1 0,-1-1-1,0-3-69,-1 4 0,1-2 0,-1 0 0,1-1 1,-1 1-139,-1 1 0,1 0 0,-1 1 1,0-1-1,1 0-280,-1 0 0,0-1 0,0 1 0,0-1 1,1 1-611,-1-1 1,1 1 0,-1 0 0,1-2-1,0-1 1121,0 6 0,1-2 0,0-2 0,0-3 0,1-4 0,0-3 0,1-4 0,2-7 0,-1 1 0</inkml:trace>
  <inkml:trace contextRef="#ctx0" brushRef="#br0" timeOffset="2816">6783 12459 17204,'-4'-6'-224,"0"1"96,4 5-91,0 0 214,5-23 77,0 23 186,15 8-185,-8 19-15,0 4 1,0 3 9,1 24-395,-5-18 0,-1 3 355,1 12 0,0 2-484,-2-5 1,1-2 452,-1-1 1,1-2-7,1-4 1,3-1-262,4-4 0,4-1 239,0 1 0,4 0-17,7 3 1,3-4 5,2-7 0,1-4 31,-5-6 0,3-1-26,11 2 1,7-4 19,-8-6 0,3-3 1,-2-1-792,13 5 0,2-2 805,-14-5 0,4 0 1,2-1-1,-3-1 12,3-1 0,-2 0 1,6-1-355,-6 0 1,5-1 0,2 1 0,0-1 0,-5 1 346,-2-1 1,-4 1 0,1-1 0,5 0 6,2 0 0,6-1 1,3 1-1,0-1 1,-2 0-1,-4 0-304,4 0 0,-4 0 0,-1-1 0,2 1 299,-3 0 1,0-1-1,2 1 1,0-1-1,3 1-160,-1-1 0,2 0 1,2 0-1,-1 0 1,0 0-1,-4 0 158,0 0 0,-3 1 1,-1-1-1,0 1 1,3-1-70,-3 0 0,2 0 0,1 1 0,0-1 0,0 0 0,0 0 60,1 1 1,0-1-1,0 0 1,-1 0-1,1 1 1,-2-1-3,4 1 0,-2-1 0,-1 1 0,3-1 0,5 1-1,-9-1 1,3 1 0,3 0 0,2 0 0,0 0 0,1 0 0,-2-1 0,-2 1 7,3 0 0,-2 0 1,0 0-1,0 0 1,0 0-1,1 0 1,2-1 6,-8 1 0,1 0 0,2 0 0,1 0 0,-1 0 0,0-1 0,-2 1 0,-1 0 0,-4 0-2,7-1 1,-3 1 0,-2-1 0,-1 1-1,1-1 1,3 0 0,-1 0 1,2 0 0,1-1 0,1 0 0,-1 0 0,-1 0 0,-2 0-8,1 0 0,-3 0 0,0 0 0,0 0 1,2 0-1,4-1 4,-6 1 0,3-1 0,2 1 1,2-1-1,0 0 0,1 1 1,-3-1-1,-1 1 0,-3-1-1,7 0 0,-3 1 0,-3-1 0,1 1 0,2-1 0,6 0-3,-11 1 0,4-1 0,3 1 1,3-1-1,-1 0 0,1 1 0,-2-1 1,-3 1-1,-4-1 0,-6 2-2,8-2 1,-8 2-1,-3-1 1,2 0 0,8 0-14,-7 1 0,6-1 0,3 0 0,3 0 0,2-1 0,0 1 0,-2 0 0,-3 0 0,-4 1 1,-6-1-16,19 0 1,-11 0 0,1 1 0,9-1-45,-14 1 0,5-1 1,5 1-1,2-1 1,1 1-1,0-1 1,-2 1-1,-4-1 1,-4 1-29,12 0 1,-7 0 0,-2 0 0,2 1 0,4-1 73,-13 0 1,4 0 0,2 1 0,1-1 0,0 0 0,-2 1 0,-2-1 0,-4 1 25,6-1 1,-4 1-1,-2 0 1,1 0-1,2 0 20,3-1 1,3 1 0,1 0 0,-1 0 0,-3 0 0,-7 0-3,8 0 0,-8 1 1,5-1 109,-3 0 0,4 1 1,3-1-1,-3 0 0,-5 0-63,4 0 0,-5 0 0,0-1-6,-4 1 0,0 0 1,-1-1 541,13-1 1,-7 0-525,-10 0 1894,-19 0-1944,-14 1 2679,3-2-2684,0 0 1530,18-13-1514,-3-1 29,8-6 751,1-6-472,6-10-260,-19 17 1,1-1-277,6-5 1,-1-1 278,12-10 70,-16 15 0,3-1 210,1 2 0,2 1-182,1-1 0,1 0-118,-3 3 1,1 1 72,6 0 1,0 3-15,13-3-84,9-3 34,-12 9 156,-13 5 12,-3 0-11,-3 0-118,-5-2-90,-2 2-5,27-9-17,-4 6 5,-12 3 1,2 1 28,17-4 601,-8 2-506,-16 2 224,-5-7 95,-10-18-263,-3-12-124,-5 9 1,0-2-288,-1-5 1,-1-1 247,1 7 1,0-2 33,3-10 0,2-2 84,3 5 1,1-1-52,0 2 1,1 0-60,1 0 1,-2 2-294,0-11-1614,-12 10-3018,-8 13 4895,-12 5 0,9 16 0,-1 2 0</inkml:trace>
  <inkml:trace contextRef="#ctx0" brushRef="#br0" timeOffset="5149">8906 4701 14034,'-2'-51'1919,"0"0"1,0 4-1,0 6-950,2 6-353,1 9-392,-1 13-263,1 8 44,-1 8 74,-1 12-23,-1 12 5,-1 12 12,-4 10-37,2-17 1,-1-1-20,-3 13 67,-6 16-62,10-40 169,-3 6 375,7-21-34,0-7-375,5-13-62,12-25-67,-1 4-9,1 5 1,2-1 19,12-13-11,-6 13 0,1 0-22,8-8-3,-8 17 0,-2 4-9,-6 9-28,14 1-22,-14 17-84,11 21 73,-9-2-129,9 25-73,-5-13-145,11 10-192,9-4 39,-17-25 1,2-2 112,3-2 0,2-3-5,10-3 0,1-3 263,17-2 98,-20-7 0,-1-4 98,6-12-1496,-15 1 0,-2-2 1681,6-8 484,-2-23-400,-26 28 465,-3-29-522,-8 31 380,-7-16-273,-5 21 3301,-11 1-3564,6 7 147,-10 7-180,11 9-3410,-6 17 3382,11-4-23,3 16-11,12-10-57,13 9 74,-2-13 0,18 0 22,-8-18 50,12-6 17,-7-9 3420,1-10-3414,-13 0 101,-1-6 50,-6 4 17,-2-3 5,-3 4-39,-2 5-156,0 7-522,0 4 320,1 20-622,9 6 257,-2 6-2340,18 12 1108,-12-22-2659,17 16-2651,2-13 7058,-4-5 0,17-6 0,-4-22 0,-7 2 5948,14-25-3954,-31 17 2644,8-22-2773,-19 17-594,0-7-795,-6 12 225,-1 3-359,-1 7-432,1 2 124,0 20-29,0-3 1,3 28 11,0-13-23,0 6-5,0-1 28,-3-18-12,1 5 186,-1-13-74,1-2 141,3-11-174,3-7-11,3-11-40,0 4 85,10-12-51,-5 13-22,4-3-34,2 6-28,-7 12 17,3-1-28,4 18 28,-10-2-5,12 26-1,-13-6 1,3 14-7,-6-6 7,1-2-23,1-7 22,0-9 6,5-8 6,10-16 5,4-11-5,3-5 10,2-14-32,-6 3 32,10-13 7,-14 16-23,-1 0-39,-14 22 22,-1 2 17,2 7 5,2 6-10,11 11-6,2 1 11,2 0 11,4-3-11,11-4 11,3-4-11,12-3 11,-8-13 12,-3-9 27,-3-11-22,-13 2 67,-2-16 230,-14-4 67,-3 0 67,-12-1-273,-5 23 217,-16 1-302,8 14-96,-3-1-10,10 16-18,5 10-100,3 15-23,4 0-565,10 22-1264,2-22 1,3 0-2942,3 1 1,0-2 3310,0 0 1,0-5-1,5 0 1,-19-19-1</inkml:trace>
  <inkml:trace contextRef="#ctx0" brushRef="#br0" timeOffset="5864">9225 5639 21786,'-33'-7'89,"1"0"1,-24 3-84,17 42 22,7 6 5,2 7-482,4 5 432,10-2-4009,11 5 4004,8-23 888,15 4-849,3-24-6,2-3 28,8-7 206,1-13-93,-4-2 3487,-1-9-3382,-17 2-83,-11 2-101,-10 3-34,-11 5-6,-10 6-33,-5 8-11,1 8-17,6 7-56,9 4-78,10 3-113,10 2-179,12 0-464,11 0-1165,16-5-1486,16-9 1121,-21-12 1,2-3 1907,8-6 1,-2-2-1,6 1 1,-4-7-1</inkml:trace>
  <inkml:trace contextRef="#ctx0" brushRef="#br0" timeOffset="6532">9589 5969 21321,'4'-48'118,"-1"31"-79,-7 66-17,0 8-5,-5 5-17,1-14-6,1-9 51,2-13 157,3-13-23,2-15-117,5-13 22,3-13 17,8-11 17,1-6 11,3 3 22,1 4-22,1 9-62,0 8-39,2 8-28,-9 8 5,1 3-5,1 14 0,-1 2 0,9 12-28,2 4 17,-8-10-11,7 5-29,-10-13 7,3-1-7,0-5-44,0-9 11,6-7 56,4-6 28,2-2 6,1 0-1,-1 1 6,1 3-5,-11 5-12,4 3 12,-12 5-28,3 0 27,-1 2 12,-1 2-11,1 2 5,6 2-11,-7-1 0,8 3 5,-10-4 1,0 1 100,-6-3 264,-3-1-292,-2-2 1,-1-5-18,0-5 12,0-7-22,0-1 10,2 1-10,-1 6-23,1 5-62,-2 5-95,0 1 79,-1 8-174,-2 1-95,0 4-1564,-3 1 1883,1-3 0,1-4 0,1 0 0</inkml:trace>
  <inkml:trace contextRef="#ctx0" brushRef="#br0" timeOffset="7374">10653 6019 9906,'3'-2'6520,"-2"0"-1877,-1 2-3421,16-59-618,-17 37-486,9-12 0,-4 4 167,-18 19-134,-5 9-134,4 3 17,-18 20-17,12 4-6,-10 16-17,13-10 1,4 11 5,10-22-12,4 14 7,8-19 55,11-1-22,-2-7 51,10-13-12,-6-8 56,13-22 0,-7 1-3375,2-10 3331,-15 17 229,-1-6-196,-8 20 106,0-6-61,-4 16-196,0 0 16,1 20 3415,0-5-3453,5 31-46,0-13 23,2 7-134,4-3-124,7-5 269,-3-6-11,25-5 79,-23-18 16,23-12-11,-25-1 11,11-14 68,-8 2 161,8-11-4,-9 7 27,-2 1-118,-10 15 102,-2 6-151,-5 5-91,2 3-5,-2 7-12,3 14-77,1 7-270,4 11 1,-3-10-2790,9 15-6683,-4-17 9286,2 3 1,-6-17 0,-5-10 0</inkml:trace>
  <inkml:trace contextRef="#ctx0" brushRef="#br0" timeOffset="7534">11160 5706 20935,'-4'-15'-3277,"-1"2"0,8 17 0</inkml:trace>
  <inkml:trace contextRef="#ctx0" brushRef="#br0" timeOffset="7858">11419 6202 18480,'30'-36'168,"0"0"0,0 0 0,8-8 0,-4 0 515,-7-2 0,-4 2-633,0-9-22,-8 9 1,1-7-1,-4 6-14,-5 12 0,-3 0 21,2-12 1,-1-6 0,-2 7 25,-5-8 650,-5 7 0,-3 5-521,-7 15-123,-4-3 782,6 23-759,6 18 1681,1 12-1782,3 8 11,2 29-51,4-14 1,0 2-171,0-8 0,1 1-112,0 4 1,1 4 0,1-2-2130,3 7 1,1-1 2461,2 7 0,0-2 0,-3-19 0,0-5 0,3 6 0</inkml:trace>
  <inkml:trace contextRef="#ctx0" brushRef="#br0" timeOffset="8600">8904 7476 15468,'0'-6'5422,"0"1"-2896,0 5-2464,-11-12-40,3 40-11,-8-13-31,9 19 1,3 10-40,0 6 1,1 0-238,0-10 1,1 2 188,2 23 1,3-4 62,2-14 18,2-8 1,0-4 76,-2-17 61,0-1-107,-14-42 18,-9-33-7,6 18 1,1-1-302,0 1 1,1-2 298,1-17 0,2 0-342,4 16 0,1 0 346,2 1 1,0-1 0,2 0 14,3-8 1,2 1-191,3 2 1,1 2 167,0 4 0,1 3-5,8-17-15,-2 25 1,3 3 8,13-1-112,19-4 73,-6 24 532,-10 12-560,2 28 11,-25 8 31,-7-7 0,-5 2 310,-9 0 1,-6 0-289,-6 2 0,-2-2-3,2-6 1,-3-2-20,-15 8 0,0-4-59,1-3-175,2-5 1,3-4-2150,15-11-2981,5-10 5389,24-9 0,-1-1 0,-1 5 0</inkml:trace>
  <inkml:trace contextRef="#ctx0" brushRef="#br0" timeOffset="9333">9387 6943 21455,'2'38'216,"-1"0"0,2 23-191,-4-26 0,0 1-623,1 4 1,0 0 608,0 0 0,0 1 8,-2 3 1,0-2 393,-4 14-345,-2-17 336,0-14-140,4-14 553,2-12-711,3-13 582,3-14-598,3-14-28,2 4 117,12-21-70,-1 28 0,2 2-98,12-16-6,-9 21 0,0 7-27,3 18 5,-6 4-50,17 24 22,-10 1 3,-5-2 0,0 0 3,4 7-679,2 3 668,-13-20-185,24 10 72,-7-13 68,13 4-112,3-22 173,-17-8 45,6-3 40,-6-21 705,-16 9-364,4-14-291,-15 21-118,-7 6-3397,-8 25 3403,0-2-23,-3 20 12,6-4 16,2 1 6,6 13-22,5-16-1,8 10-33,3-16 3443,3-7-3331,-2-10 0,1-12 28,-2-12 22,-3-12 6,-4-10 17,-6-4 11,-10 0 17,-4 5-12,-7 9-49,-5 11-80,-4 11-49,0 8-57,1 14-78,4 9-129,8 11-251,7 7-488,11 4-724,11-2-3398,26 1 2705,-8-16-692,-4-11 0,0-4 3145,7-4 0,-6-1 0,-14-3 0</inkml:trace>
  <inkml:trace contextRef="#ctx0" brushRef="#br0" timeOffset="9852">10483 7348 20005,'16'-42'1129,"0"0"1,-1 5 0,-5 9-968,-10 21-190,1 8 51,5 11-7,0 0-10,9 32-6,-8-18-34,4 27 12,-7-18-3392,1 12 3414,-3-20 33,0-2 309,-1-20-157,1-1 83,1-10-217,3-7-6,4-11-6,13-12-22,-6 11 3419,11-3-3424,-13 18-7,3 3-10,-4 7-18,4 15 18,-7-3-7,7 17 1,-3-8-11,6 5 5,7-4 23,8-6-1,18-9-10,-14-7 33,20-13 0,-22-10 16,9-13 29,-8-12-26,-22 20 1,-2-1-1624,-3-7 1,-2 0 1682,1-13 161,-5-8 24,-11 30 83,-7-2-274,-1 13-78,0 7-12,2 11-34,1 9-83,-2 24-6,5-6-314,6 8 0,4 0-313,6 1-1404,6 1 1,3 1 2142,13 4 0,-3-7 0,-9-17 0</inkml:trace>
  <inkml:trace contextRef="#ctx0" brushRef="#br0" timeOffset="12107">9009 8591 19932,'-30'-14'208,"5"6"-164,-12 56-19,14-12 1,0 1-447,3-7 0,1 1 440,-6 15 1,2 1-20,3 12-20,12-17 1,2-1 2,5 12-16,15 7 228,6-32-162,15 2 12,-11-15 174,18-12-135,-23-9 95,16-15 28,-13-4-2628,8-23 2522,-11 12-23,-5 4 1,-1 2 49,-2 2 153,14-23-236,-14 33 22,10-7-44,-8 19 3305,7 6-3317,-3 10 255,-1 2-255,-1 13-17,-3 0-5,2 9-23,-1 1 29,4 6-1,-5-16-39,6 6 6,2-21 22,-2-1-118,22-20 29,-10-8 67,7-8 33,-14 4 0,-2-1 46,5-12 13,-8 9 0,-2 0 20,0-7 241,-6-7-79,-8 19-27,-4-7-130,-2 15 73,-6 4-95,3 5-61,-2 3-29,-4 14 23,4-1 5,-9 32-16,10-19-73,-4 36 27,10-32-363,9 31-124,6-28 174,5 4-1091,23-14 559,-5-15 587,9-5-77,13-23 459,-21-5 39,-11 7 0,-2-3 253,7-18 156,-8-2 213,-4 2-247,-7 11 841,-3-2-717,-6 16-168,-1-2-297,-1 12-185,-1 3-6,1 4 51,2 7 39,5 9-17,1 11-11,0 10 0,-3 4-6,-3-10 1,-2 10 10,-2-22 1,0 4 61,0-16 0,1-6 40,3-6-46,13-10-61,3-3 0,12-4 12,-9 9 10,10 2-33,-11 7-34,9-1-50,-7 5-68,0 4 18,-6 0-1004,17 9-1180,-3-4-1901,21 6 898,3-8 2892,-23-6 0,1-1 376,2-3 0,-1-2 97,21-2 636,-13-9 1,-3-1 187,-6 0 266,-4-1 0,-2-2 1100,-13-1-1304,-2 0 476,-7 0-90,-7 4-902,-9 4-140,-13 4 29,-18 18-29,-12 7-95,-3 10-129,15-2 6,7 11-50,24-12 10,4 8-5,16-11 0,2-8 17,15-5 11,15-12-6,4-10 1,12-13 16,-14-14-11,-12 4-259,-13-1 0,-2-2 281,-1-7 9,-4 9 1,0-8 0,-1 4 60,-1 0 1,-1 2 100,3-19 0,0 2 118,-5 15 0,-1 4 378,1-21-179,-5 19-241,-3 18-264,0 11-161,0 11 60,2 13 85,0 18-11,0 6-107,1 9 0,1 4-545,-1-6 0,0 1 192,1-1 1,-1 4-1,0-2-795,1 16 0,0-1-1299,1-4 1,3-1 2547,3-5 0,1-4 0,2 3 0,3-15 0</inkml:trace>
  <inkml:trace contextRef="#ctx0" brushRef="#br0" timeOffset="12617">11094 8928 12662,'3'-6'9830,"-2"2"-8217,-1 4-1759,14-46 6,-11 35 135,17-33-1,-7 47 12,4-1 11,24 0 5,-13-7 101,17-11-50,-25 0 11,-5-7 106,-15-8-117,-8 5 6,-11-8 49,-20 16-83,10 9 6,-11 7-46,24 5-10,-5 12 21,11 4 18,-2 11-34,6 2 28,2 3-28,2 2-50,3 2 10,6 3-55,6-2 0,9-3 61,8-10 40,6-12 44,5-20-5,1-13 6,2-17 21,-2-11-38,-10 6 53,-10 7 0,0 1 58,9-10-114,-9 12 0,2 3 16,5 5 1,1 4 2,16-1-50,15 7 0,-29 17-39,12 23-202,-18 4-621,5 23-359,-19-11 1221,-11-9 0,-2-4 0,1-15 0,-2 10 0</inkml:trace>
  <inkml:trace contextRef="#ctx0" brushRef="#br0" timeOffset="16925">8797 10385 13373,'1'-8'6162,"0"3"-5101,4-30 0,2-4-601,-3 17-194,3-19 0,-1 6-165,-5 31-583,-1 8 622,4 22-101,-3-2-25,1 12 0,-1 2-14,-4 3-8,-3 6 0,-2 1-4,-4-7 6,1-6 1,-1-1 61,-6 2 6,4-8 89,1-8 689,9-22-790,2-5 12,0-19 11,5-11-43,3 0 1,1-3-334,6-17 320,4 1 0,1 1-17,0 6 11,4-1 0,0 2-5,-3 11-12,3 3 1,3 2-6,8 5-3303,19-5 3286,-17 19-84,17 11 61,-28 7 131,16 22-120,-30-6-4,-3 30 49,-25-5-11,1-16 1,-4 2-151,-6 0 0,-4 0 161,-8 4 1,-1-2-4,14-11 1,0-1-6,-6 6 1,4-3 3222,11-9-3248,-3 11 6,16-12 33,10 8 0,3-8 40,33 4-46,-12-13-28,5-3 1,3-1-23,-5-5 1,0-1-81,10-2 0,3-1-276,10-5 1,-1-1-76,-9-1 0,-1 0 182,-3 2 0,-1-3-507,-1-4 0,-5 0 532,-2-1 278,-4-2 0,-2 1 193,-12 4 610,4-13-504,-16 19 817,-2-7-721,-2 14 737,1-2-1012,-2 6-224,-2 8 202,-3 8-85,-7 12-39,4-2-28,-2 16 45,10-21-5,12 17 16,2-24 191,41 6-90,-25-13 168,6-7 0,-1-6 224,-3-12-28,7-17-73,-19-7-101,-8-5-179,-8 8 141,-16-13-185,3 27 105,-21-18-150,16 30-157,-14-3 22,19 14-331,-12 20 169,12-3-572,-1 13 1,1 5-2157,1 19-1158,4-12 0,2 0 4149,6 20 0,-3-30 0,3-20 0</inkml:trace>
  <inkml:trace contextRef="#ctx0" brushRef="#br0" timeOffset="17541">10025 10581 19714,'20'-38'850,"0"-1"0,0 1 0,6-14 0,-4 1-674,-13 9 1,-4 2-686,1 0 1,-1 0 656,0-3 1,0-1-12,0-1 0,0 1 8,-1 1 1,1 2 78,-1 3 0,1 2 612,2-22-640,-3 22 494,-3 9-584,-1 19-229,0-1-12,0 9 579,-1 15-432,-2 16-35,-3 26-19,3-18 0,0 1-179,-1-6 0,1 3-15,-1 21 1,2 2-473,1-18 1,1 0 424,2 17 1,2-1-105,1-15 1,3-3-209,2-5 0,3-2-900,15 21 643,-4-20-1002,6-11-78,5-19 1725,1-11 1238,7-12 498,-14-10 1366,-8-2-1170,-10 0-274,-7 1-466,-3 6-346,-1 6-298,0 8-268,0 4-67,1 4-57,2 0 35,7 0 32,11-1-38,11-3 16,-2 0 23,15-11-11,-24 5-29,14-19 51,-18-1 56,0-19-28,-8 17 12,-4-1 111,-15 18-5,-42 32-140,12 2-23,8 1 0,2 4 23,1 30-40,22-21 0,4 1-100,3 0 0,4 0-1460,7 4 1,6-2 1565,23 5 0,-9-17 0,-10-13 0</inkml:trace>
  <inkml:trace contextRef="#ctx0" brushRef="#br0" timeOffset="19034">12513 4740 15636,'-54'10'627,"-1"1"1,5-2-1,22-3-358,36-5 106,34-8 0,17-4-2125,-15 4 0,3-1 0,4-1 1743,-4 2 0,5-2 1,2 1-1,-1-1 1,-1 1-11,2 0 0,-2 0 0,2 0 0,5 0-276,-5 1 1,4 0 0,4 0 0,2-1 0,0 1 0,-2 0 0,-3 1 168,-2 0 1,-3 1 0,0-1 0,-1 1 0,3 0 0,3-1-185,-1 1 0,2-1 0,3 0 0,1 0 0,1 0 0,0 0 0,-2 0 1,-1 1 307,3 0 0,1-1 0,-1 1 0,-1 0 0,-2 1 0,-2-1 0,-5 1 0,10-1 0,-5 0 0,-2 0 0,-2 1 0,-5 1 0,0-1 0,-1 0 0,1 1 0</inkml:trace>
  <inkml:trace contextRef="#ctx0" brushRef="#br0" timeOffset="19591">13179 6186 17126,'-53'4'670,"1"0"1,-1 0 0,-8 1 0,7-1-512,10 0 1,20-1 53,32 0-140,24-5 0,12-3-1458,0 0 0,6 0 0,3 0 1373,-2-2 1,3 0 0,1-1 0,3 1-383,-5 0 1,2-1 0,2 1 0,0-1 0,1 1 350,-5 0 0,0 0 0,2 0 0,0-1 1,0 1-1,1 0-132,2 0 0,1 0 0,1 0 1,-1 0-1,1 0 0,0 0 139,1 0 1,0 0 0,1 0-1,-1 0 1,1 0 0,-1 0-1,1 1 1,0-1-1,-1 0 1,1 1-1,-1 0 1,0 0-300,0 0 1,-1 0-1,0 1 1,-1-1 0,1 1-1,-1 1-221,-3-1 1,1 1 0,0 0-1,-1 1 1,-2-1 0,-1 1 521,3 0 0,0 1 0,-2-1 0,-4 1 0,-4 0 0,23-1 0,-15 2 1,-15 1-1</inkml:trace>
  <inkml:trace contextRef="#ctx0" brushRef="#br0" timeOffset="20172">12960 7541 13439,'-53'6'582,"0"1"1,-7 1 0,3 0-222,18-1 0,3 0-179,-4 0 0,2 1 741,-8 2-414,28-2 172,19-5 277,42-4-608,-4-4 0,6-2-846,0 2 1,5-2-1,3 0 553,-3 0 1,1 0-1,3-1 1,1 0-440,-6 2 1,2-1-1,1 0 1,1 0-1,2 0 348,2 0 1,3 0-1,2-1 1,0 1-1,-2-1 1,-4 2-464,9-2 1,-5 0-1,1 1 1,3-1 360,-10 1 1,3 0 0,2 0-1,-1 0 1,-1 0 0,-3 1-2323,11-2 0,-4 0 1,-1 1-1,-3 0 2045,7-1 0,-4 1 1,-1-1-1,-2 1 1,-1 1-1,-14 1 1,-17 2-1</inkml:trace>
  <inkml:trace contextRef="#ctx0" brushRef="#br0" timeOffset="20714">13724 9038 15347,'-55'8'515,"1"0"1,0-1-1,2 1 1,0 0-1,4 0-311,-9 1 1,6 0-82,11-2 0,7 0 285,15-2-89,21-3 274,23-3 1,13-4-364,10 0 0,6-1-1026,-11 1 0,5 0 1,2-1-1,-3 1 809,9-1 0,-2-1 0,7 1-26,-11 1 0,6 0 0,3 0 0,0 0 0,-2 0 0,-6 1-21,12-1 1,-5 0-1,6 0-29,-10 1 1,5-1-1,4 1 1,1-1-1,-1 0 1,-4 1-620,3-1 0,-2 1 1,-1 0-1,0 0 0,1 0-430,1-1 1,1 1 0,0-1 0,0 1 0,0 0 961,0-1 0,2 1 0,-2 0 0,-3 0 1,-6 0-1,-1 1 0,-5 0 0,-5 0 0,-5 1 1,-1 0-1</inkml:trace>
  <inkml:trace contextRef="#ctx0" brushRef="#br0" timeOffset="21281">13063 10749 12034,'-46'5'1294,"0"1"0,-1 0 0,3-1 0,3 1-930,-1-1 0,18-2 521,30-1 213,35-9-611,11 0-76,5-2 1,5 0-1073,-18 3 0,7 0 800,-6 1 0,10 0 0,5 0 0,3-1 1,-2 1-1,-4 1-622,-4 0 0,-3 1 0,-1 0 0,3 0 0,3-1 495,3 0 1,4 0 0,4 0 0,0 0 0,-1 0 0,-2 0-1,-6 1-377,-3 0 0,-3 1 0,-3-1 0,1 1 0,3 0 373,5-1 1,4 0-1,1 0 1,-1 0-1,-1 0 1,-5 0-85,5 0 0,-4 1 1,-1 0-1,4-1-309,2 0 1,4 1 0,1-1 0,-2 0 0,-6 1-834,4 0 1,-6 0 0,-1 0 987,-2 1 1,-1 0-1,-9 0 1,7 0 0,-6 0-1</inkml:trace>
  <inkml:trace contextRef="#ctx0" brushRef="#br0" timeOffset="27967">22298 1517 16874,'-4'-41'696,"0"0"1,3 1 0,-2 15-833,-3 28 283,0 12-2,-8 18-61,-13 20-70,7-19 0,-4 2-598,-5 5 0,-3 0 600,-7 3 1,-3 0-2,11-14 0,-1-1 0,-1-1 5,-2-1 1,0-1 0,-1-2 35,-17 7 0,-1-4 9,13-10 0,-1-3 1,3-2-24,0 0 0,0-4 72,-9 1 1,2-5 115,1-9-51,-4-7-61,16-10-29,11-10-10,8-7 66,3-13-88,6 15 67,-1-11 51,4 24 33,1 0 1068,1 10-1454,0 9 91,0 4 212,0 11 44,0 12-50,0 18-18,0 15 23,0 6-17,3 1-16,7-3-528,10-6 401,18-5 62,-14-25 0,4-3 22,14 1 0,1-4 17,-12-5 1,1-1 25,15-1 0,1-4-26,-15-4 1,-2-2 22,8-2 0,0-2 24,-3-1 1,-1-2 60,2-5 1,-3-1 67,8-5 39,-2-7-58,-30 13-160,-5-4-198,-8 7-73,-10 2 10,-6 5 447,-9 8-386,-9 4 1,-6 8 33,-7 2 98,16-8 0,1-2-237,-15 4 325,11-7 0,0-2 36,-18-3-127,20-2 1,-2-1 0,1-3 0,1-1 10,2-2 0,2-1-22,-19-15 133,10-14-139,20 8-19,4-19-43,12 7 120,1-16 26,4-5-7,2 24 1,0 1 43,2-11-67,2-10 49,-6 31 5,-3-1-14,-2 11-139,-2 10 397,-2 8 623,-5 19-403,4-3-62,-7 41-115,11-13-137,0 12 1,12 4-150,4-12-84,9 10-1010,2-8 460,13-4 233,-11-19 257,28 0 340,-27-22 208,30-2 296,-10-13-288,-14 2 0,2-2-510,11-5 1,-1 0 511,-12 4 1,0 0-248,12-4 1,-2 1-1592,6-3 1482,5-1 1,-24 7 0,-11 3 0</inkml:trace>
  <inkml:trace contextRef="#ctx0" brushRef="#br0" timeOffset="28525">22441 1373 19227,'5'-35'425,"0"-1"1,3-22-208,-6 58 297,1-3-179,0 1-196,1-2 112,1-1-33,-2 1 72,0 1-313,-2 1-12,-4 6 62,-2 3 56,-12 16 18,-19 29-55,15-23 1,-2 3-595,-8 11 0,-2 2 592,2-3 0,0-1-34,5-7 0,-1 0 22,-8 10 1,-3 1 33,10-14 0,-2 1 1,2-2-26,-8 9 0,-1 0 10,3-5 0,-3 1 1,2-4 19,0-1 1,0-1-193,2-3 0,-1 1 1,1-1 133,-4 5 0,2-2-12,3-4 1,3 0-154,-2 16-252,22-21-404,6 3-1271,11-14 783,2-6 1295,6-10 0,-10 5 0,2-7 0</inkml:trace>
  <inkml:trace contextRef="#ctx0" brushRef="#br0" timeOffset="29824">21857 1376 19544,'40'-39'-71,"1"1"0,-3 1 0,-12 13-313,-23 23 680,-4 6 56,-6 8-52,-8 13-36,-10 11-14,-9 13-321,13-21 0,-1 2-205,-1 3 1,-2 0 364,0 3 0,-1 0 9,-1 2 1,-1-1 52,0 3 0,1-2-65,5-7 1,0-1 88,-12 19 1,1-2-26,-1 2-52,9-15 1,-3 3-1,3-2 15,2-6 0,1 0 10,-10 12 0,0-1-46,-5 9-15,14-21 0,3-2-61,2-2 129,-11 15-50,21-28 67,-2 1-87,8-9 1232,1-4-1376,-3-11 186,-1 1-57,-4-18-34,4 11-27,-2-12-7,6 6 23,1-7-22,6-2-6,5 3-6,3 0 12,2 2 22,-3 7-6,6-11 6,-3 6-11,10-15 0,-3 4 16,2 0 22,-4 4 251,-5 5-12,-5 3-23,-6 6-35,-2 3-61,-3 6-20,0 2-81,0 5 52,-1 0-195,-2 10 463,-4 8 44,-2 11-2,-3 7 37,-2 4 37,1-1-99,-1-1-76,4-2 9,1 1-417,3-2-80,2 0 55,3-1-68,3-1-203,4-2-499,6-2-431,0-6 436,11 3 1,-14-16 0,4 4 0</inkml:trace>
  <inkml:trace contextRef="#ctx0" brushRef="#br0" timeOffset="56757">12739 10231 10713,'2'8'3153,"0"-2"-599,-2-6-146,0 0-1970,1-65 441,-1 38-465,1-11 1,0 1 509,0 21-779,-1 8-37,0 4-1929,0 4 1737,0 7 235,0 17-84,0 0 62,-3 9 0,0 1-45,-2 5-117,-1 1 0,-2 4 89,2-13 0,-2 2-8,-4 7 1,-3 4 0,2-3-442,1-2 1,-1 0 352,-2 1 1,-1 3 0,2-5-90,-3 8-594,6-1 1,1 0-880,3-2 1525,12 4 1,2-4 0,-3-19 0,15 14 0</inkml:trace>
  <inkml:trace contextRef="#ctx0" brushRef="#br0" timeOffset="57512">12782 9936 7631,'57'-17'159,"0"0"0,1 0 0,-11 2 0,-1 1 0,0 3 123,1 2 0,1 2 0,-5 2-1229,-3-1 0,1 0 1102,6 0 0,9-1 1,0 0-1,-7 1-720,1 0 0,1 0 589,6 0 0,9-1 0,2 0 0,-10 1-27,0 1 0,0-1 4,-9 2 0,7-1 0,4 0 0,-3 1 1,-8 0 12,11-1 0,0 1 11,-12 1 1,8-1 0,3 1 0,-3-1-1,-8 2 0,8-1 1,0 0 25,-1 1 1,9 0 0,-1 0 0,-9 0-2,-7 1 1,0 0 21,-2 0 1,8-1 0,-1 1 0,-8 0-31,-3 0 0,-1 1 32,17-1 1,8 0 0,-8 0-102,-18 0 1,1 0 85,18 0 1,9 0 0,-9 0-26,-18 0 0,0 0 52,15 0 0,6 0 0,-8 0-16,-18 1 0,-3-1 241,31 0 0,-4 1-63,-20-1 508,14 1-252,-41 0 2153,-4 0-2489,-7 0 2388,1 0-2035,-1 0 829,0 2-1238,0 2 417,-1 11-259,-2 5-30,-4 14-139,0-5 162,-7 32-201,5-23-446,0 14 0,0 4 409,3-16 1,1 0-24,-2 23 1,2 1-9,1-20 1,1 0-7,2 1 1,1 3 0,0-5 11,1-8 0,-1-1 22,0 10 1,0 6 0,-3-7 44,-5-10 0,-3-2-64,-6 11 1,-6-3 114,-22 1-3,-14-21 0,-5-5-1040,25-8 0,-3-1 918,-10-1 0,-12-1 0,-1 0 0,7-2-36,13 0 0,5-1 0,-7 1-841,-4-1 0,-8 0 0,-5-1 0,-1 1 1,2 0-1,8 1 884,1-1 0,4 0 0,2 1 0,-1-1 0,-8 0 0,-3 0 0,3 0 0,7 1 0,4 0 0,-1 0 0</inkml:trace>
  <inkml:trace contextRef="#ctx0" brushRef="#br0" timeOffset="59706">12419 11012 13049,'15'-16'1999,"-3"4"-1809,-12 12-33,0 1 146,4 0 218,6-1-118,13 0-123,12 0-90,14 0-44,8 0-90,-25 0 0,0 0-182,3 0 1,1 0 187,1 0 0,2 0-20,3 0 0,0 0-290,3 1 1,0-1 277,2 1 1,1 1 14,13 0 0,-1 1-389,-19-1 0,0 0 349,17 0 1,-1 2 0,-19-2 0,-2 1-1,9 0 1,1 1-6,-3 0 0,0 0 5,5 0 1,-2 0 0,16 1 2,-22-2 0,-1-1-33,11-1 42,-18-1 0,0 0 2,0-1 1,0 0-12,9-2 1,-2 0 2,15-1 3,-16 0 0,-1 2-3,8-1-1241,-12 2 0,-2 0 1230,10-1 413,16 2-396,-34 0 39,20-1 5,-12 0-33,12-3 6,7-1-18,-14 2 1,-1-1-22,16-1 2,-7 1 0,-2 2-8,-7 0-1068,1 1 1,-2 0 1078,-8 1 195,18-1-173,-18 0 2220,18-3-2236,-13 0 136,20-6-148,-14 0-5,22-4 0,-20 4-62,20-2 34,-36 8 3308,15-1-3521,-20 3-3848,7 2 4100,-9-1 0,-3 1 0,-7 0 0</inkml:trace>
  <inkml:trace contextRef="#ctx0" brushRef="#br0" timeOffset="82824">5864 15140 18061,'-3'0'454,"1"0"-67,2 0 391,134-83-2478,-90 62 0,-1 2 0,5-2 1722,-4-1 0,4-2 1,1-2-1,0 2 1,-3 3-35,8-1 1,-2 3 0,2 2-263,-4 1 1,4 0 0,-2 1-1,-5 1-225,4 0 1,1-1 401,-2 1 1,8-2-1,-2 1 1,-11 3 0,10-3-1,-13 5 1,0-1 0</inkml:trace>
  <inkml:trace contextRef="#ctx0" brushRef="#br0" timeOffset="83405">6794 14769 22167,'-6'47'166,"-1"-1"0,-4 11 1,-3 0-282,2-13 0,-2 0-1154,-2 11 0,0 1 659,4-8 0,4-1-410,2-2 1,5 0-225,4-3 0,5-3-179,5-5 0,6-4-431,5-6 0,5-6 126,4-5 0,4-7 1728,3-8 0,2-6-365,4-6 0,-1-4 751,-9 1 1,-1-4 2853,15-15 0,-4-4-1389,-19 12 1,-3-2-1561,9-11 0,-3-1 694,-7-8 1155,-14-8-1360,-11 32-24,-8-11-69,-11 25-553,-4 7 501,-8 16-624,8 8-3,5 7 1,1 4-20,-3 17 11,7-12 0,4 1 3386,9 16-3386,9-14-17,26-1 23,-1-21 22,19 1-17,-16-17 39,20-22-16,-29 3 33,1-10 0,-4-2-16,-7 0 55,-4-6 1,-5-1 33,-9-5-34,-9-13 17,-19 20-95,6 17-101,-25 12-16,25 19-146,-11 13 27,22 0-1024,8 22 420,8-21-4072,22 27 4036,8-28 0,-5 0 0,-6-15 0</inkml:trace>
  <inkml:trace contextRef="#ctx0" brushRef="#br0" timeOffset="83623">7731 14942 18588,'5'-53'1501,"0"1"0,-2 10 0,0 6-918,-3 8-482,-2 19-124,0 12 46,-2 16-7,-1 19-49,-6 22-37,4-20 0,0 2-643,-1 3 1,0 2 9,1 3 0,1 0-776,1-2 0,2-1-582,3-4 0,3-2-1003,5 14 3064,12-15 0,-10-28 0,1-4 0</inkml:trace>
  <inkml:trace contextRef="#ctx0" brushRef="#br0" timeOffset="84532">8073 15104 20509,'-2'-41'907,"-1"1"1,2-21-779,-39 69-39,1 15-43,5 1 1,-1 3-523,9-8 0,1 1 503,-11 11 0,4 0 235,5-3-274,-11 20-68,25-22-21,1 8-29,22-16-17,13-6 46,4-6-144,4-7 0,3-3-64,21-7-1107,-8-1 1,0-1 1420,8-5 19,-19 4 0,-3-1-3,-4 0 68,15-11-23,-20 10 594,16-14-16,-26 19-124,1-4-488,-19 16 3460,-11 6-3370,-2 4-56,-6 5-50,7 1-6,7 2-16,9-8 38,11 2 7,13-9-7,16-3-33,14-8-3,-22 0 1,-1-2 30,20-8-9,-17 0 1,-1-2 69,4-10 68,7-15 6,-28 4 5,-15 2 0,-12 2 61,-17 4-139,6 14 67,-12 6-113,19 10 18,-20 16-56,20-3-1,-16 26-50,14 2-27,-3 18 21,6-8-173,8-8 0,1-1-700,4 15 621,5-18 1,1-2 0,8 2-836,30-11 388,-3-22 503,-2-9 1,1-4-194,9-8 456,-15-2 1,-2-4 114,-7-2 1,-3 0-3,14-17-41,1-9 413,-18 22 1,-1 2-110,0-1 521,13-22-476,-25 40 1027,-1 1-1363,-4 7-34,0 1-61,-4 7 419,-5 10-414,-13 25-55,6-9-29,-8 20 34,18-24 92,-1 0-120,11-2 56,-1-18 55,7 3-4,-3-14 128,29-30-118,-16 12-806,5-5 1,0-1 801,-4 2 38,3 0 0,0 0-51,-3 3 23,21-14-39,-28 28-17,25 0-78,-9 12-17,12 2-57,-13 8-890,-1 7 1,-2 1-494,5 5 1174,3 6 0,-2-1 1,-16-14-1,6 8 0</inkml:trace>
  <inkml:trace contextRef="#ctx0" brushRef="#br0" timeOffset="85383">9893 15024 16150,'-8'1'4498,"2"-1"-3036,6 0-644,0 0-807,42-18-56,-8 9-24,7-1 0,11-4 0,-5 3-180,-5 2 0,0 0 228,1 1 1,3-2 0,-5 1 3,14-6 23,-11-2 22,-26 6 72,-1-16-83,-15 10 430,-33-36-397,9 30 31,-6-1 1,-3 3 698,-7 7-169,-9 2-124,19 7-352,9 3 503,16 2-633,4-1 1,2 0 5,11-4 6,3 2-51,43-8 1,-23 7-60,9 0 0,-2 3 26,-14 5-101,20 19 62,-48 17 78,-2-1-20,-26 5 1,-11 1 47,11-20 0,-3 0-1702,-10 11 0,-1-2 1714,-12 2-1894,2-4 1893,22-14-22,-15 12 0,34-23-34,-1 2 0,10-8 2480,6 0-2407,14-6-56,23-7-26,-12 1 1,3-1 1436,4-3 1,1-2-1421,4-6 1,-1-2 33,-9 3 0,-3-2-1688,-1-6 1,-5 0 1713,-1-12-76,-23 1 0,-9 0 187,-18-9-22,4 10 0,-4 1 210,-5 11 1,-1 3 102,-7-7-44,2 2-140,30 23-264,6 4 23,16 18 3315,-1-2-3340,20 22 0,6 7-79,-14-12 0,0 3-340,1 2 1,1 3-1,-5 0-201,-5 9 1,-10 1-4272,-19 14 1,-7-2 3797,7-20 1,-2-4 0,-9 4 0,1-8-1,12-19 1</inkml:trace>
  <inkml:trace contextRef="#ctx0" brushRef="#br0" timeOffset="89106">11923 14708 21971,'15'-54'857,"1"0"0,-2 0 0,-4 11-622,-9 30 73,-1-3-381,0 14-78,-5 19 179,-1 0 0,-5 20 0,-1 4-17,-1 7-563,0 12 1,3 1 546,4-8-7,11 2 1,5-2-55,5-12 66,14-5 0,4-3 5,3-13 17,7-7 1,1-5 5,-4-10 56,0-11 0,-2-4 0,-9-6 48,-5-10 0,-4-3-42,-10 1 19,-4-7 0,-3 0-290,-6 4 234,-1 3 0,-2 1 1032,-3 6-1046,-12-20-63,12 31-1203,-11-7 219,15 21 1008,-3 14 0,6-8 0,-1 11 0</inkml:trace>
  <inkml:trace contextRef="#ctx0" brushRef="#br0" timeOffset="89622">12654 14603 17916,'-2'-4'5293,"0"0"-3457,2 4-1943,-13-43 140,10 32-235,-11-31 236,14 44-51,0 2 210,0-2 804,0 0-980,0-2-34,0 2-28,1 1 51,-1 6 33,3 7-33,0 3-3382,10 25 3376,-5-17-82,4 5 0,1 0 82,2-2-17,6 0 1,5 0-52,15 0-8,-10-9 1,1-1-59,11 3-460,-2 8 190,-31-10-77,-16 9-326,-33-9-487,-21-6 437,5-6-465,18-14 0,3-5 1322,0-7 0,-2-2 0,26 6 0</inkml:trace>
  <inkml:trace contextRef="#ctx0" brushRef="#br0" timeOffset="89773">12683 14636 24575,'-10'30'-54,"-1"0"0,0 3 0,3 0-1486,4 23-46,2-10 454,6-9 0,1-3 0,-1-14 0,4 9 0</inkml:trace>
  <inkml:trace contextRef="#ctx0" brushRef="#br0" timeOffset="90323">13077 14770 24592,'48'1'51,"-1"0"-51,-13 4 44,-4-2 7,-7-7 16,-7-5 34,-4-9 0,-2-9 16,-3-8 29,-2-5-45,-3 7 314,-4-2-175,-3 18-116,-6-1-80,-8 13-44,-10 12 12,-8 10-1,-4 13-28,6 7 0,10 4 0,13 1-5,16-2-56,13-2-34,14-4-40,8-5-27,5-5 50,0-6 113,-1-8 16,-7-7 5,-3-12 29,-3-9 27,-3-10 1,1-6 5,-3-4-22,-7 6 22,2-5-28,-10 16 118,11-14-118,-11 22-16,4-4-1,-5 17 1,6 7-40,10 5-17,12 12-95,9 8-199,-19-13 1,-1 2-536,16 12-3072,-16-10 1,-3 0 3934,5 8 0,-4-4 0,-13-12 0</inkml:trace>
  <inkml:trace contextRef="#ctx0" brushRef="#br0" timeOffset="90757">14078 14611 18117,'-3'-1'5114,"0"1"-3568,3 0-1479,8-60-39,25 29-121,4-12 1,7 1-749,-10 27 0,3 3 259,22-5 0,2 1-542,-21 7 1,0 1-3793,11-3 1,-1 2 3925,9-3 1,-17 5-1,-37 7 1</inkml:trace>
  <inkml:trace contextRef="#ctx0" brushRef="#br0" timeOffset="91073">14420 14397 22811,'-6'54'474,"-1"-1"0,0-1 1,0-2-461,-1-13 0,1-2-31,0 0 0,1 0-48,1-3 1,3 0-143,3 1 0,2-1 39,2 7-218,8 2-46,-7-26 7,-2-2-114,-11-8 47,-10-5 368,-3-3 124,-19-7 163,14 0 139,-6-5 85,18 1 151,18-9-409,6 7 28,28-13-118,10 7-1845,-3 4 1,1 2 1637,-15 4 0,3 0 168,6-1 0,5 0 0,-8 3 0,-4 0 0,-2 2 0,-1 0 0</inkml:trace>
  <inkml:trace contextRef="#ctx0" brushRef="#br0" timeOffset="91924">15194 14728 18504,'2'-5'5231,"0"1"-5038,5-25 1,0-7 455,-5 5-517,6-6 0,-5 1 350,-19 9-421,3 18-22,-18 5 1,-5 7-29,-17 16-1596,15-6 0,1 1 1580,-16 20 50,21 0 0,3 2-90,-4 15-41,8-10 0,7 0 47,24 2-11,19-11 38,8-13 1,25-9 2280,-19-11-2250,5-9 1,0-4 766,1-6-756,1-11 1,-2-7 11,-22 10 0,-4-3-1177,7-15 0,-3-3 1152,-10 15 0,-5-2 25,-1-24 0,-4 0-14,0-3 31,-2 20 1,-1-5 0,0 7 58,0-6 100,0 9 0,-1 4-128,2 18-73,-3 1-51,1 15-11,-5 30 45,1 9-53,2-4 0,0 4 688,2 2 0,0 1-820,2-6 0,0 0-154,0 0 0,1 1-3727,3 15 0,1 0 3546,-1-15 1,-1-2 0,2 8-1,-1-4 1,0-10 0</inkml:trace>
  <inkml:trace contextRef="#ctx0" brushRef="#br0" timeOffset="92115">15679 14772 25444,'11'52'-815,"-9"-12"0,-4-3-1908,-6 1 2723,-1-4 0,1-3 0,1-10 0,0-1 0</inkml:trace>
  <inkml:trace contextRef="#ctx0" brushRef="#br0" timeOffset="93191">16328 14831 22615,'10'-44'822,"0"-1"0,0 1 0,5-18 0,-3 9-435,-8 17-287,0 11-55,-3 20-90,-1 12 57,0 16-12,-2 38-31,-2-13 0,-1 3 0,1-5 0,-1 0-1671,0-1 1,0-5 1696,-2 0-1,2-13 17,2-8 112,-3-5-89,3-11-34,-6-29 6,3-9-90,0-2 0,3-4 84,2 3 0,2-1 8,2-9 1,4-4 4,3 8 0,3-1 0,0 3-13,-2 2 0,3 0 914,4-2 1,4-4 0,-1 7-926,18-7 8,-12 15 1,4 4-67,4 9 0,0 7 64,17 2-7,-18 9 1,-4 7-37,-9 16 1,-7 7-31,-4 27 38,-11-12 1,-11 2-4,-9-10 0,-9 0 1,-1-1 45,0-3 1,-1-2 0,-1 0 18,-1 0 0,-1 0 1,3-4-6,-2-2 0,6-6-12,8-8-5,20-11 23,13 0 157,41 0-242,5 0 17,-23-1 1,3 1-430,7-2 0,-3 0 88,4-1 196,-11 1 1,3-2-861,10-2 0,0-3 708,-15 1 1,0-1 215,20-6 0,0-3 207,-18-3 0,-5-2 93,6-5 55,-4-4 377,-28 21 172,-6 3-621,-3 2 1201,-22 14-1134,1 6-112,-13 13-67,7 19-45,16-16 11,3 10 17,19-13-17,6-7-16,4 2 21,29-8 57,-15-13 157,24-11 167,-25-19-83,-17-1 0,-4-2-62,-3-23-90,-9 18 1,-3 2 44,-10-6-145,0 10-62,-1 16-247,-8 20-693,6 15-909,2 9 1849,31 18 0,-6-26 0,15 4 0</inkml:trace>
  <inkml:trace contextRef="#ctx0" brushRef="#br0" timeOffset="93874">17568 14855 25275,'14'-48'159,"-1"0"0,0-1 1,1-10-1,-1-3 0,1 5-1012,0 16 1,1 2-1,-1-2 877,-1-13 1,-2-3-1,-3 8-2,-3 16 1,-2 0 77,-1-11 1,-2-6 0,0 5 7,-3 9 0,-2 1 18,0-18 0,-2 3-9,-4 15-2080,1 11 1997,6 18-157,-2 9 106,1 20 0,-2 22-8,3-12 0,1 3 291,0 8 0,2 4-569,0 5 1,0 5-1,0-2-613,1-11 0,0-3 1,0 2 691,0 7 0,0 0 0,0-3-588,1 4 0,0-5 475,3-11 1,1-2-1250,8 25 869,10-17 628,1-33 531,14-25 1277,6-13-280,2-9 667,1-3-398,-21 19 2048,-5 7-3240,-15 10-494,-6 5-22,1 0 23,3 0 38,21-1-55,-4-2-9,11-3 0,2-2 3,1-2 14,2-5 0,-3-2-8,-8-2 112,11-29-29,-29 26 219,-9-23-95,-16 28-23,-14-2 202,-27 18-313,22 4-12,2 9 0,3 4-44,10 3-9,1 10 0,1 3 2,8 17-1589,5-11 0,3 1 1556,11 14-845,25-5 1,12-3-223,-4-16 0,4-2 34,-7-2 1,3 2 0,0-4 1049,19 1 0,-7-6 0,-9-2 0,1-2 0</inkml:trace>
  <inkml:trace contextRef="#ctx0" brushRef="#br0" timeOffset="94399">11452 15867 12780,'-54'1'541,"1"0"1,-1-1 0,-8 2 0,8-2 3306,-6-5-3349,52 1 444,42-8 1,24 0-597,-15 6 1,4 1-1,2 0-993,-3-1 1,1-1 0,2 1 0,3 1 770,2 0 1,2 2-1,2-1 1,1 1 0,-1 1-455,1-1 1,0 0 0,1 0 0,0 1 0,0 0 349,1-1 0,-1 1 1,1-1-1,3 1 1,5-1-1,-13 1 1,6 0 0,3-1 0,2 1 0,1-1-1,-1 1 1,-2-1 0,-3 1 0,-5 0-305,0 0 1,-6 0 0,-2 1 0,0-1 0,5 0 0,6 0 297,-10 1 1,5-1-1,4 0 1,3 0-1,3-1 1,1 1-1,1 0 1,-1 0-1,-1 0 1,-2-1-1,-3 1 1,-3 1 0,-5-1-206,15 0 1,-8 0 0,-3 0-1,0 0 1,4 1 0,8-1 195,-17 0 1,5 0 0,4 1 0,3-1 0,2 0-1,2 0 1,0 0 0,1 0 0,-1 1 0,-2-1-1,-2 0 1,-2 0 0,-5 1 0,-4-1-49,9 1 1,-6-1-1,-4 1 1,-2 0-1,2 0 1,4 0-1,6-1 44,-10 1 0,4 0 0,3 0 0,3 0 0,1 0 0,3 0 0,0 0 0,0 0 0,1 0 0,-1 0 0,-1 0 0,-2 0 0,-2 0 0,-4 0 4,7 0 1,-2 1 0,-1-1 0,-2 1-1,-1-1 1,0 1 0,-1 0 0,1-1 0,0 1-1,1-1-2,1 1 1,0-1-1,0 1 1,1-1-1,-1 1 1,0-1-1,-1 0 1,0 1 0,-1-1-1,-2 1 4,6-1 0,-1 1 1,-2-1-1,0 1 1,-1 0-1,0-1 1,-1 0-1,0-1 60,4 0 0,0-1 0,0 0 0,-1 0 0,-1 0 0,-3 0 0,-2-1-6,1 1 1,-4 0 0,-1 0 0,0-1 0,4 1-22,7-2 0,5 1 0,2-1 1,-1-1-1,-5 1 0,-8 0 218,4-3 1,-8 1-1,-4-1-254,2-1 1,-6 0-84,12-8-2375,-40-9-1658,-17 7 4111,-20-14 0,8 22 0,-3 0 0</inkml:trace>
  <inkml:trace contextRef="#ctx0" brushRef="#br0" timeOffset="95573">11160 14303 17602,'6'-44'790,"0"0"0,-1 2 0,0 17-225,0 35 460,4 39-824,-5-1-95,-2-3 1,-1 9 0,-2-5-660,-1-7 0,-3 3 553,-2 2 0,-2 9 0,-1 5 0,-1-2 0,0-6-585,-1 2 1,1-5 0,-2 5 577,2-7 0,-1 5 1,0 1-1,1-1 1,1-6-28,1 7 0,1-4 1,2-3 2,0 6 0,5-2-428,7 7 1,4-5 250,10 1 46,-5-21 0,2-5 134,3-9 40,-2-15 72,8-39-73,-7 5 13,-2-12 0,2-11 1,-1 1 5,-2-2 1,-1-3-191,-4 12 0,2-4 1,0-2-1,-2 3 171,-1-4 0,-1 2 1,0-1 3,0-1 0,-1 0 0,0 0 1,-1 0 1,1 1 0,0 0-1,-1 2 1,0 1 0,0 1 0,0 2 0,0 2 0,0 0 749,3-12 1,1 1-778,7-6 0,2 4-6,-2 18 0,3 1 165,8-5 1,5 4-160,0 14 0,2 6-1203,-4 1 1,0 3 1213,2 1 0,4 1-6,17-1 1,8-1-1,-5 2-257,-6 0 0,3 1 262,-11 3 0,9-2 0,1-1 0,-1 2 0,-8 1-2,14-2 0,0 1-2,-11 3 1,7-1-1,2 0 1,-1 0 0,-6 1 5,-1 0 1,-4 2 0,6-1 1,-1 0 1,7 1 0,3-1 0,2 0 0,-2 1 0,-6 1-7,3 0 0,-6 2 0,1-1 1,5 1-217,-7 0 0,4-1 0,3 1 0,1 0 0,0-1 0,-2 1 0,-3 1 216,9-1 1,-4 2 0,0-1 0,-1 0-1,4 1-143,-4-1 0,2 0 0,2 1 0,-1-1 1,0 0-1,-3 0 141,6 1 1,-1-1-1,-1 1 1,-1-1 0,-2 1-1,3-1 1,-3 1 0,1-1 0,4 0-2,-6-1 0,4 0 1,3 0-1,-1 0 1,-2-1-1,-3 0 9,-4 0 0,-3 0 1,-1-1-1,1 0 1,3 1-1,6-2 1,3 1 0,2 0 0,1-1 0,-2 0-1,-2 0 5,2-1 0,-2 1 0,-1-1 0,0-1 0,1 1-1,-1 0 1,0 0 0,1 0 0,-1 0 0,0 0 5,-1-1 0,0 1 1,1 0-1,-1 0 1,-1 0 5,0-1 0,0 1 0,-1 0 0,0-1 0,0 1 2,-3 0 0,0 0 1,0 0-1,1 0 1,2 0-4,2 0 1,1 0 0,3 0-1,-1 0 1,0 0 0,-3 0-13,5-1 1,-1 1 0,-1 0-1,-1 0 1,0 0-6,-3 1 0,0 0 0,0-1 1,-1 1-1,1 0 5,2-1 1,2 0 0,-2 1 0,-1-1 0,-5 1 253,9 0 0,-5 0 0,1 0-181,-4 1 1,2-1 0,-1 1 0,-6 0-51,-4 1 1,-4 0 0,-5 2 29,0 2 0,-8 4 1520,-6 9-1209,1 33-208,-15 0-89,-3 13 1933,-7-11-1902,-1 1 0,2 6-67,2-11 0,2 2 1,-1 1 413,-1-2 1,0 0-1,1 2-453,4 12 0,1 2 1,0-7 3,-2-12 1,-1 0-7,-1 8 0,0 10 0,-2 2 0,-3-5-125,-3-5 0,-4-3 0,-1 3-353,0-4 0,-1 4 1,-1 1-1,-1-2 1,-1-6-2608,-5 2 1,-1-7 0,-2-1 2728,-2-1 1,-1-2-1,3-7 1,-6 5-1,10-16 1</inkml:trace>
  <inkml:trace contextRef="#ctx0" brushRef="#br0" timeOffset="101214">19078 14683 13693,'53'-17'457,"1"0"0,-1 1 0,5-1 0,1 1 0,1 2-371,-13 5 1,0 0 0,1 2 0,1-1-1043,3 0 1,1 0 0,0-1 0,1 1 963,1 0 1,0 0-1,1-1 1,-1 0-5,0 1 0,-1-1 0,1 0 0,0-2-7,-4 2 1,1-2 0,0 0 0,-2 0 0,-3 1-8,11-2 1,-4 0 0,2-1-5,-3-1 0,3-1 0,0 0 0,-6 1-147,-7 0 1,-4 1-1,1-1 172,6-2 0,2-1 1,-4-1 355,11-6 0,-5-1-101,-14 3 0,-6-1 215,-2-18-150,-50 1-203,-6 14 765,-6 10 1,-6 3-588,8 5 0,-2 2 231,-18-5 1,0 1-373,16 3 0,1 0 311,-13-3 0,4 0-196,15 2 1572,-7-3-1802,29 10 427,4-1-404,19 7 0,9 3-45,27 11-23,-21-8 1,2 3-496,13 7 1,0 2 461,-13-7 0,0 2-68,11 10 1,-3 3-115,-17-7 0,-4 2-625,4 16 1,-3 3-198,-7-14 1,-5 1 1031,-10 22 0,-6-4 0,2-19 0,-15 15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4:30:00.1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3418 3619 21327,'-32'-4'510,"0"1"0,-19-3-370,54 3-17,1-2-73,2-1 17,5-8 1,5-6 4,12-20-21,-6 10 251,7-25-179,-22 31 325,0-22-302,-10 30 117,-6-10-33,1 17-45,-1 1-202,4 4-22,3 6 72,3 14-10,9 35-12,-3-6-475,3 0 1,0 6 468,0 6 1,-2 2-10,-2-17 0,0 1 1,0 0-394,-1 0 1,-1 0-1,0 2 245,-1 10 1,-1 1 0,-1-5-42,-1-8 0,0-1-246,-1 8 1,0 5-1,0-3-2065,-2 5 0,1-5-151,-1-8 0,1-2 2116,0 3 1,0-7-1,2-20 1,-1-3 0</inkml:trace>
  <inkml:trace contextRef="#ctx0" brushRef="#br0" timeOffset="535">3269 4183 9001,'-7'-5'4621,"1"2"-1802,6 3-2355,0 0-553,16-80 10,9 51-167,3-6 0,7-8 0,0 10 167,-3 19 1,3 4-284,21-10 0,8-2 0,-9 3 163,-21 7 0,-2 1-33,9-3 1,3-2-1,-8 3 847,-4-1-766,6-4 2166,-24 8-1572,-10 1-6,-14 8-145,-5 3 1906,-9 7-1565,3 4-51,-5 6 79,-2 8-560,11-10-34,1 8-67,14-13 0,17 2 0,-2-6-22,25-6-73,9-16 61,-10 1 45,17-16 140,-26 3-50,-6 4 151,-10-6-117,-16 18 297,-18-6 240,-26 15-953,9 13 1,0 4 302,7-3 1,3 3-15,-2 11 1,7 5-313,17 24 276,8-16-137,9-5 0,5-1-59,3-5-137,3-3 0,4 0-835,2-8 0,3-3-1885,9-1 0,2-2 3081,-4-2 0,-1-2 0,16-5 0,-32-4 0</inkml:trace>
  <inkml:trace contextRef="#ctx0" brushRef="#br0" timeOffset="966">4497 3773 12662,'0'-4'4884,"0"1"-1915,0 3-2387,-63 12-364,41 1-33,-20 10 0,2 4-140,25 6-59,2 6 0,3 1-3,5-4-64,6 1 0,4 1-255,11-2-208,16 10-127,5-25-562,-4-21 1,1-7-409,24-18 1024,-25 9 1,0-6 383,3-14 1,-5-4 397,-9 8 1,-2-1-7,5-6 1,-2-3 288,-7-2 1,-2-2 522,-4-4 1,-1-1-664,-1 2 0,-1-1 311,0-6 0,-2 4-115,-2-7 42,-5 25 1,0 2-200,0 4 499,-5-16-572,4 33 390,-1 3-619,4 21 904,-1 17-932,1 5-9,0 8 1,-1 5-417,0-9 1,-1 3 382,-1 19 0,0 3-59,-2-8 0,-1-3-3,1-10 0,0 0-624,-2 14 0,1-1-483,4-22 1,1-1-219,1 11 1,3-3-5451,11 1 6862,5-22 0,-6-11 0,-4-8 0</inkml:trace>
  <inkml:trace contextRef="#ctx0" brushRef="#br0" timeOffset="1947">4767 3522 18352,'2'-39'849,"1"0"1,-1 1 0,-1 12-458,-1 22-235,0 1-1255,0 2-1260,-1 11 2358,2 3 0,-1 0 0,1-2 0</inkml:trace>
  <inkml:trace contextRef="#ctx0" brushRef="#br0" timeOffset="2834">4765 3463 8489,'3'-7'5685,"0"1"-4004,-3 6 940,0 0-1573,11-60-225,-8 42 0,7-43-672,-11 58-22,0 1-101,-1 4 73,-2 10-62,1 0 11,-4 20 1,3 18-7,0 10-36,3-28 1,0 1-140,1 4 1,0 1 149,0-5 1,0 2 22,0 18 0,-1 1-528,0-7 0,0-2 508,-1-3 1,0-1 19,-1-4 1,-1-2-334,-7 24 353,3-11 50,-2 0 442,4-30 140,3-5-419,0-8 262,3-14-358,3-9 967,6-25-1123,0 7 2,0 6 0,2-2 37,8-19-20,-1 13 0,0 0 115,8-13-132,-6 19 0,1 3 14,4 2-5,12-2-34,-14 15 6,9 6-18,-14 18-116,9 16 38,-10-1-199,-4 4 1,-2 2-48,-1 0-193,-1-1 0,2 2-1415,5 7-7628,13 12 9572,-6-20 0,-3-10 0,-11-16 0</inkml:trace>
  <inkml:trace contextRef="#ctx0" brushRef="#br0" timeOffset="3441">5451 3648 23271,'-10'16'408,"1"23"-368,7 9-15,0-13 0,-2 1 48,-5 24-40,-1-1-21,1-6 16,2-18 95,4-16 190,0-5-16,3-13-230,3-9 73,5-16-33,5-7-49,0 2 1,0 0 3,7-14-9,0 7 0,1 1-13,5-1-29,5-6 6,-2 17-1,-1 15-32,0 6 10,2 14-28,-7 12 34,-2 11 28,-6-2-28,1 7-11,2-3 6,1-4 27,3-6 0,-3-19-38,-4-8 10,0-7 12,11-34 16,-8 6 35,7-16-29,-9-6-2101,-9 31 2096,3-15-529,-5 22 528,-1 9-22,0 3 11,1 17-22,-1 1 11,7 21 1910,-1-5-2061,3 15 488,-1-5-1429,0 1 51,-2-8-702,0-5 1743,4-2 0,-9-11 0,4 2 0</inkml:trace>
  <inkml:trace contextRef="#ctx0" brushRef="#br0" timeOffset="3601">6134 3451 16594,'-2'-2'1686,"0"0"-2293,2 2 0,0 0 1</inkml:trace>
  <inkml:trace contextRef="#ctx0" brushRef="#br0" timeOffset="4043">6616 3484 22492,'-56'29'502,"0"-1"0,5-1 1,8 3-461,23-4 0,6 2-9,-5 26-38,21-5-57,20-5-243,15-18 0,7-5-261,-5-4 0,2-3-709,20 1 0,1-2 810,-22-8 0,-1-2-207,21-6 0,-2-3 610,-1-4 249,-4-9 1,-4-5 608,-16-11-205,-13 8 0,-5-2 809,-15-20-106,-9 0 601,-8-3-1346,8 21-257,0 5-180,8 23-40,1 7-10,3 8 492,2 14-515,3 13-39,-1 11 6,-3-7-62,-3-6 0,0-1-45,-1 2-264,1 4 1,2 0-901,9 0-1782,8 11 2199,11-29 0,-14-12 0,0-8 0</inkml:trace>
  <inkml:trace contextRef="#ctx0" brushRef="#br0" timeOffset="4208">7368 3357 21551,'12'54'-1927,"-11"-18"0,14-22 1</inkml:trace>
  <inkml:trace contextRef="#ctx0" brushRef="#br0" timeOffset="4609">7926 3625 15844,'0'-5'4267,"-9"-32"1,-9-5-3825,-19 20-379,7-15 1,-3 5-37,-20 36-3,17 13 0,1 7-36,6 10 0,4 5-6,-1-1 0,3 0-2123,5 2 0,7-1 2012,16 18 685,11-19-832,15 4-11,-4-26 1,4-5-45,26-3 173,-18-14 0,1-9 132,-4-12 0,-4-5 33,-6 7 0,-3-1 1699,1-15 1,-4-3-1487,-8 0 1,-3 1-7,-1 8 1,-1 1 229,1-11 0,-2 6-103,-4 12-326,-3 11-10,-2 26 0,3 22-51,0 15-28,2 4-269,6 9-1725,3-25 1,3 0 2066,3-3 0,-1-2 0,6 20 0,-7-34 0</inkml:trace>
  <inkml:trace contextRef="#ctx0" brushRef="#br0" timeOffset="4925">8419 3549 16913,'1'-3'6850,"0"0"-6390,-1 3-320,18 29-101,-14-10 39,14 36-50,-19-6-50,-4 7 11,2-12 16,-2-14 158,5-23-51,4-15-68,2-3 74,11-27 109,2 3 0,3-1-92,8-16-68,-7 15 0,1 2 135,12-2-93,-11 17 0,3 2-338,7 0 0,0 3 224,23-7 5,-6 15-303,-10 26-3763,-12 25 3262,0 5 0,-18-5 1,-12-23-1</inkml:trace>
  <inkml:trace contextRef="#ctx0" brushRef="#br0" timeOffset="5840">9673 3599 16924,'-4'0'2112,"0"0"-213,4 0-1832,99-18-5727,-48 11 5656,-11 1 0,6-1 0,1 0-9,-3 2 0,1 0 0,-2-1 558,9-5 0,0-2-517,8 3 0,-4-3 62,-2-21 936,-76-1-836,-13-2-19,5 13 0,-4 1 75,1 4 1,0 2 39,-17-9 363,2-2-313,26 14 628,-2-10 2398,24 14-3267,15-3 488,9 10-550,33 9-33,-16 3-333,-1 3 1,3 4 320,-8 1 1,0 5-116,-1 9 0,1 5 0,-5 2-511,0 10 0,-6 2-1938,0 9 1,-9 1 2575,-18-10 0,-6-7 0,-2-7 0,-2 0 0</inkml:trace>
  <inkml:trace contextRef="#ctx0" brushRef="#br0" timeOffset="8733">10425 5055 13418,'0'-10'859,"2"-25"1,2-4 401,0 15-1155,-1-12 1,0 5 38,-1 23 23,-2 13 297,0 10 207,1 19-56,-1 25-901,0-17 0,0 3 433,-1 9 0,0 4-767,0-15 1,0 2 0,0 1 640,0 4 1,0 1-1,1 1-19,-2 3 1,1 0 0,1 3-610,1-1 0,1 3 1,0 0-1,0-4 608,0 0 0,-1-2 0,2 3 9,-1-9 0,1 3 0,1 3 0,-1-2 1,1-2-350,-1 0 1,0-3 0,1 1 0,-1 2 343,0 0 1,0 3 0,1 1-1,-1 1 1,0 0-3,-1 2 1,1 1-1,-1 1 1,1 2 0,-1 2-135,-1-7 1,0 2 0,0 3 0,0 0-1,0 0 1,0-2 0,0-3 129,0 4 0,-1-3 0,1-1 0,0 2 0,-1 3-55,0-2 0,0 4 1,0 2-1,0 1 1,0-1-1,-1-1 1,0-4 40,0 5 1,0-3-1,-1-2 1,0 2 0,0 2-19,0-8 1,0 1 0,0 2 0,0 0 0,0 1-1,-1-1 1,1 1-46,-1-1 0,1-1 0,-1 1 1,0 0-1,0 0 0,0 2 1,0 0-305,1 1 1,-1 1 0,0 2 0,0 1 0,0-1-1,1-2 1,-1-1 0,1-3 19,0 1 1,-1-4 0,1-2-1,0 1 1,1 0 0,-1 5 360,0-3 0,1 6 0,0 2 0,-1 0 0,1-1 0,0-3 0,0-7 0,1-9 0,-1 4 0,1-8 0,0 1 0,0 19 0,0-1 0,0 1 0</inkml:trace>
  <inkml:trace contextRef="#ctx0" brushRef="#br0" timeOffset="10233">10433 4845 13465,'56'-22'47,"0"0"0,1 0 0,1 1 0,1 0 0,-5 5 0,-2 7 1,-1 3-775,3-2 0,6-1 888,-5 2 0,8-1 0,2 0 0,-3 1-787,-11 1 0,-1 1 0,0-1 0,5 1 655,-1-1 0,4 0 0,3-1 0,0 1 0,-1 0 0,-3 1-262,2 0 1,-3 1-1,0 0 1,-2 0-1,0 0 237,3 0 0,-3 0 1,1 1-1,3-1-3,-3 0 0,2 1 0,1 0 0,1 0 1,1-1-2,-6 1 1,1-1 0,1 1 0,0-1 0,0 0 0,-3 0-287,3 1 1,-2 0-1,-1-1 1,3 1-1,5-1 284,-4 0 1,6-1 0,3 1-1,2-1 1,0-1 0,-2 2-1,-5-1 1,-6 1-199,8-1 1,-8 1 0,0 0 0,7 0 200,-11 0 0,5 0 1,3 0-1,2-1 1,1 1-1,-1-1 1,-2 1-1,-4 1-12,2-1 0,-4 1 1,-1 0-1,-1 0 1,3 0-1,4 0 14,-5 0 1,3 0 0,2 0 0,2 0 0,0 0-1,0 1 1,-2-1 0,-1 0 0,-3 1 1,8-1 1,-4 0-1,-1 0 1,-1 1 0,2-1-1,4 1 6,-5-1 0,3 1 1,2 0-1,1-1 1,1 1-1,-2 0 0,0-1 1,-3 1 64,1 0 0,-1 0 0,-1 0 0,0 1 0,-1-1 0,0 0 0,2 0-33,1 0 0,0 0 1,1 0-1,0 0 0,0 0 1,-1 0-1,0 0-22,-3 0 1,0 0-1,0 1 1,0-1 0,-1 0-1,0 1 1,-1-1 36,6 0 1,-2 0 0,0 0 0,0-1 0,0 1 0,0 0-1,-1-1 1,1 1 0,-1-1 0,1 1 0,-1-1 0,1 0-38,1 0 0,-1 0 1,0 0-1,1 0 1,0 0-1,1-1-13,-5 1 1,2 0 0,1 0 0,-1-1 0,0 1 0,-4-1 0,-3 1-8,12-1 1,-4 0-1,-3 0 1,3 0-50,-6 0 1,2 0 0,-1-1 0,0 1 0,-3 0 52,1 0 1,-3 0-1,0 0 1,2-1 37,9 0 0,3 0 0,-1-1 0,0 1-38,-5 0 1,-1 0 0,0 0-1,0 0 64,5 0 0,1-1 0,-1 1 0,-2 0-40,6 0 1,-2 0 0,-2 1 190,-4-1 0,-1 1 0,-2 0-170,-9 1 1,-2 0-1,-1 1 708,13 0 0,-1 2-635,-2 0 0,0 3-36,-1 3 0,-5 2-31,1 10 1750,-5 19-1742,-24-8 1,-3 3 629,2 5 0,-2 2-674,0 0 0,-2 3 4,-3 0 0,-1 2 0,0 0 10,1 8 0,-1 0-5,-1-10 1,-1 2-1,1 0-18,-1 3 0,-1 2 1,0-5-4,-1 0 1,0 3 104,-2-3 0,0 7 0,0 5 0,0-1 0,-1-5-1,-1 12 0,0-5 0,0 4-489,-1-2 1,1 3-1,0 2 1,-1 0 420,-1-11 1,0 1 0,-1 0 0,1-1 0,0-2-22,0 0 1,0-3 0,0 0 0,0 1-20,0 9 0,-1 1 1,1 1-1,1 1-3,0-4 0,0 3 0,1-1 0,1-1 1,-1-7-1,0 0 1,0-5 0,0 7 11,1-4 0,0 9 0,0 3 0,1 0 0,-1-4 1,0-8 0,0 3 1,0-8 0,0 6 4,0 0 0,0 6 0,0 2 0,0-1 1,-1-2 2,-1 5 0,0-3 1,-1 1-1,-1 0-8,0 2 0,0 0 0,-1 1 0,0 1-2,0-7 0,-1 2 1,0 0-1,0-1 1,-2-2 5,0 4 0,-1-3 0,-1 0 1,0-1-5,-1 1 0,0-1 0,-1 0 0,0 0 2,-1-2 1,0 0 0,-1-1 0,0-1-15,-1 0 1,0-1 0,-1-1 0,1-2-9,-1 2 1,0-2-1,-2 2-311,0 0 0,-2 3 0,-1-1 0,1-4 311,1-2 1,0-4-1,-2 3-84,0 1 1,-2 3-1,0 0 1,0-5 89,-5 11 0,-2-2 2,0-5 0,-4 2 0,2-5 0,-4 1 1,-1-2 8,2-2 0,-3 1 1,0-3 102,-11 4 1,-2-5-110,14-13 1,-1-2-1,-2-1-13,-1-1 1,-3-2 0,0-2 1,-3 0 1,-1-3-1,-2 0-9,-3-2 0,-2-1 0,2-2 140,8-1 1,2-2 0,-4 0-138,-7-1 1,-4-1 0,-2 0 0,3-1 7,-4 0 0,2-1 1,-2 0-162,7 1 1,-3-1 0,1 0 0,2 0 169,-4-1 1,1 0 0,-2 0 6,0 0 1,-3 0 0,-2 0 0,-2 0-178,8 0 0,-2 0 0,0 0 0,-2-1 0,-1 1 165,3 0 0,-2 0 0,-1-1 0,0 1 0,0 0 0,0 0-121,-2-1 1,0 1 0,0 0-1,0-1 1,0 1 0,2-1 129,5 1 0,0 0 1,1-1-1,1 1 0,1 0 1,0 0-77,0-1 0,1 1 0,1 0 0,-1 0 0,-2 0 85,1 0 1,-3-1 0,0 1 0,-1 0-1,2 0 1,1 0 14,-3 0 1,2 1 0,1-1-1,-2 1 1,-4 0-6,8 0 1,-2 0 0,-2 1 0,-2-1-1,0 1 1,0-1 0,2 1 0,0 0-19,0-1 0,0 1 1,1 0-1,1 0 1,-1 0-1,-1 0 1,-1 1-3,2 0 0,-2-1 1,0 1-1,0 0 1,-1 0-1,1 1 0,1-1 1,2 0-12,-11 1 0,2 0 0,1 0 0,0 0 1,2 0-1,2 0-4,-1 0 0,3 0 1,1 0-1,-2 1 0,-4-1-9,3 1 0,-5 0 0,-2 0 0,-1 0 0,2 0 0,4 0 0,4 0 9,-4 0 0,6-1 0,0 1 0,-4-1 0,4 1 1,-2-1-1,-2 1 1,-2 0 0,0 0-1,-1-1 9,3 0 0,-2-1 1,0 1-1,-1 0 1,0-1-1,3 0 1,1 0 8,-7 0 0,4-1 0,0 0 1,-1 0-1,-3 0-6,6 1 1,-3-1-1,-2 1 1,-1 0 0,2-1-1,3 0 1,5 0 5,-9-1 0,6 0 1,0-1-1,-3 0 16,7-1 1,-3 0 0,-2 0-1,0-1 1,2 1 0,4-1-51,-7 1 1,4-1 0,1 1-1,-6-2-101,6 1 1,-6 0 0,-1 0 0,0-1 0,4-1 0,5 1 123,-15-4 0,7 0 0,6 0 0,5 1 0,5 0 0,12-1 0,0 1 0</inkml:trace>
  <inkml:trace contextRef="#ctx0" brushRef="#br0" timeOffset="12273">12523 5076 13401,'-13'-47'1592,"0"0"1,2 5 0,1 8-881,1 17-544,4 10-168,3 4 0,2 4 173,2 19-89,3 5-22,2 24-28,3 5-23,0 8-380,-6-26 0,0 0 380,-1 3 0,-1 0 3,-1 3 0,-1 1 0,-1 1 0,0 0 3,0 1 0,-1 1 19,0 2 0,0 0 9,0 1 0,0 0 8,1 2 0,1 0 31,0 2 0,-1-1 8,1 4 1,0-2-46,0-11 1,0 1 25,0 0 0,0 4 0,0-3-744,0 6 1,0 0 711,1-3 0,1 4 1,0-1-9,1-6 1,0-1-1,0 0 0,2 2 1,0 0 0,1 1 5,0 1 0,0 1 1,0 0 1,1 1 0,1 0 0,-1 1-10,0 0 1,0 0 0,0 1-6,0 0 0,0 1 1,0 0 2,-1 1 1,1 1 0,-1 0-877,0 2 1,0 1 0,-1-3 859,-1-10 0,0-1 0,0 2 3,0 4 1,-1 5 0,0-1 0,-1-2-417,1 1 0,-1-3 0,0 4 407,0 1 0,0 4 0,0 1 0,0-3 18,0-7 0,-1-1 1,0-1-1,1 1 8,0 0 1,-1 0 0,1 1-1,0-1-5,0 0 0,0 0 0,0 0 0,0 0-2,0 1 1,0 0 0,0 0 0,0-1 6,0 1 1,0 1 0,0-1 0,-1 0 1,0 0 0,1 1 0,-2-1 0,1 1-13,0 0 0,-1 0 1,0 0-1,-1 0-3,0 0 1,-1 1 0,0-1 0,0 0-12,-1-1 0,0 1 1,0-1-1,-2 2 0,-2 8 1,-1 2-1,0-1 1,0-5-9,0-1 0,1-4 0,-1 3-6,-1-3 1,-1 5-1,0-3 1,1-6-205,0-2 0,1 0 159,-1 10 1,0 7 0,1-5-113,2-3 1,2-1-219,-1-5 0,1 3 0,1-6-496,1-5 1,0-3 720,1 2 1,1-5-1,-1-11 1,1 6-1</inkml:trace>
  <inkml:trace contextRef="#ctx0" brushRef="#br0" timeOffset="13149">10726 5556 19339,'43'-29'375,"9"1"-403,-2 8-17,6 2-132,-7 3 1,1 0-90,-16 6 0,1 0-488,18-5 1,-2 1-2848,-4 4 3601,-21 5 0,-15 3 0,-8 1 0</inkml:trace>
  <inkml:trace contextRef="#ctx0" brushRef="#br0" timeOffset="13374">11017 5403 19994,'-10'32'170,"0"0"0,1-2 0,0 1-179,4 4 1,2 0-455,0 0 1,0-1 353,1 3 0,1-1-90,3 1 0,1-2-78,1 0 0,2-3 162,7 16-2652,16 3 1989,10-28 1,-16 1-1,0-18 1</inkml:trace>
  <inkml:trace contextRef="#ctx0" brushRef="#br0" timeOffset="14008">11415 5752 18826,'-47'-20'586,"1"-1"0,-4 4 0,8 10-423,17 21 5,-3 3-128,16 0 24,11 0-48,7 1 36,6 0 27,7-8 132,3-4-49,2-9 12,0-6-79,-7-3 259,3-14-130,-10 4-34,2-7 45,-8 8 6,-2 6-129,-1 6 17,0 5-207,-1 3 38,-1 5 46,0 2 0,-3 32-40,2-12-5,4 23-17,6-21 0,10-7-28,5-6-179,24-13 195,-18-5-72,30-20 140,-37 8 112,17-22-61,-27 20 122,2-23-61,-16 17 12,-5-11 16,-4 9 22,-2 6-84,4 5 135,3 5-168,3 6-45,1 0-22,2 3 22,1 4 0,6 5 0,2 9-6,6 7 0,3 7-16,3 3-28,1 2-29,-1 0-72,-4-1 33,-6-10-688,-9 4-320,-13-17-1153,-10 2 200,-1-11 2079,-12-5 0,23 0 0,-6-2 0</inkml:trace>
  <inkml:trace contextRef="#ctx0" brushRef="#br0" timeOffset="14241">11764 5439 21657,'-8'61'-230,"7"1"-184,19-13 28,-4-7-2353,4 19 751,-10-32 925,5 23 0,-10-43 0,0 3 0</inkml:trace>
  <inkml:trace contextRef="#ctx0" brushRef="#br0" timeOffset="14491">11981 5639 19563,'-47'4'229,"0"0"1,-2 7 0,10 5-146,22 6 156,-10 31-105,17-13-124,1 0 0,9-8 11,18-9-16,6-9-45,17 2-62,-7-11-543,26-14 174,-27 2-209,5-7 1,-1-1-1,-16 6 1,15-9 0</inkml:trace>
  <inkml:trace contextRef="#ctx0" brushRef="#br0" timeOffset="14791">12179 5507 16644,'-2'-3'4901,"1"0"-1820,1 3-2857,-23-42-224,17 32 33,-16-25-27,24 43 11,7 30-51,1-4-16,2 14-23,-6-11-549,-4 20 124,-3-18-4418,-4 4 1,0 1-4189,-2-10 8536,-4 16 1,8-39 0,1-6 0</inkml:trace>
  <inkml:trace contextRef="#ctx0" brushRef="#br0" timeOffset="15274">11975 5755 13441,'-6'1'5035,"2"-1"-2823,4 0-1792,-19-6-145,15 4-163,-15-4 145,21 6-83,0 0 286,10-3-387,-2 1 55,28-9-66,-16 5-34,10-4 62,-19 6 27,-8 3-218,-3 0-1710,-1 1 0,-1-1 0</inkml:trace>
  <inkml:trace contextRef="#ctx0" brushRef="#br0" timeOffset="17333">11332 6489 16633,'3'-10'191,"-5"13"-236,-7 35 11,-1-2-106,0-1 0,-1 1-173,-4 23-369,5-17 1,1 2 470,3 3 1,2-2 104,-1 16 22,4-19 0,0 1-163,3 12 3,-2-12 1,1 1 64,0 16-177,-3-8 1,0-2 69,-2-2-81,0-4 1,-1 2-777,-2 16 468,3-23 0,2 0 132,-2 21-21,6-17 1,2-1 93,6 17 375,-2-18 0,2 2 75,4 4 0,-1-1 68,-2-10 0,-1 0 16,2 11 0,-1 2 65,-5-2 0,-2-2-76,-1-12 0,0 0 73,-2 16 0,0 1 14,-2-13 0,-1 0-45,0 10 1,0 3-6,-1 10 0,1 0-490,0-19 0,1 0 442,3 14 0,2-2 30,1-19 1,1-1 232,4 19 1,2 1-124,-4-18 0,0 0 226,4 15 1,-1 1 128,-3-4 1,-2 0-241,0 4 1,-1 0-195,0-2 1,-2 0 44,-3 1 1,-1-4-9,-2 10 87,-2-13 1,0 6 0,-1-6-142,2-11 1,0 0 30,-2 10 1,0 5 0,2-4 4,2-7 1,1-2 98,-1 9 0,1 1 62,1-2 0,0-1 78,1 0 1,0 0 142,-1 7 0,0 0-182,0-7 0,0-1-166,0-2 1,-2-1 118,-1-5 0,-1-1 173,-7 27-308,0-2-101,1-1-50,7-27 421,2-9-510,3-10 622,4-5-522,16-19 0,-12 10 0,8-13 0</inkml:trace>
  <inkml:trace contextRef="#ctx0" brushRef="#br0" timeOffset="19023">13931 5416 18756,'25'49'527,"0"0"1,-9-3 0,-2 4 0,-4-2-466,-4 2 0,-4 3-1433,-1-1 1,-2 8 0,-1 2 0,-1-2 1340,0-5 1,-2-1-1,-1 0 1,1 3-55,0-5 0,1 1 0,-1 2 0,0 1 0,0 0-525,0-3 1,0 2 0,0 0 0,-1 0 0,1-3 0,1-3 42,-2 14 1,1-6 0,1 3-522,0-2 1,0 4 0,1-2 0,0-6 1086,2-5 0,0-4 0,0-3 0,0 7 0,0-3 0,1-10 0,-1 0 0</inkml:trace>
  <inkml:trace contextRef="#ctx0" brushRef="#br0" timeOffset="19873">13973 5569 10870,'-6'-4'156,"2"1"-195,4 3 78,0 0 135,65-32-31,-31 25 0,3 1-676,9-6 0,4-3 0,2 3 631,-3 6 1,2 4 0,0-1-380,5-1 1,2 0-1,0 0 430,2 0 1,2 0-1,2 0-436,-6 0 1,5-1 0,-2 0 0,-3 0 381,-1 1 0,-3 0 1,4-1-40,2-1 0,5-1 0,0 0 0,-4 0-389,2-1 1,-4 0 0,6-1 355,-7 1 1,6-1 0,1-1-1,0 1 1,-5 0-216,-4 1 0,-3 0 0,0-1 0,4 1 203,-7 0 0,2 0 1,3 0-1,0-1 0,-1 0 1,-1 1 14,4-1 1,0-1 0,-1 1 0,-1 0 0,-1 0-99,4-1 1,-1 1-1,0 0 1,3-1 108,-9 1 0,3 0 1,2 0-1,-1 0 0,-2 1 1,-3 0 54,3-1 1,-5 2-1,1 0 1,1-1 10,10-1 1,3 0 0,0 0-1,-1 0-17,-4 1 1,0 1 0,-1-1 0,0 1 64,-3 1 0,-1 0 0,0 0 0,0 0-126,-4 1 0,0 0 0,-1 1 0,-1-1 60,12 0 1,-2 0 0,-2 1-55,-4 0 1,-1 1 0,-2 0 489,16-2 0,-2 1-493,-5 1 0,-1 0 0,-3-1 0,0 2 0,-2 0 0,1 1 546,-2-1 1,0 2-421,-2 2 0,-1 2 694,-3 0 0,-3 4-577,-1 9 1,-3 2-70,7 12 0,-24-2 0,-6 4 106,-10 24-205,-7-6 1,-3 1 265,2-15 0,-1 0-341,-6 21 0,1-2-17,2 1 26,5-8 1,0 8-1,1-6-29,1-11 1,1 0 7,0 16 0,1 7 0,-1-4-14,2-2 1,0-1-9,0 3 1,0 3-1,0-3 0,0 4 1,-1-2 5,1-6 0,0 2 0,-2-5 17,-4-2 0,-3-1-629,-4-1 1,-2 3 0,-1-4 600,-2 2 0,-4-3-12,-1-4 1,-5 1-1,1-5-170,-4-1 1,-2-4 156,-2-3 1,-3 0-1,1-2 25,-1 0 0,-1-3-12,-18 3 1,-1-5 8,16-13 0,-2-4 29,-2 0 0,-4-1 0,3-1-148,-4-1 1,0-1 147,-1-2 0,-4-1 0,6-1-7,8 1 1,-1-1 6,-2-1 0,-6 0 1,-1-1-1,2 1-8,-4 0 1,2 0 0,-4 0-188,-3 0 0,-5 0 0,-1-1 1,1 2 183,4-1 0,1 2 0,-2 0 1,-3-1-5,9 1 1,-3 1 0,-2-1 0,0 1 0,1-1 0,4 1-1,-10 0 0,5 0 0,-1 0 0,-4 1-182,4-1 0,-5 1 0,-2 0 0,1 0 0,3 0 0,6 1 184,-9-1 0,8 1 0,-9 0-91,16-1 1,-6 1 0,-4 0 0,-2 0 0,1-1 0,1 1 0,5 0 88,-6-1 0,5 1 0,0 0 0,-1-1 0,-3 1-36,4-1 0,-3 1 0,-1-1 0,-2 1 0,1 0 0,0-1 0,1 0 31,2 0 0,0 1 0,0-1 1,1-1-1,1 1 0,2 0 1,2 0 25,-2 0 0,3 0 0,1-1 0,0 1 0,-3-1-102,0 1 1,-2-1 0,-2 1 0,1-1 0,2 0 0,5-1-576,-13 0 1,6 0 0,-2-1 655,6-1 0,-2 1 0,2-1 0,5 0 0,-11 0 0,8-1 0,11 0 0,1-1 0</inkml:trace>
  <inkml:trace contextRef="#ctx0" brushRef="#br0" timeOffset="21323">11017 6331 16829,'-13'-22'907,"6"18"-543,15 24 180,6 10-247,-1-12 521,18 8-426,-7-8-140,13 6-45,-7-7 56,0-7 67,0-4-27,3-11-102,8-11-61,11-14-544,-21 9 1,2-2 482,4-4 0,1-2-4,4-4 1,0-2-12,2-2 1,1-1-9,0 0 0,2-1-38,-7 8 1,1 0 0,-1 2-140,8-3 1,-2 4-21,-1-1 1,-4 5-1120,6 7-2727,-32 19 3987,-1 5 0,-8-2 0,-4 1 0</inkml:trace>
  <inkml:trace contextRef="#ctx0" brushRef="#br0" timeOffset="23432">18195 7940 7660,'-3'-1'3109,"0"0"-303,3 1-2806,-16-52 0,12 39 0,-12-39 0</inkml:trace>
  <inkml:trace contextRef="#ctx0" brushRef="#br0" timeOffset="25848">14076 8413 14197,'-5'-60'1347,"1"-1"1,0 16 0,1 4-115,6-4-365,-1 30-711,1 8-123,-1 10 77,0 23-83,0 28-33,-1-8 8,0-8-1,-1 0 12,-2-5 0,1-2 3,-1 1 0,-1 0 0,-2 24 72,-4-12-16,5-28 974,-3 4-822,5-20-141,-1-4 28,-5-24-28,1-3-56,-3-7 56,0-16-61,6 26 16,4-35-62,10 27-33,14-16 23,3 19-362,9 8 0,2 2 361,12-3 2,-9 8 1,8-3-1,-2 2 9,4 2 1,-1 1-308,-10 3 0,1-1 1,1 1 312,0 1 0,1 2 0,0-1-517,3 0 0,0 1 1,-1 1 496,12-4 1,0 2 6,-6 1 0,1 0 0,-1 1-487,9 0 1,-2 1 496,2 0 1,-2 0-12,-3 1 0,-3 1 25,-9 1 0,-4 1 649,15 2-663,-21 2 1,-2 1-15,9 5 1385,-6 4-1351,-19-2 1254,9 5-1237,-10-7 776,23 6-782,-12-6 49,12 4-49,-14-4-11,0 7 17,-8 6 0,-3 6-6,-4 10-33,-4 1 5,1 5 11,0-6 12,2-5 0,1 2 10,5 21-310,-5-22 1,1 3 242,3 10 1,0-1 5,-2 3 3,-3 3 0,-5-1 53,-11-8 28,-14 1 1,-10-1-26,2-18 0,-5-4-325,1 1 0,-5 0 0,0-2 328,-19 1 0,-2-3-8,16-5 0,0-1 1,-1-1-469,-1-1 1,-1 0-1,0-2 464,0 0 1,-1 0 0,1-2 1,-1 1 1,0-1 0,2-1-14,-9 0 0,3 1-16,5-2 0,-1 1-359,-14 2 0,1-1-1005,20-1 1,0 0 1385,-3 0 0,-3 0 0,8 0 0,-4-1 0,10 0 0</inkml:trace>
  <inkml:trace contextRef="#ctx0" brushRef="#br0" timeOffset="26841">18166 8147 14070,'-29'-53'1264,"1"0"0,3 10 0,5 6-782,3 8-276,10 20-218,5 15 394,0 42-298,0 5-599,1-10 1,-1 3 531,0-6 0,0-2-12,1-6 1,-2 0-37,-1 15 0,0 1 34,-1-15 0,0-2-3,-1 13 0,-2-1 95,-9 15 341,-3-17-22,-2-16-207,4-13 202,-10-20 569,11-15-933,-6-22-37,15 8 1,3-2-20,0-18 70,6 13 0,5 2-59,16-10 3,-5 21 0,4 2-29,2 3 1,5 3-28,12-3 0,2 4-247,-12 6 1,1 3 282,10-3 0,-1 2-39,14-1-64,-8 5 1,9-2 0,-1 0 23,-11 3 1,-1-1 0,3 0-398,7-1 0,4-1 0,1 0 0,-3 1 414,4-2 1,-2 1 0,-1 0 55,1 0 1,-1 0 0,1 1 20,-4 0 0,0 0 0,-1 1 2,-5 0 0,0 1 0,-2 0 0,12-2 0,-3 1-103,-8 1 1,-4 0 130,-7 1 0,-2 1 5,22-6 18,-3 0-1,1 2-11,4 4 0,0 5-27,-5 11 225,-10 12-197,-10 15-7,-10 12-16,-9-4 0,-8-7 0,-2 0 451,0 4-457,-3 7 0,-2 2-14,0-18 1,-1 0 689,-2 16 1,0 0-691,1-15 1,0-1-35,-2 17 1,-1 1 5,1-16 0,-1-1 3,-5 15 0,-3-1 5,-4-11 1,-3-4 8,-9-1 0,-3-4 8,4-5 1,-5-4-994,-13-2 1,-8-2-1,4-3 1007,4-2 1,-3-2 5,5-2 1,-9 0-1,-3-1 1,1 0 0,8-1-263,5 0 0,5-2 1,-7 0 186,-6-1 1,-9-1-1,-3-1 1,2 1-1,6-1-800,0-1 1,5 0-1,-2 0 618,2-1 1,-3 0 0,2 0 0,7 0 0,-3 0-1,7 0 1,-4-1 0</inkml:trace>
  <inkml:trace contextRef="#ctx0" brushRef="#br0" timeOffset="28358">14201 8811 10119,'-7'1'818,"2"0"487,5-1 3131,0 0-3949,65-1-392,-25-4-299,6 2 1,7-1 231,9-5 0,0-2-36,-21 5 0,2 0-9,2 0 0,8-1 0,1 1 0,-4 1-559,-1 1 0,-2 1 0,-1 1 572,2-2 0,1 1 1,-3 1-23,10 0 1,-5 0-411,5 4 290,-28-1 163,-8 5 73,-30-2 44,-50 9-89,17-6 7,4-2 0,-7 1 0,4 0-11,10-3 1,-2 0 51,-24 3 0,-10 0 1,6 0 151,10-2 0,1 0-154,-2 0 0,-4 1 1,5-2 104,5 0 0,5-1-29,7-1 1,4 0-28,-10-1-291,22 0 84,17 0 100,19 0-5,5-2-65,28-4 1,10-2-42,-13 1 0,4-1-83,1 1 1,6-2-1,1 1 81,3 0 0,1-1 0,-5 2 234,6-1 0,-3 1-186,-15 1 0,1 1 1,-8 1-171,3 0 119,-38 3 83,-33 6 11,-1-1 1,-6 1 17,-5 1 1,-5 1 0,2 1-234,-7 0 0,-1 0 274,4 0 0,-6 0 0,1 1 0,7-2 36,-1 0 1,1 1 191,-1-1 1,-8 2-1,1-1 1,10-1-165,7-1 1,3-1-93,-24 4 0,21-4 1051,69-6-863,26-7-183,-1 2 1,7-2-768,-8 0 0,4 0 0,-4 0 692,-14 2 0,-2 0 0,6 0-526,1-1 1,8-2 0,1 1-1,-1 0 1,-5 0 423,1 1 0,-5 0 0,2 0 0,8-2 1,1 0-1,-8 2 0,-13 1 0,-1 1 0</inkml:trace>
  <inkml:trace contextRef="#ctx0" brushRef="#br0" timeOffset="29209">18644 8697 15978,'-43'3'468,"0"0"1,4-1 0,9 1-391,22-1-95,5-1 331,11 0-23,11 0-196,22-3-101,-10-1 1,2-1-20,12-2 0,2 0-760,-6 0 0,3-1 757,8 0 0,5 1 0,-5 0 8,-7 2 1,1 0-8,1 0 0,7 1 1,2 0-1,-8 1-40,8 0 0,-3 1-25,-5 0 1,2 0 0,-5 1-293,4 0 0,-22 1 233,-49 3 249,-33 1 0,-14 0-18,17-2 0,-3 1 1,-5 1-355,6-1 1,-6 1 0,-2 0 0,1 0 0,7 0 459,-7 1 1,6-1 0,-1 1-94,-7 1 1,-2 0-1,7 0 74,0 1 0,11 0-251,10 0 1370,7 4-1118,41-9 90,41 0-185,-1-5-491,-9-2 0,12-1 1,3 0-1,-4-1 336,1 1 0,-2-1 0,4 0-176,-5 0 0,4 0 0,3 0 1,-2-1-1,-3 2-3019,13-2 0,-3 1 0,-4 1 3055,-14 1 0,-2 0 1,-3 1-1,2 0 0,-8 1 1,-14 0-1</inkml:trace>
  <inkml:trace contextRef="#ctx0" brushRef="#br0" timeOffset="37382">10498 7697 11278,'-3'0'2079,"1"0"1623,2 0-2806,-26 5-409,28-8-442,-18 2-3,39-13 0,14-3-42,9-6-396,-10 6 1,7-3 0,-1 1 314,15-4 0,3 0-679,-13 5 0,4-1 0,1 1 0,-4 1 678,-1 0 0,-2 1 0,1 1-206,14-5 1,3 0 0,-8 4-1183,-12 5 1,-4 2 1469,3 1 0,-3 0 0,-1 2 0,-20 6 0</inkml:trace>
  <inkml:trace contextRef="#ctx0" brushRef="#br0" timeOffset="38250">10997 7539 16174,'-19'38'371,"-1"-1"1,2 11-1,6-1-371,15 11-265,-1-12 1,-1 1 197,0-14 0,-1-1-28,0 9 0,0 0-40,-1-2 1,1-1-180,2 2 1,0-2 27,3 12-342,13-2 178,8-36-216,31-20 565,-12-6-366,2-11 0,-2-4 523,-1-2 95,3-4 0,0-1 0,-10 3-1278,-1-1 0,-4-1 1435,-10 7 381,6-23 323,-23 21-83,-2-3-543,-4 11 349,-9 5-550,-3 12 649,-18 7-778,10 4 3437,-13 14-3421,12-1-49,-2 11-29,11-8 12,4 4-68,9-8 45,3-1 12,1-3 83,5-7 45,-4-5 449,12-5-438,-7-3 62,13-15 252,-2-10-258,-5 5 213,-1-9 242,-13 18-488,0 4-11,-1 5-197,-1 8-347,0 0 291,0 16 124,1-3 0,3 25-56,6 4 33,-1-7 12,10 10 16,4-18-16,-3-6 95,19-2-45,-22-15 84,18-8-28,-12-9 23,11-23-62,-11 8-1095,3-22 1162,-18 24 179,-5-6 1,-2-2 38,-8-1-252,1-14 90,-5 28-173,8 17-46,0-2 899,2 5-1044,1 1 168,14 16 0,-4-5-28,28 32-50,-13-10-32,-6-3 1,-3 1 3,0 7-202,-7 17-56,-15-19-544,-14 19 242,1-21-5563,-22 3 6229,22-29 0,-4 0 0,16-8 0</inkml:trace>
  <inkml:trace contextRef="#ctx0" brushRef="#br0" timeOffset="38506">11927 7449 14768,'0'-5'3769,"0"1"-2368,0 4-1244,-7 16-157,5 19-62,-5 25-412,10-3 356,2-20 1,1 1-331,5 1 0,2-1-188,-1 0 0,2 0-384,2 2 1,1-2-1837,13 8-2512,0-16 5368,-3-15 0,-11-10 0,-7-4 0</inkml:trace>
  <inkml:trace contextRef="#ctx0" brushRef="#br0" timeOffset="38723">12317 7666 17944,'-61'-15'476,"1"-1"0,9-1 0,8 10-33,-1 46-169,20-5-33,3 18-168,15-16 78,15 14-6,9-18-117,4-9 0,5-3-357,1-4 1,4-4-173,14 0 0,1-3-2004,-10-7 0,1-2 2505,8-2 0,-4-2 0,-8 0 0,0-2 0</inkml:trace>
  <inkml:trace contextRef="#ctx0" brushRef="#br0" timeOffset="42024">12277 7772 16930,'4'-14'-2789,"8"1"1373,11 8 1,-9 2 0,5-2 0</inkml:trace>
  <inkml:trace contextRef="#ctx0" brushRef="#br0" timeOffset="42490">12327 7490 20302,'-3'-33'148,"-1"0"1,-2-18-183,19 44-55,11 6 5,3 4-56,18 7-23,0 11-10,-2 9 117,-13-1 5,-10 4 28,-26 0 1,-7 1 45,-4 5-250,-16 9 1,-8 0 262,14-24 1,0-2 2,-12 9 0,2-1-16,-4 5 5,14 0 72,36-18-66,26 0-163,2-17 0,5-4-576,-3 1 1,3-3-659,14-4 0,6-3 0,-5 1-2215,-7 1 1,1-1 3577,6 0 0,5-2 0,-11 3 0,0-1 0,-3 2 0</inkml:trace>
  <inkml:trace contextRef="#ctx0" brushRef="#br0" timeOffset="2.14748E7">2962 5117 24575,'42'0'0,"-11"0"0,5 0 0,5 1 0,6-1 0,4-1-2458,-2 1 0,3-2 1,2 1-1,3-2 2201,-2 0 1,2-1 0,1 0 0,2-1 0,2-1-121,-4 0 1,3-1 0,0 0 0,1-2 0,1 1-1,0-1 377,-5 0 0,0 0 0,1 0 0,0-1 0,1-1 0,1 1 0,-1 0-115,-2 0 1,1 0-1,0-1 1,1 0 0,-1 1-1,1-1 1,-1 1 0,0 0 114,-2 0 0,0 1 0,0 0 0,-1 0 0,1 0 0,-1 1 0,0-1 0,0 1-294,8-1 1,-1 1 0,0 0 0,0 0 0,0 0 0,0 1 0,-1 0 293,1 1 0,0-1 0,0 2 0,0-1 0,0 1 0,-1 0 0,1 0-7,-3 1 0,0 0 1,0 1-1,0-1 0,0 1 1,0 0-1,0 0 7,1 0 0,1 0 0,0-1 0,0 1 0,0 1 0,0-1 0,-1 1 0,-3 0 0,1 0 0,-2 0 0,1 1 0,-1-1 0,0 1 0,-1 0 0,5 0 0,-1 0 0,-1 0 0,0 1 0,0-1 0,2 1 0,-4 0 0,2-1 0,0 1 0,0 1 0,-1-1 0,-2 0 0,-3 0 0,2 0 0,-2 0 0,-3 0 0,1 0 0,2 0 49,9 0 1,3 0 0,0 0 0,-3 0 0,-6 0-50,4 0 0,-7 0 0,4 0 232,3 0 1,4 0 0,1 0 0,-6 0-233,-1 0 0,-4 0 0,1 0 0,-6 0 0,2 0 0,-1 0 0,-7 0 0,4-1 0,-4 2 1085,6 1 0,-3 1-1085,9 0 3688,3 5-3688,-42-6 4562,-3 1-4562,-17-3 907,-7 0 1,3 0 0,-1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3T13:36:57.0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3192 2505 21327,'-25'-13'324,"24"0"-284,61 4-57,-19 3 0,2-1-440,7 0 1,0 0 383,-9 1 0,1 1-933,20-4 0,-1 0-11,-19 3 1,-1-1-1387,15-2 0,1 1 2403,-14 0 0,-4 1 0,3 0 0,-10 1 0</inkml:trace>
  <inkml:trace contextRef="#ctx0" brushRef="#br0" timeOffset="217">3780 2352 11514,'-6'0'6710,"1"0"-1977,5 0-4615,-41-4-85,30 7 130,-36 24-74,39 19-64,2-8 1,-1 3-179,1 4 1,1 1 98,0 6 1,-1 2-994,1 3 1,0 1-103,0 4 1,2 0-2680,-1 1 0,2-2 3828,0-7 0,0-6 0,2 3 0,0-35 0</inkml:trace>
  <inkml:trace contextRef="#ctx0" brushRef="#br0" timeOffset="650">4144 2908 20996,'-7'-46'607,"1"0"0,-1 6 0,4 9-585,5 23 18,4 11 27,7 12-50,5 15-40,5 16-38,1 11-318,-11-25 1,-2 2 227,1 0 0,-3 2 2,-1 0 0,-2 0-68,-2-1 0,-4-1 234,-13 28-1442,-3-32 1,-3-3 1575,-11 6-225,-24-5 225,32-24 465,-11-12-364,24-13 82,6-18-294,16-11-35,13-7-50,-8 27 1,4 1-262,8-4 1,1 2 2712,14-10-3024,-11 15 1,-1 3-1388,13-2-2305,-11 8 0,-1 2 405,12-5 3354,7 2 0,-39 15 1,0-1-1</inkml:trace>
  <inkml:trace contextRef="#ctx0" brushRef="#br0" timeOffset="1460">4715 2888 13625,'0'5'6828,"0"-2"-4520,0-3-2286,-5 10-5,9-2-11,1 8-23,20-3 6,-7-5-28,14-1 33,-7-8 17,-3-2 17,4-9 28,-13-12-22,-3 3 33,-3-13 39,-7 10 79,-5-4 50,-3 3 68,-6 7 38,-1 6-44,-4 6-73,-3 8-61,-1 7-51,-1 10-45,0 9-39,2 9-17,3 7-11,5 6-62,7 1-156,9 1-286,11-4-482,10-6-566,12-10-990,8-10-2583,7-11-2397,4-12 6771,1-12 751,-2-12-344,-5-11 344,-9-5 963,-8-4 4005,-9 1-845,-7 1-1110,-7 3-918,-4 5-566,-6 9-409,-5 7-347,-5 8 25,-3 6-585,-2 7-101,0 8-45,2 9-45,3 20-22,6 0 6,7 1-17,10-2-23,11-12-5,9 2-6,8-8 17,1-10 23,0-11 5,-3-11 16,-3-12 24,-4-8-1,-6-6 11,-9-2 17,-7-4 1,-12 1 83,-12-5-83,0 19 100,-14 0 100,-2 21-100,-2 8-123,1 6 11,4 16-17,4 7-19,9-3 0,0 3-48,-7 26-684,13-20 0,3-1 550,3 14-880,14 9-761,11-15-3171,15 6 4974,1-14 0,-11-16 0,-10-10 0</inkml:trace>
  <inkml:trace contextRef="#ctx0" brushRef="#br0" timeOffset="2277">6580 2791 24178,'-48'6'246,"9"20"-283,33 10 1,6 7-401,-2 2 0,1 3-440,-1 14 1,1-1-688,0-17 0,0-2 903,0 7 0,0-1-1798,0-7 0,0-3-372,-1 18 2117,1-21 0,0-2 966,0-5 6,0-15 632,-1-17 987,-1-29-679,-1-14-778,0 9 0,0-3 341,0-4 0,-1 0-512,1 7 0,1-3 301,0 0 1,0-4 0,2 2-1451,0-1 0,1 0 1160,0-9 1,2-1 416,4 0 1,3 3-586,-1 18 1,0 2 42,2-7 0,1 2 390,20-13-318,-5 27-106,17 0-34,2 19-5,7 16 66,-21 1 0,-2 3-111,20 21-31,-8 8 0,-3 4 0,-17-21 0,-2 2-35,7 16 1,1 7-1,-5-4-4,-9-3 0,-6-1 32,-1-4 1,-1 3-1,-7-2 18,-10 5 1,-9-3 16,-7-3 0,-7-4 1033,-4-3 0,-3-4-1047,-4-4 0,0-3 2,11-7 1,-2-2-26,-10-2 1,0-6-128,-3-9-4661,-11-15 4811,39-10 0,14 5 0,7 8 0</inkml:trace>
  <inkml:trace contextRef="#ctx0" brushRef="#br0" timeOffset="3017">7509 3040 18202,'5'0'2767,"-1"1"-208,-4-1-2419,-68-2-73,37 15-48,-12-5 1,2 3-14,20 16 11,-1 24-28,15-10-6,2 1-25,18-4 14,11-22 42,13-2-31,4-8 40,1-14 5,-6-9 28,-5-13 28,-7-9 22,-6-5 56,-6 0 118,-5 4 84,-3 9-72,-4 11-119,-1 10-94,-1 5-63,0 8-4,-2 8-12,-2 11 34,-4 24-6,3-11 5,-1 23-27,5-29 0,6 28-18,7-23-4,9 11-7,10-22 29,7-11-6,5-16 0,3-15 39,0-18-251,-20 12 1,-2-2 219,0-6 1,-1-2-521,0-6 0,-2-2 506,0-6 1,-2-3-1,1-5 1,-2-2-594,-1-2 0,-1-1 610,-1 2 1,-1 2 4,-2 5 1,-2 2-121,-2 9 1,-2 2 266,1-20 369,-5 20-369,-1 18 790,0 12-953,0 16 1396,1 16-1346,0 25-39,1-12 1,1 4-12,0 11 0,1 4-423,0-13 0,0 2 0,1 0 363,-1 4 0,1 0 0,-1 0-121,1 2 0,-1-1 0,1 0-144,-1-3 0,0-1 0,0 0-316,1 14 0,0-2-337,0-9 1,0-2-95,-1-11 0,0-2-3690,1 15 4762,-3-21 0,0-13 0,-1-8 0</inkml:trace>
  <inkml:trace contextRef="#ctx0" brushRef="#br0" timeOffset="3544">8067 3180 16840,'-56'-23'2085,"0"0"1,6 2 0,5 4-1571,4 10-336,18 3-167,18 1-7,24 1-5,19-2-95,25-1-599,-22 3 1,1-1 452,6 0 0,0 0-73,5-1 1,-1 0 80,2 1 1,-2-2 142,-1-2 0,-1-1 73,-4 0 1,-1-3 38,-6-1 1,-1-1 127,-7 0 1,-2-1 163,16-13 146,-15 3 111,-13 2 39,-10 3-33,-12 4 783,-10 3-963,-14 6 7,-12 10-224,-6 9-108,1 10-21,6 8-29,13 6-44,11 4-1,11 1-5,13-1 0,12-5 6,15-7 22,10-12 17,5-12 5,-2-17 1,-4-13 16,-6-13 34,-7-7 72,-6-3 107,-5 5 45,-8 4 33,-4 11-5,-5 9-112,-1 9-129,-2 9-56,-5 14-6,-2 8-10,-2 7-52,-1 14-346,3 1-3593,5-6 1,1 1 3978,4 20 0,1-9 0,0-30 0</inkml:trace>
  <inkml:trace contextRef="#ctx0" brushRef="#br0" timeOffset="4193">10669 2815 22467,'-41'-18'376,"-1"-1"1,0 0-1,-8-6 1,1 8-170,4 23 0,4 8-123,-3 2-48,3 4 1,2 2 46,1 14-92,19-2 1,6 1 8,4 8-22,20 13-29,29-22-28,-4-11 1,3 0-20,2 2 0,1 0-1185,11 4 0,-2-1 1238,-17-9 1,-2-2-21,4 4 1,-3 0 582,7 9-462,-4 10 27,-35-9-32,-29-1 22,-33-12-604,3-5 573,14-9 0,0-1-14,6-2 0,0-2-28,-18-5 0,-1-3-59,13 1 1,3-3-402,-1-4 1,5-3 1015,4-5-556,20-11 0,11 23 0,5-7 0</inkml:trace>
  <inkml:trace contextRef="#ctx0" brushRef="#br0" timeOffset="5276">10992 2795 21411,'0'-6'2263,"0"0"117,0 6-2312,2-20-46,-2 31 17,3 32-254,0 8 157,0-11 0,0 7 1,1-3-659,1-2 1,1 0 230,2 20 0,0-1 163,-3-21 0,-1-3-524,1 6 1,-3-1-1175,-3-8 1,-3-1-529,-8 28 1836,-9-12 1048,0-33-67,5-14 527,1-16 1915,3-31-1994,3 12-90,3 2 0,1-1 375,0-8-200,-4-10-444,2 10 813,-8-7-818,3 19-235,-5-7-118,9 16 850,7 6-895,7 5-212,28 3 27,6 3 132,-8 1 0,3 0-155,-3 1 1,1 0 215,1-2 1,-1 1 25,17-4 22,-17-1 0,-3-1 34,6-7 45,10-6 111,-22 3 79,-9 3-117,-6 4 184,-5 3 23,-2 5 62,-1 1-315,4 12-94,-1-1 16,8 18-45,2 2 6,8 11 0,5 5-336,6 3 275,2 1 22,-2-3 11,-8-3 50,-12-10 23,-16-8 0,-14-11 5,-17-9 28,-6-14 304,-4-7-192,5-16-134,16 9 0,8-11-39,24 12-6,12-7 17,16 1-28,11 2-11,7 4 0,-20 11 0,0 1-1,14-2-148,-15 4 1,1 0 165,9-2 5,10-5-11,-10-3 28,-10-1 6,-11-2 5,-7 1 34,-7 2 95,-3 4 229,-3 5-83,-1 2-208,-2 4-95,-1 16-11,0-2-16,-2 36 10,3-10 17,5 19-28,9-11 1,13-5 10,9-6 12,4-8-6,0-10 11,-6-9 11,-4-16 1,-5-10-7,-7-11-4,-6 2 38,-9-21 6,-7 13-22,-1-15-23,-1 16-17,2 8 1,5 9-46,7 7-190,6 6-509,10 5-1020,8 6-2739,6 5 4509,-5 1 0,-11-4 0,-10-3 0</inkml:trace>
  <inkml:trace contextRef="#ctx0" brushRef="#br0" timeOffset="5777">12884 3105 19445,'5'-7'4078,"-1"2"-2734,-4 5 207,0 0-1439,-68 13-72,31 6-361,-9-2 0,0 3 310,6 24-23,5 5-94,10 5-197,11 1-146,13-2-330,16-4-303,16-8-55,16-9 683,-18-20 0,3-3 176,1-3 0,2-5 160,2-4 0,0-5 118,0-3 0,0-3-203,-2-4 0,0-4 328,-2-3 1,-2-3 36,-1-3 0,-2-4 36,-1-4 1,-1-3 106,-1-4 0,-2-2-267,0-3 0,-2-1 437,-1 0 1,-1 0-23,-3 1 0,-2 1-39,-2 3 1,-3 2-63,-2 5 1,-3 1 281,-3-24-270,-7 17 146,-3 15-286,-1 14 372,3 9-574,1 10 818,-1 13-796,-5 16 12,-2 25-336,7-20 1,1 3 295,1 7 1,3 1-46,1 4 1,2 2-1184,3-8 0,1 2 0,0-2 1021,1 2 0,0 0-262,1-5 1,1 3 0,0-3-1285,-2-4 1,-1 0 1758,1 11 0,-2-3 0,1 4 0,-5-11 0</inkml:trace>
  <inkml:trace contextRef="#ctx0" brushRef="#br0" timeOffset="6301">13079 3450 23091,'-6'-44'157,"0"0"0,5 2 0,9 8-336,44 20 27,-6 3-473,12 5 1,3 1 159,-25 3 0,0-1-610,23 0 0,-1-2 764,-19-1 0,-3-1 190,-2-1 1,-2-2 422,21-14 264,-10-2 810,-14 2-48,-11 2-180,-10 3-230,-6 5 515,-4 2-905,1 5-11,-2 4-511,2 3 33,-2 7-5,-1 8-23,-2 24-17,0-8 14,5 3 1,2-1-9,4 0-23,2-2 1,3 0-11,15 7 5,12 5 5,4-12 29,2-13 16,-1-13 17,-2-15 6,-6-10 6,-8-12 27,-10-9 62,-11-15-78,-6 18 61,-9-14-39,2 27-39,-1-3-73,3 11-73,4 9-168,8 7-39,0 4-936,14 8-1438,2 2-7149,14 8 7373,-13-8 0,-1-2 1,-18-9-1</inkml:trace>
  <inkml:trace contextRef="#ctx0" brushRef="#br0" timeOffset="6977">14385 3111 19316,'-2'-12'3322,"0"3"-1698,2 9 129,0 0-1714,15-15-22,6 26-62,20-2-50,-16 16 0,-2 7-40,-5-4 1,-2 1 41,-1 0 1,-3 1-367,-9 31-3348,-27-4 3796,3-12 28,0-18 0,-4-6 102,-18-7 9,10-4 175,-3-17-34,25-13-45,6-14-72,23-18 2933,-1 13-3080,2 12 1,3 1-45,17-5-180,13-4-252,5 8-537,2 8-560,-22 12 0,0 3-331,15-2-1087,-12 6 1,-1 0-3372,17 5 5867,-22-2 0,1-1 960,0 1 1,-2-1 5012,12-4 368,-9-4-3835,-25-2 623,-6-3-1027,-8 2 41,-15-4-1462,5 6 83,-18 3-173,16 7 307,-10 8-346,8 3-23,1 14-39,9-1-17,12 8 6,5-10-3443,27 11 3432,-15-21-45,23 6 39,-12-26 28,-5-8 0,-5-7 11,-14-13 51,-16-8 3380,-2 2-3364,-11 1-22,2 19 40,-2 12-29,5 5 319,-18 18-117,-5 17-224,0 1-26,16-7 1,2 2-3,1 19-34,10-16 0,3 2-132,5 0 1,5 1-812,6 1 0,4-2-3076,8 1 0,4-3 3723,0-4 0,1-4 1,11 7-1,-14-17 0</inkml:trace>
  <inkml:trace contextRef="#ctx0" brushRef="#br0" timeOffset="8159">2575 3834 15014,'-3'-3'-341,"2"0"357,1 3-49,60-5-6,-8 8 36,1-3 0,5 1-701,-9 3 0,-1 2 735,6-1 0,3-1-393,-15-1 0,2 0 0,1-1 517,5 1 0,2-1 0,1 0 37,6 1 1,2-1-1,2 0-50,-11-1 1,0 1 0,2 0 0,1 0-644,4 0 0,1 0 0,0 0 0,2 0 569,-10 0 0,1 0 1,1 0-1,-1 1 1,2-1-17,2 1 1,0-1 0,1 1-1,1 0 1,0 0-343,2 0 1,1 0-1,0 0 1,0 0-1,1 0 319,-8-1 0,0 1 0,0-1 0,1 1 0,0-1 0,0 1-15,2 0 0,0-1 0,1 1 0,0 0 0,1-1 0,-1 1-146,3-1 0,0 0 0,0 1 0,1-1 0,0 0 1,0 0 143,-7 0 1,0 0 0,1 0 0,-1 0 0,1 0-1,0 0 1,0-1-70,2 1 0,1 0 1,-1-1-1,1 1 0,-1 0 1,1-1-1,1 1 61,0-1 0,1 1 0,0-1 0,1 1 0,-1-1 0,1 1 0,0-1 0,-7 1 0,0-1 1,1 0-1,-1 0 0,1 1 1,0-1-1,0 0 0,0 0 7,0 1 0,0-1 0,0 0 1,0 0-1,1 0 0,0 1 1,1-1-1,1 0 17,-4 0 1,2 0-1,1 1 1,0-1-1,1 0 1,0 0 0,-1 0-1,-1 0 1,-2 0-1,-3 0-7,7 0 1,-2 1 0,-2-1 0,-2 0 0,1 0 0,0 0-1,3 0 37,-5 0 0,0 0 1,0 0-1,1 0 1,1 0-1,2 0 1,4 0-1,4 1 17,-13-1 1,4 1 0,2 0 0,3-1 0,3 1 0,0 0 0,2 0 0,1 0 0,0 1 0,1-1 0,-2 0 0,0 0 0,-2 0 0,-2 0 0,-2 0 0,-3 0-55,6 0 1,-3 0 0,-2-1 0,-2 1 0,-1 0 0,-1-1 0,2 1 0,1 0 0,1 0 0,4 0 0,3 0-15,-12-1 0,4 1 0,1 0 0,2 0 0,2 0 0,2 0 0,0 0 0,1 0 0,1 0 0,0 0 1,-1 1-1,0-1 0,-1 0 0,-1 0 0,-2 0 0,-2 0 0,-1 0 0,-3-1 0,-3 1 2,14 0 1,-2 0-1,-3 0 1,-2 0 0,-2 0-1,0 0 1,-2 0-1,-1 0 1,1 0 0,0 0 1,6 0 1,-1 0 0,-1 0 0,-1 1 0,0-1 0,0 0 0,0 1 0,0-1-1,0 0 0,0 1 0,0-1 0,0 0 1,0 1-1,-1-1 0,1 1 0,-1-1 5,0 1 0,-1 0 0,1 0 0,-1 0 1,1 0-1,-1 0 0,0 0 0,0 0-35,7 1 0,0-1 1,-1 1-1,0 0 1,1 0-1,-1 0 1,-1 0 37,0 0 0,-1 0 0,0 0 0,0 1 1,0-1-1,0 1 0,-1 0-9,-1 0 0,-1-1 1,1 1-1,-1 0 1,0 0-1,0 1 1,-1-1-10,-1 0 1,0 1-1,-1-1 1,0 1 0,0 0-1,0 0 1,-1 0 62,8 1 0,-1 0 0,0 0 0,-1 0 0,0 1 0,0-1-68,-3 0 0,0 1 1,0-1-1,-1 0 1,0 0-1,0 1-8,8 0 1,-1 1 0,0-1 0,-1 0 0,0 0-24,-3-1 0,0 0 1,-1 0-1,0-1 0,-1 0-167,-1 0 1,-1 0-1,-1-1 1,0 0-1,-3 0-138,0-1 0,-2 0 0,-1 0 0,1-1 340,10 1 0,3-1 0,-4-1 0,-12 1 0,8 0 0,-17-2 0,1 0 0</inkml:trace>
  <inkml:trace contextRef="#ctx0" brushRef="#br0" timeOffset="8976">16897 3111 11273,'0'-6'5405,"0"2"-4316,-6-26 1,-3-5-580,0 15-146,-2-18 0,-3 5 67,1 26-246,-4 1-107,1 7-5,0 9-34,-1 9 0,2 6-5,3 3 39,6-3 55,3-5 108,3-6 200,3-8 136,2-3-118,5-6-241,8-6-101,5-8 84,1-3 95,-4-1 34,-7 5-62,-8 3-117,-3 6-186,-5 3-161,-3 3-135,-9 8-448,-9 7-1205,-3 12-4637,2 8 6626,9-1 0,9-11 0,5-9 0</inkml:trace>
  <inkml:trace contextRef="#ctx0" brushRef="#br0" timeOffset="9352">16773 3591 20173,'-26'54'874,"11"3"-734,20-30 151,12 6 50,0-18 114,3 0 54,0-8 79,5-15-420,-9 0 185,9-17-6,-12-1-16,0-9-51,-6-2-3325,-9-7 3112,-1 18-22,-5-4-151,1 22-449,-3 0-1584,-7 13 2139,-14 12 0,13-6 0,-5 5 0</inkml:trace>
  <inkml:trace contextRef="#ctx0" brushRef="#br0" timeOffset="12176">8726 5623 18284,'-1'-50'1368,"0"0"1,-1 6-1,-2 6-640,-5 14-5528,-2 10 4800,6 9 1417,1 15-1389,1 15-28,-1 23 0,2-15 0,0 4-96,0 19 1,0 0 11,0-14 0,0 0-465,1-1 0,0 4 0,-1-3-1493,0 1 1,0-1 2041,-1 15 0,1-3 0,-1 6 0,0-11 0</inkml:trace>
  <inkml:trace contextRef="#ctx0" brushRef="#br0" timeOffset="12617">8957 5440 12206,'-7'-59'1690,"0"0"0,1 0 0,0-7 0,-6 7-1066,-11 12 1,-6 9-85,2 17 1,-3 5-230,-21-3 0,-3 3-255,16 6 0,-2 4 7,-7 9 1,-6 4 0,7 2-452,11 1 0,2 3 421,-8 5 1,-4 5 0,4 2-623,0 10 0,4 5 604,5-5 0,-1 4 0,2 4-6,6-1 1,1 5 0,1 1 0,3-1-533,-2 11 1,3-1 0,4 3 525,3-8 0,3 3 0,2-1 0,3-4-7,3-4 0,3-3 0,5-1-13,6 8 0,5-1 1,4-3-457,12 4 1,6-2 438,-6-10 1,3 0-1,5-3-22,-3-8 0,4-2 0,2-2 0,-1-2-262,9 1 1,0-3 0,0-2 315,-1-1 0,1-2 0,-1-5 19,-3-5 0,0-5 0,-2-5-10,-2-6 1,-1-5-1,0-2 34,0-1 0,-1-1 1,-1-3-22,-3 0 1,-2-2-1,-2-3 11,-6-4 1,-3-2 0,-3-1 316,2-14 1,-2-2-327,-6 7 0,1-2 1,-3 0-12,-3-1 0,-1-1 0,-3 1-6,-1 1 1,-3 0 0,-5 0-6,-10-4 0,-6 0 0,-1 4 0,-2-2 0,-5 4-6,-10 7 1,-7 1-1,-1 6-36,-12 4 0,-5 6-195,15 7 0,-4 1 1,0 1-1,3 1-166,1 1 0,2 2 0,-2 2-2055,-2 1 0,-5 3 1,2 1-1,9 0 1592,7 3 1,4 0 0,-13 0 0,8 1 0,23-1 0</inkml:trace>
  <inkml:trace contextRef="#ctx0" brushRef="#br0" timeOffset="13093">8403 6718 14040,'11'-61'1426,"0"1"0,-1 12 1,-3 5 539,-8-10-1132,-9 30-554,-2 0 79,-11 17-138,-1 23 1,-1 7-149,-12 7-1412,-3 14 0,0 6 1364,18-20 0,-1 2-4,-3 5 0,-5 6 0,-1 3 0,1-2-706,-3 5 0,2-2 0,-3 5 664,5-10 1,-1 4 0,-2 1 0,1 0 0,1-2-83,-3 6 1,0 0 0,1-2-1,0 1-572,2-1 0,0 1 0,0-1 0,2-1-800,3-2 1,1-1-1,2 0 1,1-3 1474,-2 6 0,3-2 0,3-5 0,1 1 0,3-6 0,4 0 0</inkml:trace>
  <inkml:trace contextRef="#ctx0" brushRef="#br0" timeOffset="13393">8673 6421 10842,'0'-8'6939,"0"2"-3696,0 6-2218,0 0-638,15-10-236,5 21-45,20 7 1,9 5-816,-3 5 0,4 3 712,-1-2 1,6 1 0,0-1-14,0-3 1,1-2 0,2 0-8,-11-6 0,2-1 1,0 1-1,1-1-694,2 0 1,2 1 0,0-1 0,-1 0 231,2 1 0,0-1 0,0 1 0,-1 0-1473,-2 1 0,0-1 0,-2 1 1,-1-1 1648,6 4 1,-2 1-1,-6-3 1,1 2 0,-7-3-1,0 4 1</inkml:trace>
  <inkml:trace contextRef="#ctx0" brushRef="#br0" timeOffset="14026">7080 8400 15876,'21'-43'873,"0"0"1,0 1 0,7-16 0,1 10-292,13 13-324,-7 16-197,-12 11 393,5 29-308,-14 12-93,-4-3 0,-3 4-384,-5 3 1,-4 2 358,-4 4 0,-2 1-6,-3 2 1,-3-1 5,-1-1 0,-1-2 17,-1-2 0,1-1-1,0-4 1,1-1-9,0-3 1,1-1-37,-12 20-16,7-8 65,8-11-99,15-10-17,17-11-141,22-14-78,-11-5 1,3-2-517,9-6 1,3-3-15,5-5 1,2-3-139,-16 9 0,1-2 0,-1 0 248,0-1 0,0-1 0,-1 1-694,16-12 0,-1 1-1048,-4 0 1,-3 0 2447,-9 7 0,-4 1 0,7-7 0,-21 15 0</inkml:trace>
  <inkml:trace contextRef="#ctx0" brushRef="#br0" timeOffset="14393">7535 8094 10335,'-48'-4'1012,"0"0"1,1-1 0,-1 1 0,-13-1 0,1 1 0,3 4-571,-6 5 1,3 4-824,2 3 0,2 4 560,2 5 0,2 4 20,2 5 0,2 5 2,3 5 1,2 4-54,3 4 1,4 5-73,14-8 1,4 4 0,1-3-58,-1 3 1,6 0 4,8-4 0,4 4 1,5-6-6,8 0 1,7-3-12,10 9 1,8-2-8,-7-18 1,3-3 0,3-2-206,5-1 1,4-4 0,2-1 182,5-3 1,2-2 0,2-2-370,4-2 0,2-2 1,0-2 387,-14-3 1,0-2 0,0 0-1,0-2 31,-1-2 1,0 0-1,0-2 1,-1-2-241,12-3 1,-2-4-1,-1-2 287,-5-1 1,-2-3 0,-2-3 45,-7 0 1,-2-3 0,-3 0-53,3-5 0,-5-4 14,-11-3 0,-3-5 0,-5 1-59,-3-7 1,-4-2-65,-2 2 0,-1-3 0,-4 2 35,-5 7 1,-2 1-1,-4 2 12,-11-18 1,-7 5-1,-8 4 1,-8 7-28,11 18 0,-3 4 1,-2 2-80,-2 2 1,-2 2 0,-1 3-305,0 2 1,0 3 0,0 1-3148,-17-1 1,3 3 3423,12 2 0,5 2 0,-8 0 0,28 1 0</inkml:trace>
  <inkml:trace contextRef="#ctx0" brushRef="#br0" timeOffset="15577">10457 7519 7794,'-5'0'7091,"0"0"67,5 0-7000,-50-73-68,51 41-68,-19-14 0,7 3-5,41 21-2831,0 9 1,2 3 2819,4 1 283,7 4 1,1 3-295,-7 6 306,1 7 0,-2 4-312,-10 3-6,14 24 11,-29-9-11,-11 21 34,-16-7 17,-15 8-23,4-23 6,-9 3 2906,10-12-2682,-3 0 938,12-11-753,3-8 381,10-9-678,0 1 84,3-8-34,3 1-151,3 0-39,1 2 0,14 3 5,4 5 6,6 3 0,31 14-11,-24-2 0,5 5 0,1 2-1007,3 8 992,-19-11 1,-2 1-31,-2 8-252,-39 20 90,-21-10-317,2-8 1,-6-1 234,-4-9 1,-3-4-192,-5-1 1,1-3 193,10-2 1,2-3-469,-5-1 1,3-4-3533,-3-14 3588,8-21 0,21 14 0,17-9 0</inkml:trace>
  <inkml:trace contextRef="#ctx0" brushRef="#br0" timeOffset="15951">10815 7023 11654,'0'-9'6144,"0"2"-5301,-30-26 0,-16-2-1475,16 24 0,-3 1 902,-10-11 1,-6-5 0,4 8-111,4 16 0,-1 9 60,-2 3 1,-4 4-1,3 3-111,-4 7 1,0 5-69,2 0 0,-2 3 0,3 2-21,7 2 1,3 1-1,3 3 0,-1 4 1,2 2 0,3 1-6,1 3 0,4 2 0,3 0-21,3 1 0,4 1 1,3 0-447,4-2 1,4 1-1,4-2 452,4-2 0,4-2 0,6-1-21,11 5 1,8-1 0,0-5 6,4 2 0,5-4-5,5-8 0,8-1 1,-2-6 14,-8-11 0,-2-4 1,1-2 14,0 2 0,0-1 0,4-2 15,2-5 1,5-2 0,0-3 0,-4-3 17,-4-4 1,-4-3 0,3-2-5,0 0 1,4 0 0,-2-4-1,-4-2-21,-1-7 1,-5-4 0,-3-3 21,-2-3 0,-4-2 0,-3-1-30,4-9 0,-5-2 7,-10 4 1,-1-3 0,-4 0-1,-2 6 1,-3 1 0,-2-3-1,1-17 1,-2-3 0,-4 2-21,-3 12 0,-3 3 1,-4 0-14,-5-2 0,-5 2 0,-6 6-25,-4 11 1,-6 6 0,-2 3-83,-7 3 1,-3 3 0,-2 3-329,-5 1 0,-1 3 0,-2 2-2329,0 4 1,-1 3-1,2 1 2779,6 0 0,2 2 0,5 0 0,-3 2 0,7 0 0,-3 3 0</inkml:trace>
  <inkml:trace contextRef="#ctx0" brushRef="#br0" timeOffset="16734">6911 9431 18744,'-36'24'416,"0"-1"1,-3 8 0,2 6-358,11-2 1,1 5 0,0 0-713,-3 2 0,-1 1 0,1 0 681,-2 1 0,0 0 0,0 0-375,1-2 1,0-1-1,1 0 377,1-4 0,1-1 0,0-2 37,-8 10 0,1-3 300,6-9 0,2-3-70,-9 7 73,18-20-236,14-26-123,16-23 0,-1 5 1,2-3 343,6-8 1,3-4-358,-1 2 0,1-2 0,-1 2 172,3-4 0,0 1-165,-1 0 1,1-2 0,-1 4 16,2-1 1,-1 3 2,7-10 0,1 0 11,-1 6 1,0 2-218,-3 5 0,0 2 212,-2 6 0,0 3-134,-3 3 0,1 3 119,26-11 24,6 12-29,-25 13 0,2 4-185,6 6 1,0 3 175,7 6 1,0 3-6,5 9 1,1 3-6,-16-5 1,0 0-1,-1 3-134,2 1 0,-1 2 0,1 1-122,-1 0 1,1 1 0,-1 1-684,-2-1 1,1 0-1,-1 0 947,2 1 0,1 0 0,-5-3 0,-3-2 0,-3-4 0,-3-2 0,0 0 0</inkml:trace>
  <inkml:trace contextRef="#ctx0" brushRef="#br0" timeOffset="21401">5293 11035 16297,'1'-8'2022,"6"-25"0,3-5-902,2 9-818,-1-9 1,1 3-39,-3 20-40,-4 11 101,-4 12-12,0 13-111,-8 19-73,-8 19-601,2-22 0,-3 1 483,-4 5 1,-2 1-4,-1 2 1,0 1-12,0-3 0,2 0-128,4-6 0,3-1 154,-3 18-12,20-22 45,14-18 39,17-22-25,-1-9 0,0-4 432,17-14-429,-9 4 0,1-1 36,-16 10 0,-1 2 8,4-4 1,-2 1 364,13-11-319,-16 14-152,-14 9 22,-6 11 18,-4 14-29,-2 14-22,-2 17-17,-1 12-16,2 5 102,3-31 0,2 0-399,8 30-230,8-5-264,8-8-144,4-15-623,17-21 986,-13-14-87,-4-12 0,0-5 8,-5-4 1,0-4 338,1-4-1,2-5 1,-1 1 309,1-2 0,-1-4 116,3-10 0,1-6 0,-4 5-645,-9 14 0,-3-1 779,4-8 1,1-6 0,-4 4 294,-6 1 1,-4 1 14,-1-9 1,-7-2 228,-17-3 0,-7 4-1028,6 19 0,-4 2 523,-5 6 0,-7 1 1,0 4 56,-7 4 1,-3 5-54,-13-4 0,-4 4-135,21 8 1,-1 2 0,0 2-46,0 3 1,0 2 0,0 4-2,-9 6 0,-1 5 0,5 1-52,-5 2 1,3 5 8,4 4 0,-2 6 0,6 2-8,12-4 1,4 1 0,0 3-10,-6 9 0,-1 5 0,3 3-15,7-3 0,1 5 0,2 0 0,3-1-20,3-6 0,1-1 0,3 0 0,1 2-390,2 6 1,2 1 0,2 0 0,3-5 379,2-6 1,3-3 0,4-2-42,6 4 0,5 0 1,7-7-507,8-6 1,7-7 0,0 0 527,6 9 0,6-6 1,-5-13 0,8-5 0,1-3 0,-5-4-231,-5-7 1,-4-5-1,2 0 290,10 1 1,1 0 0,-1-6 23,-5-7 1,-2-5 0,-3-3 12,-9 2 1,-2-1 0,-1-4 1,7-6 1,-1-3 0,-2-5-239,-9 4 1,-3-3-1,-1-2 1,-3 1 224,2-8 1,-4 0 0,-3-1-21,0 3 0,-3-1 0,-4 1 172,-5 4 0,-3 0 0,-4 4-129,-6-6 0,-4 4-34,2 0 1,-6 2 10,-15 5 1,-11 2 0,2 6-129,-3 6 0,0 4 22,3-1 0,-3 0 0,3 4-565,-8 6 0,5 6-3277,-13 1 3915,0 1 0,28 4 0,16 0 0</inkml:trace>
  <inkml:trace contextRef="#ctx0" brushRef="#br0" timeOffset="22318">8537 10293 15844,'2'-6'3836,"0"0"-2615,-2 6-185,35-64-279,-25 45-469,10-16 1,-5 4-77,-15 28-21,-6 2-85,-25 6-72,7 1 5,-35 11-11,26-4-20,-6 2 1,-3 2-260,13-5 0,-1-1 276,-13 6 0,1-2 20,-17 3-17,20-8 51,7-7 72,16-2-101,4-1-61,6 0-17,6 0 28,0 0 563,0 8-501,3 8-45,3 21-34,0 2 45,3 15-22,-4-24-1,0 0 46,0-10-7,-2-5-4,1 2-12,-1-8 16,-1-5 96,0-2-28,-1-2 258,2-1-241,1-6-78,7-7-18,6-8-16,11-5 0,7 0-28,5 2 11,2 8 11,-4 8-56,-2 15 34,-4 12 17,-5 16-40,-4 9 5,-9 7-266,-12 2 172,-20 4 22,0-26 0,-5-1-20,-9 2 1,-4-1-492,-8 0 0,-2-1 427,-4-1 1,-2-3-239,1-3 0,1-3-541,4-5 1,2-3-2249,9-6 0,4-4 3212,-10-9 0,23-1 0,13 0 0</inkml:trace>
  <inkml:trace contextRef="#ctx0" brushRef="#br0" timeOffset="22725">8428 9951 15596,'-44'-45'1299,"1"1"1,-2 5-1,-2 11-910,4 22 1,-2 10-948,-4 3 1,0 3 781,-3 6 0,1 4-628,-2 9 0,3 5 484,15-7 0,2 3 1,1 3-20,0 4 1,1 3 0,2 2-1,1 4 1,2 2 0,2 2-4,2 3 0,3 1 0,2 1-40,3 0 1,4 0 0,2 0-278,4-2 1,4 0 0,3-1 217,3-3 0,3-2 0,5-1-13,3-3 0,4-1 0,4-3-199,4-3 1,3-1 0,3-4 203,5-1 1,3-4 0,2-2 20,4-2 0,2-3 0,2-3-263,2-3 0,1-2 1,0-3 318,1-3 0,0-4 0,0-3 37,-2-4 0,0-3 1,-1-3 31,-2-5 0,-1-3 0,-3-2-7,8-6 0,-3-6 109,-9-4 1,0-6 0,-7-1 212,-3-7 0,-6-3-313,0 4 0,0-4 0,-10-5-211,-14 10 0,-5-6 1,-5-2-1,-5 2 1,-6 6 158,-10-2 1,-9 6 0,-4 2-1,0-3-81,7 2 1,1-4-1,-2 1 1,-2 4-1,-5 9-157,-5 10 1,-4 6 0,-2 5 0,-1 4-1,4 2-1271,-2 2 1,1 6 0,2 1-1,1 1 1462,-10 1 0,2 1 0,5 1 0,-3 1 0,7 1 0,-6 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13:33:31.7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2601 2817 18828,'15'-51'887,"0"0"0,-3 9 0,-2 6-113,1 5-405,-7 17-206,0 0-365,-3 11 336,-3 31-22,-6 14-78,0-4 0,-1 4-418,-2 3 1,-3-1 388,-1 3 1,-1 0 5,0-1 1,0-3-7,4-11 1,1-1-17,-3 7 1,1-3 32,0 0 230,-3 6 314,10-28-163,3-16-308,3-20-45,0-21-36,0 12 0,1-2 147,2-7 0,0-1-147,1-5 0,1 0-3,3-3 1,0 1-7,-2 10 1,3 0 8,6-14 0,3 2 2,-3 18 1,2 1-9,6-12 1,4 2-4,-2 14 1,1 4 0,0 4 0,1 4 33,26-3-45,-1 15 6,-4 20 0,-4 18-3,-23-8 1,-3 4-314,-2 5 1,-3 3 281,-2 5 1,-3 2-149,-2 3 0,-2 2-347,-2 0 0,-1 0-709,0 0 0,0-2-1266,2-4 1,1-1 2450,3-3 1,0-3 0,3 3 0,1-11-1</inkml:trace>
  <inkml:trace contextRef="#ctx0" brushRef="#br0" timeOffset="210">2779 3064 19501,'2'-34'-846,"0"1"0,-4-17-193,47 35 1,13 8-1815,-17-1 1,0 2 2852,16-4 0,-3 1 0,6-1 0,-9 2 0</inkml:trace>
  <inkml:trace contextRef="#ctx0" brushRef="#br0" timeOffset="694">3803 2770 14370,'1'-4'4935,"0"0"-3994,-1 4-258,-11-60-246,-9 40-297,3-14 0,-5 5 64,-10 27 1,-2 8-59,-16 2-48,11 5 0,2 4 36,-7 17-81,19-13 1,2 3-37,-7 21 11,16-5 11,18-7 28,11-10 95,10-8 96,9-8 84,5-12 78,6-9 56,0-13-12,-5-6-44,-10-1-44,-11 2-96,-10 7-33,-6 5-203,-2 11-66,-1 3-34,0 9 45,5 12 16,8 19 35,10 23-46,-6-20 0,1 3-627,3 7 1,0 3 584,0 5 1,-1 2-9,-9-16 0,-1 2 0,-3 0 7,-2 4 1,-3 0 0,-4 1 1,-4 2 0,-5 0 1,-5 0-543,-5-6 0,-5 2 1,-3-2-1,2-3 574,0-1 0,0-3 0,-4-1-16,-3-2 0,-4 0 0,0-2 0,1-7-356,-8-3 1,0-7 243,-6 1 0,1-10-493,8-21 1,5-9-188,-2-17-1087,27-7 0,10-4 1910,9 16 0,3 2 0,3-26 0,1 24 0</inkml:trace>
  <inkml:trace contextRef="#ctx0" brushRef="#br0" timeOffset="2301">4029 2763 21579,'35'41'639,"-8"-10"-365,-4-26-16,-5-6-79,6-8-22,7-14-112,-10 3 61,10-15 45,-13 10 96,-1-6 341,-7-2-264,-14 9-105,-10 2-146,-3 13 72,-15 4-50,1 7-44,-10 6-29,-1 12-33,13 6 0,7 10-6,15-8-5,16 14-46,12-6-114,5-8 0,6-1-466,-1-4 1,4-3 204,10 3 1,0-3 156,-12-8 1,0-3-407,7 0 0,2-2-274,-1-6 0,-1-2 652,0-2 0,0-2 263,-3 0 1,-3-4 87,-4-9 1,-6-3 259,-3-2 448,4-26 67,-23 12 425,-13-19-838,3 19 693,-18-17-796,15 35 147,-8-10-191,11 19 478,1 2-758,3 9 379,3 11-334,0 3 5,1 20-22,-1 4 6,1-7 0,-2 2-6,0 23-6,-2 5 12,2-31-18,1-6 40,2-17 107,7-5-74,1-7 74,19-25-34,-6-3-34,5-9 53,-10 7 1,-1 2-70,-1 2-18,0 1 1,1 2-1,0 8-16,3 1-34,-3 10-11,2 8 6,1 12-3420,6 11 3436,-5 1-188,-2 4 1,0 1-205,11 17 3,-7-13 1,3 0-220,0-6 1,1-3-199,4-2 0,3-2-54,3-3 1,1-3 526,-8-3 0,3-3-17,14-2 1,-1-5 400,1-5 246,0-6 0,-2-5 427,-2-12-324,-15 5 1,-2-1 8,2-9 684,-2-23-431,-15 16-46,0-18-112,-15 17-94,-9 6-236,-3 11 3407,-28 4-3463,5 13-28,-23 9-45,20 6 15,13 8 0,2 4-54,-6 16-3,13-8 1,2 1-38,2 25 24,13-4 16,14-7 0,12-12 11,3-12 11,26-10 17,-10-18-22,-11 0 0,1-4 11,17-27-199,-26 13 1,-2-3 195,-1-4 0,-2-3-334,-3-4 0,-3-2 337,-1-3 0,-2 0 11,-1-1 0,-2 0 31,-1 3 0,-2 1 28,0 5 0,-1 3 271,-3-15-33,-7 3-201,2 26-79,-2-2 299,5 17-377,3 10 784,1 3-757,5 37-1718,-1-9 1,1 1 1698,-1-1 0,1 2-34,3 18 0,0-2-184,1 3 44,2 2 0,4 0 25,-2-23 1,2-1-241,7 13 0,3-2 58,-2-18 1,4-5-3,0-4 0,2-5-330,31 4 408,3-16 249,-30-7 1,-1-4 41,0-3 1,0-4 27,0-3 1,-2-3 30,-2-3 0,0-2 42,-4-2 0,-1-1 3117,8-17-2924,-17 15 1,-5 2 53,-10-4 70,-15-8-289,-22 23 481,-13 10-565,-5 8-16,7 9-46,11 6-10,13 7 274,11 5-269,8-3 11,13 14-17,14-10 18,16 8 10,10-15 17,0-10 51,-7-11 61,-9-11 90,-9-8 45,-8-8-12,-7-4-22,-7 1-22,-6 1-23,-4 6-72,-2 8-74,0 6-50,0 7-11,-1 12-39,-5 13-50,2 17-158,3 16-128,10-22 0,4 3-2104,13 20 0,7 1-1772,-2-13 0,2-1 4251,9 9 0,-1-5 0,2-10 0,-12-18 0</inkml:trace>
  <inkml:trace contextRef="#ctx0" brushRef="#br0" timeOffset="2727">2250 3904 15575,'-45'2'1004,"-1"-1"0,0 1 0,-9 0 0,4 0-671,11-2 0,7-1-198,9-2 139,50-6-101,8 1 1,9-1-70,1 0 1,4 0 0,5 1-965,-2-1 1,4 1 0,2-1 0,3 1 922,-3 1 1,2-1 0,2 1 0,2 0 0,1 1-306,-4 0 0,2 0 0,0 1 0,2-1 0,0 1 0,1 0 248,-4 1 0,0 0 1,1 0-1,0 1 1,1-1-1,0 0 1,0 1-206,-6 0 0,1 0 1,1 0-1,-1 0 1,1 0-1,0 1 1,0-1-1,-1 0 203,2 1 0,0-1 0,0 0 1,0 1-1,0-1 0,0 1 1,0-1-1,0 0-137,-1 0 0,1 0 0,-1 0 0,0 0 0,0 0 0,0 0 0,0-1 0,0 1 128,-2 0 1,0-1 0,0 1 0,0 0 0,-1-1-1,1 1 1,-2-1 0,1 1-16,5-2 0,-1 1 0,1 0 0,-1-1 0,-1 1 0,0-1 0,-1 1 16,6-1 0,0 0 1,-1 0-1,-1 0 0,0 0 1,-1 0-2,-5 0 0,0 0 1,-1 1-1,-1-1 0,-1 0 1,-2 1-8,8-1 1,-4 0 0,0 0-1,1 0-53,5 0 1,3 0-1,-3 0 1,-7 1-796,7 1 1,-4 0 985,-7 1 1,1 0 0,-8 1-1,4 1 1,-22 2 0</inkml:trace>
  <inkml:trace contextRef="#ctx0" brushRef="#br0" timeOffset="4622">2298 4969 18257,'-47'-2'1182,"0"1"0,7 0 0,6 0-998,13 0-240,13 0 0,9 1 180,13 0 56,22-3-113,-4-1 0,4-1-831,13-2 1,5-2 759,-13 1 0,2 0 0,-1 0-13,12-2 1,0-1-67,-12 3 1,1-1 0,-1 1-616,11-2 1,-2 1-412,-3 1 0,-3 0-1050,-3 2 0,-7 1-5117,-7 5 7276,-18 3 0,-9 0 0,-4 0 0</inkml:trace>
  <inkml:trace contextRef="#ctx0" brushRef="#br0" timeOffset="4822">2688 4929 13306,'-7'0'7522,"2"0"-6222,5 0-141,0 0-1114,-22-4 84,18 14 56,-14 8-45,23 25-67,-1 20-428,-3-23 1,-1 1 318,-2 5 0,0 2-172,-1 2 1,0 1-496,1-1 0,-1 0-1269,2-1 1,0 0 1971,3 1 0,1-4 0,-1 6 0,3-10 0</inkml:trace>
  <inkml:trace contextRef="#ctx0" brushRef="#br0" timeOffset="5629">2989 5237 19176,'-1'-7'4498,"1"1"-4252,0 6-5,0 0-280,-11-45 61,16 46-22,-2-24-22,23 62 5,8 13 6,-14-24 0,-2 1 5,-1 1 0,-3 0 9,-5 6 0,-4 0 3,-5 11 2,-11-15 0,-4-2 15,-21 4 78,-9 0 95,1-14 56,9-17-40,11-13-66,12-13-45,10-11-68,17-7-21,14-4-1,-7 22 0,4 1-219,4-1 0,2 2 143,4 0 1,2 1-85,3 0 1,0 2-456,1 2 1,0 0 73,-2 3 1,1 2-897,2 1 1,-2 1-855,22-2 1295,-11 3-270,-15 3 913,-13-1 886,9-7-2167,-10 2 2424,-3-2 1414,-9 1-529,-8 3-338,-2-3-475,-7 1-274,-3 2-106,-7 2-409,6 3 3387,-2 1-3438,6 5 1,0 5-34,2 7-6,1 11-5,4-7 11,5 7 0,4-12-6,5 3 18,2-6-3354,7-4 3364,-7-5 40,9-6 11,-10-4 72,4-8 13,-7-3 60,-6-10-83,-11 4 3329,-2 1-3346,-10 7-3370,-5 7 3274,4 4 1,-10 4-29,14 13 12,-4 1-1,6 15-2290,-2 16 2285,4-8 973,3 2 1,1-1-1013,3-3-85,5 4 1,4 0-67,3-8-563,24 21-915,6-24-424,-10-12 0,2-2 1660,10-2 1,-2-3 0,6 0 0,-1-5 0</inkml:trace>
  <inkml:trace contextRef="#ctx0" brushRef="#br0" timeOffset="6022">4276 5175 22119,'-28'-31'101,"0"1"0,-18-10 1016,42 58-1077,1 11 418,9 9-447,8-7-2955,4-4 2950,6-11 499,14-8-466,-4-4-11,8-3 28,-7-10 129,-6-10-84,-8 2 174,-3-19-102,-21 11 3309,-1-6-3404,-8 9 163,-16-1-101,-1 9 62,-23-2-135,13 16-50,4 5 11,6 13-45,10 18 11,5-5-17,10 4 1,7 1-134,17 16-591,-2-13 1,3 0 132,-3-11 1,4-1 613,13 10 0,-2-4 0,-8-9 0,14 11 0</inkml:trace>
  <inkml:trace contextRef="#ctx0" brushRef="#br0" timeOffset="9820">2462 6536 21035,'35'-35'101,"-11"17"0,6 1-84,26-2 0,5 3-898,-18 3 1,1-1 868,0 1 1,3 0 0,-4 0-98,-1 1 0,-3 0-163,7 0 1,-1-1-68,-10 3 0,-2 2-1840,9-2-271,-21 6-631,-21 9 835,-17 3 1932,-14 6 2304,-8 0 239,-3-3 598,3-5-318,2-4-576,2-3-528,3-3-363,2-1-297,6 0-235,6 1-224,8 3-202,6 0-28,2 7 11,0 9 0,-1 14-5,-1 17-57,1 15-261,2-24 1,0 1 235,2 4 1,0 1-409,2 1 0,1 0 125,2 2 1,3-1-488,2-3 0,2 0-1092,1-2 1,2-2 1281,2-2 0,0-3 0,3 4 1,-3-11-1</inkml:trace>
  <inkml:trace contextRef="#ctx0" brushRef="#br0" timeOffset="10197">3178 6710 22918,'-11'-41'145,"-1"0"1,3 3 0,9 12-146,22 26-12,14 12-21,7 12-1,3 11 29,-5 12-7,-10 7-343,-20-23 0,-4 2 344,-5 1 0,-5 0 5,-2 0 1,-4-1 16,-18 24 78,0-16 313,5-19-133,6-17-124,9-21-72,9-16-28,13-18-31,4 14 0,3 0 223,13-15-262,-5 17 0,3 3-199,16-6-112,-17 17 0,0 1-438,-1 2 1,1 1-2027,26-7-2213,-4 8 4187,-5 6 1,-22 5 0,-6 3 0</inkml:trace>
  <inkml:trace contextRef="#ctx0" brushRef="#br0" timeOffset="10571">3943 6615 23539,'-51'0'34,"20"6"-28,41 5 16,22 3 6,25-10-22,-9-2-1,-11-4 1,-1-2 44,6-7 73,6-8-50,-22 4 45,-9-6-34,-20 5-39,-8-5-17,-12 1 106,-19 1-61,12 9 95,-14 3-6,20 6-67,-4 4-61,6 5-34,1 14 6,10 5-23,2 1-45,14 7-128,11-3-286,14 12-622,13 1-714,-12-17 0,2-1-596,13 8-1325,-11-12 0,-1-4 3733,5-3 0,-7-3 0,-14-9 0</inkml:trace>
  <inkml:trace contextRef="#ctx0" brushRef="#br0" timeOffset="10937">4658 6623 14521,'0'-6'6671,"0"2"-4895,0 4-1361,-63-39-141,27 42-243,-3-18 0,3 5-9,11 31 40,16 3 27,14-4 29,13 5 55,34-1-128,-10-10-12,-6-8 1,2-2 0,14-7 22,10-6 17,-9-6 84,-8-12-96,-19 7 51,-9-12-22,-21 10-29,-8-7 7,-11 4 44,-15 7 16,2 9-55,1 8 118,-2 13-68,6 8-72,-8 12-51,2 18-45,17-2-45,9 0-952,31 1-4357,21-9 5399,-14-18 0,0-1 0,12 4 0,-13-11 0</inkml:trace>
  <inkml:trace contextRef="#ctx0" brushRef="#br0" timeOffset="11347">6219 6424 19182,'0'-5'3467,"0"1"-2991,0 4-291,5 16-129,-2 2-40,1 14 1,2 4-588,1 25-2093,0-15 0,1 0 2664,-1-12 0,0-4 0,3 11 0,-2-19 0</inkml:trace>
  <inkml:trace contextRef="#ctx0" brushRef="#br0" timeOffset="11537">6239 6175 18660,'-5'-9'2235,"2"3"-2296,3 6-6089,0 0 5087,-32-28 0,24 21 0,-24-21 0</inkml:trace>
  <inkml:trace contextRef="#ctx0" brushRef="#br0" timeOffset="12197">6693 6489 19742,'-3'-6'3131,"1"2"-2459,2 4-767,-20-47 100,19 43 18,-10-28-12,25 59-5,2-2 55,4 25-61,-8-14-5,1 8 49,-7 1-21,-5-18-34,1 4 100,-2-11 242,0-13 453,0-1-661,0-27-45,0 6 163,0-43-129,0 13-62,0 12 1,2 0 22,3-22-28,5 7-6,5 10-28,7 9-33,5 11 5,9 7 23,6 7-23,4 11-17,0 8-5,-2 10 17,-11-1-1,5 22 12,-19-11 6,2 17-23,-17-13 0,-9-7 56,-5-11 28,-4-9-12,2-9 57,-1-11-6,-1-9-16,2-13 5,3-9-39,4-6 5,10-2-5,9 6 5,12 6-16,9 11-29,8 8 1,5 9-246,5 11 223,2 12 0,0 15-47,-29-10 0,-3 2-273,-3 4 1,-3 3-1145,-3 3 0,-5 2 1329,-3 9 1,-2-2 0,-2 5 0,-3-1 0</inkml:trace>
  <inkml:trace contextRef="#ctx0" brushRef="#br0" timeOffset="12914">8071 6710 21573,'-9'-48'708,"1"-1"1,-1 1 0,1-6-1,0 8-584,-5 3-63,10 36-66,2 11 21,1 20-16,7 25-8,-2-12 0,2 5-392,1 9 1,2 3 387,0 6 1,0 1-515,-3-18 0,0 0 0,0 0 492,-1 0 0,0 0 1,0-2 5,0 7 0,0 0-885,-2-4 0,0 2 0,-1-6 885,0 12-17,0-6 1,-3-5 72,-3-25 494,-5-7-527,-10-25 10,-12-23-11,9 8 1,-1-4 220,-5-9 1,0-3-216,-2-7 0,1-3 529,9 14 1,1 0 0,1-1-517,0-2 0,1 0 0,1-1 5,2 0 1,1-1 0,1 1-2,2 1 0,1 1 0,1 0-309,-1-18 1,3 1 296,6 5 1,4 2 8,2 5 0,6 2-14,6 4 0,6 5-11,6 4 0,4 5 5,7 6 0,3 5-8,4 5 0,1 7-8,2 7 0,0 6-18,-1 5 1,-4 7-17,-3 7 0,-4 6-3,-7 4 1,-7 4 18,-8 2 1,-8 1-120,-13 0 0,-10-1 164,-12-2 1,-8-3-6,-13 0 0,-6-5-161,12-11 0,-2-1 1,-1-3 156,-2 0 0,-1-2 0,0-2 2,2-2 0,-1-2 1,2-1 344,-15 1 1,4-3-1033,10-6 1,5-3-4138,-9-13 4826,27-7 0,14 11 0,7 8 0</inkml:trace>
  <inkml:trace contextRef="#ctx0" brushRef="#br0" timeOffset="14264">8445 6574 22445,'36'-50'86,"0"0"0,-3 0 0,-5 1-27,-12 12 0,-4-1-485,1-8 1,-3-4 453,-2 5 0,-1-4 0,0 3-325,0-5 0,-1 0 317,0 4 1,-1-4 0,-1 6 46,-1 4 0,-1 2 246,1-6 0,-1 2-66,-5-19-1,-6 21-218,0 23 175,-6 15-203,0 21 0,-6 20 0,9-8 0,2 4-227,-1 21 1,4 4 215,2-1 0,3 0 8,1 1 0,4 1-8,5 1 0,4-1-17,1-15 0,3-1 103,5 10 0,3-1-481,10 1 0,1-6 171,-10-15 0,1-4-384,11 5 0,0-5-416,10-11 263,16-16 738,-25-10 140,2-30 180,-27-1 140,-3-14 100,-11 0 56,-6 5 63,-5 8 324,-6 8-499,2 12-330,2 8 1198,6 9-1327,5 2 650,1 6-638,11 9-23,-2-1 16,31 15-4,-14-16 10,33 5-33,-15-13 84,18-9-57,-21-1 68,6-19-44,-32 10 44,3-16 0,-15 9-23,-12-15 6,-4 9 40,-13 1-18,-1 15-38,4 6 44,-8 9-22,1 14-61,0 8-24,3 13 12,14-8-17,7 12-33,13-6 5,11 10-22,16-2-155,-5-19 1,2-3-402,-2-4 0,0-2 169,27 13-711,-4-15-151,0-13 1153,-1-10 292,-4-12 117,-25-14-89,-11 5 224,-11-13 51,-3 7 386,-3-16-533,2 18 544,3-12-627,2 28 106,4-10-275,3 20 564,6 2-575,6 17-27,5 10 5,-2 5-11,2 15-1,-7 11-4,-4 4 13,-7-24 0,-2 0 9,-3 12 5,-3-11 0,1-14 207,0-8 6,0-11-156,1-10-29,-2-10 1,0-15-18,0 3 3,4 0 0,2 0 3,3-4 22,6-1 1,2 0 16,7 2 1,11-9-57,-14 24 6,8 6-17,-6 10 0,11 5 0,2 9 5,3 8 1,-5 0-17,13 15 11,-17-9 16,6 10-21,-18-15-12,-6-3 51,-8-11 44,-7 0-56,0-7 46,-8-5 10,8-3-11,-1-7-28,7-1-22,4 5 6,8-2-1,13 6-5,1 2-12,6 7-5,-10 8-16,-2 6 16,-8 1 0,7 13-45,-5-5-168,9 13-577,1-4-1086,4-1-2729,5-3 4605,-2-7 0,-11-9 0,-8-7 0</inkml:trace>
  <inkml:trace contextRef="#ctx0" brushRef="#br0" timeOffset="15547">10603 6228 14902,'1'3'5277,"-1"0"-1289,0-3-3904,22-25 61,-15 19-66,17-21-7,-17 22-49,6-5 27,6-4 40,4-7 11,-1-6 22,-5-6-11,-8-1-17,-4 0-11,-9 6 0,-4 4-11,-8 7-61,-5 7 27,-5 4-6,-2 10-33,0 7 12,5 12-12,5 9 0,9 11-12,8 9-10,14 5-450,9-1 441,-5-29 0,3-2-14,3-1 0,2-3-28,3-1 1,2-3-68,1-3 0,2-2-51,0-3 1,-1-4-101,30-2 184,-7-15 102,-16-2 35,-1-26 15,-24 4 28,0-21 16,-17 3 51,-5 1 6,-3 8 16,0 11 6,5 12 365,2 11-511,3 6-12,8 10-10,6 7 22,10 15-22,5 10 17,0 11-261,-2 2 221,-6-1 12,-9-3 0,-5-7 39,-6-9 112,-1-12 39,0-11-94,0-13-46,2-12 228,4-11-234,7-10-16,11-6 17,12-5-440,8 5 450,6 9-58,-1 14 30,-5 13-16,-6 16 6,-3 9-17,-1 12 22,1 4-11,2 0-6,6-4 18,4-6 21,2-10-16,2-7-17,-1-14 17,-1-11 0,-6-16-17,-9-15 5,-21 19 1,-3-2-346,-2-5 0,-4-3 340,-4-3 0,-2-2 0,-3-2 0,-1 0 5,-4 1 1,-2 1 16,0 6 1,-2 2 129,-1 6 1,0 4-108,-16-11 18,8 19-63,1 13 6,13 16-12,-1 13-5,9 20 28,7 21-47,0-23 1,2 3-53,3 7 1,1 3-605,3 3 1,1 2 55,2 2 0,1 0-258,2-3 0,1-2 64,1-5 1,1-3-269,2-8 0,1-3-1478,0-7 1,1-4 2569,25 9 0,-23-17 0,-7-8 0</inkml:trace>
  <inkml:trace contextRef="#ctx0" brushRef="#br0" timeOffset="16713">11910 6078 16538,'-7'-5'4391,"1"2"-4077,6 3-275,0 0-28,41-48-33,19 36 19,-8-13 0,2 2-589,-10 20 0,1 5 586,8-2 1,1-1 19,3-3 0,0 1 0,-9-1 0,-1 0-11,8-2 0,-5 0 330,-3-3-126,-16-1 34,-17 1-57,-12-2 299,-19-2 15,-6 3-235,-6 0 1115,-6 7-1065,8 2-150,-4 6-96,-1 10-50,13-1-1,-2 15-10,11-6 5,2 8 6,8 0 73,15 0-40,-1-11 84,16-3 29,-6-14-57,9-7-50,0-8 157,3-14-45,-11-2-95,-5 0 73,-15-1-73,-3 13 151,-8-9-62,1 15-139,-3 0-29,-3 14 17,6 1-5,-5 12-1,7 3 1,5 16 0,4-10-29,26 19 12,-7-25 25,2-3 0,4-1 3,0-7 0,2-3-37,0-1 0,0-2 15,29-4 33,-10-25-17,-30 6 6,9-28 11,-23 4-14,-6 13 0,-2-4 8,-5-13 1,-3-3-694,0 2 0,-1 0 676,-1 0 1,-1 0 14,0-3 0,-1 2 2,2 11 0,-1 1 23,-2-9 0,-2 0 16,2 8 1,-2 2 13,1 6 1,0 3-42,-5-3-28,3 19-1,10 20-16,-3 39 0,5 7 180,3-10 0,1 4-180,7 3 0,1-2 0,0-6 0,2 1-3,8 13 0,4 3-52,-4-19 1,3 0 0,0 0-29,0 0 1,1-1 0,1 0-83,4 4 1,1 0-1,-1-6-6,-1-2 0,0-4-292,2-1 1,-2-3-983,6 2-2073,-2-5-1652,-18-21-297,-22-16 4156,-19-16 2325,-2 1 2274,-16-14-1496,18 15 227,2 2 0,-1-2 664,-15-14-2150,18 17 0,1 0 403,-14-15 390,19 17-945,6 0-437,19 12 0,18-1-1,30 8 34,-15 3 1,2 1 22,5-1 0,1 1 13,0 0 1,-1-1 17,-6 1 0,-2-2 24,14-3 108,-3-9 210,-24-6-295,1-3 263,-12-14 129,-10 10 113,0-10-52,-3 11-290,-1 6 359,0-4-281,0 9-219,0-1-50,0 9-83,1 7 27,-2 12 6,0 13-6,0 5-11,2 2 0,0 2-17,5 5-193,5 8 0,3 1-430,1-20 1,1-1-100,8 12 0,3-2-583,13 7-2644,-13-24 1,0-4 3993,9-1 0,-6-3 0,-14-11 0</inkml:trace>
  <inkml:trace contextRef="#ctx0" brushRef="#br0" timeOffset="16887">13564 5399 17003,'-18'40'-2329,"-3"-15"1,34-12 0</inkml:trace>
  <inkml:trace contextRef="#ctx0" brushRef="#br0" timeOffset="17304">14179 5646 23936,'-42'4'81,"0"-1"0,-1 1 1,-13 2-1,7 7-53,7 34 0,20 2 42,12-10 20,33 15-23,11-21-34,-5-10 1,5-3 2,0-6 1,1-5-308,2-1 1,-1-4 320,-1-4 1,-1-2 55,25-13 46,-12-13-46,-17-11-38,-16-14-29,-20-8-14,-3 27 1,-3 2-1,-5-1 0,-2 3-8,-2 3 0,-1 2 34,-22-10-46,2 16-33,4 15-50,3 15 364,6 11-656,6 12-56,10 8-448,17 4 292,8-9-807,10-10 0,7-3-2502,24 8 841,-11-11 1,2-2 3049,-8-7 0,-3-3 0,13 2 0,-20-7 0</inkml:trace>
  <inkml:trace contextRef="#ctx0" brushRef="#br0" timeOffset="17638">14634 5812 11250,'0'-7'8710,"0"2"-6963,-7-57-419,3 34-846,0-9 0,0 1 94,3 16-329,1 8-197,1 6-16,5 12-12,4 10 6,3 17-5,0 12-23,-2 9 0,-7 5-17,-2-2 17,-7-5 39,-2-10 11,-1-13 208,3-15-5,6-12-164,10-13-55,3-2-1,9-8 1,5-1 5,-2 3 0,1-1-287,14-8 0,4-1 306,-3 5 1,0 1-3,1 3 0,0 2-39,-4 2 0,0 4-12,-6 3 1,-2 2-6,10-1-61,-9 21-326,-23 10-1949,-5 28-7495,-15 11 7994,-1-12 0,0-12 1,9-28-1</inkml:trace>
  <inkml:trace contextRef="#ctx0" brushRef="#br0" timeOffset="18587">6426 7316 20874,'0'-6'-537,"0"2"2086,0 4 88,65 16-1284,-43 9-622,17 8 1,-3 9 53,-26 6 0,-9 7-236,2-6 1,0 3 0,-3 2 256,-1 6 0,-2 2 1,-2 4 196,0-12 1,-1 3 0,0 2 0,-1 0 0,0-1-348,0-3 1,0 0-1,-1 0 1,1 1-1,-1 1 271,0 1 0,0 3 0,0 1 0,-1 0 0,1-2 0,1-3-432,-2 8 0,2-4 1,-1 0-1,1 3 535,1-10 0,0 1 1,0 2-1,0 0 1,1 0-1,0-2-148,0 4 0,1-2 0,0 0 0,1 3 0,-1 4 105,1-8 0,0 4 0,-1 2 0,1 2 0,0 1 0,0-1 0,0 0 0,1-2-72,0-5 0,0-2 0,0 1 0,0-1 0,0 0 0,0 1 0,1 0 0,-1 2 32,1 0 0,-1 2 1,1 2-1,0 0 1,0-1-1,-1 1 1,1-3-1,0-1 1,0-3-50,0 7 1,1-4-1,-1-1 1,0-1 0,1 0-1,-1 3-252,0-1 0,1 1 1,-1 1-1,1 0 1,-1 0-1,0-2 0,1 0 338,-1 1 0,-1-1 0,1 0 0,0-1 0,0-3 1,-1-1-1,1 10 0,1-4 0,-1-1 0,0-2 0,-1-7 1,1-1-1,-1 1 0,1-1 0</inkml:trace>
  <inkml:trace contextRef="#ctx0" brushRef="#br0" timeOffset="19047">6401 8902 14544,'-6'0'4963,"1"0"-4112,5 0-655,83-53-1795,-43 37 0,4 0 1589,9-8 1,6-3 0,0 3-245,-5 8 0,-2 4 1,-1 1-207,-8 1 1,-1 1-1,1 0 460,12 0 0,2 0 0,-9 2 0,8 0 0,-19 3 0,1 0 0</inkml:trace>
  <inkml:trace contextRef="#ctx0" brushRef="#br0" timeOffset="27397">8018 8465 16596,'8'-49'1050,"1"0"0,0 0 0,3-16 0,-2 10-416,-2 13 193,-4 18-811,-2 13 110,-2 12-70,-1 16 6,-2 20 11,-2 24-54,2-21 1,1 1-26,0 5 1,1 0-298,4 2 1,2-1 260,2-1 0,4-2-171,3-1 1,4-3-371,2-2 0,4-4-1621,9 1 0,2-4-288,14 5-911,-13-19 0,1-6 3403,11-13 0,-13 2 0,-8-6 0</inkml:trace>
  <inkml:trace contextRef="#ctx0" brushRef="#br0" timeOffset="28654">8593 8681 15414,'-4'-58'1585,"0"-1"0,1 7 0,-3 8-701,-5 18-87,0 9-443,2 9-232,4 5-100,2 7 28,2 6-28,5 9 78,6 5-66,3-3 44,14 3 17,12-7-11,1-2-22,9-6-17,-11-12 67,-4-7 73,-4-9 27,-9-6 18,-9-5-34,-11-2-39,-10-2-23,-8 0 12,-6 7-1,0 6-55,0 10-56,-1 7-34,-4 14 0,-3 12 0,-2 14-12,5 11 7,8 5-23,11 2-17,16 0-11,10-2-260,14-4 131,10-6-129,10-11-44,8-13 226,-27-13 1,0-4 47,2-6 0,0-3 44,-2-3 1,-3-2 45,16-14 36,-22 2 0,-5-3 87,-2-14-45,-7 11 0,-3-1 117,-8-17 46,-5 5-12,-5 10-22,1 11-90,3 10 98,4 7-288,2 7 28,4 11 39,5 11-17,6 15 0,7 9 28,5 3 0,3-3-11,2-4 0,0-7 6,-1-8 0,-4-12 10,-5-9 46,0-15 33,-3-10 23,-2-12 16,-4-8-39,-5-4-55,-2-3-29,0 0-11,0 11-79,10-8-217,2 18-360,13-7-581,7 18-741,5 6-358,1 11 1,-2 7 481,-5 9 840,-4 6-2859,-2 5 3923,-12-10 314,1 1 555,-12-12 817,-1-2 291,-3-3-363,-2-3-331,0 0 3913,0-2-5145,2 2 39,2-2 67,6 0-55,8-6-74,8-4 6,6-7 90,0-4 61,-8-3 90,-8-9-219,-9 10 112,-8-8-38,-6 15-57,-7 0-45,-5 8-27,-6 4-29,-8 14-33,10-2-6,-7 19 6,13 5 11,0 15-6,11-14 1,3 1-3399,2 13 3398,7-14 1,4-2 28,21 4-268,19 3 239,-18-23 0,2-4 12,4-3 0,2-4 16,11-11 0,-1-4-16,-16 4 0,0-3 24,10-13 1,-2-4 14,-19 5 0,-3-3 27,6-21 1,-2-3-231,-9 14 1,-3-2 190,-3-13 1,-2-6 0,-2 5 1133,-3 12 1,-1-1-1148,1-10 1,-1-6-1,-1 3-276,-1-1 1,0 2 347,-1-11 0,-1 0 62,-2 11 0,0 2 101,-1 8 0,-1 5-59,-4-5-168,3 17 430,5 21-481,2 24 1,1 41 5,0-17 0,0 6-375,0-4 1,0 3 0,0-1 374,0 11 1,0 1-61,0-6 1,-1 4-1,1 0-426,0-8 0,-1 0 0,4 2-949,3 3 0,3 3 0,2 0 0,0-4 1452,1 2 0,1-4 0,2-2 0,-1-4 0,0-3 0,2-7 0,12 2 0</inkml:trace>
  <inkml:trace contextRef="#ctx0" brushRef="#br0" timeOffset="30616">11739 8489 17750,'20'-56'1424,"0"0"1,-3 11 0,-5 4-243,-8-1-713,-11 23-307,-6-1-82,-11 19-13,-9 18-18,1 4-24,3 9 0,1 4-34,9-5 1,1 1-268,-7 14 1,4 2 275,9-6 0,6-1 6,3 22-4,14-20 1,6-4 25,24 6-11,-9-15 0,5-4 8,-2-12 0,2-5 11,-1-4 1,0-5 24,-2-4 1,-2-5 173,20-22-149,-19-1 82,-12-19-73,-20 19 0,-5-1-264,-3-1 0,-2-1 211,-6-7 0,-5 2-20,-2 10 0,-3 3-14,-1 4 1,-2 3 36,-28-7-107,4 14 29,9 13 499,12 13-634,13 11-264,13 13-677,17 8-857,20 4 776,5-11-1642,8-14 1,5-4 575,-10-8 0,2-4 1391,19 4 0,2-3 705,-12-9 0,-3-4 267,-12 2 0,-2-3 985,3-10 1,-6-5 1618,-6-13-101,-1-20-549,-32 7-1153,-4 10 1203,-20-9-1595,15 25 677,-14-16-835,22 26-47,0-2-311,19 19 973,12 12-951,16 18-19,-14-11 0,1 3-220,0 4 1,-2 2 213,-2 3 0,-3 1-8,-5 3 0,-3 0 11,-2 21 16,-14-19 1,-7-2 67,-12 2 11,6-15 1,-3-4 234,-11-7-44,6-20-85,12-18-49,9-17-108,11 1-58,8 4 0,7 0-31,0 9 1,3 1-236,11-11 0,4 2 100,1 8 1,1 4-610,3 2 0,-1 3 576,-8 4 0,1 1-776,13-1 0,-1 3-1183,14 0 928,-20 3 1,-2 2-162,5 1-1670,6 5 2716,-18-1 1021,12 2 279,-9-5 2205,-3-3-1213,-4-2 213,-5-2-516,-6-1-337,-5-1-374,-6 0-303,-5-1-184,-7 0-270,-2 3 107,-27 2-191,-3 8-39,-21 8-265,3 11 232,7 9-23,11 10 6,14-7 22,3 26-16,14-17-1,6 17 23,16-17-6,15-9 17,14-13 28,10-12 0,6-19-240,-28 0 0,-2-3 262,0-5 0,-3-4 12,-1-4 0,-4-2-32,-3-5 1,-3-2-9,-4-4 1,-2-1-420,-3-4 0,-3 0 408,0-1 1,-3-1 7,0 2 1,0 1 27,-1 4 1,0 1 22,1 5 0,-2 1 330,0-17-276,0 16-130,-1 16-78,0 14 447,0 18-391,0 4-12,1 13 1,-1 6-14,0-5 0,1 2-12,0 18 0,-1 3-61,1-4 0,1 1-138,0 3 1,2 0-152,2 1 1,3-2-23,4-3 1,4-2 10,3-6 1,5-4-7,2-8 1,3-4 92,0-6 0,2-6-8,23 0 240,-7-21 130,-8-13 94,-7-16-16,-8 2 162,-8 3 1,-2-1 319,2-13 72,3-13-146,-14 26-217,-14 15-186,-10 10-112,-8 12 851,3 5-850,9 8 44,18 1-45,20-1 1,21-4 16,18-6-509,-26-7 0,0-1 481,0-3 1,-1-1 88,25-10 40,-14-7 23,-17-7-29,-14-4-39,-13-2-44,-12 0-34,-13 3-2436,-12 5 2475,-6 6 6,1 7-28,5 6-17,10 8 16,6 8-22,3 10-22,3 14-22,0 10-18,6 11 3181,7 6-3136,4-28 1,4 0-9,2-1 0,2-1 8,4-2 1,3-1 10,25 17-5,7-10 11,5-15-5,-2-10-6,-4-13 0,-8-8 34,-10-8 28,-9-9-12,-9-7 18,-5-8-7,0-7 6,7-4-328,8 0 272,-6 28 1,3 1 21,1 2 1,3 2-1499,8 0 0,-1 3 1504,13-4-84,13 3 73,-24 16-11,6 8-40,-5 12-38,-5 16-287,-5 16-884,-14-16 0,-3 4 1230,-2 9 0,-1-1 1,0 8-1,-4-1 1</inkml:trace>
  <inkml:trace contextRef="#ctx0" brushRef="#br0" timeOffset="31453">6649 10379 16062,'-53'13'716,"-1"0"1,11-4 0,2 1 421,-18 13-556,32-12-346,-5 0-119,24-8 241,9-3 242,11 0-124,16-4-185,23-4-744,-12 1 1,3-2 516,11-2 0,4 0-586,-13 2 0,2 0 0,1 0 529,4-1 1,3 0 0,-1 1-36,3 0 0,0 0 0,0 1-176,0 0 0,0 1 1,0 1-895,-3 0 0,0 2 0,-3 0 1098,13 0 0,-5 1 0,-20 2 0,-6 0 0,3 1 0</inkml:trace>
  <inkml:trace contextRef="#ctx0" brushRef="#br0" timeOffset="32337">9096 10409 19664,'0'-8'1792,"0"-29"0,0-7-6595,-3 0 4920,3 1 1,-1 1 1660,-2 11-1627,2 24 608,1 1-815,-1 5 17,5 19 73,4 9-6,5 24-12,0 10 3382,-4-9-3421,-6-13 1,-1 0 50,-6 8 11,-2 15 23,-4-28 89,0-13 163,4-12-11,4-8-208,1-6-33,-2-21-57,0-7-22,-1-25 23,2 25 0,2 0-521,-1-5 0,2 0 510,1-23 5,2 16 0,4 1-201,8-11 178,-4 18 1,3 2-17,16-6-6,5 14-17,7 14 1,6 8 22,4 11-270,3 9 275,-2 9 5,-4 8 1,-13-7-123,7 20 6,-22-11 1037,2 15-932,-22-10 24,-15-3 16,-4-12 267,-29 4-233,9-14 38,-15 0 52,18-11-7,8-8 257,12-4-328,7-5-46,8-2-18,4 3 25,18-5 4,3 9-22,19-1-35,5 13 24,9 10-282,-27-2 1,-1 3 258,0 2 0,-4 3-28,14 21 51,-24 5-23,-32 1-72,-25 1-335,10-24 1,-5-2 6,-2 0 0,-3-2-701,0-3 0,-1-1-2677,3-5 1,3-2 3822,-19 0 0,25-8 0,17-1 0</inkml:trace>
  <inkml:trace contextRef="#ctx0" brushRef="#br0" timeOffset="32570">10050 10020 23747,'5'43'-21,"-1"1"0,1 0 1,3-2-84,3-7 1,2 0-214,-3 1 1,-1-1-387,-1 0 0,-3 0-1716,1 26-2399,-5-10 4818,-1-13 0,0-19 0,0-8 0</inkml:trace>
  <inkml:trace contextRef="#ctx0" brushRef="#br0" timeOffset="32753">10146 10111 18346,'-14'-41'605,"1"0"0,-1 0 0,-4-15 0,7 7-750,20 5-264,21 10-392,26 12-382,-21 14 0,2 4 32,2 2 0,-1 4-602,-1 3 0,-3 4-2664,17 20 4417,-20 4 0,-18-9 0,-9-9 0</inkml:trace>
  <inkml:trace contextRef="#ctx0" brushRef="#br0" timeOffset="32897">10097 10352 17808,'41'-26'-550,"1"1"0,0-1 1,-1 1-1,15-8 1,-1 1-1,-7 8 1,10 4-1,-8 4 1</inkml:trace>
  <inkml:trace contextRef="#ctx0" brushRef="#br0" timeOffset="33214">11052 9890 14549,'-3'-3'5255,"1"0"-3200,2 3-1573,-72-30-258,42 23-146,-16-6 1,1 5-18,25 15 63,-7 14-18,13-3-28,-2 7 102,12 12-102,8-11 51,21 15-17,16-10-385,-12-9 1,3 0 280,5 1 1,0 0-1,1 1 0,1 2-2,2 4 0,-3 1-6,9 11 1,-25-15 1,-7 1 54,-23 7-22,-20 7-191,-9-19 0,-8-4-1707,2-3 1,-2-3 1863,-7 0 0,2-2 0,-2-4 0,24-4 0</inkml:trace>
  <inkml:trace contextRef="#ctx0" brushRef="#br0" timeOffset="36653">2320 14121 18655,'-7'-1'1972,"2"1"-1883,5 0-72,0 0-90,105-75-1170,-58 52 1,4-1 1195,-6-1 1,6-5 0,2 0 0,-3 4-522,3 3 1,-1 4 0,-2 1 399,-2-1 0,0 1 0,-3 0-642,12-3 0,-5 2-2113,-14 7 0,-4 2 2923,5-1 0,-23 10 0,-12 1 0</inkml:trace>
  <inkml:trace contextRef="#ctx0" brushRef="#br0" timeOffset="36899">2955 13832 17658,'-3'-5'4543,"2"0"-3171,1 5-1333,-39 28-11,18 19-469,-4-9 1,1 4 426,13 5 0,6 1-54,1 0 1,3 1-182,3-1 0,3 0-359,2-2 0,2-2-647,4-2 1,1-2-970,1-4 1,2-3-2356,4-2 0,2-5 4579,11 4 0,-5-11 0,-15-17 0</inkml:trace>
  <inkml:trace contextRef="#ctx0" brushRef="#br0" timeOffset="37281">3313 14387 6486,'7'-60'1721,"0"0"1,-2 6 0,-5 3 525,-5 11 0,-3 5-1838,-3-7-79,-5 2 1527,9 29-1756,3 6 749,1 2-861,7 9 3311,6 9-3260,9 12 422,9 6-478,7 3-12,3-2 5,2-6-27,-1-6 39,7-10 39,-15-9-12,10-13 35,-13-6 38,5-8 79,-4-2 163,-8 2 134,-8 6-57,-7 6-206,-5 6-140,-4 5-23,-5 9-3409,-13 27 3359,6-4 8,1 3 0,1 3-260,5-4 0,0 0 243,-1 13 1,1 2-43,0 3 1,2 3-206,2-7 0,0 2 0,1-3-389,0 3 1,0 0-180,2-2 0,0 2 1,2-3-1712,3-1 1,3-2 2545,4 9 0,1-2 0,3 7 0,3-20 0</inkml:trace>
  <inkml:trace contextRef="#ctx0" brushRef="#br0" timeOffset="37769">4214 14271 18431,'-8'-41'1290,"1"1"0,0 3 1,-3 11-6812,-6 23 5583,2 10 1442,-6 20-1431,2 16-57,8-2 1,1 4-233,3-1 1,1 0 218,2 1 0,1 0 0,2 3 0,2-1-152,0-8 1,1 0 148,0 7 0,0 0 0,0-6 0,-1-3 17,1 21 2833,-2-20-2666,-2-20 80,-2-15-242,-4-19 17,-9-33-31,8 17 1,1-3 576,-2-15 1,1-2-580,4 12 0,0-2 25,3-4 1,0-5 0,1 6-2,0 8 1,1 0 34,1-12 1,0-7-1,0 7-23,1 9 0,0 3-22,2-16 0,2 2-9,3-5-11,12 0 507,5 20-527,-2 16 0,3 2-19,22 1 6,10 20 10,-23 12-16,1 25-6,-17 2 40,-3 17 5,-17-20 0,-7 2 2,-3-6 1,-4-1-417,-7 7 1,-4-2 351,-16 8-137,13-23 1,-2-3-2245,-22-1-2379,6-9 548,11-14 3664,24-13 1,9 11 0,1 0 0</inkml:trace>
  <inkml:trace contextRef="#ctx0" brushRef="#br0" timeOffset="38363">4643 13978 10231,'6'0'6329,"-1"0"-1249,-5 0-4917,-3 51 10,6-34 354,6 40-297,1-51 0,8-2 229,10-14-286,1-7-38,14-12-12,-8-6 6,-5-3-68,-12 5 158,-4-19-130,-11 25 231,-6-23-236,-2 34 22,-16-4-95,8 18 6,-22 17 0,11 9-28,-8 20 11,12-8-17,6 26 0,10-30-11,12 30 17,23-15 5,11-3 3,-11-22 1,3-3 7,7-8 1,-1-4 5,17 1-11,-18-10 0,-3-3 0,-5-4 50,22-24 23,-27 5 22,4-17 6,-21 4 50,-13-4 40,-5-1 50,-9 0 50,1 3-11,2 6-39,4 7-84,5 11-112,3 9-51,2 5-22,1 5 6,7 6 11,1 2-23,26 23-72,-2-1-20,-8-5 0,0 0-149,8 10-1198,-15-3 0,-6 4 1473,-8-3 0,-2-1 0,6 23 0,-13-12 0</inkml:trace>
  <inkml:trace contextRef="#ctx0" brushRef="#br0" timeOffset="38963">6923 13922 19244,'15'-36'1965,"-1"1"1,4-17-1616,-2 7 0,-3-1 177,-4-4-118,-12 14-225,-7 16-161,-12 17-6,-12 23 5,1 5-671,4 13 1,0 5 656,10-8 1,1 1-15,-6 16 1,3 2-76,9-12 1,6-1 77,5-5 0,5-2-91,17 22 94,18-14 5,-1-20 12,-5-16 0,2-7 56,15-17-29,-13 3 1,-1-5 30,-8-5 1,-2-3-211,-4-2 0,-3-3 208,-4-4 0,-4-1-6,-4-3 0,-5-1-25,-5-2 0,-2 1-25,1 8 0,-3 1 25,-4-3 0,-3 2 741,-18-15-738,-5 9-45,-10 14-22,5 32-1,8 7-109,11 11 1,2 6-642,2 23-151,6-11 0,5 2-1207,11-2 1,4-1 2130,6 6 0,2-3 0,4 7 0,4-8 0</inkml:trace>
  <inkml:trace contextRef="#ctx0" brushRef="#br0" timeOffset="39187">7842 13603 20044,'-12'-45'1323,"0"-1"1,0 7 0,-5 9-1116,-20 21-85,-12 28-95,21-1 0,2 4-370,-1 8 0,3 5 347,3 5 1,4 4-731,5 7 0,4 2 711,3 8 0,3 2-18,2-16 1,2 1-1,1 2-480,-1 3 1,1 2 0,1 0 113,0 4 1,0 1-1,0-2-15,0-10 1,-1-2-1,0 3-2045,-1 1 0,0 5 1,0-2-1,0-7 1472,-1 0 1,0-4-1,0 21 1,0-11-1,-1-33 1</inkml:trace>
  <inkml:trace contextRef="#ctx0" brushRef="#br0" timeOffset="39329">7081 15343 16241,'0'-53'1094,"1"1"1,-1 0-1,4-1 1,3 1-1,2 0-1007,5 3 1,3 1 0,2 0-1266,3 0 1,2 1 0,2 1 1137,2 0 1,2 2 0,1 1-249,2 2 1,1 0 0,2 2-1060,1 2 1,2 1 0,2 2 1346,3-1 0,3 1 0,-5 5 0,-3 1 0,-2 4 0,-4 5 0,1-1 0</inkml:trace>
  <inkml:trace contextRef="#ctx0" brushRef="#br0" timeOffset="39887">8821 13549 22190,'38'-35'-6,"-1"0"0,1 0 1,-1 1-1,1 3 1,1 6-144,10 6 0,1 7-697,0-1 0,0 2 236,-6 2 0,-3 2-612,-7 2 1,-4 2-1588,5 4 114,-23 6 1349,-24 6 1178,-13 3 1142,-10-1 987,1-5 1047,6-6-672,7-2-448,6-2-85,-1 0-1461,6 1 146,-4 4-68,1 8-79,-4 13-72,-3 15-56,2 16-593,9-22 1,2 2 393,1 5 0,1 2-17,1 5 0,1 0-202,1 2 1,0 0-810,1 1 1,2 0-2827,3-1 1,2-3 3839,0-6 0,1-4 0,5 9 0,-3-23 0</inkml:trace>
  <inkml:trace contextRef="#ctx0" brushRef="#br0" timeOffset="40663">9664 13621 21154,'25'-32'-17,"5"18"493,11 60-487,-21-19 0,-2 2 275,-2 2 0,-2 1-278,-4 1 0,-2 0 3,1 27 22,-9-10 463,-6-16-278,-3-12 818,1-14-919,2-6 575,2-14-536,1-9 171,0-15-266,16-23-73,-3 17-5,4 11 0,4 3-185,13-3-207,13-1-303,4 8-1137,12 5 146,-9 7 779,-2 3-679,-3 6 886,-4-1 700,10-3 879,2-7-247,-21 3 1570,-3-7-1480,-25 10 487,0-6-307,-9 4-236,-3 0-145,-3 2-34,-2 1-370,4 4-22,0 1-50,6 1 0,-2 9-1,0 13-16,1 7 11,0 3-17,8 1 12,5-7 5,17 9-12,-3-14 46,25-1-12,-24-15 34,22-8 23,-17-7 201,6-14-157,-15 6 62,-6-12-17,-19 1-117,-1 4 38,-15-7-5,-16 17-44,-5 4-1,-14 9-17,12 13-22,12 3-11,3 11-17,13 10 11,4-5-39,6 29 11,9-30-218,7 29-1367,17-4 140,-11-26 0,2 0-2528,8 4 0,2-4 4018,21 7 0,-16-15 0,-13-10 0</inkml:trace>
  <inkml:trace contextRef="#ctx0" brushRef="#br0" timeOffset="41058">10996 13783 16769,'10'-52'1598,"0"0"0,0 11 0,-6 7 39,-17 4-1363,4 24 202,-18-1-398,15 9 61,-13 11-127,16-2 52,-4 24-53,10-16 114,11 28-113,1-25-3348,27 21 3358,-15-26 23,31 7 28,-30-18 145,26-8-156,-30-5 95,22-23-62,-20 2 17,5-18-67,-13 13 190,-5-19-56,-6 19 23,-4-11-118,-3 23 56,-18 2-112,6 14 3381,-24 1-3381,-10 27-45,-3 7 11,26-12 1,3 4-37,0 9 0,6 1-20,4 5-224,8 4 1,6 3-875,22 7-1674,4-11 0,4-1 2834,-6-15 0,1-3 0,19 13 0,-24-23 0</inkml:trace>
  <inkml:trace contextRef="#ctx0" brushRef="#br0" timeOffset="42114">1456 15600 16314,'59'-8'136,"-1"0"1,1 0 0,-11 1 0,-1 1-1,4-1-75,4 1 1,4 0 0,1-1 0,0 1-1454,-1 1 1,-1 0 0,2-1-1,3 1 1402,-10 0 0,2 1 1,2-1-1,0 0 1,1 0-1,0 1-180,4-1 1,1 0 0,0 0 0,0 0-1,1 0 1,1 0 180,-7 0 0,0 1 0,0-1 1,1 1-1,1-1 0,1 0 1,3 1-22,-11 0 0,3 0 0,2 0 0,1 0 1,0 0-1,1 0 0,-2 0 0,0 0 1,-2 0-1,-3 1 42,8-2 1,-3 1 0,-2 0 0,-1 1 0,2-1-1,1 0 1,4 0-71,-5 0 0,3 0 1,2 1-1,1-1 1,2 0-1,-1 0 1,0 0-1,-1 1 1,-2-1-1,-2 1 122,0-1 0,-3 1 0,-1 0 0,-2 1 0,1-1 1,2 0-1,2 0 0,4 0-27,-6 0 1,2 0 0,3 0 0,1 0 0,2 0 0,1 0 0,0-1 0,0 1 0,0 0 0,0 0-1,-2 0 1,-1 0-32,1 0 1,-1 0-1,-1 0 1,0 0-1,0 0 1,-1 0-1,1 0 1,0 0-1,1 0 1,1 0 0,1 0-17,-4 0 0,2 0 1,2 0-1,0 0 0,0 0 1,1 0-1,-1 0 0,1-1 1,-2 1-1,-1 0 0,-1 0 1,-2 1-1,-2-1-7,6 0 1,-3 0 0,-1 0 0,-2 0-1,-1 0 1,1 0 0,0 1 0,1-1 0,2-1-1,1 1 1,1 0 0,2 0 0,0-1 0,1 1 0,-1-1 0,0 1 0,0-1 0,-2 1 0,-2 0-12,5-1 0,-2 1 0,-2-1 1,0 1-1,0 0 0,1-1 1,0 1-1,3-1-43,-5 1 1,1-1-1,1 1 1,2-1 0,-1 1-1,1-1 1,-1 0 0,-1 1-1,-2 0 1,-1-1-68,1 1 0,-1 0 1,-2 0-1,-1 0 1,1 0-1,-1 0 1,1 0-1,2 0 118,0 0 0,3-1 0,2 1 0,1 0 0,-2 0 0,-1 0 0,-4 1 0,-5-1 0,-6 1 0,19-1 0,-10 1 0,3-1 0,2 1 0,1-1 0,0 1 0,-1-1 0</inkml:trace>
  <inkml:trace contextRef="#ctx0" brushRef="#br0" timeOffset="42770">12582 13469 14533,'3'-4'4839,"-2"0"-1719,-1 4-3114,20-55-146,-20 44 95,15-40 39,-45 76 1,12-7-18,-4 5 1,0 1-6,6-4-6,-6 17 57,20-24 122,6 3 152,6-11 106,6-4-207,-3-3 157,4-8 22,-4-7-151,-1-4-128,-3 1 111,-6-1-179,-6 8-146,-2-3-548,-4 7-73,2 4-4885,-6 12-4207,2 10 9374,-2 2 1,5-3 0,6-11 0</inkml:trace>
  <inkml:trace contextRef="#ctx0" brushRef="#br0" timeOffset="43153">12655 13978 22565,'7'-14'840,"-2"3"-515,-5 5-196,-1 2 106,-6-2-196,1 4 6,-20 1 5,0 8 12,-15 3-29,13 2 18,1 1-34,18-7 16,0-1-5,9-4 23,0-1 77,3 0-49,0-2 100,12-5-84,-2 0 62,5-5 5,-6 3-38,-6 2-57,-2 3-151,-4 2-90,-1 2-2055,-3 0 2229,-4 5 0,4-4 0,-3 4 0</inkml:trace>
  <inkml:trace contextRef="#ctx0" brushRef="#br0" timeOffset="43947">15960 5396 19647,'0'-56'1864,"-1"9"-1258,0 33-416,-1 6-240,-6 14 67,0 3-6,-15 18-5,-6 12-6,4-7 11,-6 22 0,24-34 84,2 9 118,13-22-84,3-4 173,20-16-139,-4-4 184,17-18-196,-19 12 123,-3-7-38,-18 13-96,-4-1-118,-3 5-22,-19 8-22,8 6-90,-19 10-465,13 8-1703,-1 13-5550,9 4 7830,12-1 0,-1-18 0,3-11 0</inkml:trace>
  <inkml:trace contextRef="#ctx0" brushRef="#br0" timeOffset="44230">16019 5731 15429,'0'6'4156,"0"-1"-3405,0-5-718,-65 49-5682,40-18 5654,-12 0 1,5 1 33,22 3 1589,14-16-598,17 1 519,7-15-1280,5-7 207,6-14 140,-1-11-319,-3-1 3302,-5-3-3577,-21 14-1847,-12 3-2595,-8 9 3572,-13 6 0,19-3 0,-1 4 0</inkml:trace>
  <inkml:trace contextRef="#ctx0" brushRef="#br0" timeOffset="65662">1176 5483 18224,'3'-45'1439,"1"1"1,0 6 0,-3 9-1149,-2 22-230,0 11 102,-5 18-46,-1 16-100,-3 23-510,5-23 1,0 2-40,1 4 0,0 0-1110,1 2 1,1 0-3275,2-3 1,0-1 4411,1 15 0,1-22 1,-1-26-1</inkml:trace>
  <inkml:trace contextRef="#ctx0" brushRef="#br0" timeOffset="66012">1127 5238 14499,'-18'-54'1796,"0"-1"0,0 9 1,-5 9-1215,-21 20-50,-13 31-334,23 3 1,0 6-1657,-3 10 1,1 6 1515,0 10 1,3 4-46,11-12 0,2 1 0,3 2-21,1 3 1,3 2 0,2 0-23,3 0 0,2 1 0,5-1-41,3-3 0,4 0 1,4-2-313,11 16 0,8-6 195,9-9 0,7-7-25,7-10 1,4-7 4,5-7 1,2-7 143,-20-7 1,1-5 0,-2 0 68,9-1 1,-2-7 80,-6-6 0,1-6 0,-6-2 90,-2-5 1,-4-3-49,-3 2 1,0-4 0,-6 0 53,-3-14 1,-10 0-99,-8-3 0,-7-1-36,-7-1 0,-6 1-18,-6 1 1,-4 3-9,-2 5 1,-4 3-40,1 8 0,-4 6-334,1 9 1,-2 6-902,0 7 0,0 7 1005,5 4 0,3 3 1,-2-1-1,22-1 0</inkml:trace>
  <inkml:trace contextRef="#ctx0" brushRef="#br0" timeOffset="66728">1496 7271 17322,'-22'-51'1118,"1"0"1,2 6-1,8 5-989,15 1 67,14 5-90,5 12-55,8 1-51,0 10 0,-2 18 11,-9 17-22,-10 25-12,-13-14 1,-6 2-729,-6 9 1,-4 2 744,-7 4 1,-5 1 8,5-11 1,-2 0 0,0-2 7,-5 9 0,1-4-8,1-3 0,4-4-20,-3 11-11,20-24 45,15-1-6,6-13-22,30-8-90,10-15-98,-14 2 1,2-3 150,6-3 1,2-4-532,-7 3 0,1-2 0,-2 1 268,3-1 1,-1-2-391,0-3 1,2-2 0,-7 3-230,9-12-300,-9 3 1,-2-2-3054,-7-12 4283,-14 14 0,-3 1 0,0-3 0,-8 4 0</inkml:trace>
  <inkml:trace contextRef="#ctx0" brushRef="#br0" timeOffset="67025">1724 7018 11838,'-35'-24'1918,"-1"1"1,1 0 0,-15-9-1,4 5-1425,0 2 207,-11 10-361,22 20 0,0 5-1738,-24 7 1471,12 9 1,-2 10-36,17-1 1,1 6-1,1-1-455,4-7 1,0 0-1,0 4 420,-1 7 1,-2 5 0,2 2 0,3-2-290,2 3 0,4 0 0,1 1 260,2-5 0,0 1 1,3 2-1,3-1-67,4 1 0,3 1 1,4-2-1,4-3-20,6 1 0,5-3 1,3-4 9,12 14 0,9-12-34,-3-25 0,7-9 0,-1-4 44,-2-5 1,1-4 0,1-2 63,13-3 0,2-2 0,0-3 47,-14-1 0,0-1 0,0-3 0,0-3 93,8-7 1,0-5-1,-1-1 1,-4 2-48,-1 1 1,-4 1-1,0-5 25,-4 1 0,2-4 1,-3-2-1,-7-1 1,-6-4 1,-7-2 0,0 2-73,8-10 0,-7-4-10,-15-1 1,-8-5-1,-7 8-80,-10 11 0,-8 5-303,1 3 0,-5 1 0,-1 6 250,-5 6 0,-4 10-2551,-3 15 1,-6 9 0,6 3 2676,2 3 0,4 3 0,-11 2 0,7 0 0,10 4 0</inkml:trace>
  <inkml:trace contextRef="#ctx0" brushRef="#br0" timeOffset="68204">1209 14408 18033,'-7'-3'3019,"2"1"-2705,5 2-230,-36-63-62,31 35-19,-10-12 0,5 1-9,23 17-14,11 1 1,2 2-3,2 3-6,4 0 0,1 3 0,6 11-28,7 11 39,-12 5-17,-8 27 23,-17 7 8,-13-3 0,-5 2-353,-1-5 0,-3-1 376,-8 9 0,-1-3 197,-9 8-122,11-23 1,0-3 189,-4 1 164,-6 5-191,14-23 453,0-13-526,8-4 662,-4-12-780,9 2-56,2-4 6,17-2-17,6 7-11,6-1-28,23 6 11,-11 6-17,21 9-39,-17 9-6,-11 15 1,-17 13-23,-26 13 58,-4-24 1,-6 0-480,-7 2 1,-5-1 355,-6 2 1,-2-3-180,-3-2 1,-3-2-264,1-3 0,2-4 168,10-5 0,0-5-3022,-2-5 1,3-6 3472,6-11 0,-2 0 0,23 1 0</inkml:trace>
  <inkml:trace contextRef="#ctx0" brushRef="#br0" timeOffset="68561">1364 13968 14908,'-46'-3'830,"0"0"0,-1-1 1,-18 2-1,7 7-415,23 12 0,4 6-868,-1 4 0,2 6 654,0 8 1,3 2-498,5-5 1,3 5 360,1 9 0,1 7 1,4-1-501,4-12 0,4-1 0,-1 2 436,-3 8 1,0 1 0,4 2-30,4-10 0,3 2 0,3-2 0,0-3-436,7 12 0,4-1 352,-1-6 0,3 3 0,4-7 30,12-2 1,7-9 61,5-8 1,5-8 38,5-8 1,3-8 38,-17-7 0,0-4 0,0-3-31,0-3 1,0-4-1,-2-3 137,-2-4 0,-1-3 1,-2-3-44,-2-2 1,-2-3 0,-2-1 88,-3-3 1,-2-2 0,-2-1-91,-3-3 0,-1-1 0,-3-1-68,-2-2 0,-2-1 0,-2 0-35,-2-2 0,-1 0 0,-2 0-25,-2 2 1,-2 1-1,-2 1-28,-2 6 1,-2 0 0,-3 4-195,-7-9 0,-8 8 151,-6 12 1,-6 9-2712,-8 13 1,-3 9 2789,1 4 0,3 4 0,10-2 0,5 2 0,-7 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13:34:45.8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1855 2392 15614,'-52'-4'726,"0"0"1,5 0 0,15 1-626,30 3 161,29-1-177,2-1 0,5-3-37,18-1 1,5-2-831,-6 0 1,6-1 798,-10 1 1,6-2 0,2 0 0,-5 1-627,0 0 0,-3 1 1,3 0 516,-1 0 1,4-2 0,-1 2 0,-3 0-170,-3 2 0,-2 1 1,-3 1-369,7-1 0,-5 2-1096,11 7-1696,-38 7 3461,-23 5 1,-3-3 0,-2-5 0</inkml:trace>
  <inkml:trace contextRef="#ctx0" brushRef="#br0" timeOffset="177">2298 2347 14608,'-1'-5'4415,"0"2"-2311,1 3 304,-3-15-2841,2 22 513,-4 23 7,-1 28-820,2-13 0,-1 4 550,0-1 1,0 0-417,0 4 1,1 0-2409,3 4 0,1-1 2789,2-6 1,0-5 0,2 15 0,1-29-1</inkml:trace>
  <inkml:trace contextRef="#ctx0" brushRef="#br0" timeOffset="593">2749 2631 25683,'-25'-30'-1937,"22"19"2090,22 26 1,12 13-396,1-2 1,1 1-874,2 2 1,-1 1 858,-3 2 1,-3 1-17,-7-2 0,-6 2 309,-8-2 0,-7 1-412,-25 25 677,3-32 1,-4-4 42,-3-4 0,-1-5 756,-26-1-228,15-23-345,19-16 21,21-14-208,18-6-92,15 0-81,11 4-138,-4 12-296,-4 11 0,1 2-427,20-4 47,-17 8 1,2 0-429,-9 7 1,-1 1-6480,23-3 7639,-19 6 1,-15 2 0,-14 2-1</inkml:trace>
  <inkml:trace contextRef="#ctx0" brushRef="#br0" timeOffset="976">3434 2678 19444,'2'-5'5204,"0"1"-3045,-2 4-1842,-32-13-634,24 16 1018,-17-7-757,38 20-564,10-2 210,6-4 392,4-4 118,1-5-133,0-5 496,-4-7-493,-6-5 484,-8-5 333,-8-1-543,-15 1-716,-10 3 43,-10 6 170,2 4 80,-16 6-5,14 8 175,-10 5 679,13 9 452,8 8 107,7 7-581,6 9-657,10 3-489,5 2-434,8-3-740,6-2-997,8-7 359,-4-11-430,4-13 1,3-3-424,-5-6 1,2-3 3350,10 2 1,-2-2 0,7-4 0,-21-2 0</inkml:trace>
  <inkml:trace contextRef="#ctx0" brushRef="#br0" timeOffset="1376">4109 2753 29118,'-55'-31'155,"0"1"1,5 1 0,7 10-492,14 19 1448,9 7-30,8 4-731,8 8-991,10 4-332,7 2-342,13 0 1200,12-4 101,9-8-300,6-8-155,0-9 574,-3-7 951,-7-9 786,-10-6-163,-9-4-1559,-12-3-121,-11 0 0,-11 3-604,-11 6-415,-12 7 321,-6 8 88,-4 5 245,3 8 496,4 6 583,7 9 258,7 11 85,6 10-635,7 10-746,9 5-709,16 0-692,18-5 99,-9-26 0,4-3 27,5-1 1,4-2-861,4-2 0,1-3 2440,-3-2 1,-3-1 0,12 0 0,-22-5 0</inkml:trace>
  <inkml:trace contextRef="#ctx0" brushRef="#br0" timeOffset="1760">4923 2528 20075,'0'-7'2067,"0"1"-1369,0 6 1538,-20-62-2740,-1 44 289,6-17 0,-1 6-84,-17 35 1328,8 12-810,-5 13 584,6 11-262,9 3-1053,12-3 943,14-6-546,10-8 329,9-10-818,2-7 422,6-15 447,-13-2 484,7-15 177,-17-1-3420,-1-16 3196,-8 11-90,-16-14-991,-3 22-221,-7-3-341,-4 13 253,2 7 215,-5 8 3502,5 17-3127,10-2-1166,9 21-959,12-6-1511,7 15-1879,8 2 4586,-1-6 1,-13-25 0,-6-14 0</inkml:trace>
  <inkml:trace contextRef="#ctx0" brushRef="#br0" timeOffset="2037">5038 2913 28866,'-31'9'491,"0"0"1,-18 7-66,47-8-2165,10 1 665,4-3 757,3-3 431,3-1 243,-4-7 177,1-7-764,-7-3-3833,-6-5 4019,-6 7-213,-8-3-95,-7 5 29,-7-1-715,-9 6-1474,9 9 2545,2 9 1,16-4-1,5 3 1</inkml:trace>
  <inkml:trace contextRef="#ctx0" brushRef="#br0" timeOffset="2396">2047 3500 12246,'-47'5'2572,"-1"0"0,-13 6-681,97-6-1329,12 0-102,0-3 1,7 0-1007,-14-1 1,1-1 0,3 0 626,0-1 0,3 0 0,2-1 1,4 0-435,-5 0 0,2 0 1,3-1-1,1 0 0,0 0 1,-1 0 428,7-1 1,0 0-1,0 0 1,2-1-1,1 1-347,-10 0 1,3 0 0,1 0 0,0 0 0,-1 0 0,-2 0 0,-2 0 238,1 0 0,-2 0 0,-3 0 0,2 1 0,4-1-171,4 0 1,5 0 0,2-1-1,-1 1 1,-2 0 0,-4 1 200,4-1 0,-4 1 1,-1 0-1,2 0-21,-4 0 1,2 0-1,-1-1 1,0 1-1,-3 1-195,4 0 0,-1 1 1,-4 0-1,-8 3-605,-3 2 0,-6 2 801,10 0 0,-10 2 0,-29 5 0,-14-4 1</inkml:trace>
  <inkml:trace contextRef="#ctx0" brushRef="#br0" timeOffset="116905">4772 4776 20884,'3'-44'6,"-5"22"67,-7 46-34,-5 20-6,-3 6-27,3-8 16,1 6-10,5-10-7,3-3 29,0-6 179,5-18 50,-1-6 678,1-7-689,-2-7-95,0-11-62,-2-12-27,1-13-3410,1-11 3353,2 6 6,5 8 0,2-1-268,11-18 251,-3 18 0,2 1-6,1 9 1,2 4-4,1 3 1,0 2 3,14-9-40,16 6 0,-17 18 12,13 2-1,-15 16-5,-4 10 16,-8 3 3202,3 28-3218,-15-6 27,-3-12 1,-2 2 386,-12 22-375,-2-13 22,-13 1 40,-6-10-12,5-8 157,-12-3-78,21-21 0,-5-5-84,11-3 33,3-12-84,5 4-5,7-6-6,7 6 1,9 3-12,9 4-6,8 6 23,7 9-17,7 8-11,-1 10-34,-3 7 0,-12 7 67,-15 3 29,-19 3-23,-26 3-343,3-23 1,-5-3 316,-7 3 1,-3-2-123,-5-2 0,-1-2-351,-1-1 0,0-2-624,2-4 1,3-2-5769,-23 0 6891,25-11 0,19-3 0,13-2 0</inkml:trace>
  <inkml:trace contextRef="#ctx0" brushRef="#br0" timeOffset="117107">5443 4644 17468,'20'41'357,"0"1"0,0 0 0,7 16 0,-7-6-682,-15-3-1742,-7 0 2067,-5 2 0,3-24 0,-2-3 0</inkml:trace>
  <inkml:trace contextRef="#ctx0" brushRef="#br0" timeOffset="117307">5659 4452 21859,'-29'-38'140,"-1"0"0,2 0 0,9 16-325,16 26-22,5 11-829,5 18-342,1 3 699,1 2 1,1-4 0,-6-17-1,4 13 1</inkml:trace>
  <inkml:trace contextRef="#ctx0" brushRef="#br0" timeOffset="117722">5869 4735 15322,'1'-4'4722,"0"0"-2935,-1 4-1664,14-18-17,-6 29-15,11-4-24,-11 38-45,-3 8 12,-1 2-12,-8-4 1,0-11 61,-3-12 313,4-14 158,1-10-253,5-15-106,4-9-34,9-16-72,6-10 5,7-5-5,4 0-34,0 7-17,-1 10-22,-4 12-40,-2 10-10,-1 10-34,2 12-68,3 10-190,1 13-358,2 11 123,-7-5-1517,-6-6 0,0 2-3468,13 13 1669,-9-14 0,1-1 3876,13 6 0,-14-17 0,-10-13 0</inkml:trace>
  <inkml:trace contextRef="#ctx0" brushRef="#br0" timeOffset="118739">6734 4964 15485,'19'-41'1318,"-1"0"1,1 1 0,6-19 0,-5 8-770,-10 16 458,-5 2-581,-11 23-179,-6 3-158,-10 8 1,-6 11-51,-12 18-28,13-4-11,-8 20-33,21-12 102,3 6-114,20 1 62,5-16 0,8-6 16,2-14-5,-3-11 23,6-7 38,0-10 57,-4-7 44,-6-3 17,-7 1 23,-4 2 50,-4 7-17,-1 8-112,-1 6-106,0 6-34,-3 6 1,-2 7-1,-7 12-34,0 11 18,2 10 16,8 4-17,12 1 18,12-4-24,11-6-21,21-7 33,-4-15-11,-1-5 16,-5-17 1,-11-5 27,3-11 7,-10-7-46,-11-7 0,-8-6 46,-7-4 4,-3 0 7,1 6-18,-1 11 74,3 2-68,4 14-28,5-2-11,4 9-11,16 6 0,7 5-1697,-4 7 1,1 2 1704,5-5 1,-1 2-9,18 19-1,-38-19-27,9 8 34,-10-8-12,12 12-6,-18-14-49,6 9 3452,-11-9-3374,1 4 16,-5-7 85,0-3-18,1-7-44,0-6 6,1-6 28,-1-2-18,0 4-38,-2 8-23,0 3-68,0 3 68,-2 6 12,1-1-12,-1 5 11,2-3-11,0-2-39,1 3 39,0-1-6,0 7 0,1-2 6,-1 4 0,0-5-5,-4 3 5,-3 1-6,0-2 6,-2 0 0,7-9 0,-2 0 11,3-4-27,4-5-1,-3 4-6,3-5-128,-4 6 151,0 6-12,-1 6-21,1 5-46,-1 1-1203,1 7 95,2-12-8644,3 19 8299,-1-20 0,1 5 1,-4-14-1</inkml:trace>
  <inkml:trace contextRef="#ctx0" brushRef="#br0" timeOffset="119146">8055 4732 20224,'0'-3'3416,"0"0"-2408,0 3-862,-30 9-107,23 2 39,-14 28-72,29-14 0,15 21-18,8-12-4,3-4 10,1-6 17,12-19 28,-8-17-11,-8 0 0,-1-2 28,13-15 28,-18 7 0,0-2 460,13-25 39,-7 2-29,-9 3-336,-16 25 74,-7 8-124,-7 15-73,-7 17-56,-5 7-8,-3 14 0,0 9-966,2-2 1,2 1 924,3-11 1,-1 2 0,0 3-199,1 6 1,0 4 0,0 1 0,2-2-1018,-1 6 0,2-2 1,-1 2 915,1-3 0,-2 4 0,2-1 0,1-7 0,-1 12 0,3-10 0,4-22 0,0 1 0</inkml:trace>
  <inkml:trace contextRef="#ctx0" brushRef="#br0" timeOffset="119822">2893 5013 20405,'-6'-51'594,"-1"1"1,1 12 0,1 5 281,0 1-1061,-1 30 286,0 15-169,-2 8-45,1 14 1,2 3-112,-1 8-655,0 2 0,4 3-262,3-18 0,4 0-3775,4 13 1,3-2 4723,10 14 1,1-15 0,-13-32 0</inkml:trace>
  <inkml:trace contextRef="#ctx0" brushRef="#br0" timeOffset="120165">3085 4464 11541,'-5'-4'3473,"1"0"-1978,4 4-1198,0 0-79,-34 76-44,41-35 118,-20 5 1,6-1 285,50-3-276,-23-26 986,15 5-829,-27-17 412,2-4-697,-8-10 785,1-13-847,-2-4-45,0-3 157,-4 3 28,-3 11-101,-1 0-184,-3 8-91,-2 12-240,-4 9-264,4 5-5611,-5 17 6239,10-7 0,0-4 0,5-10 0</inkml:trace>
  <inkml:trace contextRef="#ctx0" brushRef="#br0" timeOffset="120388">3647 5042 23999,'37'8'-237,"-1"1"0,5 3 1,-8-9-1</inkml:trace>
  <inkml:trace contextRef="#ctx0" brushRef="#br0" timeOffset="121448">2983 6379 12489,'-6'-1'3915,"1"1"-471,5 0-2968,0-2-386,-2 1 61,0-2 90,-2 0 67,2 0 0,0-1-6,1 1 45,-1-2 52,-2 1 49,0-1 28,-1 1-252,1 1 95,1 0-375,3 2 67,0 11 0,4 9-16,3 17-6,2 14-62,-1 11-361,-5-25 0,-1 1-580,-1 3 1,-2 1 1013,-1 6 0,-1-3 0,1 6 0,-2-6 0</inkml:trace>
  <inkml:trace contextRef="#ctx0" brushRef="#br0" timeOffset="121678">3374 6464 16124,'0'-4'5471,"0"0"-4658,0 4-835,-23 9-146,13 16-96,-16 2-1461,21 5 0,5 2 1725,4 16 0,-3-2 0,4-21 0</inkml:trace>
  <inkml:trace contextRef="#ctx0" brushRef="#br0" timeOffset="122038">3439 6043 12844,'-5'-2'2694,"0"0"-1830,5 2-427,-20 32-7,26-12 1,-10 26 14,30-23-9,-2-7 333,-8-7 278,-6-6-459,-7-5-386,-2-7 22,-4-8 39,-2-8 22,-5-1-54,-2 2-97,1 4-128,1 6-354,2 7-755,1 5-2656,-2 11 3759,-5 9 0,6-6 0,-1 3 0</inkml:trace>
  <inkml:trace contextRef="#ctx0" brushRef="#br0" timeOffset="122374">2939 5884 15171,'-9'-3'1414,"-24"-2"1,-3 3-1343,17 5 4,-16-2 0,3 5 92,25 15 50,2 8 136,10 3 66,10-2 218,21-1-464,-9-12 268,11-3 202,-21-11 168,-1-6-492,-9-10-208,-3-6-23,-4-7-10,-3 3-46,0 4-296,0 7-2498,1 7 2761,15 27 0,-10-16 0,11 18 0</inkml:trace>
  <inkml:trace contextRef="#ctx0" brushRef="#br0" timeOffset="122749">4118 6487 21814,'-39'6'211,"0"1"0,0-1 0,15-2 58,23-3 409,11 0-219,26-10-397,-7 4 55,28-9-10,-19 4-46,16-5-61,-17 7-61,14-3-163,-32 9-2936,9 0 3160,-19 8 0,-2-3 0,-4 1 0</inkml:trace>
  <inkml:trace contextRef="#ctx0" brushRef="#br0" timeOffset="124083">3398 6518 20431,'-6'-39'442,"0"-1"0,-1 3 1,3 11-438,6 23 23,-2 10 40,-2 10-18,-3 17-22,-5 12-11,-3 7-23,2 0-5,4-6 28,4-10-12,3-11 18,2-10 196,-1-9 279,2-4-111,-1-8-264,1-7-50,-1-13-12,0-12 1,-2-7 5,0-3 6,0 3 28,-1 8 11,1 12-39,-1 9-141,1 10-32,0 5 83,0 8 28,2 9-17,0 3 6,6 27 0,-2-10-28,3 17 28,-4-13 17,0-8 6,-2-10 105,-1-9-4,-1-9 178,-1-8-252,0-8 1,0-9-12,-1-7-56,0-4-106,0 1-969,1 4-970,2 10 2062,2 7 0,-2 7 0,0 2 0</inkml:trace>
  <inkml:trace contextRef="#ctx0" brushRef="#br0" timeOffset="124715">5600 6372 20106,'1'-7'3041,"0"1"-2736,9-25 1,1-3 80,-6 16-339,7-20 1,-3 11-42,-9 30 22,-1 11 11,-2 16 0,-4 18-33,1-16 0,0 1-195,-2 5 1,-1 1 191,-1 2 0,-1 0 8,1-1 0,0-1 3,1-4 0,0-2 31,-5 15 185,6-18-6,4-17 331,3-17-432,1-14-28,1-19 0,8-16-64,-2 20 0,2-1-24,4-2 0,2 0 24,2 0 0,2 2-1,2 2 1,0 2 14,18-17-28,-3 14-6,-7 15-5,-2 10-23,-2 16-11,3 11-11,-1 17-112,-1 13-275,-14-19 0,-1 2-1027,0 3 1,0 1 1452,6 4 0,-2-2 0,2 6 0,3-8 0</inkml:trace>
  <inkml:trace contextRef="#ctx0" brushRef="#br0" timeOffset="124990">6554 6540 17020,'-6'0'4234,"2"0"-3298,4 0-975,-15-5-321,26 2-1913,3-5 1425,45 0 0,-24 3 0,3 0 0</inkml:trace>
  <inkml:trace contextRef="#ctx0" brushRef="#br0" timeOffset="127896">7097 6529 21590,'8'-38'367,"-1"0"0,6-23-350,-10 68 28,3 6-23,5 15-5,3 12-45,-1 11-1671,-7-18 0,-2 1 1727,1 13-16,-3 13 27,-4-32 67,0-1 337,-1-13 16,1-12-274,1-15 44,-1-14 3466,1-15-3463,4 10 0,2-2-108,2-13-32,3 14 0,2 1 26,9-4-62,10-5 0,2 13-56,2 11-56,0 11-45,13 24-484,-21 1 0,-1 5-1376,1 4 1,-2 3 1281,-1 1 1,-3-1 0,0 6-1,-10-16 1</inkml:trace>
  <inkml:trace contextRef="#ctx0" brushRef="#br0" timeOffset="128978">7877 6510 9716,'-7'-9'5825,"2"1"-3977,5 8 1423,0 0-2884,-8-38-337,5 28-50,-5-28 67,15 43 6,7 5-17,29 17-50,-8-5-12,3 4 0,0 1-3442,4 10 3434,-15-15 0,-3 2-554,2 31 540,-19-27-17,-22 27 62,-9-32 11,-10 2 134,-15-21-83,26-10 94,-14-15 169,26-19-124,12-5-133,6-1 21,21 2-66,5 10-38,-10 13 1,4 0-42,9-2 0,3 1 1207,-3 4 1,1 1-1295,6-1 0,1 2-1298,-10 5 1,-3 3 1149,16-3-449,-8 6-251,-17 5 744,-6 0 404,-6 1 128,-8 0 686,-2-1-260,-6-1 2855,3 1-3343,-7-1-100,3 5 6,-3 12-124,4-1 29,7 21-18,15-13 29,15 10-34,2-15 33,0-9 1,2-4 39,19-4-20,-14-4 1,0-3 36,9-7 134,-17-6 0,-2-5 263,4-14-467,4-9 647,-17-2 257,-14 8-733,0 7 257,-10-1-325,-1 27-117,-4 4-23,2 12 6,-13 40-17,8-11-633,-5 20 1,1 7 380,6-13 0,0 1-433,2-11 1,0 2-1,2 0-699,0 6 1,1 1 0,2-3 1383,0 6 0,0-6 0,2-11 0,-1-7 0,1-6 0</inkml:trace>
  <inkml:trace contextRef="#ctx0" brushRef="#br0" timeOffset="132196">10195 5869 18571,'9'-40'1652,"0"0"0,5-22-1607,-14 58-39,-1 15 39,-3 17 5,-1 27-31,1-14 1,1 4-952,-2 10 1,0 4 925,2-14 1,-1 1 0,0 1-89,0 2 1,-1 1 0,0 1-567,0 0 0,1 0 0,-1-1 247,1-2 1,0-1-1,0-1-559,1 16 1,0-2-1018,1-9 1,2-3-1620,-1-9 0,2-4 3608,-1 14 0,0-23 0,1-16 0</inkml:trace>
  <inkml:trace contextRef="#ctx0" brushRef="#br0" timeOffset="132729">10050 6505 16096,'19'-41'-64,"-1"1"1,4 1-1,6 9-20,12 20 0,5 8-634,0-5 1,-1-1 677,1 1 1,-2-2 19,-4 1 1,-1-1 13,-6 0 0,-3-1 490,12-8-315,-17 3 205,-16 1-166,-12 3 324,-8-1 408,-5-1 909,1-1-762,5-4-253,6 0-235,4-1-184,3 3-113,1 5-173,1 5-163,-3 3 29,1 7 55,3 7-27,3 14-12,6 11 1,4 11-7,4 6-22,2 3-507,-1 4 518,-5-1-17,-7-2 7,-10-6 27,-12-11 34,-8-12 67,-8-14 67,-1-14 6,2-13 496,5-14-535,8-12-56,14-7-68,14-2-28,16 2-128,14 5-152,-17 22 1,2 2-752,3 2 0,1 1-823,3 3 1,1 1 1859,3 1 0,-3 2 0,7 0 0,-9 2 0</inkml:trace>
  <inkml:trace contextRef="#ctx0" brushRef="#br0" timeOffset="133139">11102 6241 12867,'0'-8'5535,"-1"1"-3300,1 7-1406,0 0-429,-10 0-333,-1 18 172,-4 5-206,5 17 579,13-3-545,10-6 6,10-9 33,7-8-10,7-7 16,4-14 33,2-8 29,-3-12 44,-10-6-16,-14-6-6,-15-1 11,-14-1-22,-12 3-56,-11 8-79,-5 11 12,-1 10-6,4 13-45,8 11 6,10 11-34,9 20 6,9-12-34,11 23-146,8-15-352,9 14-443,-6-22 1,1 0-262,-2-6 1,1-2-737,21 21-5231,5-19 7214,-11-19 0,-6-2 0,-11-6 0</inkml:trace>
  <inkml:trace contextRef="#ctx0" brushRef="#br0" timeOffset="133499">11675 6283 14639,'0'-3'6895,"0"1"-5618,0 2-1215,-32 11 5,23 6-28,-20 11-5,39 1 56,14-2-46,-3-12 85,20-4-90,-21-13 68,17-8 38,-13-7 35,2-12 16,-7-5 112,-8-11-208,-11 15 96,-10-7-39,-13 23 0,-23 2-135,11 9-2,2 10 0,2 4-20,5 3 5,-15 21 6,29 5-27,8 4-1,8 0-62,11-16 1,5-2-622,23 13-257,-18-16 0,4-1 957,15 3 0,-2-5 0,-11-5 0,20 7 0</inkml:trace>
  <inkml:trace contextRef="#ctx0" brushRef="#br0" timeOffset="138845">10962 4027 11112,'16'-39'1266,"0"0"0,0 0 0,6-11 0,-10 13-919,-21 25-89,-23 34 150,-7 13 1,-4 9-1282,12-10 1,0 3-1,1 1 1024,-3 2 0,-1 2 1,1 2 27,5-3 0,-1 3 0,1 1 1,2-2-55,-3 9 0,2 0 0,2 4-513,4-2 0,1 5 1,2 1-1,7-3 358,5 4 0,6-2 1,9-1-289,11 2 1,9-2 0,6-8-202,-2-17 1,5-6 0,5-3 518,10-1 0,7-3 0,0-2 0,-10-2 0,-7-3 0,-3-1 0,4-2 0,-1 0 0,1 1 0</inkml:trace>
  <inkml:trace contextRef="#ctx0" brushRef="#br0" timeOffset="141116">12355 4609 15539,'8'-44'1080,"0"-1"1,1 0 0,2-15 0,-1 7-201,-3 6-171,0 14-480,-2 13-115,-1 13 3,-3 21 30,0 22-2,-8 26-89,1-22 0,-2 0-378,-3 4 1,-3 0 360,-1-1 0,-1-2 0,0-2 1,-1-1-7,1-5 1,0-1 79,-10 18 83,7-17 308,9-16-95,7-17-297,7-18-28,7-18-28,9-18-31,-8 22 0,2-1 212,1-2 0,0-1-215,1-1 1,0 0-9,-1 1 0,1 0-6,0 2 1,1 2 13,16-21-16,0 16-34,0 18 11,-3 12 6,0 15-12,-2 11 329,-1 11-306,-7-1-33,2 20 22,-11-16 16,0 14-5,-7-19 11,-2-7 51,-2-11 78,2-6-78,-1-6 5,7-15-50,3-9-6,11-16-6,4-1 12,4 4-11,-6 12-62,12 6 11,-11 14 0,11 7-78,-6 16-95,-2 13-79,-4 13-101,-4 8-139,-2 2-46,1-3 17,8-8-89,9-11 33,12-12 258,11-16-4,-26-6 0,0-4 362,3-2 1,0-3 52,0-2 1,-2-3 55,-1-1 1,-3-1 30,15-13 21,-22 8 0,-3-1 243,-1-8-51,1-9-89,-20 19-107,-13 12-61,-10 10 580,-13 14-597,-6 13-39,-2 11 153,8 6-192,8 8-1,15-17-11,9 4 45,14-22 62,8-2 16,13-9 1,10-15 44,5-11 84,0-12 135,-8-8 27,-13-1-38,-11 2-91,-11 7-111,-10 11-62,-5 11-61,-7 9-45,-2 15 11,-1 12-11,2 15-101,7 20 22,7-15-131,6-12 0,3 1-838,5 13-952,9 12-1893,7-5 68,-1-15 3836,7-10 0,-18-19 0,1-3 0</inkml:trace>
  <inkml:trace contextRef="#ctx0" brushRef="#br0" timeOffset="141312">14325 4402 20845,'-40'22'156,"-1"1"1,0 0 0,0 4 0,1 2 0,10-1-314,6 23-401,10-22 1,1 2-180,2 2 1,0-1-2501,-6 20 948,0-2 2289,-1-4 0,11-31 0,-1 1 0</inkml:trace>
  <inkml:trace contextRef="#ctx0" brushRef="#br0" timeOffset="141473">13898 4744 11816,'0'-36'4120,"0"0"0,1 4-3351,0-8 1,0 2 228,2 20-544,1 3-354,1 10-88,1 9 16,14 12-84,13 11-219,-9-7 1,4 2-1258,5 4 0,3 1 1377,10 4 0,-2-1 0,6 5 0,-1-3 0</inkml:trace>
  <inkml:trace contextRef="#ctx0" brushRef="#br0" timeOffset="142565">15986 4609 6156,'-3'-4'7874,"1"1"-2485,2 3-4616,2-70-201,-5 41-348,3-14 0,0 3 514,-3 18-654,6 3 206,11 0-296,2 3 29,38-6-12,-21 12-14,6 2 0,2 4-8,3 13 5,14 11 1,-30 7 7,-19 4 1,-5 2-8,-8 6 10,-12 9 1,-8 3-169,0-19 0,-3 0 163,-14 15 0,-3-1 5,2-8 1,1-4-4,8-7 1,1-2-22,-3 0 0,2-2 36,-5 3 0,5-1 78,22-14 23,24-6-68,23-11-61,4 1-258,4-5 0,5 0-733,-8 2 1,1 1 1001,4-1 0,3-1 0,-5 2 0,-9 1 0,-4 1 0,1 1 0,1-1 0</inkml:trace>
  <inkml:trace contextRef="#ctx0" brushRef="#br0" timeOffset="143566">17765 4565 16807,'4'-8'1582,"15"-28"1,2-7-710,-9 10-209,9-13 0,-5 2 58,-23 22-554,-8 11-33,-17 24-34,-12 21-73,16-8 0,1 3-420,-3 5 1,2 3 391,1 0 0,2 2-26,4 0 1,5 0-56,3-2 0,5-1-146,8-2 1,5-2-205,21 22 139,-2-33 1,5-5-65,6-4 0,4-5-423,6-5 0,2-6 563,4-5 1,0-4 148,0-5 0,0-4 72,-3-4 1,-3-4 19,-3-2 0,-4-4 22,-4-1 1,-5-3 53,-4-2 0,-3-2 78,-4 1 0,-3-1 59,-3 2 0,-2 1 31,2-19 50,-6 26 0,-2 2 196,0 1 519,1-6-939,-3 24 49,1 12-116,0 12 0,2 15-6,0 21-17,-2-15 1,-2 2 219,-2 6 1,-3 1-221,0 3 1,-3 0-17,-3-1 0,-2-1 11,1-2 0,-1-2 5,1-5 1,0-2-17,-3 16 277,6-18-205,8-16 18,10-15-29,14-13 17,16-13-33,-14 10 0,1-1-133,1-1 0,1 0 144,-2 1 0,0 1 73,18-11 449,-16 11-556,-13 10-17,-10 12 18,-6 9 4,-3 12-21,1 9 290,0 5-274,10-3-61,8-5 22,13-9 39,10-10-11,16-15 17,-5-11-6,-18-2 0,-2-5 17,8-21 8,-18 15 1,-2-1 108,2-20 68,-7 5 67,-6 9-61,-5 12-135,-4 10-68,0 12-16,-3 12 0,0 13-11,0 11-50,6 7-197,8 1-16,0-8-4050,19 20-5507,-7-28 8185,6 10 0,-13-28 0,-10-7 0</inkml:trace>
  <inkml:trace contextRef="#ctx0" brushRef="#br0" timeOffset="143738">19123 4259 17776,'-10'-4'0,"2"1"0</inkml:trace>
  <inkml:trace contextRef="#ctx0" brushRef="#br0" timeOffset="144728">19463 4794 24402,'9'5'425,"20"-19"-402,1-10-1,-2 2 1,2-3-9,-6 3 0,0-2-3,7-8 0,0-5 0,-7 3 0,0-4 1,-3-1-1709,5-14 1,-3 0 1701,-2-1 1,-3 0 5,-8 4 1,-6 1 243,-6 9 1,-4 1-248,0 3 0,-2 3-13,-12-20 538,-15 36-538,15 19 16,-22 18 17,14 19-45,9 2 0,3 3 6,5-12 0,2 3-526,3 11 0,2 6 0,3-6 497,2-11 1,2-1-43,0 9 0,1 5 0,2-4-95,3-1 1,0-4 50,0 0 0,3 1-1238,12 14 0,6-5 907,-6-25 1,2-3 226,6 12 0,4-5 52,3-17 0,2-9 99,5-8 1,1-6 137,2-1 0,-2-2-48,0-3 0,-4-5 143,-7-3 0,-4-3 156,-7-2 1,-4-1-62,-1 1 1,-3 0-9,7-25 1424,-22 18-1301,-15 18 3301,-21 2-3497,-9 18-50,-17 15-85,18 6-8,13 3 1,4 1 2,2 4-28,5-2 0,4 4-28,8 18 5,11 0 1,5-6 5,16-12 12,3-14 10,23-5 18,-14-11 130,-4-10 1,-2-6-120,4-19-1,-10 5 1,-2-3-17,3-17 19,-13 10 0,-1-3-284,-4 4 0,0-3 300,0-2 1,0-3-1,0 0 49,1-11 0,0 0 27,1-7 1,-1 5-42,-5 24 0,-1 4 154,0-3 0,-2 4-62,-1 3-145,-2-1-62,-3 30 28,-2 8 626,-9 30-637,3 2 0,-2 3-1,3-8 1,1 1-557,-1 5 1,-1 4 0,2 0-141,5-3 1,1 0-1,0-2-102,-2 12 1,2 0-1432,4-6 1,4 1 0,1-5 2240,3-10 0,1-5 0,8 24 0,-5-27 0</inkml:trace>
  <inkml:trace contextRef="#ctx0" brushRef="#br0" timeOffset="144957">21121 3738 24139,'20'42'2,"0"0"1,1-1 0,-3 5 0,1 5 0,-2-1-1,-3-2-34,-4-1 1,-4-2-1,1 3-1066,-1 1 0,1 3 0,-1 1 0,-4-2-133,-4 5 1,-5-1 0,-1-3 1230,-1-6 0,-1-2 0,-1-4 0,-2 1 0,-1-5 0,-5 5 0</inkml:trace>
  <inkml:trace contextRef="#ctx0" brushRef="#br0" timeOffset="145589">13277 5920 21789,'-39'28'432,"1"1"0,-1 0 1,0 0-1,-1 5 0,-2 2 1,3 0-1,5-3-784,-3 8 0,6 1 204,4-3 0,0 4 0,7-2-152,7 2 0,6 0 91,0 11 1,6 1 44,7-1 0,8-1 10,3-14 0,4 1 0,2-3-504,12 10 1,3-4-115,1-2 1,3-5-1986,9-5 1,0-7 2726,-13-9 0,-1-2 0,-4 0 0,-2-3 0,6 0 0</inkml:trace>
  <inkml:trace contextRef="#ctx0" brushRef="#br0" timeOffset="146205">14498 6431 21926,'27'-22'415,"-7"19"-348,-26 44 45,-4 17-28,-1-7-65,3-18 1,-2 0 2,-1-1 1,0-1 16,-3 1 1,0-2 88,-4 9 85,3-10 353,12-23-202,6-15-185,7-14-22,11-21-82,-4 15 1,3-2-234,3-5 1,4-1 230,3-1 0,2 1-40,-7 7 1,2 2 36,5-3 0,2 3-9,3 3 1,0 2-441,-5 5 0,0 2 382,1-1 0,-1 5-9,9 8-27,-3 21 5,-7-4-112,7 29-370,-19 1-285,-8-13 0,0 2-1690,0 3 1,-1-1 1889,0-2 0,-1-3 0,3 9 0,-3-17 0</inkml:trace>
  <inkml:trace contextRef="#ctx0" brushRef="#br0" timeOffset="147265">16329 6302 22240,'-63'-4'171,"-1"1"1,5 3 0,10 9-825,17 36 658,13-5 1,2 0 218,3 4-244,4-2 1,2 3-155,7-10 1,4-1-175,3 0 1,2-2-17,5 2 0,4-5-336,27-1 387,-2-14 27,-3-19 1,2-7-63,-10 0 0,-1-3 373,8-2 0,-1-6 126,2-11 0,-4-6-28,-11 7 1,-3-1-60,6-5 1,-2-3 75,-2-3 0,-2 0 151,0 0 0,-1 1-37,0 0 1,-1 0-358,-1 4 1,-2 3 697,1-18-304,-11 29 831,-2-10-999,-3 24-123,-1 2 6,0 22 991,0 15-992,0 4 573,0 26-584,0-1 0,1-9 1,-2 2-283,1-7 0,0 0 279,-2 7 1,-1-1 2,0-11 1,-2-2 5,-3 16 0,-3-4 44,8-30 108,-1 1-80,6-19 12,16-20-16,5-4 530,7-7-525,14-11-28,-14 16-17,10-9-23,-17 19-16,2 6 11,-10 10-5,3 2-18,-1 9 18,-6 0-1,16 15 12,5-5-6,9 3-6,-4-10 6,13-10 39,-7-15 34,9-10 61,-18-7-44,-16 2 100,-13 4 186,-5 6-169,-3 3-111,1 4-85,-1 7-6,1 5 1,-1 8 0,1 1-40,0 24-5,1-5-96,3 17-291,-1-4-716,2-1-1233,1-3-4610,3-7 6985,2-11 0,-3-10 0,0-8 0</inkml:trace>
  <inkml:trace contextRef="#ctx0" brushRef="#br0" timeOffset="147455">17485 6133 15042,'18'26'-3101,"-4"-9"0,-12-12 0</inkml:trace>
  <inkml:trace contextRef="#ctx0" brushRef="#br0" timeOffset="148215">17616 6720 17042,'-5'10'5769,"1"-3"-5220,4-7 17,0 0-191,41-59-207,-8 18-940,1-7 1,3-4 813,-10 14 0,-1 0-11,2-6 0,0-3-15,0-5 1,0 0-12,-7 9 1,0-1 11,-4 1 0,1-3 0,-4 3 25,-1 3 0,-3 1 140,4-14 1,-4 3-31,-6-3-46,-9 23-67,-4 16-16,-5 15-23,-5 19-23,-5 22 12,9-11 0,2 3 436,2-4 1,1 2-541,-3 27 1,3 3-522,3-17 1,2 2 381,1-3 0,-1 3 0,2-2-256,0 8 1,4-3-135,3-5 0,5-2-229,4-7 0,6-3-60,6-6 1,6-4-20,6-5 0,3-5-1,6-4 1,3-4 955,2-4 0,0-5 406,0-3 0,-1-3 310,-4-4 1,-3-3-43,-5-2 0,-2-2-8,-6-1 0,-3-3 269,-4 0 1,-3-1 53,10-25-113,-13 3-258,-11 9-195,-17 9-264,-16 13-33,-22 13-45,-11 16 345,29-2 1,1 5-430,-1 8 0,4 2-6,-6 12 681,9 8-709,25-4 181,12-11-135,16 9-12,19-24-6,-17-12 0,1-3-275,5-5 0,0-4 289,2-4 1,0-4 5,-2-4 0,-1-5 8,-2-4 0,-3-4 3,-3-4 1,-3-3 4,-3-6 1,-4-3 28,-2-5 0,-4-1-482,-3-1 1,-2-1 559,-2 3 0,-3 0-8,-3 7 1,-3 3-105,1 7 0,-3 2 272,-7-17-96,1 19-133,5 17 414,3 12-482,4 18 1096,0 17-1085,0 27-17,0-16 1,-1 4-562,-3 10 0,-1 5 447,0-15 1,-1 2-1,-1 1-308,-2 2 1,-1 1-1,1 1-1762,-1 8 0,1 1 0,3-2 2190,3-9 0,2-3 0,1-2 0,-4 9 0,4-6 0,13 0 0</inkml:trace>
  <inkml:trace contextRef="#ctx0" brushRef="#br0" timeOffset="148482">19244 5568 24559,'45'-4'93,"1"0"0,3 8 1,-5 12-92,-17 14 1,-6 8-1299,4-3 0,-3 6 1271,-4 14 1,-4 9 0,-4-2-489,-6-12 1,-4 0-1,-3 3 282,-1 2 0,-1 4 0,-3 1 0,-5-3-835,-3-8 1,-3-1 0,-4-2 0,-2 0 1065,-7 2 0,-4 0 0,0-3 0,2-4 0,-7 10 0,2-5 0,-3-7 0,1-1 0</inkml:trace>
  <inkml:trace contextRef="#ctx0" brushRef="#br0" timeOffset="152098">483 5520 21477,'-41'-43'441,"-1"0"0,4 5 0,9 8-723,20 18 509,3 6-339,5 9 581,0 2-184,14 26-227,4 6-309,6 11 316,-7-10 1,1 1-857,8 16 794,-12-22 0,2 0 42,2-3 1,1-5-306,12-3 181,21-2 126,-21-26 0,3-7 8,9-8 0,4-5-590,-10 2 0,2-2 0,2-1 528,5-5 1,2-1 0,-2 1-4,-7 4 0,-1 1 0,3-2 7,1-1 0,3-3 1,0 1-1,-4 2-414,-4 3 0,-2 2 0,1-2 383,11-7 0,3-2 1,-3 3-53,-3 3 0,-3 4-530,-8 9 0,-2 4-3070,11 4 3686,-19 32 0,-12-11 0,-8 11 0</inkml:trace>
  <inkml:trace contextRef="#ctx0" brushRef="#br0" timeOffset="155607">5241 7274 7907,'-18'-10'1422,"4"3"1065,14 7-2414,0 0 1013,2 2-755,13 4 373,-1-1-536,16 0 0,4 1-84,10-1-92,1-3 1,11 0-1,-5-1 8,-6 0 0,1-1-3,1 1 0,5-2 1,3 1-1,-2 0-5,5 1 1,-1 1 0,5 0-4,-6-1 1,6 2 0,3-1 0,-2 0 0,-3 1-473,-4-1 0,-4 0 0,2 1 0,5-1 479,-6 0 1,7 0 0,2 1 0,2-1 0,-2 0 0,-4-1 0,-6 1-424,0-1 0,-7 0 0,0 0 0,7 0 433,-4-1 1,5 1-1,3-1 1,2 1-1,0-1 1,-1 0-1,-1 1-242,3-1 1,0 0 0,0 0 0,-1 0 0,1 0 0,0 0 237,3 0 1,0 0 0,0 0 0,1 0 0,1 0-1,1 0-62,-11 1 1,1-1-1,2 1 1,0-1 0,-1 1-1,1 0 1,-2-1 0,-1 1 37,10 0 1,-1 0-1,-2 0 1,1 0-1,-1 1 1,1-1-80,2 1 0,0 0 0,1 0 0,-1 0 1,-1 0-1,-2 0 47,0 0 0,-3 0 1,0 0-1,1 0 0,4 0-108,-10 1 0,2-1 0,3 1 0,0 0 0,1 0 0,-2 0 0,-1 0 0,-4 0 16,11 0 0,-4 1 1,-2 0-1,1 0 1,2 0 147,-3-1 0,2 1 0,0 0 0,1 0 0,-1 0 0,-1-1-79,6 1 1,1 0 0,-2 0 0,-2-1 0,-6 0 74,4-2 0,-5 0 1,1-1 23,9 1 1,1 0-1,-4-3 189,-14-2 0,-3-3 1,-6 1-1719,13-6 1507,-14 1 0,-6 1 0,-17 4 0,-2 1 0</inkml:trace>
  <inkml:trace contextRef="#ctx0" brushRef="#br0" timeOffset="163979">1072 9195 18707,'10'-43'1002,"-1"-1"1,-1 8-1,-2 8-457,-2 15-444,-4 12-18,0 4 1,-3 19-26,-1-3-16,-2 12 0,-2 3-25,-1 3-15,-2 2 1,-1 1 37,-6 16-18,2-14 0,0 0 98,-5 13-78,6-19 0,1-4 143,3-11 11,0 3 336,8-24-375,0-13-107,1-2 62,-5-32-56,4 2-28,-2-10 8,7 15 1,2 0-824,8-17 798,-5 22 1,2 1 2,8-3 0,4 4-93,13-9 87,-6 13 0,1 3-13,12-2-1,-7 15 1,0 3-1,1 3-8,3 5 0,0 4 20,0 13-6,7 5-17,-13 27 6,-21-17-1,-5 0 1,-3 3 8,-12-2 1,-3 1-10,0 0 1,-3-1 11,-6 5 0,-2-3 23,-17 12-7,2-14 24,6-12 822,6-10-834,6-11 110,6-8-144,7-2 1,3-9 10,17-6 1,4 0 0,16-2-6,-8 14 0,10 6 0,-14 7 5,10 7 1,2 3-23,10 8-136,-7-1 1,-2 2 113,6 16 22,-15-4 0,-15 11-22,-35 8-23,-9 1-319,4-21 0,-3-2 48,2-8 0,-2-2-480,1-4 1,0-1-750,-17 1-8269,1-7 9789,27-7 0,2 1 1,15-1-1</inkml:trace>
  <inkml:trace contextRef="#ctx0" brushRef="#br0" timeOffset="164181">1784 9247 13928,'2'4'3260,"0"0"-667,-2-4-2341,-12 68-179,2-29-93,2 3 1,-1 1-1133,-1-11 1,2-2 1151,-5 17 0,1-4 0,6-17 0</inkml:trace>
  <inkml:trace contextRef="#ctx0" brushRef="#br0" timeOffset="164374">1876 9081 15961,'-5'-7'4710,"2"1"-4172,3 6-863,0 0-1220,-23-24-5620,27 38 6317,-17-18 0,22 22 0,-6-12 0</inkml:trace>
  <inkml:trace contextRef="#ctx0" brushRef="#br0" timeOffset="164749">2143 9308 17764,'1'-10'2812,"-1"3"-2739,0 7 353,0 0-146,8 59-112,-12-18-76,4 3 0,-1 2 104,-14 8 18,-1-7 77,3-10 202,2-13 201,6-12-229,2-12-286,6-14-50,4-15-39,9-16-1,9-10-72,-2 10 2,-3 14 1,1 2 8,8-7-39,14-8-50,-8 24-1,-9 10-436,12 16-208,-12 12-628,10 16-1309,-11 13-4436,-3 10 7079,-4-3 0,-8-19 0,-3-15 0</inkml:trace>
  <inkml:trace contextRef="#ctx0" brushRef="#br0" timeOffset="165432">2951 9576 18028,'18'-59'1381,"0"0"1,-2 3 0,-4 7-1024,-4 18 208,-6 1-297,-7 21-185,-7 2-23,-8 14-21,-8 11-1,-7 15-28,-2 9-11,5 6 0,8 0-17,12-11 34,12 7-6,12-22 17,9 2 45,7-25 5,4-15 18,1-13 88,-2-11 108,-8-4 21,-9 0-38,-7 3-23,-8 8-45,-4 9-55,-1 9-80,0 7-60,1 6-7,0 9-5,-2 9 0,-1 14 6,0 8-12,4 8 23,7 13-28,6-8-12,2-5-5,9-10-11,5-14 6,11 0 10,9-9 34,-13-14 1,1-2 4,13-3-2,-14-4 0,-2-4 20,2-12 5,1-13-33,-14-4 61,-12-10-45,-9 18 46,-10-7 21,-3 20-16,-2-3 0,5 3 16,5 2-66,17-2-34,3 7-1,26-6-4,6 9 21,-9 4 1,2 3-1000,25 2 994,-5 6 11,-17 15-5,-17 7-6,3 12 0,-5 17-17,-7-5 0,-4-1-89,-4 1-1222,0-7 1328,4 17 0,-5-27 0,1-3 0</inkml:trace>
  <inkml:trace contextRef="#ctx0" brushRef="#br0" timeOffset="167181">4108 9283 23517,'-1'-40'45,"0"7"-56,25 82 11,-3-5-9,-8-15 1,0 1-315,1 0 0,1-1 178,15 25 20,4-6-290,16-10 376,-11-24 78,12-20 17,-16-27 129,0-16-164,-18 20 1,-1 0 143,0-2 0,-1 0 279,-1 1 0,-2 1 60,9-22 128,-11 12-520,-8 19-33,-12 11-34,-10 27-17,-12 22-20,12-7 0,0 7-722,0 4 0,0 6 0,1-2 714,-2 6 0,1 2-10,5-13 0,-1 3 1,0 4-1,1 0-331,1 6 1,0 3 0,1 0 0,1-2-975,2-5 0,1-1 0,0 0 1,1 1 989,-2 9 0,0 4 1,1-3-1,3-9 1,4-3-1,2-8 1,1 6-1</inkml:trace>
  <inkml:trace contextRef="#ctx0" brushRef="#br0" timeOffset="168265">5953 9304 10205,'3'-63'1270,"1"1"0,-2 12 0,0 5 2000,0-7-2962,-3 31 1594,-1 5-1331,0 6 440,0 1-731,1-4 3151,1 6-3369,3-4-12,-1 5-72,1 2-118,-1 1 140,-4 17 0,-1-4 39,-11 21-5,-7-5-34,-12 7 22,-5-2-11,2-8 40,14-9-23,9-8 16,18-9-32,3-2 16,19-8 16,27-6-38,-22 9 0,1 0-121,1 1 0,2 0 109,5 1 1,2 1-492,7 0 1,2 1 479,4 0 1,1 0-10,-1 0 1,0 0-98,-10 1 0,2 0 0,-4 0-118,2-1 0,-1 0 36,9-1 1,0 1-578,-14 0 1,-4 1-7677,9 0 8458,-10 1 0,-14 2 0,-18 2 0</inkml:trace>
  <inkml:trace contextRef="#ctx0" brushRef="#br0" timeOffset="168513">6455 8972 23937,'-36'23'91,"-1"-1"1,2 5-1,6 6-94,13 11 1,5 6-1251,-5 5 1,0 2 878,6-15 1,0 0 0,1 1-822,0-1 0,1 1 1,3 0-3161,0 19 0,4-4 1918,3-16 1,2-4 1718,9 20 0,-5-42 1,-4-6-1</inkml:trace>
  <inkml:trace contextRef="#ctx0" brushRef="#br0" timeOffset="169245">6781 9390 24458,'-10'-43'211,"0"0"0,0 2 0,4 17-211,8 29 39,15 25-28,4 4-22,-3-7 0,0 2 5,8 15-5,-11-6 0,-5 2-1100,-6 17 1116,-2-22 1,-5 0 76,-11-2 0,-6-4-82,-13-1 17,-14 1 22,14-25 23,9-16-45,10-3 839,11-27-777,13 6-45,15-20-136,19 10 12,-15 24 1,1 3-130,25-10-467,-10 14 0,1 3-230,-14 6 0,1 1-619,12-1 1,-1 1-1157,-11 3 0,-2 2-4703,21 0 7193,-17 1 201,1 0 0,-21-1 8334,11-8-3926,-18-2-2952,2-2 1127,-8-7-1328,-2 7-477,-3-7-195,0 6-214,-2 4-239,1 3-130,2 3-23,1 9 28,1 8-21,6 9-12,5 4 28,11 0 5,-1-9-22,16 2 29,-13-13-7,4 1 18,-5-12 11,-8-6-6,4-10 0,-8 1 73,-3-19 22,-7 12 45,-5-11 5,-7 14-89,-3 8 129,-19 7-129,3 11-56,-16 9-39,10 11 5,7 9-27,10 10 5,9 6-6,15 5-123,13 2-287,-3-28 0,5-1-237,3-1 1,4-3-480,3-1 1,4-3-740,2-2 0,2-4-1820,3-3 0,0-3 3061,-5-4 0,-3-2 1,11-1-1,-21-3 0</inkml:trace>
  <inkml:trace contextRef="#ctx0" brushRef="#br0" timeOffset="169605">8055 9482 10226,'1'-7'9813,"0"1"-8931,1-24 0,-4-5 356,-6 10-813,3-14 1,-4 5 78,-15 22-336,3 5 90,-11 11-219,14 8-11,-6 10-11,14 10-40,6 5 23,13 1 12,13-4-7,14-7 12,9-10 11,-1-9 0,-3-12 28,-8-9 45,-10-10-45,-9 2 67,-11-18-22,-9 10 11,-7-11 28,-7 14 28,-4 7 0,-7 11 23,-7 9-85,-7 12-50,-2 11-39,3 11-23,14-3 12,8 14-135,16 11-436,13 3-484,5-24 1,4-2-2968,8-7 0,4-2 3351,0-4 0,0-3 0,11 4 0,-15-11 1</inkml:trace>
  <inkml:trace contextRef="#ctx0" brushRef="#br0" timeOffset="169965">9064 9061 23248,'-58'2'97,"0"0"0,5 1 0,8 8-91,12 34 11,16-13 16,9 12 79,20-21 45,10 2 17,10-8 145,12-8-213,-15-7 85,9-9 38,-22-5-5,1-8-16,-9-6-17,-8-1-57,-9-1-56,-7 4-66,-1 6-52,-15 6-94,11 13-863,-11 21 168,16-1-2565,3 27-550,10-18 3944,1 16 0,2-28 0,0 1 0</inkml:trace>
  <inkml:trace contextRef="#ctx0" brushRef="#br0" timeOffset="170263">9046 9700 19400,'-8'6'3490,"3"0"-3289,5-6-173,0 0 56,-9 36 308,24-25-201,-13 26 363,33-38-363,-22-2 167,9-5-11,-15 0 57,-2-5-303,-4 4 123,-9-5-168,2 9 33,-9-4-77,5 8-80,-3-2-1315,-3 15-611,4-2 1994,-9 22 0,14-21 0,-3 8 0</inkml:trace>
  <inkml:trace contextRef="#ctx0" brushRef="#br0" timeOffset="170888">0 10701 14741,'51'8'25,"1"0"0,-1 0 0,0 0 0,0 0 1,3 1-1,-3 0 0,0-1 0,3-4-9,-2-3 1,4-2 0,0-2 0,-1-1 0,-4 1-1330,11-1 1,-3 0-1,2 0 1345,-15 1 1,1-1-1,2 0 1,5 0 0,4-1 170,-6 1 0,6-1 1,4-1-1,2 1 0,3-2 1,1 1-1,0 0 0,-1 0 1,-3 0-1,-4 1-191,2 0 0,-3 0 1,-2 1-1,-1-1 0,1 1 1,1-1-1,2 1 0,4-2 22,-9 2 1,3-1-1,3 0 1,1-1 0,2 1-1,-1-1 1,1 1-1,-1-1 1,-1 1 0,-3 0-1,-1 0 1,-4 1-34,11-1 1,-4 1 0,-4 0 0,0 0 0,0 0-1,4 1 1,5-2 80,-11 2 0,4-1 0,1 1 0,3-1 1,1 0-1,1 0 0,1 1 0,-1-1 1,0 0-1,-1 0 0,-2 1 0,-3-1-125,2 1 1,-2-1 0,-2 1 0,-1 0 0,0 0 0,0 0 0,1-1-1,2 1 1,2 0 0,3-1 62,-10 1 0,3 0 1,1-1-1,1 1 0,2-1 1,2 1-1,-1-1 0,2 1 1,-1-1-1,0 1 0,0-1 1,-1 1-1,-1-1 0,-1 1 1,-2 0-1,-1-1 1,11 1 0,-2-1 1,0 0-1,-2 1 1,0-1-1,-1 1 0,-1-1 1,-1 1-1,0-1 1,-1 1-1,0 0-11,3-1 0,-2 1 0,-1 0 0,0-1 0,-1 1 0,0 0 0,1 0 0,1-1 0,1 1 0,-3 0 1,1 0 0,1 0-1,1 0 1,0-1 0,0 1 0,0 0-1,0 0 1,-1 0 0,-1 0-1,-2 0-7,4 0 1,-1 1 0,-3-1 0,0 1 0,0-1 0,1 1-1,1 0 1,2-1 0,3 1-20,-8 0 0,3-1 0,2 1 0,1 0 0,2 0 0,0 0 0,1-1 0,-1 1 0,-1 0 1,0 0-1,-2 0 0,-3 0 0,-1 1-35,6-1 0,-3 0 0,-3 0 0,0 1 0,-1-1 0,0 1 0,1-1 0,2 1 0,3 0-769,-3 0 1,3 0 0,3 0 0,2 0 0,1 0-1,-1 1 1,0-1 0,-2 1 0,-3 0 0,-4-1 0,-4 1-1,-6 0 394,22 0 1,-10 1 0,-4-1 0,4 1 0,5-1-1,5 1 1,0 0 0,-9-1 0,-17 1 0,4 1 0</inkml:trace>
  <inkml:trace contextRef="#ctx0" brushRef="#br0" timeOffset="171938">14211 9636 15468,'16'-59'1723,"1"1"0,-4 7 1,-3 3-1310,-5 14 1,-4 3 156,-11-12-223,-12 18-130,-20 16 1,-17 22-776,21 2 1,-3 6 628,-6 9 1,-2 6-486,14-7 0,0 3 0,0 1 426,-1 5 0,1 1 0,1 3-21,2 2 1,1 1 0,2 2-10,2 0 0,3 1 0,3 1 0,4-2 0,2 0 1,4 0-241,4-3 1,3-1 0,5-1 239,9 16 0,10-4 14,10-6 1,10-6 13,-7-17 0,5-3 0,2-3-7,6-2 0,2-3 0,3-3 26,-2-5 1,3-3 0,1-2 0,-4-1-448,-1 0 1,-2-2-1,2-3 462,0-3 0,3-2 0,0-3 0,-6-2 48,-4-3 0,-4-2 1,1-3-95,8-5 0,1-3 1,-1-2 78,-5-2 1,-1-2-1,-3-2-28,-3-1 1,-2-2-1,-2-1-22,-4 0 0,-1 0 0,-4-2 2,-3 2 0,-3 0 0,-4 0 415,0-16 1,-7 1-438,-4 16 1,-9 2-15,-25-9 1,-13 8-45,2 16 0,-6 6 33,2 0 0,-4 2 0,-1 3-13,4 6 1,0 3-1,0 3-148,0 3 1,1 2 0,0 2-258,3 2 0,1 2 1,1 3-582,3 4 0,1 2 0,2 4 848,0 6 1,2 2-1,3-1 1,3-4 0,4-1-1,4 3 1,0 0-1</inkml:trace>
  <inkml:trace contextRef="#ctx0" brushRef="#br0" timeOffset="172406">14142 9867 22187,'18'-56'901,"-1"1"1,-3 6 0,-1 10-589,-3 21-194,-6 10-152,-3 9 50,-1 10 45,0 15-48,-1 5 0,-1 3 9,0 19-274,-2-6 0,0 1 245,0-13 0,1-1 6,0 8 0,0 0-1591,1 2 0,0-3 1591,2 11-243,0 1 333,0-39 246,0-1-68,1-20 146,3-12-341,5-19-28,-1 2 0,1-1-12,5-22-11,-2 12 1,1-1 1496,-3 14 0,-1 1-1511,3-6 1,0 0 22,-1 4 0,-1 2 30,2-7-38,-4 13 284,-7 21-430,-1 7 78,-2 12-352,-8 33-231,1-5-1864,-2 3 0,-1 1 2492,4-13 0,0-2 0,-5 22 0,5-20 0</inkml:trace>
  <inkml:trace contextRef="#ctx0" brushRef="#br0" timeOffset="172898">13886 10654 21388,'-41'25'216,"0"0"0,0 0 1,-2 3-1,-1 0 1,1 3-124,1 1 0,1 2 1,-1 2-1142,6-6 0,0 1 0,-2 1 1,-1 2 1057,0 0 0,-4 3 0,0 1 0,1-1 0,3-2-380,2-3 0,3-1 0,-1 0 0,-1 2 346,-2 1 1,-2 2-1,0 1 1,1-1 0,5-4-84,0 2 1,3-3 0,1 0 62,-4 4 0,1 1 0,3 0-3180,-2 9 1,8-2 3223,5 6 0,14-17 0,13-26 0</inkml:trace>
  <inkml:trace contextRef="#ctx0" brushRef="#br0" timeOffset="173179">14145 10516 21803,'0'-5'2179,"0"1"-2056,0 4 0,86 35-1447,-47-16 1,4 3 1325,-3-3 1,5 2 0,2 0 0,-4 0-1,-3 0 0,-2 0 0,1 1-4,15 7 0,2 3 0,-2 0-2,-7-4 0,-3 0 1,3 4-77,-7-4 1,3 3-1,0 2 1,0-1-1,-4-2-219,8 7 1,-3-2-1,2 5-1668,-8-4 1,4 6 0,-1 2 0,-3-3 0,-6-7 650,1 5 0,-3-2 0,-2-1 0,1 1 1,-7-9-1,-9-10 0</inkml:trace>
  <inkml:trace contextRef="#ctx0" brushRef="#br0" timeOffset="174289">12469 12341 17272,'-5'-1'3024,"0"0"-2514,5 1-286,-31-61-17,27 24-126,-7-6 0,5-2-421,32-5 421,-5 25 0,3 2-3,4 1 1,2 2-29,2 3 1,2 4-29,-2 2 1,1 4-23,26 9 124,-13 19-102,-30 6 0,-5 5-208,-4 16 194,-15-5 1,-8 2-587,-6-11 0,-5-1 575,-9 10 0,-4 1 6,-4-1 0,-1-2-3,0-2 0,1-2 11,5-5 0,3-3 122,8-5 0,3-3-217,-3 7 73,20-12 33,22-9 148,23-8-179,-7-4 1,3-3-34,11-2 0,2-3-4,8-2 0,1-2-19,5-1 1,0-1-31,-1 0 0,-1-1-121,-3 0 1,-2-1-183,-4-2 0,-4-1-224,-4-2 1,-4-3-250,-4-1 0,-4-4-286,-3-2 0,-4-3 711,-4-2 1,-4-2 383,-3-1 1,-4 0 176,-5 0 0,-4 0 165,-4 1 0,-5 2 134,-4 3 1,-6 1-9,-5 3 0,-5 4-39,-8 2 0,-4 4-37,-8 4 1,-5 4-801,13 8 1,-2 1 0,0 3 659,-6 2 1,0 2-1,-1 3-52,-4 3 0,0 1 0,-1 3-363,-1 4 1,-1 2-1,3 0 253,10-1 0,1 0 0,0 5 4,-2 5 0,-2 4 1,1 3-1,4-1-188,3 3 0,5 2 0,-2 2 157,0 1 1,-1 2-1,1 2 1,5 1-14,2 5 1,6 1 0,4 0-45,5-2 1,3 1-1,6 0 61,6-3 1,5-1 0,4-2 5,5-2 0,5-1 1,5-4-3,4-2 0,6-2 1,5-5-12,4-5 1,5-3-1,2-3 1,-2-1 75,-1-1 0,-1-2 0,3-2-80,7-3 1,5-1-1,1-3 1,-5-3 12,0-4 0,-3-3 1,2-3 34,-5 2 0,3-2 0,-1-1 0,-2-1 10,2 0 0,-3-2 1,3-5 270,1-6 0,4-6 1,-3-2-1,-7 4-152,-3 0 1,-3-2-58,-4 0 1,3-4 0,-2-1 0,-9 1 84,-8-6 0,-8-2-124,3-12 1,-7-2-12,-8 0 1,-8 1-46,-8 1 1,-8 3-26,-7 3 1,-7 6-20,-7 5 0,-4 6-96,-3 6 1,-2 7-309,2 5 1,0 6-1620,4 7 1,3 5 1863,10 2 1,3 2-1,-6 7 1,20-4-1</inkml:trace>
  <inkml:trace contextRef="#ctx0" brushRef="#br0" timeOffset="175032">15812 11662 21159,'18'-51'141,"0"-1"1,-9 9 0,6 8-69,44 16-28,-18 14-34,9 6-5,-5 12-46,0 23 24,-18-4-35,-11 4 1,-5 2-419,-5-1 444,-7 0 0,-4 1 14,-16 13 41,-1-14 1,-4 0 36,2-9 1,-1-2-15,1-2 0,0-3 312,-18 3 161,15-15 57,-2-1 44,7-16-476,10 1 620,4-17-709,7 13 5,5-9-50,7 10-1,11 0-16,12 4-22,23 7 16,-14 3 0,-9 2 1,-2 1-17,7 9-40,6 10 40,-21-6-1,-9 12-16,-22-5-39,-11 11-62,-15 3-140,-9-1-219,-9-2-307,-2-5-1592,18-17 1,0-4 2397,-15 3 0,7-6 0,26-10 0</inkml:trace>
  <inkml:trace contextRef="#ctx0" brushRef="#br0" timeOffset="175438">16163 11112 17395,'-53'-5'394,"0"-1"1,0 0 0,3 7 0,-2 3 0,1 3 0,2 3-818,-5 8 1,4 6 0,-2 2 581,3 0 1,-2 2 0,1 1-1,5 0-382,0 0 0,4 1 0,1 2 279,-4 9 0,0 4 0,8 2-27,11 1 1,6 3 0,1-1-293,-1-9 1,2-1 0,6 3 306,6 13 1,7 3 0,9-5 28,12-10 0,8-4 0,1-1-51,5 11 1,5-2-18,-7-18 1,5 0 0,2-2-1,2-4-2,1-6 0,2-5 0,1-1 0,0-1-541,3 2 0,2-2 1,0-1-1,-1 0 535,1-1 0,-1-1 1,1-1-1,-1-2 12,1-3 1,-1-2 0,0-2 0,0-2-177,0-3 0,0-2 0,-1-1 0,0-1 297,0-1 0,-1-1 0,0-2 0,-1 0 10,12-4 0,-1-2 1,-6-4 8,-10-2 0,-5-4 1,-6-5-16,-6-4 0,-7-4 1,-2-2-124,-1-2 0,-2-1 0,-3-1-11,-3 1 0,-3-1 0,-7 0-32,-7 0 0,-7 1 1,-6 2 139,-10 2 0,-7 3 0,-2 1-342,-4 1 1,-2 1 0,-3 3-44,1 2 1,-2 2 0,-5 7-2182,1 10 0,-6 5 1,1 4-1,7 1 1562,-2 1 0,4 1 0,0 1 0,-2 1 0,13 1 0,14 3 1</inkml:trace>
  <inkml:trace contextRef="#ctx0" brushRef="#br0" timeOffset="176423">12039 13209 11749,'26'-51'1457,"0"0"1,-1 1-1,1-1 1,-1 2-1,-7 7-1,-2-4-857,-3 7 107,-22 22-633,-17 31-12,1 3 1,-4 3-6,-9 14 0,-4 4-657,8-7 1,-1 3-1,-1 0 610,-6 6 1,-1 2-1,1-1-11,7-6 0,1-1 1,-3 4-449,-4 5 0,-5 4 1,1 1-1,3-3 422,1 0 0,2-2 0,-2 2 14,1 0 0,-4 3 0,1 0 0,4-4 4,0-1 1,4-3 0,1-2-11,-5 7 0,3-5 1,12-12 0,4-4-104,0-1-95,17-21 100,18-24 118,17-25 17,-6 11 0,2-4-71,7-9 1,2-3 77,-10 12 1,1-1-1,1 0 2,2-2 0,1-1 1,0 1 184,0-1 1,0 0 0,1 2-166,-1 1 1,0 1 0,0 2 1,-1 2 1,0 1-1,0 2 42,13-12 0,2 4-12,-4 5 1,2 4-196,-2 6 1,0 3 164,-1 7 0,-1 3-9,1 5 0,0 5 8,1 6 1,2 4-1,3 5 1,1 3-426,6 6 1,0 3 382,-13-6 1,-1 1 0,2 1-16,1 1 1,2 0 0,-1 1-18,3 0 1,0 1 0,1 0-142,0 0 0,1 1 0,0 0-447,0-1 1,1 1 0,-1 0-1195,-1 1 0,0-1 0,-2 0 1627,-6-3 0,-1 0 1,-4-1-1,1 0 1,-5-2-1,3 3 1</inkml:trace>
  <inkml:trace contextRef="#ctx0" brushRef="#br0" timeOffset="177499">10526 14550 18341,'15'-58'1098,"0"0"0,-3 7 0,0 10-712,-3 23-341,-5 11 17,-5 14 22,-3 3 79,-9 29-85,-3-3 0,-1 5-640,-2 4 1,0 2 566,2-7 1,0 2 0,1-4-6,0 3 0,2-1-347,0 10 1,4-4 346,4-4 22,10 20 101,12-41 325,25-9-168,6-22-162,3-8-4,-21 1 1,-1-4 53,1-3 0,-1-1 329,-1 0 1,0 0-372,0-4 0,-2 2 154,3-9 642,-11 12-905,-10 13-34,-5 8 0,-2 12 40,-3 22 5,-2 10-34,-3 20-56,0-2-16,4-10-241,3-11 0,3 1-566,8 14 238,-1-17 0,2-1-635,23 10-550,10-18 863,-3-14-373,0-21 1,2-9 828,-7-1 1,1-4-18,-2-1 0,3-3 0,-2-2 644,-3-1 0,-2-2 0,-2-1 89,1-3 0,-1-3 1,-2 2-50,4-10 0,-2-2 94,-6-3 1,-1-5-1,-4 2-7,-3-4 0,-3 0-45,0 3 0,-1-2 0,-5 2 171,-5-8 0,-8 5-9,-5 5 0,-8 5-384,-9 6 1,-7 5 551,-9 6 0,-4 7-296,7 7 0,-4 4-10,-8 8 0,-7 5 0,3 4-545,11 2 0,2 3 0,-3 1 353,-2 1 0,-3 2 0,0 1 0,2 3-411,6 1 0,1 1 1,2 3-1,1 2 390,0 1 0,1 2 0,1 2 0,2 1-7,1 2 0,1 3 0,2 0 0,1 2-65,3 1 1,1 1-1,1 2 1,2 0 52,-5 15 1,3 1 0,3 0-17,4 0 0,3 0 0,3 0-19,4-4 1,3 0-1,5-1-98,4-4 0,4-1 1,5-2 96,13 13 1,10-5 16,11-9 0,9-8 18,-13-17 0,5-3 0,1-4-4,5-3 0,3-3 0,-2-3 13,-9-1 1,0-2-1,2-4 11,4-4 0,4-3 0,0-3 0,-4-1 41,0-4 1,-4-1 0,2-3-104,2 0 0,2-3 0,1-1 0,-5-1 170,5-7 1,-4-2 0,-3-1-10,-1-3 1,-2-2 0,-3 1 182,-10 9 0,-2 0 0,-1-3-231,0-8 0,-2-2 0,-5-2 11,-5 1 0,-6-2 0,0 0 40,-1 1 1,-2 0 0,-4 1-108,-3-5 0,-3 1 0,-7 4-56,-10-1 1,-8 7 108,-5 6 0,-6 7-465,-5 6 1,-2 6-986,-4 8 1,2 5-796,8 3 0,1 4 2190,-1 5 0,5 2 0,8 0 0,3 2 0</inkml:trace>
  <inkml:trace contextRef="#ctx0" brushRef="#br0" timeOffset="178865">13852 13935 19053,'23'-42'1269,"-1"0"1,0 1 0,-10 14-1041,-15 26-217,-1 0-46,-8 6 45,-22 13 0,-10 7 12,-7 4 7,12-9 1,2 0-19,-2-1 10,-3 1 0,1-1 12,10-6 106,-20 7-106,37-16-46,0 0-10,13-3-79,1-1 79,0 3 72,0 11-27,-1 16-18,-2 10 1,0 0-1,-4 4-21,1 1 16,0-7-6,1 10 34,2-17-28,1-5 17,-1-4 145,3-17 191,-1-1 213,1-4-499,5-17-78,9-4 11,16-18 0,1 9-6,4 7 0,1 3-995,5 0 990,-2 4 0,2 4-28,19 11-198,1 12 209,-8 6-17,-27 3 0,-5 5-67,-3 15 28,1 9-168,-31-12 0,-10-1-115,-2-8 1,-3 0-859,-18 15 0,-2-2 729,12-13 1,-3-3-1970,-2-4 1,-3-2-1,3-4 2465,5-4 0,2-3 0,-7 4 0,4-4 0,10-7 0</inkml:trace>
  <inkml:trace contextRef="#ctx0" brushRef="#br0" timeOffset="179231">13710 13622 20360,'-44'23'56,"-1"0"0,0 0 0,1 0 0,1 1 0,1 1 0,2 2 0,6 2-49,2 10 0,6 4 1,1 1-787,-3 3 0,2 2 0,1 1 764,0 4 0,2 2 0,1-3 0,4-9 0,2-1 0,1 3-43,3 1 1,2 4 0,1 0-1,3-5-57,5 12 1,4-2 39,1-5 0,3 3 1,6-7-5,14-2 1,8-9-125,9-6 1,5-8 190,10-5 1,4-8 15,-16-7 0,2-4 0,1-3-289,5-4 1,0-3 0,0-3 368,2-3 0,1-3 0,2-8 106,-18 4 1,3-6-1,0-3 1,0 0-1,-3 0 1,-3 4-100,10-7 1,-5 2 0,1-5-20,-5 0 1,2-6 0,0-1 0,-6-1 0,-9 6 27,-6-18 1,-10 1-96,-3 10 1,-2-3 0,-4 2-266,-6 1 1,-5 1-1,-4 2 84,-5 3 1,-5 1-1,-1 3-56,-8-7 0,-9 7-1163,2 18 0,-8 3 1,-2 4-1,4 2 1395,-18 0 0,2 5 0,13 1 0,-1 0 0,6 2 0,-18 6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13:37:47.8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1043 2235 20991,'31'-16'84,"0"0"0,21-10-101,5 9 0,7 1-1265,-18 6 0,1 0 1,0 0 1023,0 1 0,-1-1 1,1 1-251,3 1 0,0 0 0,-5 1 174,-5 2 1,-4 1-3526,21 1 4014,-38 5 1,-3-1-1,-14 2 1</inkml:trace>
  <inkml:trace contextRef="#ctx0" brushRef="#br0" timeOffset="544">1518 2147 11631,'-2'0'7372,"-1"0"-4656,3 0-2716,-14-20 95,10 29-22,-7-5-34,16 43-6,1-3-53,0-3 1,1 1-1031,7 19 896,-7-24 0,3 1-809,7 1 0,2-3-1065,11 10 958,-7-17 0,0-3 297,8 0 152,4-14 1085,1-22 656,-2-9 1292,2-18-1600,-18 5 645,-5-12 374,-7-1-845,-1 2-168,-2 3-292,-2 22-414,-1 11-151,1 4-45,4 12 95,1-1-11,20 27 0,0-4-14,-5-7 0,2 0-3,9 7-16,10 1-23,-1-12 67,-3-4 17,1-11 45,-14-17-23,-6-3 174,7-27 62,-9 8 179,6-14 50,-11 17-128,-5 12-247,-5 10-107,-6 15 51,-11 21 0,-16 25-676,7-13 0,-2 4 609,-6 8 0,-2 2-12,5-8 1,0 1-12,4-7 1,-1 2-1,2 2-62,3 1 1,1 3 0,2 0-732,1 1 0,2 1 0,2 1-204,1 6 1,3 2 0,5-3-3914,9 9 1,6-6 3757,-3-14 0,2-5 1,9 9-1,-12-36 1</inkml:trace>
  <inkml:trace contextRef="#ctx0" brushRef="#br0" timeOffset="1057">2737 2661 19535,'6'-45'1306,"0"-1"1,-2 7 0,0 7-976,-2 14-298,-2 15 7,-2 18 10,-2 19-33,-3 26-699,1-21 1,0 3 709,-1 5 0,-2 1-17,-1 2 0,-1-1-43,0-2 0,0-2 34,1-5 1,0-1 14,-2 20-11,6-18 100,5-19 118,1-13-112,0-18 933,0-3-983,0-40-57,2-1-436,0 9 0,0-2 434,0 12 0,1-2 16,3-26 1,2-1-15,-2 17 1,1 1-10,1 2 0,0-2 1,1 3 8,-1 3 1,2 2-3,6-10 0,2 3-418,13-9 420,-7 18 1,2 2 0,12 0-12,17 6-22,6 14 17,0 10-14,-28 7 0,-2 5-31,6 25 14,-17 19 39,-17-21 1,-7 1-1,-6 5 0,-5-2-211,1-5 0,-5-2 200,-20 14 0,-6-3 158,12-15 0,-2-2-287,-15 10 0,0-3 14,18-14 1,2-4-577,-6-1 0,4-5-3317,7-7-5809,0-10 9215,26-1 1,4-1-1,-2 9 1</inkml:trace>
  <inkml:trace contextRef="#ctx0" brushRef="#br0" timeOffset="1667">3430 2378 22632,'15'46'398,"-3"-11"-157,8-22-34,0-8-50,12-5-45,2-12-6,2-9 6,-1-8-17,-5-5-11,-7-3 6,-7-2-34,-7 1 39,-9 5-5,-9 8-57,-9 11-22,-2 7 51,-20 18-12,8 6-27,-15 17-6,14 4 11,11 6-12,9 5 7,10 2-12,12 0-39,10-3 17,15-6 0,13-9-12,10-10-222,-25-17 1,1-2 249,-1-3 1,0-2 33,25-12-5,-9-10-6,-14-11 50,-10-7 23,-11-10 5,-7-6-406,-4-3 508,0 2 67,-2 7 5,0 12 411,0 12-562,0 12-96,0 7-33,1 8 440,6 8-440,6 13 17,9 17-45,9 14-364,-14-21 1,0 1 287,2 2 1,-1 1-309,-1 1 0,-3 1-935,-2 3 0,-4 0-3569,-5 0 1,-4 0 3944,-3 18 1,-6-20 0,6-27 0</inkml:trace>
  <inkml:trace contextRef="#ctx0" brushRef="#br0" timeOffset="2294">5966 2503 17563,'3'-9'3433,"0"2"-3178,5-22 0,-1-7 647,-12-1-667,8-4 1,-3 3 21,-16 12 314,-7 14-447,11 9-68,-5 10-34,8 5 62,-6 35-56,5-1-460,4-10 0,0 0 432,1 13-207,8-14 1,4-2 201,3-2-37,10-1 1,5-5 80,15-9-8,-9-6 0,1-3 30,19-14 40,-5-12 56,-13-13 831,-13-8-876,-14-7-39,-19-4 17,-11-3 11,-10 4-29,-3 3-109,-2 12 60,9 12 102,-16 10-164,17 18-157,-9 11-470,20 15-51,12-1-1810,16-1 1,9 0 2526,5-5 0,3-1 0,14 20 0,0-16 0</inkml:trace>
  <inkml:trace contextRef="#ctx0" brushRef="#br0" timeOffset="2517">6851 2188 16868,'-4'-7'4778,"2"1"-4341,-26-12 0,-7 0-90,7 10-308,-9-12 1,2 9 83,11 44-39,15 18-42,7-7 0,2 4-882,7 7 1,4 2 844,-1-12 1,1 1 0,0-2-9,4 12 0,-1 2-60,-4-12 0,-1 4 0,0 0 0,-2-1-399,-1 1 1,-2-2 0,-1 4-1090,-1 1 0,0 4 0,-1 1 1,-2-2 1550,-2-5 0,-2-1 0,-1-2 0,1-4 0,-2 12 0,0-5 0,-2-8 0,1 0 0</inkml:trace>
  <inkml:trace contextRef="#ctx0" brushRef="#br0" timeOffset="2660">6284 3579 13569,'-14'-57'1343,"0"1"0,1-1 0,3 3 1,4 1-1,7 4-1102,17-7 0,9 5-1051,-3 15 1,3 1-1,1 1 832,9-7 1,3 2-35,-4 7 1,3 1 0,2 1-551,3 0 0,3 2 1,0 1 402,3-2 0,1 0 0,-3 2 0,11-5 0,-6 4 0,-21 14 0,1-1 0</inkml:trace>
  <inkml:trace contextRef="#ctx0" brushRef="#br0" timeOffset="3527">8552 2499 19664,'12'-61'727,"0"-1"1,-1 7 0,-1 6-55,3 2 10,-7 17-279,-1 13-337,-5 11-11,2 8 33,1 12-16,3 12-28,0 14-23,-2 9-5,-2 4 17,-8 0-6,-4-6 28,-5-8 28,-1-13 134,4-12 6,1-10-95,1-12-51,-2-8-27,1-14-18,3-11-16,3-12-6,8 21 1,3-2-7,1-4 1,4 0-409,5-2 1,4 1 402,3 0 0,4 2 2,3 3 1,4 3 8,2 3 1,4 4-4,10 3 0,0 5-11,-15 5 1,0 3 4,11 5 1,-2 5-265,5 14 240,7 15 22,-15 10-34,-16 10 34,-18 7-6,-12-26 1,-4 1-9,-4 1 0,-4-1 8,-4-1 1,-3-1 2,0-3 0,-2-1 11,0-5 1,0-3-4,-22 9 18,5-13 44,10-14 751,8-13-795,12-11 265,8-8-260,14-5-17,13-1-22,14 3 17,12 5 5,10 8-161,-25 13 0,1 3 147,1 1 1,1 3-4,0 4 0,1 3 3,-2 3 1,-2 2-10,-3 5 1,-2 2 0,13 25 6,-19 7-35,-25 4 52,-23 2-15,3-28 0,-5-2-256,-6 0 0,-4-3 228,-4-2 1,-1-3-105,-2-2 1,-1-4-163,2-4 0,1-2-277,3-5 0,3-3-2316,-21-13 2890,21-18 0,19 14 0,13-4 0</inkml:trace>
  <inkml:trace contextRef="#ctx0" brushRef="#br0" timeOffset="3734">9634 2171 20268,'5'59'-211,"0"0"0,-3 6 1,-4-10-1533,-5-25 328,-11 27 0,12-40 0,-3 5 0</inkml:trace>
  <inkml:trace contextRef="#ctx0" brushRef="#br0" timeOffset="3934">9730 1922 21638,'-7'56'-2254,"-3"-22"0,18-14 0</inkml:trace>
  <inkml:trace contextRef="#ctx0" brushRef="#br0" timeOffset="5324">9917 2280 17882,'3'-4'4233,"-2"0"-2413,-1 4-1236,32-9-749,-25 16 186,24 15-61,-34 14-17,1 6 119,-4 3-204,4-21-12,-1 5 159,2-18 589,3-7-74,3-10-200,11-18-169,0-10-61,10-18-28,-2 3-34,-3 10-17,19-11-11,-17 30-3,5 3 0,3 4-36,7 7-6,8 3-100,-2 13-293,-4 17-127,0 7 145,-5 5-829,-9 4-1994,1 5-1037,-5-18 1,2 0-414,18 16 4009,9-12 684,-16-27 0,-8-10 1624,7-10 5002,7-18-3562,1-5-1913,-17 13 1,0-1 572,11-14-413,-9 4-784,-13 10 234,-8 2-363,-12 10-247,-8 1 23,-22 8-79,-2 12-61,-3 1 33,-6 25-67,25-15 11,3 6 0,3 1 17,7 6-28,-1 5 23,17-10 66,15-11-66,0-5 44,19-8 11,-9-14 57,16-15-85,-17 2 84,2-14 24,-20 9 111,-3-11-51,-6 11-28,-3 3-78,-2 15-89,0 5-68,0 4 39,0 9 23,2 8-17,4 13 17,1 10-11,1-5-29,5 24 23,-2-18 11,2 7-27,3-12-1,3-13 28,-1-5 51,16-8-51,-7-16 11,13-7 12,-8-13-34,-4-11 17,-8-8 11,-7-8 16,-5 1 7,-4 5 16,-1 11-5,-2 8-51,4 10 6,6 4-29,12 2 12,17 2 0,-1 3-8,-2 3 0,2 1 8,12 1-14,-16 4 0,-1 2-3,2 3 28,-9 19-17,-18-1 23,-4 16 0,-11 0-45,-4 6 11,-1 1 6,5 1 0,4-5-12,11-6 12,5-10 39,1-12-22,13-8-17,-4-13-1,12-8-4,-4-13-1,1-12 22,-2-12 6,-16 23 1,-1-2-107,0 0 0,0 0 134,8-22 17,-5 14-16,-7 14-35,-5 13-16,-2 7-6,-2 6 12,1 6 228,1 9-229,5 8 6,5 6 0,8 1-5,9-2-1,12-3-5,8-9 11,5-7 0,-1-9-6,-7-11 17,-6-6 23,-10-8 28,-7-2 33,-9 0 50,-6 5 7,-5 5-85,-2 8-28,-2 4-17,-3 12-22,-6 11 6,-6 17 0,-8 19-510,9-19 0,-1 3 423,-4 7 0,0 4-775,5-13 1,-1 2 0,0 1-501,-1 5 0,1 2 1,-1-1 1355,3-2 0,0-1 0,1-4 0,1-5 0,3-6 0,3-6 0</inkml:trace>
  <inkml:trace contextRef="#ctx0" brushRef="#br0" timeOffset="5844">13356 2126 19036,'-2'-3'2453,"1"1"-2238,32-19 1,19-5-146,-16 13 0,2 0-390,10-7 1,6-4 0,1 3 263,0 6 0,2 3 0,-4 1-586,6-3 0,1 2 174,-11 3 0,6 0 1,-1 0-1,-8 2-134,-2 1 0,-3 2-608,6-1 0,4 0 0,-8 3-2995,7 8-399,-15 7 4604,-45 9 0,-9-5 0,-6-4 0,18-9 0</inkml:trace>
  <inkml:trace contextRef="#ctx0" brushRef="#br0" timeOffset="6011">14073 1984 22683,'-38'21'270,"-1"0"1,0 11 0,9 3-215,20 15-1203,-2 7 0,1 2 1102,1 1-31,0-1 1,0 3-300,4-20 0,2 0-712,-1 11 0,2 0-1162,4-4 1,4-1 2248,4-4 0,2-4 0,3 4 0,3-13 0</inkml:trace>
  <inkml:trace contextRef="#ctx0" brushRef="#br0" timeOffset="6767">14232 2470 15031,'-1'-52'2025,"-1"1"1,0 7 0,4 8-1382,11 9-94,17 13-287,8 5-185,4 8 96,16 25-129,-29-3-17,-1 2 0,-2 4 11,1 17-28,-13-15 0,-4 2 17,-6 8 0,-6 0-241,-5 13 241,-7-18 0,-4-3 28,-16-3 34,-11-2 122,4-14 73,8-16 29,13-25-157,17-10-48,20 0 0,7 0-92,8-4-558,16 6 1,4 4 467,-4 12-164,-9 7 0,6 0 0,-6 2-256,19-3-272,-6 3 0,4 0-1414,-17 4 1,-1 2 1046,-6 0 1,-1 1-1161,27-4-3679,-18 5 6140,-21 2 3264,13-3-1658,-27 3 1704,1-4 397,-9 0-1208,-2 1-2052,-2-1 399,-6 2-271,1 3-144,-5 1-528,6 3 63,0 7-62,8 3-29,1 3 57,9 3-6,15 3-67,-1-4 62,32 5-62,-16-15 28,25-2 45,-17-14-28,-7-4-6,-13-9-11,-17 0-34,-3 2 23,-7-7 17,-8 3-34,-4 3-17,-9 3-3403,-1 13 3381,4 8-2247,-16 19 2270,15-4-125,-20 26 108,17-8-12,-1 11-56,11 11 0,11-22 1805,19 13-3619,32-20 719,-20-16 0,4-2 641,10-1 1,2-3-2451,-1-7 0,-2-2 966,-7-1 1,-1-1 2010,2-3 0,-4 1 0,-7-1 0,-1 1 0</inkml:trace>
  <inkml:trace contextRef="#ctx0" brushRef="#br0" timeOffset="7123">15793 2347 9934,'0'-5'9830,"0"2"-5870,0 3-3652,-35-37-252,21 31 39,-38-15-67,37 41-11,-3 12 11,17-3 79,17-1 27,17-3-28,20-7-626,-20-12 0,0-2 542,24-1 31,-17-6 1,-2-1-4,-2-3 12,12-8 139,-28-16-145,-16 4-22,-11-18 0,-23 13-18,-3 7 40,2 12 0,-1 2-10,-1 4 10,0 3 0,1 4-34,4 12 1103,-8 12-1125,18 1-45,1 33 6,12-5-598,2-12 1,1 0 379,7 18-637,1-24 1,3 1-1715,6-2 1,4-1 2042,-3-4 0,1-1 0,13 17 1,-15-31-1</inkml:trace>
  <inkml:trace contextRef="#ctx0" brushRef="#br0" timeOffset="7601">16749 2053 17848,'2'-4'4184,"0"1"-2105,-2 3-1923,-49-8-55,23 16-79,-8-5 1,1 3 16,1 24 6,4 6-28,11-8 0,6 0 83,18 12 35,8-14 66,14 9 23,8-23-117,-6-9 145,16-16-168,-25 3 174,15-25-152,-27 8-33,1-12-34,-16 8-27,-5 5-18,-9 6-56,-5 10-122,-3 8-433,-3 14-1085,0 13-30,8 3 1732,-3 24 0,16-33 0,-2 12 0</inkml:trace>
  <inkml:trace contextRef="#ctx0" brushRef="#br0" timeOffset="7884">16745 2636 24995,'-41'37'146,"11"0"-118,28-6-11,8-2 5,4-8 29,2-6 123,-3-7 134,-3-5-112,-3-9-168,-1 1 33,0-18-122,-2 5-701,-4-9-3389,-2 10 4151,-4 5 0,4 6 0,1 3 0</inkml:trace>
  <inkml:trace contextRef="#ctx0" brushRef="#br0" timeOffset="8534">365 3977 16902,'33'2'104,"-1"-1"1,13 1 0,7-1-17,2 0 0,8 0 0,4 0 0,-1-1-1154,-14 1 0,-1 0 0,1-1 1,2 1-1,2-1 1080,2 0 0,3 0 0,2 0 0,0 1 0,-2-1 0,-2 0-240,-3 0 1,-3 0 0,-1 0-1,1 0 1,3 0 258,2 0 1,2 0 0,3 0-1,-1-1 1,1 1 0,-2-1-49,-4 0 1,-3 1-1,1-1 1,0 0-1,3 0 1,4 0 103,-9-1 0,4 1 0,2 0 0,1-1 0,2 1 0,0-1 1,0 1-1,-1-1 0,-3 0 0,-2 1-195,7-1 0,-3 1 0,-3-1 0,0 0 0,2 1 0,3-1 0,5 0 166,-12 0 1,3 0 0,2 0 0,3 0-1,1-1 1,2 1 0,0-1 0,1 1-1,-2-1 1,0 1 0,-2 0 0,-2-1-1,-3 1-20,7 0 1,-3-1-1,-3 1 1,0-1 0,-1 1-1,1 0 1,1-1 0,2 1-1,3-1-16,-6 1 0,3-1 0,2 1 0,1-1 0,1 1 1,2-1-1,-1 0 0,0 0 0,0 1 0,-2-1 0,-1 1 1,-2-1-1,-2 1-9,7-1 1,-3 1-1,-3-1 1,0 1-1,-2-1 1,2 1 0,1 0-1,3-1 1,3 1 4,-13 0 1,3 0 0,1 0 0,2-1 0,1 1 0,1 0 0,0 0 0,1 0 0,0 0 0,0 0 0,-1-1 0,-1 1-1,-1 0 1,-1 1 0,-3-1-9,8 0 0,-1 0 0,-3 0 1,-1 0-1,0 0 0,-1 1 1,1-1-1,1 0 0,1 0 0,2 0 1,3 1-5,-9-1 0,2 0 0,2 1 0,2-1 0,1 0 0,0 0 0,1 0 0,1 1 0,-1-1 0,0 0 0,-1 0 0,0 1 0,-2-1 0,-1 0 0,-2 1 1,-3-1-5,8 1 1,-3-1-1,-2 1 1,-2-1-1,-1 1 1,0-1 0,0 1-1,1 0 1,2-1-1,1 1 1,4 0 12,-8 0 0,3-1 0,1 1 0,3 0 1,0 0-1,2 0 0,0 0 0,0 0 0,1 0 1,-2 0-1,0 0 0,-2 0 0,-2 0 1,-2 0-1,-2 0 0,-3 0-9,11 1 1,-6-1 0,-3 0 0,-3 0-1,0 1 1,1-1 0,3 0 0,4 1-1,5-1 1,-14 0 0,3 1 0,4 0 0,1-1 0,4 1 1,1-1-1,1 1 0,2-1 0,0 1 0,0-1 1,0 1-1,0 0 0,-2-1 0,-1 1 0,-2 0 0,-2-1 1,-3 1-1,-3 0 0,-4 0-4,22-1 1,-8 1-1,-4 0 1,-3 0 0,0 0-1,3 0 1,4 0 0,7 1-2,-19-1 0,2 0 0,4 0 0,3 1 0,1-1 0,2 0 0,2 1 0,0-1 0,1 1 0,0-1 0,0 1 0,0-1 0,-2 1 0,-1-1 0,-1 1 0,-3-1 1,-3 1-1,-2 0-12,16-1 1,-5 1 0,-2 0-1,-1 0 1,-3 0 0,1 0 0,-1 0-1,1 0 1,1 0 0,3 0-9,-4 0 1,0 0-1,2 0 1,0 0 0,1 0-1,0 0 1,0 0 0,-1 0-1,1 0 1,-2 1-1,0-1 1,-1 0-261,0 0 0,1 1 0,0-1 0,-1 1 0,0-1 0,-1 1 0,-1-1 0,-1 1 0,-2-1 0,-1 1 0,-3-1 276,9 1 0,-2 0 0,-3-1 0,-1 1 0,-1 0 0,-1-1 0,0 1 0,4 0 0,1-1 0,-1 1 0,-2 0 0,-3 0 0,-4-1 0,7 1 0,1 0 0,-1 0 0</inkml:trace>
  <inkml:trace contextRef="#ctx0" brushRef="#br0" timeOffset="9683">996 5006 19104,'4'-41'1377,"0"1"1,1-24-1317,-4 60 6,-1 8 74,-3 12-29,-1 17-5,-6 17-71,3-19 0,1 2-118,-1 0 1,0 1 103,1-1 1,0 0-6,-2 23 0,5-15 313,2-15-84,1-14 197,2-14-320,0-13 147,3-15-198,-1-11 29,-2-11 45,-4-4 16,-1-1 6,-1 3 0,2 10-78,4 14-68,-1 15-22,3 12 11,2 15 6,1 14-6,0 15 12,-1 13-60,-5-23 1,-2 2-225,-1 2 1,-1 1-792,-1 2 0,0 0-2231,-1 0 1,0 0 2619,1-5 1,1-3 0,-1 8 0,4-18 0</inkml:trace>
  <inkml:trace contextRef="#ctx0" brushRef="#br0" timeOffset="9950">1439 5164 22531,'25'-11'594,"9"-3"-580,-3 4 0,1 0-20,14-5-44,-8 2 0,-1 1-443,4 3-152,6-1-2850,-12 8 3495,-12 7 0,-6-4 0,-6 3 0</inkml:trace>
  <inkml:trace contextRef="#ctx0" brushRef="#br0" timeOffset="10569">2812 5386 19832,'5'-46'786,"1"1"0,-1-1 1,0-1-1,-1 1 0,-1 11-282,-4 7-274,0-2-191,-2 25-33,0 9 22,2 19-23,-1 18-5,1 3 0,-1 2-228,1-11 0,-1 0 183,-1 10 1,1 6-1,-1-7-22,1-12 0,0 0-211,-2 28 1,1 2-479,1-16 0,2-3 422,-1-7 1,1 0-619,2 5 0,2-6-3501,5-12 2700,1-5-1204,0-26 1613,-6-36 1982,-7-14-48,-1 13 1,-3 0 19,0 11 1,-1 0 708,-2-13 0,-1-2 260,1-4 1,0 1-1196,2 9 0,1-1 185,0-1 0,0-3 1,2 4-254,2 6 1,1 1-158,0-15 1,1 2 349,7-8-475,2 27 0,5 2-74,10 3 1,4 4-518,3-1 0,1 3 464,3 2 1,0 4-208,1 5 1,-1 9-831,-4 12 0,-2 5-36,17 8-697,-22 7 1,-8 6 1862,-12-2 0,-4-1 0,4 13 0,-9-1 0</inkml:trace>
  <inkml:trace contextRef="#ctx0" brushRef="#br0" timeOffset="11068">2763 5509 10494,'-3'0'7522,"0"0"-6429,3 0-1082,60-65-117,-13 36-94,-6-8 1,3 0-110,-2 21 1,-1 6-173,13-4 338,-16 5 0,0 0 70,14-4 129,-6 0 12,-12 1 294,8-10 30,-16 6 196,9-6-229,-17 8 1142,0-4-426,-11 8-58,1-2-748,-7 8 45,-1 4-264,-4 8-11,-2 8-33,-1 4 5,-1 13 28,6 8-33,7 2-12,7 3 29,11-14-1,5-9 12,7-10 61,5-10 67,2-15-50,-8-4 103,-9-6 1,-2-3 70,6-17-1873,-11 11 0,-2-1 1666,-2-11 83,-10-16-106,-7 21-34,-3-10-50,-2 23-45,2 12-358,3 10 2969,6 13-3367,1 2-4371,14 25 5200,1 1 0,-2-6 0,-5-8 0</inkml:trace>
  <inkml:trace contextRef="#ctx0" brushRef="#br0" timeOffset="11594">3962 5453 23035,'28'-34'412,"0"0"1,-4 7 0,-3-1-226,-4-8 1,-4-2-501,-3 7 0,-1-1 358,4-17 0,0-3-862,-4 3 0,-2 2 822,-1 8 1,0 0 33,2-18 0,1 2 230,-5 23 0,1 0-160,1-10 0,0 3-2,-2 6 16,-6 14-100,-3 19 305,-8 14-344,-7 18 4,-5 22 18,11-19 0,2 1 497,3-5 0,1 2-503,1 20 0,3 3-308,5-17 1,3 0 307,1 17 0,5 0 11,4-14 0,4-4-11,3-3 0,5-3-6,4-6 1,2-5 5,24 6 3,-5-23 0,2-8-1,-14-5 1,1-5 3,18-7 0,-1-4 8,-10-6 0,-6-2-6,-7 6 0,-4-4-1,-6-2 1,-1-6 0,-4 0-509,-2-6 0,-4-3 514,-1 2 0,0-2 0,-2 0 20,-3-13 1,-5 2 36,-2 4 0,-3 2 62,-1 9 0,-2 3 142,-10-17-123,1 26 341,4 20-481,5 22 743,4 19-732,2 27-19,0-17 0,0 4-33,1 8 1,0 4 8,-1-14 1,0 1 0,1 2-130,-1 3 1,-1 1 0,1 1-391,-1 2 0,1 1 0,-1 0-1090,1 0 1,0 0-1,0-2 1131,2 16 1,0-6 0,-1-20 0,1-6 0,3 4 0</inkml:trace>
  <inkml:trace contextRef="#ctx0" brushRef="#br0" timeOffset="12885">6370 5031 21058,'-4'-41'1569,"-2"21"-1306,-3 67-129,-4 11-2210,4-17 1,0-1 2092,-3 15 317,5-18 0,1-1-323,1 0 6,1 2 106,2-16 224,2-12-39,0-10 3076,0-11-3328,2-12 22,0-15-33,2-14-11,2-10-12,-1 16 0,1-1-201,-2 14 1,1 0 203,4-17 1,3 0-7,-2 17 1,2 1 2,4-7 1,3 1-12,0 4 0,5 2 8,8 2 1,1 4 3,13-6-21,-11 18 1,0 5 9,9 4-24,15 15-209,-23 0 193,1 23 17,-27 2 11,-5 18 8,-10-21 1,-4 0-21,-4 3 1,-2 0 0,-5 1 0,-2-1 16,-5 3 1,1-3 5,-9 8 40,0-5 705,24-31-639,1-4-44,7-12 6,3-15 162,7-5-169,21-15-10,18 8-34,8 5-22,-4 13-18,-3 13 7,-11 13-3398,16 14 3403,-19-1-70,4 21 47,-26-8 46,-15 25-18,-9-18-16,-7-10 0,-7-1-31,-9-3 0,-3-4-184,8-2 1,-1-1 85,-15 4 0,-1-4-2005,-12-8-353,14-6 1966,10-10 1,31-1 0,3 0-1</inkml:trace>
  <inkml:trace contextRef="#ctx0" brushRef="#br0" timeOffset="13090">7300 4946 24018,'-29'31'-41,"-1"0"0,4-9 0,7 0-876,25 26-6567,16-3 7484,-1-6 0,0-6 0,-12-21 0</inkml:trace>
  <inkml:trace contextRef="#ctx0" brushRef="#br0" timeOffset="13283">7321 4865 17557,'1'-54'1783,"-1"-1"0,0 12 1,-2 6-1566,-5 4-274,-3 25-45,3 10-492,-2 15-1262,5 13-2183,2 15 4038,12 15 0,-5-27 0,6-2 0</inkml:trace>
  <inkml:trace contextRef="#ctx0" brushRef="#br0" timeOffset="14490">7622 4961 24055,'28'7'128,"-11"30"-128,-24-3 3,-2 6 0,-1 1 14,-1 4-12,-4 9 23,10-18 34,3-24 184,7 1-5,6-21-34,21-20-134,-6 1 5,-2 2 1,1-3 39,-3 1 0,0 0-65,0-1 0,2 1-17,6-8 1,1 3-54,19-5-11,-5 11 0,-13 20-168,-8 27-84,-11 6-292,5 20 91,-8-11-1121,6 12-2868,15-3-251,8-2 2379,6-8-722,9-17 2594,7-18 491,0-10 987,-4-6 1042,-30-3 0,-3-2-560,0-3-202,-4 0 0,-1-3 1306,3-22-1211,-3 0-251,-6-3-292,-12 23-353,-9 11-353,-1 9 96,-17 13 998,3 10-1205,-4 4 16,-5 24-11,15-7-6,-4 15-22,14-19 0,5-5 23,17-1 27,1-12 0,17 2-16,-8-16 78,16-16-45,-20 5 213,20-23-178,-26 18 189,8-20-101,-15 18-89,0-3 112,-6 11-185,-2 7-23,-2 2 12,-5 13 0,-6 8-23,-5 13 18,0 8-24,5-6 12,6 19-5,13-18-12,10 13 11,4-22-5,17-3-17,15-13 39,7-7-198,-23-7 0,0-4 193,20-15 11,-9-9 22,-12-7-130,-13-5 108,-10-9 11,-7-3-6,-3-1 45,0 7-39,1 16 67,7 0-78,3 17 359,3-3-354,16 13 73,-5 12-117,12 9 5,-9 13 6,-3 7 33,-5 2 1,-1-2-23,2-8-11,-5-9-1,18-7 7,-7-10-1,16-8 17,-5-11 6,-2-10-45,-3-5 23,-6-3 61,-8 2-40,-9 11 96,-5 0-84,-6 15 17,-1-2-78,0 9 38,-2 17 12,-3 7 0,-3 22-12,-2 7-10,1 7-1,2 2-22,4-2-39,12-7-79,11-8-223,17-13-466,16-13 9,-20-13 0,2-4-969,4-3 1,1-2-1175,2-1 0,0-2-1310,-1 0 0,-1-2 4279,-7 2 0,-3 1 0,7-2 0,-20 4 0</inkml:trace>
  <inkml:trace contextRef="#ctx0" brushRef="#br0" timeOffset="14690">10183 5034 22576,'-14'-38'24,"-1"-1"0,1 3 1,5 11-193,9 24-477,0 1 617,3 0 45,1 2-6,1 1-16,0 0-35,-3 0-296,-1-2-1304,2 2 1640,3 0 0,-2-1 0,0 0 0</inkml:trace>
  <inkml:trace contextRef="#ctx0" brushRef="#br0" timeOffset="15667">9305 4991 11329,'-4'-4'6323,"1"0"-2060,3 4-4084,14-20-16,-2 19 11,18-14 22,3 24 16,9-1-21,7-4-46,3-6 1,-4-3 5,-4-5 84,-9-5 79,-9-2 50,-10-2-11,-9-2-40,-8 1-16,-5 1-83,-4 2-35,2 6-50,3 4-79,3 4-28,0 3 6,2 11 17,0 8 22,0 19-16,-4 12-35,1-20 1,-1 3-281,-2 3 0,-1 1 244,-1 3 1,0 0-231,-1 1 1,2 0-1140,0-1 0,2-1 1389,2-2 0,1-2 0,1 4 0,3-11 0</inkml:trace>
  <inkml:trace contextRef="#ctx0" brushRef="#br0" timeOffset="16184">10024 5027 13569,'0'-5'6475,"0"1"-5019,0 4 57,24-67-1115,-16 46-79,7-19 0,-2 4 79,-9 28-242,0 0-94,-1 9 11,1 12-12,3 11-21,2 10-24,2 6-10,3 1 5,4-2-11,7-5-5,7-10 21,9-10-21,7-13 33,6-13 39,0-10 56,-2-9 118,-8-4 135,-10-1 33,-12 2-62,-12 7-106,-9 7-135,-9 10-67,-6 9 73,-18 29-78,7-1-306,2 7 1,0 5 285,3-2 0,0 3-375,2-4 1,-1 3-1,0 0 310,-2 4 1,1 1 0,0 1-746,-1 3 0,1 1 0,0 1-1070,2 3 1,2-1 0,0 0 1865,4-4 0,1-2 0,1-3 0,1 3 0,2-6 0,3 8 0</inkml:trace>
  <inkml:trace contextRef="#ctx0" brushRef="#br0" timeOffset="16560">11360 4892 21013,'49'-27'150,"-1"0"0,1 0 0,3-6 0,1 5-154,-6 14 0,2 5 1,-4 1-1413,1 1 0,-2 1 1275,11-2 1,-1 2-521,-5 2 1,-2 2-443,-13 0 1,-2 2-1500,5 1 0,-2 1 2602,13 5 0,-24-2 0,-15 1 0</inkml:trace>
  <inkml:trace contextRef="#ctx0" brushRef="#br0" timeOffset="16774">11906 4752 23489,'-10'-24'571,"-4"17"-453,6 29-46,-5 8 1,-1 3-67,-2 6-665,-4 11 1,1 4 462,9-17 0,1-1-84,-3 8 0,2 1-961,3 0 1,6 0-3258,9-4 0,3-2 4498,-2-3 0,2-2 0,13 19 0,-10-38 0</inkml:trace>
  <inkml:trace contextRef="#ctx0" brushRef="#br0" timeOffset="17468">12163 5168 16387,'1'-7'6200,"0"1"-5102,13-54-448,-8 39-564,1-12 1,0 4 53,-2 24-101,4 10-27,6 8-7,2 4 1,13 25-23,-13 5-6,-9-11 1,-5 1 13,-5-5 1,-5-1 20,-22 25 32,-4-26 12,3-15 23,7-17-29,9-5 85,6-25-74,12-2-50,3-7-11,11 9 0,6 2-333,-1 8 1,2 1 320,4-5 1,2 1-39,5 3 0,3 3-194,2 3 0,2 3-89,-1-1 0,-1 2 92,-1 2 0,-1 2-874,-5 4 1,-4 1-1172,2 1-200,4 5 1001,-25-1 1340,-10 3 727,-6-2 472,-3-2 255,-1-2-10,-3-2 741,-1-3-786,-2 2-212,-1 0-359,2 4-313,-1 6-174,0 5-146,3 1 51,1 15-50,9-7 38,9 9-38,4-12 66,18-3 6,14-10-83,3-5 4,8-8 29,-17-8 17,-9-5-23,-12-3-28,-9-2 6,-11 1-17,-9 4-28,-10 7 34,-7 7-18,4 5 80,-18 10-24,15 4-38,-6 5 28,7 14-62,16-4-17,-3 15 0,12-12-241,19 16-486,7-15-1138,21 13-2896,7-13 4778,-2-7 0,-24-13 0,-16-7 0</inkml:trace>
  <inkml:trace contextRef="#ctx0" brushRef="#br0" timeOffset="17817">13283 5063 13653,'-1'-3'7763,"0"1"-5388,1 2-1854,-61-16-325,40 17-165,-14-8 0,4 6 14,25 16-6,6 3 0,10 2 28,9 0-44,3-6 44,30-2-34,-12-8-10,18-6 61,-21-7 11,-14-8-56,-11 2 62,-17-17-56,-10 9 16,-11-11 7,-6 14 27,0 8-16,2 7-29,3 10 12,0 10-23,0 13-3431,-3 26 3375,11-13-67,1 14-1240,13-22 0,4 1 1324,1-2 0,1 0 0,-2 26 0,6-22 0</inkml:trace>
  <inkml:trace contextRef="#ctx0" brushRef="#br0" timeOffset="19694">1083 6534 19535,'-7'13'1075,"-1"1"-857,-4 5 6,-1 0 67,-2-2 230,2-7 96,3-5-359,3-4 218,-1-12-381,3 3 50,-6-28-100,8 5-56,-1-17 11,7 14 22,15-10-22,3 22 6,13-6-12,0 19 6,2 13 6,-6 5-23,12 25 12,-21 2-7,3 21 1,-30 4-262,-8-25 0,-6 1 267,-11 7 1,-4-2-425,2-5 1,-3 0 423,2-5 1,-4 3-1,0-2-360,-1-2 0,0 0 1,0-1 380,2-2 0,1-2 0,0 0 57,-17 10 1,4-7 196,3-12-39,21-20 307,13-11-514,7-12 749,14-7-761,17-4-33,24 0-26,-17 21 0,4 4 179,3 2 0,2 4-395,1 6 1,0 6-199,-1 3 0,-1 5-446,-4 5 1,-1 3-1286,-3 2 1,-2 0 2192,-6-1 0,-2-2 0,5 6 0,-14-13 0</inkml:trace>
  <inkml:trace contextRef="#ctx0" brushRef="#br0" timeOffset="19875">1552 6906 20252,'-2'-3'2935,"1"1"-5070,1 2 2135,68-21 0,-51 16 0,17-5 0,0-1 0</inkml:trace>
  <inkml:trace contextRef="#ctx0" brushRef="#br0" timeOffset="21652">2777 6702 18414,'9'-51'1271,"1"0"1,-2 6 0,0 10-1199,0 26 39,-7 30 17,-11 36-87,2-16 0,-2 3-374,-3 8 0,0 0 343,2-8 0,0 1-336,0 0 0,0 4 0,0-4 317,1 3 0,0-1-2,1-4 1,0 2 0,1-2-8,0 2 0,2-3 3,3-5 0,1-4 3,3 5 44,3-13 1,-1-22 469,4-20-470,-1-11-5,1-25-17,-4 21 1,-1-2 174,-1-4 0,0-3-175,-1-5 0,0-2 9,1-6 0,0-1-6,1-4 0,1-1 0,2-3 0,2 1-3,2 2 0,3 1-3,3 5 1,4 3-1,1 7 1,3 3-7,2 8 1,2 4-3,0 7 0,1 5-28,26-4 6,-6 20 11,-10 21-6,-14 20 17,-14 18-6,-12-23 1,-6 0-165,-3 2 1,-5-1 166,-6 2 1,-2-2 7,3-8 1,-1-2-12,-17 11 1,-3-2-12,14-15 0,-2-2-56,-9 8 0,-1-4-1540,-11-3 17,24-13 1800,20-17 1,9 5 0,6-5 0</inkml:trace>
  <inkml:trace contextRef="#ctx0" brushRef="#br0" timeOffset="22276">3299 6984 21679,'49'9'656,"5"-11"-586,-23-11 0,0-5-471,0 1 0,0-2 479,-3 0 1,-2-2 320,15-18-220,-14 0 197,-14 5-208,-15 6-50,-12 5-1,-21 10 414,7 5-442,-20 11 52,16 8-79,-7 11-23,4 8-22,6 9 0,4 7-6,7 5-11,7 2 0,12-1 0,12-6 5,14-7 7,14-9 4,8-8-10,5-9 0,-1-7 22,-3-11 44,-1-14-44,-19 1 79,2-29-74,-21 20 17,1-9 1,1-1-28,1 0 21,12-10 1,3 1-980,-1 10 937,-2 4 1,0 3 14,-3 11 22,13-3-44,-4 14-7,1 4-10,-3 23-34,-10 27-17,-3-7-1883,-7 4 1,-2 0 1322,-3-2-440,-1-1 1,0 0-2934,5 8 4006,10 10 0,-7-28 0,2-9 0</inkml:trace>
  <inkml:trace contextRef="#ctx0" brushRef="#br0" timeOffset="22526">4923 6728 14757,'-2'-52'2268,"0"1"0,-1 0 1,-2 7-1120,-4 13-466,-2 6-330,-8 27-163,-2 25-112,-2 10-25,8-3 1,1 5-568,1 1 1,0 2 516,-3 17 0,0 3-337,5-17 1,1 2 0,-1 1 250,3-1 1,-1 3-1,1 0 1,1-4-34,-1 0 0,2-2 1,0 3-257,1 1 1,-1 4 0,2 0 0,0-4-692,1-1 1,1-3 0,-1 2-1003,-2 11 0,-2 2 1,0-2 2064,-1-8 0,0-1 0,0-5 0,-1 3 0,-1-6 0,-5 3 0</inkml:trace>
  <inkml:trace contextRef="#ctx0" brushRef="#br0" timeOffset="22665">4169 8290 11490,'-7'-48'1222,"0"0"0,-1 0 0,1 0 0,3-15 0,2-1 0,4 5-1009,7-1 0,6 2-595,0 12 0,5-1 0,2 1 452,4 4 1,3 2 0,-1 1-71,5-11 0,4 1-62,-2 9 1,5-1 0,-1 5-270,2 2 1,2 3-255,-8 5 1,3-1-1,-1 0-763,0 2 0,-1 1 1,1 0 1347,0 1 0,0-1 0,-3 3 0,-3 1 0,-3 3 0,19-12 0</inkml:trace>
  <inkml:trace contextRef="#ctx0" brushRef="#br0" timeOffset="23044">5269 6849 21383,'-40'29'205,"0"-1"0,1-3 1,17-5-21,36-9-28,22-7-112,5-5-34,4-2 39,0-12 6,-11-1 12,5-9 49,-9-6 74,-6-13-29,-11 5 56,-6-3-83,-9 18 128,-7 5-11,-12 12-90,-4 8-72,-3 4 72,-3 18 12,0 14-90,2 4-56,5 3 11,11 11-44,12-15-23,9 18-90,14-14-56,4-12-814,2-13 0,5-1-3511,23 3 4101,-19-8 1,-1-2-1,5 0 1,-18-7-1</inkml:trace>
  <inkml:trace contextRef="#ctx0" brushRef="#br0" timeOffset="23531">6154 6838 17541,'-2'-52'1449,"-1"0"0,0 5 0,-5 12-1208,-14 29 763,-28 22-735,7 10-199,11-3 0,-1 4-125,6 1 1,1 2 62,3 3 1,2 1-350,3 1 1,4 0 329,-4 19-47,13 6-138,30-14-124,12-8-19,-4-21 1,3-5-188,23-3-1188,-4-13 1,3-5 861,-14 1 1,1-3 550,-4-1 1,3-1-1,-2-2 231,8-6 0,-3-4-71,-4-1 0,-3-4 395,-4 0 1,-3-4 162,-4-2 0,-2-1-212,-7 6 0,-2-1 598,6-20 1,-2-3-575,-7 15 1,-1-1 325,6-16 0,-1 0-96,-5 12 0,-2 3 822,5-19-643,-4 3 85,-7 22 322,-2 6-955,-5 12 525,-3 22-592,-1 6-12,-11 38-11,2 8 3,5-22 0,0 4 219,-3 23 0,0 1-239,5-26 0,0 2-477,-3 19 0,-3 10 0,2-7 298,3-18 0,0 1-467,-1 14 0,0 8 1,2-8-414,5-14 1,2-3-1530,0 15 1,3-2 1900,7-3 0,-2-23 1,-4-15-1</inkml:trace>
  <inkml:trace contextRef="#ctx0" brushRef="#br0" timeOffset="23677">6661 6902 22761,'-29'-40'58,"-1"1"0,10-1 0,12 10-585,26 21 527,24 0 0,2 1 0,-15 4 0,2 0 0,1 0 0</inkml:trace>
  <inkml:trace contextRef="#ctx0" brushRef="#br0" timeOffset="24527">8188 6780 21226,'12'-45'788,"1"0"0,-3 3 0,-1 15-743,-7 26-1,-7 18-4,-2 15-29,-5 14 17,-1 9 33,-2 3-470,1-1 432,2-7 27,1-12 157,4-14 191,3-12-157,3-15-174,1-12-17,2-14-11,2-13 29,3-9-1,4-7-28,-4 27 0,2-1-3,1 1 1,1 0-15,3 0 1,2 2-12,2 2 0,2 2-1503,8 0 1,0 3 1497,12-6 11,18 4-61,-22 20 61,7 3-17,-5 11-28,-1 25 11,-16 0 17,-2 9-17,-24 10 12,-10-12 1693,3-12 0,-2-1-1682,-17 13 22,0-11 76,4-12-15,6-11 30,6-6 21,6-8-28,5-4-40,13-7-60,2 3 4,23-4 7,5 8 22,17 2-34,3 10-6,-2 10-5,-8 10-11,-8 5-6,-15 5-83,-37 24-259,-21-14-193,0-13 0,-6-3-1362,-1-9 0,0-5 1914,2-2 0,2-2 0,-11 1 0,21-6 0</inkml:trace>
  <inkml:trace contextRef="#ctx0" brushRef="#br0" timeOffset="25631">9225 6846 17031,'2'-6'5001,"-1"0"-4334,-1 6-280,10-61-298,-8 46-16,7-44-28,-14 80-67,-2 8-230,-3 24-1401,2 2-6827,3 6 7632,2-9 0,3-20 0,0-15 0</inkml:trace>
  <inkml:trace contextRef="#ctx0" brushRef="#br0" timeOffset="25808">9294 6594 12774,'25'-17'0,"-6"4"0</inkml:trace>
  <inkml:trace contextRef="#ctx0" brushRef="#br0" timeOffset="26925">9676 6779 21814,'-8'33'71,"0"0"0,2-2 0,1 0 1,5 20 75,6-9 127,1-12 219,4-12 129,1-10-180,5-15-313,-1-3 179,17-30-146,-6 0-95,-7 11 1,0-2-1,-3 3 0,0 2-11,18-22-28,1 8-11,-1 14-40,-4 12-5,-3 15-33,-4 14-1,-6 3-16,-3 8-807,6 27-89,-2-13-1186,4 2 1,11-3-1118,5-21 0,7-7 0,-1-1 1139,7 5 0,2-4 2138,-3-9 0,3-4 0,-6-6 641,-10-6 0,-5-4 756,-3-2 1,-4 0 249,9-13 1624,-5-9-678,-11 9 113,2-18-4369,-10 10 2767,-6-2 519,-10 17-1186,-7 9-218,-8 8-107,-7 14-51,-6 10-55,-2 16 5,3 8 6,8 7-17,11 0 22,9-2-11,13-8 45,9-10 3426,8-10-3381,7-14 28,1-13-6,1-12 45,-3-12 39,-5-5 17,-8-1 34,-7 4-6,-6 9-50,-3 10-107,-4 9-95,-3 8 0,-6 12-17,-5 10 12,-2 12 33,4 8-45,6 1-3364,20 10 3387,-1-20-29,29 7-122,3-27 139,17-3 9,-27-10 0,-1-3-6,4-7 0,-2-2 3,12-9 56,1-17-34,-30 9 12,-3-10 0,-7 0-6,-6 3 28,-2 5 33,0 8 3242,0 11-3359,0 7 229,1 6-195,5 4-17,8 6 11,20 7-6,-7-4 0,20 1 6,-10-10 0,9-1 0,-3-7-11,-4-5 11,-7-5 34,-5-3-34,-9 4 45,3-10-34,-11 12 11,7-10-5,-12 14-6,0-1-33,-4 7-12,-1 4 23,-1 6 11,-1 10-22,-4 24 22,1-9-23,1-3 1,-1 2-141,-6 21-705,4-17 1,-1 2 43,-1 2 1,1 1-1015,1-1 1,1 1 1232,2-1 0,1-2 0,1 4 0,3-10 1</inkml:trace>
  <inkml:trace contextRef="#ctx0" brushRef="#br0" timeOffset="27382">12121 6682 17428,'3'-5'4593,"-2"2"-2795,-1 3-1557,-17-16-140,9 18 28,-15-1-51,17 25-16,0 18-45,9-4-17,7 4-12,2-17-10,9 1-6,-1-14 28,11 0 11,7-13 6,7-11 56,4-10 58,-22 1 1,-2-2-259,9-8 491,3-14 101,-21 17 162,0-1-431,-8 10-156,-5 9-7,-9 12-22,-6 12 262,-10 14-282,3 1 1,0 4-9,-2 2 1,1 0-317,-1 3 0,-1 1 210,-5 9 0,1 2-875,1-2 0,3 5-55,9-11 0,0 7 0,2 0 0,1-3-1244,0-1 1,2-1 0,3 2 2296,4 17 0,3 3 0,2-12 0,7 3 0,5-3 0</inkml:trace>
  <inkml:trace contextRef="#ctx0" brushRef="#br0" timeOffset="27765">12938 6603 21631,'43'-23'129,"0"0"1,0 0 0,0-1-1,12-4 1,0 0 0,-5 7-122,-5 8 1,0 4-49,1 1 1,3 1 0,-5 1-971,-8 1 0,1 2 817,7-1 1,5 0 0,-2 2-993,7 2 1,-3 2-156,-4 2 0,-2 0 334,-3-1 1,-10 4-7564,-21 13 8569,-24-8 0,-3 2 0,2-9 0</inkml:trace>
  <inkml:trace contextRef="#ctx0" brushRef="#br0" timeOffset="27943">13676 6463 23562,'-29'18'422,"-1"1"1,-15 6-378,20 18 0,4 4-1865,-3 2 1803,0-1 0,0 4-106,10-15 0,1 2-709,-3 18 1,3 1-500,5-12 1,4-2-1672,4 3 0,6-4 2211,10 4 0,-1-22 0,-5-14 0</inkml:trace>
  <inkml:trace contextRef="#ctx0" brushRef="#br0" timeOffset="28684">13896 6861 21416,'1'-41'1023,"0"0"0,1 5 1,-2 8-599,0 20-133,0 5-113,0 1-190,1 2 11,2 3-28,2-1 44,1 2-4,-2-1 4,-1-3 13,-3 2-23,1 0 33,-2 3-34,-1 0 1,-3 8-12,1-3 6,0 2 6,2-4 28,1-4-12,1-2 572,0 0-583,-2-6-11,1 3 5,-2-3 7,2 3 10,1 0 12,-1-2-1,-1-1-16,0-1-11,0-1 16,1 0 12,0 2-29,1 1-50,0 1 34,8 17 6,-2-5-7,18 33 7,-10-18-9,2 6 0,0 2-9,-2 10 1,3 17 22,-17-18 11,-15-9-16,-2-14 10,-24-7 23,12-11-5,-9-8 5,16-18-6,14-9-11,15 5 0,8-2-16,23-16-183,-5 19 0,3 3 98,1 7 1,1 5-852,-6 3 0,0 2 776,-2 1 0,2 1-1739,17 3 0,0 1 184,-15 0 1,0 1-1715,20 0 0,-1 0 3434,-4 3 0,-20-1 0,-16 0 0</inkml:trace>
  <inkml:trace contextRef="#ctx0" brushRef="#br0" timeOffset="29442">14527 6789 24413,'-24'-16'174,"3"7"-141,16 29 23,8 2 11,13-1-5,12-3-17,15-6-12,8-6-16,-8-4 17,11-7 72,-10-9 51,-5-4-6,-10-9-21,-24-1-58,-15 0-38,-3 4 67,-25-3-17,6 14 11,-15-1-33,10 11-34,2 10 0,6 8-17,6 9 0,6 9-17,7 7-22,9 6-28,11 6-207,10 2-426,14-1 3,-13-27 0,2-1-474,2-2 1,3-2-645,2-2 1,3-4-1165,3-3 0,1-4-107,3-4 0,1-4 2798,0-4 0,0-4 277,-3-3 0,-2-3 0,-4-4 0,-3-2 67,-5-3 0,-3-2 2496,-3-2 1,-2-2 2074,7-30-1305,-7 4-987,-7 8-738,-7 10-656,-7 12-431,-4 9-275,-7 9 587,-2 9-783,-1 9 72,1 8-89,6 9-5,6 2 17,13 0-6,9-2 57,12-7-35,9-7-38,6-7 16,3-10 6,-1-8 62,-8-9 21,-8-7-10,-13-5 28,-7-3-46,-16 1-4,-8 6-1,-15 8-6,-9 9-3402,-13 15 3290,15 4-113,-9 17 142,24 6-45,-2 15-23,12 8-347,8 7-311,8-29 0,3-1-1761,2 0 0,2-1 2481,13 19 0,-7-21 0,-6-14 0</inkml:trace>
  <inkml:trace contextRef="#ctx0" brushRef="#br0" timeOffset="30824">603 9247 8781,'-3'0'6606,"1"0"-2221,2 0-3761,-6 1 64,1-3-556,-2 2 73,2-4-126,2 3-264,0 0 141,0 1 44,2 2 5,-2 3-5,1 2 28,0 0 62,1-2 72,1-4 657,0-1-691,1-3 130,5-10-208,0 0 85,21-36-29,5 4-44,4-7-32,-14 27 1,1 2-3339,18-8 3342,-6 8-23,18 2 0,-26 22-5,5 3 0,-7 17-12,-7 9 12,5 26 10,-10-16-10,-3 21-6,-22-6-390,1-9 401,-3-13 0,-4-1 6,-20 14-6,6-8 3230,-10 0-3045,17-27-95,5-2 84,2-12-34,13-6-67,4-13 508,6 6-576,27-14-16,-9 18-11,8 2 0,3 4 5,10 7-14,-12 3 1,1 3-37,18 16-28,-5 11 17,-15-4-95,-10 16-12,-27-3 0,-11-9 1,-8-1-722,-3-5 0,-4-2 676,-1 0 1,-5-5-1642,-14-4 0,1-5-1982,-1-3 3842,8-6 0,4-1 0,18-3 0,3-1 0</inkml:trace>
  <inkml:trace contextRef="#ctx0" brushRef="#br0" timeOffset="31059">1471 9235 19081,'0'0'0</inkml:trace>
  <inkml:trace contextRef="#ctx0" brushRef="#br0" timeOffset="31935">3081 9052 17591,'5'-56'1443,"1"0"0,-2 7 0,-5 9-1089,-13 21-85,-19 17 27,-17 27-226,21-6 0,-1 4-485,-5 9 0,1 3 440,3 2 1,3 1-21,3 3 1,2 0-12,6 1 1,5 1-18,7-2 1,5-1-17,11 19-71,16-22 1,9-7 5,-3-13 1,4-3-23,16 5 0,4-4-23,-5-13 1,0-5 64,1-4 0,-2-3-304,-1-5 1,-2-3 389,-4-2 1,-2-2 25,-6 0 0,-4-1 10,-6 1 1,-3-1 225,5-18-147,-15 12 107,-12 0 664,-14 12-782,-5 4 1025,-11 13-1013,-2 16-23,-8 29-95,16-13-9,9 0 1,7 1-14,15-1 125,12 12-80,14-19-18,13-10 1,11-10-242,-27-7 0,1-3 238,2-2 1,-2-3 22,-1-2 1,-1-3 97,16-18 84,-15-3 12,-17-3-29,-17 2-16,-11 2-46,-14 4-10,-6 5-17,-7 7-73,-2 8 483,-1 6-488,2 10-40,4 4-56,11 9-39,13-3-997,15 18-706,16-7-1893,14 15-5327,14-6 9035,-2-7 0,-14-11 0,-12-9 0</inkml:trace>
  <inkml:trace contextRef="#ctx0" brushRef="#br0" timeOffset="32515">4129 9238 21467,'17'-46'629,"1"1"0,-2 2 1,-5 14-580,-10 27 40,-1 29-79,-1 2 0,-1 28-28,-1-5 17,-1 1-11,-1-2 5,1-5 6,1-12 0,1-9 68,1-12 122,0-7 0,1-8-100,0-8-23,0-11-5,0-2 100,7-27-72,5 10-43,-3 10 1,3-1 14,14-18-12,4 6-44,4 6-6,3 11-12,5 11-21,2 8-6,2 15-23,5 19 23,-14 10 33,-8 5-5,-19 8 0,-19-5 5,-9 12 23,-11-4 45,-2-10-3118,3-15 3240,12-13 108,7-14-135,9-14 0,3-13-34,9-14-33,11-9-76,-5 22 0,3-1-139,4 0 0,1 1 150,4 1 0,0 1-22,2 1 0,0 3 2,-2 3 1,0 3-6,25-5 3205,-9 14-3244,-9 17-6,-11 14-151,-11 18-924,-13 16-3796,-11-13 1,-4 0 4402,3-8 0,-2-1 0,0-3 1,-1-3-1,2-5 0</inkml:trace>
  <inkml:trace contextRef="#ctx0" brushRef="#br0" timeOffset="33202">5371 9580 12441,'18'-42'711,"-1"0"0,1 1 1,0-6-1,-1 6 2621,10-7-3276,-22 42 1521,1 28-1487,-12 25-62,-2 12 176,-1-18 1,-2 2-189,-2-5 1,-2 0-8,-1 1 1,-1 3-1,-1-1 694,-7 11 0,-1-1-698,2-3 1,0-1-1,-1-1 1,3-6-12,4-4 12,-7 12 44,21-39 1,1-9 560,6-18-566,5-37-781,1 1 1,1-3 746,-2 13 0,0-1-2,0 0 1,1-5-1,1 2-340,1 5 1,0 1-1,1 0 331,0-2 0,2 0 0,-1 0 3,1 1 1,-1 0 0,2 2 7,8-13 1,3 4-967,1 8 0,1 2 955,1 3 0,0 1 0,-1 5 0,1 5-11,22-2-51,-2 21 1994,-9 5-1954,7 20-6,-27 15 5,-10-1 1,-4 3 342,-7-2 0,-4 1-331,-8 10 0,-5-1 2,0-13 1,-4-2-54,-11 7 1,-5 0-130,-10 0 1,-1-2 100,10-5 1,-1-1-413,0-3 0,-3 0 0,7-5-4103,-8-1 4605,-5 3 0,37-19 0,11-2 0</inkml:trace>
  <inkml:trace contextRef="#ctx0" brushRef="#br0" timeOffset="33976">5972 9336 22032,'43'-45'190,"0"0"1,1-3 0,-4 3-85,-20 19 1,-1 0-930,12-23 0,1-3 842,-10 15 1,-1-1 4,-1-2 1,1-4-1,-3 0 19,-2 2 0,-2 1 0,-1 0-15,4-9 0,0-1 114,-3 2 0,-1-2 0,-3 7 825,-2-9-841,-3 19 0,-4 4-70,-5 12 285,-11 16-330,-14 33-17,-5 13-105,16-17 0,0 3 105,0 10 1,1 4-92,-2 13 1,1 3 92,6-17 0,0 0 1,1 1 3,-1-1 0,1 1 0,1 0-15,2 7 0,1 1 0,3-4-47,1-1 1,3-2-54,3 20 0,4-5 11,-1-26 1,4-5-242,6 0 1,5-4-1434,31 2 669,5-8 695,1-14-6,-3-24 462,-29 0 0,-1-3 109,0-1 0,-2-1-45,-1-1 1,-4-1 313,-2-5 0,-4 0 297,0-5 11,0-9-201,-14 25-142,-4 12-21,-14 7 905,4 9-1219,-4 0 255,6 13-299,8-3 0,1 10-1,7-9 18,13 9 122,23-14-33,2 0-11,16-18 0,-17-12-45,-9-2 201,-3-17-77,-17 6-40,1-12 84,-14 8-73,-1 9 146,-8 3-50,-5 11-158,-5 5-50,-9 13-11,-1 13-22,-3 13 5,3 12-16,8-6-40,4 16-207,14-24 0,2 1-1005,2 1 1,4 1 1256,7 8 0,3-4 0,1-3 0,9-6 0</inkml:trace>
  <inkml:trace contextRef="#ctx0" brushRef="#br0" timeOffset="34465">7518 9026 20067,'11'-50'677,"0"1"1,0-1 0,0 0-1,3-16 1,0 1 0,-3 13-157,2 1-107,-4 2-279,-4 23-68,-6 19-50,-4 23 16,-9 25-30,3-6 0,-2 3-453,-3 10 0,-2 3 452,-2 9 1,-2 0-561,5-11 0,-2 2 466,-2 2 1,-1 4 0,1-2-618,6-15 0,1-2 0,-1 3 31,-5 15 0,-1 4 0,3-6-50,2-1 0,2-5-168,3-7 0,4-2-8935,9 19 8965,3-32 1,2 4-1,-2-30 1</inkml:trace>
  <inkml:trace contextRef="#ctx0" brushRef="#br0" timeOffset="34992">7375 9401 13310,'-5'-49'1407,"0"0"1,0 0-1,-3-17 1,0 10-747,-3 15 1322,-6 5-1545,8 21-172,-2-1-272,12 14 109,14 5-86,16 5-17,23 0 0,-18-4 0,1-2-145,6 0 1,0-2 135,4-3 1,-2-1 5,-9 1 0,-1-1 14,12-6 1,-3-2 21,8-4-8,-18 3 1,-2-1 91,2-7 102,-14 1 55,-10 4 6,-8 2-45,-8 6 481,-9 3-520,-11 9 11,-12 10-28,-14 19-162,14-4 17,-5 16-23,28-14-39,2 6 28,12-3 0,9-7 5,8-7 40,8-8 11,4-10 28,1-10 39,-1-8 23,-6-10 0,-7-6-23,-7-5-5,-12-3 11,-7 3-12,-7 6 18,-16 10-102,3 19-5,-12 13-16,11 18-24,6 11-2,17-9 0,3 0-463,1 15 415,7-10 1,3 0-679,8 16-473,-2-18 1,1 1-3704,2-1 1,1-1 3439,7 14 0,-6-18 0,-11-20 0</inkml:trace>
  <inkml:trace contextRef="#ctx0" brushRef="#br0" timeOffset="36043">10008 9182 19154,'1'-50'1112,"0"1"1,0 6 0,0 9-771,-2 20-236,0 12 17,-2 14 34,-4 12-56,-1 15-39,-3 11 5,2 6-22,2 0-51,2-5 23,2-5 16,-2-8-10,0-10 397,-1-7 11,3-11-213,-2-12-173,5-12-17,-2-15-11,9-7 0,3-2-6,4-12-448,1 14 0,5-6 0,0 5 448,2 4 1,1 2-12,10-14 0,3 0-434,7 5 0,1 4 442,-13 12 1,1 3-37,8-2 0,-2 5 0,9 10 12,-5 15 4,-12 3 7,7 29-6,-21-5-6,3 21 22,-25-5-5,-14 2-3,-8-16 1,-5-2 10,6-10 1,0-1 590,-11 5 0,0-3-476,-13-6 949,19-10-949,4-8-8,21-4 8,0-11-89,11-1-17,9-9-1,14 2-32,23-2 32,-19 15 1,2 3-282,1 0 0,1 2 270,0 5 1,-1 4-6,19 13-11,-9 11 11,-13 9-6,-16 5 1,-19 4-18,-21 2 17,-5-17 1,-4-3-310,10-8 0,-3-1 298,-14 7 0,-2-2-95,-11 1-1827,20-14 1,1-1 1215,-7 0-6383,9-22 7106,31-3 0,-2-3 0,7 7 0</inkml:trace>
  <inkml:trace contextRef="#ctx0" brushRef="#br0" timeOffset="36241">10963 9118 21793,'-40'46'-47,"-1"-1"0,3 0 1,11-5-845,24-10-2686,6 7-6254,6-4 9363,1-11 1,-2-9 0,-6-11-1</inkml:trace>
  <inkml:trace contextRef="#ctx0" brushRef="#br0" timeOffset="36442">11190 8907 22447,'7'-27'-4520,"-1"18"-806,-6 59 5326,1-5 0,-1-16 0,1-12 0</inkml:trace>
  <inkml:trace contextRef="#ctx0" brushRef="#br0" timeOffset="37841">11299 9195 10295,'4'-7'7562,"-1"1"-4728,-3 6-1831,0 0-908,1-18-50,-1 21 661,0-2-633,-5 40 290,-1 5-357,2-12 0,0 1-1,-2-4 1,0 0-6,-5 28 1072,-1-15-960,4-17 68,5-18 290,0-3-201,3-14-112,5-10 11,12-26-95,12-6-219,-12 23 0,2-1 160,8-2 0,4 0-1650,8-1 1,1 1 1640,-8 5 1,1 1 2,14-5 1,-2 3-20,4 7-34,8 8-45,-22 21 17,-13 10 37,-15 24-619,-13 17 235,5-28 0,-1 0 1841,-2 0 1,2 0-2478,6 1 0,6-2-3960,16 5 4097,8 5-518,2-30 0,3-6-296,23-8 1699,-24 1 1,1-3 405,7-10 1,-2-5 198,-13 3 1,-1-2-287,5-2 0,0-2 844,2-8 0,-4-1 2280,8-15-3110,-16 20 1,-1-2 428,-3-3 1,-4 1 741,-1 0-989,-3-1 1,-2 1-230,-5 8 196,0-12-39,-5 23-153,-8 4-261,0 8 10,-18 15-5,4 1 20,-14 14 0,0 2-9,0 1-3,-5 9 1,2 1-20,11-1 2,10-13 1,2-2 1029,5 4-1044,11-7 12,23-15 22,9-8 1,21-14-12,-12-4 25,-10-2 0,-1-2 25,10-12-16,5-7 22,-13-2 106,-13 7-83,-5 6 111,-6 2-151,-11 22 1,-11-1-24,-3 10-10,-12 7-12,7 2-16,-8 24 16,16-15-28,1 10 1,2 1 11,5-6-12,3 29 12,12-34-12,10 3 34,0-11 23,22-6-23,-10-12 0,6-1 28,2-17-23,-21 8 23,18-23-28,-22 17 28,18-32 0,-13 17 0,12-18 23,9 4-40,0 9-6,-11 17 1,1 3 0,14-3-12,2 7-11,-24 12-22,-6 21 45,-12 7-12,-8 22-22,-11 5-106,-6 5-365,1 2 79,7-15-1300,17 7 168,19-29-340,23 1 1012,-15-23 1,1-5 234,5-2 0,-2-3 488,23-11 294,-20 0 0,-3-4 659,8-14-200,-15 9 1,-1-1 719,5-21-11,-13 6-694,-9 14 817,-8 2-756,-5 18-275,0-2-262,-1 11-90,0 3 287,1 4-338,-4 17 1,2-4 5,-2 31-11,10-14 16,5 11-5,5-17-17,21-2-11,0-16 17,21-2 11,-3-18 28,2-10 39,-3-11 57,-4-7 78,-7-4 106,-8 4 89,-11 6-66,-9 12-163,-9 10-34,-25 22-106,-5 13-17,3-2 1,-1 3-253,-1 5 1,2 0 234,4-5 0,0 3-441,-13 23 0,0 3 220,7-10 0,0 2-960,1-2 1,-1 4 0,2 1 1186,2-1 0,1 1 0,2-5 0,1-3 0,2-4 0,4 0 0,-1-1 0</inkml:trace>
  <inkml:trace contextRef="#ctx0" brushRef="#br0" timeOffset="38277">14861 8968 23259,'55'-26'57,"0"1"0,0-1 0,-10 5 1,-1 1-1,2 4-201,13 4 0,3 5 1,-1 2-1911,-2 1 1,-1 1 0,-4 2-205,1 2 1,-2 0-723,7 1 1,-12 3 3177,-29 8 1,-14-6 0,-12 0-1</inkml:trace>
  <inkml:trace contextRef="#ctx0" brushRef="#br0" timeOffset="38459">15518 8863 23780,'-38'16'190,"-1"-1"1,2 4-1,5 3-162,3 25-1001,8-4 1,2 4 941,6-10 0,1 2-113,-1 6 1,0 5-1,1-4-91,3-2 0,1-1-667,-1 18 0,3-1-1242,6-24 1,3-2 2143,4 8 0,1-2 0,2 2 0,4-12 0</inkml:trace>
  <inkml:trace contextRef="#ctx0" brushRef="#br0" timeOffset="38826">15712 9276 22257,'19'-45'573,"-1"-1"0,0 3 0,0 12-545,-6 28 6,9 9-34,1 14-17,8 30 17,-8-10-14,-8-8 0,0 3-65,-4 3 1,-3 1 33,-1-6 1,-1 0 32,-3 9 1,-6-3 17,-14 0 55,-14-16 107,-6-13 84,0-17 56,6-11-28,11-13 0,15-17-235,10 13 0,22-14-62,15 20-76,-9 10 1,1 2-14,-4 4 0,3 2-1014,10-1 1,7 1 0,-5 2 597,-10 2 1,0 1-618,11-2 0,6 0 1,-5 1-2827,-7 3 1,-3 1 3964,4-1 0,-2 0 0,8 1 0,-23 2 0</inkml:trace>
  <inkml:trace contextRef="#ctx0" brushRef="#br0" timeOffset="39209">16620 9216 12634,'3'-6'8609,"-1"0"-7186,-2 6-141,0 0-1119,-45 6-130,30 1-5,-35 13 0,45 1 6,11 8-23,16-1 0,31-3-5,-11-10 13,-6-8 1,-1-4 47,10-6-22,7-6 89,-7-13-66,-18 4 189,-6-22-162,-23 18 40,-13-12-85,-3 20 68,-19 5-51,13 9 57,-34 14-102,15 5-8,13-4 0,0 2-8,-10 15-1,12 2 1,12-2-56,21 6-23,4-13-281,24 7-1516,18-10 564,-8-3-681,15-2 1987,-20-11 0,-3-1 0,-6 0 0,26 1 0</inkml:trace>
  <inkml:trace contextRef="#ctx0" brushRef="#br0" timeOffset="39591">17247 9356 15059,'0'-5'6072,"0"1"-3053,0 4-2829,-19-44-184,14 34 27,-14-31-5,23 51-22,4 7 5,18 12-5,-4-9-23,24 3 34,-5-15 11,2-3-31,-11-4 0,0-3 31,18-11 0,-2 2 73,-4-22-45,-30 16 162,6-23-61,-16 16 11,-7-6-17,-9 13-66,-5 8 178,-28 9-106,4 9-101,-11 4 11,-2 14-72,16 2-29,-5 13-11,26-13 0,3 2-50,-1 11-149,12-10 0,8 0-758,14-7 0,6-2-1081,3 2 1,3-3-917,4-1 0,2-3 2999,0-6 0,-4-2 0,-5-4 0,0 1 0</inkml:trace>
  <inkml:trace contextRef="#ctx0" brushRef="#br0" timeOffset="40698">676 11193 18975,'23'-57'946,"0"0"0,-3 7 1,-1 6-454,1 9-84,-8 15-342,-6 14 73,-9 20 0,-10 22-90,2-5 1,-2 4-688,-4 8 0,-1 3 673,-1 5 1,0 2-12,1-1 1,2-1-148,4-3 1,3-2 121,2-13 0,6-2 14,8 2 0,7-5 65,16-6 19,2-14 0,2-6-26,10-13 18,-9-8 0,-1-5 106,10-19-246,-18 15 0,0-1 182,-4 0 0,-2 1 75,11-24 1278,-12 10-1317,-8 13 157,-6 14-320,-3 10 18,-6 16-23,-3 14 11,-10 34-11,4-12-17,4-9 0,0 2-88,4 20-335,2-22 1,2 1-589,3 0 0,3-1-952,2-2 0,2-3-7851,19 20 8637,-6-22 0,-5-17 0,-11-11 0</inkml:trace>
  <inkml:trace contextRef="#ctx0" brushRef="#br0" timeOffset="40827">1364 11613 22898,'41'-30'-769,"-1"-1"0,1 1 0,6-9 1,-2 8-1,-9 19 0,-4 4 0,-4 2 1</inkml:trace>
  <inkml:trace contextRef="#ctx0" brushRef="#br0" timeOffset="42092">3208 11215 15984,'0'-8'4010,"0"1"-3621,7-25 0,2-4 98,-4 16-397,4-20 0,-1 12-18,-7 34 63,-5 16-29,-4 19 6,-10 17-42,8-25 0,-2 0-171,-2 0 0,0 0 193,-1-4 1,1 0 114,-15 19-28,5-13-50,5-10 263,8-11-129,6-12-179,7-11 332,3-14-354,4-12 38,2-13 40,3-12-289,-7 25 0,1-1 182,1-3 1,2-1 33,11-18 1,3 1-52,-4 15 1,2 2-315,9-11 1,4 4 308,-7 21 0,1 5-17,0 4 1,2 4-23,29-1-22,-5 21 22,-9 18 11,-11 19-206,-13 12 223,-15-25 0,-5 2-14,-7 9 0,-6 1 11,-1-5 1,-3-1-1,-2 0 0,-3-2-3,-4-1 1,-2-3 5,-17 13 11,18-19 0,-1-2 17,-14 8 417,10-15-289,10-15 501,8-6-634,6-12-29,9-5 23,10-11-11,13 0 5,11 1-17,8 10-11,0 9 23,1 8-6,-1 11 217,-1 7-285,7 17 46,-20-6-17,-2 15 28,-28-10-3437,-32 21 3420,3-14-59,-14-5 0,-4-2-280,1-4 157,1-4 0,0-3-607,-7-5-1245,-2-3-4732,21-16 6794,15-3 0,13-2 0,3 3 0</inkml:trace>
  <inkml:trace contextRef="#ctx0" brushRef="#br0" timeOffset="43627">4233 11098 23231,'-53'-19'185,"19"22"0,4 7-550,-2 26 421,6-2 0,0 3-3,6-3 0,2 0 104,-10 21-143,13-22 0,6-1 9,10-6 89,21-2-51,0-13 46,29-17 5,-7-13-205,-15 4 0,-1-3 225,-2-2-1,-2-1 177,16-24 85,-16-9-208,-11 10 100,-10 6-128,-7 13 44,-2 12-201,0 4-11,2 4-6,2 6 439,-3 14-405,0 6-11,-2 20-6,1 6 0,4 4 5,5 8-10,1-21-12,21 11 0,3-33 12,10 2 7,-1-22 1,1-7-3,10-5-426,2-6 0,4-7 440,-5-6 0,-3-3-9,-6 8 1,-1-2 1,-7 1 1,0-4 0,-4 0 3,0-15 0,-5 0-11,-2 9 0,-1-2-6,-5 3 1,-1-3-1,-3 1 23,-2-8 0,-3 2-9,1 9 1,-2-1 5,-1-5 0,-2 4 53,-4 10-22,-1 3-62,-4 22 22,-6 23 12,-8 25-22,0 5-361,4-8 1,0 3 368,2-2 0,0 4-291,-2 3 0,-1 5 0,0 0 254,2-5 1,1 0 0,0 1-51,-2 9 0,0 2 0,1-4-42,1 0 0,3-2-405,1 6 0,7-3-35,14-11 1,4-4 344,-5-7 0,4-3-370,17 1 0,9-10-79,7-21 1,4-9-171,3-3 0,1-3 845,1-2 1,-2-5 44,-1-8 1,-4-4 82,-12 6 0,-3-3 51,-3 1 1,1-3 0,-3 0 56,2-7 0,-3-1-524,-2-3 1,-5 2 579,-5-6 467,-21 6-361,-11 18 1265,-19 1-1523,1 12 358,0 8-453,6 15 1,1 17-23,4-2-3,5 3 0,0 2-14,-3 14 1696,7-13 1,1 0-1714,-3 17-16,9-10 16,6-15 17,11-5 51,5-16-28,6-4 50,22-26-34,-5-8 0,10-8 20,-24 15 0,-1-2-174,-1-3 0,-1-1 227,-2 2 1,0-1 19,-2-1 0,-2 2 131,-3-2-162,-6 15 17,-10 9-112,-6 15 5,-11 11 433,-1 5-444,-9 21-17,18-15 1,1 1-12,-7 18 17,10-8 0,4 0-6,6-1 6,8 12-11,9-23 6,2-12 38,22-11-44,-6-13 11,20-10 28,-7-12-17,-1-10 6,-10 4 14,-11 4 0,-1-2-571,7-16 573,-11 14 1,-2-2-67,-6 7 0,-4 2 168,2-12 27,-6 7-140,-5 24-33,0 4-134,-2 6 731,2 7-569,1 0 243,1 3-277,3 1 11,-2-7 34,0 1-33,-1-4-202,-2 0 83,0-4-156,0 1-8402,0-1 8682,3 7 0,-2-2 0,3 2 0</inkml:trace>
  <inkml:trace contextRef="#ctx0" brushRef="#br0" timeOffset="45115">5774 11257 8304,'0'-10'6189,"0"2"-4474,0 8-528,0 0-146,19-64 332,-7 34-1163,0-7 0,-1 2 613,0 14-100,-8 12 33,1-1-599,-2 5 17,-2 1 128,0 4-167,0-2 5,0 0 179,2-7-179,-1 3 151,2-5 0,-2 6-72,1 1-91,-2 1-116,-7 20 32,-6 9-32,-4 9-1,-10 18-6,12-22 1,1 1 2,0 1 1,0-1-7,1-1 1,1-2 9,-5 17-7,6-17 6,0 0-3347,4-10 3392,4-9 550,2-6-298,1-5-207,2-13-45,15-18-23,10-16-16,7-2 5,0 14 1,2 1-18,4-1 9,4 0 0,-1 2-2,-9 11-12,18-11 3364,-30 25-3387,0 9 18,-7 6-46,2 32-3503,-6 1 3313,1 12-790,-6-14 1,-2-2-478,3 3-1713,1-4 0,3-1 2664,5-5 0,-1-5 1,-5-12-1</inkml:trace>
  <inkml:trace contextRef="#ctx0" brushRef="#br0" timeOffset="47060">6811 11082 21450,'-2'-36'342,"0"1"0,-8-12-247,-15 66-33,2 6 69,0 4 1,0 3-884,-10 19 763,10-11 1,1 1-15,7-7 0,4 0-39,2-2 0,3-1-152,7 26-775,16-10-1339,17-11-2296,16-14-62,-19-16 1,2-3 3433,3-6 0,1-4 1232,2-3 0,-1-3-141,1-4 0,-2-3 678,-3-1 1,-1-3 1509,-6-1 0,-2-1-283,-4-1 1,-4 0 811,7-27-381,-12 4-963,-8 8-679,-5 15 668,-8 4 2554,0 15-3473,-4 1 370,1 12-560,2 1 184,-5 17-190,7-2-33,-1 12-6,10-4 0,9 0-11,8-3 17,8-5 11,10-9-11,5-8-23,6-14 23,1-9 45,-5-11 72,-8-4 40,-12-4-1,-11 0-27,-7-1-57,-11 0-38,-4 4-34,-7 7-17,-4 8-12,-19 17-32,4 16-1,4 8 0,1 4-17,-4 13-159,11-6 1,4 3 108,4 13-14,10-16 0,3 1-277,13 29-241,17-6 229,5-15-291,3-19 1,5-5-322,-7-8 0,1-3 304,19 2 1,3-3 78,-4-8 0,1-4-603,-9-2 0,1-3 0,-2 0 1236,1 0 0,-1-3 182,11-8 0,-4-3 311,-5-9 453,1-9 44,-17 2-167,-15 5 345,-12 6-798,-16 9 2941,-4 9-2969,-37 16-169,2 15-381,6 4 0,-1 5 174,13-3 1,3 4-24,-4 9 1,5 3 190,6 14-184,17 1-3096,31-13 3089,-1-17-92,29-5 26,-1-19 36,-15-5 0,1-4-10,4-3 0,-1-2 41,1-6 0,-2-3 13,-1-2 1,-2-4-174,-3-3 0,-3-3 207,-2-3 0,-3-3 11,-1-4 1,-3-3 905,-1-5 0,-1-1-914,-1-3 0,-2-1 17,-1-1 0,0 1 33,-2 3 1,-1 2 22,-1 6 0,-1 3 264,2-19-102,-5 24 611,-4 23-880,-8 23 568,0 7-568,-15 36 1,9-20 0,-1 3 387,-5 13 0,-2 6-453,1-1 0,-2 4 0,1-3-795,-1 5 0,-1 2 257,4-8 0,-2 8 0,0-2 0,3-7-321,2-2 1,3-1 918,-2 13 0,1 6 0,3-13 0,3-6 0,6-15 0,1-1 0</inkml:trace>
  <inkml:trace contextRef="#ctx0" brushRef="#br0" timeOffset="47575">11804 11258 22375,'-32'7'252,"0"0"0,-16 3-320,53-10-402,16 0-2179,23-4 2649,0 0 0,0-1 0,7-1 0,11-2 0</inkml:trace>
  <inkml:trace contextRef="#ctx0" brushRef="#br0" timeOffset="47765">13700 11124 14389,'43'14'0,"0"-1"0,-8-2 0,-1-1 0</inkml:trace>
  <inkml:trace contextRef="#ctx0" brushRef="#br0" timeOffset="48008">15261 11037 20968,'3'-3'2935,"-1"0"-2800,-2 3 89,82-43-163,-38 31-50,6-11 1,1 2 16,5 19 0,6 4 0,-5 1-11,-5 2 11,-25-1-6,-16-2-50,-4 0-700,-6-2-9103,-8 0 9463,2 0 0,-1 0 0,4 0 0</inkml:trace>
  <inkml:trace contextRef="#ctx0" brushRef="#br0" timeOffset="49725">1077 13019 10494,'11'-7'7237,"-3"2"-6313,-8 5 2050,0 0-2576,35-44-314,-30 33 40,6-25-74,-45 50-22,-22 12-17,26-11 0,-2 1 25,-15 5 1,0 0-6,12-7 0,1 0 11,-9 2 0,2-2 53,-3-5-5,10-4 27,10-3-72,11-2 56,6 0-101,5 0 17,1 0 33,2 4-33,0 1-28,2 6 22,-2-1 50,0 14 29,-6 23-12,-7 4-44,3-16 0,-3 0-264,-14 21 291,-3-1-5,4-7 6,3-8 44,9-11 68,6-11 134,3-10-67,4-5 402,-1-5-463,1-5 230,0-6-349,0-7-22,1-5 6,5-2-34,6-2-11,12 2 0,8 3-11,7 7 0,7 7 5,4 6 14,-14 10 1,-1 3-20,14 6-11,2 16-12,-34-2-44,-16 5-203,-16 6-481,-18 5-278,10-21 1,-2 0-1535,-3 1 0,-2-2 1915,4-3 1,1-1-1,-1-1 1,17-12-1</inkml:trace>
  <inkml:trace contextRef="#ctx0" brushRef="#br0" timeOffset="49942">1301 13399 21663,'59'-9'0,"-12"2"0</inkml:trace>
  <inkml:trace contextRef="#ctx0" brushRef="#br0" timeOffset="54365">3451 13161 8550,'3'-3'6688,"0"1"-3266,-3 2-2178,5-37-885,-5 23 285,1-35-6,-15 27-308,-3-1-178,-2 2 84,-2 7-80,1 9-55,-16 9-28,-5 17-39,-2 7-1,14-2 1,-1 5-699,-6 8 0,1 2 668,6-8 0,0 2 11,-9 12 0,5 1-316,18-16 0,4-1 290,-9 18 18,25-2 0,32-33 22,16-16-12,7-8-329,-23-7 1,1-6 351,5-10 0,0-3-151,2-3 1,0-1 125,-2-1 0,-3-1 3,-11 11 0,-3-3-130,-4-4 0,-2-4 0,-2 2 166,1-6 1,-2-2-293,0-1 1,1-5 0,-4 4 291,-4-2 1,-4 2 111,0 5 0,-1 1-93,-2 6 1,0 2 1367,1-17-1322,-3 21 1234,0 12-1357,-1 19 1188,0 20-1133,-1 28-27,-2 6-426,-4 6 0,-3 4 400,0-13 1,0 1-8,0-1 1,0 4 0,0-4-11,-1 1 0,2-1-142,0 9 0,4 0-1040,6-9 0,3-1 26,4-2 0,3-3 260,-1-4 0,6-6-3445,14-13 1,4-8 400,18-6 3960,-13-9 0,0-5 0,11-10 0,-16-8 0,-3-3 3809,5-15-1642,-13 10 1,-2 0 1091,0-21-2049,-11 15 1171,-5-7-127,-8 21-1520,-2-6 563,-4 17-1062,0 7 90,0 7-275,-3 9-10,0 9-7,1 10-10,3 2 10,7-1-16,5-9 33,9-2 57,14-10-46,6-5-21,12-13 27,-2-11 11,-1-9-5,-11 2 252,1-21-56,-19 13 22,0-16-3381,-18 12 3169,-1 16 21,-12 4-72,1 16-5,-11 10-11,-5 13-1,-5 19-6,0 11 1,20-20 0,1 1-191,2 1 0,3 0 185,-4 17 1467,10-14 1,5-1-1468,9 9-17,4 8-6,31-9-5,0-23-104,-10-6 0,3-4 129,-3-7 1,1-4 7,2-4 1,0-3 5,0-4 0,0-4-5,-1-3 0,-2-2-1,-7 5 1,-1-2 33,7-12 1,-3-2 38,4-16-11,-11 15 1,-3-2 105,-3-21 34,-9 5 539,-8 8-578,-4 9 271,-4 11-316,3 9-56,2 9-78,3 4 236,2 4-230,7 7-1,0 1 12,25 24-1,-1-4 6,-7-5 1,1 0-1,-2-2 0,0 1-39,0 0 0,-2 2-34,-1 1 1,-4 1-260,-2 3 1,-6 1-167,-6 5 0,-7 0-1813,-8 6 1,-6-1 2299,-2-2 0,-2-3 0,-11 12 0,11-22 0</inkml:trace>
  <inkml:trace contextRef="#ctx0" brushRef="#br0" timeOffset="56124">5515 12989 20341,'20'-47'694,"1"1"1,0 8 0,-10 7 132,-19 15-760,1 13 155,-25 7-205,12 4 94,-28 21-89,7 9-11,12-3 1,0 2-179,7-4 1,3 0 135,1 6 1,3-1-4,5 8-190,17 3-213,17-18-42,6-14 1,5-2-151,17 2-15,2-15 0,1-6 358,-20-2 1,-2-4 195,15-4 1,-1-3 105,9-9 169,-25 4 0,-4 0 61,-3 0 415,7-20 437,-23 11-3266,-2 1 2476,-5 4 224,-4 12-218,0 10-13,-7 7-306,2 2 83,-10 17-39,10-10 3353,-4 18-3380,11-17-7,8 12 23,14-8-3409,9-2 3381,3-4-187,26-11 170,-26-4 17,4-4 0,-1-4 62,1-9-18,13-17-16,-25 10 191,-1-23-23,-15 16-107,1-8 85,-14 13 3335,-10 9-3470,1 6 306,-21 5-306,17 12-4,-32 20-24,15 8-11,9-5 0,1 1-11,-6 16-6,3 14-40,15 4 18,3-11-222,13-9 1,6-3-636,16 2 347,10 7-387,-2-30 1,1-6 280,5-2-90,8-10 1,2-5 20,7-13 777,-17 2 0,-1-3 157,-11 1 0,-4-1 132,11-13-2217,2-17 2368,-21 24 414,8-20 141,-13 19-539,-2 4-195,-4 7 69,-4 13-383,-1 4 3380,0 8-3368,0 6-12,0 6 5,-1 10 6,1 0-16,-4 22-18,2-4-5,-2-2-56,2-6-33,1-18 111,4-5 40,7-14-23,1-11 45,24-22 6,-4-1-32,-6 6 1,-1 1-3,12-12 5,-13 14 1,0 0 34,17-11-40,-13 12 0,0 2-17,13-5 0,-7 8-5,-18 17-18,-3 22-4,-4 4-63,2 18-178,0-1-343,7-1-1124,24 3-173,-9-28 1,3-5-1041,5 1 1,2-5-84,6-6 1,2-5 2319,3-5 0,-1-3 700,-9 0 0,-1-2 1759,9-6 0,-4-3 103,-17 6 1,-4-1-304,1-3 1,-2 0 876,4-12-520,-7 1-1171,-11 7 712,-7-5-931,-10 11 408,-4-2-828,-9 10-55,-5 15-7,-8 12-32,3 4 27,3 2 0,0 2-264,-13 14 236,13-12 0,0 2 1,-6 15-46,13-6 0,13-13-5,26-6 11,-2-13-67,44-16 78,-28-2 20,6-9 0,1-5 25,4-13-72,-11 7 0,-3 0 89,5-16-444,-10 2 1,-2-2 423,-6 8 0,0-2-9,0 1 1,1-3 0,-1 3-3,1-3 0,0 0 49,1 0 1,3-2 0,-3 5-11,-4 9 0,1 0 120,3-7 1,3-3 0,-3 7 235,4-4-140,2-3-179,-20 33-51,-15 21-5,-12 18-26,2-4 0,-2 3-409,-6 8 0,-1 3 395,-4 6 1,1 3-1,8-14 0,1 2 1,1-1-16,1 2 1,0 0-1,3 0-128,-6 18 1,6-2-36,5-6 0,6-2-592,10-8 1,8-4-659,6-7 0,6-4-1857,10-6 0,2-4 3291,0-5 0,-2-2 0,14 0 0,-20-7 0</inkml:trace>
  <inkml:trace contextRef="#ctx0" brushRef="#br0" timeOffset="57082">8536 13005 23691,'-31'-24'716,"2"12"-688,23 15 17,-2 11-17,6-8 39,14 6-16,11-8-23,22 1-28,11-11 11,6-7 17,-4-9 39,-8-3 230,-10-14-129,-20 10-73,-14-9-56,-23 16 7,-17 7-7,-10 7 23,-5 11-29,8 2-10,-10 22-12,20-1-3,10 1 1,2 0-9,1 9-17,5 16 11,12-17-11,4 1-213,13 14-229,8-19-347,16 8-331,7-21 10,9-12 523,7-16 550,-32 1 1,1-2 117,-1-4 1,-1-2 103,-3-1 0,0-2 339,7-10 0,0-1-224,-10 9 0,0-1 5,6-4 1,-1 1 237,4-1-184,-8 11-174,-10 7-95,-7 8-23,-1 10 12,-2 10-29,-1 13-16,-1 10-6,-6 4 0,-2 3-11,-2-1-28,1-2 6,6-9 0,10-10 10,9-13 24,3-7-24,24-13 7,-8-4 13,-5 0 1,0-2-4,7-4 23,11-7 45,-18 7-45,-6 3 22,-2 2-27,-18 8-12,-2 1 6,-4 7-12,0 5-5,2 6 6,5 4-3376,9 4 3382,-3-8 55,26 2-56,-18-14 17,28-4-6,-10-11-5,9-8-6,-1-10 31,-19 7 1,-2-2-296,9-11 298,-11 6 0,0-2 0,-9 5 0,0-3 50,9-21 0,-1-3-50,-8 15 0,-1 0 802,-1-5 1,-1-4-1,-2 6-701,-1-11-4,-3 11 1,-2 3 53,-4 13-128,-3 4-68,-1 15-23,-12 29 23,2-3 5,0 8 1,-1 4-17,3-2 0,0 2-5,-3 11 0,0 2-21,2 3 1,1 2-282,0 9 0,1-2 150,4-18 0,2-1-401,1 11 0,6-4-1835,17-1-4116,16 3 5831,5-17 1,-20-18 0,-13-9 0</inkml:trace>
  <inkml:trace contextRef="#ctx0" brushRef="#br0" timeOffset="57268">9919 12967 24170,'42'-16'-32,"0"0"1,0 0 0,5 1-1,1 0 1,-6 4-146,-9 5 1,-2 2-4135,24-1 0,-2-1 4311,-5 2 0,6-1 0,-36 3 0</inkml:trace>
  <inkml:trace contextRef="#ctx0" brushRef="#br0" timeOffset="61156">12072 13011 22173,'1'-34'173,"0"0"1,2-21-112,4 52 44,27-7-72,-4 0-6,21-5 0,4-1-244,-25 7 1,3 0 188,22-6 1,10-3 0,-6 3-594,-14 3 0,1 1 559,3 0 1,9-3 0,0 1 0,-9 2-718,-2 1 1,-1 1 627,6-1 1,5-2 0,-6 2-938,-8 2 1,-5 1-589,-5 1 0,-3 1-711,10-3 2445,-57 20 0,12-10 0,-16 10 0</inkml:trace>
  <inkml:trace contextRef="#ctx0" brushRef="#br0" timeOffset="61416">12594 12827 15664,'0'-4'6055,"0"1"-4582,0 3-1310,-11-4-85,0 16 0,-12 11 1,-2 4-57,-4 17-558,6-10 1,-3 6 0,3-2 361,4-3 1,2 0-138,-6 6 0,3 2-1639,7-3 0,5-1 1950,5-5 0,2-3 0,-3 16 0,7-10 0</inkml:trace>
  <inkml:trace contextRef="#ctx0" brushRef="#br0" timeOffset="62151">12990 13066 22509,'20'27'140,"-2"4"-134,-7 2 38,-9 23-16,-15-15-11,1-12 0,-3 0 33,-22 11 113,-3-12 218,8-13 44,9-11-117,12-13-50,11-12-68,13-14-95,13-9-78,3 5-322,3 9 1,3 1 298,-8 10 0,1 0-28,14-7 1,1 1-65,-9 8 0,0 3-220,-2 2 1,0 2-731,25-4-627,-7 7 611,-15 6-2873,3 10 1153,-17 0 1025,7 7 1423,-10-5 1649,-5-3 793,-5-3 459,-5-2-745,-7 1-195,-7 2-371,-6 0-392,-4 2-290,3-2-275,6-2-230,6-2-11,4 0 68,6-1 44,9 0-68,12 0-27,10-2-28,7-3-17,-10-1 134,8-8-22,-19 1 6,5-7-12,-13-1 46,-6-2 32,-4 1-4,-3 4-35,-3 5-83,-4 4-73,-5 5 11,-5 5 5,-5 7-33,-5 8 0,0 10 28,3 7-5,4 5-68,5 3-67,7 2-235,5-1-516,10-2-699,10-5-1166,14-7-2509,15-11-2845,14-9 8082,-2-11 0,-19 1 0,-17-3 0</inkml:trace>
  <inkml:trace contextRef="#ctx0" brushRef="#br0" timeOffset="62526">14057 13216 20324,'16'-43'1045,"1"1"1,-2 4 0,-8 9-581,-17 20-146,-7 6-61,-1 3-107,-1 5-118,3 2-16,5 5 17,6 4-29,7 3 12,8 3 22,10 1-3403,10-2 3398,11-6 39,5-6 22,2-5 6,-2-11-34,-14-1 186,8-18-63,-20 4 12,5-11-29,-15 7-5,-7 4 3342,-8 5-3449,-7 8-44,-14 8-6,-16 14 1,-14 11-286,23-5 0,1 2 268,-1 1 1,3 3-15,1 4 0,5 1-8,-4 11-173,19 11-578,31-21-1557,23 4 2336,-9-18 0,1-4 0,6 3 0,2-5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13:39:17.1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1483 2258 18436,'9'-58'1372,"1"0"1,-1 7 0,-1 5-6132,2-7 4972,-6 25 1453,-1 6-1604,-3 19 758,0 1-825,2 11 55,2 12-11,-1 20-11,-4 20-11,-3-24 0,-2 1-12,-1 2 1,-1 0 8,-1-2 0,0 0-9,2-1 1,1-3-17,-1 7 33,5-7 51,4-27 95,3-5-28,7-18-56,6-16 11,7-20-45,-12 21 1,-1 0 1594,-1-1 0,-2-1-1505,4-24 28,-7 13 51,-4 12-191,-2 16-62,-1 8-22,-3 11 27,-3 12 18,-6 15-34,-5 18-224,8-18 1,1 1-816,0 4 1,2 0-2684,3 0 0,3-1 3548,6 22 0,1-22 0,1-18 0</inkml:trace>
  <inkml:trace contextRef="#ctx0" brushRef="#br0" timeOffset="201">2051 2281 24290,'57'-27'-3826,"-1"4"3826,-19 15 0,-2 3 0,-3 0 0,17-4 0</inkml:trace>
  <inkml:trace contextRef="#ctx0" brushRef="#br0" timeOffset="1151">5541 2137 20671,'-52'-27'476,"-1"0"0,-1 9 0,10 15-391,26 24 21,-5 22 1,-1 10-1932,6-4 1,2 0 1827,2-9 1,0 1 0,0 2-3,0 6 1,1 2 0,0 2-82,0 7 0,0 1 0,1-1-12,1-10 0,1-1 1,-1 3-194,0 1 1,1 4 0,-1-1 0,1-4-465,0-3 0,0-4 1,0 2-38,-2 7 0,0 2 0,-1-3 584,1-7 1,0-2-1,-1-3 1616,-7 3 1,-2-8-637,-5-5 985,-8-50-1257,21-15 1,5-7-409,-1 9 0,2-2-336,0-23 1,7-4 301,12 0 1,4 2-60,-6 10 1,4-1-6,9-3 0,6-4 0,-2 9 213,-6 15 1,2 2-250,5-5 1,5-4-1,-1 4-59,5 2 0,3 3-19,3 1 0,4-1 0,-2 3 49,2-1 1,3 2-63,3 2 0,5 0 1,-7 4 64,-16 8 0,-2 1-36,26-8 0,-1 0 186,1 0-88,-21 8 0,-1-1 84,5-2 516,-7 2-376,-28 10 874,-4 1-818,-8 2 1613,-8 9-1450,-8 11 43,-7 15-341,0 10-83,5 12-51,11-19 34,21 11-17,0-33 56,27 9-45,-14-19 107,37-8-68,-14-13-1729,-11 2 0,-1-2 1707,12-12 61,-16 1 1,-3-1-28,-3-3 52,-4-3 1,-3 0 64,-7 0-123,0-6 62,-12 13-213,1 17-258,-3-2 3465,4 11-4558,2 19-961,1 10 373,0 10-5208,3 20 6366,-2-16 0,0-6 0,0-16 0</inkml:trace>
  <inkml:trace contextRef="#ctx0" brushRef="#br0" timeOffset="1659">6345 2797 21342,'16'-44'252,"1"0"0,-1-1 0,0 4 0,-1 0 0,-1 3-224,-1 2 0,0 0-607,2-3 0,1-3 0,-2 4 593,-1 4 0,1-1 4,6-16 1,3-7 0,-2 5 28,-3 6 1,-1 3-3,4-9 0,-2 0 539,-8 15 1,-4 3-176,-7-6 182,-4 8-496,-7 12 218,-6 28-285,-3 16-17,-1 8 0,6 0 0,2 4 409,1 0 0,2 4-420,0 3 0,1 4 0,2 0-660,-2 15 0,3 1 654,2-14 1,2 0-1,2-1-11,4 8 1,2-4-90,-1-12 1,2-3 80,5-1 0,5-4-48,27 9 56,-5-10-6,0-21 1,2-8 0,14-21-1333,-14 2 0,-1-4 1346,-12 3 1,-2-4 33,11-23 1,-3-3-142,-16 21 1,-1-2 131,6-17 1,2-10 0,-3 5-9,-3 1 1,0-1 11,-3 4 1,1-4 0,-1 5 15,-2 2 0,-1 3 124,-3-6 0,-2 4 936,-3 2-978,-3-3 141,-5 32-243,-2 18 3020,-1 5-3024,-11 46 63,9-24 1,-2 2-93,-5 20 1,-2 4-679,6-17 1,0 0 0,1 1-171,-2 5 1,2 1 0,0 2 864,1 5 0,1 1 0,0-5 0,1-3 0,1-4 0,3-4 0,0-1 0</inkml:trace>
  <inkml:trace contextRef="#ctx0" brushRef="#br0" timeOffset="2549">9200 2595 11270,'20'-52'735,"1"0"1,-4 6 0,-3 5 2619,-7 5-2661,-5 13 1023,-2 11-1706,0 8 910,-6 25-876,-3 6-11,-8 23-17,-4-1-6,-3 0-6,-2-4 7,-1-7 3419,4-12-3319,6-10 11,7-12-89,5-8 10,3-26-10,9-10-23,-1 7 0,2-3-364,5-2 1,3 0 366,3-6 0,3 0-3,2 1 1,1 0 7,1 2 1,1 1 16,-1 4 1,1 3-7,-1 5 1,0 1-131,0 5 1,1 3 144,27-9-23,0 11-16,-2 11-23,-1 13 17,-5 10 0,-8 15-11,-10 14 33,-13 10-22,-15-23 0,-5 1 0,-4 2 0,-5-1-228,-6 1 0,-4-2 231,-2-1 0,-3-3-1,2-4 1,-1-2 40,-22 10-4,17-15 843,2-12-731,15-13 221,-2-6-282,10-9 480,5-3-542,11-2-2,11-1-4,19 3-16,15 4-6,-22 13 0,2 2-117,0 2 0,0 2 100,30 10 23,-11 8-18,-12 11-10,-13 8 5,-18 16 12,-11-14-23,-23 19-68,-14-19-178,12-15 1,-4-1 130,-2-1 1,-1-2-141,-2-3 0,1-2-232,3-4 0,2-1-2493,-18-1 3008,20-17 0,16 6 0,9-8 0</inkml:trace>
  <inkml:trace contextRef="#ctx0" brushRef="#br0" timeOffset="2751">10269 2380 15384,'-2'3'3876,"0"-1"-3019,2-2-364,-43 60-325,23-31-221,-7 9-1,2 0-1317,12-8 1371,6-3 0,4-13 0,2-3 0</inkml:trace>
  <inkml:trace contextRef="#ctx0" brushRef="#br0" timeOffset="2951">10348 2179 22268,'3'-15'-1846,"-1"5"0,-2 34 1,0-9-1</inkml:trace>
  <inkml:trace contextRef="#ctx0" brushRef="#br0" timeOffset="3350">10637 2458 23758,'-1'12'353,"-3"7"-258,-3 20-22,-15 13-51,5-17 20,-4-4 0,-2-2 3,2-3 44,-8 7 359,22-26-285,15-17-107,2-3 45,18-16-1,18-10-86,-21 19 1,0-1-10,1 1 1,1 1 2,4 0 1,-1 3-20,1 2 5,21-6-45,-25 16-94,3 7-455,-2 15 220,-10 0-768,1 18-780,-9-6-4770,3 26-2040,-2-10 8738,0-3 0,-6-23 0,-2-14 0</inkml:trace>
  <inkml:trace contextRef="#ctx0" brushRef="#br0" timeOffset="4122">11502 2657 17479,'27'-51'1772,"-1"1"0,-1-2 0,-11 11-1464,-19 27 112,-12-5-129,-8 14-17,-22 11-218,12 3 11,0 8 1,2 4-46,5 2-11,2 1 0,2 3-16,5 11-1,2 18 6,14-18-17,19 10 23,5-33-3370,16 1 3364,-9-17 23,20-18-1,-24 3 34,18-20 28,-20 8 123,6-15-100,-12 16 189,-1-3 86,-12 21 3080,-3 2-3451,-7 10 36,-1 3-13,-10 11-17,-4 14-17,2 5 5,2 3 7,11 10-18,9-17-5,4 6-23,19-7 17,-6-17 17,33 3 23,-14-16-18,8-4 12,-2-11 6,-1-12-1,-4-7-11,-1-13 0,-19 3 17,-7 2-22,-5 11 123,-4 1-68,-2 17 68,-1-6-84,0 14-39,1-1-6,2 4-17,10 3-22,5 3-6,15 2-17,5 1 12,5-2 11,1-2 22,-9-3 11,10-10 12,-25 3 44,18-15-5,-24 9-23,4-5 18,-9 8-35,-4 3 6,-2 3-27,-3 3-18,0 5 51,0 6-6,0 9 6,-1 1-17,-2 20-23,1-4 23,-1 6-106,0 12-449,4-18-1405,4 15-376,2-23 1488,9 4 0,-10-22 0,3 3 0</inkml:trace>
  <inkml:trace contextRef="#ctx0" brushRef="#br0" timeOffset="4534">12673 2572 25713,'-6'-16'134,"4"3"-117,-10 49-6,16-11-11,13 10-22,5-14 5,37 1 0,-8-13 8,-20-2 1,2-3 0,6-6 0,-2-4 19,12-9-3,-15 2 1,0-3 35,13-18 7,-7-3-6,-12 7 229,-4-9 6,-14 18-11,0-4-112,-8 17-113,-2 5-16,-2 10-11,-5 13 6,-10 20-26,3-9 0,-3 2-550,-7 9 1,-2 2 493,-7 9 0,-1 0-693,5-9 1,-2 3-476,7-8 0,-3 4 1,1 0-1,2-4 850,-5 12 1,1-3-1,6-9 1,-1 0-1,4-5 1,-3 11 0</inkml:trace>
  <inkml:trace contextRef="#ctx0" brushRef="#br0" timeOffset="5033">14574 2273 21623,'58'-13'187,"0"-1"0,1 0 0,-1 1-137,-7 3 1,1 2-1326,6-3 0,3 0 1235,-16 4 1,1-1 0,1 1-632,4-1 1,0 1-1,1 0 14,1 0 0,1 0 0,-1 1-424,-2 1 0,0 1 0,-3 0 325,7-1 0,-5 1-3395,-4 2 1,-8 1 4150,-13 0 0,-4 1 0,-22 0 0</inkml:trace>
  <inkml:trace contextRef="#ctx0" brushRef="#br0" timeOffset="5213">15480 2104 21607,'-49'3'595,"1"0"1,2 3 0,7 6-255,9 31-908,13-14 0,0 2 625,-2 8 1,1 2-39,-1 5 0,1 1-29,-1 5 1,2 2-607,1 1 0,1 0 32,3 0 1,2-1-992,3-2 0,2-2 1114,3-2 1,2-4 0,1 5 0,4-13 0</inkml:trace>
  <inkml:trace contextRef="#ctx0" brushRef="#br0" timeOffset="5559">15679 2470 23315,'44'6'163,"-2"12"-130,-20 38-25,-11-26 1,-2 1-6,-1 0 0,-4 0 8,-9 30 28,-18-8-458,-22-8 475,-10-16 140,0-13 95,11-15 37,18-16-210,21-15-23,24-16-67,0 18 0,4 0-490,8-2 0,4 2 459,4-1 1,2 2-35,1 2 1,1 3-441,-2 2 1,-1 2-87,-3 3 0,-1 1-649,-3 2 0,-1 2-4742,25-3 5954,-13 6 0,-23 5 0,-15 1 0</inkml:trace>
  <inkml:trace contextRef="#ctx0" brushRef="#br0" timeOffset="5943">16351 2453 14264,'7'-1'7018,"-2"0"-5686,-5 1-246,0 0-964,-3 4-61,3 6 34,-3 5-51,10 7 117,5-2-54,20-3-74,-8-8 18,17-3-12,-12-12-5,7-3 5,-6-8 0,-3-7 6,-4-8-6,-1-5 28,-4-1 79,-6 5 16,-8 10-83,-19 10-91,0 9 29,-27 12 34,-1 9-29,10 2 0,0 2 1,-12 9-23,15 0 0,4 2-28,10-4-11,-3 27-169,21-19-464,12 9-985,15-3-1852,-1-21 0,4-1 3362,17 6 1,-4-7-1,-26-15 1</inkml:trace>
  <inkml:trace contextRef="#ctx0" brushRef="#br0" timeOffset="6300">17045 2462 19036,'0'-3'4957,"0"1"-4408,0 2-471,-44 7-78,32-1 56,-31 18 11,47-12 40,11 14-12,12-12 6,30-1-96,-15-6 71,-6-9 0,-1-3 2,-8-3-3201,16-27 3207,-32 14 56,-1-27-11,-16 16 112,-9-8-151,2 16 16,-8 7-56,7 14 3421,-9 8-3454,6 2 5,-9 16 6,7 5-39,-4 15-40,5 11-156,6 7-825,9-27 1,3 1-1103,5 1 0,3-1 2134,10 25 0,-1-23 0,-5-19 0</inkml:trace>
  <inkml:trace contextRef="#ctx0" brushRef="#br0" timeOffset="6877">18312 2304 15283,'2'-7'2806,"0"-25"0,-1-3-2100,-3 14 165,0-16 0,-3 2-451,-1 25 73,-4-2-386,6 12-57,-4 11 12,-7 14-6,-8 17-45,2-3 8,5-6 1,1 0-20,1 0 8,4 0 1,3 0 30,8-5 28,9 5-22,4-21 101,27-13-102,-15-7 32,6-6 0,1-3 64,1-13-28,-11 6 0,-2-2 51,-4-9 212,-12-18-325,-9 27-3341,-24-25 3285,11 36-2279,-26-5 2263,22 19-146,-16 8-1070,1 18-1232,6 13-1558,15-9 1,5 1 3647,6 22 1,4-16 0,3-16 0</inkml:trace>
  <inkml:trace contextRef="#ctx0" brushRef="#br0" timeOffset="7169">18454 2701 22772,'-45'19'502,"-1"1"0,5-4 1,9 0-414,17-1-44,8-5 157,11 1 66,8-4 46,15 1-157,0-4-5,4-3 60,-14-2-16,-7-4-140,-5 0 84,-4-9-117,-3 7 22,-9-9-62,-3 8-90,-3 0-2945,-14 5 3052,7 5 0,0-2 0,11 2 0</inkml:trace>
  <inkml:trace contextRef="#ctx0" brushRef="#br0" timeOffset="7833">6831 3231 17613,'-55'1'-250,"0"1"0,6-1 0,12 4-8,25 6 213,8 0 303,11 8-6,2-9 622,25 10-56,1-12 0,5-1-382,10 1 1,4-1-1476,1 1 0,6-2 1229,-10-1 0,5-1 1,1-1-1,-5 1-129,-8-1 1,-3 0 0,5-1-4,4 2 0,6-1 0,3 1 1,2-1-1,-1 0-512,2 0 0,0 0 1,1 0-1,1 0 1,1 0 475,-7 0 0,1-1 1,0 1-1,1-1 1,1 1-1,2-1-230,-8 0 1,2 0 0,1-1 0,1 1-1,0 0 1,0 0 0,-1-1 0,0 1 212,4-1 1,-1 0-1,1 1 1,-1-1 0,0 0-1,1 0 1,0-1-145,-4 1 1,0 0-1,0-1 1,1 0 0,0 1-1,0-1 1,0 0 0,1 1 143,3-1 1,0 0-1,2 1 1,-1-1 0,0 0-1,0 0 1,-2 1 0,-1-1-44,-1 0 1,-2-1 0,-2 1-1,0 0 1,2 0 0,2 0 0,3-1 47,-8 1 0,3 0 0,2 0 0,1-1 0,2 1 1,0 0-1,0-1 0,0 1 0,-2-1 0,-1 1 1,-3 0 22,8-1 1,-3 0-1,-1 1 1,-2-1 0,1 0-1,1 0 1,2 1-1,3-1 4,-9 0 0,2 1 1,2-1-1,2 0 1,0 0-1,1 1 0,1-1 1,-1 0-1,0 0 1,-1 1-1,-1-1 0,-1 0 2,-1 0 0,-1 0 0,-1 0 1,0 0-1,0 0 0,0 0 0,-1 0 1,0 0-1,1 0 0,0 0 1,0 0-8,2-1 0,0 1 0,0 0 0,1 0 0,0 0 0,-1-1 0,1 1 0,-2 0 0,0 0 0,-1-1 0,-1 1-17,2 0 1,-1 0-1,-2-1 1,0 1 0,-1 0-1,1-1 1,1 1 0,2 0-1,3-1 7,-8 1 0,3 0 1,1-1-1,2 1 1,1-1-1,1 1 1,0-1-1,-1 1 1,0 0-1,-1-1 1,-1 1-1,-3 0 1,-1-1-9,7 1 0,-3 0 0,-2 0 1,-1 0-1,-1-1 0,1 1 1,1 0-1,1 0 0,4 0-10,-5 0 1,3 0 0,1 0-1,2 0 1,0 0 0,1 0 0,0-1-1,0 1 1,-2 0 0,0 0 0,-2 1-1,-3-1-15,7 0 1,-2 0-1,0 1 1,-2-1-1,-1 1 1,-1-1-1,-1 1 1,-1 0-1,-1-1-40,3 1 1,-2 0 0,-2 0-1,-1 0 1,0 0 0,1 1-1,2-1-1354,6 1 1,3-1 0,2 1-1,-1 0 1,-3 0 0,-4 0-1,-7 0 1030,11 1 1,-9-1-1,2 1 1,0-1-1,4 1 1,-5 0-1,-15-1 1,-9 0 0</inkml:trace>
  <inkml:trace contextRef="#ctx0" brushRef="#br0" timeOffset="12184">5752 3395 9302,'-4'-1'6497,"0"0"-2420,4 1-3097,-41-14-761,30 10 290,-31-10-386,42 14 135,3 0-135,5-1-55,2 1 78,19-1-29,10 0-86,-9 1 0,5-1-23,22-2 1,3 0-1043,-15 0 0,2 0 952,6-2 0,6 0 0,-2 0-383,-8 0 0,-1 0 0,3 0-1002,-2-1 1,4 1 0,-1-1 0,0 1 1466,12-2 0,-2 1 0,-4 0 0,5 0 0,-7 0 0,-24 3 0,0 0 0</inkml:trace>
  <inkml:trace contextRef="#ctx0" brushRef="#br0" timeOffset="13117">17940 3287 7710,'-7'0'3957,"-27"3"1,-3 1-2939,16-2 199,-19 2 1,5-1-720,27-2 469,0 1-671,7-2 599,10 0-700,2 0 51,43-1-196,-14-2-502,18 0 1,3-1 464,-28 2 0,0-1-1,17 0 0,7-1 0,-6 1-16,-16 1 0,-1 0 8,29-1 1,-1-1-9,-28 3 1,-2-1-1779,8 1 1,-2-1 861,8 1 919,-8 2 0,-30-1 0,-1 1 0</inkml:trace>
  <inkml:trace contextRef="#ctx0" brushRef="#br0" timeOffset="16300">5829 3468 16090,'8'-31'1428,"20"3"-1383,26 23-189,-16 1 0,6-1 1,0 0-3012,15-1 1,1-1 3154,-8 1 0,3-1 0,-6 2 0,-2-1 0,-7 0 0,11 0 0</inkml:trace>
  <inkml:trace contextRef="#ctx0" brushRef="#br0" timeOffset="18450">2904 4966 8786,'3'-6'3445,"10"-23"0,2-7-1693,1-5-1753,1 3 0,-1-3 908,-6 8 1,-1 4-166,-1-1 546,3-27-809,-9 39 300,1-9-627,-3 21-130,1 4 344,-3 9-321,-4 18-9,-2 3 1,-2 5-23,-2 4 0,-1 2-513,-5 13 1,-1 1 498,1-4 0,-1-3-3,5-9 0,-1-1-129,-1 8 1,1-3 136,2 0 90,0 6 40,10-34 229,8-22-291,9-18-12,12-28-33,1 2 69,-2 0 1,1-1-90,-12 24 1,0 0 15,8-15 1,3-6-1,-3 6-16,-6 14 1,0 1-4,8-9 1,3-5 0,-2 7-6,7-5 11,-1 9 0,0 7 273,-5 20-290,10 16 23,-13 27-17,-5 4 0,-5-1 0,-1 3-184,-4-10 1,-1 1 163,2 6 1,0 2-287,-1 12 1,-2-2-421,-2-15 1,1 0-628,2 14 1,0-2-1507,3 7 2859,6-8 0,-10-33 0,3 2 0</inkml:trace>
  <inkml:trace contextRef="#ctx0" brushRef="#br0" timeOffset="18618">3040 5021 20408,'17'-40'-88,"1"0"0,0 0 0,11-15 0,6 10-1192,4 28 0,5 8 147,8-3 1,-3 3 0,7-2 0,-4 5 0</inkml:trace>
  <inkml:trace contextRef="#ctx0" brushRef="#br0" timeOffset="19217">3841 5041 15137,'-5'4'4324,"0"0"-2798,5-4 20,0 0-897,-43 33-514,54-44 98,-18 12-219,24-18 0,13-10 22,13-15 0,1-5-395,-13 10 1,-2 0 380,7-6 0,-1-4 21,-14 10 0,-2-2 0,-3 1-10,-2 0 1,-3 0-335,4-6 1,-2-1 367,-9 5 0,-4 5 40,-7-2 167,-13-7-223,4 29-29,-6 20 1172,5 24-1177,-2 26-12,7-18 1,2 3-25,1 4 1,1 3 12,1 1 1,1 2 2,2-1 0,3 0 11,1-2 1,3 0-20,2-5 0,4-1 2,9-1 1,3-3 30,12 7-86,14-7 72,-13-32 0,1-5-8,-1-5 0,2-4-438,16-5 1,1-5 434,-5-8 0,-3-3 3,-8 4 0,-2-4 11,-4-3 0,1-6 1,-4 1-7,0-6 1,-3-2 1,-1 1 1,0-3-1,-2 3 10,-3-1 0,-3 1 39,3-13 0,-4 2 135,-2-4-71,-5 23 1,-3 2 80,-8 5 609,0 16-782,-5 12 69,-8 30-85,2-1-10,-1 6 1,-1 5-45,3-2 1,-1 2 32,-4 13 1,0 3-29,-1 5 1,3 4-590,4-9 1,2 3-1,1-3-1102,-2 4 1,4 1 1727,7-1 0,3 4 0,0-12 0,1-2 0,4-15 0,0 0 0</inkml:trace>
  <inkml:trace contextRef="#ctx0" brushRef="#br0" timeOffset="19909">7000 5062 19697,'22'-45'550,"0"-1"1,-1 1-1,5-12 1,-3 12-450,-7 23 1059,-25 40-1031,-1 3-45,-4 9 0,-1 4-39,2 0 0,0 2-1275,-2 6 0,-1 5 0,1-2 1230,-2 4 0,1 2-12,-1 1 1,-2 3 0,1-3-154,-2 4 1,0-1 149,4-12 0,0 1 0,1-1 44,-5 12 0,2-4-27,4-10 1,2-5 14,-1 2-6,7-25-22,6-23 2672,7-30-2672,5-20 18,-2 21 1,1-6-1,0 2 325,1-4 1,1-3-331,0 4 1,1-6 0,2 0 0,-3 7-588,1 0 1,0 0 584,3-8 0,2-5 0,-2 4-14,-1 6 0,1 2-834,-1 4 1,2-3 0,-1 4 849,0 0 1,2 2-24,3 2 1,4-2 0,-1 6-273,14-9 272,-6 13 1,7-2 0,-3 5 9,-10 9 0,2 3-14,15-3 1,7 0 0,-6 6-15,17 7-15,1 16 1,-5 8 25,-18 13-20,-17 17 1,-11 4 8,-24 4-52,-4-20 1,-7 5 0,-3-3-6,-14 6 1,-8-2 63,14-12 0,-5 1 0,1 0 0,1-2 26,2-2 0,2-2 1,-2 0-74,-13 8 1,-3 0 0,9-6 496,-3 1-3003,12-10 0,7-2-75,20-12 2660,11-6 0,-1 1 0,0-3 0</inkml:trace>
  <inkml:trace contextRef="#ctx0" brushRef="#br0" timeOffset="20850">8394 4606 15771,'0'-3'3887,"0"1"-2582,0 2-370,-70 5-694,37 7-466,-6 0 0,-9 4 0,8 1 326,-7 18-25,14-8 1,-4 5 0,5-4-21,-8 12-17,5 1 0,5-2 247,12-10-168,2 19 128,26-36-100,4 3-17,11-18 100,33-21-156,-22 5 0,1-3-48,-1 2 0,1-2 39,3-6 1,-3-1 97,2-10 12,2-8 184,-14 4-229,-13 18 1022,-10 4-1100,-6 17-6,-8 4-45,3 6 11,-10 12 6,0 7-6,-8 23-6,9-13-13,5-3 0,3 0 2,4-4 12,4 29-6,6-35-17,13 14 17,16-24 33,6-5-27,2-9 11,-13-8 0,-1-4 27,12-15-22,-12 6 1,-2-2-326,6-12 331,-10 3 0,-2 1-17,0-2 0,3-1 0,0 1 12,-5 9 5,23-21 0,-20 30-12,7-3-10,-16 13 33,-5 10-33,-8 3 342,-7 14-303,-14 11-34,-2 2-11,-4 5 0,12-16 0,6-3 11,7-7-11,0-4 6,2-3 5,0-4-5,0 0-23,0 0 11,0 0-5,2 3 0,-1-2-11,2 0 22,-1-2 0,0 0 0,1 0 11,2-4-6,-1 1-10,2-5 10,-4 4-5,0-1-5,-2 2-6,-2 1-101,1 1-774,-1-1-676,1 0-1127,2-1 387,3 0 2302,8-6 0,-6 6 0,4-3 0</inkml:trace>
  <inkml:trace contextRef="#ctx0" brushRef="#br0" timeOffset="22233">8845 4616 22772,'-33'-5'476,"7"3"-403,28 5 101,8 7-118,4-1-6,9 4 6,2-3 11,3-3-5,2-5 11,3-8 27,0-5 1,-3-7 34,-4-2 94,-6 2 135,-5 0 79,-4 5-241,-6 6 190,-2 4-241,-3 2-78,-9 11 22,-2 5-17,-10 15-44,-4 7-17,-4 12-218,12-21 1,1 2 175,-2 3 0,1 1-17,1 1 0,1-1-20,-6 19-190,15-19 0,5-3-561,13 4-402,14 5-572,17-26-587,12-17 929,-22-4 1,0-4 592,2-4 1,-1-2 554,0-2 1,-1-3 424,-2 0 1,-2-1 331,-3 0 0,-2 1 1309,14-19 382,-14 8 44,-13 10-889,-10 9-343,-5 7-224,-2 3 231,-1 4-763,3-1-139,1 1-40,2 1-12,2 2 19,6 1 9,10 1-21,5-1 5,32-8-28,-7-7 2,-11 1 1,1-2 11,-7-1 0,-1-2 20,22-20-6,-16 4 39,-11-17-16,-19 18 5,-11-10-34,-15 22-5,-15 9 0,-9 17-1,-6 7 7,2 15-12,4 7-11,9 6 0,10 3-28,12 4-6,7 1-61,10 2-286,7-2 22,4-13-2339,10-12 0,3-5 2171,4-5 36,8-4 1,3-6-19,-10-12 1,0-4 362,10-3 1,2-3 131,-2-4 0,-1-4-873,3-7 1,-3-2 1003,-14 11 1,-1 0 170,5-9 1,-4 1 32,-7 5 867,10-13 1687,-18 19-2270,2-1-172,-10 14-410,-2 3 3380,-2 10-3364,-2 9 40,-3 14-6,-9 20-73,2-13 28,-8 15 34,12-25-29,2 2 51,9-16-5,10-10-29,12-15-16,9-12-1,7-9-10,4-3 38,4-1-33,-17 15 6,0 5-11,-22 14-6,-1 9 5,-5 10 28,-2 25-33,-2-7 8,0-1 1,0-1-26,2-4-12,7 21 29,7-24 0,13-2 22,10-10-22,10-16-17,-6-7-3,-8-8 0,0-6-8,-11 3 0,-1-4 0,16-22 0,-1-3-388,-16 17 0,-2-1 410,1-9 0,1-5 0,-4 6 6,-5 10 0,-2 1-6,9-27 0,-2 0-43,-11 25 0,-2 2 135,2-6 1,-2 2-54,0-6 113,-2 12-68,-2 23-67,-1 2-6,0 12 787,-4 12-781,-6 23-31,-2 1 0,-2 2-401,4-11 0,-1 1 379,-2 2 1,-1 5 0,1-3-155,-2 4 0,0 1-1270,4-1 1,0 2 0,1-2 1156,-1 0 1,3-1-557,8 10 0,6-6-784,11-14 1632,13-12 0,1-3 0,-8-6 0,19-1 0</inkml:trace>
  <inkml:trace contextRef="#ctx0" brushRef="#br0" timeOffset="22633">10748 4775 17977,'-5'-3'4202,"0"1"-3418,5 2-1008,95-46 106,-51 34-7,6-5 0,11-3 0,-10 6-860,6 10 819,6-3 1,-1-1 70,-9 0 5,3-4 0,-3-2 68,-12 1 72,-7 1 1,-3-3 1001,-5-11-576,-8 3 436,-19-7-621,-8 16-2722,-18-1 2627,15 10 357,-6 0-542,14 5 17,0 4 0,5 6-6,8 17-16,-2-5 3397,12 20-3397,-2-5-18,7 14 7,-3 5-110,-12-20 0,-1 0-431,-1 13-339,-9-14 0,-6-1-6643,-18 7 7528,-8 2 0,8-18 0,10-13 0</inkml:trace>
  <inkml:trace contextRef="#ctx0" brushRef="#br0" timeOffset="22800">11254 4698 18515,'28'-48'1665,"0"-1"1,-1 2-1,-5 11-1480,-15 28-39,0 4-107,-7 10 39,-14 29-111,2-8-189,-5 5 1,-2 4-1513,0-5 1,0 1 1054,-3 5 1,1-2 0,-8 12 0,13-20-1</inkml:trace>
  <inkml:trace contextRef="#ctx0" brushRef="#br0" timeOffset="24166">13507 4678 18182,'13'-48'507,"1"0"0,-1 0 0,1 1 0,3-12 0,0 2 0,0 2-267,-2 13 1,0 1 0,-1 3-643,3-8 0,-1 5 565,3-8 799,-7 21-833,-6 28 419,1 17-475,0 29-45,-2 5 11,-8 9 0,-5 3-578,3-25 0,-2 0 548,-4 11 1,-3 6-1,-2-2-11,-3-4 0,-4-2 1,1 1-3,0-1 0,0 0 1,-1-1 3,1-2 0,0-1 0,0-3 234,-6 12 1,3-8-224,5-9 236,-6 12-51,21-42-135,7-15-44,4-9-3,10-11 0,2-2 3,8-7 179,-2 7 0,6-5 1,-3 4-195,-6 9 1,2 0 19,12-9 1,6-3 0,-2 6-7,-5 6 1,1 4-6,13-8 1,0 4-23,5 7-95,4 17 90,-28 18 10,9 14-33,-15 15 22,-7-6-33,3 12-79,2-6-28,5-2-89,9-6 849,3-21-900,10-11 196,-5-10 99,-4-8 0,-1-3 7,4-6 6,4-9 1,-1-4 24,-20 11 1,-3-2 5,11-10 0,-3-1 16,-11 7 1,-3 1 36,4-14 323,-10-3-227,-14 22-85,-3-3-61,-8 19-56,-5 14 39,-6 12-28,3 5 33,-11 28-10,15-13 402,-1 19-447,15-16 5,8-8 0,5-9 23,2-12 27,15-7-33,0-17 12,6 0 27,14-26 6,-17 6-1,10-13 24,-17 9 55,-8 7-56,-7 10 62,-4 7-123,-4 10 0,-6 9 5,-5 7-17,-4 12 6,2 5-22,6 3-7,7-8-184,13 12-173,4-16-213,13 7-84,5-17 72,7-8 404,-4-9 17,22-19 246,-19-6 0,-13 6 0,0-2 145,8-20 107,-9 1 101,-7 6 123,-8 10-90,-4 11-268,-5 9-146,0 6 0,-1 7 0,0 10-11,0 14-12,0 12-5,0 8-22,3 0 28,5-4-6,0-14 28,13-2 28,-6-20 28,9-4-17,-3-19 17,1-11-11,2-11-34,2-10-28,2-4-237,4-2 231,3 6-78,12 9-11,-16 16-397,10 7-617,-19 18-644,4 8-756,-4 11-2246,-6 10-4061,-3 4 8863,-6-10 0,-2-8 0,-4-15 0</inkml:trace>
  <inkml:trace contextRef="#ctx0" brushRef="#br0" timeOffset="24499">15797 4869 23483,'-21'16'544,"6"-2"-337,11-2 34,15-6-101,14-8-62,13-8 17,8-9-36,-19 2 0,-1-1-26,9-10 46,2-17 38,-24 12 68,-5-7 12,-14 8-1,-13 9-6,-13 11-5,-3 9-11,0 10-96,6 7-56,7 10-5,7 9-34,5 10-39,5 11-252,7 6-586,2-29 0,2 1-3215,3 0 1,3-1 4108,12 20 0,-6-19 0,-6-16 0</inkml:trace>
  <inkml:trace contextRef="#ctx0" brushRef="#br0" timeOffset="25700">17683 4652 24195,'-30'12'229,"8"5"-184,23 3 17,9 2 27,13-3 6,13-7-50,12-8 22,5-13 17,1-10 45,-7-10 11,-13-8 17,-13-13-100,-13 13 15,-21-18-72,1 34 12,-21-8 4,4 23-21,-17 16 5,7 13 0,4 8-11,10 16-3404,12 14 3398,2-9-28,11-5 0,3-1-65,5-5-8,9 2 1,4-2-1,5-9-1217,17-4 0,4-5 1105,6-11-117,6-6 0,4-4-417,-10-9 0,-1-4 618,-7 2 0,1-2 1,1-2 120,5-7 1,1-3 0,-4 0 29,1-1 1,-3-3 3,-11 2 1,-1-4-1,-6-1 692,-7-12 0,-6 0-662,0 7 1,-3-1-28,0-27 0,-6 3 156,-3 8 14,-2 6 0,0 0 2583,2 0-2144,2-4-503,-1 23 1381,0 11-1465,-5 22 78,-4 33-79,-4-4 329,-1 5 1,-3 4-330,-1-7 1,-1 1-202,0 2 0,-2 3 0,1-2 160,-1 2 0,1 0-41,1-3 1,-1 2-1,4-3-181,1-1 1,4 0-905,1 15 1,4 0 99,5-12 1,3-2 350,0-4 0,5-4-5663,27 13 6346,-14-30 0,0 1 0,-14-13 0</inkml:trace>
  <inkml:trace contextRef="#ctx0" brushRef="#br0" timeOffset="26351">18539 4901 18744,'-30'-42'943,"0"0"0,1 2 0,15 8-898,33 19-57,12 2 1,4 2-28,21-4-527,-14 6 1,8-1 0,-4 0 542,-1 0 1,0-1 18,-2 0 0,2-1 1,-3-1 23,7-6 1,-5-2-10,-3-4 0,-4-1 6,-10 5 0,-2-3 58,2-15 1,-5-1 14,-4 0 176,-5-1 0,-3 0 322,-6 5-241,0-5 645,-3 16-662,0 15-291,-1 0-16,0 12 1205,-9 28-1183,-6 18-31,6-20 0,-2 3-166,-9 22 1,-1-1 159,10-24 1,-1 0-313,-5 14 0,-3 6 1,2-7 292,-5 14 2,2 1 1,2-2 8,7-16 22,0 21-33,14-38 67,11-4 6,8-15 703,15-15-715,7-14-16,-6 0 13,-9 1 1,-1 0-14,9-9-6,-12 9 0,-1 2 5,8-4 977,-12 10-1015,0 9 5,-12 8-6,7 17-11,-7 7 17,1 16 6,-4-11-17,0 4 0,1-10 44,10 8-44,5-13 5,14-4 6,-6-16 0,15-11 62,5-19-28,-8 4 36,-9-1 0,-4-1 53,-2-5 62,5-11-78,-18 22 83,-7 8-112,-4 10-83,-1 3-12,-7 18-157,-1 8-156,-4 8-1743,2 15 2073,6 2 0,1-16 0,3-2 0</inkml:trace>
  <inkml:trace contextRef="#ctx0" brushRef="#br0" timeOffset="29618">18197 4740 22156,'19'-32'159,"0"0"1,6-4-132,-30 50-16,-9 26-96,0-1-281,-1 14-615,3 2-1142,6-2-1727,7-6 3849,8-5 0,-4-20 0,3-8 0</inkml:trace>
  <inkml:trace contextRef="#ctx0" brushRef="#br0" timeOffset="29799">18368 4342 15950,'23'-14'-355,"-17"-2"0,16 24 0</inkml:trace>
  <inkml:trace contextRef="#ctx0" brushRef="#br0" timeOffset="31200">19798 4798 20386,'2'-23'1181,"0"6"-1214,-2 17-242,0 0 287,-4 2-12,3 0 33,-6 3 34,4-1-22,-1-1 134,1 0-22,1-1-84,0 0 145,1 1-144,0-2 128,1 4-57,0-2 118,3 2-95,1-3 146,10 0-84,5-5 27,17-7-162,-9 1 258,15-16-230,-27 13 118,5-13 11,-19 0-145,-9-1-68,-4 1 45,-23 6-62,13 12 17,-28 2-33,29 8 16,-18 13-10,25-3 10,-12 26-11,14-5-5,-4 19-12,10-14-5,10 21 11,3-28 0,7 1 0,5 0 17,16-1-1699,-5-10 0,2-2 1687,19-1 3,-3-11 1,3-6-335,-13-4 1,-1-2 330,8 1 1,0-3-28,1-7 0,-4-4 95,3-10-28,7-6 23,-32-15-18,-16 8-5,-5-7 28,-13-13-34,2 19-6,-3-15-27,8 24 16,11 2-50,21 7 3020,9 4-2980,19 4 987,-14 11-999,18 16 6,-24 5 179,5 7-185,-10 22-17,-12-8-16,3 11-332,1 3-9466,9 2 9090,-8-13 1,3-3-1,-19-32 1</inkml:trace>
  <inkml:trace contextRef="#ctx0" brushRef="#br0" timeOffset="33041">22039 4565 22599,'17'-52'345,"-1"1"0,7-1 1,4 12-150,27 23-380,-20 7 1,1 4 205,27 12 0,-34 10 1,-4 5-6,2 14-1970,-21 9 1,-9 2 1991,-12 0-34,-7 0 1,-7 2-58,1-14 1,-4-2 68,-9 8 0,-2 0-18,1-4 1,-1-1 14,1 2 0,4-2-8,-4 3-1,12 0 172,51-28-143,25-6-34,-7-3 0,8-3 170,4-2 0,6-2 0,-2-1-352,6 0 0,2-2-538,-15 3 0,4-2 0,1 0 1,-4 0 690,4 0 1,-2 0 0,-4 0 0,7 0-1,-4 0 1,-5 0 0,0 1 0</inkml:trace>
  <inkml:trace contextRef="#ctx0" brushRef="#br0" timeOffset="33992">2757 6598 18770,'-31'-49'903,"1"-1"0,1 6 1,0 12-567,-11 26-108,-4 20-50,-4 16-129,23-7 1,2 3-37,0 4 0,3 1-9,2 0 1,4 0 0,-4 27-40,20-4 34,8-21 307,21-6-279,6-25-2056,-3-11 1,1-3 2061,16-6 5,-13-5 0,-2-3 913,5-11-759,-19 10 1,-3 0-82,2-9 67,-14 0-50,-19 11-23,-14-4-50,-2 2 3352,-5 3-3447,17 16-32,7 8-7,8 6-533,13 19 152,-2-9-3742,30 27 751,-15-24 3450,19 12 0,-29-22 0,0-2 0</inkml:trace>
  <inkml:trace contextRef="#ctx0" brushRef="#br0" timeOffset="34301">3091 6400 21343,'21'38'-6,"0"-1"1,2 12 0,-1-1-376,-5-19 1,-3 0 346,2 27 1,-7-1 44,-10-6 9,-4-8 0,-6-3 533,-12-8 81,-7-4 174,4-26-7,10-35-611,11 0-39,10-1 1,5-2-332,4 5 1,4-1 210,16-18 0,3 0-225,-11 15 1,2 2 2,6 2 1,4-2-1,-4 7-693,14-3 884,3 6 0,-4 4 0,-18 11 0,12 1 0</inkml:trace>
  <inkml:trace contextRef="#ctx0" brushRef="#br0" timeOffset="34958">6253 6555 15227,'2'-35'2148,"0"-1"1,-1 6-1380,-2-9 1,-5 5-182,-9 23-168,-15 3-223,2 13 91,-2 11 1,0 3-121,-6 10-544,-6 12 0,-1 6 412,21-15 0,2 2-22,-9 16 0,4 0-59,13-19 1,4 1 33,5 8 0,6-1 17,16 3 2,-1-14 0,3-5 4,17-3 30,1-18 0,2-7-17,-10-4 0,0-5-355,15-6 1,-1-4 368,-15 4 0,-3-3 126,6-15 1,-5-4-261,-14 13 1,-4-2 195,4-13 0,-4 0 845,-12-14-856,-8 19 0,-4 2 27,-12-7-70,7 15 1,-1 3 71,-7 3-85,-14 12 751,11 21-819,-6 3-207,16 13 0,4 6-1651,0 26 1329,7-9 0,3 0 1,3 0-1,8-3 1</inkml:trace>
  <inkml:trace contextRef="#ctx0" brushRef="#br0" timeOffset="36216">8306 6375 15143,'-5'-2'5030,"2"0"-4106,3 2-308,-72-12-22,32 22-367,-10-7 0,-1 5-599,24 11 1,4 4 413,0 1 0,2 2-34,3 1 1,3 2 279,-3 28-339,16-3-145,18-19 0,7-3-325,23 9-18,-7-18 0,4-7-206,8-14 0,-2-7 94,-14 2 0,0-4 365,17-9 0,-3-4 235,-18 2 1,-3-2-1025,10-14 1,-2-2 1178,-14 11 0,-2 0 142,1-13 0,-5-2 13,-6-18 66,-5 20 0,-1-1 11,1 0 0,-1-1-23,1-1 1,0 1-45,2 2 0,2 1-26,0 2 1,1 2 199,12-21 13,-4 20-81,3 8 317,-11 22-574,4 13 3224,-7 24-3286,-4 6-1416,-6 7 1,-5 5 1361,0-11 1,-2 3 2,-3 6 1,-2 6 0,0-5-34,0-5 0,0 1 16,2 0 1,-1 3 0,3-8 6,0 8-7,5-10 1,5-4 39,12-12 17,8-5 6,11-24-12,9-17-25,-14 4 0,0-3 16,3-3 1,1-2 1491,-1 1 0,0-2-1489,-2 1 1,-2 0 28,17-19-3214,-10 8 3158,-12 18 5,-7 8 11,-8 18-16,1 7-34,2 11 293,0-1-265,8 15 3386,0-14-3380,12 8-17,4-16 11,7-7 11,18-20 0,-8-7 0,-1-7 0,-9-8 29,-14 4 39,1-8 133,-9 0-116,-9 14 122,-4 2-44,-4 15-118,0 2-34,0 6-3392,-2 15 3376,1-2-107,2 39-156,5-16-119,-1-7 1,2 1-3580,16 28 127,-4-20 3828,8 5 0,-18-33 0,1-1 0</inkml:trace>
  <inkml:trace contextRef="#ctx0" brushRef="#br0" timeOffset="36390">9628 6224 19798,'29'-15'-1718,"-11"-3"0,-9 29 1</inkml:trace>
  <inkml:trace contextRef="#ctx0" brushRef="#br0" timeOffset="37139">9781 6806 23560,'28'-36'37,"0"-1"0,0 1 0,-1 0 0,-1-1 0,-1 3-18,2-6 1,-3 2-14,-4 5 0,-1-2 10,4-13 1,0-6 0,-2 5-601,-5 11 1,-1 1 602,4-13 0,3-6 0,-4 6 62,-7 14 0,-2 3 374,1-5 0,-1 3-309,-1-3 485,-7 17-637,-6 24 375,-5 14-358,-6 18-5,1 3-12,5-7 1,1 3-15,4 9 1,1 3-180,3 1 1,1 0 108,2 1 0,3 0-255,8-3 1,3-2-292,2-7 1,1-1-595,6 8 1,1 0-1809,7 4 0,0-4 1609,-12-15 1,3-3-2148,16 4 0,1-7 3576,-2-12 0,1-9 0,0-6 107,17-19 3382,-15 0 1,-1-4-1776,-8 1 0,-2-1-1045,-1 2 0,-4-2 351,-6 0-1,-4 0 465,1-15-391,-4-9 55,-24 5 292,-4 20-886,-42 7-453,23 21-31,-7 7 0,0 5 253,3 6-312,4 3 1,2 3-7,-1 14-30,17-8 0,2 1 2,0 10-10,22 13 225,29-26-276,10-6 33,-15-14 1,3-4 39,-3-9 0,-1-3 28,19-6-1619,-14-8 1,-2-4 1634,-1-5 65,-2-11 0,-3-3-517,-9-1 511,-5-2 1,-1-3 27,-7 10 1,-2-1 107,-1 0 0,0-3 0,0 3-108,-1-3 0,0 0 191,-1-16 0,-1 5 102,-2 17-15,-3-18-258,2 42-51,0 4 3036,3 18-3103,2 27 14,-1 4 1,0 4-244,0 7 0,-2 2 190,-1-6 0,-1 2 1,-1 0-68,-2-3 0,-1 0 0,0 0-922,-2 2 0,-1 1 1,1-2 237,-3 9 1,2 1 767,3-8 0,1 2 0,2-8 0,-2 7 0,5-16 0,0 0 0</inkml:trace>
  <inkml:trace contextRef="#ctx0" brushRef="#br0" timeOffset="37283">11725 6553 23635,'-1'-5'2509,"0"1"-2679,1 4 0,0 0 0</inkml:trace>
  <inkml:trace contextRef="#ctx0" brushRef="#br0" timeOffset="40068">1019 8830 23814,'-10'-54'626,"-1"1"0,2 6 0,-4 9-1137,-13 19 54,-26 26 714,11 5-435,4 7 0,0 5 260,10-1 0,1 3-10,-8 6 0,2 3-330,3 0 0,3 2 90,4-2 1,3-1 62,-2 18-34,22 8-189,24-29-146,21 3 218,-15-26 0,3-6-409,10-8 0,1-3 488,16-5 121,-22-3 1,-4-3 58,-5-4 221,-4-3 196,-22 8-241,-33 14-117,2 7 41,-12 12 1,-1 4-48,-1 6 309,0 1 0,0 3-343,-4 14-1660,18-10 0,3 0 1627,-4 12-181,20-11 1,7-2-49,9-4-1516,13 0 0,5-2-2496,8-5 4252,0-3 0,-2-3 0,-9-6 0,0-1 0</inkml:trace>
  <inkml:trace contextRef="#ctx0" brushRef="#br0" timeOffset="40257">1614 8976 17468,'2'-6'4733,"0"1"-4464,-2 5-236,-48 60-262,22-10-827,-5 1 1,0 6-2533,14-4 1,5 0 3587,2-12 0,1-3 0,1-2 0,1-5 0,1-5 0</inkml:trace>
  <inkml:trace contextRef="#ctx0" brushRef="#br0" timeOffset="40408">1410 9256 17910,'1'-44'1719,"0"0"1,0-1 0,0 8-1401,0 21-72,-1-2-225,1 22-11,11 18-78,-1-2-387,25 23-1260,8-8-3202,-4-7 1,0-1 2797,13 7 0,-1-2 1,-44-26-1</inkml:trace>
  <inkml:trace contextRef="#ctx0" brushRef="#br0" timeOffset="40634">606 10082 21037,'52'-25'-19,"1"1"1,0-1 0,0 0 0,4 1 0,4-1 0,2 0 0,-4 2 0,-6 4-1089,-7 5 0,-5 2 0,4 0 626,3-2 0,5-1 1,3 0-1,-2 0 1,-5 3-2797,6-1 0,-5 3 0,0-1 2644,-2 1 1,-1 0-1,-3 1 1,3 0-1,-9 3 1,-17 3 0</inkml:trace>
  <inkml:trace contextRef="#ctx0" brushRef="#br0" timeOffset="41674">10424 8068 15331,'23'-43'619,"1"-1"0,0 1 0,5-10 0,-1 5 836,-9 17 1,-2 6-1193,1 0 955,-10 25-1151,-6 12 34,-2 36-73,-7 13-203,-3-8 1,-3 4-17,-1-4 1,-1-2-43,-2 1 1,0-1-151,0 0 1,3-1-2223,6-10 1,2 0 2604,-1 3 0,1-2 0,3 8 0,3-24 0</inkml:trace>
  <inkml:trace contextRef="#ctx0" brushRef="#br0" timeOffset="42058">10748 7745 9575,'-18'-44'1352,"-1"0"1,1-1 0,-12-13-1,-3 8-1078,9 19 1,-5 8 352,-27 4 1,-3 9-460,25 8 0,-1 4 31,-10 2 1,-5 4 0,1 5-2,3 8 0,2 7 0,1 2-146,-3 3 0,1 2 1,0 5-401,6-3 1,0 4 0,2 2 0,3 0 341,6 0 1,3 1-1,1 0 1,2-1-3,-2 6 1,3-1-1,3 2 148,1 8 1,4 3 0,7-4-149,7-12 1,5-2 0,6 0-3,5 0 0,5 1 1,3 0-1,-1-5-10,1-1 1,0-5-1,8-1-8,13-2 0,10-1 0,1-4 0,-6-5-286,4-5 1,1-6 269,-4-1 1,6 0 0,3-4 0,-2-4 30,-5-5 0,0-4 1,0-4-1,2-2 170,0-3 0,3-3 1,1-2-1,-1-3 0,-2-1-89,-3 0 0,0-1 1,-1-3-1,-2-2 1,-3-2-13,-1-5 0,-1-3 0,-3-2 0,-4 0 0,-5 3-36,1-6 1,-7 1-1,-7-3 6,-10 1 1,-5-4 0,-3 1 0,-4 8-19,-3 1 1,-7 1-17,-8-11 1,-8-5-1,-4 9-12,-9 14 1,-4 6 5,-5-9 0,-7 6-95,4 19 1,-5 8 0,3 4-304,-6 7 1,2 4 60,11-5 0,-2 1 0,0 7 351,-5 16 0,0 8 0,10-5 0,-6 1 0,8 4 0,0 0 0</inkml:trace>
  <inkml:trace contextRef="#ctx0" brushRef="#br0" timeOffset="42397">10005 9308 10601,'21'-52'2447,"0"-1"1,-4 10 0,-4 3-1344,-8 0-427,-20 24 40,-16 23-62,-18 26-403,3 7-1172,10-1 0,-2 7 974,3-3 0,0 3 1,0-1-449,6-8 0,0-1 0,-2 4 334,0 0 1,-2 4 0,-2 3-1,1-2 1,5-4-249,-1 2 0,3-3 0,0 2-288,1-1 1,-2 4 0,1-1 0,4-4-598,-1 6 1,5-3-3724,8-4 1,5-6 4761,6-6 1,2-6-1,-1-16 1</inkml:trace>
  <inkml:trace contextRef="#ctx0" brushRef="#br0" timeOffset="42609">10064 9292 14488,'13'-56'2085,"1"0"1,-4 10-1,3 6-814,20 2-732,8 26-883,-4 9 1,3 4 418,-6 3 1,2 4-665,11 7 1,8 6 0,-3 1 614,-10-2 0,-2 1 1,4 1-263,1 2 0,5 1 1,0 2-1,-2-1 226,-5-1 0,-2-1 1,0 1-1,1 0-53,2 1 0,-1 0 0,2-1 0,-1 0-269,2 0 0,1 0 0,0-1 0,1-1-1308,1 1 0,1-1 1,0-2-1,-1 0 1640,10 4 0,-1-2 0,-5-2 0,4 0 0,-7-2 0,6 1 0</inkml:trace>
  <inkml:trace contextRef="#ctx0" brushRef="#br0" timeOffset="43576">9026 10642 16185,'-3'-5'4615,"1"1"-4254,-11-26 1,-1-7-144,5 12-39,-7-18 0,1-4 209,11 2-288,4 0-60,12 0-29,14 21-11,1 13-6,31 15-5,-15 16-131,-12-3 0,-1 5 111,-7 4 0,-5 4-230,-3 3 1,-6 3 232,-5 3 0,-7 1-3,-8 3 1,-5-2 21,1-7 1,-4-2 5,-10 6 0,-5-1 23,-2-4 0,-2-1-318,1-2 0,-1 0 314,-4 0 1,3-4 17,-9 4-73,18-13-6,19-6 290,44-2-329,29-4-220,-28-3 0,1-2 214,3 0 0,1-3-395,10-6 1,2-1-45,-8 0 0,2-1 15,-3 1 1,2-2-1,0-2-765,1-5 0,0-3 1,-3 0 491,5-6 0,-2-1 440,4-3 0,-5-4-466,-14-5 1,-7-2 599,-10 9 0,-4 0 223,4-5 0,-3-4 147,-9-12 0,-7-1-1148,-7 6 0,-3-1 1257,3 0 0,-4 1 403,-12-4 1,-8 6-253,5 20 1,-5 6 346,-15-5 1,-6 6-336,14 10 0,-3 4 1,-1 4-78,-6 4 1,-3 5 0,2 1-333,7-1 1,2 2 0,-1 3 160,3 2 1,-3 3 0,1 2 0,1 3-261,0 4 0,0 3 0,1 3 1,0-1 118,0 2 1,1 0-1,0 3 1,1 1-27,-3 7 0,0 4 0,2 0 0,6-3-11,5 0 1,4-3 0,4 2 1,2-4 1,2 1 0,6 3-6,6 15 0,6 4 0,7-4 469,8 0 1,8 0-453,-5-14 0,2 4 0,4-3 0,5-8-3,13-7 1,7-9 0,0-4-11,-6-1 0,-1-4 0,6-3 1,8-5 1,7-3-1,1-4 1,-3-2-3,0-2 1,-2-3 0,5-5 34,-10 1 0,5-4 1,4-1-1,-1-2 0,-2-1 1,-6 1 22,4-4 1,-6 0-1,-1-1 1,2-3-1,-3-1 1,2-2 0,0-2-1,-4 1 1,-7 2-18,-2 0 1,-6 1 0,-4-4 43,2-16 0,-4-4 0,-5 4-71,-6 10 0,-6-2 1,-2-16 1,-5-9 0,-6 8-46,-10 10 1,-7 4 12,1 3 1,-5-2 0,-1 7 244,-5 5 0,-7 9-340,-5 7 1,-7 6-1,2 4-403,-5 7 0,-1 5-1209,4 0 0,-3 2 0,4 2 1721,-2 8 0,8 2 0,-12 7 0,30-10 0</inkml:trace>
  <inkml:trace contextRef="#ctx0" brushRef="#br0" timeOffset="44274">12248 10271 21035,'-20'-50'123,"0"1"1,7 2-1,13 6-56,48 4-11,-13 19 0,4 2-459,4 1 1,2 4 452,-1 2 1,0 5-18,2 8 1,-3 5-12,10 5 101,-25 5 1,-6 4-63,-11 15-5,-8 18-51,-10-24 1,-4-1-111,-3 1 1,-4 0 118,-3-1 0,-3-2 6,1-2 0,-2-2 97,-18 15 174,6-14 553,12-13-486,8-9 76,8-7-244,3-2 685,2-8-718,3 3-84,1-6-17,10 1-28,11-1 22,32-3-282,-12 8 224,-5 5 0,1 3-15,10 6-6,-11 8 0,-3 6-127,3 24 77,-10 4-128,-50 10-73,-25-16 42,12-14 0,-4 0-970,-6-1 0,-3-2 359,-2-1 0,-1-2-843,1-4 1,0-3 1126,2-4 0,4-2 1,-6-1-1,14-5 0</inkml:trace>
  <inkml:trace contextRef="#ctx0" brushRef="#br0" timeOffset="44658">12604 9624 16510,'-3'-4'2762,"2"1"-2460,-38 1 0,-16 6-874,21 7 0,-3 4 760,-13-3 1,-7 1-1,4 5-375,12 6 0,2 3 0,1 3 297,-3 2 0,1 3 0,0 1-272,2 5 1,0 1 0,3 3 181,2 2 1,2 2-1,3 1-22,3 1 0,4 1 1,3 1-14,5 6 0,3 1 0,9-1 16,8-5 1,6-1 0,6-3 3,3-2 1,4-3 0,7-5-1,10-4 1,6-6 0,6-6-9,-3-8 0,5-6 1,1-2-1,-4-1 8,1 2 1,-3-3 0,5-3 28,-3-4 1,5-2 0,2-3 0,-3 0 0,-8-1 26,10-3 1,-2-6 34,-13 2 0,6-5 1,1-2-1,-3-1 1,-8 3-13,6-7 0,-3-4 11,-2-3 0,5-7 0,-2-1 1,-8 5-68,-5-1 0,-5-2-8,4-10 1,1-6-1,-6 2-26,-9-4 1,-9-1-213,-7 2 0,-6-4 0,-2 5 164,-2-2 1,-9 4-153,-9 9 0,-9 1 0,-7 9 71,1 17 1,-6 8 0,-3 3 0,3-1-178,-5-3 0,0 1 0,-5 3-660,4 6 1,-7 3 0,-1 2 0,1 2 0,5 0 839,-7 5 0,5 3 0,2-1 1,3-1-1,1-1 0,5 0 1,5 1-1,-1 1 0</inkml:trace>
  <inkml:trace contextRef="#ctx0" brushRef="#br0" timeOffset="46892">8398 11693 12354,'30'-51'1592,"1"1"1,0 6-1,-15 12-959,-40 21-308,-14 28-157,3 1 0,-4 4-1500,-5 11 0,-2 6 1416,10-8 0,0 2 0,-1 2-23,-3 3 1,-1 2 0,0 1-38,-1 2 0,0 1 1,1 1-29,0 0 0,0 0 1,1 0-344,2-2 1,1 0 0,2 0 211,3-3 1,1-1 0,1-1-471,-8 13 0,4-2-740,9-9 0,3-2-7359,-2 13 8704,16-23 0,8-17 0,1-9 0</inkml:trace>
  <inkml:trace contextRef="#ctx0" brushRef="#br0" timeOffset="47108">8354 11622 14574,'32'-35'859,"0"0"0,0 0 0,8 1 1,4 1-1,-4 11-596,-5 14 0,1 8-78,17 0 0,3 6-909,-5 7 1,-2 6 796,3 8 0,0 5-59,-15-8 1,1 2 0,-1 1-290,3 2 0,0 1 1,1 1 167,2 2 1,2 0 0,-2-2-34,-7-4 0,-1-2 0,3 1-1039,4 2 0,5 2 0,1 0 0,-2-2 1179,4 2 0,0-2 0,-2-1 0,-2 0 0,-1-1 0,-4-2 0,3 0 0,-1-1 0</inkml:trace>
  <inkml:trace contextRef="#ctx0" brushRef="#br0" timeOffset="47767">7146 13071 13900,'12'-47'3260,"0"0"0,2 3-2860,0-5 0,-1 4 194,-5 26-594,-6 21 123,-10 22-28,-13 30-707,5-15 1,-4 5 641,1-3 0,-2 5 1,0-4-638,-1 6 1,-1-1 613,3-3 1,-1 3 0,3-5-14,4-3 1,3-3-28,0 6 0,2-1 55,9 17 140,26-23-72,-1-21 67,28-25-90,-18-7 14,6-9 0,2-4 30,-13 8 0,1-1-47,12-10 1,-1-1 58,-11 9 0,-4 2 1602,7-7-1686,-13 11 71,-17 17-49,-9 24-49,1-4-12,-9 33-12,0-5-30,4-14 0,1 1-87,1 1 1,2-1-539,-2 31 9,14-6-2462,10-8-1837,14-13 4957,14-18 0,-19-9 0,0-9 0</inkml:trace>
  <inkml:trace contextRef="#ctx0" brushRef="#br0" timeOffset="48141">7640 12961 9334,'-49'-32'1064,"1"0"1,-1 1 0,0-1 0,-1 7 0,-1 1 0,1 5 0,3 5-723,-14 5 0,2 12-987,2 14 1,-3 10-1,7 4 800,18-3 0,4 3 0,0 2-112,-8 1 0,-1 3 0,3 7-9,7 4 1,1 10 0,2 2 0,2-1 0,4-8-47,3-8 1,4-4 0,0 6-53,1 1 1,0 9-1,-1 4 1,2-1 0,4-5-1,5-9-65,7 4 1,8-5-37,4 7 1,7 3 0,5-9-72,16-12 1,9-9 167,5-6 1,7-4 0,-2-3 65,-17-4 0,-1-3 0,2-3-140,3-4 1,4-3-1,0-4 1,-3-2 219,7-10 1,-3-5 0,0-4 17,-7 3 1,2-4 0,-1-1-1,-2 1-382,-7 5 1,-1-1 0,-2 1-1,-2-2 340,7-8 0,-4-2 1,-4-2 44,-8-1 0,-4-1 0,-2 2-77,0 0 0,-2-1 10,0-7 0,0-6 0,-6 2 279,-13-9 1,-5 4-287,2 10 1,-4 1 7,-14-10 1,-11 8-40,-10 23 1,-4 8-29,10 0 1,-1 3-149,-21 3 0,0 8-460,24 9 1,1 4-1608,-6 3 1,2 4 2248,-15 19 0,25-9 0,17-8 0</inkml:trace>
  <inkml:trace contextRef="#ctx0" brushRef="#br0" timeOffset="48850">10592 12601 12797,'0'-7'2088,"0"2"-15,0 5 784,0 0-2045,-69-33 39,35 24-773,-6-8 1,2 1 94,10 15-66,1 4-79,-5 3 11,-13 6-28,11 0-11,-11 4 28,0 3 6,-2 1-1,-2 3-16,21-8 6,3 4 5,11-4-17,1 3 12,5 2-1,5-4-33,1-1 61,4 1 1,0-5-23,2 2 39,-1-1 28,-1-5-28,-1 1 208,-4 3-169,-1-5 152,-9 9-113,3-8 303,-3 0-268,8-4-113,2-3 56,3 0-151,5-1 39,8-4-33,18-6 22,19-1 17,0 2-409,-4 5 0,2 3 389,-14 2 1,0 2-7,14 2 1,-2 2-9,6 6-78,-2 22 50,-32-5 0,-6 19-56,-31-2-1612,-9-15 1,-6-2 1633,9-8 1,-3-1-155,-19 7 1,-2-2-198,16-12 0,1-3-550,-7 2 0,1-2-807,-13 0 1787,9-12 0,30 1 0,0-4 0</inkml:trace>
  <inkml:trace contextRef="#ctx0" brushRef="#br0" timeOffset="49241">10576 12205 12640,'-38'-28'811,"0"1"0,0-1 0,-2 3 0,-2 4 0,3 6-587,0 11 0,-2 8-1173,2 3 1,-3 4 0,0 2 1265,2 4 1,2 2-1,-4 5-517,-6 6 1,-4 4 0,-1 4 0,3 0 252,4 0 0,2 0 1,0 3-1,0 3-41,4-3 0,-1 4 1,1 0-1,1 2 1,4-1-12,-1 6 0,2 0 1,4 1-1,5 4-147,7-3 0,3 3 0,4 1 1,2 0-1,4-5 99,3 12 0,7-5 1,7 1-77,2-9 0,5 2 0,6-4 0,10-10 143,6-17 0,10-7 1,5-6-1,0-3 0,-3 0 8,3-1 0,-2-4 0,2-1 0,2-3-35,-6-1 0,2-1 1,3-1-1,-1-2 1,-2-1-1,-2-2 138,11-7 1,-3-4 0,-2-1-1,-3 0-29,-8 4 0,-2 0 1,-1-1-1,2-3 139,2-3 0,3-4 1,0-2-1,-2-1 0,-5 2-34,7-9 0,-5 0 1,1-1-147,-5 6 1,2-1 0,-1-2-1,-4-3 75,-5-5 0,-2-5 0,-4-1 0,-5 3-97,-4 1 0,-5 1 1,-2-3-121,0 0 1,1-4 0,-5 0 0,-5 3 54,-10-4 0,-6 3 0,-8 4 92,-6 1 1,-7 5-1,-7 4-152,3 11 1,-4 3 0,-4 4 0,-2 3-280,-9 1 1,-3 5 0,-3 4 0,-2 3 354,13 3 1,-3 3 0,-2 3 0,1 0 0,3 0 0,4 0 0,-17-1 0,6 1 0,1 2 0,1 6 0,-1-1-1,0 1 1</inkml:trace>
  <inkml:trace contextRef="#ctx0" brushRef="#br0" timeOffset="50366">6945 14122 14846,'10'-6'3574,"-2"0"-2885,-8 6-241,-75 47-224,33-20 0,-1 2-1329,5-5 1,-1 2 0,-2 0 1165,-2 4 1,-1 2 0,2-1-29,-8 6 1,0 2-111,9-6 0,-2 1 0,0 0-15,3-1 1,0 1-1,2-2-257,5-3 0,1 0 0,3-1-2586,-4 6 0,5-2-1607,2 1 4542,27-17 0,5-16 0,4-1 0</inkml:trace>
  <inkml:trace contextRef="#ctx0" brushRef="#br0" timeOffset="50535">6670 14372 11975,'34'-44'1627,"0"0"1,-1-1 0,-1 5 0,0 0 0,-1 4-982,4-2 1,0 5-614,-3 7 0,1 5 222,3 9 0,-1 6-177,13 6-28,-15 13 1,-1 5-29,-6 4 1,-1 3-1813,10 9 1,1 1 1763,-5-5 1,1 2-466,8 8 0,4 5 0,-5-4-135,-10-11 1,-1 2-1480,9 10 1,3 6 0,-6-5 1711,-13-12 0,-4-2 0,14 22 0,-16-24 0</inkml:trace>
  <inkml:trace contextRef="#ctx0" brushRef="#br0" timeOffset="51183">5471 15280 21831,'-58'-6'73,"0"0"0,10 13 0,0 7 0,10 4-65,15 4 0,3 6-575,-8 6 1,-3 6 0,2 0 569,5-4 1,2 0 0,0 1-7,-10 16 1,2 1 2,1 2 0,7-3 258,13-15 0,10-4-230,29 13-23,3-16 15,9-25 1,3-8 52,14-13 11,-17 3 0,-2-1 56,5-10 201,-13-5-61,-26 8 827,-27-12-1057,-2 12-14,-5 7 1,-4 2 8,-21 0-29,13 6 1,0 0 0,-13 0-43,19 8 1,2 3-176,6 8-71,-6 14-316,20-5-5366,12 15-2627,5-20 7733,5 8 0,-5-20 0,-1-3 0</inkml:trace>
  <inkml:trace contextRef="#ctx0" brushRef="#br0" timeOffset="51592">5604 15056 13378,'-31'-32'918,"1"0"1,-1-1 0,-13-2-1,-3 2 1,2 9-687,7 15 1,-2 6-131,-2 0 1,-3 2 0,1 6-11,-12 15 1,1 10-926,14-3 0,0 3 0,1 4 857,-4 5 0,0 5 1,0 6-23,14-11 1,0 5 0,-1 4 0,1 0 0,2-2 0,2-3-9,-2 1 0,2-4 1,2 1-1,0 6-31,2 3 1,-2 6 0,1 3-1,2-1 1,4-2 0,6-8-104,7 3 0,7-6 1,1 1 101,-5 10 1,1 2 0,13-6 155,17-8 1,13-6-1,6-10-122,0-15 0,6-9 0,4-5 0,-2 2 2,1 1 1,0 0-1,0-2 1,1-3-203,2-4 1,1-3 0,0-4-1,-2-3 234,-12-3 0,0-3 1,0-2-1,-3-2 1,-3 2 58,10-7 1,-5-1-1,1-3-21,1 0 1,3-3 0,-2-2 0,-5 1 33,-2-6 1,-4-1 0,-5-1 37,-4-1 0,-3-2 1,-5 0-95,-3-1 1,-5 0 0,-2-1-2,-4 1 0,-4 0 0,-2 3-3,-1-9 0,-8 1 25,-7 13 0,-6 0 0,-3 7-16,-8 4 0,-5 5-40,2 4 0,-3 0 0,-2 6-61,-14 4 0,-1 10-166,1 6 0,0 7-767,3 5 0,4 4-742,10 0 0,4 3 1725,0 7 0,4-1 0,8-4 0,1 1 0</inkml:trace>
  <inkml:trace contextRef="#ctx0" brushRef="#br0" timeOffset="52134">7922 15214 22666,'43'-39'222,"1"0"1,-1 0-1,4-5 1,2 7-180,-7 18 0,4 6 0,-5 7-315,-5 6 1,-5 8 383,13 26-84,-31-5 0,-4 4-20,-5 9 0,-3 3-25,-4 5 1,-3 2-592,-2 5 1,-1-1 501,1-12 0,0 0-684,-1 17 0,2 2-2128,5-11 0,1-2-1998,-1 2 1,2-3 4292,1-10 1,1-7 0,1-12-1,-3-15 1</inkml:trace>
  <inkml:trace contextRef="#ctx0" brushRef="#br0" timeOffset="52633">8128 15502 21472,'17'-49'-140,"1"0"0,5 1 0,7 7-6,15 17 1,5 6-2301,2-5 0,2-1 2314,0 0 1,0-1 13,-3 0 1,-2-1 601,-5 3 1,-2-5-544,0-12 1,-6-2 63,-13 11 1,-7-2 44,-5-26 1,-13 0-43,-11 23 1,-6 4 59,-11-13 0,-6 5-29,-3 16 0,-4 5 56,-5 4 1,-3 4 32,-7 5 1,-2 5-467,17 3 1,-1 4 0,-1 2 430,-3 3 1,-1 2-1,1 4-24,-4 3 0,0 4 1,1 3-18,-2 4 0,0 3 0,2 3-99,12-5 1,0 2 0,1 2-1,2 1 44,-1 3 0,1 2 1,2 2-1,2 1 1,0 3 1,2 2 0,2 1-1,1 1-8,2-1 0,2 2 1,2 0-1,2 0 1,3-3 1,2 1 0,2-1 0,3-1-141,3 10 1,2-1 0,5-4 156,1 6 1,12-6 60,15-17 0,10-5 0,3-7-174,-2-12 0,3-7 1,2-2 156,7 5 0,2-2 1,5-8-95,-7-7 1,4-7 0,1-4 0,0-2 0,-3 1 144,1-3 1,-4-1-1,1-2 1,3-1-34,-6 2 0,3-2 0,2-1 0,0 0 0,-1-2 0,-4 1 71,1-4 1,-2 0-1,-1 0 1,-2-2 0,-1 0-64,-2 1 0,-1-1 1,-2 0-1,-1-2 1,-1-2-20,-2-5 0,-1-3 1,-1-1-1,-3 1 0,-3 3-405,6-9 0,-5 2 1,-3-2 356,-1-4 0,-3-3 1,-11 3-44,-13 9 0,-9 1 0,-6 5-41,-16-4 0,-11 5-312,0 4 1,-7 2-1,-5 9 385,4 15 0,-6 9 0,1 3 0,5-1 0,7-1 0,4 0 0,0 2 0,-1 5 0,-1 0 0,1 0 0</inkml:trace>
  <inkml:trace contextRef="#ctx0" brushRef="#br0" timeOffset="75091">7250 13338 7050,'28'-47'0,"-1"-1"0,1 1 0,-6 9 0,1 1 0,-1-1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13:41:32.2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1360 2150 13603,'0'4'3170,"-1"-1"1619,1-3-4352,11-30-319,-8 23 22,8-23-34,-11 31-38,-1 0 60,-1 0 52,-3 1-35,-7 2-89,-1 1 146,-22 0-29,8-3 35,-13-5-46,13-9-106,9-2 17,-1-19-28,7-3-12,6 4 1,2-2-12,4-21 21,10-4 181,3 28 302,22 1 210,-14 19-418,11 2 0,3 3 229,15 15-365,-15-2 0,0 5 263,13 25-197,-20 18-576,-23-4 456,-26 0 1,-11 1-760,11-22 0,-5-1 643,-5 3 0,-7 5 0,-1 1 0,2-6 86,-13 8 0,1-4 39,10-6 0,-2 1 0,1-2 87,-14 5 0,6-8 394,1-5 202,-7-6-879,37-22-693,16-31 391,21 1 272,-2 8 1,3 0-85,5 4 0,4 4 165,3 1 0,1 4-38,2 4 0,0 3 690,0 3 1,1 4-1203,-1 5 1,-1 4-857,0 1 0,-2 5-2742,0 3 1,-2 3 4054,19 15 1,-19-11 0,-15-10-1</inkml:trace>
  <inkml:trace contextRef="#ctx0" brushRef="#br0" timeOffset="172">2173 2236 21750,'35'-18'212,"0"0"0,20-11 0</inkml:trace>
  <inkml:trace contextRef="#ctx0" brushRef="#br0" timeOffset="856">3485 2215 21719,'9'-60'926,"1"-1"0,-1 9 0,-5 10-713,-6 25-46,-3 17-156,-2 18 6,-2 22-17,1 5-680,1 7 0,1 5 540,2-10 0,-1 3-589,1-1 0,-1 4 0,0 0-87,1-3 0,0 0 0,-1-1-571,0 2 0,-1 0 0,1-1-527,0-5 0,1 0 1,-1-2-886,-1 10 1,1-5 2362,-1 9 436,-2-32 487,0-37 3187,-4-24-1795,6 6 0,0-5-769,1-10 0,0-1-662,1 6 0,0-3 209,1-9 1,1-5-1,0 2-346,2 12 1,0 2 0,0-3-47,2-17 0,0-4 1,2 3-46,0 11 0,2 1 0,0 2-60,1 3 1,1 1 0,0 1-1,5-14 0,1 2-74,1 9 1,1 2 387,2 8 1,3 5-467,1 5 1,4 5 244,2 6 0,3 4-248,3 5 1,1 5-6,22 8 110,-17 13 1,-4 8-91,-15-1 0,-4 4-264,6 14 1,-8 3 335,-16-2 1,-11 0 84,-10 1 0,-7-3 315,3-9 1,-6-1-336,-4-5 0,-7 0 0,4-3-3,-1-1 1,0-2-361,-14 7 0,3-2-1877,0-5 2173,29-20 0,16-3 0,10-6 0</inkml:trace>
  <inkml:trace contextRef="#ctx0" brushRef="#br0" timeOffset="1581">4094 2307 23730,'-11'11'633,"19"-9"-521,47-15-65,-22 1 1,1-1-9,1-1 0,-1-1 17,-4 0 0,-2-1 90,13-13 271,-19 4-38,-13 5-94,-13 5-184,-9 5-12,-14 3 69,-7 4 20,-6 4 12,2 6-254,4 5 66,8 5 70,8 4 96,8 1-54,7 3-114,12 0-89,26 4-34,-3-9 75,1-8 1,3-3-71,25-2 59,-22-4 0,2-1 25,8-5 0,-2-1 93,14-6 65,-1-10 115,-41-1 0,-10-6-118,-5-7-102,-7-6 50,-1-13-3403,1 16 3503,4-7 59,3 22 106,9-5-71,-2 10-40,11-2 131,2 9-59,11-1-54,7 6 111,15 5 3260,-17 5-3601,-9 5 1,-2 1-126,-7 4 6,12 17-205,-24-6-96,-2 9 92,-10 2-116,-3 1 110,-1-1 60,4 0-103,12 1-818,12-1-2120,17-1 3309,-11-17 0,0-3 1,4 3-1,1-4 0</inkml:trace>
  <inkml:trace contextRef="#ctx0" brushRef="#br0" timeOffset="1823">5659 2009 21163,'0'-6'2445,"-1"-28"0,-2-4-2248,0 16 25,0-17 0,-2 3 120,-2 25-453,0 2 133,-5 12 296,-20 30-219,6 0 1,-2 3 0,2-5 0,1 4-598,-1 7 0,-1 5 1,5-2 551,4 5 1,4 0-86,0-2 0,1 3 1,2 1-400,5 5 0,4 2 0,0-4-25,0 4 0,3 1-2003,1-12 0,2 5 1,0-1-1,0-6 2223,1 2 0,0-4 1,2 11-1,-1-7 1,-1-12-1</inkml:trace>
  <inkml:trace contextRef="#ctx0" brushRef="#br0" timeOffset="2040">5338 2657 21052,'-2'-48'82,"0"-1"0,3 7 0,9 6-340,39 2-8,-16 21 0,4 2-645,7-1 0,2 2 205,3-1 0,1 2-1488,-1-1 1,-1 0 1226,-11 3 1,-1-2 966,14-7 0,-4 1 0,-15 4 0,21-10 0</inkml:trace>
  <inkml:trace contextRef="#ctx0" brushRef="#br0" timeOffset="2391">6166 2170 23730,'-35'-13'151,"8"6"-123,34 13 22,6 3 1,8-1-23,6-2 28,2-2 5,1-10 12,1-5 22,-3-9 12,-5-5 22,-8-3 16,-8 0 23,-9 2-61,-1 7 223,-12 0-184,2 10-62,-10 0-39,1 8-28,-1 11-6,4 2 0,-3 16-28,9 15 1,3-5-38,11-3 1,5 0-216,12 7-457,2-7 1,6-1-2283,6-9 1,2-4 2328,-2 0 1,0-4-1,17 2 1,-27-14 0</inkml:trace>
  <inkml:trace contextRef="#ctx0" brushRef="#br0" timeOffset="2847">7050 2012 22671,'-43'-15'528,"0"0"1,-2 2-1,4 8-259,6 17-9,-15 22-269,12 4 5,20-11 1,3 1 24,1 26-7,14 3-26,5-13-30,9-14 0,3-2 14,5-1-75,10-3 1,4-3-22,17-8-283,-11-6 0,-1-4 373,18-8 56,-12-10 1,-2-4 16,3-8-2,-14 2 0,3-6 1,-5-1-7,-3-5 0,-2-3-422,-2 0 0,2-4 1,-2 0 419,-5 2 1,-2-1 0,-1 2 6,4-11 1,-3-1 99,-5 6 0,-1-2 1,-2 4 93,-4 4 0,-3 2 49,0-12 0,-4 3 129,-11-1-234,-1 24 67,1 10 78,6 14-319,-2 14 28,-1 21-23,2-3 1,0 3 15,-2 14 0,1 3-27,0-7 0,0 4-78,2 5 0,0 6 0,1-3-686,3 2 1,2-1 401,1-3 0,3 3 0,2-3-517,8 4 0,4-4-597,4-5 1,3-3 19,-6-12 0,1-2 945,0-3 0,-2-5 0,-5-6 0,-2-2 0</inkml:trace>
  <inkml:trace contextRef="#ctx0" brushRef="#br0" timeOffset="2991">7388 2085 19971,'49'-28'0,"-1"1"0,-9 5 0,0-1 0</inkml:trace>
  <inkml:trace contextRef="#ctx0" brushRef="#br0" timeOffset="3881">9247 2153 16465,'7'-58'2074,"1"1"1,-2 5-1,-1 5-803,-1-6-1013,-3 23-101,-1 9-84,2 24-45,0 5-12,5 18-10,2 10-6,0 3 6,-3 17-1694,-8-19 0,-2-1 1705,0 15-9,-2-14 1,-2-4 19,2-12 168,-1-3 118,3-11-158,0-12-116,-3-10-7,-2-13 3387,-3-14-3403,3-10-9,5 21 1,2-2-107,3-2 1,3-1 160,1-1 0,3 1 12,3 2 1,2 1 13,2 4 1,2 2 227,24-18 43,5 11 64,9 9 88,4 9-64,4 8-156,-5 12-89,-7 10-92,-14 13-174,-24 4 1,-7 3-172,-11 23 183,-5-17 1,-5-1-96,-4-10 0,-4-4 267,0-3 1,-1-1 227,-22 11 121,2-11 192,7-10 293,6-7-182,4-22-731,14 7-228,3-14-448,11 7 271,7 1 496,7-2-276,10 6 761,10 4 401,11 5 185,15 9-1171,-25-1 1,0 3-34,3 3 0,0 2-476,3 6 1,-3 1 729,12 9-221,-9 14-1097,-43-12-432,-21 9 257,-24 1 591,5-18 1,-3-2 77,13-6 0,-1-1-716,-12 1 1,0-3 1285,-5-5 0,13-2 0,12-4 0</inkml:trace>
  <inkml:trace contextRef="#ctx0" brushRef="#br0" timeOffset="4097">10111 1940 20528,'3'-1'6297,"0"1"-1865,-3 0-3933,-6 48-1475,4-29 276,-5 39-175,6-33-1433,7 1-4675,2 5 6745,5-6 1,-5-11 0,-3-6 0</inkml:trace>
  <inkml:trace contextRef="#ctx0" brushRef="#br0" timeOffset="4291">10199 1764 32767,'6'-41'-9831,"7"34"7373,-1 41 0,0 3 1,-10-30-1</inkml:trace>
  <inkml:trace contextRef="#ctx0" brushRef="#br0" timeOffset="4649">10474 1987 32767,'6'15'-3018,"-2"28"2061,-5-11 803,-4 30-5494,-6-15 5866,1-9-813,-7 4 1007,11-31 688,-1 0 243,14-27-688,10-10-4,17-21-30,-2 7-433,-7 14 1,1 0 442,20-13-417,-12 14 0,1 2 157,10-4 792,-12 14 1,-1 6-1209,1 12-453,5 4-1028,-8 17-1677,-6 6-4644,7 12 7501,-5-3 0,-8-16 0,-8-10 1</inkml:trace>
  <inkml:trace contextRef="#ctx0" brushRef="#br0" timeOffset="5606">11629 2001 26206,'-4'-45'-317,"0"0"0,-4 6 1,-5 9 578,-22 22 548,0 13 1,0 7 537,-14 11-655,19-9 1,1 4-503,2 6 0,4 3-119,-4 24-231,11-22 0,6 1 909,16 30-608,19-25-941,24-7 47,7-19 316,-9-11-723,-13-6 0,-2-4 1518,-2-4-1060,-2-5 1,-3-3 1177,-9-8 156,1-14-220,-14 17-249,-3-6-591,-2 19 2008,0-3-2678,-2 15 3160,2 5-1933,-4 8-161,-1 11-11,-6 22 110,2 4 120,2 12 16,5-9-85,8-5-214,3-13-897,15-4 656,16-14 436,7-6 181,13-15 239,-10-13 59,-11-3-30,-3-14-24,-7-14-482,-1-4 63,-12 22 0,-1 2-260,2-8-22,2-3-247,-7 21 26,6-5 120,-4 14 314,17 2 410,-4 7-17,15 7 268,-14 5-238,5 24-448,-17 0-365,2 15-156,-10-4-80,0-3-308,5-2-187,7-6-47,10-4-283,10-9 1068,-5-8 93,26-10 846,-22-12 203,14-9-11,-23-11-98,-11-6-153,-10 0-200,-4 0-200,-7 7-369,0 9 155,-5 0-415,5 12-152,0-1 203,4 7 220,10 21 154,4 3 97,14 19 59,9-3 82,8-2 10,9-8 13,6-10 115,1-10 24,-5-13 86,-15-2 30,3-26-104,-21 1-206,6-17-62,-16 7 287,-5 5-105,-5 9-215,-1 12-327,-2 9-167,-3 18 326,-3 17 72,-5 22 20,1 1-756,1 2 0,0 4 585,3-9 0,-1 2-251,2 0 0,-1 5 1,1-4-475,0 7 0,2 1 922,2-2 1,0 4 0,2-9 0,-1 9-1,2-15 1,-1 0 0</inkml:trace>
  <inkml:trace contextRef="#ctx0" brushRef="#br0" timeOffset="6066">14650 1693 32767,'45'-25'0,"0"1"0,0-1 0,0 2 0,0 1 0,-1 8 0,13 9 0,-1 6 0,3-1 0,0-1-237,1 1 0,-2 1-3002,-2 0 1,-3 0 3189,-10 1 0,-4-1 0,8 2 0,-27-1 0</inkml:trace>
  <inkml:trace contextRef="#ctx0" brushRef="#br0" timeOffset="6265">15123 1606 32767,'-31'48'0,"1"0"0,1 1 0,3 0 0,6-4 0,3 0 0,3 2 0,5 1-721,4 1 1,6-1-1936,8 0 1,5-1 2443,11 2 1,2-4-1,7 6 1,3-9-1</inkml:trace>
  <inkml:trace contextRef="#ctx0" brushRef="#br0" timeOffset="6974">15510 2012 32767,'0'-50'-274,"0"0"1,-2 3 0,4 15-928,4 30 2897,0 6-1911,29 25-182,1 10-124,-7-8 0,-1 3 306,-4 0 1,-3 1-435,-3 1 1,-3 1-1138,-4 0 0,-4-1 1386,-8 26-978,-16-13 969,-12-19 539,1-15 395,-16-15-13,20-13 128,-5-13-264,19-12 2888,18-5-3184,3 7-103,13 10 1,4 2-113,6 1-498,12 0 1,3 3-105,-17 11 1,0 1-9,15-3 0,2 1-582,-10 3 1,-1 2-955,-1 1 1,0 0-355,-1 0 0,0 1 2807,-3 0 1,-1 0-53,24-4 205,-13-1 3073,-15-2 2246,-13-1-1675,-9 1-1780,-8 1-1061,-5 1-518,-6 1 96,-7 3-482,-3 2-308,1 3 23,4 5 345,6 6-55,7 6 150,9 3-658,14 1-74,15-2 45,15-6 54,8-6-58,1-6-54,-4-9 559,-12-5 421,-15-2 657,-11-9-464,-15-9-1016,-8-1-371,-11-5 158,-10 14 464,-6 8 177,-2 9 196,-1 13 180,3 11-244,2 12-351,5 11 0,15-11 0,3 3 0,-3 27 0,8-1 0,10-15-2293,24 9-1888,7-12 19,-6-12 1,3-3 3984,21 2 0,-17-13 1,-15-9-1</inkml:trace>
  <inkml:trace contextRef="#ctx0" brushRef="#br0" timeOffset="7381">17178 1908 30934,'-38'-8'-344,"1"-1"0,-21-1 201,52 40-782,8-5 191,3-1 205,4-5 341,5-4 230,3-5-242,12-4 274,-8-5 95,12-6 631,-15-5-50,0-10-187,-9 3 119,-5-21-728,-6 20-291,-5-16-290,-9 21 704,-9 1 168,-8 7 483,-6 22 301,3 16-257,5 14-453,8 9-319,12-4 0,10-18 0,3-1-1472,6 12-1008,6-13 0,4-3 1365,13 1 0,-12-10 0,-11-14 1</inkml:trace>
  <inkml:trace contextRef="#ctx0" brushRef="#br0" timeOffset="7855">18068 1699 13183,'-2'-8'6441,"0"2"-5098,2 6 323,0 0-1010,-46-20-448,26 19 3,-18-2 0,0 5-47,13 15 79,-17 19-17,27-9 122,4 5-158,17-4-144,10-6 217,13-9 141,6-7 66,2-11 163,-1-6 141,-3-12-444,-13-1-108,-6-5 22,-12 9-317,-5 2-460,-2 9 206,-2 3-1026,-4 11-724,3 11-633,-3 5 2722,1 22 1,7-27 0,-1 10 0</inkml:trace>
  <inkml:trace contextRef="#ctx0" brushRef="#br0" timeOffset="8132">18033 2188 27883,'-14'41'-526,"10"-9"35,9-29 939,13-3 206,-1-4-215,-1 0 13,-3-6-304,-8-3-598,-2-7 332,-13-8-11,2 9-488,-16-2-1700,2 16 2210,-8 5 0,13 0 1,3 3-1</inkml:trace>
  <inkml:trace contextRef="#ctx0" brushRef="#br0" timeOffset="8999">2209 3099 16667,'-3'0'-118,"0"0"202,65-12-50,-22 9-950,19-3 1,8 2 926,-14 5 0,3 3-610,-9-1 0,4 0 0,3 0 1,-1 1 684,-3-1 1,0 0 0,0 0 0,3 0 23,-2 0 1,3 0 0,1 0 0,0 0 0,-1-1 33,-2 0 1,1 0-1,-1-1 1,0 1 0,-2-1-50,5 1 0,-3-1 1,1 0-1,3 0 56,-1 0 0,2-1 0,2 1 1,3-1-1,2 0-140,-12-1 0,3 0 1,1 0-1,2 0 0,1 0 1,0 0-1,-1-1 0,-1 1 57,4 0 0,0 0 0,0-1 0,0 1 0,0 0 0,1-1 0,1 1-229,-3-1 1,2 0 0,1 1 0,0-1 0,0 0-1,-1 0 1,0 0 0,-1 0 210,2 0 1,0 0-1,0-1 1,-2 1-1,1 0 1,-2-1 0,0 1-121,-4 0 0,-1 0 0,0 0 0,-1 0 0,0 0 0,0 0 0,1 0 86,-1 0 0,0 0 0,-1 0 0,2 0 0,0 0 0,3 0 0,2 0-9,-2 0 0,2 1 1,3-1-1,2 0 1,1 0-1,0 0 1,0 0-1,-2 0 1,-1 0-1,-3 0-2,1 0 1,-2 1-1,-2-1 1,-1 1 0,1 0-1,0-1 1,3 1 0,3-1-5,-9 1 1,1-1 0,3 1 0,0 0 0,2-1 0,0 1 0,1-1 0,-1 1 0,0 0-1,0-1 1,-2 1 0,-2 0 0,5 0 1,-1 0 0,-1-1 0,0 1 0,-1 0 0,0 0 0,0 1-1,0-1 1,0 0 0,1 0-2,1 0 1,0 0 0,1 0 0,0 1-1,0-1 1,-1 0 0,0 1 0,-1-1-1,-1 0 1,-2 1-1,4-1 0,-2 0 1,-2 1-1,0-1 1,0 1-1,1 0 1,2-1-1,3 1 7,-8-1 0,3 1 1,1-1-1,2 1 1,1 0-1,0-1 1,1 1-1,-1 0 1,-1-1-1,-1 1 1,-1 0-1,-3-1 5,12 1 0,-3 0 1,-2 0-1,0-1 0,-1 1 1,1 0-1,1 0 0,1 0-8,-5-1 0,-1 1 0,2 0 0,0 0 0,0-1 0,1 1 0,1 0 1,0 0-1,0-1 0,1 1 7,-5 0 1,0 0-1,2 0 1,0 0 0,1 0-1,-1 0 1,1 0 0,-1 0-1,-1 0 1,-1 0-1,-1 0 1,-3 0 1,13 0 1,-3 0 0,-2 0 0,-1 0-1,0 0 1,0 0 0,2 0 0,1 0-10,-6 0 0,1 0 0,0-1 0,1 1 0,0 0 0,0 0 0,2 0 0,-1 0 0,1 0 0,1 1 3,-6-1 0,1 0 1,1 0-1,1 0 1,0 0-1,1 0 1,-1 0-1,-1 1 0,0-1 1,-1 0-1,-2 0 1,-2 0-7,11 0 0,-2 1 0,-3-1 0,-1 0 0,1 0 0,0 0 0,3 1 1,3-1-1,-11 0 0,2 0 1,2 1-1,2-1 0,0 0 1,1 0-1,0 1 0,0-1 1,-1 0-1,-1 1 0,-1-1 1,-2 0 3,9 1 1,-2-1 0,0 0 0,-1 1 0,-1-1 0,-1 0-1,1 1 1,-1-1 0,1 0-1,-2 1 1,1-1 0,0 0 0,0 0 0,-1 1 0,0-1 0,-1 0 0,-2 0 0,-1 1-5,5-1 0,-3 0 1,-1 1-1,-1-1 1,0 1-1,1-1 1,1 0 1,-3 0 0,0 1 0,1-1 0,1 0 1,-1 0-1,0 0 0,0 0 0,-1 0 8,4 0 0,0 0 0,0 0 0,-1-1 0,0 1 0,1 0 0,-1 0-1,-1-1 0,0 1 0,0 0 1,0-1-1,0 1 0,0-1 1,1 1-5,1-1 0,1 1 0,1-1 0,-1 1 1,-1-1-1,-4 1 0,-3-1 108,7 0 1,-6 1 0,-1-1 0,2 0-132,8 1 1,3-1 0,-3 1-1,-6 1-30,-9 1 1,-6 0-1,2 1-3231,12 0 0,2 1 0,-8 1 2857,-12 1 0,-7 1 0,1 3 0,-25-7 1</inkml:trace>
  <inkml:trace contextRef="#ctx0" brushRef="#br0" timeOffset="14264">3167 4491 20106,'-21'-41'457,"-1"0"0,1 3 1,-1 11-352,-14 23-50,-4 12-33,6 3-12,9 8 0,1 5-11,-8 16-20,11-9 1,1 2-37,1 23-6,12-1-27,18-8 33,14-7 56,17-11 39,14-14-605,7-14 608,-31-6 0,1-3 193,1-7 0,-2-1 147,4-8-8,-12-3-374,-41 18 105,-19 7-105,-18 12 6,22-1 0,0 4-267,-3 3 1,2 3 251,0 3 1,3 1-1,3 3 1,2 1-15,5 0 1,4 1-23,-4 26-89,17-6-17,19-7-79,19-7-157,17-11 70,-21-15 0,3-3 98,1-4 1,1-3 64,1-3 1,0-4 27,1-3 0,-1-3 56,1-3 0,-2-3 42,-1 0 0,-1-3-1392,2-3 0,-2 0 1476,8-10 117,-3-4-38,-30 23-295,-3 0-9671,-12 7 8885,3 7 1,-4 1-1,6 3 1</inkml:trace>
  <inkml:trace contextRef="#ctx0" brushRef="#br0" timeOffset="14999">3631 4695 16678,'1'-5'6419,"0"1"-4767,-1 4-1607,-2-57-34,-3 55 0,-3-32-5,2 63-62,-1 17-202,5-3-711,2 12-1703,10 0 1993,4-22 1,1-3 0,-1 1 0,10 0-1</inkml:trace>
  <inkml:trace contextRef="#ctx0" brushRef="#br0" timeOffset="15191">3773 4505 20649,'-22'-43'405,"1"0"0,2 3 0,5 13-1015,12 25 128,5 7-3875,8 13 4357,3 3 0,-6-8 0,-5-7 0</inkml:trace>
  <inkml:trace contextRef="#ctx0" brushRef="#br0" timeOffset="15441">4146 4196 21545,'4'-49'1142,"0"0"1,-2 7 0,-1 8-1076,-2 17-67,-3 25 11,2 10-16,0 39-4,1-22 1,1 5-88,0 5 1,1 5 0,1 0-814,0-4 1,0 0 0,1 2 209,1 7 1,0 3 0,1-3-1026,1-10 1,0-2 0,0-2 239,1 7 0,1-2-2490,3 3 0,0-4 3369,3 4 0,-2-7 0,-6-24 0</inkml:trace>
  <inkml:trace contextRef="#ctx0" brushRef="#br0" timeOffset="16331">4124 4845 16393,'-38'-45'1086,"1"-1"1,2 3 0,8 6 160,14 12-1258,11 3-68,45-9 45,-15 18 0,3-1-63,5-2 0,3-2 74,20-8 1,-2 1 27,-27 10 1,0 0 14,9-7 1,5-5 0,-5 2-124,-9 0 1,-2 0 124,6-4 1,-2-1 47,-7 1 0,-4 2 843,1-11-6,0-8-605,-13 20 376,-5 2-420,-4 18 225,0-1-500,1 15 720,2 1-675,4 26-28,0-5 5,0 10 1,0 5-4,-4-9 1,0 0-536,1 19 1,-2-1 529,-2-18 1,-2 0 10,-2 10 0,-1-3-29,-2 6 16,-2 9 16,6-33 56,2-14 387,3-11-297,7-13 945,1-2-1018,20-30-51,-4 7 8,5-9 21,4 0-51,-17 25-39,3-3 5,-11 21 18,-1 16 10,0 1 1,16 22 11,1-9-12,17 9-16,-10-15 11,0-9 0,1-3 0,17 0 3,-15-4 0,1-1-191,15-5 205,-17-2 84,-2-16-39,-21-1 10,1-16-10,-17 0-45,-2 6 61,-14-9 166,4 22-216,-7-4-6,4 17-22,4 7 11,-3 8-33,3 19 33,3 7-22,1 14-40,7-3 46,2-10-34,11 17-12,9-20 29,6 5-29,34-14 40,-6-18 11,-14-5 0,1-3 11,-6-4 1,-2-3 4,27-17-319,-8-6 325,-8-3 17,-4-5-16,-11 8 27,4-12-17,-12 16 1,2 0-1,2 0 1,1 0-9,5-5 1,1 3 47,18-8-29,-9 15-77,-12 12 33,-10 11-11,-7 6 27,5 25 7,-7 5-96,2 24-224,-7-1-111,-1-11-3463,2-12 0,3-1 3100,4 6 1,1 4-1,-4-30 1</inkml:trace>
  <inkml:trace contextRef="#ctx0" brushRef="#br0" timeOffset="17048">7935 4381 20224,'0'-4'2431,"0"1"-1838,0 3-531,8-17 67,-5 20-29,6-16 203,-12 25 10,-8-4-66,-10 1-29,-9-4 1,-7-2 38,4-8-16,4-7-89,11-10-79,8-10-34,17-5-17,17 2-5,22 5-6,-15 19 0,2 2-335,3 3 0,1 3 321,0 4 1,-1 5-10,-3 2 1,-3 5-17,15 26 23,-23 16-1,-20-5-532,-23-1 0,-11 0 529,-3-10 1,-4 0-422,2-2 0,-4 3 0,0-3 428,3-6 0,0-2 0,2-2 16,-13 9 0,3-3 233,11-10 0,5-2-85,-5 0-22,21-17-89,13-13 933,11-9-962,12-7-5,18 0-28,17 4-15,-25 14 1,2 3-76,3 4 1,1 2-340,1 5 0,0 3-1795,2 4 0,-1 2 2235,-4 1 0,-3-1 0,10 7 0,-20-9 0</inkml:trace>
  <inkml:trace contextRef="#ctx0" brushRef="#br0" timeOffset="17574">10231 4564 23646,'9'-46'349,"0"-1"0,-1 5 0,-8 6-19,-27 12-223,-2 11-62,-3 8 11,-4 19-40,6 12 7,-5 15-15,18-12 1,4 1-15,-3 13-16,8 14-12,18-24 23,12 5 16,17-9 12,14-13 0,-17-15 0,0-4 16,14-6 110,-14-11 1,-6-7 24,-13-11-112,-6 6 0,-5-2 39,-19-22-53,2 26 0,-2 1 19,-19-23-5,-5 12-33,0 17-18,9 13-94,-7 24-1037,19 19 17,1 3-4733,26 23 5842,8-23 0,-1-6 0,-5-14 0</inkml:trace>
  <inkml:trace contextRef="#ctx0" brushRef="#br0" timeOffset="17881">10606 4312 22425,'0'-8'2822,"0"2"-2754,0 6-46,0 0 0,62-16-16,-18 41-15,5-5 1,-1 5-487,-26 4 1,-7 5 480,2 15 0,-10 1-3,-13-15 0,-5-2 0,-5 9 0,-3-2 143,-2-5 1,-2-3-15,-17 12-3146,19-28 3068,11-17 33,17-27-16,7-14-35,6 1 1,3 0-17,-6 11 0,1-1-81,9-5 1,4-2 0,-3 6-397,16-11-3704,0 8 0,1 4 4181,4 11 0,-8 5 0,-19 10 0</inkml:trace>
  <inkml:trace contextRef="#ctx0" brushRef="#br0" timeOffset="18465">13530 4439 20688,'-4'-46'1238,"1"0"0,-1 5 0,-3 9-964,-6 14-173,-6 13-56,-6 17-23,2 4-8,0 10 0,-1 5-11,7-5 0,0 4-6,-8 21 0,1 4-2123,11-14 1,3-1 2125,1-1 0,5-1-17,16 20 899,17-23-837,23-2-9,-20-22 0,3-6 56,3-6 1,0-4 14,21-8-78,-20-8 1,-4-5 306,1-18-205,-13 10 1,-4-3-40,-9 3 1,-6 1-65,-4-22 53,-8 17 0,-5 2-2,-16-3-181,6 15 0,-4 3 35,-31 7-476,-5 24-438,12 5 981,20 9 0,4 1 0,7-6 0,-5 13 0</inkml:trace>
  <inkml:trace contextRef="#ctx0" brushRef="#br0" timeOffset="19249">15476 4451 23573,'-38'-24'69,"1"1"0,-1 5 0,1 11-69,4 25 0,2 9 5,0-1 1,2 1-357,3 0 0,3 1 334,-9 25-5,15-6 5,22-8 244,14-6-216,17-11 12,11-8-7,7-9-4,0-10 10,-4-6 40,-9-5 187,-14-2-131,-13-1-68,-17 2-27,-13-2 337,2 8-366,-8-2-16,12 10-90,1 0-163,5 2 12,3 1-1815,3 5-857,4 0-1971,4 4 4906,6-2 0,-7-3 0,0-2 0</inkml:trace>
  <inkml:trace contextRef="#ctx0" brushRef="#br0" timeOffset="19690">15598 4498 12315,'5'-9'7707,"-2"3"-6604,-3 6 533,0 0-818,-31-61-628,19 43-70,-6-16 1,-4 7 92,-5 33-124,3 3 85,-27 21-29,4 7-377,16-12 0,-1 2 265,1 0 1,2 1-18,4-1 1,2 1-5,-6 22-12,20-4 5,32-7-2,14-22 0,8-4-34,-11-4 0,3-3-676,6-1 0,6-3 0,-3-1-66,6-4 0,-2-2-1885,12-1 1,-1-1 2126,-12-1 1,-4 0 0,7-3 0,-28 5 0</inkml:trace>
  <inkml:trace contextRef="#ctx0" brushRef="#br0" timeOffset="20322">16139 4272 20380,'18'-51'1316,"1"1"0,-3 7 1,-4 7-578,-8 15-217,-3 11-186,-1 1-286,0 6-28,-5 12-5,-1 2-6,-12 24 17,-4 10-17,7-11 1,-2 2-503,-1 5 0,0 2 485,0 3 1,-1 0 2,1 1 0,1 0 6,3-4 0,1-1-230,3-4 1,2-2 203,1 23-10,14-13 49,4-21-10,7-10 22,9-24-11,5-14 5,14-16 6,-16 7 0,1-3 117,-4 4 0,-1 1-134,-1-1 0,0 1 62,15-17 466,-16 19-489,-1 2-39,-9 11-44,-6 16 16,0 15 17,0 5 724,2 22-707,0 8-11,-1 2-6,-1-4-12,3-6 12,-3-24 0,9 7 17,0-19-6,24-12 1,0-11 21,14-15-16,-18 2 28,4-12 5,-13 8 85,7-9-57,-14 15 124,-5 6-186,-14 16-66,-1 2 61,-3 18-11,0-5-39,-2 27-73,3-10-3588,1 16 3426,3-14-1732,12 14-1478,4-16 3484,18 9 0,-19-22 0,2-5 0</inkml:trace>
  <inkml:trace contextRef="#ctx0" brushRef="#br0" timeOffset="20490">17044 4269 20699,'-3'-7'3283,"0"1"-3098,3 6-1020,0 0-683,-23-19 538,21 25-5792,-5 19 6772,21 17 0,3 4 0,-10-25 0</inkml:trace>
  <inkml:trace contextRef="#ctx0" brushRef="#br0" timeOffset="20831">17078 4885 24108,'35'-34'219,"0"-1"1,0 1 0,-2 0 0,-1 1-1,-4 1-141,-3-1 1,-2-2-33,-1-1 1,1-3 0,0-1-29,-2 2 1,0-1 0,0 0-967,0-1 0,0-1 1,-2-1 969,0-2 1,-1 0-1,-2 2 20,0-10 0,-2 0 208,1-8 0,-3 1-138,-5 11 0,-3 3 738,-6-16-766,-4 29-3,-2 20-109,-5 22 1663,-8 20-1629,-4 9-12,4-1 1,-1 4-320,2 2 0,1 6 297,2 3 0,1 5 0,1 0-471,5-6 1,1-1 0,2 1 423,2 7 1,3 2-1,4-4-104,7 7 0,5-5 39,-1-16 0,3-3-505,4 0 1,5-4-4272,3-9 1,2-3 3029,12 15 0,3-12 1,-36-23-1</inkml:trace>
  <inkml:trace contextRef="#ctx0" brushRef="#br0" timeOffset="21539">18190 4646 15188,'7'-4'4005,"-1"0"-2347,-6 4-516,55-74-1686,-41 34 975,15-8 0,-7-1 724,-39 5-1020,0 18 5,-27 6-39,-6 23-59,14 3 0,-4 5-368,-14 10 1,0 6 341,7 0 1,2 2-14,0 1 0,3 0-6,11 1 0,5-1-2,0 11 105,24 11 736,26-25-741,37-15-48,-26-18 1,2-6-376,3-4 1,0-4 394,-2-5 0,-2-4 42,-4-4 1,-3-5-38,-8-1 1,-3-4 0,-2 2-54,2-3 1,-3-3 12,-1-2 0,-2-5 0,0 3 35,-2-3 0,-1 1 53,0-9 1,-1 0 52,-3 7 1,-3 4-12,-3-11 870,-2 24-1021,0 37-5,5 11 11,7 15 0,3 10-866,4 17 0,0 5 837,-1-4 1,0 3-66,-4 2 1,0 4 0,-5-1-397,-6-13 1,-3 0 0,-1 1 472,-2-1 0,-1 3 0,-1 0 0,1-6 0,-3 13 0,0-6 0,-4-6 0,0-1 0</inkml:trace>
  <inkml:trace contextRef="#ctx0" brushRef="#br0" timeOffset="22299">19885 4310 19269,'2'-49'823,"1"0"1,-1-1-1,1-16 1,-1 8-219,1 5 386,3 16-840,7 15 129,8 13-230,12 19-16,6 15 5,3 22-203,-24-16 0,-2 3 166,-4 6 1,-3 1-3,-6 4 0,-5 1-181,-5 1 0,-7 0 192,-3-1 0,-6-3 0,-3-3 1,-3-4 4,1-6 1,-1-3 56,-22 10 118,14-16 134,13-12-62,13-10 307,7-12-475,9-13 684,9-12-729,12-11-33,-8 21 0,2 1-348,3-1 0,2 2 342,-1 1 0,2 2 1,25-10-1,-3 15-11,-2 12-11,1 17-1,-2 14-16,-3 16-5,-8 11 16,-20-19 0,-5 1-5,-4 20 16,-10-5 6,-22-13 0,-10-14 0,-19 0-11,24-15 0,0-3-23,-20-1-53,14-9 1,1-4-75,-10-11-324,16 3 0,2-2-1788,2-19-7048,43-9 9321,10 14 0,8 7 0,-14 18 0</inkml:trace>
  <inkml:trace contextRef="#ctx0" brushRef="#br0" timeOffset="22639">20564 4329 23483,'-31'43'471,"4"3"-426,5 8-1,11-3 40,19-6 51,14-9 83,29-7-128,-12-14 100,21-7-22,-22-17 56,9-7 79,-5-13-40,-9-9-39,-12-8-67,-11-3-50,-8 0-46,-6 6-50,-2 10-145,0 13 28,1 10-662,2 15 79,2 3-336,1 10-7332,11 19 8357,-2-9 0,4 5 0,-7-20 0</inkml:trace>
  <inkml:trace contextRef="#ctx0" brushRef="#br0" timeOffset="22944">21149 4726 16224,'4'0'5635,"0"0"-4812,26-24 1,6-10 5,-7-3-1125,13-8 1,-3-3 496,-19 1-56,-8 10 1,-2-3-42,-3 2 0,0-4-33,0-2 0,1-6 0,-2 3-588,1-3 0,-1-1 576,-1 3 1,0-3 0,-2 3 147,0-5 0,-2 5-145,1 6 1,-1 1-2,-1 3 1,-1 5 201,-2 5-274,0 15 509,-6 16-492,3 11-1,-9 34-11,9-18 1,0 3-128,1 7 1,0 6 0,1-2 109,-1 4 1,1 2-94,2 12 1,0 6-1,1-9-2,1-17 1,1-1-148,1 6 0,0 6 0,1-6-145,2-8 1,1-2-1848,4 12 0,1-2-2090,4 7 4347,4-6 0,-13-38 0,0-3 0</inkml:trace>
  <inkml:trace contextRef="#ctx0" brushRef="#br0" timeOffset="23143">21228 4233 25416,'49'-23'61,"-1"0"1,0 0 0,-2 1-1,-1 2 1,-6 7-90,16 10-275,-14 3 1,-2 0-354,-1 0-2965,-2 0 0,-3 0 3621,-12 0 0,2 0 0,-19 0 0</inkml:trace>
  <inkml:trace contextRef="#ctx0" brushRef="#br0" timeOffset="24972">2715 6640 19972,'-4'-36'1291,"-1"-1"0,-6-23-826,-10 46-381,3 7 11,-16 7-45,-1 15 1,-18 13-564,13 3 1,0 2 512,11-8 0,1 1 8,-13 17 1,3 0-12,16-12 0,3 0-86,-2 6 1,3 0 63,5-6 0,8 0-2986,28 17 3033,2-23-2,7-17 0,5-8-253,-6-9 1,1-4 263,11-5 0,0-4 16,1-5 1,-2-4 33,-2 0 1,-3-4 122,0-8 0,-5-1-142,-11 15 0,-3-1 27,-1-11 1,-6 1 61,-6-9 633,-7-8-616,-6 10 128,-9 11-212,6 17 66,-2 7-155,9 19 3120,-3 15-3120,2 22 2,2-4 0,1 3 0,0-1 1,1 1 138,0-1 1,1 0-143,0-1 1,1-2-15,1-4 1,2-1 2,2 21-13,5-23 1,4-6 18,15-12 22,8-3 0,21-33 0,-28 2 1,0-3-414,12-9 1,2-6 421,-8 4 1,0-5-1,-3 3-796,3-3 0,-2-2 792,-6 2 1,0-3 0,-4 2 11,-5-3 1,-4-1-134,5-13 0,-2-3 116,-4 2 1,-3-2-760,-6 16 1,-1-1 0,-1 4 763,-1-2 1,-3 2 31,-7-10-1,-4 7 430,-4 19-426,-29 8-46,23 29-471,-5 21 1,1 7 465,3 12-2,8-14 0,0 6 0,1-3-125,3-6 0,1 1 117,-1 5 1,0 5 0,1-1-19,-2 12 0,1 2-169,2 1 1,0 5 0,1-2-629,3-10 0,1-2 0,3 1 969,5 9 0,2 0 0,1-8 0,-3-13 0,1-6 0,20 21 0</inkml:trace>
  <inkml:trace contextRef="#ctx0" brushRef="#br0" timeOffset="25707">3708 6850 9582,'-1'5'9779,"1"0"-5046,0-5-4515,17-35-117,5-3-59,-2 0 0,2-3-529,0 2 1,1-2 525,-1-6 0,-2 1-19,-3 8 0,-1-1 19,-4-4 0,-2-4 0,-2 4-25,-1 7 0,-3-2-301,0-15 1,-1-7-1,-3 5 326,-4 10 1,-2 2 13,-2-16 0,-3 5 22,-3 23 1,-2 5-59,-5 0 0,-7 27-6,8 33-8,6-1 0,0 4-501,1-1 1,1 2 500,1 2 1,-1 5 0,0 1-6,-1 11 0,0 3 0,0 0-5,3-13 0,0 0 0,0 1 0,1 2-257,-1 6 0,0 2 1,1-1-1,1-2 17,2 4 1,1-2 0,4-3-1153,4-4 1,2-2 0,3-2 1106,5 7 0,3-6 1,11 8-1,-7-31 0</inkml:trace>
  <inkml:trace contextRef="#ctx0" brushRef="#br0" timeOffset="27173">5905 6853 10340,'-6'5'4632,"2"-1"-1096,4-4-2108,0 0-1148,4-69-50,15 18-45,-6-6 0,4-3-121,4 15 1,3 1-44,0-5 1,0-1 11,1-6 1,-2-1-17,-8 17 0,0-2 0,-1 0-2,-1-1 0,-1-1 0,-1 2-18,3-9 0,-2 0 31,-1-12 0,-3 4 1619,-2-1-1599,-3 22 0,-4 6-20,-7 14-17,-10 30 28,-13 29-34,10-5 1,1 3 38,1-4 1,0 4-55,-1 8 1,0 6 0,1-2-5,0 7 1,2 2-19,1-4 1,0 4-1,2-2-445,5-12 0,2-1 1,2-1 313,0 18 1,5-2-76,5-8 0,6-4-178,4-8 0,4-4-60,3-8 0,4-5-751,31 5 589,-11-18-90,-9-19 0,1-8 562,-10 1 1,-1-4 126,12-11 0,-2-2 98,-13 9 0,-3-2 263,4-13 0,-3-2 970,1-11-847,-9 16 1,-1 2 529,-3-7 1299,-7 16-1870,-8 14-35,-6 10-290,-7 12 1040,-4 8-1103,3 9 261,7 2-255,10-3 6,12-3 17,11-9 17,13-8-17,8-12-6,5-10 22,1-11 74,-6-7 50,-10-4-1,-12-4-4,-10-1 4,-13 1-10,-8 4-17,-10 5-34,-4 10-56,-2 9-49,-1 11-7,0 13-6,4 11-10,1 25-1,10-12-28,4 24-22,11-15-45,8 11-117,7-1-208,11-5-319,7-6-335,11-12-24,7-12 64,9-16 947,-30-8 1,0-4 136,-1-3 1,-3-3 207,21-21 135,-14-4 78,-14-1 62,-10 3 66,-7 8 152,-6 8-616,0 12 0,-5 7 256,-1 13-374,-4 7-11,0 13 0,3 5-17,7 1-67,14 1 78,-2-15 23,18-2 0,-1-16 45,13-7 33,6-10-17,-17-3 1,-1-1 5,10-10 89,4-19 1,-23 12-45,-1-9-34,-3-5-84,-6 18-50,-1-2-174,-2 21-229,3 1-309,6 8-615,6 11-2494,11 19 1474,-8-3 2386,9 24 0,-25-34 0,5 9 0</inkml:trace>
  <inkml:trace contextRef="#ctx0" brushRef="#br0" timeOffset="27910">7654 6630 22795,'27'-56'474,"0"-1"0,-4 12 0,-5 4-110,-12-7-230,-5 28 141,0-13-29,-6 20-60,-2 1-86,-5 5-66,-4 8-12,-6 18-22,3-3 6,-6 24-3398,12-6 3386,0 1-991,10-2 0,3 0 964,3-4-135,24 7 0,11-6 145,15-18 23,-1-4 0,2-6-229,-14-10 1,-4-5 236,-5 1 1,-2-2-1,5-6 1,-2-2 2001,13-21-1990,-19 13 0,-1-3 19,1-14 0,-3-2 484,-5 1 1,-1 0-513,-1 0 1,-2-1 38,-2-1 1,-3 1 38,-2 12 1,-2 0 64,2-11 0,-2 1-2,1-10 184,-3 4-297,-3 43 736,0 0-764,-1 21 12,-5 35-43,-2-1 1,-2 3-412,2-4 1,-2 1 434,-1 2 0,-3 4 0,1-6-10,1-6 0,-2 0-2,-1 4 1,-2 4 0,2-1-18,-2 15 0,4-2 8,1-3 0,6-2 758,6-2 0,11-7-747,33-3 224,4-21-235,1-19 0,3-7-410,-12-5 1,0-4 440,18-7 0,1-5-3,-13-3 1,-4-4 10,-2-4 0,-3 0-11,-9 6 1,-2 0 24,2-8 1,-4 0 572,-8 11 1,-2 0-445,1-10 0,-3 1 81,-3-17-38,-11 7-96,-5 25 67,-2 8-45,4 10-78,0 1-61,3 2 924,0 9-942,4 10-16,19 29 17,-3-10-40,18 15-89,5-9-585,-15-12 0,0 2 344,-4 2 0,-3 1 73,1-2 0,-7 2-1115,-15 1 0,-11 0-2389,-8-4 1,-6-2 3822,-5 4 0,-1-2 0,8-10 0,1-4 0,-9 3 0</inkml:trace>
  <inkml:trace contextRef="#ctx0" brushRef="#br0" timeOffset="28972">10963 6355 20879,'4'-7'1109,"7"-24"0,-3-8-527,-19-14-383,13 9 0,-5 2 355,-38-4-425,14 32-5638,-11 12 5587,12 17 1393,-10 17-1457,14-3 0,-1 3-14,4-2 0,0 1 266,-1 6 0,2-1-277,0 11 11,7 5 6,21-3 16,-3-16 79,18 0-40,-9-30 3305,14-8-3254,2-10 28,9-11 50,-13-1 0,-3-1 378,6-8-507,-12 7 1,-3 1 16,-8 7 85,0-6 10,-6 14-27,0 2-146,-4 8 6,1 4-1,-6 8 1,-3 9-12,-4 11-5,1 17 0,5-13-12,8 24 12,11-24-22,10 10-18,7-15 46,8-9 10,8-9 6,-13-8 23,9-10-45,-23-1 44,8-11-5,-7-3 45,8-20-28,-5 1-39,-4 0 16,0 1 6,-3 11-11,8-10-23,-8 15-11,9 3 12,-5 16-6,8 1-6,6 13 11,0 7-16,2 23 39,-9 0-31,-11-2 0,0 1 8,8 10 12,4 5-18,2-34 24,7-18-1,9-15-6,-5-3 26,-13 0 0,-2-3 19,12-18-5,-13 4 0,-3 0-11,4-16 27,-13 11 1,-2 1 5,-6 7 73,-4-14-39,-14 30-101,4 4-6,-8 11 12,3 17-29,7-1-27,-4 22-426,16 11-1459,6-14 0,4 1 1935,-1-3 0,1-2 0,13 15 0,-12-28 0</inkml:trace>
  <inkml:trace contextRef="#ctx0" brushRef="#br0" timeOffset="29464">13575 6136 10153,'4'1'9830,"0"-1"-5282,-4 0-4386,-20-42-106,6 29 39,-29-32-39,8 43-17,-17 5-44,16 6-1,8 10 23,20 0-6,18 15 6,31 12-20,-13-21 0,4 0 3,11 5 0,3-1-384,-3-6 1,-1-2 374,-3-1 1,-3 1-1,-7-3 1,-5 1 2,5 14 12,-32-2 5,-31-2-11,3-14 0,-3-3-160,2-1 0,-2-2 146,-25 2 0,0-3-8,-2-1-102,2-3 1,3-5-689,14-10-1597,-4-9-234,39-3 2008,32-14 1,-12 23 0,13-6-1</inkml:trace>
  <inkml:trace contextRef="#ctx0" brushRef="#br0" timeOffset="30623">14235 6165 18464,'0'-4'3692,"0"2"-2269,0 2-1048,-70-25-246,43 24-20,-22-3 0,0 7-47,21 25-29,-7 16-33,17-6 6,10-1-6,10-2 0,9-5 56,8-7 67,6-8 34,7-7 0,3-13-1,5-9-66,-10-3 280,9-17-73,-21 6-34,4-11-44,-17 10-113,-3 9 107,-6 1-40,-2 9-139,0 2-51,-1 4 6,4 8 5,0 6-27,0 10-46,2 8-61,6 4-100,4 4-108,8-2-72,4-2 218,0-10-274,20-5 263,-5-14 118,18-6 84,-6-12 28,-14-2 56,0-10 111,-11-7 18,-2-2 5,-1-6 57,-7 12 61,-2 6-84,-4 8-129,-4 9-112,-1 13 22,0 10 0,1 13 12,0 7-40,-1 4 1,0-2 5,-3-5-17,-1-9 39,0-9 152,1-8 61,0-6-134,4-10-56,4-8 5,1-4-27,23-31-12,-12 25-6,2 0 1,2-1 11,8 1-17,9-1 17,-4 8-29,-6 10-4,-5 10-1,-6 12 17,-2 10-11,-4 10-23,-5 3 34,-3 1 0,-3-2-11,1-5 16,1-7 1,0-7 22,2-8 6,2-7-6,6-10-17,4-6-22,7-10 22,-6 3 17,12-18-11,-9 14 16,6-8-10,-9 17-23,-7 8-12,-4 6 12,0 8-33,7 10 33,-2 0 11,13 14-22,-4-6 0,11 5 27,4-3-10,4-6-17,6-5 11,4-6 17,2-6-1,-4-8 18,-5-8 28,-9-8 5,-11-6 17,-8-4-17,-9-2-5,-5 0-1,-7 6 1,-1 6 5,-4 7-50,1 8-17,2 5 0,1 4 0,-1 10-11,-1 8 11,1 12-3437,5 14 3386,5-12-214,12 13-502,8-16-1720,11 8 2487,10 1 0,-20-18 0,-1-3 0</inkml:trace>
  <inkml:trace contextRef="#ctx0" brushRef="#br0" timeOffset="30799">16209 6289 26099,'4'-4'2106,"-1"1"-1933,-3 3-1057,33-14-903,-26 16 1787,20-8 0,-30 13 0,-3 0 0</inkml:trace>
  <inkml:trace contextRef="#ctx0" brushRef="#br0" timeOffset="33315">1012 8364 21411,'-35'-28'304,"0"1"0,0 0 0,-17-10 0,2 15-248,16 26 0,1 9-1117,-10 8 0,2 3 1055,12-6 1,3 2-4,-5 9 1,6 4 373,13 21-382,6-10-17,22 11-11,22-22 34,-5-9 372,22-3-350,-13-20 40,-9-2 49,-1-8 141,-24-6 1060,-8 0-1223,-4 1 242,-12 7-225,-17 13-56,5 2 17,-3 7 0,0 3-11,2 4 2,4-2 1,1 3-14,0 15-23,6-8-39,20 18-11,9-33-308,31 9-1228,14-23-368,6-3 1264,-7-4 1,-2-1 0,-13 1-1,21-4 1</inkml:trace>
  <inkml:trace contextRef="#ctx0" brushRef="#br0" timeOffset="33507">1481 8344 25099,'-48'38'-86,"-1"-1"1,13-3 0,1 3 0,8-1-506,12-2 0,4 1-104,-5 6 1,1 0-3244,9-5 1,4-2 2560,0 4 0,1-5 1,1-18-1</inkml:trace>
  <inkml:trace contextRef="#ctx0" brushRef="#br0" timeOffset="33680">1194 8594 20783,'2'-6'2857,"-1"1"-2728,-1 5-157,52 14-230,-21 13 96,2-11 0,0 1-682,-12 8 1,-3 4 843,4 3 0,-1 0 0,6 5 0,2 8 0</inkml:trace>
  <inkml:trace contextRef="#ctx0" brushRef="#br0" timeOffset="33874">648 9425 23645,'44'-20'-180,"0"0"1,0 0 0,0 0 0,14-5 0,1 0 0,-2 5-903,-8 9 1,-2 3 0,0 0-2196,3-1 0,1 1 0,-4 0 1822,10-1 0,-6 1 0,-12 3 1,-7 0-1,-13 3 0</inkml:trace>
  <inkml:trace contextRef="#ctx0" brushRef="#br0" timeOffset="34381">7013 8600 21041,'4'-54'1047,"1"-1"1,-2 10-1,0 5-683,2 1-268,-4 24-108,-3 23 35,-7 21-6,-8 27-26,5-16 1,0 3-519,-2 6 0,1 2 342,0 4 0,0 0-644,1 2 1,2-1-2735,3-2 1,1 0 3562,1-9 0,2-4 0,1 11 0,2-27 0</inkml:trace>
  <inkml:trace contextRef="#ctx0" brushRef="#br0" timeOffset="34757">6983 8190 18089,'-49'-33'825,"0"-1"1,1 1 0,4 2 0,0 2 0,4 10-608,4 13 1,0 10-2823,-16 11 1,-1 6 2659,9-6 0,-1 5-4,2 9 0,-2 7 1,7-1-447,6-2 0,4 5 409,0 2 0,-2 8 1,1 3-1,4 0-144,6-2 0,4 0 0,2 2 0,0 1 109,-2 8 1,1 2-1,1 0 1,5-3-4,3-8 1,2-1 0,4-2-1,6-3-225,11 11 1,9-3 0,6-7 118,2-13 0,6-6 0,5-3-4,-3-3 0,5-1 0,1-2 1,-2-3 254,8 0 1,0-3-1,7-7-204,-13-7 1,7-4-1,5-3 1,0-1-1,0-2 1,-5 1-1,-8 2 59,12-4 1,-8 1-1,6-3 45,-8 2 1,6-1-1,4-1 1,-2-1-1,-5-2 1,-8 0 98,-1-8 0,-8 0 1,-2-3 338,-3-1 1,-1-1 0,-2-4-375,2-6 0,-2-3 0,-5-1-36,-7-1 0,-4-1 1,-6 0-27,-5 1 0,-6-1 1,-3 1-25,-4 1 0,-3 1 0,-4 2-14,-5 2 1,-2 2 0,-4 2-10,-1 4 1,-3 1 0,-2 4-27,-1 3 1,-2 2 0,-2 4-216,-8 2 1,-2 4-1,1 4-677,6 4 0,1 3 1,0 4 940,-10 4 0,0 5 0,7 0 0,10-1 0,4 1 0,4 4 0,0 0 0</inkml:trace>
  <inkml:trace contextRef="#ctx0" brushRef="#br0" timeOffset="35332">6767 9635 20722,'9'-40'1285,"-1"0"1,-1-16-1269,-17 62 0,-24 31-15,9-8 1,-4 5-1884,-7 7 0,-5 6 0,2-3 1884,8-9 1,2-2 0,-2 3-20,-4 5 1,-4 3 0,1 1-1,3-3-43,1 0 1,3-2 0,0 2-350,-5 8 1,-1 2 0,3 0-545,5-6 0,2-1 0,4-1-1574,-2 10 0,8-3-2706,13 12 3418,47-50 1814,-13-25 0,1-6-341,3-4 1,1-4 340,5-16 0,-2-5 717,-6 4 0,-1-4 220,-5 8 0,0-2 1,0-1-115,-3 0 1,0 0-1,0-1 245,3-6 0,-1-1 0,-1 4-505,0-2 0,0 2 504,7-9 0,1 2 1239,-8 21 1,0 2-1938,2 1 1,2 1-250,-5 3 1,3 4 103,10 7 0,-1 5 1254,6 3-1405,14 13 0,3 6-242,0 7 158,-10 1 0,7 7 0,-4-1-845,2 5 0,-2 1 617,-9-8 0,0 2 0,1 0-1851,-1 3 1,-1 2 0,-3-3 1673,2 3 0,-4-2 0,-2-2 1,-3-3-1,2 4 0</inkml:trace>
  <inkml:trace contextRef="#ctx0" brushRef="#br0" timeOffset="36072">6069 10934 22867,'-7'33'199,"0"-1"0,-15 25-70,-16-26-437,-13-6 431,-7-7 73,0-10 82,16-5 142,-4-17-185,20-6-146,-6-15-22,12-4-55,7 3-52,7 3-4,11 7-3206,7 7 3217,4 7-51,8 6 0,6 22 84,-2 7-6,2 25 17,-17 9 0,-11-5-235,-9-16 0,-6 1 229,-14 8 1,-6 0 862,-2 3 0,-3 0-874,5-10 0,-2 1 1,1-3-1,-8 7 1,2-4-506,6-5 1,4-4 476,-8 8-100,20-19-174,20-15 777,18-9-547,26-10 8,-10 4 0,1-2 485,-3 1 1,1-1-556,24-7 0,2 0 152,-19 6 1,0-1-335,-2 2 1,3-2 0,-2 1-743,9-3 0,-1-2-1603,2-1 1,-2 0 2666,-5 2 0,-3 0 0,11-5 0,-23 9 0</inkml:trace>
  <inkml:trace contextRef="#ctx0" brushRef="#br0" timeOffset="36390">6387 10595 11866,'-41'-28'1206,"0"1"1,0 0-1,-9 3 1,-3 3 0,2 5-882,7 9 0,2 5 0,-2 3-720,-11 2 1,-2 5 0,0 6 571,5 6 1,-1 6 0,1 3 0,3-2-883,-2 2 1,3-1 0,0 4 755,3-2 1,-1 2 0,1 3 0,1 4 26,8-2 0,1 3 1,1 2-1,1 0 1,2-1-64,0 3 1,2-1-1,1 1 1,0 2-18,-1 2 1,-2 3 0,2 2 0,2-1 0,8-3 4,1 11 1,8-1 0,9-4-9,8-6 1,8-2-1,3-5 41,8 6 1,11-7 23,2-19 0,9-3 1,4-4-1,-3-3-8,8-4 0,-1-4 1,4-3-286,-9-1 1,3 0 0,2-1 0,0-2 0,-3-2 317,9-5 1,-2-2 0,-1-2 0,1-3-193,-1-1 0,1-3 0,-1-1 0,-4 0 226,5-3 1,-4 0 0,0-3 34,-11 3 0,1-1 0,-1-3 0,-5-2 172,3-11 1,-5-4 0,-2-1-279,-2 0 1,-2-2 0,-6-3-44,-3-6 1,-6-4 0,-9 2-57,-12 9 1,-8 2-1,-5 2-59,-7 0 0,-5 3 0,-5 3-140,-8 3 0,-6 5 0,-3 4-1074,8 10 1,-3 4 0,-1 2-1,1 3 1199,-12 0 1,0 4 0,4 3 0,-6 0 0,8 5 0,-9 6-1</inkml:trace>
  <inkml:trace contextRef="#ctx0" brushRef="#br0" timeOffset="43191">8103 10700 17238,'-9'-6'3557,"3"2"-3042,6 4 174,0 0-112,-4-72-342,13 36-375,-4-11 1,4 1 245,26 8-54,-1 10 9,0 12 1,3 2-34,18 4-39,-13 5 0,-1 2-12,10 9-22,-18 8 1,-2 3-91,2 14 6,4 18 73,-29-3 51,-22 3 50,-16 3-9,7-25 0,-2-3 32,-18 16 105,9-18 1,0-3 212,-9-4 382,-12 2-404,27-20 15,11-6-284,10-2 6,6-8-79,12 5-11,12-6 0,18 9-44,18 5-186,-24 5 1,1 2 165,3 3 0,0 2-37,21 4-176,-25 4 0,-4 4-188,-7 13-425,-16 21 128,-24-22 0,-9-1-81,1-3 0,-5-1-2286,-9 3 0,-7 2 0,4-3 2608,1-3 0,1-2 1,-7 6-1,3-3 1,9-8-1</inkml:trace>
  <inkml:trace contextRef="#ctx0" brushRef="#br0" timeOffset="43582">8395 10105 17776,'-13'-60'1114,"0"1"1,0 6-1,-7 12-890,-29 24-95,16 19 0,-4 7-1269,-10 8 0,-2 6 1224,11-1 0,-1 3 0,0 4-45,-3 4 0,-1 4 1,2 3-24,-1 5 1,0 3 0,3 2-371,11-10 0,1 2 0,2 0 0,1 2 345,3-1 1,1 2 0,2 0-1,2 1-12,-1 12 1,3 2 0,5-2-12,5-3 0,5-1 1,5-2-3,4-4 0,5-2 0,6-3-11,7-4 0,5-3 1,2-4 4,11 6 1,7-8 1,-5-14 0,8-2 1,3-4-1,-4-3 43,5-4 1,-2-4 0,4-2-182,-10 1 0,3-1 0,1-1 0,0-2 0,-2-3 251,3-4 1,-1-3 0,-1-2 0,-1-2 31,-2-1 1,0-2 0,-2-2 0,-2-2 9,-3 0 1,-1-1 0,-3-2-1,-2-1-195,7-11 1,-4-1-1,-5-2 134,-7 0 0,-4-1 0,-6-2-45,-4 1 0,-5-2 1,-4 0-72,-6 1 0,-5 0 0,-4 1-13,-3 1 0,-4 1 1,-4 3-25,-4 3 0,-4 2 0,-4 4 162,-3 4 1,-4 3 0,-2 4-242,-4 5 1,-3 3 0,-1 5-412,-4 2 1,-2 5 0,0 3 602,-8 5 1,0 3 0,5 0-1,4-1 1,5 1 0,4 3-1,0 0 1</inkml:trace>
  <inkml:trace contextRef="#ctx0" brushRef="#br0" timeOffset="44299">4651 11991 20436,'7'-21'633,"-25"27"-569,-21 27 1,-9 16-1441,8-8 1,-2 3 0,2-2 1369,10-11 1,2-2 0,-1 4-18,-1 0 1,-2 4-1,0 0 1,1 2-149,-3 4 0,1 2 0,0 0 1,1-1-144,-5 7 1,1-2-1,0 3-106,4-6 0,-2 3 1,2-1-1,6-6-728,0 3 0,8-6-2694,8 5-1361,31-42 5203,25-32 0,-14 2 0,1-4-291,4-8 0,-1-4 291,-10 11 0,0-3 0,-1 0 1000,1-3 1,-1-1 0,-1 0 182,1-3 1,-1-1 0,1 0 5,-1 0 0,-1 0 0,1 0-508,-1 1 1,0-1 0,-1 1-147,0 3 1,-1 0 0,2 0 102,3-3 1,2 0 0,-2 4-390,1-2 0,0 3-50,5-1 0,1 5 552,-1 11 0,0 6-471,21-3-168,-15 11 0,0 5 101,21 25-146,-28 0 0,-1 6-39,4 8 0,0 4-1053,4 8 0,-1 2 997,-7-9 0,0 3-196,1 1 0,1 4 0,2-1-1748,-2-7 1,0 0 0,1 0 1971,1 3 0,1 0 0,-2-3 0,5 4 0,-4-8 0,-4-8 0</inkml:trace>
  <inkml:trace contextRef="#ctx0" brushRef="#br0" timeOffset="45334">3463 13472 17166,'4'-53'1215,"-1"-1"1,0 8-1,0 4-5705,-1-1 4743,-1 22 1358,-2 8-1572,-6 22 73,-18 40-84,4-6-208,2-3 1,-3 8-1,3-5 180,4-8 0,-1 1 2,-3 9 0,-3 5 0,2-1-274,-2 11 0,2-2 283,1-2 1,2 0-7,1-6 1,4-4 16,4 9 230,19-32-117,-1-8 2116,42-39-2161,-17 0 5,4-7 0,3-5-11,-8 6 0,-1-1-3,9-8 0,1-1 3,-3 1 0,-1 2-6,-5 5 1,-1 3-12,-8 6 1,-2 3 44,6-3-90,-16 18 1813,-18 22-1818,-19 36-28,10-22 0,-2 2-3,0 1 0,0 3-82,-3 10 1,2-2 636,3 3-743,2-6 1,4 0-880,18 11 510,1-12-317,27-6-2596,22-41 1854,-10-3-621,-8-8 0,1-6-592,-4-9 1,-2-3 2758,-6 8 0,0-3 84,0-8 0,-1-6 0,-4 2-5,-8-2 0,-3 1 523,6-10 0,-4-1 689,-9 0 1,-5 1 83,-5 10 0,-5-1-502,-4 3 1,-3-3 0,-1 3-874,-1-1 1,-7 4 479,-11 1 0,-8 0 0,3 8-184,6 11 1,-2 4 123,-7 2 0,-8 0 0,-2 2 0,4 3-212,1 6 0,3 5 1,-3 0 68,-3 0 0,-2 1 0,-2 2 0,1 4-469,0 7 1,-1 5-1,2 1 1,3 0 327,0-1 0,4 0 1,-1 5-3,0 5 1,-2 6-1,2 1 1,7-4-440,-2 7 0,5 4 405,5 0 1,-3 8 0,2 3 0,5-1-29,8-8 1,5 0 0,2 1 0,1 2-20,2-1 1,-1 3 0,3 0 0,3-1 0,4-3-14,5 1 1,4-2-1,4-3 1,2-3 7,5 1 1,3-3 0,9-8-557,19-7 1,11-10 0,-1-6 475,-11-6 1,-2-6-1,4-1 74,4-1 0,4-1 0,1-3 0,-3-3-185,-3-4 0,-1-4 0,-1-1 1,-2 0 226,6-4 0,-1-1 0,0-3 233,-6 2 0,2-3 1,0-2-1,-3-1-130,-4 0 1,0-2 0,-3 0 0,1-2-53,-2 1 0,-1 0 0,-1-2 1,-1-1 13,-2-2 1,0-2 0,-4-1 0,-5 2-31,-6-4 1,-7 1-1,-5 0 465,-5-20 1,-12 2-535,-9 5 1,-12 4-74,-13 12 1,-10 4-1,3 4 3,3 1 1,-3 4-491,6 10 0,-8 1 1,1 3-1,7 3 640,2 5 0,4 2 0,-5-1 0,5 1 0,4 3 0</inkml:trace>
  <inkml:trace contextRef="#ctx0" brushRef="#br0" timeOffset="46072">6472 12906 17574,'0'-3'3741,"0"1"-2721,0 2-924,-82-33-52,47 28-520,-7-2 1,-10-1-1,8 5 549,-3 15-4,9-1 0,-7 2 0,3-1 9,1 0 1,0 0-7,-19 5 1,1-1-34,22-7 1,1-1 277,-4 0 0,2-2-121,6-2-123,-4 0 22,28-4-73,7 0-16,1 0 1235,4 4-1218,4 6-12,5 12 11,-1 9 1,-4 7-7,-4 4 12,-3 0-16,-4 2 16,-1 0-6,-1-2 6,-1-4-11,1-11 11,2-2-11,0-10 55,1-3 91,1-5 190,1-6-6,3-5-235,1-1 12,18-18-91,5 0 1,19-11-34,6 4 28,5 6-17,-26 13 0,0 2-22,0 2 0,1 3-28,28 3-34,-3 12-62,-10 11 51,-16 2-331,-17 29-3430,-33-4 3528,-2-9 1,-7 0-135,-10 0 0,-6-2-65,11-12 0,-2 0 0,1-1-741,-19 11 0,0-3 815,3-5 0,3-5 1,-6 4-1,16-16 0</inkml:trace>
  <inkml:trace contextRef="#ctx0" brushRef="#br0" timeOffset="46456">6039 12528 17398,'-4'-6'1554,"-27"-8"1,-9 4-1169,-14 15-260,-5-3 0,-5 6 0,11 17 0,1 8-1145,11-4 0,-1 4 1,0 3 1067,6-5 0,1 2 0,-1 2 0,0 2-504,-2 4 1,0 2-1,1 2 0,1 1 460,-1 2 1,1 3 0,1 0 0,1 1-12,2 0 1,2 2-1,1 0 0,3 0 22,3-2 0,1 0 0,4 1 0,2-1-20,3-4 0,2 1 0,4-2 0,3 0-2,4 9 0,5-1 1,6-2-18,5-5 1,5-2 0,5-4-46,7-3 1,5-4 0,4-4-23,6-2 0,5-3 1,1-5 41,-8-7 0,1-2 1,2-2-1,0-3 25,3-1 1,1-3 0,1-2 0,1-2-222,1-3 0,0-3 1,1-2-1,-1-2 329,0-2 1,1-3 0,-1-1-1,-1-3 87,0-2 0,-1-3 1,-2-2-1,0-1 40,-3-2 1,-1-1 0,-2-2 0,-2-2-41,-2 0 0,-3-3 1,-1-1-1,-4-1-74,-3-1 0,-3 0 0,-2-2 0,-3-1-44,-4-1 1,-2 0 0,-4-2 0,-3 0-48,-2-16 1,-5 0 0,-7 0-22,-6 1 1,-6 1 0,-7 2 76,2 16 0,-4 1 1,-3 3-1,-3 2-136,-5 3 0,-3 3 1,-3 3-1,2 2-43,-7-2 0,0 4 1,-6 6 63,1 8 0,-6 4 0,-3 3 0,4 2 1,9-1-1,0-1 0,3 2 0,-12 4 1,0 1-1,0-1 0</inkml:trace>
  <inkml:trace contextRef="#ctx0" brushRef="#br0" timeOffset="50902">10402 8653 0,'-60'7'431,"0"0"0,0-1 1,0 1-1,0-1 1,7 0-1,4 0 1,0-1-1,-2 1-130,-9 2 0,-4 1 1,3-1-1,9 0 1431,1 0 0,7-1-449,-15 1 540,31-4-1060,25-3 1222,28-1-1084,36 0-635,-10 0 0,6-2 145,-7 1 0,4 0 1,3 0-382,-6 0 1,2-1 0,1 1 0,2-1-391,-4 0 0,0 1 0,2-1 0,1 1 0,0-1 361,6 0 0,0 1 0,2-1 0,0 0 0,2 0-325,-8 1 0,0-1 0,2 0 0,0 1 0,0-1 0,0 0 320,3 0 0,0 0 0,1 0 1,0 0-1,0 0 0,0 0-199,-8 0 1,0 0 0,0 0 0,0 0 0,0-1-1,1 1 1,-1 0 186,0-1 0,0 1 0,0-1 0,0 1 0,0-1 0,-1 0 0,1 0-7,6 0 1,0-1 0,0 1-1,-1-1 1,0 0 0,0 0 4,-4 0 0,0 0 0,-1 0 1,0 0-1,-1 0 0,0 0 18,5-1 0,-1 0 0,-1 1 0,0-1 0,-2-1 5,6 1 1,-1-1 0,-2 0 0,-1 0 78,7-1 0,-2 0 1,-3-1-65,-11 2 1,-2 0 0,-3 0 527,7-3 0,-6 1-5,12-4 23,-32-1-538,-21 4 1945,-22-7-1726,-11 2 229,-14-5 168,-7 0-33,-2 2-208,7 3 2605,11 4-2941,16 4 1279,11 3-1548,6 3 480,4 0-234,6 7 18,12 6-45,17 13-26,-10-9 1,1 0-156,4 1 1,1 2 112,1-1 1,0 2-76,-1-2 0,-3 1-166,-4 0 1,-2 0-935,10 22-2863,-21 4 3265,-19-6 0,3-20 1,-2-12-1</inkml:trace>
  <inkml:trace contextRef="#ctx0" brushRef="#br0" timeOffset="51427">14856 8713 15564,'14'-57'1820,"1"0"0,0 0 0,0 5-1260,1-5 449,-1 3-242,-13 36-442,0 4-387,-2 8-94,-1 9 116,-1 15 74,-5 20-17,2-7 0,-2 3-332,-1 7 1,-2 3 333,-2 16 1,0 2-416,3-11 1,2 0 395,0 6 0,6-1-62,11-10 1,5-3-384,2-9 0,3-2-264,8 2 0,4-4-2926,0-10 0,0-3 3635,25 5 0,-20-10 0,-15-8 0</inkml:trace>
  <inkml:trace contextRef="#ctx0" brushRef="#br0" timeOffset="52835">15704 8878 14471,'0'-5'5265,"0"1"-7317,-7-35 1,-3-9 2499,6 17 553,-5-22 0,3 0-380,11 24 772,2-3-1052,0 9-212,-2 10-196,-2 7 3303,-3 10-3247,0 12 245,0 18-228,0 17-23,-4 12-95,1-30 0,0 0 124,-4 27 10,-1-8-5,3-12 5,1-12 23,2-12 213,0-8 206,2-7-396,-1-24-35,0-3 202,-1-15-202,1 9 1,1-2 0,0-23-220,1 15 0,0 0 225,1 8 1,0 1-156,2-21 138,-1 21-27,-2 10-203,-1 16 18,-1 8 168,-4 19-90,-2 18-45,-2 4-913,2 1 1,-1 4-1746,4-9 1,-1 0 2814,-1 12 0,0-2 0,2 3 0,2-23 0</inkml:trace>
  <inkml:trace contextRef="#ctx0" brushRef="#br0" timeOffset="53714">10952 10494 17820,'53'10'483,"1"1"0,-12-4 1,1 1-1,2-1-345,9 2 0,1-1 1,3-1-1093,-8 0 0,2-1 1,1 1-1,2-1 982,5 0 0,2 0 0,2 0 0,0 0-394,-8-2 1,1 1 0,0-1 0,2 0 0,-1-1 375,-5 0 0,-1 0 0,2-1 1,0 1-1,0-1 0,0 0-129,3-1 0,0 1 1,0 0-1,1-1 1,0 0-1,0-1 114,1 0 0,0 0 1,0 0-1,1-1 1,-1 0-1,0 0-187,-1 0 1,0-1 0,0 1 0,-1-1 0,0 0 0,0-1 187,7 0 1,0 0 0,-1-1-1,0 0 1,-2-1 10,-5 1 1,-1 0 0,-1-1 0,-1 0 0,-1 0 4,4-1 1,-1-1 0,-2 1 0,-2-2 3,6 0 1,-3-1 0,-4-1 273,8-4 0,-7-1-192,-15 1 0,-6-3 1453,1-15-1591,-36-3 46,-25-1 55,2 16 1,-4 2 931,-4-1 1,-3 1-723,-1 0 1,-1 1 50,4 0 1,1-1-55,6 3 1,2-1 2794,-13-10-2778,17 8 504,11 8-795,7 6-84,4 3-307,1 1 1128,4 7-681,6 10-39,13 15-134,16 15-1772,-5-8 0,1 0 1794,-10-12 1,0 1-231,11 16 1,-4 2-566,-18-15 1,-5 1-629,1 7 0,-6 2 1524,-12 2 0,-4-3 0,-1 5 0,-10-7 0</inkml:trace>
  <inkml:trace contextRef="#ctx0" brushRef="#br0" timeOffset="53899">15408 10174 9716,'0'0'0</inkml:trace>
  <inkml:trace contextRef="#ctx0" brushRef="#br0" timeOffset="54957">15759 8738 15316,'14'-46'1125,"0"-1"1,-2 5 0,-1 8-308,-6 16-59,-3 6-267,0 7-536,-1 2 119,-11 13 37,-9 5 17,-17 16-28,-10 8-314,20-14 1,0 1 254,0 2 0,1 1-14,1 2 0,2 1-17,4 0 0,2 1-11,3-2 0,3 1 28,1 28 144,19-5-32,20-7-1635,4-24 1,4-4 1589,19 5 9,-8-13 0,-1-5-553,-1-4 592,-4-6 0,1-5 331,6-10-348,-17 2 0,-2-3 137,4-23-22,-15-7-112,-12-7-29,-16-7-52,0 31 0,-2 0-23,-3 0 0,-2 1-20,-1 2 1,-2 2-51,-19-17-44,-2 12-152,-2 12-341,-2 13 27,9 10-3321,6 12 0,0 5 3876,-6 13 0,-3 3 0,22-17 0</inkml:trace>
  <inkml:trace contextRef="#ctx0" brushRef="#br0" timeOffset="55549">15217 10478 17714,'12'-53'686,"1"0"1,-1-1 0,0 6 0,-1 1-1,0 8-299,10-9-5728,-3 12 5503,-5 14 1494,-3 7-1645,-7 12 849,-1 6-681,-7 18-59,-4 7 1,-3 6-58,-2 8 1,-2 6-1,1-3-63,-1 2 0,0 1 585,2 4 0,-1 5 0,5-11-574,5-2-92,5-6 1,2-1 80,8 5-73,17 14-16,-6-21-273,3-11 1,1-4-138,2-5-1181,31 5-1332,-7-17-590,-8-9 1,4-4 1796,-4-2 1,-1-2 1804,4-6 0,-3 1 0,2-6 0,-22 11 0</inkml:trace>
  <inkml:trace contextRef="#ctx0" brushRef="#br0" timeOffset="55756">16080 10491 9979,'1'-5'8541,"0"1"-3331,-1 4-4885,3-46-348,-3 37-10,3-31 44,-6 58 11,-3 9-44,0 3-157,-1 13-779,3 13-779,0 5-2243,3-22 0,-1 0 3980,0 18 0,2-29 0,-1-18 0</inkml:trace>
  <inkml:trace contextRef="#ctx0" brushRef="#br0" timeOffset="57182">12349 13399 7561,'-54'5'833,"0"1"1,0-1-1,3 1 1,1-1-1,0 2-536,1-1 0,-1 1 0,2 0-122,5 0 1,0 1 0,1-1 67,-17 4 1,2 1 81,3-2 0,3 0 128,5-1 1,3-1 2111,-19 3-1860,32-6-223,48-7-267,15-3 1,9-2-728,0 1 0,6-2 0,3 1 533,-2 1 0,2-1 0,3 1 0,1 0-344,-4 1 0,2 0 0,0 0 0,1 0 0,1 1 312,4 0 1,1 1 0,1 0 0,0 0 0,1 0-3,0 1 1,1 0 0,0 1 0,1-1 0,-2 1-256,0 0 0,0 0 1,0 0-1,0 0 0,-2 0 235,-2 0 1,0 0 0,-1 0-1,0 0 1,-2 0-295,10-1 0,-1 1 1,-1-1-1,-1 0 292,-7-1 0,0 1 0,-2-1 0,-1-1 108,8 0 1,-2-1 0,-4-1-104,-8 1 0,-3-1 0,-3 0 8,7-3 0,-5-2 94,11-8 1439,-26 1-1427,-20-3 2079,-21-1-2023,-18-3 107,-22-1-88,19 12 1,-3 0 120,-17-2 1,-1 0 921,16 5 0,1 0-987,-18-3 1,2 0 2,23 5 1,2 0 470,-3 0 1,1-1-399,-10-6-140,20 7-173,14 4-84,6 4 38,6 0 835,9 4-762,16 4 7,20 6-10,-16-2 1,1 1-8,24 8-7,-8 1 1,-1 1-563,4 4 497,-17-7 1,5 4-1,-4 0-102,-6-2 0,-2 1-166,12 11 1,-3 2-177,-14-6 0,-6 1-549,-4 1 1,-6 2-2048,-10 0 0,-5-1 2314,-13 24 0,-1-22 0,5-16 1</inkml:trace>
  <inkml:trace contextRef="#ctx0" brushRef="#br0" timeOffset="57781">15451 13279 13295,'10'-51'2207,"1"-1"0,-2 6 0,0 4-578,-1-4-598,-1 7-756,-3 11-18,-1 8 96,-2 14-224,0 3-146,-1 0-5,0 15 139,-9 28-89,2-2 8,-4 1 1,-2 2-444,2-8 0,-2 1 432,-4 10 0,0 1-22,-1-2 0,1 1 5,-3 8 1,1 0-128,8-16 1,2-1 115,-3 4 1,6-3-4,16 1-16,12-10-23,19-7-106,20-8-226,-21-10 0,5-1 0,-2-2 96,-1 0 1,0 0-582,20-3 1,0-1-1181,-21-2 1,-2-1 2041,-5 1 0,-2-1 0,24-4 0,-26 4 0</inkml:trace>
  <inkml:trace contextRef="#ctx0" brushRef="#br0" timeOffset="58299">16342 13270 21618,'-2'-46'368,"0"-1"0,1 4 0,6 8-295,22 12-68,-1 7 6,20 3-27,8 10-18,0 11 12,1 13 22,-30 15 11,-13-1 34,-25 18 5,-21-2-362,7-18 0,-5 0 371,-10 5 0,-1-1-12,9-9 1,1-1-32,2-3 1,3-1 17,2 5 288,27-10-165,18-5-124,25-8 1,9-6-59,-20 0 0,2-2-386,10-1 1,6-1 0,-1-2-683,12-5 1,0-1-2185,-20 5 0,0 0 0,0-1 2400,16-4 1,-5 2 0,0-1-1,-39 8 1</inkml:trace>
  <inkml:trace contextRef="#ctx0" brushRef="#br0" timeOffset="63464">8439 11325 15468,'-27'55'519,"0"0"0,0 1 0,6-13 0,0 1 0,0 0 0,-1-1-286,-5 12 1,0-2 0,-1 2-1080,6-10 1,-1 1 0,0 1 0,0 1 937,0-2 1,0 1 0,0 1 0,0 0 0,1-2-62,-2 4 0,1-2-1,1 0 1,-1 0-26,2-3 1,0 0 0,0-1 0,3-2-14,-3 5 1,3-1-1,1-2-1197,0 10 1,3-2 1019,1-10 0,2-1-426,1 1 1,7-9 287,10-18-1369,12-25-392,17-37 1459,-10 5 1,1-5 98,-5 9 0,1-2 0,0-1 528,3-5 0,1-1 0,0-1 37,1-2 0,-1-2 0,1 1 82,-2-2 1,1 1 0,-2-1 20,-1 1 0,-2 1 0,0 0 475,-3 3 0,-2 0 0,0 1-407,-3 3 1,-1 1 0,-2 1 206,2-15 1,-2 1 100,-3 7 0,-3 2-79,-2 7 0,-1 1 82,-1 6 0,-1 2 465,-1-18 1383,1 10-2005,1 10 1421,8 8-1684,11 4 1230,13 5-1269,11 3 5,9 4-33,4 12 10,-26 1 1,-1 3 67,1 7 0,-1 4 36,2 5 1,-1 5-419,2 6 0,-1 3 396,1 5 0,1 3-54,-4-6 1,2 2 0,-2-3-56,3 3 0,0-1-10,-8-10 1,2 1-1,1-2-522,4-2 1,2-1-1,0-2 311,13 7 0,6 1-1011,-14-11 1,6 1 0,3 2-1,-1-2 1,-5-3 1214,3 0 0,-3-2 0,1 0 0,6 2 0,2-1 0,-11-5 0,-2 0 0</inkml:trace>
  <inkml:trace contextRef="#ctx0" brushRef="#br0" timeOffset="64609">7747 13650 7470,'1'-4'6867,"0"1"-2616,-1 3-4050,-16-18-88,6 19 430,-37 16-333,26 5 0,1 6-606,-15 16 1,1 3 462,8-11 0,0 4 26,-2 5 1,-2 5-1,4-5-73,5-7 0,1 2-17,-6 14 1,-2 8 0,5-6-32,9-8 0,4-2-26,-4 17 1,4-2-78,9-27 0,6-3 42,20 21 89,13-30 92,-5-14 1,3-5 19,-3-7 0,0-6 14,6-6 0,-2-6 28,-8-5 0,-4-3 19,-2-2 1,-3-2-12,6-19 43,-17 15 0,-5 0 41,-12-8 405,0 14 1,-3 3-607,-13 0-3217,-29 11 3150,21 14-26,-7 8 1,-1 4-389,-7 11 223,15-4 0,2 2-632,-4 13 94,15-8-4408,17 6 5159,22-15 0,-9 1 0,8-10 0</inkml:trace>
  <inkml:trace contextRef="#ctx0" brushRef="#br0" timeOffset="65021">7951 13395 13492,'-48'-22'917,"0"1"0,1-1 0,-12-7 0,2 10-438,-4 29 1,1 13-1850,13 0 0,-1 5 1500,2 1 1,-3 5 0,3 2-31,6 3 1,2 2 0,3 3-32,-1 5 0,3 2 1,2 0-52,6-8 1,2-2 0,3 5-12,4 1 0,1 5 0,3 0 0,3-4-22,4-4 0,3-2 0,2 1-29,2 16 0,3 3 0,4-7 44,4-5 0,8-5-23,9-10 1,7-2 0,-2-5-6,-4-6 0,2-5-10,7 2 1,7-1 0,0-6 11,-2-8 0,0-6 0,0-1 26,3-2 0,0-2 0,-1-1 9,-1 0 0,1-2 1,-2-4 62,7-12 1,-1-7 0,-7 3-17,-7 3 0,-3-3 57,-2-1 1,4-7-1,-2-2 1,-6 3 56,-1-11 1,-5-2-78,-3 3 1,0-4-1,-5 1 11,-4-12 0,-8 0-18,-5 3 1,-6 1 8,-6 3 1,-3 5-46,3 12 0,-6 3 65,-18-4 1,-5 6 134,12 16 1,-1 3-285,-14-6 1,0 5-110,13 9 0,3 4-653,-16 7-912,22 10-185,16 4 2324,29 17 1,-11-21 0,11 7 0</inkml:trace>
  <inkml:trace contextRef="#ctx0" brushRef="#br0" timeOffset="65398">9439 13375 15031,'-5'0'6206,"1"0"-4693,4 0-1373,-11-42-34,22 26-22,0-32-39,27 40-11,3 7-3410,4 15 3382,-3 14-6,0 19-228,-22-15 0,-4 3 186,0 7 0,-4 2-107,-2 7 1,-4 2-571,-4 6 1,-3 0-268,-5 2 1,-2 0-2121,-1-3 0,-2-2 3106,1-10 0,0-5 0,-2 7 0,6-25 0</inkml:trace>
  <inkml:trace contextRef="#ctx0" brushRef="#br0" timeOffset="65951">9478 13873 19328,'-29'-46'380,"0"1"1,8 1 0,15 5-420,26 18 0,11 4-925,7-5 0,3 2 807,6-3 0,3 2-42,2 1 1,0 2-38,-1 0 1,0 1-40,-5 2 1,-1 0-104,2-1 0,-3-1 221,11-6 56,-24 7 0,-5-3 643,-5-11-402,-4-13 335,-13-7-402,-10 7 75,-7 6 1,-4 0-178,0 9 1,-2 1 184,-9-13 1,-4 1 181,0 10 1,-3 5-104,-5 2 0,-3 5-375,-6 4 0,-2 5 325,-7 4 0,-2 7-101,17 1 0,-1 4 0,1 2-743,-3 3 1,0 3 0,1 3 680,-2 4 1,1 3-1,2 3-11,-1 4 0,2 4 1,1 3-9,1 5 1,1 4 0,3 2-6,10-10 1,1 2 0,2 1-1,2 1-1,2 1 0,1 2 1,3 0-1,1-2 1,-1 4 0,2-1 1,6 1-7,6 14 1,7 2-1,6-7-268,10-4 0,10-4 245,-3-15 0,6 3 0,2-3 0,-1-6 14,14 3 1,5-9-176,3-6 1,7-4 0,-3-7 194,-13-7 1,-2-6 0,3-1-160,11-1 0,3-3 0,-1-3 249,0-4 0,-2-3 1,-2-2 83,-3-2 0,-2-2 1,-3-3 68,-6 0 1,-1-2 0,-5-2-40,-4-2 0,-4-1 0,-3-2-101,-5-2 1,-3-2-1,-4-1-69,-2-3 1,-3-2-1,-4 1-17,-3-3 1,-4 0 0,-2 1-10,-4 0 0,-2 1 1,-3 1 228,-4 3 0,-3 2 0,-6 3-388,-9 0 1,-6 3 0,-2 4-840,1 9 0,-1 3 0,-2 3-204,0 1 0,0 3 0,-1 4 1191,-20 5 0,8 6 0,10 0 0,0 5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13:42:54.4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868 2114 18184,'-1'-47'519,"0"-1"0,-2 7 1,5 6-257,23 6-44,0 6 44,18-6-196,-3 10-50,8 6-23,-8 14 6,-8 5 0,-4 6-28,9 30 6,-17-7 22,8 16 33,-27 3 79,-15-17-50,-4 8 100,-18-4 146,-12-6-179,9-7 117,9-12 1,2-3 185,5-6 240,-4-3-504,18-6-129,5-1 34,5 1-73,5 1 0,1 0 33,25 1-33,-9 0-5,33 2-18,-25 0 1,1 0-17,1 1 0,0 1-9,-1-1 0,-1 1-327,18 8-247,-24 5-845,-11 18-248,-32 6 197,-4-13 1,-7 0-2259,-10 0 1,-2-2 3775,1-1 0,2-3 0,-14 6 0,23-14 0</inkml:trace>
  <inkml:trace contextRef="#ctx0" brushRef="#br0" timeOffset="227">1635 2292 24206,'20'11'-1132,"-9"-5"1,-3 0-1</inkml:trace>
  <inkml:trace contextRef="#ctx0" brushRef="#br0" timeOffset="2500">3348 2175 17976,'19'-54'2324,"0"0"1,-3 5-1,-3 3-955,-5-9-478,-10 14-902,-3 17 50,-20 7-243,-6 19 611,-25 17-87,22 0 0,0 5-346,-4 7 1,-1 4 267,-1 5 0,2 2 14,8-8 0,3 2-27,-3 17 0,5 2-158,13-19 1,4 1-139,0 14 0,7-1-438,12-14 0,6-4-859,18 13 389,9-22 1,7-7-366,-10-10 0,2-3 822,-1-2 0,3-2 0,-1-3-18,14-7 0,-1-5 423,-2-4 1,-1-4 137,-4-1 0,-2-2-75,-6 0 0,-4-1 429,-8 2 0,-3-2 799,8-20-584,-18 7 280,-20 7-726,-4 15-204,-16 6-73,-4 13 1138,-10 11-1011,-2 10 50,4 21-8,15-10 573,8 18-733,21-16 34,7 5-39,13-6-174,11-9-65,5-9-45,1-9 115,-4-13 66,-6-10 324,-8-12 133,-7-8-33,-9-6 45,-8 0-6,-9-1-78,-6 4-11,-6 5-6,-1 6-28,-1 8-62,2 8-27,-1 7-85,1 12-134,-1 10 17,3 4-1412,-3 28-1136,11-7-4012,4 21 6739,10-17 0,0-17 0,1-13 0</inkml:trace>
  <inkml:trace contextRef="#ctx0" brushRef="#br0" timeOffset="3054">4322 2248 14230,'0'-3'5714,"0"0"-3687,0 3-1977,-3-28 6,2 36 12,-2-11-1,2 47-22,-3 9-17,-3 5-6,-1-22 1,-1-2-6,-2 11 33,-4 2 314,10-35-78,2-2 290,2-16-419,4-11-11,2-16-23,5-12 23,5-8-12,5-3-61,5 3-45,4 7 0,3 11-6,2 11-16,3 9-17,4 8-6,4 9 6,2 9-29,-3 11-4,-11 10 44,-13 11 0,-14 8-12,-15 2 24,-8-5 38,-7-8-22,9-19 78,-1-9-16,12-23-34,-1-10 39,14-30-22,10-2-34,7-2-3,-6 28 1,2 3 47,18-11-67,-13 16 0,1 1-6,25-6-28,7 15 11,-22 11-44,7 21-241,-25 12-728,-3 23-488,-13-21 0,-3 3 828,-5 11 1,-3-2 0,2 7-1,-7-1 1</inkml:trace>
  <inkml:trace contextRef="#ctx0" brushRef="#br0" timeOffset="3806">5395 2466 19518,'6'-51'1015,"-1"1"1,1 1 0,-1 11-618,-2 26-286,-1 8 33,-1 24-27,-2 24-113,1 4 15,-2-9 0,0 4-347,0-4 0,-1 4 299,-1 3 0,-1 3 0,0 0-521,1-6 0,-1-1 0,0 2 478,-1 5 0,-1 2 0,0-4 23,-2 7 1,0-5-1308,1-6 0,-1-4 1349,-5 11 62,-11-11-16,7-30 400,-8-11-401,10-28-6,10-7 1,2-5-17,0 11 0,2-2 138,4-14 0,3-8 0,1 4-133,2-5 0,2 1 610,0 1 0,2-3 0,-1 2-619,0 9 0,0 1 0,1 0 15,1-4 0,1 0 0,0 3-20,0-1 1,1 2 10,4-10 1,3 4-3,2 18 0,1 3-14,-5 5 0,1 1-214,13-2 1,3 7 216,18 8-20,-15 14 0,1 11-48,-2 20 0,-6 9 28,-6-3 1,-7 4 109,-9 17 1,-11 0-86,-7-25 1,-7-3-6,-10 7 0,-7-3-8,-8-5 0,-3-3-141,0-1 1,-2-1 213,-6-2 1,0-6-3167,11-10 1,3-4 3114,-10-6 0,15-3 0,25-2 0</inkml:trace>
  <inkml:trace contextRef="#ctx0" brushRef="#br0" timeOffset="4798">5892 2592 21485,'29'-44'189,"0"0"1,-1-1-1,0 1 1,-1-1-1,-3 1-116,1-10 0,-2 0-815,-8 14 0,0-1 0,-1-2 770,0 0 0,-1-1 0,-1-1 11,-1 1 0,0 0 0,-2 0 56,3-16 1,-3 2 185,-2 9 0,-3 3-94,-4 11 1,-2 3 633,-6-10-709,-6 22 10,-3 26-94,-4 25-14,7-3 0,1 5-14,-2 10 0,2 5-286,0 8 1,2 2 279,3-8 1,2 0-6,1-2 0,2 4-118,5-2 0,2 4 0,2-3-106,2 1 0,3 0-209,-1 1 1,2 3 0,3-7 0,6-8 1,4-7-169,1-6 1,1-5 61,17 5-143,-10-21 1,0-7 326,12-17 365,-14 3 0,-2-5 104,-8-5 0,-3-2 86,-2-3 1,-3-1 80,-3-1 1,-1-1 484,3-27 163,-6 10-443,-3 16 711,-7 8-817,-1 16 1410,-2 2-1746,-1 14 1286,-1 8-1303,3 2 230,3 16-247,4-15 28,16 19-11,1-22 17,13 3 38,-1-17 12,2-12 0,0-10 28,-5-11 6,-8-5-17,-10-3 5,-10 1-55,-5 12 94,-15-4-50,1 19-22,-12-1-50,-2 20 16,-2 10-17,0 14-16,8 9 5,9 6-17,8 7-5,5 1-11,11 0 16,8-3 1,4-15 2,6-15 0,4-4 9,23-4-386,-10-6 0,2-4 369,-2-9 0,-2-5 33,3-3 1,-2-5 2,0-4 0,-3-3-22,-2-5 0,-3-3 5,-4-5 1,-2-3-4,-2-5 1,-3-2-470,-1-7 1,-2-1 474,-1-4 0,-1 0 14,-1 1 1,-3 1 24,-1 5 1,-3 4 33,-2 7 0,-2 4 252,-3-18-190,-5 28-140,-2 16-6,1 19 22,-3 19-11,-4 23-6,4-10 1,0 4-252,-1 10 0,0 3 231,4-13 0,-1 1 0,1 1-56,0 2 0,1 0 0,0 1-103,0 0 0,1 0 1,2-1-74,0-2 1,1-2-1,2 0-133,4 14 0,4-3-267,1-9 0,3-3-488,1-8 0,1-4-3278,11 10-5418,-7-19 9778,-10-11 0,-6-9 0,-3 0 0</inkml:trace>
  <inkml:trace contextRef="#ctx0" brushRef="#br0" timeOffset="5304">7216 2317 21631,'-24'-40'385,"0"0"0,2 2 0,12 11-184,30 24-178,19 1-29,18 3-3,-22 1 1,1 0-361,24 2 357,-15-2 1,1-1 11,9-2 8,-16-1 1,-3-2 129,2-3-76,0-13 63,-25 10 26,5-12 23,-18 10 83,-6-3 407,-3 3-255,-17 4-364,4 10-6,-8 9-28,10 13-5,4 9 28,7 4-29,10 5 23,13-8-11,5-8 28,7-13-6,7-20 0,-10-1 28,9-17 17,-18-1 28,-2-11-39,-8-4 6,-9 0 22,-7 6 11,-7 8-17,-6 9-5,-4 8-23,-3 10-78,-3 12 33,0 11-14,13 1 1,3 2-20,-7 13-34,11-7 0,4 3-331,4 18-2370,10-12 0,4 0 1200,7 14-2260,6-19 0,4-5 3239,13-3 0,-5-5 0,-13-12 0</inkml:trace>
  <inkml:trace contextRef="#ctx0" brushRef="#br0" timeOffset="6167">9326 2295 18616,'18'-49'1350,"0"1"0,-2 1 0,-4 7-538,-11 16-224,-6 2-269,-2 10-207,-2 6-112,4 5 28,0 9-17,2 10-3369,-4 22 3369,2-7-11,-1 20 0,2-16 45,-2 12-40,2-19-21,-2-3 66,4-21 314,0-2-224,1-11 3308,-3-19-3437,1 2 17,0-27-11,6 4-230,1 15 0,1-2 224,3-1 0,3-2-6,5-7 1,2 1 0,7-14 2,-5 20 1,1 3-9,7 1-6,12-1 23,15 14-23,-16 10-5,-5 15 0,-2 4 11,-5 5-11,21 28-17,-27 0 16,-8-8 1,-4 3-273,-4-4 1,-3 0 283,-4 28 0,-11-19 17,-9-15 0,-4-2-1,-11 4-2,6-6 0,-1-3 26,-6-10-17,5-9-23,10-4 467,-1-10-372,9-6-67,2-3-28,7 0 616,22-1-599,-2 12-3415,34-8 3404,-19 14-12,31-2-154,-13 12 363,-10 3 0,0 2 132,21 14-52,-5 5-57,-22 6-254,-28 8-45,-13 4 0,-6-18 0,-5-3-78,-7-2 0,-2-4-569,-24 11-484,8-13 1,-1-3-2508,-14-2-1205,20-5 1,2-2 3898,1-5 0,18-2 0,16-1 0</inkml:trace>
  <inkml:trace contextRef="#ctx0" brushRef="#br0" timeOffset="6396">10106 2151 21595,'-9'46'134,"1"0"1,0-4 0,1-5-214,0-11-1304,0 9-2291,6-15-6157,-2 6 9507,3-14 1,0-7 0,0-4 0</inkml:trace>
  <inkml:trace contextRef="#ctx0" brushRef="#br0" timeOffset="6583">10216 1939 22386,'-28'-44'700,"-1"0"1,4 4 0,4 9-593,10 20-292,6 5-312,28 29-984,5 5-533,-2-2 0,0 3 1815,-2 2 1,-3-1 0,5 4 0,-9-2 0</inkml:trace>
  <inkml:trace contextRef="#ctx0" brushRef="#br0" timeOffset="7974">10483 2170 21493,'2'-6'3130,"-1"1"-1711,-1 5-802,-17 15-256,10-1-631,-18 32 189,19-19-34,-8 30-37,7-29 186,-4 8 54,5-19-179,3-9 640,2-7-399,0-10-269,1-8 158,0-13 7,10-11 19,9-4-3,4 8 45,16-3-97,8 13 221,2 6 65,6 8-154,-12 21-92,-13 1-147,7 28-224,-19-2-308,7 21-229,-12-3-301,0 1 45,6-4 339,8-10 260,10-14 201,-3-14 3,26-21 291,-15-10 51,-11 3 0,-1-4-225,-6-2 0,-1-2 303,-2-2 0,-1-2 37,0-2 0,-1 1 38,-2-1 1,0 0 44,-2 3 1,-2 1 297,9-18-258,-10 16 285,-15 3-381,-11 17-72,-10 0 23,-10 16 57,-5 8-14,-3 11-3,2 6-41,5 5-20,8 8-132,11-6 498,6-4-565,10-9-40,3-12-3,6-1 48,4-8 46,4-9 77,8-14 32,-8-1 45,5-15-8,-12 5 16,-1-4 46,-3 4 38,-5 8-89,-3 9-95,-1 7-6,-1 4 6,-3 9-8,-5 8-31,-3 21 10,4-9 12,2 17 0,9-17 12,8 7-29,12-5-6,13-7 26,10-9-9,6-7 17,1-12-11,-7-8 6,-6-10 16,-12-8-5,-9-8 22,-10-7-39,-5 8 11,-2 1 1,1 2 5,0 2 22,8-29-28,1 39 0,4 0 0,5 7-33,5 8 28,-5 3 10,14 15-16,-13 3-11,8 13 11,-10 1-22,-1 1 16,4-1-16,4-4 11,4-7 22,3-6-11,0-6-6,-2-11 6,-2-7 6,-6-11 5,-5-16-5,-6 0 50,-6 2-12,-4 12 24,-3 16-57,0 6-45,-2 3 20,2 7 15,-1 10 23,4 12-46,5 12 34,5 6 5,8 3-34,4-2 17,8-4-13,5-7-12,4-8 24,2-11 0,1-10 18,0-14 11,0-11-6,1-17-16,-3-10-239,-11 4 283,-12 10 0,-3 0 79,0-6 106,3-10 51,-14 22-146,-4 11-106,-2 8-40,3 7-3299,3 24 3327,-1-1-220,3 37 167,-6-29 1,-1 0-91,-1 12 1,-2 5-304,-1-5 0,0 2 1,-1-2 44,0 4 1,2 0-391,0-2 0,2 3 0,4-3 615,12 6 0,2-5 0,-9-12 0,0-2 0,7-4 1,0-1-1</inkml:trace>
  <inkml:trace contextRef="#ctx0" brushRef="#br0" timeOffset="8730">14130 1888 31597,'11'-59'234,"1"-1"0,-1 1 0,-3 12-1005,-6 32 583,1 0-209,-4 21 170,-3 17 69,-2 26 79,1-14 0,-1 5-1335,0 1 0,0 4 0,0-3 1255,0 5 1,0 1-212,1-1 1,-1 3-1,2-2-911,1 1 0,2-1-1086,2 13 0,1-2 340,0-14 0,2-1 1939,5 7 1,0-6 0,-3-12-1,5 9 1</inkml:trace>
  <inkml:trace contextRef="#ctx0" brushRef="#br0" timeOffset="9587">14021 2405 21781,'-35'-49'376,"0"-1"0,6 5 0,15 8-857,44 17 767,8 5-186,0 5 0,4 1-1213,10 0 0,1 0 1114,2 0 1,0 0-32,8-1 1,-2 1 101,-16 2 0,-2 1-76,-6 0 1,-2 0 643,21-3-628,-18 0 152,-17 0 53,-12-1 1342,-7-1-1322,-3 0 499,-1 2-271,0 3-411,1 2 215,1 2-341,0 1-51,2 4-8,7 7 185,8 11-7,12 11-23,5 11-274,-1 7 150,-6 5-226,-12 4 108,-16-6 226,-15-9 27,-12-16 131,-6-15 97,1-15-45,8-12-105,11-12-53,13-9 61,14-4 255,13-1-313,14 3-49,-3 10-42,-4 12 0,3 1-117,15-1 61,-13 5 0,0 2-225,21 0-415,-2 5-186,-8 0 263,-7 2 409,-14-2 91,-3-5 304,-15 1 93,0-2 21,-8 4-40,-4 2 220,-3 1-137,1 2 139,-2-1-137,3 1-80,-2 5-8,-2 5-48,-2 10-34,1 6 52,5 2-265,11 0-162,9-6 32,12-5 86,-1-9 125,27-8 102,-12-9 157,17-9 104,-19-8-64,-15 2 203,-9-19-268,-14 12-149,-8-13-122,-13 14-82,-13 8 59,-7 9 9,-6 8 65,0 12 63,4 8 119,8 12-128,9 7-3,11 7-69,12 4-230,14 2-189,4-10-415,7-11 0,4-2-2189,20 7 584,-12-10 0,3-2 2387,0-7 1,-2-2 0,3 0 0,-1-4-1</inkml:trace>
  <inkml:trace contextRef="#ctx0" brushRef="#br0" timeOffset="9954">15916 2185 8758,'2'-8'9830,"0"2"-6851,-2 6-799,0 0-2012,-30-46-68,16 44 42,-21-30-133,28 56 47,14 1 33,10-1-5,15-6-39,11-7 11,5-7 6,-1-10-50,-6-7 139,-11-9-67,-11-8-36,-11-2 27,-11-1-12,-7 5 26,-9 6 25,-7 9-10,-5 8 2,-6 11-38,-3 9-10,-1 12-54,18-3 1,2 1-30,-5 11 18,12-7 0,4 1-99,7 11-310,14 11-547,16-4 168,7-15-4121,16-13 1,4-4 3158,-8-5 0,-3-2 0,-6-2 0,-25-7 0</inkml:trace>
  <inkml:trace contextRef="#ctx0" brushRef="#br0" timeOffset="10331">16878 1902 18250,'-45'-5'128,"1"0"1,1 4 0,10 7 3427,23 23-3543,3 6 956,16 3-1159,7-10 150,5-5 635,3-8-264,-6-9 1921,4-1-2316,-1-10 432,0-7 25,-2-8 2,-2-5-151,-5-3-53,-6 1-173,-6 4-181,-8 8-56,-17 8 50,4 7 477,-22 11 14,12 9-1048,-14 22 245,17-11-2145,12 0 0,6 3 2622,18 8 0,-8-2 0,13-17 0</inkml:trace>
  <inkml:trace contextRef="#ctx0" brushRef="#br0" timeOffset="10596">17000 2307 16465,'-5'0'4374,"0"0"-2066,5 0-1988,-67 21-287,48-12 34,-18 4 1,7 3 100,30-4 168,17 5-180,3-6-105,4-2 184,-5-6-129,-12-2 214,-2 0-40,-4-3-196,1-9-152,-1-15-391,-1-4-5153,-14-12 4764,-2 20 0,0 5 0,7 13 0</inkml:trace>
  <inkml:trace contextRef="#ctx0" brushRef="#br0" timeOffset="11273">2568 3099 18789,'-4'0'331,"0"-1"-295,31-8 1,18-1-12,-4 7 1,2 2-844,-4-3 1,3-3 0,4 4 832,2 4 1,5 3-1,2 1 1,-3 0-715,8 0 0,-1 0 0,4 1 713,-8-2 1,5 1-1,1 0 1,0-1-1,-4 1 0,-2-1 0,-3-1 0,1 1 0,5-1-141,-6 0 0,3 0 1,4 0-1,2 0 0,-1 0 1,-1-1-1,-3 1 192,0-1 0,-1 0 1,-2 0-1,0 0 1,1-1-1,2 1-240,-2 0 0,1 0 0,1 1 0,1-1 0,0 0 0,2 0 0,2 0 262,-4-1 0,4 1 0,1-1 0,2 1 1,0-1-1,-2 0 0,-1 1 0,-3-1 0,-5 0-161,11 1 1,-8-1 0,-1 0 0,3 0 0,10 0 139,-18 0 0,6 1 1,4-1-1,2 0 0,3 0 1,2 0-1,0 1 0,0-1 1,-1 0-1,-2 0 1,-2 1-1,-5-1-56,10 0 1,-4 0-1,-3 0 1,-1 1-1,1-1 1,0 0-1,3 0 1,4 1-1,-10-1 1,3 0 0,2 0 0,1 1-1,1-1 1,0 0 0,2 1 0,-1-1-1,0 0 1,-1 1 0,-1-1 0,-2 0-7,1 1 0,0-1 0,-2 0 0,0 0 0,0 1 0,0-1 0,0 0 0,-1 0 0,1 0 0,0 1 0,1-1 0,1 0 0,-1 0 0,1 1 0,0-1 0,1 0 0,-1 1 1,0-1-1,0 0 0,1 0 0,-1 1 0,1-1-1,-5 0 1,0 0 0,0 0 0,0 0-1,1-1 1,-1 1 0,0 0 0,1 0 0,-1 0-1,1-1 1,-1 1 0,1 0-2,0 0 0,1-1 1,1 1-1,0 0 0,-1 0 1,1-1-1,-1 1 1,0 0-1,-1-1 0,0 1 1,-2-1-1,0 1 0,8-1 1,-3 1-1,-1-1 1,-1 1-1,0-1 1,0 1-1,2-1 1,2 0-1,3 1 8,-11-1 0,2 0 0,2 0 0,1 1 0,1-1 0,1 0 0,1 0 0,-1 0 0,1 0 0,-2 0 0,0 0 0,-2 0 0,-1 0 0,-2-1 12,7 1 0,-3 0 1,-1-1-1,-2 0 1,-1 1-1,1-1 1,0 0-1,2 0 1,2 1-1,2-1 4,-7 0 1,2 0 0,1 1 0,1-1 0,0 0 0,2 0 0,0 1-1,1-1 1,0 0 0,1 0 0,-1-1 0,1 1 0,-1-1 0,1 1 16,-6-1 0,1 0 0,2-1 0,-1 1 0,1 0 0,1-1 0,-1 0 0,0 1 0,0-1 0,0 0 0,-1 0 0,0 0 0,-1 0 0,-1 1 0,-1-1 0,-2 0-31,7 1 1,-2-1 0,-1 0-1,-2 0 1,0 0 0,-1 1-1,1-1 1,-1 0 0,1 0-1,0 0 1,2 0 0,1 0-11,-1 0 0,2 0 1,0-1-1,2 1 1,1-1-1,0 1 0,0-1 1,-1 0-1,0 1 1,-1-1-1,-2 1 0,-2 0 1,-2 0-1,-2 0-54,14-1 1,-2 0 0,-4 0 0,-1 1 0,-2 0 0,0-1 0,-1 1 0,0 0-982,2 0 0,0 0 0,-1 0 0,-2 0 0,0 0 0,-2 1 1,-2-1 1032,8 0 0,-1 1 0,-3-1 0,-4 1 0,-3 0 0,6-1 0,-6 1 0,-6 1 0,-13 0 0,1-1 0</inkml:trace>
  <inkml:trace contextRef="#ctx0" brushRef="#br0" timeOffset="55882">3258 4330 22419,'25'-24'572,"-7"8"-455,-21 53 1,-9 21-76,3-20 0,-1 1-1219,-6 17 1,-1 1 1198,1-13 1,-2-3-4,2-5 1,-2-2 642,-12 17-500,9-17 706,8-18-252,8-13-280,5-14-235,3-16 1202,2-4-1261,2-5 0,2-4-26,0 7 1,0-1-294,5-16 1,2-2 304,-1 7 0,2 3 3,0 0 0,0 2-12,0 5 1,0 2-14,16-20-6,-8 21-6,11 9-11,-9 22 6,13 16 6,-7 21-4,-17-7 1,-2 3-509,0 6 0,-3 2 444,-2 5 0,-2 1-174,-2 2 1,-1 0-356,0-1 0,0-1 98,-2-11 0,2-1-2419,5 8 0,2-2 2923,6 6 0,0-1 0,-8-26 0</inkml:trace>
  <inkml:trace contextRef="#ctx0" brushRef="#br0" timeOffset="56066">3218 4817 22772,'17'-36'-1347,"1"0"1,6 1 0,6 6-2799,14 14 1,5 6 3012,-4-2 0,-3 1 0,15-3 0,-26 7 0</inkml:trace>
  <inkml:trace contextRef="#ctx0" brushRef="#br0" timeOffset="56632">3693 4875 23993,'36'-23'134,"0"0"1,0-2-1,-1-1-89,-4-1 0,-1-2-664,1-4 1,-1-3 665,0-4 1,-1-2-12,-3-5 1,-1 0-21,-7 8 1,-1-1 67,2-17 0,-4 0-14,-7 24 0,-2 0 28,3-12 0,-3 2 579,-8-3-448,-6 15 181,-3 14-365,1 9-96,1 8 18,0 13 21,-4 17 7,-6 26 19,8-17 0,1 3-20,1 8 1,1 0-15,2-8 1,2 0 8,1 21 0,4-1-17,2-23 0,2-2-20,1 16 1,5-3 2,1-19 0,4-5-45,25 13 18,11-19 46,-20-19 1,2-6-411,2-5 0,1-6 444,1-7 1,0-4-4,-1-7 1,-2-5 25,0-6 0,-4-5-800,-1-5 0,-3-4 795,-11 18 0,-1-2 0,-1 1 20,-2 0 1,0 1 0,-2-1 10,1-22 0,-3 3 30,-4 21 0,-1 4 90,-6-3 1,-3 6 130,-8 10 521,-5 5-807,0 19 1700,-15 43-1711,9-4-11,1 7 0,1 7-240,8-6 0,1 3 33,4-7 0,0 2 0,1 2-512,3-1 0,1 2 0,4-1 719,4 2 0,2-1 0,1-4 0,-3-3 0,2-4 0,15 21 0</inkml:trace>
  <inkml:trace contextRef="#ctx0" brushRef="#br0" timeOffset="64722">6673 4556 17787,'-6'-42'872,"-1"1"0,2 3 0,0 11-1124,3 24 173,1 7 197,1 26-51,0 15-56,0-9 1,2 2-29,0 2 0,2 0-20,2-1 1,2 0-176,2-4 0,1 0 212,14 21 61,3-13 118,-1-17 247,-1-13 145,-3-16-296,-6-8 431,8-32-353,-7-1-412,-5 11 1,-1-1 288,7-26-79,-2 1-101,-3 17 295,6-11-412,-5 29-135,3-4-106,-3 29-145,-1 17-254,3 14-323,2 12-465,7 3-752,8-3-953,11-5-1012,10-11 2733,-25-18 0,1-3 1219,1-3 0,0-4 752,0-4 1,0-3 1742,26-13 733,-8-11-190,-10-5-582,-11 0-622,-13 0-403,-8 2-187,-11 4-373,-5 4-286,-8 7-129,-4 9-17,-7 14-44,-4 13-68,-6 15-28,3 12-33,8-4-9,13-9 0,3 0 226,3 10-262,7 12 61,13-22 62,10-12-3258,12-16 3270,-10-9 133,13-20 85,-12-7 27,5-15-10,-4-4-18,-8 3 1,-7 5-6,-6 12-101,-4 14-140,-5 11-55,0 11 3396,-14 28-3419,1 5 11,4-7 0,1 1-28,-5 30-5,8 0-1,16-7-5,15-11 11,18-15 28,-1-14 14,-3-15 0,0-6 8,19-18-314,-15 4 1,0-6 316,-7-3 0,-3-3-5,0-5 0,-2-5-7,-7 3 0,-1-5 0,-2 2-396,1-3 0,-1-1 390,-2-1 0,0-5 1,-1 3-8,1-1 0,-1 1 14,4-10 0,-1 0 45,-3 10 0,-2 2 39,-4 12 0,-3 4 59,-2-7-129,-6 22 17,-9 31-40,-4 24-2,4-5 0,-1 5-339,0 9 0,2 2 254,1 8 1,1 1-68,2 4 1,2 2-80,2-20 1,0 0 0,2-2 53,-1 8 1,3 0-284,5 12 1,6-5 310,-2-27 1,4-3-18,6 9 1,4-6-112,24-10 27,4-24 119,1-16 14,-28 2 1,0-4 189,-1-3 0,-1-1 47,-1-2 0,-1-1 62,-4 0 0,-1 0 1398,9-21-1124,-13 13 805,-9 16-1163,-10 13 1,-5 15-85,-6 12 327,-2 12-333,2 7-16,5 3 10,6 0-10,11-3-1,5-2-5,10-6 5,-3-9 6,19-3 11,-5-12-11,18-7 6,-3-10 11,1-10-17,-2-7 81,-21 3 0,-3-2 54,7-18-60,-15 13 1,-4-2 176,-4-28-23,-6 15-133,-1 4 50,-4 22-113,2 13-189,-1 2-299,2 11-205,2 9 167,2 3-1198,7 17-3726,6 0-3444,-1-1 8861,0-3 0,-8-20 0,-3-5 0</inkml:trace>
  <inkml:trace contextRef="#ctx0" brushRef="#br0" timeOffset="65055">9355 4585 24273,'16'4'185,"-4"-5"-140,15 14-17,-10-11 0,15-5-40,-5-7-3307,10-16 3353,-14 4-66,-1-30 116,-17 26 112,-3-23 68,-11 25-34,-8 0-45,-14 13 106,-20 24-190,15-1 1626,9 5 1,2 3-1694,0 14-17,-1 13 247,11 2-757,17 11 57,7-18-2606,11-9 1,6-1 3041,8-2 0,6 3 0,-22-21 0</inkml:trace>
  <inkml:trace contextRef="#ctx0" brushRef="#br0" timeOffset="65845">11372 4628 19154,'26'-56'1101,"-1"0"1,-4 12 0,-4 6-397,-3 5-302,-11 23-184,-4 8-135,-2 10 112,-14 35-135,-1 4-419,5-10 1,-1 0 357,-3 16-133,9-16 1,4-2 121,5-2-17,14 20 28,11-35 73,23-5-28,-13-12 27,17-16 736,-20-10-707,-8 3 0,-1-1 256,7-11-198,-10 4 1,-2 0-42,-7 5 286,6-17-214,-15 30-145,-2 0-23,-4 15 12,-15 20-34,7-5-14,-5 12 0,3 3-9,5 5-21,0 22 27,14-30-28,13-2 34,7-12 11,2-4-6,14-6 12,4-18 16,2-6 17,4-17-16,-23 7 83,1-22-78,-18 23 95,6-33-11,-14 28 12,1-8-12,-5 20-51,-2 9-66,1 7-40,-5 11 11,3 0-246,-8 28-173,5-2-466,-1 21 129,5-15-6743,18 21 7533,-1-29 0,4 5 0,-9-24 0</inkml:trace>
  <inkml:trace contextRef="#ctx0" brushRef="#br0" timeOffset="66038">12485 4629 19496,'1'-6'5819,"0"1"-5001,-1 5-796,-10-10-44,4 16-253,-13 17-386,10 18-946,-1 21-225,7-21 1832,6 11 0,-2-35 0,3 6 0</inkml:trace>
  <inkml:trace contextRef="#ctx0" brushRef="#br0" timeOffset="66212">12562 4359 19350,'0'-8'3859,"0"0"-3708,-4-22 0,-3-3-285,2 14-76,-2-18 0,2 11-670,6 35 96,3 2-7724,14 37 8508,-5-12 0,2 3 0,-8-19 0</inkml:trace>
  <inkml:trace contextRef="#ctx0" brushRef="#br0" timeOffset="66741">12730 5009 25590,'18'-40'122,"0"0"0,1 1 0,-1-1 0,1 0 0,-1 2-94,5-6 0,0 0-1178,3-12 1,0 0 1154,-4 9 1,0-3 1,1-3 1,2-4-1,-2 3-10,-1 1 1,-2 0 9,-1 6 0,-1-2 1,-2 4 28,-4 3 1,-5 5 24,-8-10 687,-15 25-725,-15 29-1,-11 24-8,17-4 0,1 2-240,3-2 0,1 2 223,-6 27 1,4 5 7,9-13 1,2 1-8,2-3 0,0 4 0,3-2-1,5 11 1,4-2-24,5-3 1,6-4-14,4-6 0,6-4 5,6-7 1,5-4-238,4-8 0,3-4 254,2-6 0,2-6 22,-1-6 1,0-6 0,-3-4 0,-2-5-15,-2-6 1,-3-5 5,-1-6 0,-2-4 128,-1-8 1,-2-5-117,-10 13 0,0-3 1,-2-1-318,1-3 0,-2-2 0,-1 0 330,0 0 1,-1-1 0,-1 2 47,3-17 0,-4 3 42,-3 11 0,-5 4 856,-10-16-761,-11 27 406,-8 22-534,-3 22-12,-1 19-28,5 5-167,7 8 0,1 6 120,5-6 0,1 2-43,1 0 1,0 4-1,1 0-151,2-1 1,1-1 0,2 1-483,0 3 1,2-1-1,2 1 651,4 4 0,2-1 0,0-4 0,-3-5 0,2-4 0,4-6 0,1 1 0</inkml:trace>
  <inkml:trace contextRef="#ctx0" brushRef="#br0" timeOffset="67497">15091 4413 20056,'15'-44'793,"0"0"1,0-1 0,5-14 0,-2 3-374,-4 13 0,-2 4 364,4-20-184,-8 20-331,-5 18-163,-2 15 18,2 17-12,1 18-28,2 23-62,-3-17 0,-1 3-688,-1 7 1,-2 1 671,0-8 0,-1 1-9,-6 22 0,-2 0 8,2-22 1,-1 0-296,-2 15 0,-2-2 301,3-19 0,1-4 12,-7 14 72,3-18 162,2-18-217,5-10 1320,2-28-1316,6-3 7,10-23-29,4 13 23,5 8 0,4 1-39,17-9 2,-10 14 1,1 2 2,-4 10 0,0 5-5,32-3-12,-1 13-223,-2 16 190,-4 14 11,-15 3-40,-15-1 1,-3 2-39,-5 14 50,2 10 11,-31-23 0,-7-4 29,-7 2-40,-21 2 0,-7-3-40,16-15 1,-1-3-451,-17 4 0,0-2 302,15-8 1,3-4-754,-22-12-559,27-13-5558,28-19 7114,21 0 0,-1 12 0,2 13 0</inkml:trace>
  <inkml:trace contextRef="#ctx0" brushRef="#br0" timeOffset="67847">16095 4418 19780,'-23'39'528,"1"0"0,-2-2 1,14-12 1550,42-32-1979,-2-6-44,17-8 6,-14-1 67,-3-9 39,-3-4-50,-2-1 243,-17 2 1,-5 1-273,-5 8 509,-18-23-463,-6 42 225,-9 6-209,-7 18-1483,13 19 0,4 5 1281,-6 7-39,11 1 1,10 0-517,27-7-543,16 9-299,-8-29 1,3-3-3365,20 10 4812,6-4 0,-34-17 0,0-2 0</inkml:trace>
  <inkml:trace contextRef="#ctx0" brushRef="#br0" timeOffset="68619">18210 4262 17316,'9'-47'878,"0"-1"0,0 0 1,-1 1-1,-1 1 0,-9 9-149,-21 2-135,-20 6-12,-18 31-324,9 14-1032,8 19 0,3 9 852,12-2 1,2 5-348,0-2 0,-1 6 1,3 0 260,5-1 1,2 1-1,1 2-539,1 2 0,1 2 0,1 0 444,1 3 1,1 0-1,1 1-57,4-13 1,0 1-1,0-1 1,1-2-472,0 5 0,0-3 0,0 5 232,0 1 0,-1 4 0,0 1 0,-1-6-56,-1-5 1,-1-4 0,0 2 316,-3 14 0,-1 2 0,-2-8 643,-1-10 0,-3-11-68,-11-14-264,3-52-120,13 0 1,0-5 558,-3-7 0,-1-3-469,0-5 0,2-1-20,3-3 0,4-1-45,7 0 1,6 0-43,8 2 1,6 2-43,8 4 0,6 3-89,7 3 0,3 5 5,-7 9 1,4 3-143,5 1 1,5 1-1,0 2 44,7-1 1,3 1 99,-4 1 0,5-1 1,-3 2 347,-8 4 0,-2 1 0,-1 1-229,-3 0 1,-1 0 0,-1 1 94,12-7 0,-4-1 442,-9 3 1,-5 0-317,8-9 673,-14-2-399,-21 14 941,-1-3-963,-9 9 1179,0 4-1504,-3 4 582,0 11-660,-5 12-68,0 17-27,-2 11-68,6 5-173,4 0-280,8-5-504,3-7-1373,4-9 2392,2-9 0,-7-12 0,0-5 0</inkml:trace>
  <inkml:trace contextRef="#ctx0" brushRef="#br0" timeOffset="68770">18639 4180 11889,'-24'29'0,"4"-6"0</inkml:trace>
  <inkml:trace contextRef="#ctx0" brushRef="#br0" timeOffset="69120">18749 4827 18817,'9'2'3474,"-2"0"-2623,-7-2-62,65-71-397,-30 28-899,6-3 0,-1-1 641,-8 0-37,-6 2 0,2-11 0,-1 1-77,-8 16 1,-1 1 0,2-5-395,0-3 0,3-6 0,0-2 1,-1 1-1,-3 5 409,-1-3 1,-3 4-1,-1 0-11,-1 2 1,0 1-1,-3 2-65,-4-4 0,-4 6 248,-11-7-28,-9 5-156,-4 31 5,-9 30-12,9 11 1,0 11-13,1 4 0,-2 8 0,2-3-242,-4 7 0,1 2 231,9-14 0,-1 3 0,1 1 0,3-4-13,2 14 0,2-3-62,0 0 1,1 1-185,2 6 0,4-1-309,4-19 0,3-1-560,1 8 1,5-1-3782,9-1 1,3-5 4709,-4-14 0,0-2 0,15 15 1,-19-31-1</inkml:trace>
  <inkml:trace contextRef="#ctx0" brushRef="#br0" timeOffset="70211">19461 4633 22123,'11'-42'937,"0"1"0,1 2 0,-6 11-551,-10 24-341,2 3 56,12-5-67,13-4-3432,22-10 3409,-15 7 1,1-1-1,3-4 0,0-1-284,20-14 284,-23 9 1,-3-4-4,-1-8 0,-3-4-11,0-3 1,-1-4-598,-8 8 0,0-3 0,-2 3 606,-3-4 0,-2 2 8,-1-11 0,-3 2 27,-2 14 1,-3 2 112,-3-11 0,-3 3 70,-6-13-67,-9 14-95,6 28-40,1 21 2341,3 5-2341,-8 30-5,-1 14-356,7-15 0,-1 3 336,-1 9 0,1 3-44,1-6 1,1 3-1,0-3-3,-1 4 0,1 1-51,2-7 0,0 3 0,2-3 307,1 5 0,4-3-976,3-2 0,2-1 198,-1-5 1,7-4-1516,14-12 0,6-6 1207,6-6 482,13-9 1,4-8 657,-17-7 1,-2-4-15,9 1 1,-1-3 761,2-12 0,-4-4 376,7-13-746,-15 11 1,-3 0-57,-3-6 1154,-15-8-1433,-10 28 1299,-8-7-1389,-1 21 890,0 4-1070,4 8 498,6 5-520,17 14-11,-1-9-6,26 7-44,-2-15-12,16-1 40,-2-7 33,-5-9 0,-16-2 40,-5-19 22,-18 5-45,-3-6 100,-24-7-10,-5 13 16,-14-7 29,0 17-23,-1 9-101,8 9-28,-12 18-11,19 5-5,-5 18-40,18-10-224,16 27-134,11-15 72,5 10-1063,5-26 0,3-3 706,7-1-626,13-2 0,6-4 227,-17-13 0,1-4 765,18 3 0,1-3 310,-10-7 1,-2-4 176,-2-1 1,-3-5 178,-5-3 1,-3-4-3,-4-3 0,-3-3 92,-4-3 0,-2-2-6,-2-2 1,-2-1 53,-2 2 0,-3 0 470,3-24-247,-17 16-442,-10 17 320,-40 12-398,4 19-152,12 1 1,0 2-23,6 6 1,3 2 1149,-13 15-1167,19-6 1,5 2-23,7 11 3,19-7 0,10-3-9,27-2 106,-6-14 1,4-7-76,-6-12 0,-1-5 9,0-2 0,-2-5 8,-1-6 0,-2-5 0,-4-5 0,-2-3 0,-8 6 0,-2-3 19,-4-6 1,-2-5-1,-2 1-1441,-1-8 1,-1-1 1470,-1 3 1,1-3 0,-2 3 118,0-11 0,-1 4-13,-1 7 0,-1 3 18,-1 10 1,0 3-31,-1-7 78,-2 16-224,1 23 426,4 19-476,6 28-9,-1-10 0,0 4 985,0 12 1,-1 5-1132,-3-14 0,-1 3 0,-1-2-56,0 14 1,-4 1-916,-4-14 0,-2 4 0,-1-1 0,0-5 698,-3 11 1,-1-3 0,-4 11-1,2-8 1,2-13 0</inkml:trace>
  <inkml:trace contextRef="#ctx0" brushRef="#br0" timeOffset="71145">22441 3693 17216,'0'-9'5388,"0"2"-5007,0 7-23,0 0 18,-28-23-74,14 43-201,-18-21-9,20 36 1,7 13-71,0-15 0,-1 2-22,-3 16 0,0 1-25,2-8 0,-1-2-227,2-1 0,0-1 75,1-4 1,2-2-367,5 25-258,14-13 206,3-18-1549,36-7 1085,-2-21 444,-12-3 1,1-4 636,-3-4 0,-1-4 199,-3-2 1,-1-4 112,-5 0 0,-2-2 624,14-24 39,-16 3-521,-13 13 1066,-16 1-932,-6 18-156,-7-1-197,2 9 646,3 7-797,5 5 17,3 7-78,9 6-29,7 4-4,10-2 10,9-3-16,5-7 55,1-5-10,-4-7-7,-5-9 63,-7-5 38,-6-9 40,-6-6 23,-4-2 38,-4-3 29,-6 0-40,-2 3-67,-6 6-67,-3 8-40,-4 10-21,-7 14-18,-6 13-33,-2 14-45,6 10-34,6 7-128,10 6-359,6 3-1169,6 1-2544,14-1 4290,5-11 0,-7-26 0,-5-16 0</inkml:trace>
  <inkml:trace contextRef="#ctx0" brushRef="#br0" timeOffset="71511">23589 3996 20504,'-5'-58'1389,"1"1"0,-2 1 0,-3 11-824,-5 23-217,-5 1-186,4 12-83,3 10-1,4 12-16,5 23-45,4-6 5,6 27 6,3-14 0,-1 9 101,-13 1-73,-3-21 17,-20 2-12,0-17-27,-7 1-34,5-6 22,5-3-22,10-4 0,4 4-17,5 3 6,-1 11 17,-1 8-57,-1 18 18,1-13-34,-9 19-45,-2-18-107,-8 9-364,2-5-7577,-1 0 8160,12-14 0,3-7 0,9-14 0</inkml:trace>
  <inkml:trace contextRef="#ctx0" brushRef="#br0" timeOffset="71938">23673 3844 15473,'0'-5'4700,"0"1"-1272,0 4-3092,-24-48 101,10 50-208,-17-37 158,10 79-180,8-10 1,0 3-119,-3 5 1,0 1-378,1 1 1,-2 1 328,0-3 0,-2 1 0,2-4-451,1-5 1,0 0 414,-5 7 1,-2 5 0,2-4-40,0-1 0,2 0-280,4 1 0,2 4 1,3-5 8,1-2 0,4-3-211,4 8 1,9-5-5041,38-7 5556,-1-11 0,-4-4 0,-16-10 0</inkml:trace>
  <inkml:trace contextRef="#ctx0" brushRef="#br0" timeOffset="72178">23213 4438 15838,'-2'-3'5080,"0"0"-2123,2 3-2800,24-75-129,-5 48-69,3-5 0,5-6 0,3 7-1654,13 11 0,3 6 1227,-2-3 0,1 1-2256,13 0 1,-2 2 2723,5 1 0,-10 2 0,-24 5 0</inkml:trace>
  <inkml:trace contextRef="#ctx0" brushRef="#br0" timeOffset="72561">23861 4304 21235,'38'-40'108,"-1"1"1,1-1 0,-4 3 0,-1 1-1,-3 0-80,6-10 0,-3 0-8,-2-1 0,-2-1-4,0-5 1,-2-1-1489,-2-4 1,-3 2 1496,-6 11 0,-1 1 87,-3-8 0,-2 1 601,-6 12 1,-3 2-583,0 4 1,-3 1 829,-4-14-865,-7 33 447,-6 28-509,-3 13-6,-2 12-9,8 4 1,1 6-375,3 4 1,1 1 306,0 0 1,-1 0-96,5-9 1,0 1 0,1-6-177,-3 21-983,1-2 0,2 1-1759,3-23 0,0-1 3061,0 11 0,0-3 0,2-5 0,1-21 0</inkml:trace>
  <inkml:trace contextRef="#ctx0" brushRef="#br0" timeOffset="72705">24037 4001 24290,'1'-44'-230,"1"0"0,10 1 1,8 9-3820,28 26 2916,-15 1 1,-1 2 0,6 2 0,-15 1 0</inkml:trace>
  <inkml:trace contextRef="#ctx0" brushRef="#br0" timeOffset="73736">2436 6290 13928,'14'-49'1434,"0"0"0,0-1 0,5-13 0,-2 5-861,-4 20 1,-1 6 210,1-6-425,-7 24-101,-9 29-51,-8 28-171,2-7 1,-2 5-665,-3 10 0,-2 4 577,5-15 1,-1 1-1,1 0-514,-1 2 0,1 1 0,0-1 186,0 0 0,0 0 0,1 0-1055,-4 18 1,1 0-3079,3-7 1,1-3 4511,1-11 0,2-4 0,1 6 0,2-25 0</inkml:trace>
  <inkml:trace contextRef="#ctx0" brushRef="#br0" timeOffset="74180">2143 6688 16852,'16'-43'442,"0"-1"0,4 3 1,6 9-424,8 21 1,5 6-398,4-2 1,2 1 363,3 1 0,-1 1 0,-9 2 0,1 0-39,13-3 0,0 0 25,-18 1 0,-2-1 28,14-3 0,-1-1 28,-13-1 0,-2-1 106,21-14 363,-10 0 97,-13 2 609,-13 8-357,-10 7-488,-13 9 1,-9 14 364,-13 12-526,-2 14-130,5 6-61,13-1 0,21-5 16,16-9 28,15-10-27,8-12 27,3-12 45,-2-9 51,-6-10 67,-10-5 33,-14-3-27,-11-2-51,-15-2-56,-10 1-23,-9 3-55,-7 6-51,-4 9-39,7 7-952,-14 7-6229,21 10 7237,-7 4 0,21-2 0,6-3 0</inkml:trace>
  <inkml:trace contextRef="#ctx0" brushRef="#br0" timeOffset="75189">5183 6577 11897,'0'-6'6671,"0"1"-3635,0 5-1927,-1-66-646,1 48-301,-1-19 1,2 7 96,0 29-86,0 9 341,0 12-391,-1 21-90,-8 19-22,1-23 1,-2 1-573,-4 5 0,-3 1 558,0-1 0,-3 0 0,1-3 1,-1-1-108,1-3 0,0-4 154,-5 6 152,4-12-151,15-27 6,3-15-12,10-14 17,1-1 0,2-3-26,2-1 1,1-1-172,0-2 0,1 0 169,2-7 0,0 0 156,-2 4 0,0 0-150,6-10 0,0-2-15,2 2 1,0 1-9,-2 5 1,2 0-1,6-1 0,-1 4-8,-9 15 0,0 2 5,8-4 0,1 6 241,8 8-249,11 10-11,-13 21 5,-7 22-5,-16 2 2,-11-7 0,-4 1-8,-5-2 0,-5 1-12,-5 3 1,-5 4 0,0-2-88,-3 2 0,-3 1 103,-10 4 0,-6 4 0,6-7 21,10-15 0,1-2 23,-19 18 0,0-6 71,8-15 60,-1-9-117,21-14 50,12-17 247,12 6-297,15-12 966,12 10-1003,0 7 1,2 2-9,16-2-14,-2 11 0,0 3-25,10 8-130,-23-4 0,-1 1 107,-2-1 1,-3 1-90,18 5-34,12-2 61,-25-11 1,1-3 39,20-8 67,-4-4 40,-13-11 27,-16 0 169,3-12 33,-12 7 11,-4-1-128,-7 15 66,-6 3-10,-6 7-130,-4 6-44,-1 1 276,-6 20-332,14-12-40,-5 13-514,17-2-360,5-2-1147,10 8-3720,3-8 4972,-1-8 0,-8-6 0,-7-5 0</inkml:trace>
  <inkml:trace contextRef="#ctx0" brushRef="#br0" timeOffset="75362">6023 6350 14538,'0'-8'5238,"0"2"-4354,0 6-1785,0 0-91,-25-11 225,23 15-1524,-10-2-7540,40 24 8948,-6-6 0,-1-3 1,-17-14-1</inkml:trace>
  <inkml:trace contextRef="#ctx0" brushRef="#br0" timeOffset="76370">6437 6437 14717,'3'-5'6996,"0"1"-5170,-3 4-790,20-64-739,-30 48-202,16-46 51,-50 74-73,12 4 0,-1 4-335,-1 1 0,0 3 276,-6 6 0,3 2-3,12-5 1,3-1-1,-4 19-11,16-15 34,23-9-12,1-14 23,17-8 0,5-4 33,12-10-253,-7 1 0,-2-1 422,10-14 632,-12-2-537,-12 4-191,-12 8 219,-6-1-213,-5 13-96,-1-2 471,-2 11-521,-4 8 0,-5 14 0,-6 20-22,0-1-34,-3 4 0,-1 4-791,1-9 0,-1 2 718,1-1 1,-2 4-1,0 0-142,-4 6 1,0 1 0,1-3 105,-2 4 0,0-1-39,2-6 1,0 3-1,0-6-119,3-10 1,0-5 174,2 2 0,-1-5-2232,-16-6 1080,25-28-3443,6-51 2984,13 14-692,3 4 0,3-7 1,0 3 1621,-1 9 0,1-2 517,4-6 0,4-7 0,1-1 0,-1 4 402,0 3 0,0 3 0,2-2 410,1-1 0,2-4 0,1 0 0,-1 4 437,5-4 1,0 2-1,0 2-132,-1 3 0,1 1 0,0 2-174,-3 3 0,1 1 1,-1 3 544,12-10 1,-1 3-340,-4 8 0,-2 3-80,15-6 1096,-1 14-1141,-28 22-90,1 16-174,-19 24-322,-6-13 1,-3 3 49,-3 6 0,-1 0-162,0-6 1,-2 1 21,-6 19 1,-1 0 159,8-19 1,0 0-82,-4 13 0,2 0 110,2 10-68,6-16-45,5-13 123,3-12 40,6-13 1331,8-15-1555,1-3 178,23-27-138,-17 16 24,4-5 0,1-2 42,6-4 114,-11 12 1,0 0-132,16-8-151,-16 15 28,1 7-5,-6 12-12,0 9-5,6 12-1,-5 14-10,-3 8-29,-1 5 34,0-4-6,3-7 1,5-11-1,5-12-22,4-16 28,7-16 17,7-16 5,-7 0-349,-8-2 0,-1-3 335,-10 6 1,-1-1-4,5-6 1,0-3 11,-7 4 0,-1-3 0,0 3 2,0-4 1,-1 1 30,6-16 1,-1 3 35,-8 19 1,-3 4 165,-1-10-67,-12 20-118,-6 14-22,-6 16 0,-4 14-11,-4 21-40,12-14 0,0 2-22,-7 25-140,6-5 0,3 3-631,4-14 1,1 1-208,-2 20 0,2 1-1778,7-11 1,3-4 2783,0-5 0,2-4 0,4 9 0,-2-25 0</inkml:trace>
  <inkml:trace contextRef="#ctx0" brushRef="#br0" timeOffset="76580">7276 6374 22707,'59'-13'-1967,"0"0"1,0 0 0,-1 1 0,-1 1 0,-6 2 1849,-2 5 1,-6 1 0,16-1 0,-28 3 0</inkml:trace>
  <inkml:trace contextRef="#ctx0" brushRef="#br0" timeOffset="76736">8184 6569 23719,'-30'-2'0,"7"1"0</inkml:trace>
  <inkml:trace contextRef="#ctx0" brushRef="#br0" timeOffset="79911">9665 6440 18061,'-18'-42'846,"1"-1"0,1 4 0,-1 8-460,-9 18-252,6 5 118,-15 10-156,2 12-24,-20 17-44,25-6 0,1 2-1031,-4 7 1,2 0 1002,5-6 0,1 2-14,-5 12 0,3 0 257,2 7-265,-2 9 122,36-23 141,15-24-1515,9-13 0,4-6 1336,19-9 5,-6-7 0,0-4 217,-13 5 0,-3 1-231,1 0 0,0-3 244,8-15 0,-5-1-174,-11 5-14,-6 2 1,-6 0 249,-16 10-174,-4 3-157,-4 10-50,-8 17 3116,0 5-3086,-8 19 1,0 6-4,-1 3 301,-1 7 0,1 3-315,12-19 1,2 1 8,-1 7 0,1 2-9,3-3 1,3-1-3,4-3 0,2-3 0,7 13 28,37-6 11,4-27-17,-10-9 0,3-4-410,0-9 0,-1-5 419,3-5 0,0-5 5,1-4 0,-2-3 3,-1-2 0,-2-3-6,-1-3 1,-3-3 2,-3-1 0,-2-3-754,-2-4 0,-3-2 727,-9 17 0,-2-2 0,0 1 7,-2-1 1,0-1 0,0 1-224,4-19 0,-2 1 246,-3 8 0,-1 0-1092,-3 5 0,-4 3 1120,-2-2 358,-15 21-397,-17 53-33,9 3 0,-5 14 1,-2 6-1,2 1 0,3-7-3,2-1 1,2-3-1,-1 5 5,-2 3 0,-4 8 0,0 2 0,4-3 0,7-9-48,8 8 1,8-9 30,0-10 0,3-3 150,5 1 0,7-4-156,9-10 1,2-4 14,20 13 10,-18-18 1,5-7-14,17-15 0,3-9 457,-12 2 0,0-3-432,-4 4 0,2-1 0,-1-4 11,1-6 0,-1-5 1,-3 0 2,2-5 0,-1-3-5,-3 2 0,2-3 1,-4-2 3,-7 5 0,-3 0 0,-1-1 16,-3 0 1,0 0 0,-2 0-274,4-17 0,-3 1 342,-5 8 0,-4 1 519,-5 9 0,-5 2-343,-12-13-46,-9 20-81,-5 18 1896,4 14-1869,-14 40-152,23-17 1,0 3-30,-7 17 1,1 4 9,2 1 0,1 2-37,-1 4 1,2-1 2,2-11 0,1 2-227,1-3 0,0 4 1,2-3-2202,2 2 1,2 0 2458,3-2 0,0 4 0,1-6 0,3 16 0,8-12 0</inkml:trace>
  <inkml:trace contextRef="#ctx0" brushRef="#br0" timeOffset="80930">12634 6680 19787,'14'-55'1047,"-1"-1"0,0 6 1,-1 3-578,3-8-38,-3 13-119,-5 17-218,-4 12-5,-2 11-23,-2 12 17,-5 16 23,-7 16-51,-12 16-51,10-25 1,-3 1-211,0 2 0,-1-1 210,1-1 1,1-1-6,-11 22 39,12-16 168,8-18 124,15-18-174,1-10 185,32-30-169,-1-3-410,-9 9 0,1-1 315,-3 2 1,-1 0-26,1 0 0,1 0-34,-1 2 1,1 2 150,-2 2 0,0 3-147,22-10-40,-9 14-6,-7 14-10,-2 25 27,-12-3-22,6 25-5,-9-7 5,3 11 596,1 0-787,10 5 141,-8-20-96,19 3 51,-5-24 67,17-6-1610,-14-12 1,0-4 1681,17-5-13,-16-2 0,-1-4-201,10-11 212,-20 11 0,-2-2 25,20-19 45,-13 5-2154,-15 9 2092,-13 14 6,-12 6-11,-16 13 2199,-22 15-2216,17-4 0,1 3-14,-1 1 0,3 2-14,-10 23 17,23-17 16,10 2 182,11-9-198,11-1 3403,13-7-3409,24-13 17,-16-4 17,17-14 17,-28-3-23,-1-9 34,-12-5 22,-17-14-45,-6 14 29,-15-17 33,-2 21 11,-12-7-90,11 16 1,-2 6-68,3 22-173,6 15-235,-2 9-1407,21 23-856,16-10-6910,16 8 9643,1-16 0,-12-14 0,-10-11 0</inkml:trace>
  <inkml:trace contextRef="#ctx0" brushRef="#br0" timeOffset="81963">14442 6505 22901,'0'-40'552,"-1"-1"1,-8 3 0,-7 9-380,-9 24 31,-12 6 1,-3 5-48,-19 15-332,16-4 1,-1 5 188,3 9 0,4 2-2005,11-10 0,2 1 1997,-1 4 0,4 2 855,2 23-884,15-13 6,13 11 17,11-27-11,25-10 11,6-16 8,-6-9 1,1-2-151,-14 3 1,1-3 161,22-18 0,-4-2-270,-10-2 272,-5 1 0,-1-5 17,-11 1 1,-4-3-4,1-3 1,0-1-21,-2 1 1,-1-2 36,1-12 1,-2 2 2,3-2 86,-1-1 1,0 2-31,-5 16 1584,-3 8 1,-1 3-1591,-6 14-67,1 0-28,-15 43-11,-14 32-6,9-19 1,-1 4-37,-4 9 0,0 1-106,3-3 0,1-1 18,3-11 1,2 2-695,0 17 0,4-1-49,5-2-220,4-8 1,9-2-2632,35-6 2497,-5-8-39,2-22 0,2-8 1031,9-14 380,-21 5 1,0-2 1126,17-23 1107,-19-1-441,3-10 549,-6-10-1087,-13 14-812,-3 5 616,-15 15-745,-8 14-296,-4 0 563,-17 19-642,9 3-62,-7 12-28,18-2 12,12 1 0,13-5 156,4-7-140,30-6-22,-18-7 0,7-6 0,1-2 17,8-8-12,-14 1 1,-1-1 22,8-14 17,-13-5-23,-12 8 96,-11-13-29,-10 15-5,-9-3 0,-12 15 12,-8 13 16,-7 10-62,-2 10-28,5 8-27,12-4-6,3 21 11,17-12-6,3 16 34,19-11-39,15-5-23,0-18 1,5-4 27,1-4 0,0-2-156,1-1 1,1-2 152,3-4 1,-1-3 14,21-7-1654,-22 1 0,-1-1 1642,15-10-3,-21 1 0,-4-4 121,0-14-45,-8 9 0,-3-1 17,-2-13-1931,-2-17 1998,-6 30 298,1-19-57,-5 24 2009,1 3-2317,-1 8 33,0 9-100,1 6 3369,7 8-3442,5 11 17,9 14-51,5 11-151,1 10-1687,-15-24 0,-1-1 1547,5 23-1048,-10-11 1,-7 3 1352,-8-10 1,-1-1-1,5-2 1,-1-2 0,-14 10-1</inkml:trace>
  <inkml:trace contextRef="#ctx0" brushRef="#br0" timeOffset="84021">17922 6622 15603,'18'-50'1274,"0"0"0,-1 0 0,3-4 0,-2 2-697,2-7 0,-2 5-1404,-5 10 970,-3 12 0,0 0 1027,0-7-879,-4 16 16,0 0-268,-7 26 106,-7 23-38,-11 26-382,1-14 1,-3 4 290,-1-2 1,-3 2 0,1-1-9,-3 3 1,0 0 0,-3 4 0,-3 4 1,6-6-10,9-16 0,1 0-3,-11 21 0,3 0 637,5-2-673,4 1 39,9-23 39,17-16-5,0-17 16,23-17-5,5-16-845,-3 1 0,3-3 806,-12 11 0,2 0 20,5-5 0,5-4 0,-5 6-52,-9 10 0,1 2 37,19-18 1,2 3-32,7 6 3,-20 14 0,-1 3 1,6 1-24,4 28 35,-27-1 1612,10 30-1629,-11-6-6,5 13-56,3-1-62,-4-21 1,2-2 135,8 8-127,-3-14 0,3-3-451,14-4 224,18-2-1286,-19-15 1,-1-3 1627,16-5 47,-11-8 0,-3-5-90,-9-1 124,-5 0 0,-2-4-1532,0-22 1568,-7 9-663,-12 8 1,-3 2 645,-6 5 1583,-9-17-1470,-4 25 5,-16 2-168,-5 20-17,-14 17-11,11 7-12,8 2 1,2 1 2269,1 3-2275,5-3 0,3 2-39,8 9 6,10-4 3414,17-8-3359,16-19-5,0-11 11,16-14 29,-9-8 30,-12 2 0,-1-2 75,10-21-16,-7-9-62,-19 16 129,-5-14 163,-8 14-197,1 2-134,-3 13-56,2 18-3403,0 15 3431,1-1-17,-4 32-33,4-10-68,2 19 17,4-20-190,7 4-95,5-11-359,19 4 3711,3-13-3095,3-5 17,3-17 140,1-16 56,-1-9-28,-3-3 101,-12-7 168,-7 2-28,-3 4-6,-5 4-162,-9 20-124,-3 6-33,-4 16 56,-1 9-39,-4 16 0,1 8-6,3 1-28,5-2 29,8-5 10,1-11-11,20-1 62,-6-17-28,7 0 67,6-23-39,-18 4 78,21-31-78,-24 18 11,-1-5 0,1-3-12,1-7-38,8-18-34,-5 13-73,3 7-39,-5 12-1142,15 4 234,-16 14-6256,22 9 7304,-22 5 0,2 2 0,-12-4 0</inkml:trace>
  <inkml:trace contextRef="#ctx0" brushRef="#br0" timeOffset="84389">20102 6487 22302,'-38'29'270,"0"1"1,2-2 0,17-6 82,33-17-152,14 0-83,13-11-23,8-6-28,-9-1-3095,13-18 3275,-25 2-29,9-17 6,-18 0 5,-10 0 29,-8 4-22,-12 10-63,-11 9-106,-2 11 101,-33 10-50,11 12-82,10-1 1,1 3-43,7 4 1,2 3 3184,-20 25-3156,18 7-35,15 1 10,15-10-191,14-12 0,8-2-1101,0-7 0,3-2 631,8 8 0,-1-3 0,7 0 0,-16-11 0</inkml:trace>
  <inkml:trace contextRef="#ctx0" brushRef="#br0" timeOffset="88780">22023 6234 17417,'6'-5'1395,"-2"1"-1047,-4 4 727,0 0-756,9 1 213,-12 5-129,1 4-95,-20 5-129,-5 0 57,-8-1-124,11-6 179,-4-3 208,15-12-230,4-6-79,3-14-112,9 1 62,7-19-28,6 4-28,9-10 6,10 5-112,-5 19 16,5 9 0,-8 22-5,-6 5-34,7 35 40,-17-14-18,-5 14 1,-6 3-9,-11-12 0,-6-1-875,-12 22 1,-5-1 866,2-16 0,-5-2-4,1-3 0,-6 1 0,0-2 28,-5 0 0,-1-2 0,0-1 78,3-2 1,1-1 0,0-2 59,-1 0 0,0-2 0,5-7 314,-15-6-252,31-17-2619,39-38 2513,3 16-23,8-1 0,6 0-524,9 7 1,2 4 470,-8 2 0,1 1 336,18 0 1,2 6-404,-10 11-1,-2 5-282,1 0 0,1 4-773,3 6 0,-2 3-3249,-11 2 0,-2 1 4369,-5-2 0,-3-1 0,7 6 0,-15-11 0</inkml:trace>
  <inkml:trace contextRef="#ctx0" brushRef="#br0" timeOffset="89695">23272 6234 23791,'14'-30'297,"1"-1"0,-11-7-269,-39 61-17,-9 5-470,11-3 0,-1 3 459,2-1 0,0 2-3,-7 10 0,0 0-3,9-7 1,3 2-51,-1 10 0,8 1-90,9 9 193,8-18 1,7-2-401,36 11 191,-4-22-12,-2-13 1,3-6-249,-6-7 1,1-5 300,11-2 1,2-4 50,0-5 0,-1-1 56,-8 1 0,-3 0 11,-3 1 0,-2-4-99,9-21 0,-3-4 147,-8 10 0,0-2-212,0-1 1,1-5-1,-2 3 256,2-7 1,-2 1 33,1-1 1,-2 2-57,-4 11 0,-1 0 64,3-3 1,1 1-106,8-11 206,-12 22 0,-1 1 528,3-2-709,-8 13 321,-14 26-299,-10 20-39,-13 26 221,11-29 1,-3 2-264,-5 7 1,-3 4 0,0-2 9,-4 6 1,0 0-7,2-3 1,-2 2-1,3-1-7,-4 5 0,4-2 8,6 0 0,4-2 9,-2 9-18,19-1 302,9-36-313,13-3 23,-2-9 23,25-20-1,-10-4 6,-9 2 0,1-2 11,19-17-5,-1-1 22,-4 5 0,-8 7-22,-13 11-29,-6 7 648,-12 8-619,2 7-34,-2 11 0,-1 1-28,2 22 39,-1-11-22,3 13-34,5-14 39,0-10 1,10-7 27,10-11 28,3-9-16,10-10-12,-10-13 18,-8 2 35,-6 4 1,-2-2 36,6-11-51,6-6 214,-4 7-163,-16 23 84,4-6-162,-12 17-40,-3 6-66,-5 11-164,-5 11-487,-2 10-917,1 4-2158,5 1-6033,4-4 8179,3-12 1,0-10-1,0-11 1</inkml:trace>
  <inkml:trace contextRef="#ctx0" brushRef="#br0" timeOffset="89854">24503 6177 22302,'-2'-37'-1258,"-1"0"1,-1-12 1257,0 72 0,2-7 0,0 3 0</inkml:trace>
  <inkml:trace contextRef="#ctx0" brushRef="#br0" timeOffset="90388">24609 6718 20212,'54'-34'-509,"-13"7"307,-38 23 124,-5 3 100,-7 0 51,4 1 526,-5 0 286,7 0 44,1 0-194,2-1-175,2-4-168,3-4-45,5-6-22,3-3-73,5-5-79,1-4-16,2-10-22,1-9-46,3-12-460,-11 24 1,1-2 395,3-4 1,1-1-4,2-5 1,1-1 21,2 0 1,1 0 36,-2 2 1,0 1-25,-4 7 0,-2 2 195,4-16-101,-12 19-89,-12 17-57,-5 13-10,-10 18 5,-8 17-6,10-6 1,-2 2 142,-1 8 1,0 2-155,0 5 0,2 2-53,1 0 0,2 3-311,2 10 0,3-1 115,3-19 0,2 0-669,0 13 0,3-1-2729,9 8-251,-1-24 0,3-1 3915,10 15 0,-5-22 0,-5-14 0</inkml:trace>
  <inkml:trace contextRef="#ctx0" brushRef="#br0" timeOffset="90820">25251 6646 19817,'8'-55'1236,"1"1"0,-4 4 0,-10 10-396,-47 13-655,9 14-59,6 10 0,0 5-3,-14 12-95,21-3 0,1 4-22,-19 20-12,13 7 12,13 2 106,11-1-117,12-5-12,12-5 42,11-10-20,8-11 7,15-18-1,-13-4 11,14-21 40,-20-5-29,-11 10 1,-1-3-716,3-17 1,-2-2 706,-5 13 0,-1-1 36,6-22 1,1-2 22,-5 14 0,1 1 25,4-11 1,1 0-479,0 3 0,0 3 520,-2 8 1,-1 3 111,9-17-90,-11 25-161,-8 18-12,-4 20 1345,-9 20-1328,-6 28-31,1-16 0,-1 4-78,1-1 1,-2 5 0,2-3 1,-2 3 1,1 1-165,2-1 0,0 3 0,3-4-466,5-3 1,3-2-528,4 9 1,6-1-2832,10-1 1,4-4 4077,-4-14 0,1-3 0,18 14 0,-24-29 0</inkml:trace>
  <inkml:trace contextRef="#ctx0" brushRef="#br0" timeOffset="91589">25533 6290 10556,'0'-6'5876,"0"1"-1222,0 5-4609,-8-24 50,5 25-50,-6-11-34,10 46-11,5 3 0,0 2-11,9 13 5,-8-26 6,1 24 22,-18-19 46,-9-4 161,-26-8-83,13-15 44,-6-9 545,18-15-181,11-5 84,17-23-514,5 15 32,27-14-100,-1 18-56,2 2-165,-9 10 0,1 3-1796,12 1-923,8-2 2884,-17 9 0,-23 2 0,-1 2 0</inkml:trace>
  <inkml:trace contextRef="#ctx0" brushRef="#br0" timeOffset="93882">25802 6508 11301,'-5'-2'9068,"0"0"-7685,5 2-727,-28-20-527,21 15 129,-21-10-124,28 19 73,0 9-72,2 0 10,5 4 23,6-1-17,11-4-5,10-6 11,22-14-329,-16 0 273,19-16 44,-28 0-3263,2-18 3163,-16 12 83,-8-23-83,-10 31 39,-6-13-22,-4 20 155,-7 1-177,-2 7-1,-11 10-34,9 3 12,-13 13-17,17-5-11,-10 31 5,18-21-55,11 38 5,10-36-191,24 20-318,1-19-259,0-9 1,3-2 212,20 3 532,-25-11 1,-1-3-22,15-12 88,-22-3 180,19-26-33,-26 13 157,14-27 100,-18 13 274,8-20-436,-9 20 251,4-8 180,-10 25-521,-1 4-39,-4 7 3302,-3 17-3397,0 2 11,-7 32-1,-2-2-10,2-9 0,0 0-6,-8 23-17,3-4-11,3-14 22,4-4 34,9-18-5,2-5 94,29-23 6,2-8-5,-7 3 0,2-1 25,-3 1 0,0 1 58,6-2 1,1 0-107,-7 6 0,-1 0-44,24-7 22,-11 12-68,-12 7-10,-2 3-46,-1 9-1103,-6 18-2492,-4 7 3646,-4 7 0,-10-18 0,-2-10 0</inkml:trace>
  <inkml:trace contextRef="#ctx0" brushRef="#br0" timeOffset="95257">1922 8209 16224,'-2'-7'4800,"0"2"-3293,2 5-487,0 0-914,-26-28-84,15 32 57,-27 1-74,22 46-16,6-13 0,4 3 11,9-7 0,3-1 0,6 20-6,21-25-5,6-23 17,-6-7-1635,17-19 0,1-6 1680,-8-1-1,4-9 0,-5-1-5,-22 7 78,0-19 6,-17 11 0,-19-17-84,1 22 50,-29-7 3381,14 30-3448,-6-1 39,1 20 73,-10 36-123,25-20 0,1 3-15,-4 4 1,4 3-20,5 2 1,3-1-29,0 10 14,4-7 0,3 3-151,6 0 0,3 0-207,4-1 0,3-1 81,-1-2 0,6-4-1157,19-6 1,3-8-88,7-4-762,0-6 1,4-5-2495,-6-12 1,-1-2 4807,-10 4 0,-2 0 0,29-12 0,-49 13 0</inkml:trace>
  <inkml:trace contextRef="#ctx0" brushRef="#br0" timeOffset="95484">2767 8304 14617,'15'-57'2053,"1"0"1,-3 10 0,-6 7-1097,-21 12-60,-26 19-656,6 6 61,-6 11 1,0 7-23,-14 18-199,10 1 0,2 4-84,17-14 1,4 1-866,-5 15 1,5 0 862,7 0-119,6 1 1,5 2-12,14 12 31,0-17 1,4-3-26,19 3-134,2-19 0,4-6-132,-9-6 0,2-3-823,17 0 0,1-2-286,-16-4 0,-2-2 1504,5-2 0,-4-1 0,-7 0 0,-1 0 0</inkml:trace>
  <inkml:trace contextRef="#ctx0" brushRef="#br0" timeOffset="97040">2746 8141 20492,'-38'31'306,"-1"1"0,1 1 1,1 4-282,6 2 0,2 3-1203,-4 3 1,-1 3 1146,-2 3 0,0 0-31,1 1 1,1-1 7,7-13 1,2 1-294,-1 5 0,3-4 71,5 0-1198,0 2 231,22-34-129,12-21 621,10-15 656,6-16 398,-3-8 1318,-8-5-601,-9-2 61,-7-2 100,-8-2 69,-1 1-91,-2 3-134,2 7-185,4 8-229,5 11-191,6 10-79,8 10-117,7 7-78,6 12-56,2 12-51,-1 16-28,-9-1-48,-9 1 1,-2 3-1151,2 22-513,-3-14 0,-1-1 1700,-3-10 0,0-4 0,2 10 0,-3-20 0</inkml:trace>
  <inkml:trace contextRef="#ctx0" brushRef="#br0" timeOffset="98846">3216 8254 9559,'-4'-3'7175,"0"0"-3489,4 3-3076,-48 9-45,29 6-178,-36 14-179,47 6-135,3-6 83,20 7-77,7-18-34,20 2 50,7-16 39,3-12-5,1-11 33,-4-13 62,-8-6-67,-13 3 375,-8-20-302,-19 14-146,-4-7 101,-20-4-45,2 22-96,-4-5 52,-5 19-63,6 19-22,-4 3-11,-9 38-11,14 3-442,7-12 1,2 4 432,6-4 1,2 0-20,0 22-237,6-23 1,2-1-156,8 20-292,4-18 1,3 0-774,22 14 580,-12-26 1,3-5-1231,30-5 1222,-27-15 0,0-2 381,22-7 453,-14-8 0,-2-3 353,0-5 558,1-5 0,-3-3 708,-5-9-784,-12 13 0,-1-1 487,0-18-711,-9 14 459,-3 1 101,-5 17-806,-1 4-141,-5 18 770,-2 8-697,-14 42-134,0 3-302,8-22 0,1 2 237,-2 6 1,1 2-18,-3 9 1,1 3-3,-2 2 0,-1 3-25,5-13 1,-2 1-1,2-3-3,-2 0 0,2-1-71,-2 11 1,2-4 98,1-5 45,1 7 89,8-51-84,11-39 28,-1 3 1,0-5-32,2-8 0,2-2-759,2-11 1,0 0 747,-4 16 0,1-2 21,4-4 1,2-5 0,-1 6-25,-2 8 1,2-1 25,6-14 1,5-6 0,-2 6-115,-1 12 0,-1 2 90,-1 3 1,2-1-1,-1 3-82,3 1 0,1 4 77,-1 5 1,0 3-9,13-6 1,10 13-24,-24 21 1485,3 12-1495,-22 22 5,-21 16 11,-5-5 34,-13-4 0,-7 0-45,8-12 0,-1-1-11,1-2 0,-3 2 0,1-3-65,-6 3 1,1-4-219,5-7 1,3-3-2328,-9 2-1317,20-15 3199,18-11 1,2 2 0,3-3 0</inkml:trace>
  <inkml:trace contextRef="#ctx0" brushRef="#br0" timeOffset="99220">4290 8531 21707,'40'-34'118,"-1"-1"1,1 1 0,-6 6-1,-1 1 1,-5-2 1,4-20 1,-7-1-816,-5 8 0,-2-1 719,-1 0 0,2-3 0,-3 1 15,2-16 1,-2 1 49,-1 1 1,-3 1 217,-3 7 0,-1 2-117,-3 11 1,-1 3 592,-4-7-526,-11 21 130,-4 27-348,-12 19-33,0 25-1,12-14 1,0 2 84,0 9 1,2 3-108,0 6 1,2 2-44,5-16 0,1 1 0,1 0-222,0 2 0,1-1 0,2 1-368,2-1 1,2 0-1,1-2-1030,6 18 0,3-4-1661,5-6 0,3-5 2844,-2-10 1,1-4-1,5 4 1,-12-18 0</inkml:trace>
  <inkml:trace contextRef="#ctx0" brushRef="#br0" timeOffset="99380">4583 8272 22066,'37'-32'-1361,"0"-1"0,0 1 0,2-11 0,-5 12 0,-6 23 0</inkml:trace>
  <inkml:trace contextRef="#ctx0" brushRef="#br0" timeOffset="101396">6337 8515 22989,'31'-37'142,"0"0"0,-1-1 0,-1 2 1,0 1-1,-3 3-75,-2 3 0,-1 1-2771,7-16 1,-1 0 2720,-8 11 0,-2 0 8,10-20 0,-2-2 91,-9 13 0,-1-1-91,3-9 0,1-1 284,-3 3 1,-1 2-263,-4 9 1,-3 2 90,3-12-99,-17 23 2632,-13 25-2654,-4 11-14,-5 13 0,-2 9-26,0 11 1,1 3 424,-1-3 0,0 3-415,7 4 0,1 5 0,3-6-180,7-13 0,1 0 157,0 8 1,-1 4 0,3-2-156,3-1 1,2-1-267,1 11 1,4 1-359,3-4 0,7-1-1403,12 2 0,6-4 1436,-9-16 1,5-5-510,18 2 0,5-9 8,-8-17 1,1-7 380,13-4 0,3-6 876,-19 2 0,0-4 0,0-2 722,5-7 1,0-3-1,-4 1-108,1-3 0,-2-1 770,6-13 1,-6-1-107,-22 14 0,-4 0-253,3-7 1,-3-1-10,-6-2 1,-5 2-50,-10-16-605,-6 12 168,-17 27-145,-1 14 522,-12 12-778,15 4 1,1 2-81,-10 11-1,10 2 0,3 1-16,7-3 1135,-8 26-1130,19-24 224,1 6-224,12-9 40,12-10-34,-2-8 33,17-12-50,2-15 17,-7 2 50,12-16 90,-16 2-79,-6 4 79,0-8 11,-13 15 146,-1-2-202,-3 9 162,-2 1-224,-1 9 41,0 0-47,-1 1-21,1 1 106,-1 0-40,1-1-38,1-3-51,1-1-12,0 0 35,0 1-29,-1 1 23,1 1-11,-3 10 22,-3 5-17,0 6 22,-11 23-33,7-8-22,-3 15 28,8-18-29,8 1 1,14-5 27,0-7 46,30-2-46,-21-14-5,27-8 28,-9-14-16,0-5-12,-7-3 44,-11-12-4,-18 17 38,4-31 68,-11 0-118,2-1 5,1-3-10,4 22-18,5 5-10,-2 11-23,11 2 22,-7 11-5,9 2 33,-6 14-22,-6 0-11,3 18 22,-6-6-5,1 5-34,-5 4 5,-4-11 29,0 3 28,-7-1-23,0-10 11,-3 4-11,4-9-11,0-4 17,4-2 207,-1-2-207,1-4-11,0 1 5,0-4 22,0 2-49,0 1 16,0-2-17,1 0 17,2-2-11,-1 3 16,6-6 1,-4 6 16,3-7 23,-3 0-23,-1-1-10,-2-1-7,-2-5-10,-1 3-1,-2-7 17,0 8 28,-2-7-27,3 12 44,-4-11-34,4 13 6,-5-2-22,0 6 5,-4 2-22,-6 4 5,4 2-16,-16 15 16,16-8 28,-11 12-22,18-8 12,1 5-12,4-3-12,2 16 7,2-13-12,10 25 0,2-16-5,11 14 11,-6-16 33,16 9-11,-16-17 0,26 17-16,-20-17-12,10 5 11,-17-7 12,-7-5 0,-7-1-46,-11 2-4,-6-1-152,-14 4-583,-7-5-45,3-4-3348,-11-3 4172,15-6 0,4 1 0,11-2 0</inkml:trace>
  <inkml:trace contextRef="#ctx0" brushRef="#br0" timeOffset="101821">8241 8444 24339,'37'-51'222,"0"0"1,0-1-1,-6 1-110,-16 16 0,-4 1-827,-1 5 0,1-2 751,4-19 0,0-3 31,-1-1 1,-1 0-10,1-1 1,0 0 50,0-7 1,-1 2 49,-5 21 1,-2 4-41,0-13-1,-7 24 360,-6 20-461,-9 20-11,1 5-15,-3 13 1,1 6-9,4-4 0,1 2-179,-4 6 1,1 4 180,4-3 0,0 3 0,2-2-142,-1 5 0,1 1-205,1-4 0,0 3 0,3-1-1323,4-4 1,2-1 0,2-2-3232,5 7 1,2-4 3875,0-4 0,2-6 0,5-7 1,-11-22-1</inkml:trace>
  <inkml:trace contextRef="#ctx0" brushRef="#br0" timeOffset="101988">8410 8205 24256,'27'-44'-1196,"1"0"0,-3 4 0,1 9 1,25 22-1,-21 4 0</inkml:trace>
  <inkml:trace contextRef="#ctx0" brushRef="#br0" timeOffset="102905">9876 8282 22649,'27'-56'776,"-1"0"1,-2 5 0,-5 7-329,-13 12-61,-3 9-113,-1 9-212,-2 9-96,-3 9 68,-12 26-34,-7 10-6,-5 10-299,10-19 1,0 0 287,1-3 1,1 0 2,-6 8 0,0 2 11,1-4 0,0 0 8,3-5 1,2-3 28,-6 10-29,11-19 40,12-19-23,9-15-5,10-15 39,10-12-37,-12 18 1,0 1-20,14-17 55,-5 11 0,0 1-43,15-9-1,-11 13 0,0 1-56,18-5-39,3 12 84,-20 10-45,5 13 23,-18 8 5,3 14 505,-4 8-522,-3 6-10,0-1-40,0-3-45,7-6 6,7-8 27,9-10 12,9-10 56,6-13 40,3-11-330,-4-10 351,-7-8 29,-11-6 11,-7-2 16,-9 1 51,-8 9-28,-9 11-89,-10 13-12,-10 11 0,-10 14-5,-3 12-23,1 12-22,9 8-6,10 3-39,7 0-78,15 3 134,-1-18 278,18 2-278,0-22 56,11-4-5,2-13 44,5-15-50,-18 0 22,-1-8 106,-17-9-61,-7-1-16,-7-20-24,-11 6-325,-12 2 303,2 14-22,-19 2-11,21 23-224,-15 3-869,29 29 342,2-4-1607,18 22-1477,11-10 3846,13 10 0,-13-18 0,-1-4 0</inkml:trace>
  <inkml:trace contextRef="#ctx0" brushRef="#br0" timeOffset="103697">11425 8163 17882,'0'-2'5036,"0"-1"-3731,0 3-1160,-64-21 68,21 25-160,-5-10 0,-2 5-8,15 16 0,4 5-34,4 0 0,2 2 1,-15 19 10,22-4-39,24-14 6,12-5 5,17-9 29,14-12-4,-14-9 1,1-4 25,14-10-291,-14-1 1,-2-3 298,-12 6 0,-1-2 11,9-18 1,0-3-1629,-5 1 1,-2 1 1580,0-1 0,-3-1 25,-1-5 0,-3 1-182,-3 9 1,-2 1 293,3-8 0,-2-1-854,-3 6 0,-2 3 863,1-7 253,-6 12-393,-9 35-34,1 7-1,-21 42-4,12-13 10,-1 6 0,0 4 17,8-10 0,0 2-31,-3 24 0,1 1-5,3-19 0,1-1-82,0 19 1,0-2-57,3-24 1,3-2-140,5 12 0,2-3 88,5 10 979,10-27 0,4-7-844,2-12 18,31-12 83,-16-16 56,-7-5 1,-1-4-4,-9 6 1,-3 0-26,3-4 1,-3 0 50,-2-4 3300,-7 8-3076,-6 5 533,-1 2-774,-13 9 123,-13 13-207,2 2 0,-12 14 12,16 1-24,0 9 1,11 0-34,18-1 40,9-12-6,8-5 27,28-18-16,-27-1 6,-1-2 0,0-5-1655,-6-6 1,-3-2 1687,11-10 6,1-14-204,-29 14 221,-4 8 139,-14-20-16,-18 19-51,-12 1-72,-1 19 61,-4 18-5,6 18-118,8-3 5,-1 19-61,23 4 6,2-9-174,10-10 0,5 0-1188,17 10-714,-3-15 1,2-2 2125,24 15 0,-14-17 0,-13-12 0</inkml:trace>
  <inkml:trace contextRef="#ctx0" brushRef="#br0" timeOffset="111591">13403 7959 13586,'1'-6'5898,"0"1"-5304,12-22-1,3-5 987,-7 14-1479,9-17 0,-6 10 145,-13 26-78,-12 14-50,-14 19-85,8-9 1,-3 3-29,-2 4 1,-1 2-314,1 0 0,2 0 308,4-2 0,3 0-34,-3 22 12,16-11-6,14-13 17,3-12 56,24-14 33,-4-19-8,-7 1 0,0-3-73,-2-6 1,-3-2 268,1-4 0,-2-1 627,9-19-658,-19 19 1,-4-1 128,-3-15 6,-19-12-247,-9 21-61,-18 9-3322,0 23 3260,8 8-1520,-10 19 1341,23 3-309,-4 17-1377,26-4-22,8-7 1887,30 7 0,-24-25 0,13 4 0</inkml:trace>
  <inkml:trace contextRef="#ctx0" brushRef="#br0" timeOffset="111921">14012 7805 23943,'-26'-48'425,"0"0"1,5 5-1,2 12-352,11 26-45,5 19-28,11 10-22,12 21 10,-3-16 1,2 0-307,3 4 0,1 2 256,0 2 1,0 0-7,-2 0 1,-3-1 47,-4-3 1,-4-2 81,-1 14 50,-19-19 50,-10-22-84,0-10 102,-4-28-73,16 0-34,5-21-34,23 0 301,3 9-332,7 10 1,5 2-246,-9 11 0,2 2 1,13-9 1,1 2-1188,-7 12 1,-1 3 1422,20-5 0,-21 10 0,-17 6 0</inkml:trace>
  <inkml:trace contextRef="#ctx0" brushRef="#br0" timeOffset="113080">13552 8025 8634,'0'-6'4011,"0"2"3097,0 4-6391,-15-18-140,12 14-96,-12-15-111,15 17-106,1 0 44,0-3 33,1 0-16,0 0 11,-1 0-168,0 1 303,-1-1-404,0 3 39,1 1-50,0 9-11,2-1 17,4 18-23,-1 3-28,3 13-123,-1 6-885,4 1-5483,6-1 6480,2-10 0,-5-14 0,-5-12 0</inkml:trace>
  <inkml:trace contextRef="#ctx0" brushRef="#br0" timeOffset="113778">14069 7857 17204,'3'-56'1682,"-1"0"1,1 5-1,-2 8-1183,-1 14 290,-1 5-296,0 15-297,0 2-157,0 6 17,1 11-28,-1-1 28,1 22 0,-1 2 12,1 30-52,0-16-1701,1-5 1,1-1 1684,0-4 8,1-4 1,0 0-120,3 5 139,1 4 17,0-7 50,-1-8-11,-1-12 157,-1-6 3626,0-13-3704,4-9-102,1-5 46,8-18-51,-5 10 39,15-25 23,3 2 44,-9 19 0,3-1-67,9-4 0,1 0-67,-3 9 0,0 1-374,5 0 1,-1 3 345,8 2-28,0 9 5,-15 13 12,4 12-78,2 28-354,-6 10-759,-12-16 0,0 0-3714,-1-3 1,0-1 3614,6 13 0,-4-16 0,-13-21 0</inkml:trace>
  <inkml:trace contextRef="#ctx0" brushRef="#br0" timeOffset="115028">15266 7967 20984,'30'-34'707,"-1"0"0,1 0 1,10-12-1,-10 5-225,-24 9-132,-11 4-149,-7 7-123,-4 8 34,-27 10-95,0 19-23,7-1 1,0 3-315,1 7 1,3 3 316,0 2 1,3 2-1,5-1 0,4 1 12,-4 23-20,19-10 11,11-17 39,20-4-5,5-18-6,21-9 22,7-20-259,-25 4 1,0-3 247,2-5 0,-2-4 23,0-4 0,-3-2-23,-7 8 1,-4-4 97,1-20 0,-6-3-200,-9 16 0,-2 0 158,1-18 0,-3 0 25,-4 14 1,-2 3 14,-2-17 140,-5 7-141,6 32-139,-2 0-51,6 20 509,0 16-442,2 20-16,0 25-4,-1-21 1,1 3-243,-1 5 1,1 3-52,-1 5 0,0 1-726,-1 2 0,2 0-3176,3 0 1,2-3 4203,-1-8 0,2-4 0,5 9 0,-2-27 0</inkml:trace>
  <inkml:trace contextRef="#ctx0" brushRef="#br0" timeOffset="116295">17155 8282 25191,'4'-62'230,"0"0"0,0-4 0,1 6-177,-1 28 0,1 1-711,1-13 1,0-2 693,0-4 1,1-2-4,-2 10 1,0-2 0,-1 2-587,1-1 1,-1 1 583,1-12 0,-1 4 81,-3 4 560,0 3-650,-1 22-55,-2 14-1,-1 16 693,-4 17-614,-3 26-45,3-15 0,-1 4 288,0 7 0,0 2-311,1 5 1,1 3-16,4-11 1,0 1 0,2-2 0,0 2 1,2-1-141,5 15 1,5-3-174,0-25 0,3-2-132,5 5 1,3 0-28,1-7 1,5-4 40,5-6 1,0-4 293,14 0 17,11-24 180,-28-16 78,4-16 83,-9-13 52,-9-7-307,-11 28 0,-2 1 547,2-28 90,-3 13-40,-2 17 470,0 15-889,-3 18-18,0 9-78,-1 11 507,4 4-518,8-2-3364,17-2 3364,-1-11-11,21-4 11,-4-14 0,14-7 17,0-12 28,-7-6 106,-8-16-73,-19 14 91,-8-13 4,-19 20-38,-8-2 3352,-9 10-3397,-10 7 5,-2 9-22,-1 11-34,3 9-17,5 14-16,0 20-23,13-14-33,2 17-68,14-19-162,9 10-331,12-3-380,14-7-280,14-11 431,-18-17 1,3-4 52,17-8 0,1-5 66,-15 3 0,0-3 578,18-8 0,0-5 249,-15-1 1,-4-1-4,-5 5 1,-1-1 193,2-8 0,-5-2 827,-6-17-670,-7 8 403,-10-8-112,-16 26-218,-2 2 21,-25 11-312,2 16-96,-18 12-84,6 15-28,4 8-34,9 5 1134,11 0-1167,15 5 16,8-21 141,18 6-146,7-26-17,14-1 28,3-14 68,8-17-29,-17 1 79,4-18 56,-22 7 258,1-15-236,-8 16 443,-4-8-286,-3 24-219,-2 0-10,0 9-85,-1 2-22,-1 6-11,-1 7-112,-1 16 27,3-5-536,-1 17-1419,3-10-447,2 1 1650,3 2 0,-4-26 0,1-1 0</inkml:trace>
  <inkml:trace contextRef="#ctx0" brushRef="#br0" timeOffset="116613">19052 7782 22162,'0'-6'1271,"4"-25"0,-1-4-716,-8 11-387,3-11 0,-4 4 0,-11 21 0,-5 6 263,-16 10-279,-1 17-108,-9 13-331,26-5 1,4 2 286,-5 24-6,13-18 1,1 6-1,1-3-2,2-6 0,1 3-419,0 4 0,1 8 1,1 1-1,0-4 401,1-3 0,2-4 0,-1 3-29,0 17 1,1 4 0,-1-2-88,1-13 0,0-1 1,-1-1-158,-2-3 0,1-1 0,-2-3-40,1 6 0,-3-1-2201,-10 12 0,-5-3 2490,7-25 0,-1-3 0,-1 7 0,0-5 0,-1-8 0</inkml:trace>
  <inkml:trace contextRef="#ctx0" brushRef="#br0" timeOffset="116746">18318 8792 19296,'36'-40'202,"1"1"0,0-1 1,-1 1-1,1 0 1,6-7-1,0 0 1,-1 3-1,-2 6-288,-2 5 0,-3 6 0,0 0-203,6-4 1,0 1-2669,8-3 0,-2 3 2130,-16 11 0,-3 2 0,22-13 0,-25 15 1</inkml:trace>
  <inkml:trace contextRef="#ctx0" brushRef="#br0" timeOffset="117720">20167 8029 21433,'21'-50'851,"1"0"1,-3 5-1,-2 4-391,5-1-85,-9 15-252,-6 14 0,-5 7-78,-2 13-6,-2 13 0,-6 19 23,-9 17-56,-1-5-198,-2-11 0,-1-1 209,-5 11-6,7-19 1,2-1 21,0 0 80,9-16 72,8-13-85,7-12-32,9-13 16,9-12-23,10-9-42,-15 20 1,2 0 0,2-1 0,1 0-9,1 1 0,2 1 0,-1 2 0,1 1-22,24-9-6,-6 13 6,-8 16 372,-6 15-400,-6 14-23,-3 12 17,-6-4-84,-3-6 1,1 0-270,12 11 76,-5-11 0,1-2-59,15 5-70,-4-14 0,2-4-114,15-2 551,-14-6 0,0-4 70,16-14 45,-8-12 84,-7-11 67,-8-7 268,-5-11-116,-11 10-180,-5 4 313,-13 14-470,-1 17 309,-10 1-337,-4 16-28,-14 19-16,7 7-1,1 5-22,13 4 22,8-10-17,10 8 12,8-8 17,15-8-12,-2-11-16,24-9 27,-17-15 41,13-10 66,-17-14 11,-11-9 34,-10-7-23,-12-4-78,-4 10 47,-5 12 1,-2 1 70,-7-9-56,-9-10-113,9 24-83,5 12 39,7 9-247,2 27-291,4 6-655,1 27-1306,7 4-1842,0-28 1,1 1 4379,8 24 0,-5-21 0,-4-18 0</inkml:trace>
  <inkml:trace contextRef="#ctx0" brushRef="#br0" timeOffset="118955">21741 8187 18224,'0'-6'5114,"0"2"-4823,0 4 101,-3-60-112,0 39-188,1-13 1,-2 3 47,0 22-23,0 3-49,1 3-29,1 2 857,1 1-784,-4-1-100,1-1 4,-6 0 12,1 0 62,-1 1-28,2 0-40,2 1 12,2 0-6,0 0-23,-3 0 1,-9 6 16,-10 6-5,-1 4 30,-6 9 1,0 1-42,1 0-1,0 3 1,2 1-28,10 0 22,4 6 11,13-7 11,12-9 12,12-8-29,10-8 7,11-10 16,8-10 5,6-11 3,-28 9 1,-1-2 5,-1-4 0,-3-2-9,-1-4 1,-3-1-1,-3-5 1,-2-3-572,-1-2 0,-2-2 558,-1-3 0,-2 0 8,0 0 0,-1 0-59,0 2 1,-1 2 86,0 4 0,0 1 62,6-23 11,-2 16-29,-3 18-83,-3 15-17,-2 8 11,-3 12 12,-4 14-23,-7 22 0,3-11 0,-2 2-86,-2 7 1,-1 3 57,0 4 0,0 2-23,1-2 1,1 1-252,3-3 0,3-1-28,4-6 0,5-1-329,3-4 1,5-2-534,4-4 0,3-2-1922,26 18-1440,4-14 297,3-15 2626,0-13 2275,-4-14 1664,-5-11 1002,-10-9 844,-6-4-1846,-9 1-38,-5 6-1082,-7 7-66,-8 8-613,-6 5-34,-10 4-413,5 2 5,0 3-33,11 1 27,12 2 1,13-2 16,36-4-61,-14-3 5,-7-1 1,1-3 89,18-20-45,-26 7 0,-1-2-16,14-18 106,-16-10-62,-23 27 84,-11-12-50,-15 15-28,-17 4-26,7 14 1,-2 4-20,-25 12-45,3 5 23,13 13-29,19-1-5,2 12 11,13 5-5,17-16 0,4-1-6,6 12 5,5-12 1,5-3-1,19 4-1726,-8-12 0,2-3 1721,16 4-197,-12-13 1,0-6 207,1-14 12,9-2 44,-15-21-1058,-24 7 0,-3-3 1042,10-21 89,-11 0 0,-4-2 762,-6 22 1,-1 1-833,1-7 0,-1 1 628,-3-15-652,0 24-46,0 6 0,0 11 3065,2 11-3065,0 0 988,4 4-988,11 10 0,20 18 0,-8-6 0,2 3-584,12 16 1,-2 4 583,-8-5 0,-6 4-202,-11-5 0,-4 4 0,-8-3-680,-14 5 1,-13-1-2396,-7-5 0,-8 0 0,1-6 2491,0-5 0,1-4 0,-8 1 0,7-6 0,24-14 0</inkml:trace>
  <inkml:trace contextRef="#ctx0" brushRef="#br0" timeOffset="119144">23713 8254 25169,'0'0'0</inkml:trace>
  <inkml:trace contextRef="#ctx0" brushRef="#br0" timeOffset="121404">732 10269 23957,'16'-55'2683,"0"-1"0,-1 10 0,-8 6-1922,-27 7-761,-20 18-258,-11 4-633,1 13 523,-3 21-2541,22 3 0,2 2 2671,5-6 1,0 2-505,-9 18 0,2 2 968,13-14 0,3 0-180,-1 7 0,3 0-28,5 25-198,28-16-473,25-18 284,-13-19 0,2-6-19,4-4 1,1-5-17,-1-2 0,-1-3 43,-4-3 0,-2-1 7,15-14 1022,-22 3-821,-15 8 199,-19 7-39,-12 6 3234,-19 16-3202,-12 13-8,23-5 0,1 3-81,0 2 1,2 2 57,2 1 1,3 0-15,-9 27-33,14-3-12,12-14-1063,27 8-2487,13-22 3601,0-9 0,1-2 0,2-3 0,4-8 0</inkml:trace>
  <inkml:trace contextRef="#ctx0" brushRef="#br0" timeOffset="121587">1315 10251 18795,'1'-3'3641,"0"0"-3204,-1 3-426,-41 64-201,21-23-516,-7 6 0,0 3-1115,13-18 1,1-2 1182,-4 5 1,0-3 0,-1 5 0,-1-4 0</inkml:trace>
  <inkml:trace contextRef="#ctx0" brushRef="#br0" timeOffset="121744">937 10604 20459,'28'-43'1071,"0"0"1,3-1 0,-2 10-837,-4 19-129,11 8-83,-5 25-51,4 13-331,5 12-173,-9-7 427,-4-2 1,-3-2 0,-8-10-1,14 18 1</inkml:trace>
  <inkml:trace contextRef="#ctx0" brushRef="#br0" timeOffset="121983">266 11475 16034,'52'-12'58,"0"1"0,1 0 0,3-3 1,1 0-1,1 0-34,-11 1 1,1 0 0,1-1-1,0 0-415,2-1 1,2 0-1,0 0 1,1-1 390,6-1 0,1-1 0,-1 1 0,-5 1 0,-9 3 0,-4 1 0,-1 0 0,16-4 0,0 0 0</inkml:trace>
  <inkml:trace contextRef="#ctx0" brushRef="#br0" timeOffset="122727">8933 9911 23999,'18'-35'613,"0"1"0,9-20-52,-1 9-186,-14 22-84,3-4-145,-11 18-107,-2 8-45,-2 6 34,-13 33-3409,-6 11 3387,7-19 0,-2 3-29,-10 20 1,0-1-618,-3 4 539,1-3 0,1 3-719,9-15 1,2 0-170,1 0 1,1 0 229,2-4 0,4-2 759,20 25 0,-10-41 0,13 8 0</inkml:trace>
  <inkml:trace contextRef="#ctx0" brushRef="#br0" timeOffset="123099">9142 9568 16613,'-34'-45'1020,"1"0"1,-1 0-1,1 5 1,-1 2 0,-2 8-735,-10 7 0,-4 10-867,-4 8 1,-1 9 711,-6 10 1,3 8-1339,9-1 0,1 6 1246,8 2 0,0 6 0,2 4-11,8-4 0,2 4 0,0 2 0,1 0-182,-1 2 1,1 1 0,1 1-1,1 3 155,-1 7 1,0 5-1,3-2 1,4-3-10,2-2 1,4-4 0,6 3-23,5-2 1,5 4-1,2-2 1,2-6 4,4 1 0,9-4 6,6-6 1,8 3 0,4-3 0,1-10-3,6-10 1,1-9-1,5-2 8,4 0 1,5-1-1,0-2 1,-2-3 8,0-4 0,-2-2 1,3-6 13,-7-1 0,3-3 0,2-2 0,-2-2 0,-4 1 53,8-6 1,-5-2-1,2-2 5,-12 6 1,4-2-1,-1-1 1,-1-1-1,-6 0 60,9-12 1,-6-1 0,-4-2-259,-6 1 0,-4-3 0,-3-1 180,-5 1 0,-4-2 1,-3-1-18,-4 0 1,-4 0 0,-3-1-16,-5 2 1,-3-1 0,-3 4-8,-1-10 0,-8 4 4,-7 9 0,-9 0 0,0 7-29,-8 4 0,-4 5-35,3 3 1,-4 0-1,0 6-321,-15 8 1,1 9-864,0 6 1,1 8 1232,17 2 0,1 3 0,5 0 0,2-4 0,4 1 0,4 4 0,-1-1 0</inkml:trace>
  <inkml:trace contextRef="#ctx0" brushRef="#br0" timeOffset="123637">8085 11155 17209,'30'-41'664,"-1"0"1,0 0-1,0 0 1,-2 2 0,-2 3-1,-1 1-218,12-11 0,-6 7 422,-13 12 19,-3 6-674,-13 13-34,-13 17-134,-15 15-23,-5 7-14,3 0 1,-4 5-600,3-2 0,-3 3 1,0 0 582,-2 3 1,0 1-1,-2 1-16,4-3 0,-1 0 1,0 1-1,1-1-40,-3 4 1,0-2 0,1 0-486,1 1 1,0-1 0,2-3 209,0 1 0,3-3 182,4-6 1,7-6-287,16-16 286,27-28 134,5-5 51,-1 0 0,6-5 1,-2 2-466,-4 2 1,1-1 566,5-5 0,5-6 1,1-1-1,-4 2-108,-5 3 1,-3 1 0,2-2 66,2-1 1,1-2 0,1-1 0,-3 2 23,3-3 1,-3 1 0,1 1 40,-3 3 1,-1 1-1,1 1-56,10-11 0,-1 4-266,-3 6 1,1 4 256,-3 6 1,1 5 367,-1 4 1,1 6-427,0 4 0,1 6-3,3 7 0,-1 6 403,4 8 1,1 5-407,3 10 0,0 4-31,-14-9 1,0 2 0,-1 1-78,2 3 1,-1 1 0,-1 0-290,1 0 1,-1 1 0,0-1-1000,1-1 1,1 0 0,-2-2 1370,11 11 0,-3-6 0,-12-13 0,-2-4 0,3 1 0</inkml:trace>
  <inkml:trace contextRef="#ctx0" brushRef="#br0" timeOffset="124644">7704 11893 23915,'28'-20'386,"-6"6"-324,-16 24 352,-7 8-330,-5-7 45,-15 11-28,-8-9-51,-4 0 112,-26-1-89,28-8 126,-3-2 0,2-5 14,9-14-185,-6 0-5,25-9 5,15-1-6,8-4-11,13-8 17,8 5-5,2 10-23,1 10-6,-1 13 6,-4 13 11,-3 15-22,-8 14-6,-13 13 14,-15-21 1,-6 1-679,-8 6 1,-5-1 677,-10 6 0,-5 0-8,7-12 0,-2 0 0,0 0-4,-4 1 0,0-1 0,-1 0 11,1-2 0,0 0 1,0-3 17,-11 8 0,2-4-3,8-9 0,4-5 33,-11-2-27,20-20-17,14-11 0,18-10-17,17-6 6,24-2 2,-17 17 1,2 1 180,7 1 1,2 1-229,4 0 0,2 2-95,2 0 0,3 1-225,-9 2 1,2 0 0,-3 1 92,3-1 0,-1 1-169,-4 0 0,2 0 1,-5 0-219,-5 0 1,-2-2 79,8-6 0,-3-4 511,-12-3 1,-5-2-2941,8-18 3098,-23-4 145,-18 1-176,-8-11 338,-5 8 1,-2 0-222,8 13 1,-4 1 224,-7-5 0,-5-1 1,2 6-146,8 11 1,-2 4 20,-26-16 0,-4 6-115,13 19 1,-1 7-38,-15 3 1,-4 7-489,19 3 1,0 2-1,0 5 392,-4 4 1,1 3 0,1 4-12,-2 3 1,1 3 0,2 2-7,-1 3 1,3 3 0,1 1-6,2 1 1,2 2-1,3 3 4,9-7 0,2 3 0,1-1 0,2-2 0,2-2 0,2-3 0,3 3-15,-1 8 0,3 3 0,10-5 696,19 0 1,8-6-691,-8-5 1,5-3-186,30 1 0,9-10 196,-5-17 1,3-7-1,-9-2 0,3-2 0,3-5 5,-9-2 1,2-5 0,2-2 0,-2-1 0,-4 2-272,6-2 0,-4 0 0,1-3 271,-2-1 0,2-2 0,-2-1 0,-6 0 65,4-11 1,-6-1 279,-2-4 0,-1-3-294,-10 9 0,1-2 0,-4-2-1,-3-4 1,-3-2 0,-2 1-16,-2-8 0,-3 2 420,-4 4 1,-5 4-435,-19-11-107,-13 29-867,-17 5-6817,-5 17 7358,5 9 0,20 2 1,14-1-1</inkml:trace>
  <inkml:trace contextRef="#ctx0" brushRef="#br0" timeOffset="125297">9855 11910 22156,'-11'-58'552,"1"0"1,1 6 0,6 7-408,14 14-94,3 10 27,13 1-11,16 10-39,5 6-28,13 12 23,-23 6-34,1 15-45,-17 1 5,-4 23 46,-19-2-7,-9-1 12,-6-23 0,-6-2-1690,-9 1 0,-2-2 1695,8-3 1,-2-2-246,-12 5 0,0-4 336,-4-5 100,-6-3 296,11-10-189,16-8-197,8-1 3165,14-11-3238,10 3-5,35-10-17,-12 13-19,2 4 0,3 5-4,-6 8 1,-1 4 287,1-1 1,0 4-288,3 5 0,-5 4-12,3 24 7,-16-5-69,-28 17-697,-24-6 407,5-18 0,-6 0-678,3-9 0,-5 0 1,2-2-270,-13 3 0,2-2 47,0-3 1,3-3-3587,-11-6 4861,24-12 0,16 0 0,2-1 0</inkml:trace>
  <inkml:trace contextRef="#ctx0" brushRef="#br0" timeOffset="125653">10053 11492 20627,'-12'-43'694,"0"0"1,0 0-1,-20-19 1,-8 19-561,8 42 1,-4 10-1571,-20 3 0,0 6 1489,13 1 0,0 7 12,-3 8 1,-3 8-1,3 0-58,12-7 1,3 1 0,-2 4-494,0 1 1,-3 3-1,1 2 1,3 0 480,6-3 1,2 0 0,2 1 0,2-2-2,-3 4 1,3-1-1,2 2-18,0 7 0,2 2 0,6-1-34,9-8 1,4-2 0,4 0 27,2-2 0,4-2 1,5-3-578,8 0 0,6-2 0,5-9 577,5-9 0,4-7 0,2-4 30,6-3 0,2-5 0,0-2 114,3-2 0,0-4 0,2-5-80,-14-2 1,2-3 0,1-3 0,-1-1-1,-4 1 20,-1-1 1,-3 1 0,0-2 0,-1-3 131,10-8 0,0-3 1,-2-1-1,-7-1-140,-5-2 1,-7-1 0,-2-2-12,-2-1 1,-3-2 0,-2-1-8,-3 0 0,-2-1 0,-4 0-10,-2 3 1,-3-1 0,-5 2-5,-7-15 0,-10 4-32,-11 9 0,-8 7-47,2 13 1,-7 7-461,-11 10 1,-10 8-1,3 3-2752,13 5 0,2 3 0,-1 0 2521,-8-1 0,-1 1 0,5 0 0,5 5 0,9-2 0,13-3 1</inkml:trace>
  <inkml:trace contextRef="#ctx0" brushRef="#br0" timeOffset="126388">6793 12723 15378,'0'-4'5747,"1"0"-4537,-1 4-1008,-71 7-118,43 8 0,-1 4-776,-11-2 0,-7 1 1,3 4 741,5 5 0,2 5 1,-2 1-12,-3 1 0,-4 2 0,0 0 1,3-2-450,0-1 1,2-1-1,-4 3 419,2-2 0,-4 5 0,-2 0 0,3-1 0,6-6-9,-7 7 0,2-2-24,7-5 0,-3 4 1,1-1-1,6-4-379,3 2 1,4-2-663,-1 1 1,5 0-7355,4 6 8419,22-19 0,2-12 0,3-6 0</inkml:trace>
  <inkml:trace contextRef="#ctx0" brushRef="#br0" timeOffset="127369">4929 13848 19479,'8'-50'684,"0"-1"0,1 1 1,-1 2-1,0 1 1,-2 11-131,0 10-165,-1 3-377,-4 19 21,-6 34 1,-4 19-26,2-13 1,-1 3-592,-3 18 1,-1 3 582,0-5 0,0-5 0,0 9-142,4-15 1,1 0 136,4 11-251,11 4 268,0-29 83,27-22-34,-14-18 96,29-28 62,-6-7 117,-16 15 0,0-2-182,0 0 0,-2-1 14,-1-1 1,-1 2 540,5-11-658,-8 12 315,-16 24-366,-5 18 22,-3 4 3,-6 21 1,-4 6-670,2-10 0,-1 0 649,-4 13 1,0 2-6,1-7 0,2-1-197,2 2 1,2 1-12,1 1 1,2 0 28,0-3 0,5-2-605,8-2 0,5-5-628,16-6 516,9 3-1120,15-41 50,1-20 1222,-10-4 1,1-5 799,-6-1 0,-2 0 67,0-2 0,-3-2 288,-7-4 1,-7-1 134,-7 6 0,-4-2-124,1-12 0,-4-5 16,-7 15 1,-5-2 0,-2 2-208,0 7 1,-3 1 0,-2 1-472,-6-6 0,-3 0 0,-1 5 377,-3 2 1,-4 5 146,-2 6 0,-5 1 0,0 6-74,-1 5 0,-3 5-101,-19-2 0,-1 9-50,8 19 0,2 12-44,13 0 0,2 5 0,1 1-14,4-2 1,3 1 0,-1 5-9,1 2 0,-1 5 0,1 2 0,2-1 0,3-2 0,2-1 0,0 2 0,0 3-473,-1 6 0,-1 4 0,0 2 0,1 0 0,3-2 319,0 3 0,2-1 0,3 1 0,1 0-48,1 3 0,3 2 1,2-2-1,5-6 117,3-9 1,4-5 0,7-3-21,19 14 0,13-12 121,0-27 1,7-10-1,2-4 21,1-1 0,2-4 0,3-5-238,-5-3 0,4-4 1,-1-3-1,-2-3 296,-4-2 0,-3-4 1,0-2-1,-1-1 66,2-3 0,-1-3 0,-1 0 1,-3 1-25,5-4 1,-4 1 0,1-5 81,-12 8 1,1-4 0,-1-2 0,-1 0 0,-5 3-312,3-11 0,-5 2 0,1-2 142,-2 8 0,0-1 1,0-1-1,-6-1 43,-4-4 1,-4-2 0,-3 2 0,-3 5 445,0-2 0,-6 1-508,-1-5 0,-3-5 1,-10 8-115,-21 7 0,-11 7-369,-1 2 0,-7 6-1151,8 11 1,-5 4 0,2 4 1609,-12 7 0,5 5 0,16-1 0,6 1 0,-8 5 0</inkml:trace>
  <inkml:trace contextRef="#ctx0" brushRef="#br0" timeOffset="131004">7384 13125 18705,'-15'-49'931,"0"0"1,2 8 0,3 6-237,6 7-370,2 15 258,-2-6-124,2 10-146,0 1-55,1 5-135,0 2 118,0 1-11,-1 0 16,1 0 40,-1 0-140,1 0-107,0 0 6,0-2-17,1-1-17,-1-3 23,-2-5-18,2 2 7,-4-3-34,2 8-62,0 3 50,2 32 40,0 25-330,1-23 1,0 4 306,0 18 1,0 7-157,2-17 1,0 4 0,0 1 0,0-3-743,1 0 1,-1-3-1,1 5-1063,3 1 1,1 7 0,1 1 0,0-2 0,0-9 1404,6 11 1,-1-7 0,3 14 0,-1-8 0,-1-15 0</inkml:trace>
  <inkml:trace contextRef="#ctx0" brushRef="#br0" timeOffset="132435">7818 14026 21758,'-48'-3'76,"0"0"1,3 1-1,3 5-42,-10 19-735,-2 4 712,26-12 1,-1 1 33,-26 13-17,13-7 349,-5 0-315,26-13 58,-2 0-148,16-6-28,6-2-5,1 1 330,1 5-234,1 6-13,2 11-5,1 6-6,1 6 17,-1 2 6,0 4-6,-2-2 0,-1-1-6,-1-6 17,0-6-22,0-6 0,0-6 140,-1-7 358,1-4 291,0-2-246,0-5-347,-1-5-106,-2-9-46,0-6-38,0-3-29,0 5-28,16-8 12,9 10-12,21-6 18,-5 13-38,-3 8 1,0 2 3,14 9 30,-14-2 1,-1 3-127,14 17-33,-13 9 84,-14-3-180,-20 2 1,-8 3-180,-7-6 1,-5 1-955,-9 15 1,-6 0-83,-5-7 0,-5-3-2014,-2-3 1,1-4 3493,4-6 1,4-4 0,-10 1 0,24-13 0</inkml:trace>
  <inkml:trace contextRef="#ctx0" brushRef="#br0" timeOffset="132822">7227 13833 10724,'0'-4'7444,"0"1"-7058,-34 17 1,-15 17-68,15 7 1,0 4-1032,-1-13 0,-4-1 1,3 5 819,6 10 0,3 5 0,5-1 1,-2 11 1,3 1-475,5-7 1,-1 3 0,3 1 377,3 4 0,2 0 0,2 1-12,4-13 1,1-1-1,2 1 1,1 0-1,2 0 0,2 0 1,2-1-1,2 0-5,5 15 1,3-2-1,6-2-9,3-6 0,5-1 0,4-6 5,5-6 1,3-3 0,4-8 7,3-5 0,5-7 0,0-6 20,4-9 1,2-7-1,-3-3 4,-9 1 1,-2-2-1,0-7-125,1-8 1,3-7 0,-3-2 0,-4 0 258,-4-2 1,-4 0 0,1-4-14,0-1 1,1-3 0,-1-1 0,-4 0 24,-3-7 0,-4 0 0,-5-4-562,-6 6 1,-3-3 0,-2 0 0,-1 3 413,-1 2 1,-1 3 0,-4-4-2,-2 1 0,-3-4 0,-2 0 0,-2 5-198,-10-15 1,-6 3 174,2 12 0,-3-1 0,-3 3 166,-3 4 0,-2 2 0,-5 5-217,-13 2 1,-6 6 0,3 3 265,-3-2 0,-3 7-308,2 12-1,-4 5 1,3 5 317,-2 9 0,1 6-719,10-1 1,-1 2-1,0 3-1441,2 3 0,1 2 0,2 0 1938,6-2 0,2 1 0,3-2 0,-1 3 0,6-4 0,-3 6 0</inkml:trace>
  <inkml:trace contextRef="#ctx0" brushRef="#br0" timeOffset="144465">9811 12637 10623,'0'-5'7270,"0"0"-5701,0 5-1222,7-34 73,-8 41 129,0-6-367,-7 28 0,-4 14-84,-3 7 0,-3 3-634,4-13 0,-1 3 1,0 0 551,-2 2 1,0 1 0,1-1-17,-5 8 0,1 1-77,3-4 1,0 2 0,2-4-272,2 0 1,1-2-520,-3 11 1,3-1-1680,5-11 0,3-3 1912,1 7 1,2-8-1,1-21 1</inkml:trace>
  <inkml:trace contextRef="#ctx0" brushRef="#br0" timeOffset="149744">9556 14144 19484,'8'-44'717,"0"0"0,0 2 0,-3 12-353,-5 27-229,-1 0-124,0 3 23,-2 12-6,0 7-40,-5 20-55,1 9-247,1 8-22,2-10-941,2 11-3338,2-1-1305,4-1 5854,0-5 0,0-28 0,-1-12 1</inkml:trace>
  <inkml:trace contextRef="#ctx0" brushRef="#br0" timeOffset="150585">9670 13667 17398,'-33'-29'516,"0"0"1,0 0 0,-15-11 0,2 13-288,-11 34-638,7 5 518,17 7 0,-2 6 45,-4 15 0,1 8-864,11-12 0,0 1 0,0 4 752,3-2 0,0 3 0,2 2 0,1-1-14,-4 15 0,4 0 0,1 2-216,7-14 1,0 1 0,2 0 0,1 0 181,0 14 0,2-1 1,3-2-164,1-13 0,2-1 0,6-1 148,9 5 1,6-1-1,5-6-2,9-8 1,6-5-10,-2-3 1,5-1-1,2-6 7,-2-8 1,1-6 0,1-2-170,2-3 0,1-3 0,0-3 195,1-2 1,0-3 0,-1-2 16,-1-4 1,-1-4 0,-2 1 6,7-6 1,-1-5-65,-16 0 1,2-6-1,-2-1 1,-6 5 111,0-2 0,-3-2 18,5-11 1,1-8-1,-8 5 321,-12 5 0,-6 1-314,1-11 0,-5-2-368,-6 15 0,-3 0 0,0 4 337,0-2 1,-4 2 49,-7-9 1,-5 3-220,4 20 1,-1 4 191,-15-17 1472,-2 9-1410,10 19 412,9 6-553,-4 0 2376,14 5-2471,5 0 2893,4 1-2815,1 4-16,1 1-6,0 2 22,1-1 6,-1-3-11,0 0 0,0-3-23,-1 0 34,-1-5-5,-1 2 10,-1-3-16,1 1 11,0 2 0,2-1-28,-1-3 28,1 2 6,0-2-12,0 2 12,0 2-9837,-1 1 9600,-1 5 0,1-3 0,0 4 1</inkml:trace>
  <inkml:trace contextRef="#ctx0" brushRef="#br0" timeOffset="151206">9702 14099 15849,'5'-46'885,"0"1"0,-2 7 0,2 4 241,11 3-370,-9 16-213,2-3-285,-7 12-152,-2 5 28,-2 6 62,-4 9 34,-9 12 51,-10 16-164,8-15 1,0 3-20,-3 4 0,-1 1-31,1 4 0,0 1-371,1 3 0,1 0 360,3 1 0,2 0-37,1 0 1,2-1-9,2-2 1,2 0-7,1 3 1,2-3 0,2 12-1,8 4 12,8-33 45,6-1 94,5-13 35,5-16-51,3-12-39,1-15 16,-2-6 40,-9-5-2515,-9-6 2481,-12 15 84,-14-9-95,-11 18-22,-14-5-40,-7 6-44,-3 9-6,-2 10-6,1 14-50,3 10-213,7 12-867,10 5-3631,12 4 4767,15-6 0,1-13 0,4-9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13:45:55.5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1269 2211 12970,'0'-8'4324,"1"1"-3534,9-26 0,2-6 397,-2 9-720,3-13 1,-1 3 227,-6 24-365,-5 7-425,0 6 240,-11 36-99,2-10 1,-4 13 1,-2 4-558,0-6 1,0 2 529,-6 11 0,0 2-23,0 1 0,0-1-194,3-4 1,3-2 176,3-5 1,4-3-26,5 18 101,13-19 168,13-17 17,12-24-68,13-21-100,-17 4 0,1-3 146,3-5 0,1-2-82,0 0 0,-1 0 22,-4 2 1,-1 0 207,-6 7 0,-3 1 25,7-12-342,-16 19-39,-7 10 6,-6 12 56,-3 9 817,-4 15-963,-8 32-73,8-29 1,0 1-183,0 1 1,2 0-869,2 2 0,4-1 1196,15 27 0,-9-19 0,8-8 0</inkml:trace>
  <inkml:trace contextRef="#ctx0" brushRef="#br0" timeOffset="180">2407 2479 22055,'0'-3'2890,"-1"0"-3092,1 3-2110,-2-15-2131,12 12 4443,5-9 0,0 13 0,0 1 0</inkml:trace>
  <inkml:trace contextRef="#ctx0" brushRef="#br0" timeOffset="21842">4294 2783 15115,'1'-46'1147,"-1"0"0,1-1 0,0-7 0,-1 7-699,2 10 162,-4 25-364,-1 6-262,0 2-1,0 10 73,1 12-11,-3 18-23,-2 16-1704,0-10 0,-1 0 1693,-3 17-3,2-15 1,0-3 2,-1-4 96,-8 18 290,9-33 142,-3 2-254,5-29-117,1-16-56,-1-24-81,4 13 0,1-2 1422,0-8 0,1-3-1445,3-3 1,2-2-1,2-1 0,3-1 6,5 3 0,3 1-8,3 4 0,2 2-4,2 5 1,3 3 0,-1 5 0,3 3-9,-1 4 1,1 3 121,1 4 1,0 3-20,1 3 0,0 3 60,31 3-187,-5 14-6,-8 14 20,-14 14-1576,-23-6 0,-6 1 1705,-4 16-146,-11-12 1,-5 0-453,-22 11 667,11-19 1,-4 0 158,-1-3 1,0-3 296,-17 10 93,-10-8-125,27-19 2816,-5-5-3120,19-12 458,9-8-1148,5-5 483,11-2-522,9-1 44,12 2 121,7 6 16,9 8 39,3 10 181,3 12-58,-2 7-116,-15 1-56,5 18 25,-26-10 33,0 15 68,-38 4 348,0-14-139,-4-7 0,-4-1-321,4-8 0,0-1 294,0 0 1,0 0-824,-11 1 1,2-3-3097,3-4 3935,-1-8 1,27-4-1,12-8 1</inkml:trace>
  <inkml:trace contextRef="#ctx0" brushRef="#br0" timeOffset="23483">5495 2380 21861,'-48'12'552,"-1"1"1,4 0 0,4 3-216,11 4 0,3 2-729,-18 19 617,3 0-76,12-2 155,15-12-335,3 5 279,13-7-344,10-6-231,11-7 2,8-7 548,7-12-276,3-6 188,11-20 112,-11-3 27,-2-1-77,-7-7 156,-9 7-73,1-7 88,-5 9-420,-10 16-80,-6 10-229,-5 13 82,-10 14 265,-7 11 14,2 0 0,0 1-11,3-2 0,1 0 1,-2 5 0,3-1-5,3 14-35,10-11-14,6-13-115,19-8 14,4-19 146,20-11 36,-9-8-97,-12 3 0,-1-4 138,-3 1 0,-1-2-511,11-18 1,0-5 424,-7 4 0,-3-2 18,-5 9 0,0-3 1,-3 3-3,-2-2 1,-1-1-62,5-17 0,-2 0 98,-7 21 0,0 1 58,2-7 1,-1 0 173,0-17 56,-8 25 185,-1 8 59,-2 13-107,-1 16 782,-6 34-806,-4 15-380,3-7 1,-2 9 0,1-1-49,2-9 1,0-1 0,0 2-240,-3 16 0,1 3 0,1-3 93,4-15 0,2-3 0,1-1-208,5 14 0,5-3-277,6-11 0,4-4-630,21 8 707,-8-28 0,5-7 252,7-9 0,2-6 321,2-2 1,0-4 132,1 0 1,-2-6 165,8-14 0,-5-3-1051,-1-3 1139,-6-1 1,-4-1 438,-11 2-324,-6-6 0,-4-2-318,-5-7-239,-3 11 1,-3 2 1153,-12-2-1637,-5 12 287,-2 13-325,-18 15 1892,12 7-1320,-28 31 356,17 4-245,9-8 0,2 0 601,-3 17-582,11-12 0,3 1 192,2 12-205,4-15 0,2-2-487,9 10-346,7-14-200,5-15 428,3-13 396,4-17 146,3-14-218,0-15 88,-3-8 64,-5-3 128,-6 2 164,-4 5 88,-4 11-139,-5 12-185,-2 13 131,-2 8-45,-1 7 108,-7 21-3,3-4-165,-7 31-368,7 9-488,4 1 303,3-25 1,4-2-476,14 13 107,11-14-26,8-14 150,6-12 318,1-17 157,1-12 258,-4-14 48,-12 4-397,-12 3 0,-2-1 453,-1-2-40,-1-3 1,-1 1 253,-1 1-130,1-5 224,-8 18-84,-4 13-168,-1 1 825,-1 24-993,1 5 295,0 24-284,-1 0-16,-2 4-1,2-13-10,-1 8-269,4-23 247,2 4 122,4-18 6,5-15-17,5-10 6,6-16-45,-4 3 83,13-22-44,-12 16 6,10-10-17,-11 20-90,-5 11-50,-3 7-23,-2 10 6,-2 3-173,8 21-29,-2 2-173,10 18-129,1-4-124,9-3 258,-2-12-929,18-6-88,-17-16 1,2-4 806,1-2 1,2-2 316,8-4 0,-1-4 341,-8-4 1,-3-2 106,20-12 213,-23 5 0,-4-2 313,6-10-258,3-7 1059,-10-3-150,-17 19-1,3-7-762,-12 19 157,-9 4-173,-16 11 4,-7 9-385,-5 2 33,-6 17-78,2 11-85,3 7-222,19-18 0,4 1-247,1 24-623,10 1 118,8-12-3173,7-11 0,2-2 4159,7 4 0,2 3 0,-11-24 0</inkml:trace>
  <inkml:trace contextRef="#ctx0" brushRef="#br0" timeOffset="24305">8230 2526 23231,'-30'21'185,"8"2"-174,17 9 1,11-4 4,7-9 18,12-8 5,9-9 6,8-13-17,5-10 11,0-11 40,-5-8-35,-14 6 180,-2-16 0,-17 20 28,-3-10 0,-14 18-39,-10 10-50,-10 6-51,-9 10-28,-7 10-23,-4 10-38,1 12-23,6 8-12,9 5-60,11 4-91,12 1-78,18-1-89,14-6-112,18-8-236,12-11 191,-4-11-910,-5-10 1,2-3 446,-10-2 1,2-2 198,17-2 1,2-2 453,-8-2 1,-1-3 332,-1-2 0,-1-3 185,-3-1 1,-2-2 136,-3-1 1,-2-2 41,-4-1 0,-2-1-22,-3-2 1,-2 0-21,11-15 558,-12 3 0,-4 1-378,-4 2-43,-2 2 1,-5 2 210,-16 8-298,-10 3-200,-15 10-102,-11 18-39,-10 14-50,24-5 0,2 4-25,-2 3 0,2 3-1,3 2 1,2 2-26,4-1 1,4 1-29,1 27-86,25-11 92,21-16 6,20-16-17,10-20-335,-30-5 1,0-4 404,0-5 0,-2-5-3,0-3 0,-3-6-1442,5-16 1,-5-3 1449,-7 14 0,-3-2-6,-1-4 0,0-3 0,-2 0-245,2-9 0,-1 1 262,1-1 1,0-1-94,-3 5 1,1-3 0,-2 5 260,-4 4 1,-1 2 236,3-14 1,-4 3-5,-10 5 2342,-5 23-2734,-4 21 1197,-4 22-1225,-5 22-14,7-8 0,0 5-852,0 3 1,0 4-1,1-2 723,-1 6 1,0 1-226,-1 4 0,0 6 0,2-4-627,3-12 0,2-3 0,0 2 102,-1 8 1,1 2 0,0-2-212,0 7 1,3-2 719,10 6 0,2-8-1,-2-16 1,9 11 0</inkml:trace>
  <inkml:trace contextRef="#ctx0" brushRef="#br0" timeOffset="25121">8160 2439 7789,'-3'-5'4968,"0"0"-3556,3 5 1534,0 0-2028,-13-28 13,3 18-735,-9-20 285,-3 23-212,1 5-135,-3-2 124,-6 4 11,-1 6-213,5-1 56,-8 10-23,17-3-27,-2 4 55,-2 7 23,0 3 12,-8 12-52,9-10 1,1 1-200,-12 24 161,14-20 0,2-1-6,-1 10 2,9-10 1,0 0 3,0 13-40,3-14 1,1 1-18,-1 16-10,3-13-23,5 0-28,4-12-230,17 3 73,-3-12-1724,32-8-2388,-7-15 3496,14-5 1,-27 2 0,-14 4 0</inkml:trace>
  <inkml:trace contextRef="#ctx0" brushRef="#br0" timeOffset="25510">8081 2511 7643,'-2'-2'6582,"0"0"-1995,2 2-3511,-70-21-696,41 17-251,-13-6 0,1 3 100,16 16-111,7 1 229,-18 14-95,6 0-33,-15 14-130,14-9 20,9-4 1,1 1-54,-6 15-45,9-12 0,2 2-17,-1 18 6,9-2 17,9-12-78,22 9-7,-3-23-212,11 0 0,5-2-688,18-3-510,-13-5 1,0-2 1477,-2-5 0,-4-1 0,6 0 0,-8-3 0</inkml:trace>
  <inkml:trace contextRef="#ctx0" brushRef="#br0" timeOffset="27305">12418 2200 10394,'-5'-48'1767,"0"0"0,0 0 0,-1-16 1,0 8-452,2 3-290,-1 23-712,-4 19-80,-6 30-99,-9 31-107,7-9 0,-1 5-624,-4 13 0,1 1 590,3-9 0,0 4-59,4-11 1,-1 4 0,1 2 0,1-4-766,0 2 0,1-3 1,0 3 567,-1 1 0,-2 2 0,1 1 0,2-3-138,-1 1 1,1-2 0,2-2-359,-4 14 0,1-3-164,4-13 1,2-3-1807,-2 15 1127,4-26-1956,1-16 2762,-3-34 1739,1-11-944,-1-28 943,5 26 1,-1-1 1107,0-2 0,1-1-913,-1 0 1,0 0-168,0 1 0,0 0-216,0 3 0,2 0 325,-2-21-195,7 12-726,6 13-172,10 8-105,13 4-36,17 3-137,-16 7 0,2-1 220,7 0 1,2-2-797,7 0 1,-1-2 882,-8 3 0,0-2 16,-2 1 1,2-2 0,-3 0-142,-3 0 1,-2-1 170,12-3 1,-2 0 309,-4-2-100,-21 7 573,-13 6-543,-8 2 2288,-2 1-1873,0 1 297,1 0-986,15 8-30,6 5-57,18 14-6,6 10-12,-9-2 51,-13-3 0,-5 4-437,-5 20 450,-8-13 1,-6-1 18,-8-6 1,-5-2-70,-4-3 1,-4-3 124,0-4 1,-3-4 135,-21 6 153,7-13 48,13-14-114,11-10-149,12-11-33,14-10 85,13-8 22,20-4-146,-15 20 0,3 1 38,4 0 1,2 1-12,2 0 1,1 2-6,1 0 0,-1 2 64,-8 5 1,0 0-95,7-3 0,-2 1 275,5-4-215,9-5-445,-29 11-191,-10 8-94,-8 4 63,-4 8 633,-2 0-467,-6 15 167,1-3-7,-3 10 345,4-3-30,4 1-47,0 0 77,6 0-40,5-2-25,5-1-135,6-6 83,3-7 54,4-5 34,3-9 67,5-7 32,2-7 82,0-7 64,-2-4 64,-7-1-38,-10-1-75,-7 5-122,-7 4-122,-6 5-177,-1 5 47,-10 2-35,-1 7 50,-8 4 44,-3 9-5,-1 9-19,6 0 12,-2 18-7,13-6-66,1 16-221,10-3-377,8 3-532,9-2-1190,10-6-3943,11-11 5520,-2-12 1,-11-9 0,-12-5 0</inkml:trace>
  <inkml:trace contextRef="#ctx0" brushRef="#br0" timeOffset="27975">13524 2584 7895,'-8'0'5931,"2"0"-3711,6 0 42,0 0-1779,-47 17-192,35-7 12,-34 14-95,48-10 143,3-2-189,5 0-44,1-3 89,1-4 61,0-2 14,9-14-160,-6 3 32,9-17-2,-8 1 19,3-10 41,-6-6 20,-4 0 124,-11-7-266,-4 18 20,-16-4-74,-6 21-14,-14 1 41,-20 13-73,19 3 13,-15 16 6,31 3 17,0 13 23,11 6 11,14 16-32,12-7-336,4 0 306,15-5-28,1-12-73,-4-11 1,2-1-361,22 11-239,-18-18 1,0-3-777,11 2 1482,17-4 1,-39-8 0,10 0 0</inkml:trace>
  <inkml:trace contextRef="#ctx0" brushRef="#br0" timeOffset="28425">13914 2540 21127,'5'-15'1265,"2"1"-1003,-15 47-210,9-11-104,2 5 98,13-4-22,7-5 51,12 1-47,16-4 25,-4-7-126,-3-7 93,-4-9 204,-5-13-35,-3-6-24,-5-12-112,-18-1-84,-5 6-24,-8-9 97,-5 12 74,-17-9-48,-6 15 3,-15 6 24,1 17-33,8 6 67,-4 12 13,7 18-51,2 8-59,16-13 0,3 1-8,-1 27-284,7-12 205,9 11-387,21 1-10,-7-29 0,2-1 31,1-1 1,4-3-3136,16-1 1,2-6 3552,12 1 0,6 1 0,-33-14 0</inkml:trace>
  <inkml:trace contextRef="#ctx0" brushRef="#br0" timeOffset="28825">15261 2247 16247,'-4'-2'2840,"1"0"-2303,3 2-385,-64-8-18,42 10-2766,-21 4 1,4 6 2743,27 7 1493,-5 23-1510,15-22 910,5 12-870,9-3-79,3-3 67,7-3 146,-5-14-96,-3-6 3550,2-9-3319,1-16-270,-4 3 241,2-24-95,-12 14-134,-1-5 195,-10 2-245,-4 18-44,-8-2-1,-4 16-46,-2 12 29,5 2-984,0 19-1967,12 2 2942,2 22 1,5-26 0,3 1 0</inkml:trace>
  <inkml:trace contextRef="#ctx0" brushRef="#br0" timeOffset="29113">15301 2688 21847,'-53'17'146,"1"0"0,5-3 0,10 2-146,16 5 17,12-4-23,6-5 68,11 2-23,-1-8 84,13 1 84,9-6-67,0-6 45,3-3 11,-15-7-129,-7 2-11,-12-11-218,-10 5-504,-12-5-1989,-12 9-7176,-5 7 7903,9 5 1,17 3 0,17 0-1</inkml:trace>
  <inkml:trace contextRef="#ctx0" brushRef="#br0" timeOffset="30177">4300 4026 18795,'35'-14'755,"0"0"1,0 0 0,-2 2 301,17-3-1278,-19 7 0,1 1 529,5-2 1,3 1-66,4 0 0,2 1-157,6 1 1,3 0-1092,5 1 0,3 1 912,-15 2 0,1 0 0,1 1-203,5 0 0,2 0 0,1 0 54,-11 1 1,1-1 0,0 1-1,1 0 8,4 0 1,0 0 0,1 0-1,0 1-481,3-1 1,0 1 0,1-1 0,0 1 481,3 0 0,0 0 1,1 0-1,0 0 93,-11 0 1,1 1-1,-1-1 1,1 0 0,0 0-294,2 1 0,0-1 1,0 0-1,0 0 0,0 0 407,2 0 0,0 0 1,0 0-1,1 0 1,0 0-178,1 0 0,0 0 0,0-1 0,1 1 0,0-1 188,1 1 0,1 0 0,0-1 0,0 1 1,0-1-72,2 0 0,-1 1 1,1-1-1,0 0 0,0 0 130,-10 0 1,0 1 0,1-1-1,-1 0 1,0 0 0,0 0 44,1 0 1,-1 0-1,1 0 1,-1 0-1,1 0 1,-1 0 15,0 0 1,1 0 0,-1-1 0,0 1 0,0 0 0,0 0-9,11-1 1,-1 1 0,0 0 0,1-1 0,-1 1 3,-1-1 1,0 0 0,0 1 0,2-1 0,2 0-85,-12 1 1,3-1 0,2 0-1,0 0 1,1 1 0,-2-1-1,-2 0 1,-4 1-70,8-1 0,-5 0 0,-1 1 0,0-1 0,3 0 25,2 1 1,4-1 0,1 0 0,-1 1 0,-2-1-1,-4 1-7,4-1 0,-4 1 0,-3 0 1,-1 0 67,4 0 0,-2 0 1,7 0-39,-9 0 0,7 0 0,4 0 1,0 0-1,-1 0 0,-5 1-9,7-1 0,-5 1 1,1 0-1,5 0 13,-10 0 0,5-1 0,3 1 0,0 0 0,0 0 0,-4 0 0,-5 0 4,8 1 0,-5-1 1,-2 1-1,3-1 3,2 1 1,3 0 0,1 0 0,-2 0 0,-5 0 21,-7-1 1,-5 1-1,0-1 1,2 1 0,9-1 1,1 1 0,2-1 0,3 1 2,-2-2 1,3 1 0,1-1-1,-1 1 1,-3-1-29,-1-1 1,-3 0 0,0 0 0,2 0-10,-2-1 1,3 1-1,1-1 1,-2 0 0,-5 0-37,11-2 1,-5 0 0,-1 0 153,-1-1 1,-1 1-1,-2 0-790,-3 0 0,-2 0 0,-2 0 676,12-1 0,-6 1 0,-19 1 0,-6 1 0,3-1 0</inkml:trace>
  <inkml:trace contextRef="#ctx0" brushRef="#br0" timeOffset="32854">18017 2347 16986,'22'-44'724,"0"1"1,-2-1 0,-6 20-216,-14 31 449,-11 34-779,3-11 0,-3 4-1116,-7 17 1,-2 4 966,5-16 0,-1 1 0,0 0-14,-2 2 1,1 1 0,-1-1-19,2-1 0,0 0 0,1-1-104,-3 13 1,3-2 107,4-8 1,3-4 19,1 21 45,10-20 588,4-18-358,2-14 1561,9-17-1667,6-15-57,13-18-87,-10 8 1,1-2 25,-9 10 0,1 0-26,8-13 1,1 2 75,9-9-1585,-9 18 0,0 1 1523,11-6-16,10 8-6,-19 29-22,-4 13-17,-6 7 11,-12 21 489,-7-4-503,-2-9 1,0 0-4,-1 10 3387,8 15-3370,-1-38 17,13 11-17,1-21 0,7-2 1,2-5-7,0-7 1,-10 0 16,-1-4-78,-11 2-325,1-4-1087,-1 0 1468,6-9 0,-7 12 0,4-4 0</inkml:trace>
  <inkml:trace contextRef="#ctx0" brushRef="#br0" timeOffset="33842">18720 2817 9542,'-6'1'7466,"2"0"-3931,4-1-2919,0 10-269,0-4-174,1 9 1,1-7 101,5 0-6,8-4-174,4-2 90,25-13-79,-10-2-44,9-6 162,-4-14-106,-21 4-29,6-17 158,-14-8-85,-7 21-61,-8-2-68,-9 28-21,-2 7 4,-22 19-21,17-4 5,-3 9 0,1 4-6,3 11-11,7-9 1,3 0-3427,6 20 3387,8-13-140,25 12 73,4-21 50,9 4-188,-8-21 1,-1-4 159,5-2-34,4-5 1,2-4 56,5-9 75,-16 2 0,-1-3 54,10-18 38,-12-4 40,-8-5 73,-7-3 61,-4 3 3320,-4 5-3275,-2 8-56,-2 11-117,-1 8 234,-2 6-380,-3 23 11,-1 3-6,-5 24-123,-1-1-201,0 4-297,0 1 106,4-10-1210,3 3-7069,17-13 8800,-1-6 0,-1-9 0,-8-15 0</inkml:trace>
  <inkml:trace contextRef="#ctx0" brushRef="#br0" timeOffset="34019">19683 2612 18683,'-44'-36'-260,"-1"1"1,5 1-1,10 17-815,24 30-964,6 13 62,5-1 1977,12 17 0,-9-27 0,5 9 0</inkml:trace>
  <inkml:trace contextRef="#ctx0" brushRef="#br0" timeOffset="34937">20041 2730 21590,'-59'-18'231,"0"-1"1,6 4 0,6 12-198,8 42-29,8 5 12,12-7-14,9 10-14,14-20 62,7 8 22,10-18 76,5-8 52,3-8 55,3-11 64,0-8 55,0-11 17,-3-5-34,-3-3-50,-4 3-73,-5 8-145,-7 10-84,-5 8-1,-4 20 18,-2 10-23,-5 20-12,-6 15-5,1-22 1,-2 2-620,-4 7 1,-3 1 492,-5 8 0,-3 1-20,6-13 1,-2 1 0,-1 1-630,-3 3 0,-1 0 1,-2-1 483,0 1 0,-1-1 0,0-2 179,2-5 0,0-1 0,1-3 106,-6 4 1,2-8-370,-8-6-286,28-44-38,29-33 178,3 11 0,4-3-435,-1 7 0,2-1 0,3-1 377,4-7 1,3 0 0,2-1 146,-6 10 1,1-1 0,1 1 0,0-1 438,2 0 0,1 0 1,0 0-1,0 0 74,0 2 1,0 0-1,0 1 1,-1 0 61,9-8 1,-1 1 0,-2 1 4,-4 4 0,-2 1 0,-1 1 293,10-11 0,-4 3-158,-5 7 0,-3 2 136,-6 7 1,-2 3 953,11-11 1049,-16 15-1761,-10 11 1763,-8 10-2104,-9 15-51,-9 18-56,-10 22 67,11-18 0,-1 3-233,0 4 1,-1 3-17,2 2 1,1 0-7,1-1 1,2-1-9,3-4 0,1-3 0,4-5 0,1-3 185,0 16-174,5-17 168,1-15 180,2-10-147,5-12-150,7-12 11,10-13 27,9-13-22,-14 20 1,1-1 41,1 0 1,1 1 176,21-17 505,-4 12-679,-8 13-53,-8 12-47,-8 8 44,4 18-39,-6 2 0,6 13-11,-5-8 11,1-4 11,-2-7 11,0-8-10,-1-5 16,12-8-40,-1-6 7,11-8-12,-6-10 0,-1-6-22,-3-8-23,0-2-5,-5 3-62,-3 4-268,-7 9-3765,-5 5 4134,-4 9 0,-2 6 0,-1 6 0</inkml:trace>
  <inkml:trace contextRef="#ctx0" brushRef="#br0" timeOffset="35492">21173 2437 18705,'5'-44'1060,"0"1"1,1 1 0,-1 9-551,-1 20 22,3-6-398,-2 6 197,4-4-230,-5 12 33,1-2-95,-2 6 73,1 18-50,-2 13 44,-5 31-893,-4-4 809,-5-13 1,-3 2-40,-3-4 1,-2 1-60,-5 10 0,-3 1-124,9-15 1,-1 0-1,2-1-187,-3 6 1,3-1-152,3 0 1,5-4-175,8 3-3227,24 3-1365,5-25 5304,10 4 0,-16-17 0,-9-6 0</inkml:trace>
  <inkml:trace contextRef="#ctx0" brushRef="#br0" timeOffset="35704">20983 2613 14639,'-5'0'5243,"2"-1"-3524,3 1-2049,102-26-328,-69 20 0,2 0-2619,14-4 0,5-2 0,-6 2 2042,14 3 0,-22 2 0,-30 3 0</inkml:trace>
  <inkml:trace contextRef="#ctx0" brushRef="#br0" timeOffset="37145">22691 2836 14057,'20'-53'1066,"0"-1"0,-1 5 0,-4 6 194,-5 7-324,-6 11-505,-12 11-207,-11 9-11,-18 16-503,-15 13 346,19-3 0,0 4-31,-3 3 0,0 3-14,1 2 1,1 1-15,4 0 0,2 0-6,7-3 1,2 0 8,-1 20 34,21-13 56,18-13 5,17-15-11,13-18-34,10-14-284,-27 4 1,-1-3 272,0-3 1,-2-2 7,-1-4 1,-3-3-6,-3-4 0,-2-2 0,-2-5 0,-2-2-17,-1-3 0,1-2-511,0-2 0,-1 1 502,-2 11 1,1 0 87,7-14 0,0 4 134,5-5-157,-11 23 1,0 2 282,3 0-313,-12 22 383,0 3-434,-6 12 1622,-7 30-1577,-7 11-29,1-7 1,-2 2-481,2-9 0,-1 1 471,-2 5 1,-2 3-1,1-1-4,0 3 0,1 1-3,2-4 0,-1 3 0,2-3-11,3 4 0,4-2-29,3-7 1,4-2 22,11 17 12,3-20 5,22-12 11,-3-19 0,21-12 17,-1-16-11,-26 9 0,0-3-201,-1-2 1,-1-2 219,0-2 1,-3 0 30,-3 0 0,-1 0 146,11-20 67,-12 15-50,-10 14 801,-6 12-1020,-3 5 94,-10 18-94,-7 16-11,0 1 422,-1 17-595,13-15-203,7 9-268,11-4-275,12-4-514,10-9-1004,9-12-3937,4-10 6374,-4-7 0,-17-1 0,-11-1 0</inkml:trace>
  <inkml:trace contextRef="#ctx0" brushRef="#br0" timeOffset="37307">23454 2394 8181,'-19'26'0,"4"-5"0</inkml:trace>
  <inkml:trace contextRef="#ctx0" brushRef="#br0" timeOffset="37973">23861 2345 14146,'1'-6'5938,"0"2"-4740,-1 4-1030,-62 46-132,42-19 1,-1 5-539,-8 2 1,-5 4 0,3 4 469,4 8 0,4 4 1,2-4-671,-3 5 1,1 1 512,2-2 1,-1 3-1,3-3-601,1 4 1,2-2-45,2-10 1,1 1 0,1 1 607,1 0 0,3 1 1,0-4 255,-1 0 1,3-4 11,2 2 1,2-8 360,-1-15 836,-1-7-1021,-7-34 1546,3 1-1400,-2-36 102,9 0-22,4 20 1,2-3-232,3-2 0,3 1-54,3 0 1,3 0-79,9-6 0,2 1-1672,-1 9 0,2 2 1507,-1 1 0,3 3-306,3 4 1,2 4-770,-2 4 1,1 2-590,9-4 1,3 0-726,2 1 0,0 1 851,1 1 1,0 1 1621,0-1 0,-1 0 0,0-2 0,-3 0 0,-11 5 0,0-3 0,9-9 0,-3-1 0,4-12 817,-17 10 1,-3-1 2453,-5-17 142,-18 2-1072,-14 5 2361,-8 6-3419,-7 5-2414,-4 4 1377,11 10 44,-1 4-173,12 17 40,-2 11 39,-2 19 45,-2 20-524,5-19 1,0 3 360,-3 8 1,-1 2-34,-2 6 0,-3 2-34,6-18 0,-1 2 1,-1-1-5,-1 1 1,0-1-1,0 1-19,-1 0 1,0-1 0,1 1-70,-1-2 1,1 1 0,1 0-167,0-1 1,0 1 0,1 0-617,-6 18 1,0 2-578,5-17 1,-1 0-1,1-1 522,-3 6 0,0-3 736,-1-2 0,0-5 3203,-2-9-3475,1-21-2952,5-22 3406,-2-19 0,8 11 0,2-3 0</inkml:trace>
  <inkml:trace contextRef="#ctx0" brushRef="#br0" timeOffset="38063">23777 3230 10321,'35'-38'-932,"0"1"0,0-1 0,9-3 0,3 0 1,-6 9 931,-10 15 0,-3 3 0,6-4 0,-3 3 0,-3 3 0</inkml:trace>
  <inkml:trace contextRef="#ctx0" brushRef="#br0" timeOffset="39458">24493 2819 8730,'-6'-1'6643,"2"1"-2201,4 0-4241,-10-1-184,13 0-22,6-2-23,26-2 22,1 0 17,15-5 17,-12-2 17,6-7 22,-9-5 34,-8-11-62,-13 11 90,-7-14 140,-25 13-85,-3 2-4,-18 9-18,4 14 6,-2 7-84,10 1 62,-5 11-12,3 12-84,3 5 1,1 13-23,16-16 17,8 18-34,5-25 34,12 20-17,7-20 56,22 3-62,-13-13 12,19-5-6,-19-14 12,10-5 44,1-14 0,-11-3-45,-5-4 28,-5-5-22,-3 0 67,15-18 11,-3 7-56,1 5 112,2 7-139,-17 20 4,15-5-16,-13 15-11,10 5-17,-6 9 28,-1 10-22,-12 10 11,-5-2-1,-5 11 7,-1 0-12,1 1 0,6 1-11,0-19 0,10-3 6,1-11 27,16-3-21,1-12-7,5-9 23,-5-13-17,-11 3 17,6-29 6,-15 10-3,-4 12 0,-2 0 81,0-17-34,-5 16 84,-3 3 1,-5 14-1,-6 0-128,-4 8-29,-9 12 23,-2 11-28,2 2 0,-12 26 6,14-5-34,-4 19-45,16-7-84,16-3-156,13-5-219,18-7-303,14-8-34,-22-17 0,2-3 189,1-1 0,1-3 38,0-3 1,0-3 134,-2-3 0,-1-1 171,14-8-6,5-23 365,-22 7 44,2-7 381,-4-5 207,-13 18-207,3-5 1115,-6 6-650,-5 12 337,1-1-740,-4 8-202,-1 2 611,-1 3-762,-6 3-85,2 0 63,-14 11-57,3 1 12,-8 9-40,4 0-33,2-3 11,4-2 11,3-5-28,3-4 6,2-5 11,3-1-11,0-2 0,-1 3 11,-5 6 5,-4 6-16,-1 1 11,-9 12 6,6-9-23,-2 6 6,7-11 5,6-6 51,2-5 95,3-3-50,0-1 117,6-3-190,5-5 5,9-4-11,7-8-16,5-4-1,2-5-11,4-1 17,10-6-28,-8 9 11,13-1 1,-19 16 49,0 6 12,-12 12-29,-8 2-37,4 36 4,-11-15-56,4 24-136,-7-20-209,-1-1-360,2-3 170,-3-7-2634,9 1-4354,1-16 6717,4 2 0,-5-10 1,-5 0-1</inkml:trace>
  <inkml:trace contextRef="#ctx0" brushRef="#br0" timeOffset="39717">26553 2748 22431,'-40'-16'451,"0"0"1,1 6 0,1 9-422,3 15 1,2 8-39,5-2 0,5 2-82,-2 14-201,13 3-448,13-1-791,11 2-2114,6-15 1,5-1 3643,26 7 0,-8-2 0,-11-21 0</inkml:trace>
  <inkml:trace contextRef="#ctx0" brushRef="#br0" timeOffset="40100">26767 2908 23719,'-26'-12'571,"13"3"-347,44 9-129,6-3-50,6 0 28,2-7 5,-13-2 0,4-6-5,-9-3 0,-12-2-28,-9 0 5,-14 0 6,-10 2 11,-10 4-16,-4 5 5,-4 5 12,1 11-24,-3 6-21,1 10-6,-1 9-29,4 8 7,7 7-6,10 5-23,14 5-11,19-1-146,18-2-81,-11-27 1,4-3-729,1-1 1,2-3-3917,0-2 1,0-2 4444,11 3 1,-13-7 0,-20-7 0</inkml:trace>
  <inkml:trace contextRef="#ctx0" brushRef="#br0" timeOffset="41755">2083 5225 15121,'0'-4'3500,"0"1"-3107,0 3-303,-16 2-23,2 23 17,-18 14-31,18-8 0,1 3 22,-2 0 1,0 0 36,-1-2 0,1-1 213,-14 23 73,4-10 195,3-12-341,10-16 174,4-8-236,7-16-123,1-7 29,4-23-23,2-4-17,2-4 67,5-9 1,2 4-392,-5 17 0,2-1 315,0 1 1,3-1-1601,5-4 1,1 2 1563,9-11-168,-7 19 0,1 2 173,11 2-4,9-2-35,-1 13-1739,9 11 1739,-17 8 2124,9 13-2151,-23 8 10,-2 25 35,-10-12 179,-11-7 0,-4 1-163,-8-2 1,-2-1-1,-11 18 3,6-16 0,-2-4 126,-9-4-79,6-5 186,-6-11-68,18-15 3291,-1-2-3335,7-10-62,6-1-45,10-9-6,11-3-28,15 0 12,9 5 16,5 9-44,3 8-40,-3 15-16,-3 10 0,-10 14 50,-14 12 28,-20 10 2,-16-15 1,-7-1-3,-3-3 0,-3-2-170,-2 0 1,-4-2 146,-13 1 1,-1-3-427,15-12 0,0-1 384,-6 4 1,-1-2-344,-18-4-870,27-11-8553,4-21 8233,16 8 0,8-8 0,3 16 0</inkml:trace>
  <inkml:trace contextRef="#ctx0" brushRef="#br0" timeOffset="42379">2668 5342 16062,'0'4'4274,"0"-1"-2280,0-3-1636,68-7-307,-40-6 13,18-2 0,-1-3 15,-22-11 5,3-10 162,-11-10-33,-8-1-17,-1-4 17,-13 16-135,0 22 68,-17 10-124,8 10 25,-13 18 1,-2 7-31,2 15-6,5-10 1,2 1 21,9 26-270,10-10 237,5-19 0,2 1-23,13 25 6,2-29 1,4-4-1,27 9 6,3-9 2,-17-21 1,0-6 13,14-11-5,-14 0 0,1-3 3,-7-5 0,-3-3 5,1-5 1,-2-3 21,3-15 1,-3-3-11,-6 2 0,-2-1-452,-2 1 1,-2-2 433,-4-2 1,-3 1 8,0 9 1,-2 1 27,2-8 0,-2 1-1464,-1 7 0,-1 4 1554,1-12 224,-8 17-275,1 23 84,-4 9-128,3 21 553,0 7-585,1 11 1,0 3-3,0 12 529,1-9 1,-1 9 0,0-3-617,0 3 0,-1 1-63,0-2 1,0 4 0,-1-4-28,1 1 1,0-2-269,-2 6 0,4-1-827,5-13 0,4-3-17,-1-3 1,3-1-1167,5-6 0,2-5 2455,8-5 0,-8-13 0,-8-7 0</inkml:trace>
  <inkml:trace contextRef="#ctx0" brushRef="#br0" timeOffset="42579">3356 5355 20369,'-41'-19'580,"0"-1"1,1 4 0,16 1-536,43 0-62,0 3-118,17-4 1,8-2-118,-8 4 0,1 0-1086,19-6 1,1 1 578,-7 2 0,-1 1-1875,-1 2 1,-2 1 1703,-12 3 0,-1 0-3366,8-2 1,-3 1 4023,-1 0 1,3-1-1,-28 8 1</inkml:trace>
  <inkml:trace contextRef="#ctx0" brushRef="#br0" timeOffset="43142">3964 5007 11133,'-3'0'7730,"1"0"-3502,2 0-3936,-24-13-264,18 11 5,-20-2 40,19 26-39,0 5 38,-2 2 1,0 3 11,-2 16-62,3-13 1,2 0 33,1 15 0,11-9 34,5-11-23,3-11 151,15-8-95,-1-16-50,15-8 34,-2-13-23,-2-7 16,-7-1 7,-12-3-29,-9 0 12,-9 0-1,-6 2 91,0 6 78,-2 7-96,2 10-100,2 7-62,1 8-17,1 10 28,0 12-5,1 2-1,0 25-21,0-13 10,3 15 12,10-7 38,13-14-32,0-8-18,36-24 12,-16-17-265,-12 3 1,0-3 263,-7-1 1,-3-2 5,11-11 28,-2-22 1,-23 14-12,-1-17 0,-19 15 5,-4 8-22,-4 9-5,4 9 438,4 7-573,5 5-168,6 2-302,6 6-527,12 3-919,11 5-2122,12 3-1086,-6-2 4405,5 1 0,-26-10 0,-1 0 0</inkml:trace>
  <inkml:trace contextRef="#ctx0" brushRef="#br0" timeOffset="43522">4880 5090 23831,'-40'13'61,"19"-2"-38,45-15-12,14-8-17,5-10 1,8-14 21,-15 1-21,-6 3 16,-15 0 28,-10 5 56,-3-5 23,-8 5 22,-4 8-28,-9 9-56,0 6 174,-21 17-96,10 4-87,5 4 1,2 2-37,-2 8-11,2 21-11,17-14-45,2 10-106,11-3-230,9-5-1070,22-3-2486,19-15 1180,-25-13 1,1-4 2655,8-6 1,-4-4-1,0 2 1,-4-6-1</inkml:trace>
  <inkml:trace contextRef="#ctx0" brushRef="#br0" timeOffset="44215">5347 5050 23405,'-30'-41'678,"9"11"-678,17 46 5,7-4-10,17 5-7,3-8-4,19 3-24,10-22 35,-16 3-1,11-16 34,-26 4-28,1-10-3381,-10-13 3409,-7 11 51,-10-15 33,-2 19 22,-8 1-33,-3 10-51,2 10 264,-29 23-252,22-5 1670,-3 6 0,1 4-1692,1 12-1728,9-4 0,1 1 1666,-1 12-261,8-3 0,3-2 65,6-4-135,2 18-1450,27-10-79,10-16 660,2-12 1,4-6 935,-6-10 1,0-4 246,1-3 0,-1-3 55,-3-5 1,-3-4 241,14-16 293,-19 9 1,-2 0-2,5-10 670,-6-9-44,-22 28-240,0-2-331,-5 10 2903,-3 6-3429,-2 7 426,-3 10-482,-2 21-23,3-6 11,1 23-11,5-14-6,1 11-22,0 1 11,0-17 23,0-1 44,0-23 46,2-2 32,7-23-77,0 4 66,14-28 46,4 4-35,-9 12 1,3 1 14,1-1 0,3 1 44,5-2 1,2 3-87,10-7-11,-9 16 0,-2 3-73,-5 6-17,17 6-12,-21 13-16,-2 14-443,-11 29-55,-9-13-4390,-7 1 1,-1-2 3472,0-8 0,-4 12 1,11-37-1</inkml:trace>
  <inkml:trace contextRef="#ctx0" brushRef="#br0" timeOffset="44790">7877 4825 22021,'20'33'166,"1"-1"1,-11 28-1,-11 2-177,-7-25 0,-5 2-1160,-2 3 0,-2 8 0,-1 1 0,2-8 877,0 0 0,0-1-968,1 0 1,-2 7-1,0 0 1,4-8-498,2-5 0,3-2 1759,-6 23 0,4-7 0,8-24 0,1-3 0</inkml:trace>
  <inkml:trace contextRef="#ctx0" brushRef="#br0" timeOffset="45875">7628 5434 11430,'-6'-3'6290,"2"0"-5753,4 3-498,-3-26 6,52 1-34,-24 2 1,2 0-675,24 1 1,4 4 670,-17 4 0,1 0 7,0-2 0,4-2 0,-5 1-7,-7 4 1,0-2 10,24-11 1,1-3-135,-16 7 0,-3 0 258,-3 1 0,-1 1 199,-2 0 1,-5 3 82,-6 2 259,-13 9-304,-6 6 764,-6 7-904,-4 7 776,-5 7-898,1-1 106,-1 2 0,5-6-73,1 3-95,3-5 51,3 5-1,-1 1 6,-1 11 23,-4 9-74,1-5 34,-2 21-61,5-29 50,7 20-39,2-34 218,14 4-89,-1-23-62,16-9-62,-8-6 65,-2-2 0,-2-1 2,2-3 79,-2-3 0,-1-2 39,-7-3-61,3-12-23,-13 17-67,-4 11-84,-2 9 0,-1 8 0,-5 17 6,2 6-17,-2 7-6,6 14 6,9-13-6,7 10-17,10-13 23,-1-10-23,13-6-50,12-13 51,5-8 33,-20 1 0,-1-2 17,17-19 5,-9-3 40,-13-4-34,-11-1-34,-9 0 12,-8 0 5,-4 5-11,-3 7-39,1 9-202,2 9 45,3 5-622,10 5 421,1 1-1301,25 7 125,-2 0-338,20 3 58,-4-4 586,5-3 780,0-9 633,-4-5 117,-13-2 1289,-4-12-51,-19 7 39,2-8-224,-11 8-240,-2 3-353,-2 5-359,-6 4-140,-5 11 5,-11 8-134,3 6-3,-1 5 1,1 1-54,0 6-8,1 6 0,2-1-31,8-4-50,8 29 55,17-36 23,16 2 23,13-20-23,7-15 44,4-11 57,-7-11 112,-10-5 61,-15-5-66,-13-4-52,-16-6-43,-10 0-18,-13 1 12,-9 7-51,-5 10-45,0 11-39,3 10-39,11 7-656,0 17-1831,14 6 2526,-2 21 0,10-20 0,3 1 0</inkml:trace>
  <inkml:trace contextRef="#ctx0" brushRef="#br0" timeOffset="46773">11097 5098 17188,'0'-6'4430,"0"1"-3757,0 5-337,-45-62-124,10 45-131,-2-15 1,-4 5 47,-18 38-330,1 12 285,7 15-50,17 5-6,15 6-6,22 1-11,16 0-16,20-2 2,-12-25 0,2-1-324,3-2 1,3 0 295,0-2 1,1-1 21,-2-1 1,-3-1 25,18 21 0,-24-13 22,-33 8 28,-27-11-36,5-7 0,-4-1-227,-6-1 0,-2-1 204,-3-1 1,1-2-4,1-2 1,1-1-43,6-3 1,2-3 281,-14-11-872,25-11-192,27-10-110,25-7 531,-3 18 1,4 0-14,9-2 0,1 0 327,-6 4 0,3 0-149,3-2 1,4-1-1,-2 1 233,3 0 0,2 0 50,1-2 1,4 0 0,-5 2-1,-7 5 0,-2 1 345,9-4 0,-7 2 495,-16 6-475,0 0 300,-21 8-518,-4 4 116,-3 3 40,-5 14 81,2-3-288,-6 24-23,9 7-78,9 17-40,4-26 1,2-2 0,9 14 1123,16-11-1090,-9-27 151,15-6-5,-8-14 28,3-12-73,-17 0 140,-2-14-28,-11 3-45,-1-11-61,-8 0-17,-3 3-51,-3 8-11,0 8-61,2 11-185,1 7-124,3 10-906,4 15 458,2-2-1943,11 18-4067,4-9 6761,4 1 0,-7-9 0,-6-8 0</inkml:trace>
  <inkml:trace contextRef="#ctx0" brushRef="#br0" timeOffset="47254">12072 5026 18914,'9'-60'1290,"-1"0"0,0 3 1,-1 9-927,-3 19 280,-2 2-588,-1 21 254,0 3-310,0 8 145,7 24-145,-4-6 5,0 12 1,0 3-6,-2 2-118,-3 1 0,-2 2 115,-2-12 1,-1 0-15,-5 16 0,-1 0 11,4-15 1,-1-2 7,-3 11 1,1-5 3,3-13 210,1 6-81,5-25 55,4-9-145,0-1 28,3-16 33,3-3 292,5-12-309,2-2 29,10-7-95,-6 16-1,11-2-5,-5 18-11,11 1-1,6 7-33,13 9 17,-17 3-17,18 19 17,-31 0 0,3 6-24,-16 3 19,-13-6 16,-13 10-3,-9-16 0,-5-1-28,-2-3 0,-3-2-138,-2 1 0,-1-3 37,-5-3 1,1-2-620,-22 0-3724,23-5 0,1 0 4475,-11-2 0,16-2 0,25-1 0</inkml:trace>
  <inkml:trace contextRef="#ctx0" brushRef="#br0" timeOffset="49556">13398 5058 17960,'5'-60'1067,"0"0"1,0 0 0,-1 6 0,0 2 0,1 7-716,0 10 1,0 5 241,2-12-320,-5 19-223,-1 18-7,-3 25-27,-2 26-20,1-9 1,-2 4-697,-1 11 0,-2 3 646,2-14 1,-1 2 0,-1 1-96,-1 3 1,0 1-1,-1 1-130,-1 0 0,-1 1 0,1-2 9,-2 9 0,-1-2-314,0 5 1,2-2-628,6-15 0,2-1 342,-1-5 0,1-1-1961,2 20-610,0-39 1501,0-20 1815,-1-7 1254,0-31 752,0 0-705,1 9 1,-1-1 1736,-3-28-2159,3 30 1,0-1 430,-3-31 391,0 2-883,2 8-314,2 10-291,2 13-101,4 14-164,25 3 80,-9 10-95,33-3 27,-11 4 118,1 0 9,-11-2 0,0 0 440,10-2-387,8-4 163,-5-2-96,-20 3 45,6-4 0,-16 5-11,-7 3-57,-4 3 2,1 2 32,1 0-22,6 4-17,4 5-28,5 10-6,1 11 6,-1 11-22,-7 11 10,-7 5 24,-14 1-200,-9-7 255,-10-9 73,-2-14 174,3-10 106,9-10-67,6-13-56,7-9-68,6-13 121,8-8-300,11-9-72,12-5-90,-1 15 0,4 2-67,-8 9 0,1 2-68,10-5 1,0 4-381,11 5-830,-15 14 1,-2 4 1210,0 0 285,10 8 50,-40-6 477,-2-2-135,-4 0 28,-1-1-223,-2 2 856,-14 6-885,8-2 73,-10 7-173,12-3-96,2 3-33,6 0 16,9 0 12,29 0-23,3-6-11,22-5 5,-12-10 12,-2-6 0,-9-6 17,-10-5 10,-11-5 46,-9-4 39,-5-3 44,-6 4 29,-2 4-6,-5 8-11,-2 7-79,-3 6-50,-2 8 6,-7 12-17,-4 11-34,-3 13 1,0 8-29,6 8-67,7 2-118,8 1-151,15-4-123,15-9-179,21-11-387,15-15-1730,-12-13 1,1-4 2449,-14-1 0,0-1-95,15-4 0,-3-2-30,6-11 548,5-9 275,-16-5 318,-14-3 230,-11 0 89,-7 4-43,-11 4-164,-5 5 3151,-10 7-3313,-7 4-259,6 7-295,-4 3-73,12 8-6,0 4-5,7 7-23,4 3-11,9 4-6,14 4 17,-2-10-5,19 1 0,-7-14 16,10-2 6,-1-9 22,-5-7 23,-7-8-28,-12 2 56,-4-15-12,-11 9 18,-9-11 61,-21 11-95,3 11 45,-24 6-12,8 17-11,-9 7-33,5 12-23,11 6 0,10 7-11,9 4-11,8 3 11,11 1-17,13-5-11,32-3 12,-9-18-7,-3-10 1,2-5-552,23-4 543,-23-5 1,2-1 18,-2-3 1,1-1 11,-3-4 0,0-1 22,-3-3 1,-2-3 19,-3-1 0,-3-3-17,-3-2 0,-3-3 20,-3-1 0,-3-3 72,-2-9 1,-3 1-6,1-16 33,-7 19 1,-3 1 202,-6 1-18,-1-3-3228,-3 14 2954,5 11-44,3 6-40,2 5 348,7 13-320,7 7-12,13 19-10,10 9-337,-16-19 1,1 0 330,12 17 1149,-12-9 0,-3-2-1228,-4 4-151,-4-3 0,-6 1-330,-22 13-20,1-18 0,-5 0-703,-8-2 1,-3-2 757,-9-2 0,0-3 0,-5 3 0,4-8 0</inkml:trace>
  <inkml:trace contextRef="#ctx0" brushRef="#br0" timeOffset="50014">17049 5260 19714,'1'-10'3473,"1"2"-3014,9-52-5386,-7 38 5011,8-40 1381,-12 59-1426,-9 25 832,1-4-894,-14 34-128,4-4-448,5-9 0,2 2-1902,4-2 0,2-1-2159,-2 25 4092,15-14 1,-2-37 0,1-1 0</inkml:trace>
  <inkml:trace contextRef="#ctx0" brushRef="#br0" timeOffset="50200">17267 4900 20722,'-39'-17'-768,"0"0"1,4-1 0,9 10-2661,28 48 3428,16 4 0,-9-16 0,8 0 0</inkml:trace>
  <inkml:trace contextRef="#ctx0" brushRef="#br0" timeOffset="50608">17612 5119 9720,'-1'-5'6295,"1"1"-2476,0 4-3780,-42-36 952,32 43-991,-23-19 545,48 55-556,4-6-23,13 10-162,1 6 73,-5-9-169,-11-9 1,-3 0-303,-8 3 163,-2 7-885,-24-8 1167,-14-14-1784,1-10 1,-3-3 1173,4-5 0,0-3 697,0-1 1,0-5 808,0-10 1,5-3 182,1-6 672,5-10 0,5-5 129,11-20-1409,3 23 0,2 0 422,9-6 1,4 3 51,3-3-465,6-4 162,-12 29-460,-8 15-10,0 12-63,-7 16-284,-4 19-422,2-15 1,-1 0-2129,-7 23 2874,-1 3 0,10-35 0,0-1 0</inkml:trace>
  <inkml:trace contextRef="#ctx0" brushRef="#br0" timeOffset="51838">19709 5432 20464,'8'-59'836,"0"0"1,-1 6 0,-2 8-294,-3 9-313,-3 15 117,-5 13-308,-4 18 28,-9 13-11,-6 20-39,5-8 0,-1 1 11,-8 15-26,8-14 1,-1-2-25,-4 8 33,-5 6 0,5-11-5,10-16 140,6-9 27,7-13-72,6-9-51,3-15 6,7-14-16,5-13-29,-7 19 0,0-2-336,3-4 0,0-1 330,2-2 1,0 0 19,1 1 0,1 1-17,-2 5 1,0 1-3,14-16 22,-2 16-28,0 16-6,-6 10 12,19 18-57,-11 12 34,12 20-11,-15 8 17,-10-6 5,-10-12 1,-2 1 5,-5 9 673,-2 7-651,-9-11 12,3-23 16,-1 1-39,5-16 12,3-8-6,1-7-1,0-13 12,6-9-11,1 2 17,13-16 5,14-2-329,4 2 290,-15 25 0,1 2-33,13 2 21,-3 10-27,-3 19-22,-1 13 33,-9 5-140,8 29-45,-12-11 61,-4-12 1,1 0-229,9 18 128,-4-16-594,19 1 426,-6-21 106,28-1 286,-14-20 45,-2-4 34,-6-16 55,-13-2 34,4-14 34,-6-5 33,-7 0 34,-6 3 362,-8 8-373,-9 11-96,-10 10-50,-11 15-17,-9 13-22,-6 11-34,4 12 0,6 6-16,11 4-29,11-3 23,16-6 5,4-12-16,32-6 16,-2-14 18,24-7 27,-9-12 11,-2-10 68,-8-7 67,-10-2-79,-13 6 213,-5-12-106,-12 15-6,1-8 0,-4 17-88,-1 7-103,-1 6-16,-3 11 6,-6 11-12,-7 15-16,5-6 0,-1 2-29,-7 14-242,7-10 1,-1 1-280,-5 13-16,7-16 0,-1-1-481,-5 17-3555,9-16 0,2-1 3805,3-1 1,0 3-1,5-23 1</inkml:trace>
  <inkml:trace contextRef="#ctx0" brushRef="#br0" timeOffset="52213">21102 5280 16931,'30'-48'1070,"-1"1"0,1-1 0,-5 8 0,0 2 0,-7 7-68,-3 4-384,-10 19-422,-3 2-92,-8 15-9,-8 15-73,-1 3 1,-1 2-51,-7 17-65,4-8 1,1 0-317,-7 16-22,10-20 0,-1 2-1642,-3 4 0,1-1-135,-8 12-545,9-19 0,1-4-1873,2-7 3209,2-6 1417,7-23 2095,5-16 756,0-17 302,1-12-240,0-8-1827,1 29 1,1 0 439,4-3 0,0 2-1021,1-4-135,5 5-34,-10 30 589,4 7-841,9 11-3549,22 29 3325,-7-7-622,3 0 0,2 0-1039,-2-4-2562,1-4 0,2-1 3831,4-1 1,-5-5 0,-16-12 0</inkml:trace>
  <inkml:trace contextRef="#ctx0" brushRef="#br0" timeOffset="53779">22864 5282 19608,'8'-49'959,"0"1"1,1 0 0,1 8-249,2 18-101,1 1-274,-6 8-241,-4 7-67,-1 8 129,-4 22-39,-4 10-29,-7 25-58,3-26 0,0-2-9,-10 22 17,4-15 1,0 0 10,-4 10-42,7-16 1,1 0 13,-1 6-5,7-14 190,4-10-11,3-13-151,2-4 23,11-23-29,2-6 12,7-21 44,-6-5-56,-7 8-6,-5 6 1,-1-2-235,-2 14 1,-1 1 208,2-13 1,-1 1 13,0-10-16,0 21-29,-2 14-22,0 19 45,2 38 0,-1-8-3,2 15 1,0 4-183,-1-17 1,0-1 181,1 6 0,0 2-3,-2 6 1,-1-3-12,-5 12 11,3-19 1,-1-1 5,-5 5 424,3-17-362,1-13-51,1-11 6,-3-22-1,0-9-27,-2-23-248,4-7 293,0 7 2,7 10 1,2 0 35,4-10-24,-2 17 0,1 4 387,2 2-368,-5 14-128,-4 15 33,0 11 22,-1 3-72,1 36-74,1-3-48,-1-8 1,1 2-443,0-3 1,1 0-1373,0 1 1,0 0 1183,3 26 1,-3-33 0,-2-18 0</inkml:trace>
  <inkml:trace contextRef="#ctx0" brushRef="#br0" timeOffset="53973">23412 5637 23993,'1'-4'2179,"0"1"-2644,-1 3-3159,-2-8 3624,-1 10 0,0-9 0,0 11 0</inkml:trace>
  <inkml:trace contextRef="#ctx0" brushRef="#br0" timeOffset="60808">1208 8207 12270,'-34'-33'80,"1"0"0,6 2 0,-1 12 983,-5 36 1,0 13-1064,5-5 0,0 2-9,-6 4 1,0 3-6,-1 6 0,1 2-14,3 0 0,3 2 439,2-2 1,2 0-448,3 3 0,6-4 8,11 1 908,37-4-919,13-27-35,-8-6 1,1-3 56,22-8-20,-15-8 1,-1-2-212,9-10 276,-21 11 0,-3-1 711,5-15-521,-28 13-84,-4-3 62,-34 8 2926,7 8-3002,-15 12 0,-2 6 586,6 3-664,-2 6 0,2 4 31,3 15-62,14-14 0,1 1-5,-4 27-34,10-5-84,16-9-112,11-9-252,14-9 39,-1-10-2274,29-9-1691,-10-12 4174,-8 0 0,-2-1 0,-3-3 1,-1 0-1</inkml:trace>
  <inkml:trace contextRef="#ctx0" brushRef="#br0" timeOffset="61176">1499 8486 15782,'23'-39'1107,"0"-1"0,-2 2 1,-7 16-498,-13 33-190,-8 16-280,-6 20-151,-8 9-34,9-25 0,0 1-115,1 0 1,-1-1-267,2 1 1,0-1-343,-4 16-1459,5-15 1,-1-3-384,-5 3 2067,-8 4 616,7-25 1119,-11-32-553,14 5 1086,-9-37 393,16 2-1110,2-2 140,6 10 0,3 2-599,0 0-115,3 7 0,1 1 283,7 5-560,5 6-73,5 15-56,6 21-219,-6 10 1,0 5-250,-6-5 1,-1 3-802,6 12 0,-2 2-1646,-9-8 0,-3-1 2887,7 25 0,-8-21 0,-5-18 0</inkml:trace>
  <inkml:trace contextRef="#ctx0" brushRef="#br0" timeOffset="61430">462 9806 21439,'56'-17'123,"-1"-1"0,0 1 1,-10 3-1,0-1 0,0 0 1,1 0-1239,4-3 0,0 0 0,1 0 0,-3 1 1120,8-3 1,-2 0 0,4-1-71,-8 4 0,3-3 0,3 0 0,-2 1 0,-4 2-286,10-4 0,-4 2 0,3-1-908,0 1 0,4-1 1,-1 0-1,-6 2 1259,-5 4 0,-5 0 0,-3 3 0,-1 0 0,-6 2 0,0 2 0</inkml:trace>
  <inkml:trace contextRef="#ctx0" brushRef="#br0" timeOffset="62141">7523 8013 16628,'0'-11'2290,"4"-32"1,1-7-1468,0 8-666,1-8 1,-1 3 620,-2 17-672,-1 22-150,-4 6 83,-2 21-34,-5 22-27,2-10 0,0 2-46,-3 7 1,1 2-573,-1 2 0,0 2 261,-1 0 1,2 1-454,0 0 1,2 0-1473,0-1 1,2 0 2303,3 0 0,0-5 0,0 8 0,4-15 0</inkml:trace>
  <inkml:trace contextRef="#ctx0" brushRef="#br0" timeOffset="62564">7733 8017 9891,'0'-54'1122,"0"0"1,0 0-1,0 3 1,1 1-1,-2 3-459,1-12 1,-2 3-451,-1 8 1,-3 2 436,-1 7 0,-3 3 229,-20-17-176,-9 21-597,2 17 6,-2 19 0,-4 9-746,6 5 0,-2 5 699,-1 2 0,-3 3 1,1 3-595,0 6 1,1 3 0,1 2 540,7-6 1,1 3 0,1 0 0,1-1-19,-4 5 0,3 0 1,0 2 3,7-4 1,0 1 0,3 2-1,2-1-6,2 10 1,4 1 0,3-1-29,1-2 1,2 0-1,5 0-7,4 1 0,5-1 1,6-6-112,15 1 0,10-9 117,7-7 1,7-8-29,7-5 1,5-8-322,-16-8 0,1-3 0,-2-2 324,13-2 0,2-4-97,-15-3 0,4-3 0,0-2 1,-4-1 139,1-1 0,-5-1 1,3-2 18,8-1 0,2-2 0,-3-3 206,0-7 1,-3-3 0,-6 0-132,-4-3 1,-4-2-31,-4 3 0,0-3 0,-7-1 2,-4-11 1,-9 0-6,-6-2 0,-6 1-3,-6 2 0,-7 1-11,-6 5 0,-5 3-17,-8 6 1,-5 5-7,-8 6 1,-3 6-37,-8 6 0,-2 6-92,-4 5 0,-2 6-111,22 3 1,-1 3 0,1 2-874,-18 8 1,3 4-3810,6 5 1,5 1 4667,13-6 1,5 0 0,-6 10 0,27-22 0</inkml:trace>
  <inkml:trace contextRef="#ctx0" brushRef="#br0" timeOffset="63214">6969 8965 15609,'13'-40'1138,"-1"-1"0,1 0 1,3-14-1,-4 8-272,-7 22-530,-6 8-112,-6 16-297,-8 12 79,-15 15 5,8-3 0,-3 3-395,-6 7 1,-4 5 375,2-2 1,-3 3 0,2-2-487,-3 4 0,0 1 479,1-1 0,-2 3 0,5-5-2,9-10 1,1 0-38,-15 20 1,1 0-120,4-3-43,14-17 1,2-3 131,8-11 67,14-14 797,9-15-757,13-16 16,11-18 6,-16 17 0,0-2 301,2-5 0,-1-1-279,1-2 0,0 1 37,1-1 0,-1 2-4,-2 4 1,0 2-26,-2 6 1,2 3 18,21-9-66,-13 18 28,16 14 17,0 15-54,-12-2 1,2 2-533,7 2 0,2 2 516,5 1 0,1 0-9,3 0 0,1 1-42,0 0 1,-1 1-116,-1 0 1,0 0-303,-1 1 0,-1 1-950,-3-1 1,1 1 1414,1 2 0,-4-2 0,5 3 0,-9-4 0</inkml:trace>
  <inkml:trace contextRef="#ctx0" brushRef="#br0" timeOffset="64275">6357 9867 20078,'13'-14'375,"-2"13"-168,-14 17 23,-7 9-118,-3-7 123,-17 5 11,-6-5 79,-14 2 96,-2-8 122,-2-8-420,21-8-3319,-4-21 3241,26 7 49,-4-29-77,13 23 6,11-28-12,6 24-11,5-6-6,7 10 1,12 9-7,6 3-4,12 13 10,-20 7-22,0 19 3380,-22 9-3377,-13 0 0,-8 3-616,-8 2 0,-6 0 632,-1 2 1,-4 0-20,1-9 0,-5 0 0,1-1-9,-9 9 1,0 0 24,7-8 1,-1 0 0,0 0 1,-16 12 1,2-5 115,13-14 1,1-5-1,-17 8 68,25-37-68,13-16-112,2 2 1268,20-22-1256,-1 25 0,33-15-18,-20 24-80,9 2 0,1 2-9,0 4-210,9 4 0,2 1-25,-2 0-537,12 0 0,0 0 263,-4-3-802,8-6 1,0-1 224,-8-4-385,3-8 1,-3-3 793,-10-1 103,-2-5 0,-2-4 652,-8-8 214,5-9 464,-20-2 235,-12 18 1,-3-2-157,-3-21-218,-2 11 0,-5 0 442,-6 5 0,-3 0-713,-1-1 1,-3 0 221,-7-5 1,-2 5-281,10 14 1,-3 5 103,-9-1 1,-4 8 2,-13 12 0,-3 9-146,-5 5 0,-1 4-264,19-3 0,0 1 0,1 4 155,-1 5 0,1 5 0,1 3-11,0 7 0,2 3 0,1 2-564,-1 1 0,2 3 1,0 2 529,8-7 0,1 3 1,1 0-1,4 0-19,2 5 1,5-1 0,4 1-60,7 3 0,6 1 0,2-5 42,3 0 0,5-4 6,10 2 0,8-8-199,6-20 0,6-8 132,0-4 0,5-4 1,1-1 27,2-3 0,1-1 1,0-2-114,0 0 0,0-2 0,1-5 158,-7-4 1,2-3 0,-1-3-1,-4 0 26,-2-1 1,-3-1-1,0-2 15,9-2 0,1-1 1,-4-4 92,-4-6 1,-4-4-1,-5 4-15,-8 7 1,-4-1 72,-1-12 1,-2-6 0,-6 6-40,-13-14-32,-9 19 1,-5-4-1,-1 7 442,-19-8-496,6 18 0,-6-1 1,2 4-22,2 9 1,0 4-714,-21-5 0,1 4 339,-2 6-1524,-1 13-354,41 1 2236,3 7 0,10-12 0,3-1 0</inkml:trace>
  <inkml:trace contextRef="#ctx0" brushRef="#br0" timeOffset="65006">8145 9977 13517,'-3'-3'5326,"1"1"-3264,2 2-1726,-43-67-151,29 40-154,-11-12 0,4 1-42,16 19 163,8 1-208,13 0 129,14 1-135,16 2 23,-4 6-34,-4 7 0,0 4 23,2 5-40,1 9 1,-1 6-40,-8 20 56,-11-9 0,-5 3-130,-11-2 1,-6 1 174,-5 2 0,-4-1 28,-3 0 0,-4-1 19,-2-2 1,-4-2-112,1-3 0,-2-2 350,-21 14 173,5-16 23,9-13-56,9-15-17,9-10 442,6-13-716,4-8-74,12-6-27,3 8 342,18-2-342,15 12-12,6 4-28,-19 11 1,2 4-43,2 7 1,-1 4-138,26 8 28,-27 3 0,-6 5-100,-6 20 74,-22-12 1,-8 1-319,-11 2 1,-6 0 144,-10 3 1,-4 0-481,-7 0 1,-1-1 645,8-8 0,-2-3-337,0-5 0,-2-2 1,1-4-528,1-3 1,0-4-1022,-15 1 0,1-8 2103,19-11 0,5-4 0,-3-3 0,14-8 0</inkml:trace>
  <inkml:trace contextRef="#ctx0" brushRef="#br0" timeOffset="65387">8231 9439 16389,'-45'-23'374,"0"0"0,0 0 1,2 4-1,0 3 1,2 11-154,-5 21 0,3 12-892,-3 7 0,2 5 738,8-6 1,2 4 36,1 11 1,0 8-1,3-2-84,10-11 1,3-1 0,0 3-211,-1 1 1,0 3 0,1 2-1,4-3 179,3 6 0,4-2 0,4-1-14,4-3 1,4-1 0,4-2-7,11 15 0,9-6 117,10-8 0,8-8-131,-11-17 0,3-5 1,2-2-24,3-3 1,3-3 0,1-2-442,2-3 0,1-3 0,0-2 453,0-2 0,0-2 0,-1-2 63,-2-3 1,-1-3-1,-2-1 79,-1-4 0,-2-1 0,-2-3 26,-2-2 0,-1-3 0,-2-1 41,-2-2 0,-2-2 0,-2 0-2,-1-3 1,-2 0-1,-2-2-39,-1-1 0,-3-1 0,-2-1-43,-3-1 0,-1 0 0,-3 0 18,3-21 0,-6 0 5,-4 2 1,-7 2 204,-7 4 0,-6 4-283,-8 5 0,-7 5-31,-9 5 1,-6 7-57,-9 6 0,-5 6-167,17 8 0,-2 3 0,0 3-190,-1 4 1,-2 2 0,2 3-1364,-1 2 1,0 2-1,3 2 1793,-14 8 0,6 0 0,16-6 0,5 0 0,-3 4 0</inkml:trace>
  <inkml:trace contextRef="#ctx0" brushRef="#br0" timeOffset="66032">5637 10945 13162,'0'-6'5208,"0"1"-4790,0 5-369,-80 0 15,52 14 0,-1 3-548,-12-3 1,-6 0 0,4 5 555,-4 21 0,3 6-63,12-13 0,0 1 0,1-1-82,-6 8 1,0 1-87,4-1 0,0 3 1,2-2-433,3 0 0,1 1-212,4-5 0,0 2 0,3-3-1141,5 0 0,4-3 1944,7 18 0,4-27 0,7-11 0</inkml:trace>
  <inkml:trace contextRef="#ctx0" brushRef="#br0" timeOffset="66264">5491 11071 10237,'34'-38'1207,"1"-1"1,-1 1 0,-2 3-1,-2 1 1,-1 4-660,-2 3 1,-1 3 140,19-13 31,-6 15-429,-3 13 135,-1 19 10,1 22-330,-17-6 1,0 4-419,1 7 1,-1 2 325,2 5 0,-1 1-59,0 3 1,1 1-144,1-1 1,1-1-432,3 0 0,-1-3-82,-4-9 1,1-3 700,12 7 0,-2-5 0,-8-9 0,12 8 0</inkml:trace>
  <inkml:trace contextRef="#ctx0" brushRef="#br0" timeOffset="67281">4498 12376 11743,'-2'-36'3170,"-1"0"1,-2-15-2555,0 6 0,-2 1 353,-3-1-252,-1 14-320,1 15-346,1 12-62,-10 52 39,-1 11-435,4-7 0,-1 5 410,5-14 1,-1 2 0,2-4-10,-1 4 1,0-1-15,-2 15 0,4-4-13,5 1 44,17 6 17,0-31 174,35-20-124,-21-21-14,2-5 1,3-5 7,-7 0 1,-1-3-113,8-6 0,0-1 157,-3 0 1,-1-2 53,0-2 0,-2 1 36,7-15-112,-9 10 790,-14 22-857,-7 12-28,0 5 16,-1 11 7,2 12-18,1 16 297,1-3-761,4 15 0,4 1-740,6 0-434,0-2 0,2-5 451,7-18-1350,13-13-380,-2-25-521,11-15 1778,-19-3 0,-1-6 936,-4 1 0,-3-1 719,1-1 0,-3-1 865,-5-3 0,-3 0 254,-6 5 0,-3 0 82,0-9 1,-3-2 148,-9-11 0,-3 2-1039,4 18 0,-3 0 397,-15-20 1,-4 6-295,-1 12-36,-2 9 0,-5 4 250,-23 11-1127,6 17 0,-2 6 588,15-3 1,1 5-3,-1 6 1,-3 5 0,4 2-577,-5 10 0,3 4 511,6-4 0,-1 1 1,1 3 3,0 5 0,1 1 1,3 0-25,5-8 0,3-1 0,-1 5-5,0 5 0,-1 5 0,1 2 0,3-2-370,1 9 1,3-1-1,-1 0 350,-1 1 1,-1 0 0,4 0-49,6-5 0,3 1 0,8-9 742,9-11 1,9-6-765,16 4 1,9-7 56,4-12 0,5-9 85,-5-6 0,3-5 0,-2-3-86,7-4 1,-1-6-4,-6-3 1,2-3 0,-2-2 29,-8 2 1,-1-2 0,1-1 41,8-7 0,2-3 0,-3-1 44,-3-1 1,-2 0-1,-2-4 103,-1-4 0,-2-4 1,-5 1-31,-9 9 0,-2 0 1,-3 0-38,6-16 0,-7 0 70,-12 10 0,-9 1-59,-10 6 0,-4 3 281,6 6 0,-4 1-446,-21-7 0,-6 8-126,-12 12 84,22 7 0,0 3-616,-22 12 1045,23 11-2703,2 2 2358,9 11 0,14-16 0,2 0 0</inkml:trace>
  <inkml:trace contextRef="#ctx0" brushRef="#br0" timeOffset="68067">6825 12240 9408,'-4'-9'6268,"1"2"-4919,-5-23 1,1-4-689,1 12 157,-5-19-1,0 2-391,6 26 145,-6-6-235,2 15-341,-1-1-96,-13 13 101,7 0 11,-25 18-8,13-6 0,-1 0-1,-4 1 1,0 0 2,1 1 1,-2-1 22,-3 0 0,2-4-411,-7 3 417,-5 0-23,23-12-95,17-5 39,0-1-11,7 0 62,5 3-6,2 4 428,1 1-406,6 9 1,-6-2 5,3 9-17,-7-7 11,-1 8 6,-6 5-33,-2 4 10,-4 8 1,0-14 61,-8 13-27,7-20 5,-5 8 0,10-21 223,2-5 539,3-5-611,-2-10-28,-1-1-79,0-10-61,0-1-16,11-4-12,9-2-6,15-2 0,14 2-328,11 5 311,-25 16 1,0 1-17,19-1-62,11 11-73,-19 9-178,3 20 100,-24 8-73,-27 19-1830,-17-17 1,-7-2 1905,7-11 0,-2 0-398,-16 14 0,-2-4-405,15-18 0,0-3-1007,-4 2 1,-1-4 2052,-21-1 0,27-10 1,8-9-1</inkml:trace>
  <inkml:trace contextRef="#ctx0" brushRef="#br0" timeOffset="68433">6511 11901 16936,'-58'-6'496,"-1"-1"1,0 8-1,3 10-339,11 23 0,4 10-702,10-10 1,0 1 0,1 5 623,3 1 1,-1 4 0,2 2 0,1 0-598,2-2 1,2 1 0,0 0-1,2 0 526,-1 0 1,1 1-1,1 0 1,2 0-8,2 2 0,1 1 1,2-2-1,2-1-14,2 3 0,1-2 0,2 0 19,1 8 1,2 1 0,2-4-38,2 5 0,7-5 0,11-2 0,12-9-5,18-16 0,10-10-4,-17-6 1,2-3 0,3-4-353,-3-4 0,3-3 0,0-3 0,-1-2 399,13-8 1,-1-5 0,-1-2 48,-14 3 0,1-2 0,-2-1 0,-2 0 26,4-4 0,-2 0 0,-3-1 39,-2 1 0,-2-1 1,-1-4 245,-5-4 0,1-6 0,-3-1 0,-3 3-111,-2-2 0,-3 1 0,1-4-137,2-4 0,1-5 0,-1-1 0,-7 3-32,-6 0 1,-6 2 0,-2 3 435,0-12 0,-5 2-479,-6 7 1,-5-1 0,-3 6-93,-8 5 1,-6 3-150,1 5 0,-5 0 1,-3 8-480,-21 5 1,-6 12-2602,18 8 0,-2 3 0,2 2 2946,-8 2 0,4 1 0,10 3 0,7-2 0,14-2 1</inkml:trace>
  <inkml:trace contextRef="#ctx0" brushRef="#br0" timeOffset="72062">6600 7647 8175,'-34'31'723,"0"-1"0,1 1 1,-6 4-1,1 2 0,-1 0 80,2 0 1,1 1-1,1 0-1106,4-6 1,1-1 0,-3 3 605,-2 4 1,-3 3 0,0 1 0,1-1-786,-3 5 0,3-2 0,-3 3 585,8-10 1,0 2 0,-2 0 0,0 2 0,-1 0-320,-2 2 0,0 1 0,0 1 1,-2 1-1,-2 2 293,4-5 1,-1 2 0,-2 2 0,-1 0-1,1 0 1,2-2 0,1-2-134,-3 4 1,2-3-1,1 0 1,-1 0-1,-2 4 19,1-3 1,-2 3-1,-2 2 1,0 0-1,0-1 1,2-1 0,2-2-294,-2 2 0,3-3 0,1-1 1,-1 0-1,-1 3 320,1-2 0,-2 2 0,0 0 1,0 1-1,-1 0 0,0 1-115,3-3 1,-2 0 0,0 2 0,1 0 0,0-2 0,1 0 0,3-4 112,-3 3 1,4-3 0,0-1 0,-1 1-1,-1 1-5,-1 2 0,-2 3 1,-1 0-1,0 0 1,2-1-1,2-4 22,-3 4 0,3-4 1,1 0-1,-3 2 34,2-1 1,-2 1-1,0 0 1,-1 1 0,0-1 21,2-1 0,-1 0 1,1 0-1,-1 0 1,0-1-40,2-1 1,-1-1 0,0 1 0,0-1 0,-1 1 9,-3 2 0,-1 2 1,-1 0-1,2-2 1,3-3-86,3-4 0,2-2 0,2-2 1,-2 2 2,-5 5 0,-2 1 0,2-2 0,4-5 509,1-2 1,2-3-398,-1 0 1,2-3 2167,-6-1-2414,20-20-420,11-20 403,4 4 2151,1-15-2006,6-1 28,-1 3 118,8-13-230,1 5 16,5-15 65,-8 18 1,1-2-246,3-16 0,0-1 290,-4 13 0,0-1-9,6-19 1,-1-2 47,-1 8 0,0 1 22,-2 1 1,0 1 1645,0-5 1,-4 3-1487,-15-4-134,-8 16-50,-9 18 24,-13 7 27,16 6 9,-20-4 40,13 4 39,-4 0-21,6 2 648,7 4-655,9 6 254,4 38-236,5-9-297,-1 8 1,1 5 191,-1 2 0,2 0-938,-1 3 1,2-1 900,-1-2 1,3-2-13,2-7 1,5-5 80,16 14-139,1-21 1,3-3-52,15 3 87,3-18 1,4-8-556,-15-8 1,-1-2 172,8 1 1,1-3 414,9-7 0,-7-1 1,-11 5-1,16-7 0</inkml:trace>
  <inkml:trace contextRef="#ctx0" brushRef="#br0" timeOffset="73279">8860 8282 16459,'-14'-36'2292,"0"-1"0,1-11-1988,0 6 1,1 2-177,8 9-40,1 17-391,0 14 640,0 5 258,-2 26-617,3-6 307,1 7 1,1 3-110,6-4 0,2 2-643,6 13 1,4 2 480,7 3 1,7 2-2,2-7 0,5 1 0,-2-3-925,4 4 1,3-2 694,1-4 1,5 2-1,-3-5-729,5-1 1,-1-2 757,-9-8 1,0 2 0,1-1 42,3 3 0,0-1 1,-4-2 54,1 0 1,-3 0 36,12 10 0,-7-3-48,-16-11 108,10 10 1003,-32-26-957,-1-2 1197,-19-7-1126,-11-4-192,-9-1 13,-25-4 36,-2 4 826,20 2 0,-2 0-809,-12 2 0,0 0-519,6 0 1,2 0 529,1 1 0,2-1-77,3 0 0,2-2-70,2-5 1,0-1 240,1-2 1,1-2 24,-2-5 1,4 0 9,-3-10 111,6-3-27,14 11 157,2 1-326,7 8 1022,3 6-1121,5 5 637,6 8-581,1 0 23,25 27 0,-2 1-16,9 10-418,-8-11 1,0 0 405,-6-9 1,1-1-4,4 7 1,2-2-1,2-3 1,2-3 28,5-5 0,2-3-6,3-2 0,0-2-3,-1-1 1,0-4 37,-1-9 1,-2-4 33,-10-3 1,0-2 0,6-6 0,0-3-20,-3-3 1,-3-4 58,2-8 1,-4-1-107,-11 12 0,-2-2-48,4-15 1,-4 2-93,-9 8-149,1-14-9570,-10 21 8857,-1 12 0,-1-2 0,0 13 1</inkml:trace>
  <inkml:trace contextRef="#ctx0" brushRef="#br0" timeOffset="79364">3837 9438 19275,'-14'-42'546,"0"0"0,1 1 0,-6-6 0,6 3-74,13 8 1,5 2 183,8-9-147,9-11-590,9 8 98,-3 15 25,21 7-32,-20 17-24,6 11 1,0 5-368,-3 6 90,-1 6 0,-3 6-473,1 23 397,-15-12 0,-4 2 154,-4 8 1,-5 1-1147,-7 7 1,-6 1 1326,2-17 1,-2 0 0,-3 1 96,-5 7 1,-3-1 0,1-2 108,-2 1 0,0-2 98,-6 8 1,1-7 1006,5-12-572,5-5-328,11-19 22,29-35-200,0 2-132,9-8 0,4-5-546,2 1 1,3-3 287,-6 6 0,5-3 1,1-1-1,-1 1-613,-1 1 0,0 1 0,1-1 0,2-1 800,0-1 1,4-3 0,1-1 0,-3 3 0,-4 5 0,-2 1 0,-4 4 0,0 0 0,15-13 0,0 0 0</inkml:trace>
  <inkml:trace contextRef="#ctx0" brushRef="#br0" timeOffset="83028">10517 8392 11670,'-14'-55'1522,"0"1"0,3 10 0,1 4-33,0-11-750,5 27-211,0-4-366,4 19-257,0 6 302,3 30-134,0-6 19,2 19 1,1 6-432,-1-8 0,-1 0 373,3 19 0,-1 2-12,0-6 0,0-4-22,-2-11 0,1 0-20,3 9 1,2-3 25,2 5 27,6 10 107,-6-33 123,-4-14 1109,-3-9-996,-3-14 435,-3-2-716,-9-39-50,-1 1-300,1 11 0,-1-3 266,1 3 1,0 0-4,0-1 1,0-1-9,0 2 0,1 1 8,1 4 1,2 2-9,-3-17-185,5 21-67,3 14 73,5 24 179,4 17 5,5 25-5,-5-16 0,-1 1-450,0-6 0,-1 2 433,1 19 1,-1 1-1,-1-18 0,1 1-44,4 23 1,1-1 60,3-1 188,2-3 181,-10-42-60,-3-11-197,-17-38-117,-1-6 10,0 4 1,-1-2-93,2 0 1,0 2 86,3 5 0,1-1 17,-3-17 0,2 0 137,5 21 1,1 0-130,-1-6 0,1 1 98,0-5-330,4 28 17,1 9 39,8 28-393,6 24-470,-3-11 1,0 2-55,-1-4 1,-1 1 1067,1 8 0,-2-3 0,-1-7 0,-1 0 0</inkml:trace>
  <inkml:trace contextRef="#ctx0" brushRef="#br0" timeOffset="84368">14239 8643 21981,'17'-43'-186,"-1"1"0,9 1 0,4 10 304,16 18-223,-9 7 1,0 2-195,13 6-95,8 12 29,-12 15 291,-33 9 0,-11 7 89,-6-9 0,-6 2-474,-11 15 1,-7-1 577,-3-14 1,-2-3-133,1-3 1,2-2-1620,4-1 1,4-2 1372,-4 4 406,28-5-91,12-22-126,30-11-207,-9-6 152,0-4 1,7-6 0,-5 2 91,-7 4 0,0-1 55,10-7 1,4-5 0,-6 1 41,-8 1 0,-5-3 23,4-7 0,-4-3 1337,-6-1 0,-7-1-1304,-12-8 0,-6 1-81,2 16 1,-4 1 58,-11-10 0,-3 4 126,-12-2 112,-6-3 129,8 14-68,11 9-234,10 11-157,13 9 1031,6 5-993,18 13-66,11 8 16,-4 1 1,1 2 100,14 13-213,-9 3 0,-4 3-642,-18-13 1,-3-1 560,4 7 1,-3 2-3327,-8 13 1,-7-2 3524,-6 9 0,4-26 0,-1-3 0,-3-8 0</inkml:trace>
  <inkml:trace contextRef="#ctx0" brushRef="#br0" timeOffset="84924">16638 8324 12050,'-13'-57'461,"0"-1"0,4 8 0,6 7 2147,14 0-2490,33 1-107,-14 22 6,21-8-17,-19 20 0,0 4 1392,20 3-1431,-12 9 0,-3 6-34,-2 25 311,-22-8 0,-7 4-266,-13 20 0,-9-15 0,-6 2 6,-12 6 1,-3-2 21,9-7 0,-3 0 13,-1-1 0,-3 1 0,4-4-117,9-9 0,2-1 109,-5 4 1,2-1 62,5 9 301,52-23-313,18-6-104,1-11 1,4-6-189,-11 1 1,1-2-195,-1 0 1,3-1 0,1-1 429,12-3 0,3 0 0,-6 2 0,-3-1 0,-3 2 0,-9 1 0,0 1 0,0 0 0</inkml:trace>
  <inkml:trace contextRef="#ctx0" brushRef="#br0" timeOffset="86095">14250 8883 8394,'-3'-3'4173,"2"1"-1003,1 2-2929,44-71-954,-10 39 842,5-14 0,3 2-34,9 18 25,-3 5 1,1 2-49,6-2-10,3 1 0,0 0-51,-7 5 396,10-3-93,-47 15-87,-24 9-210,-26 6 0,-19 9 2,19-8 1,1-1 8,-25 8 0,22-7 0,-1-1 22,1 0 1,-1-1 180,0 1 0,0-1-100,-3 1 1,2-1 283,-12 1 34,17-5-186,17-4-196,15-4 90,36-16-62,18-6-64,-8 3 0,3-1-645,3 1 1,1 0 621,1-1 1,0 1-4,-3 1 1,-2 1 30,-6 3 1,-3 1-14,17-5 66,-24 7-33,-18 7-173,-15 4-6,-10 0 78,-3 0 0,-23 1 67,7 0 24,-18-3 128,5-1-12,10-1 64,-20-4 9,18 2 1227,-16-4-1347,18 1 227,11 1-259,11 1-252,11-1 8,16-2 18,14-4 36,15-3 219,6 0 100,-5 6-6,-13 6-16,-3 7-25,-13 6-35,7 3 30,0 4-62,8-1-207,12-1 32,9-3 5,-6-2 0,15 12 66,-27 4 84,4 19 19,-25 9-13,-13-20 1,-5 2-409,-2 2 0,-3 0 386,-4 2 0,-2 1-1570,-3 4 0,-1-2 1580,-8 14 4,1-2-75,11-12-58,4-9-775,-6 12-458,6-18-8541,-8 3 9499,9-15 1,-1 0-1,10-10 1</inkml:trace>
  <inkml:trace contextRef="#ctx0" brushRef="#br0" timeOffset="86702">18096 8292 17961,'-6'-1'4312,"1"0"-1429,5 1-2949,-39-16-251,35 8-83,-17-15 108,45 12-102,11 0 0,4-1-1346,-5 4 1,2-1-3177,16-2 1,-1 0 3676,-17 5 0,-4 1 1,12-1-1,-31 5 1</inkml:trace>
  <inkml:trace contextRef="#ctx0" brushRef="#br0" timeOffset="86935">18914 7743 23619,'7'-43'325,"0"1"0,-1 2 0,-2 16-435,-3 27 85,-4 22 23,-2 25-22,0-13 0,1 3-832,1 7 0,0 3 560,0 4 0,1 1-357,2 3 0,2 1-867,2-1 1,3 0-2618,5-1 1,3-2 4135,1-9 0,1-5 1,8 11-1,-7-27 1</inkml:trace>
  <inkml:trace contextRef="#ctx0" brushRef="#br0" timeOffset="87512">19940 8028 18692,'3'-42'-88,"1"0"0,2 3 0,9 8 96,22 20 1,9 7-631,-2-1 1,2 0 621,4 1 0,0 2-3,0 1 0,-1 1-17,-4 4 0,-3 1-24,17 5 594,-15 20-386,-41 1-36,-25 19-44,-4-24 0,-7-1-443,-9 4 0,-1-2 409,6-5 1,0 0 97,-15 6 1,3-1-1,0 2-140,18-10 1,5-1 981,12-2-554,26-8-189,23-11-163,27-11-333,-23 2 0,2-1 294,3-4-1,-2 0-10,-8 4 0,-2-3 108,5-10 1,-5-2 36,-3-19 360,-12 6 0,-7-5-418,-13 2 0,-6 0-62,3 8 0,-2 1 226,-11-8 1,-1 4 268,1 4 6,-5-10-134,15 22-191,5 9-179,2 7-151,3 4 648,7 11-542,10 10 375,15 16-409,-12-9 1,1 2-34,16 21-548,-11-6 1,-1 3 312,-10-12 0,-2 1-269,6 15 0,-4 0-748,-7-8 0,-6-1 1308,-7 2 0,-2-2 0,0 5 0,-9-8 0</inkml:trace>
  <inkml:trace contextRef="#ctx0" brushRef="#br0" timeOffset="87768">21486 7496 24469,'-13'45'-3,"-1"1"1,1 0 0,-1 3 0,2 1 0,3-4-144,5-4 1,2-2-1045,1 11 0,1 2-1420,4-1 0,0 0 1907,1-7 0,0-4 0,3 13 1,-4-24-1</inkml:trace>
  <inkml:trace contextRef="#ctx0" brushRef="#br0" timeOffset="88793">9862 13075 10718,'-40'-43'721,"1"0"1,0-1-1,7 8 1,1 0 0,2 4-499,1-1 1,3 2 574,6 3 0,4 2-529,2 4 278,0-8-405,14 30 271,3 5-100,17 46-230,-11-22 1,1 3-124,1 5 1,1 4 114,3 15 1,-1-1-7,-4-20 0,1 0 7,5 13 0,2-3-46,7-1 265,20-12 73,-3-29-172,-7-9 1,2-5-93,6-12 1,2-7 42,-7 2 0,1-3 0,1-2-702,-4 3 0,1-2 0,1 0 0,1-2 662,5-5 1,2-1 0,0-1 0,-1 1 10,-7 5 1,-2 2-1,2-1 1,3-3-358,-1 1 0,4-3 0,2-3 0,0 1 1,-1 0-1,-2 3 347,-3 3 0,-2 1 1,-1 2-1,1-1 1,3-3-178,2-2 0,4-3 0,1 0 0,-1-1 0,0 2 0,-3 2 92,-2 3 1,-1 1 0,-2 2 0,0 0 0,-2 2-109,4-4 0,-1 1-1,-1 2 1,-2 1-120,2-1 0,-2 1 0,-2 3-445,2-2 1,-4 4-9182,6-3 9744,-22 17 0,-12 9 1,-5 2-1</inkml:trace>
  <inkml:trace contextRef="#ctx0" brushRef="#br0" timeOffset="92099">17324 11276 20638,'6'-46'595,"-1"0"0,1 0 0,2-16 1,-1 8-294,0 13-106,-1 13-162,-3 13-438,-3 9 253,1 9 11,0 33 56,0 19-31,-4-8 1,-1 3-306,1-7 0,-2 0 22,-6 15 0,-2 4-1179,2-19 1,0 1-1,-1 0-139,2 1 1,-1-1-1,2 1-736,-2 2 1,2 1 0,1-5 2451,4 0 0,2-6 0,2 7 0,3-25 0</inkml:trace>
  <inkml:trace contextRef="#ctx0" brushRef="#br0" timeOffset="92485">17534 11236 7127,'4'-49'873,"1"0"1,-1 0 0,1 0 0,-2-5 0,0 3 0,-2-1-212,-3-4 1,-2 1 0,-3 3-564,-8-2 0,-4 7 231,1 13 1,-4 3 372,-21-2 0,-4 8-474,9 13 1,-1 6-118,-20 0 0,-3 9-34,5 14 1,0 11-12,15-2 0,-1 6 1,3 0-409,5-3 1,1 0-1,-1 6 365,3 1 1,-2 5 0,0 3-1,1 1 1,3-3-371,2 0 1,4-1-1,0 1 1,-1 3 329,-1 1 0,-1 4 1,0 2-1,2-1 1,5-2-16,3 0 0,4-1 0,3-1 0,4-1-147,4 10 0,6-1 0,6-2 131,6-6 0,5-2 1,6-5 6,5-3 1,5-3 0,4-5-74,4-5 0,2-3 0,3-5 92,4-3 1,1-4-1,2-4-60,3-5 0,0-4 1,1-3 108,-13-1 0,0-2 0,-1-1 0,-1-1 3,4-2 1,-2-1 0,1-5 60,2-4 0,3-5 1,-2-1-1,-7 3-11,5-5 1,-3-4 46,-3-2 1,6-7 0,-2-3 0,-8 3-36,-11 3 1,-5 1-1,-1-1-58,7-6 1,0-2-1,-4-2 54,-8-7 1,-5-3 0,-6 5-20,-6 3 0,-5 0 347,-1 6 1,-2-2 0,-7 6-460,-15 0 0,-8 9-62,-7 6 1,-5 6-236,-5 7 0,-2 6-650,0 5 1,-1 6 988,-2 10 0,4 2 0,-5 1 0,12 9 0</inkml:trace>
  <inkml:trace contextRef="#ctx0" brushRef="#br0" timeOffset="93068">16920 12261 18224,'-60'0'188,"-1"1"1,-1 5-1,4 12-162,23 6 1,4 8-1,0 0-389,-4 2 1,-1 1-1,0 0 348,0 2 0,0 0 0,0 0-370,3-1 1,-1-1 0,3 0 330,-11 9 1,4-2 31,9-11 0,4-3 278,-5 1-631,21-31 313,21-24 196,19-27-640,-6 18 1,4-2 667,8-8 1,3 0-18,-9 13 1,2 0 0,1 0 25,3-1 1,0 1 0,2 1-28,0 2 0,2 1 0,-1 1-38,0 3 0,0 2 1,0 2-7,15-6 1,0 5 11,-6 6 1,0 4-99,-6 4 0,0 6-14,-4 4 0,-1 6-3,0 4 0,0 4 126,2 6 1,1 3-239,4 4 0,1 3-576,3 2 0,2 2 291,-15-12 1,1 1-1,-1-1-166,8 5 1,-2 0-258,-2-4 0,2 2 823,13 8 0,-4-3 0,-8-4 0,-6-5 0,0 1 0</inkml:trace>
  <inkml:trace contextRef="#ctx0" brushRef="#br0" timeOffset="94068">16122 13305 18913,'-3'7'527,"1"2"-231,2-5 85,0 3-39,-5 1-18,-16 6-240,1-5 96,-22 4 4,6-10 292,-20-4-285,19-3 162,-11-12-61,27-4-68,-1-7-107,11-2-106,11 1-22,14 2 6,3 7-51,33 0 39,-7 12 19,-11 7 1,2 2-14,18 17-11,-11 16-1,-17 15-280,-19-18 1,-7 1 294,-8 6 0,-5 1-4,-8 6 1,-6-1-459,-6 4 0,-4 0 466,11-15 1,-2-1-1,1-1 11,0 0 1,-1-1-1,0-1 35,-16 12 0,1-5-14,17-12 0,1-3 107,-24 7-107,40-25-135,4-3 7,27-13 88,0 1-1289,20-9 1,5-2 1255,9-5 7,-18 9 1,6-2 0,0 0-267,0 1 1,0 0-1,1 0 201,1-1 0,1 0 1,2-1-44,7-3 0,2 0 1,-4 1 10,0 0 1,-2 1-166,7-3 1,-2-2-672,-11 0 0,-3 1 814,-6 4 0,-3-1-92,1-7 0,-7-2-77,-12-13 231,-14 10 0,-4-2 2136,-9-13-2030,-7 14 0,-9 2 64,-13 5 1,-5 4 374,10 3 0,-4 1-323,-15 2 0,-8 1 0,7 5-54,12 5 0,0 3 18,-12 1 1,-7 1-1,3 5 17,16 3 1,3 4 0,-3 2-57,-11 4 1,-2 2-1,-1 3-382,16-2 0,-1 2 0,1 2 0,-1 4 366,-5 10 1,-1 4-1,2 3 1,2 0-33,8-4 0,1 2 0,3 0 1,0 2-7,2-1 1,0 0 0,2 2-1,5 0-19,0 12 1,5 0 0,8-1-38,9-7 0,6 0 0,2-3 24,-4 13 1,10-3-50,16-10 1,11-2 0,0-11 48,-6-13 1,5-7 1,12 2 1,7-2-1,-1-6-248,-11-7 0,0-5 0,1-2 259,12-1 1,4-2-1,0-4 39,-5-3 0,1-2 1,0-2-1,-4 1-299,-1 1 0,-4 0 1,2-2 331,-2-2 1,3-2 0,-2-2 0,-5-2 108,-2-5 1,-4-3 0,-1 1-107,-5 7 0,-1 1 0,-2-4 161,4-11 0,-2-4 0,-7 0-11,-8-10 0,-5 1-140,0 10 1,-2 0 27,-5-11 1,-8 4-88,-9 23 1,-4 3-95,-12-18-278,-7 22 0,-3 6-210,2 8-901,1 4 0,1 2 1478,4 6 0,5-1 0,15 2 0</inkml:trace>
  <inkml:trace contextRef="#ctx0" brushRef="#br0" timeOffset="94778">18086 13354 15350,'0'-6'2078,"0"1"-1829,23-26 1,11-7-1360,7 7 1138,2-12 0,3 2-5,8 18-29,-15 8-16,0 7 330,-4 8-381,2 8 51,3 10 236,-11 11-169,-6 7 5,-11-5 169,-15 28-34,-18-14-73,-5 10 112,-4-24 0,-4-5-18,-17 5 76,15-11 1,0-3 266,-16-5-269,18-9 857,-5-18-907,24 4 598,-7-10-532,18 6-156,3-2-156,9 1 4,11 2 1,18 7-17,17 4 6,-4 4-62,-8 5 0,1 3-87,14 12 73,-18-4 0,-2 2-59,5 19 117,-24 7-10,-18-8-124,-25-2 1,-9-1-21,-1-7 1,-5-1-373,0 0 1,-3 1-1,-1-2 286,3-4 0,-1-3 0,0-1-101,0-1 0,1-1 0,0-3-498,-14 2 0,3-4-1768,10-5 0,3-3 2647,-11-8 0,27 0 0,14-1 0</inkml:trace>
  <inkml:trace contextRef="#ctx0" brushRef="#br0" timeOffset="95148">18432 12979 13302,'-52'-7'367,"1"-1"0,0 0 1,-1 5-1,0 2 1,4 9-180,3 11 1,4 9 0,0 1-1046,-3 2 1,1 2 0,1 3 949,0 3 0,1 2 1,2 2-68,2 3 0,2 2 0,3 1-24,3 2 0,4 1 0,4 1-29,4-1 1,4 1 0,5-1-34,6-4 1,5 0-1,5-2-159,5-3 0,5-3 0,5-3 142,5-3 1,6-4-1,3-3 47,5-3 0,4-4 1,2-3-243,4-2 1,3-4 0,0-3 291,3-2 1,2-2-1,-1-3 53,2-3 0,0-4 0,0-2 72,-1-2 1,0-3 0,-2-3 92,0-3 1,-1-3 0,-3-3 48,-1-2 1,-2-3 0,-3-2-38,-2-3 0,-3-2 1,-2-3-74,-4-1 0,-3-2 1,-2-2-70,-5-1 0,-2-2 1,-4-1-374,-4 0 1,-4 0-1,-2 0 302,-4 1 1,-2 0-1,-5 1 81,-4 2 1,-4 2-1,-4 2-171,-13-15 0,-8 6-85,-11 7 1,-8 9-50,12 16 1,-4 3-1,-1 5-314,-5 3 1,-2 3 0,-1 5 360,-7 4 0,-2 5 0,6-1 0,4-2 1,4 2-1,4 3 0,0 1 0</inkml:trace>
  <inkml:trace contextRef="#ctx0" brushRef="#br0" timeOffset="96218">18097 14343 17518,'-7'-45'855,"0"0"0,3 3 1,-4 14-812,-18 35-4,-7 17-32,-2 11 0,-2 4-1157,10-8 0,-1 2 1145,-2 5 0,-2 4 1,2-1-42,-4 9 0,1 0-34,6-9 1,-1 3 0,0-1-34,2 0 0,0 0 0,1-1 11,2-3 0,1-1 1,1 0-15,-8 16 0,4-3 73,8-19 0,4-4 426,-7 19-563,19-40 649,13-14-274,25-37-73,-3 4-455,-1-1 0,3-5 559,-7 8 0,1-2-41,-4 5 1,1-3 0,0 0 5,1-1 0,1 0 0,1-1 58,7-5 0,0 0 1,-1 3-148,2-3 1,0 4-7,-5 9 0,2 1 0,-2 5 214,-2 7 0,0 4-261,8-3 1,1 4-29,-1 4 1,1 5-15,2 4 1,0 7-26,13 10 0,1 5-20,-5 2 1,1 2-9,-11-3 0,2 1 0,2 0-69,5 0 0,2 0 0,0-2-330,-5-3 0,0-1 1,2 0 312,8 1 0,2 0 1,-2-3-143,-8-3 1,-2-1-1,0-1-715,-3-2 0,-1 0 1,0-1 492,19 2 0,-6-2 1,7 0-1,-17-4 1</inkml:trace>
  <inkml:trace contextRef="#ctx0" brushRef="#br0" timeOffset="97508">17609 15263 14348,'0'-4'4150,"0"0"-2144,0 4-1951,0-29 24,-5 21-57,2-21 17,-5 28-100,6 1-1070,-1-1 996,3 5-128,0 4 73,-2 2-427,-3 7-1052,-6 7 207,0-1 157,-1 2 499,6-12 711,5-6 274,2-5 459,2-4 1109,5-9-951,-2 1 1383,4-16-1131,-5 10-617,-2-4 269,-1 6 78,-2 4-593,-1 3 78,0 1-297,0 5 46,-1 7 111,-4 14 57,-9 25-85,-3 5-555,2-13 0,-5 5 1,1-1 501,-7 6 0,-1 2-28,1-4 1,-1 4 0,0-3-367,-5 8 0,2-4 354,7-13 1,4-2-171,3 4 1,6-4 156,6 0 106,9 3 17,6-27 1579,14-14-1389,18-26-198,-17 11 0,1-3 170,7-8 1,1-1-152,-5 2 1,-2 0-1,-1 3 0,-2 0-17,9-10-22,-9 11 417,-12 13-495,-6 6 123,-3 20-51,-6 12-61,-2 9-12,-1-3 1,0-1-17,-1 6-87,1 4 0,0 3-149,4 6 76,4-16 1,2 0 262,13 12-730,15-16 235,-3-14-225,3-19 0,2-5 231,6-6-658,9-15 0,3-7 909,-18 6 0,-3-2 121,8-5 0,-1-4 33,-4-4 1,-3-2 114,-5-6 0,-3-3 17,-2-1 0,-2-1-39,-8 13 0,-2 0 0,-4 1 39,-8-7 0,-7 2-355,-7 2 0,-5 3 305,-10 3 0,-6 4-1,-5 2 1,-6 4-473,-5 5 0,-4 4 439,18 9 0,-2 3 0,-1 3 17,-2 2 0,-1 3 0,0 2-12,-2 4 1,1 4 0,-1 2-17,-1 3 0,0 4 0,1 3-540,-1 5 0,1 3 0,2 3 521,-1 5 0,1 3 0,2 2-19,11-6 0,1 1 0,1 1 0,2 2-14,-1 1 0,2 2 0,2 1 0,0 1-14,2 2 0,2 2 0,1-1 0,1-1 2,-1 4 0,2-2 1,3 3-35,0 8 1,3 3 0,6-1-298,7-7 0,6-1 1,3-1 192,1-3 0,4-1 0,5-3-87,8 0 1,6-3-1,6-10 107,3-12 1,6-10 0,1-4 59,7-5 1,2-6 0,1-5-125,-11 0 1,1-3 0,0-2 0,-1-2 249,2-4 0,-1-1 0,0-3 0,-1-2 42,-1-1 0,0-2 0,-2-1 0,-1-2 43,-3-1 0,0-1 0,-2-1 1,-2-1-9,-2 0 0,-2-1 0,-1-1 0,-2 0-13,7-13 1,-3-1 0,-3 0-45,-3 0 1,-2 0-1,-3-1-25,-3 2 1,-1-1 0,-4 1 32,-2 2 0,-3 1 0,-1 1-16,-1-16 1,-4 3 185,-8 9 1,-6 5-245,-5 10 0,-4 5-70,-20-7-180,0 23 1,-2 7-746,-15 4-493,16 5 1,2 5 1484,-10 19 0,24-10 0,11 5 0</inkml:trace>
  <inkml:trace contextRef="#ctx0" brushRef="#br0" timeOffset="98288">20175 15041 14734,'-2'-6'5551,"1"2"-4991,1 4-157,-12-61-235,6 46-229,-12-45-12,3 66 67,-14 7-5,-15 12 17,1-1-298,2-4 1,-3 0 327,13-7 1,0-2 33,-12 6 0,0-1 232,-11-2-21,19-5-203,18-7-145,11-2-85,7 3 203,2 5 683,4 11-706,0 10 11,-1 9-5,-3 5-6,-6 2 0,-2-3 0,-3-2-22,0-6-12,1-12 28,1-1-22,4-13 28,-1 1 157,3-7 952,0-1-1081,2-8-56,2-2-11,10-11 11,12-2 0,2 1 5,6 3 1,3 2-6,-6 6 0,1 2-6,23-4 1,0 2-124,-22 7 0,0 2 84,10 4 0,-3 4-128,0 16-91,-6 16-122,-32 16-147,-25-10 1,-11 1-84,-4-3 0,-5-2-98,12-12 1,0 0 0,-3-2 223,-3-2 1,-1-2 0,1-2-709,-7 1 0,1-3-1318,-7 2 1,0-4 2515,10-9 0,3-3 0,-3 0 0,18-11 0</inkml:trace>
  <inkml:trace contextRef="#ctx0" brushRef="#br0" timeOffset="98684">20144 14817 15322,'-53'-8'339,"-1"1"1,1-1 0,4 12 0,-3 4 0,2 4 0,8 6-310,4 10 0,8 6 0,-2 1-1208,-8 4 0,0 2 0,0 2 1147,8-5 0,1 3 1,2 0-1,1 0-66,-1 7 0,2 0 0,1 4-91,2 1 1,0 6-1,1-1 1,3-3 89,1-4 1,3-2 0,4 2-69,6 0 1,3 3 0,3-1 0,4-10-8,4-7 1,7-5 200,18 21 0,10-8 110,0-27 0,6-10-45,4-4 1,6-3 0,-2-3-8,5-1 1,0-6-494,-16-1 1,2-3 0,1-1 0,-5-2 663,0-3 1,-4-2 0,0-2 51,10-6 1,1-2 0,-1-3 16,-3-1 0,-2-2 1,-2-2-66,-3-3 0,-2-1 1,-2-2-76,-3 0 1,-3-3 0,-2-2-21,-8 6 1,-1-2 0,-3 0-1,-1 3-97,-1 2 0,-2 2 0,-3-1 24,0-10 1,-3-1-1,-8 6 156,-11 9 1,-8 4-233,-8-4 0,-10 4-473,-2 15 0,-8 5 1,1 2 359,3 4 1,0 2 0,0 2-10,-2 1 1,0 1-1,2 4 168,-19 5 1,5 6-1540,14 1 0,2 5 1476,-12 9 0,3 1 0,22-13 0,4 0 0,-17 19 0</inkml:trace>
  <inkml:trace contextRef="#ctx0" brushRef="#br0" timeOffset="100130">19909 16357 19188,'-35'34'15,"0"0"0,0-1 1,-8 8-1,2-1-32,0 2 1,3-1-595,7-11 0,0-1 608,-14 14 0,0-1 17,11-13 0,2-4 255,-16 12 317,21-20-273,22-25-240,22-19 22,18-24-319,-9 18 1,1 0 307,5-5 0,1-1 56,2-2 0,1 0 33,1-2 1,0 0-12,-1 1 1,0 0-4,-1 2 1,-1 2-20,-1 3 0,-1 2-215,-1 4 1,-1 3 144,-2 4 0,0 3-20,21-6 510,-6 14-520,-4 18-24,3 13-4,-8 4-68,-2 0 0,3 2-529,-5-6 1,2 1 194,18 9 1,4 1-790,2-3 1,1-2-1696,-16-8 1,0 0-1,-1-1 2509,7 2 0,-4-2 0,-10-4 0,-5-3 1,-12-4-1</inkml:trace>
  <inkml:trace contextRef="#ctx0" brushRef="#br0" timeOffset="100804">19537 17498 13099,'1'-6'5214,"-1"2"-3292,0 4-1889,-41-26-10,13 37-37,-4-12 0,-1 3-6,12 20 1,2 8-1719,-5 9 0,1 2 1721,7-13 0,2 1-11,-5 16 0,2 0-261,5 13 211,5-23 0,2 1-51,9 26 50,11-10 74,13-15 50,9-14 5,-8-13 314,6-10-39,-19-9 207,2-16-375,-14 4 123,-10-16-45,-11 11 3229,-11-5-3352,-10 7-45,-6 10-3153,-15 13 3069,18 7-56,-13 14-72,25 0-163,-1 8-364,11-2-818,10 0-2683,15-6 4173,4-5 0,0-8 0,-1-4 0</inkml:trace>
  <inkml:trace contextRef="#ctx0" brushRef="#br0" timeOffset="101295">19922 16993 10530,'-42'-25'491,"-1"0"1,0 0 0,-11 2 0,-3 3-1,8 9-384,-12 18-42,22 0 0,-6 2 1,4 3 510,-4 8 1,2 3-562,6-3 0,-1 3 0,1 4-573,-7 11 1,0 6 0,3-1 545,11-11 1,3-2 0,-1 4-10,0 4 0,-2 5 0,2 0 0,2-1 200,2 0 1,3 0 0,0 4-257,-1 3 0,-1 5 0,1 1 0,2-4-69,1-2 1,2-3-1,1 3 55,3-2 0,0 3 0,2 0 0,4-5-139,5 10 1,7-2-40,6-8 1,6 1-1,1-3 165,1-1 1,6-5-51,24 1 0,7-9 75,-9-20 1,3-7 78,-8-2 0,4-2 0,1-4 71,-2-4 1,2-4-1,0-2 1,-3 1-22,0-1 0,-3 0 1,1-3 56,2-4 1,2-3 0,-1-2 0,-5 1 505,-3-1 1,-5 0-1,1-2-348,6-7 0,1-3 0,-3-1 73,-4 1 0,-3-1 1,-2-1-241,-3 1 0,-3-2 1,-3 0 149,-3 2 0,-2-1 1,-2 0 56,2-17 0,-5 1 304,-4 6 0,-4 1-486,-5 6 1,-5 2-54,-3 5 0,-5 3 57,-6 3 0,-3 3-144,-5 3 1,-2 4 243,-3 3 1,-1 3-458,1 4 0,-1 2-473,2 2 0,2 3-4568,-26 2 4975,17 8 1,18-2 0,12 2-1</inkml:trace>
  <inkml:trace contextRef="#ctx0" brushRef="#br0" timeOffset="101739">20886 17058 19591,'13'-49'660,"0"-1"1,-4 8 0,4 7-454,25 3-67,1 14-73,13 2-45,-17 15 1,0 6-34,-3 3 0,-1 4-918,8 7 0,-3 3 890,13 18-54,-19-9 1,-2 3-294,-3 8 0,-3 2 136,-2-9 1,-3 3-1794,-6 12 1,-2 8-1,-5-9-3597,-4 12 5004,-3-5 0,-1-8 1,-1-29-1,1-9 1</inkml:trace>
  <inkml:trace contextRef="#ctx0" brushRef="#br0" timeOffset="102280">21234 17251 13726,'-6'-7'4593,"1"2"-4582,5 5-145,-36-64-270,44 36-41,-4-17 0,7 1 53,39 18-500,-3 6 0,5-1 208,3 0 1,1 0-639,3-1 1,0-1 985,-1 0 0,-1 0-280,-5 0 0,-2-1-261,-7 0 0,-3-1 969,-6 5 1,-3-1 431,3-9 1,-9 0-37,-17 7 818,-20-19-828,-14 25 1,-7 4-319,-4-2 0,-4 2 243,-15 0 1,-5 2-233,1 4 0,-2 5-44,16 2 1,-2 2 0,2 1 79,-12 0 1,-2 3 122,15 3 0,-5 2 1,-1 2-1,4 0-127,-2 4 1,3 0 0,-2 1-135,-8 2 0,-2 1 0,0 5 20,7 3 1,0 4 0,2 3 0,4-1-62,1 3 0,5 1 0,-1 3-361,-1 2 1,-1 3-1,1 1 1,6-2 317,5-3 0,6-2 0,3 2-38,2 5 1,4 2 0,10-1-414,12-6 0,8-1 1,3-1 416,1 1 1,3-1-1,6-2-4,12 3 1,7-3 0,3-6 18,1-7 1,3-6-1,2-3 24,-11-5 0,2-3 1,1-1-1,0-3 12,1 0 1,1-2 0,2-3 0,2-3 41,-4-3 1,4-3 0,2-2 0,0-1 0,-3 0 0,-4 1-149,2 0 1,-4 1 0,-1-2 0,5-4 211,1-2 0,6-4 1,3-3-1,-2 0 1,-4-1-1,-9 2 233,3-7 1,-9 1 0,2-4-32,0 1 1,2-2 0,-2-2 0,-7-1-39,-5-3 1,-7-1 0,-4-1-104,-5 0 0,-4-2 0,-5 0-152,-6-1 0,-4-1 0,-3 3-57,-3-11 1,-6 2-84,-3 10 0,-5 1 0,-3 3-373,-11-4 0,-10 6 496,4 14 0,-9 2 0,-1 2 0,8 1 0,-1-4 0,1 3 0,0 13 0,0 0 0,0 0 0</inkml:trace>
  <inkml:trace contextRef="#ctx0" brushRef="#br0" timeOffset="107950">15852 11354 8015,'34'-46'434,"0"0"1,0-1 0,-3 4-1,0 1 1,-2 4-88,-1 2 0,-1 3 68,-2 3 0,-1 1 587,15-15 501,-14 17-724,-12 14-310,-12 13 511,-26 35-770,3-6 0,-4 6-943,-3 2 0,-3 4 1,-2 2 753,4-4 0,-2 0 0,-1 2 0,-1 1 2,3-4 1,-1 1-1,-1 0 1,0 1-1,-1 1-473,-1 2-1,-2 0 1,0 1 0,0 0 0,0 0 508,-1 2 0,0-1 1,0 1-1,-1 0 1,1 0-238,0 0 1,-1 1 0,0-1 0,1 0 0,2-2 266,-2 1 1,3-3-1,0 1 1,-3 3 44,4-6 1,-1 3-1,-2 2 1,0-1-1,1-1 1,2-3-53,-3 5 0,1-4 0,1 0 0,-2 3-31,-2 2 1,-3 3-1,0 1 1,1-2-1,2-2-74,2-3 1,1-2 0,2-1 0,1-1 62,-5 6 0,2-1 0,2-2-31,-6 8 1,5-5-60,11-12 1,5-5 951,0 2-895,16-23 2318,8-13-2217,27-46-102,-13 22 1,2-3 562,11-18 0,1-2-563,-3 1 1,-2 0 11,-2 1 0,-2 1 29,-4 3 1,-4 0-36,-4 6 0,-3 0 6,-3 3 0,-2 1-123,-2 4 1,-1 2 200,-1-26 101,-5 12 39,-1 15 1426,-3 11-1644,1 12 482,0 5-611,-2 17 422,-1 5-254,-6 19 0,-2 9-9,2-5 1,0 3-469,0-1 0,-1 2 1,2 0 439,-3 12 1,3-3-26,4-6 1,5-2-81,6-8 1,6-4-4,20 19-107,21-17-112,-16-25 0,5-4-956,5-4 1,2-4-3653,4-5 1,-2-3 4383,-8 1 1,-4-1 0,12-7 0,-32 10-1</inkml:trace>
  <inkml:trace contextRef="#ctx0" brushRef="#br0" timeOffset="108729">14763 11423 15513,'-24'-37'1247,"1"0"1,0 1 0,-8-13 0,6 9-1013,11 19-347,8 12 22,3 8 264,10 12-102,-1 2 137,19 37-10,-8 2-581,-5-12 1,-1 3 417,-4-5 1,-2 0-4,-2 0 1,0-2-16,-2-1 1,0-3-46,-2 14 265,-2-1 292,0-29 335,-7-8-722,-14-50 0,-4-25-82,9 19 1,0-1-232,-1 2 0,-2-3 0,3 3 218,2-6 0,4 6 13,0-9-10,2-6 589,6 17-662,3 19-90,4 12 95,6 16 23,7 14 5,2 5-11,12 28 0,-13-12 0,0 3 0,-1 0 0,1 4-17,-2 1 0,0 3 0,0-2-1447,3 3 0,-1-3 1324,-2 0 0,1-4-838,2-12 1,2-7 645,17-4 1,-13-4 0,2-8 0</inkml:trace>
  <inkml:trace contextRef="#ctx0" brushRef="#br0" timeOffset="110383">18877 11094 12382,'0'-6'4078,"0"1"-4230,0 5-144,-2-35 184,3 34 274,3-23 34,6 45 45,5 4 0,5 6 139,12 16-268,-8-12-22,-5-6 0,1 1 38,8 19-267,-10-18 0,0 3 197,0 1 1,-1 1-283,0 0 0,0 1 277,-1 2 0,1 1 0,1 2 0,-1-1-25,-3-8 0,1 2 42,9 19 0,1 1-590,-5-13 0,1-1 549,-1 0 1,1 2 0,1-2 43,7 13 0,1-3 45,3 2 0,1-1-38,-9-17 0,0 0 1,1-1-20,1 0 1,2 1 0,0-1-5,2 1 1,1-1 0,-1 0-2,6 6 0,2 1 46,1 1 1,3 3 0,-3-3-431,-10-9 1,-2-2-1,1 2 381,2 1 0,2 2 1,-1 1-1,0-1-9,2 4 1,0 0 0,-1-1-23,0 2 1,-1-1 0,0 1-7,0-1 1,-1 1 0,1 0-310,-1 1 1,-1-1 0,1 1 312,-1 0 1,1 1-1,-1-1 4,1 0 1,0 1-1,0-1 4,1 0 0,-1 0 0,1-1 2,1-1 0,0-1 0,1 0-19,0 0 0,1-2 0,0 0-4,2 0 1,0-1 0,-1-2 0,7 7 0,2 1 18,-6-7 1,4 5 0,0-1 0,-5-5-16,1 2 0,0 0 1,-2-2 1,5 6 0,-1 0 0,-4-4-22,2 5 1,-2 1 19,-2-1 0,2 5 1,-3-4 102,1 1 1,-2-1-125,-4-3 1,-1 2 0,-2-2-17,-2-3 1,-1 1-411,1-1 0,0 3 0,-1-3 444,0 0 0,0 0 0,8 13 1,2-1 173,-6-9 0,-1-1-168,3 2 0,-1 0-6,-1-3 1,0-1 10,-1-3 1,-2-1 86,-4-6 0,0 1-92,4 7 0,-1 1-14,-1-2 0,-1 2 19,1 8 1,-2-2-15,7 14 3,-9-18 1,0-1-3,10 16-1,-3-10 23,9 12-5,-3-13-12,-6-7 552,12 13-569,-6-12 23,-5-5 45,16 8-45,-24-25 2954,20 13-2965,-25-17 1082,11 6-1082,-11-7 354,-2 0-337,1 0-35,-5-3 12,0 3 17,1 1-11,-3-2 11,0 2-29,-2-4 113,-1 1-45,-1-4 1451,0 0-1495,-8-4-12,-8-3 11,-15-4 0,-14 0 28,-9-2-1713,18 5 1,0-1 1679,-25-4 13,19 2 1,1 0-3,-5-2 5,-1-1 6,28 4 6,9 4 5,2-1 3364,4 2-3414,2 2-213,1 1 229,0 8 1,3 5-17,6 20 5,0-9 29,18 22-7,-1-21 29,19 7-14,-12-22 0,4-4-20,-1-3 0,2-3-616,23-5 0,2-5 616,-15 1 0,-1-2 9,9-4 0,-3 0-400,8-5 436,-9 0-6,-26 5-240,-4 2-930,-11-1-645,-6 7 1257,2-9 0,-4 11 0,3-5 0</inkml:trace>
  <inkml:trace contextRef="#ctx0" brushRef="#br0" timeOffset="111355">20915 11394 15803,'-5'-4'1688,"2"1"-1163,3 3 227,-27-78-497,26 26-145,-9-2 1,4 1-41,20 7 204,10 6-154,2 13 305,23-8-241,-13 15-254,-3 9 1,1 5 99,6 10-69,8 3-12,-12 21-198,-16 6-149,-1 18 191,-14-16 0,-4 0 34,-5 26 35,-3-3-3182,-11-11 3375,9-28 108,-8 11 117,11-22 1120,-1-1-711,6-6 124,0-3-660,2-4-31,5-5-93,1 0 3382,17-5-3310,-8 10-67,34-1-61,-23 8-48,6 3 1,0 4 123,6 8-140,14 11-172,-23-1 43,-13-5-39,-14 7 67,-38 5-7,-14 3-619,6-16 1,-1-2 683,9-5 0,-1-3-279,-10 2 1,-2-3-1198,13-4 1,0-1 1609,-2 0 0,2-1 0,-6-1 0,23-3 0</inkml:trace>
  <inkml:trace contextRef="#ctx0" brushRef="#br0" timeOffset="121124">8930 16329 17182,'41'-21'-202,"1"0"1,-1 1-1,16-9 1,-4 8-886,0 19-521,-6 6-666,-10 6-695,-14 8 270,-12 9 2699,-17 13 0,-16 13 11,-3-11 1,-4 2 926,0-3 0,-1 0-1071,-1 1 1,-1-2 1076,1-2 0,1-3 13,-7 12-458,3-5-376,16-10 393,27-27-387,2-2-12,28-24-10,5-11-26,-14 9 0,1-2 59,2-2 0,0-3 434,5-10 0,-3-3-135,-14 11 1,-3-1 299,1-9 0,-9 1-95,-23-16-34,-15 4-305,8 27 1,-1 3 282,-24-22 135,0 7 55,6 5 157,7 6-711,14 11 17,7 5-336,9 10 78,3 2 28,3 4 62,25 28-45,4 11-34,-8-9 1,1 6-128,-2 11 1,-4 4-417,-6-3 0,-4-1-763,0 0 1,-6 1 1311,-9 8 0,-4-7 0,3-15 0,-8 19 0</inkml:trace>
  <inkml:trace contextRef="#ctx0" brushRef="#br0" timeOffset="128229">10966 15992 15188,'-6'0'4901,"2"0"-3400,4 0-1255,-43-34-78,26 15-129,-7-5 1,2-1-24,18-4-32,12-1 16,11 0-51,33-4 1,-6 17 22,-13 10 0,0 5-45,15 18-28,-1 16-39,-4 13 36,-26-18 1,-2 1-23,-4 3 0,-3 0 45,-3 2 0,-5-1 55,-4 1 1,-4 0 28,-2-1 0,-4-1 50,-2-2 0,-3-3 188,-22 19 145,-1-17 40,4-14 17,8-16 22,8-11-129,7-12-174,6-5-145,11-5-22,4 7 10,26-9-33,6 17 3,0 6 0,2 4 14,13 3-20,-12 8 0,-1 4-356,10 10 230,6 11 23,-18 8-107,-32 22 157,-16-15 28,-12-6 0,-6-2-398,-1-8 1,-2-2 192,-9 6 0,-3-1-344,0-4 0,-1-3-728,4-4 0,2-4 720,4-7 0,4-2 1,-2-1-1,12-6 1</inkml:trace>
  <inkml:trace contextRef="#ctx0" brushRef="#br0" timeOffset="128464">11575 16146 15380,'47'-28'-506,"0"0"1,4-2 0,-5 2 0,-4 4 0,-2 1 0</inkml:trace>
  <inkml:trace contextRef="#ctx0" brushRef="#br0" timeOffset="128675">12329 15644 21971,'0'-10'3546,"1"2"-3255,-1 8 258,0 0-532,-12-13 5,6 38-22,-7-3-45,11 30-90,1-18 1,2 0-511,-1-2 0,2 1-907,0 9 1,1 1 902,2 5 1,0-3 0,3 6 0,-1-7 0</inkml:trace>
  <inkml:trace contextRef="#ctx0" brushRef="#br0" timeOffset="129249">12896 15834 14689,'-5'0'5294,"2"0"-4421,3 0-2121,50-44-2222,-19 31 0,2 0 3470,10-14 0,-1 1 0,16 10 0,-36 10 0</inkml:trace>
  <inkml:trace contextRef="#ctx0" brushRef="#br0" timeOffset="129421">12920 16099 14236,'-5'3'5360,"2"-2"-5427,3-1-4207,85-51 3485,-38 26 1,1-3-1,-4 1 1,-18 15 0</inkml:trace>
  <inkml:trace contextRef="#ctx0" brushRef="#br0" timeOffset="129841">13697 15616 17899,'-6'-2'3820,"1"0"-2935,5 2-655,-46-69-163,39 43-45,-17-13 1,8-1 30,37 16 0,9 4-14,18-9-772,-7 5 0,2 3 741,-7 11 1,-2 3-9,20-1-3,-18 15 0,-2 5-3,-4 7-52,-5 15 1,-9 8-22,-17-7 1,-7 3-48,-6 20 0,-4 1-292,-3-15 1,-4 0 389,2-8 0,-4 0 0,-1 0-241,0-1 1,-1-2-1,1 1 314,0-2 0,0 1 0,0-1 25,-15 17 0,3-3-45,17-18 0,3-3 880,-2 8-883,17-17 420,24-13-479,9-12 1,6-5-160,6-1 0,3-1-466,-3-1 1,2-1 0,1 0-1049,0 0 0,0-1 0,-1 2 1377,18-9 1,-5 3-1,-16 7 1,-5 2 0,6-2-1</inkml:trace>
  <inkml:trace contextRef="#ctx0" brushRef="#br0" timeOffset="132155">14263 15523 9458,'-2'-2'7164,"0"0"-2868,2 2-3837,-39-24-336,29 17-28,-29-17-106,39 23 45,9 1 33,9 2-45,19 2 1,17 5-26,-21 0 0,-1 0-339,21 8 300,-23-2 0,-4 3-109,6 27 73,-8 3 16,-19 11 51,-12-22-62,-21 14-33,7-19-96,-12 12 1,14-20-1721,-1 0 506,13-15-8415,-2 2 9369,9-11 0,1 1 0,-1-1 1</inkml:trace>
  <inkml:trace contextRef="#ctx0" brushRef="#br0" timeOffset="132399">14765 15442 18005,'0'-3'4549,"0"0"-2287,0 3-2178,-13-32-84,10 25 0,-10-22 45,18 46-34,3 7-100,8 20-303,3 10-534,-9-23 1,-1 1-302,4 21-3689,-8-13 1,-2-1 3164,-1-5 0,0 10 1,-2-37-1</inkml:trace>
  <inkml:trace contextRef="#ctx0" brushRef="#br0" timeOffset="133299">16034 16540 21424,'-37'35'50,"1"-1"1,0 0-1,-1 1 1,0 1-1,0 0 1,1 0-1,2 1-65,-4 10 0,4 0 0,-1 1-1320,5-8 1,-2 1 0,1 0-1,-1 1 1185,-2 2 0,1 0 0,-1 1 0,0-1-281,1 1 0,-1 1 0,0-1 0,1 0-864,2-1 0,-1 0 1,1 0-1,0-1 1295,1 0 0,0 0 0,1-1 0,3-4 0,-6 9 0,3-5 0,6-7 0,-1-1 0</inkml:trace>
  <inkml:trace contextRef="#ctx0" brushRef="#br0" timeOffset="133512">14794 17454 14802,'-7'-43'1380,"0"0"1,0 0 0,-2-13-1,2 10-948,4 17 628,10 19-719,15 17-16,27 19-922,5 7 661,-18-11 1,9 5-1,2 1 1,-7-4-489,6 4 1,1 1 379,-3-3 0,9 5 1,3 2-1,-2-2 0,-8-4-1023,7 4 1,-2 0 752,-4-3 0,5 3 1,1 1-1,-4-3-674,-4-2 1,-3-2 0,3 1 987,-2-2 0,3 1 0,0 0 0,-6-3 0,10 5 0,-5-3 0,-4-4 0,0-1 0</inkml:trace>
  <inkml:trace contextRef="#ctx0" brushRef="#br0" timeOffset="174554">17279 6321 9582,'-55'-5'577,"0"1"0,0 0 0,-11 0 0,11-1-735,17-1 450,54 1-118,39-1-51,-11 2 1,6 1-693,2-1 0,5 1 0,-2-1 751,6 1 0,2-1 19,-15 1 1,5 0 0,1 1 0,-3-1-414,6 0 0,-3 0 0,4 1 418,-1-1 0,2 0 0,3 0 0,3 0-66,-9 0 0,3 0 0,3 1 0,0-1 0,0 0 0,-1 1-420,-1 0 0,-1 0 0,0-1 0,-1 1 0,1 0 0,1 0 294,-1 0 1,1 0 0,0 0 0,0-1 0,0 1 0,1 0-194,-6 1 1,0-1 0,1 1-1,0-1 1,0 1 0,-1-1 0,-1 1 186,3-1 0,-2 1 1,0-1-1,0 0 1,2 1-1,1-1-77,2 0 0,2 1 0,1 0 0,1-1 1,0 1-1,0 0 0,0-1 68,-2 1 0,1 0 0,-1-1 1,1 1-1,0 0 0,1 0 1,1 0-23,-8 0 1,2 0 0,2 1 0,-1-1-1,1 1 1,-1 0 0,-1 0 0,-2-1 0,-3 1 21,8 0 0,-4 0 0,-1 0 0,-1 0 0,2 1 0,2-1-3,-4 1 1,2-1-1,3 1 1,0 0-1,-1 0 1,-1 0 0,-3 0-1,-4 1-9,6-1 1,-5 1 0,-2 0 0,0 0-1,3 0-2,7 0 1,2 0-1,1 1 1,-1-1 0,-2 0 6,-8-1 0,0 1 0,-2-1 0,0 0 1,-1 0 12,10-2 1,1 0-1,-3 0 1,-5-1-3,-6 0 1,-3 0 0,-1-1 304,3-2 1,0-2 0,-7-1-572,8-11-1120,-1-4 1755,-24 0 0,-13 11 1,-7 3-1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13:49:18.9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1204 1722 20112,'-15'0'492,"4"1"-481,-10 10-11,-4 2 28,-5 3 0,-10 4 0,-1-1 45,1-3 106,-2-4 40,13-5-85,5-4 197,13-2-46,7-1-71,0-1-355,3 1 130,1 2 44,1 10 7,1 12 28,0 39-52,-1-10-10,-2-15 0,-2 0 27,-6 10-5,-5-3-3308,-10 2 3347,7-17 197,-12 7-130,17-26 163,-7 3 22,9-12 73,-1-7-325,4 0 79,2-17-129,5 8-12,9-15 1,10 6 5,15-8-11,-6 14 0,3 2 0,25-6-242,-21 11 1,-1 3 219,10 3 3091,3 7-3265,-18 6-409,4 15-140,-17 4 251,-9 2-760,-21 9-611,-10-4-205,0-10 1,-3 0-4799,-21 15 4606,1-8 1492,18-16 0,19-11 1,5-3-1</inkml:trace>
  <inkml:trace contextRef="#ctx0" brushRef="#br0" timeOffset="209">1120 1865 14594,'5'-4'4420,"-1"1"-4129,-4 3 219,72-33-471,-43 22-132,11-7 1,-1 3-9739,-15 11 8722,-14 3 1,2 1 0,-9 0 0</inkml:trace>
  <inkml:trace contextRef="#ctx0" brushRef="#br0" timeOffset="416">1649 2178 25567,'-8'13'-744,"0"5"1,6-11-1,0 3 1</inkml:trace>
  <inkml:trace contextRef="#ctx0" brushRef="#br0" timeOffset="5172">3299 2126 16924,'3'-58'1389,"0"1"0,0 6 0,-1 7-638,0 0-442,-3 20 83,-1 9-325,0 12-84,-2 13 79,-3 26-46,1-5 1,-1 5-1713,-3 11 0,0 2 1696,0-7 0,-1 2-19,-1 1 1,-1 3-1,2-5-135,2-9 0,0-1 155,-1 9 1,-2 4 0,3-7 10,-2 10 66,-4 12 140,10-40-22,0-15-173,3-14 3291,-1-19-3252,0-13-40,1-6-5,1 11 0,2-4-372,5-8 0,1 0 360,-3 8 1,2 0 12,4-2 1,3-3 0,0 6-147,0 6 1,1 3 135,7-12 1,0 3 2,5-1 17,14 11-50,-9 20-12,17 13 6,-4 20 0,-20-4 0,-3 3-11,14 21-28,-14-5 0,-5 2-231,-8-10 1,-5 1 288,0 15 1,-7 1-9,-9-8 1,-6-3-68,-7 0 0,-3-3-6,4-7 1,-2-3-581,-17 7 1,-1-4-331,16-12 0,0-3-1132,-11 5 1,1-4 2403,-4-6 0,21-8 0,12-2 0</inkml:trace>
  <inkml:trace contextRef="#ctx0" brushRef="#br0" timeOffset="5839">3886 2323 15984,'-5'3'4436,"1"-1"-2633,4-2-1327,-16 16-235,31-28-129,-2 3-81,10-11 0,4-5 5,0-1 1,0-2-9,-2 0 0,-1 0 11,-3 1 0,-1 0 79,6-20-46,-11 16 147,-17 4-135,-14 18 17,-13 4-57,0 11 46,-24 24-56,25-8-15,-1 7 1,2 5 2,3 11-22,9-11 0,2 1 6,1 24 5,12-4-17,12-7 1,11-9-18,13-9 12,20-12 28,-16-8-17,21-13 17,-21-10-1691,-11-3 1,0-3 1695,9-9 3,-13 5 0,-2-2 48,0-14 73,2-12 11,-10 0 11,-8 3 72,-5 5 1,-7 5 174,-3 2-292,2 14 62,0 1-90,5 14 3325,3 1-3380,9 3-35,9 7-27,11 7 11,8 12 5,-6-1-3,-8 1 1,-1 2-31,5 16-42,-11-9 0,-3 2-404,-8-1 0,-5 0-47,-6 3 0,-4 0-588,-4 3 0,-4-2-1939,-5-1 1,-3-2 3058,2-6 0,0-2 0,-8 5 0,12-16 0</inkml:trace>
  <inkml:trace contextRef="#ctx0" brushRef="#br0" timeOffset="7542">5109 2179 19423,'8'-40'929,"-1"1"1,-2-24-673,-30 63-66,-6 12-46,-7 14-33,-4 19-274,18-17 1,2 4 155,1 3 1,2 3-272,2 1 0,2 2 204,5-1 0,4 0-53,2-2 0,4-1-51,5-2 1,3-2-388,17 23 54,14-13-66,9-16 49,7-16 50,8-19-1354,-19-10 1,-1-4 1788,-12 6 0,0-3 25,15-15 0,-1-2-56,-16 9 1,-2-1 150,5-7 1,-1 0 55,-6 1 1,-3 0 201,-4 2 0,-4 1-50,1-8 647,-9 6-513,-11 23-72,-4 3-157,-4 4 3136,-3 8-3226,0 5 561,2 6-639,4 6-7,6 3-21,10 2-6,8-3 16,11-5-5,7-8 6,3-7 16,2-14 12,-1-8 39,-3-13 22,-6-8 17,-8-5 39,-8-1 45,-6 3 96,-7 5 61,-6 9-28,-6 10-107,-5 9-72,-6 13-23,-5 12-45,-4 14-64,13-3 0,2 1-256,-6 14 225,11-8 0,2 0-89,6 12-124,7 12-100,12-6-29,12-10-22,11-12-263,20-15 442,-14-13 56,-10-7 1,-1-4 33,12-15-42,-16 7 0,0-3 190,-3-1 1,0-3 83,1-8 1,-1 0-15,7-12 20,-12 13 0,-1 2 166,2-3 27,2-3 45,-4 10-22,-8 12-314,-2 6 6,-4 8 0,0 3-2989,8 27 2978,-6-11-133,0 12 1,-1 2 120,-4-1-21,-1 0 1,-2 2-14,-3 10-2168,-1 11 2197,1-22 2185,3-7-2135,6-23 228,0-6-222,9-13 49,5-10 1,9-13 72,9-8-47,-12 18 1,0 1-43,11-9 39,12-1-122,-28 28 3385,2 1-3386,-4 19-27,-6 5 10,2 7-56,-1 10-89,-2-3-291,11 13 50,5-12-95,15-4 239,-6-18-110,19-10 246,-19-4 73,1-4 0,3-4 64,-7-1 0,0-2-188,6-3 1,-1-2 221,-2-1 0,-4 0 8,6-9 78,2-8 80,-15 11 262,5-11-106,-15 13-90,-10 4-84,-27 16-100,-9 12-32,2 6 1,-3 5-54,-3 13 1,1 2-23,8-8 0,1 1-14,-5 17 0,7 0-59,11 0 6,0 15 459,15-27-504,20-2 73,-3-20-34,28-2 28,-8-18 65,-2-8 0,0-4-378,8-9 366,-10-1 1,-3-4-353,-14 10 0,-2-1 349,1-1 1,0-1 5,3-11 1,1-4-1491,2-5 0,0-1 1554,-1 0 1,1 0 22,2-6 0,-2 2 64,-9 18 1,-3 3 699,2-22-201,-9 26-561,-5 12 445,-1 16-573,-1 6 3415,-4 11-3359,-5 21-17,-1 6-47,1-1 1,-3 10 0,3-5-1431,2-9 0,0 1 1271,-4 15 1,-2 6 0,3-5-327,4-6 1,1-5 131,0 1 0,2 0-505,5-1 1,6-4-5806,29 13 6699,0-11 0,1-15 0,-19-19 0</inkml:trace>
  <inkml:trace contextRef="#ctx0" brushRef="#br0" timeOffset="8499">7675 2228 12068,'0'-3'8727,"0"1"-5826,0 2-2878,-53-8-1,40 10 0,-35-6 1,58 11-18,4-3-33,30-5 17,-17-3-12,6-3 1,0-3 28,2-10 5,12-12 12,-22-1 21,-9-3 29,-7 1 34,-8 4 16,-8 7 17,-9 7 50,-9 9 79,-14 14-135,4 7-100,2 6 5,6 11-33,10 2-107,1 16-235,6 10-381,12 5 202,4-30 0,2-2-40,11 15-344,6-22 0,4-5-658,18-3 927,-11-7 0,0-2 271,25-11 594,-6-8 17,-16-4 868,7-22-184,-19 3-634,-8 9 0,-1-1 706,6-19-280,-2 4-347,-7 12 448,2-3-645,-8 19 130,10-8-241,-9 16 374,6 1-397,-5 13 166,-2 1-132,1 28-34,-8-2-22,-1 10 3,-7-12 0,-1-1-37,-5 11 29,-3 12-23,8-26-23,8-14 57,8-11 5,9-13-17,10-10 6,5-12 0,6-11-11,0 0 11,-1 2 17,-6 11-34,-9 13 6,-12 9 112,-6 23-79,-6 7 1,-2 20-40,2 1 0,3-3 11,12-9-33,10-10 6,26-10 5,-13-8-23,25-16 23,-17-10-9,-15 3 1,-1-2-350,2-5 0,-2-2 352,0-6 1,0-2-7,0-7 1,-2-2 14,-5 8 0,-1-2 0,1-4 1,1-4 0,-1 4-987,-2-1 1,0 2 1010,5-10 0,-2 1 129,-10 14 0,-3 6 196,-6 4-101,-4 0-140,-6 21-67,-6 15 564,-5 12-541,-4 21-60,9-11 0,0 2 645,1 6 1,1 2-682,1 6 0,3 0-56,1 1 0,3-2 8,1-9 1,4-1-415,8 10 0,5-2-972,15 9-447,-8-17 0,1 0 1909,17 8 0,-19-20 0,-6-9 0</inkml:trace>
  <inkml:trace contextRef="#ctx0" brushRef="#br0" timeOffset="8680">8685 2096 21814,'-9'-3'1669,"3"2"-1557,6 1-61,0 0-62,75-35-99,-42 26 1,2 0-661,9-5 0,6-3 0,-2 4-3014,12 2 0,-3 3 3314,-4 1 1,-5 0 0,-14 2 0,-4 1-1,3-1 1</inkml:trace>
  <inkml:trace contextRef="#ctx0" brushRef="#br0" timeOffset="9197">10632 2088 31228,'23'-49'219,"-1"1"1,1 0 0,-1 0 0,0 1 0,0-2 0,-2 5 0,-5 11-220,-2 1 0,-3 0 0,-13 25 0,-5 17 0,-6 18 0,-3 11 0,-2 7-1220,-2 3 1,0 3 1113,-2 4 1,-1 2-15,4-12 1,0 0-1,0 0-652,3-4 0,0-1 1,-1 2 53,-3 10 1,-1 2 0,2 2-1741,4-9 0,1 1 1,0 1-1,2-4 1973,1 0 1,1-2 0,1-1 0,-2 14 0,2-8 0,7-16 0</inkml:trace>
  <inkml:trace contextRef="#ctx0" brushRef="#br0" timeOffset="10054">10441 2536 5724,'-1'-61'2667,"1"1"0,-2 11 0,-1 4 830,-8-13-2959,-2 29 878,5 14-1439,4 5 793,25 2-597,-1 2-242,22-3 1,8-1 1389,-6 2 1,2-1-1379,0-1 0,3 0 1,-2 1 41,4-2 0,-1 1 17,-6-1 1,2 0-1,-4 0 42,-6 1 0,-2 0 24,11-3 0,-5 0-70,-10 1-42,-28 8 347,-26 15-38,-4 3-64,-1 6-55,15-5 381,9-4-430,5 1-12,11 6-143,3 4 12,9 12-26,-4 6-30,-6 10 2,-7-7-12,-15 19 77,-6-29 0,-3-1-143,-1-1 1,-2-1 202,-5 1 1,-1-4 47,-12-3-12,12-13 146,5-21-78,16-12-39,12-22-17,20-9-59,-3 22 0,3 0-119,-3 6 1,1-1 42,21-10 0,2 1-452,-12 13 0,0 1 430,6-5 0,3 1-319,3 3 0,-1 4-68,-15 8 1,-1 1 142,6-3 0,-1 1-1419,19 0-712,-14 7 1944,-5 1 677,-8 2 527,-17 1 690,-6 1-51,-3 1 1002,-3 1-1849,-1 0 774,-11 8-947,3-5 275,-13 10-466,13-5-72,-2 5-6,9-1-27,8 2-12,7 0 11,12-4-11,11-5 11,8-5-11,5-8 11,-2-5 17,-8-8 0,-9-6-5,-8-7-7,-7-6 18,-5-1 61,-5 3-22,-3 10 112,-11 7-90,-8 15 34,-16 10-6,-6 14-33,-4 12-57,3 8-27,6 5-23,10 3-106,12 3-202,13 1-297,13 0-964,11-2-397,12-7-1041,8-11-3697,7-13 6721,-5-11 0,-16-7 0,-12-2 0</inkml:trace>
  <inkml:trace contextRef="#ctx0" brushRef="#br0" timeOffset="10431">12342 2080 23612,'-32'-11'322,"0"0"0,-26 9-299,49 25-1,1 11-22,20-7 39,11-5-33,14-8 11,9-6 5,2-13-11,-2-7 17,-4-11-17,-9-6 40,-9-4 33,-11-2 39,-9 3 62,-10 7 39,-7 6-107,-2 10 287,-19 5-191,8 11-84,-14 6-118,10 10-5,4 6 10,11-4-234,7 30 28,10-26-617,9 33-1321,8-23-5098,9 9 7226,-2-9 0,-8-16 0,-8-13 0</inkml:trace>
  <inkml:trace contextRef="#ctx0" brushRef="#br0" timeOffset="10771">13229 1834 14282,'1'-6'6520,"0"1"-4735,-1 5-1477,-60-16-96,26 27-131,-7-11 1,1 6 41,1 44-95,16-14 149,7 13-138,21-25 93,9 3-110,13-10 225,6-8-214,4-7 1,0-10 39,-5-8-28,-10-1 72,-5-17-55,-12 5-6,-2-15 39,-7 10-17,-3 8-55,-1 12-57,-1 10-72,-3 15-835,-13 27-140,4-3-2879,3 0 0,0 1 3960,-5 10 0,4-6 0,8-17 0</inkml:trace>
  <inkml:trace contextRef="#ctx0" brushRef="#br0" timeOffset="11059">13142 2329 17462,'-1'3'2577,"0"0"-2504,1-3-23,-55 62 84,44-40 34,-16 13 0,10-5 252,39-23-84,9-5-84,3-4 6,-5-2 45,-9-1-1,-10-3-16,-9-2-12,-9-4-10,-9-2 4,-18-6-3604,-1 3 3336,0 2-201,3 5-841,12 6-3798,0 0 4840,9 3 0,7 2 0,4 1 0</inkml:trace>
  <inkml:trace contextRef="#ctx0" brushRef="#br0" timeOffset="11690">2528 2821 15963,'-62'4'-7,"-1"0"1,1 0 0,0 0-1,6 0 1,0-1 0,3 1 0,7 0-6,0 3 1,5 1-51,7-1 1,2 1-93,-2-1 0,6 4 684,10 14 288,42-2-275,18 1 17,4-10 1,8-2-1070,5 0 1,5-1 704,-6-1 0,4 0 0,5-1-532,-11-2 1,3 0 0,3 0 0,0-1 0,-1 0 412,-1-1 0,0-1 1,1 1-1,-1-1 0,0 0-401,2 0 1,0-1 0,0 1 0,0 0-1,2-2 375,-6 0 0,0 0 1,1-1-1,0 0 1,2 0-1,2 0-174,-10 0 0,3 0 0,1-1 0,0 1 0,1 0 0,-1-1 0,-1 1 0,-1 0 135,0-1 1,-2 1 0,-2 0 0,1-1 0,2 1 0,3-1 0,3 1-43,-7 0 1,3-1 0,4 1 0,1 0 0,2 0 0,1 0 0,1-1 0,-2 1 0,0 0-1,-2 0 1,-2-1 0,-3 1 40,8-1 1,-3 1 0,-2-1 0,-1 1 0,-1-1 0,1 0 0,1 1 0,2-1-6,-5 1 0,0-1 0,1 1 1,1 0-1,0-1 0,1 1 0,0-1 1,-1 1-1,1-1 0,-1 0 6,-1 0 1,1 0 0,-1 0 0,1 0 0,-1 0 0,1 0 0,0-1 0,0 0 0,0 1 0,1-1 2,2-1 0,2 1 0,0-1 0,0 0 0,0 0 0,0-1 1,0 1-1,-1 0 0,-1 0 0,-1 0-11,0 0 0,-3 0 1,-1 1-1,-1-1 1,0 0-1,1 0 0,2 0 1,3 0-1,2-1 8,-8 0 1,4 0 0,2 0 0,1-1 0,3 0 0,0 1-1,0-2 1,1 1 0,-1 0 0,-1 0 0,-1 0 0,-3-1 0,-1 1-1,-4 0-1,8 0 0,-4-1 0,-3 1 1,-1-1-1,0 1 0,-1-1 1,2 1-1,2-1 0,3 0-10,-3 0 1,3 0 0,3 0 0,0 0 0,2-1 0,1 1 0,-1-1 0,-1 1 0,0 0 0,-3-1 0,-1 1 0,-4 0-4,8 0 1,-3 0-1,-2-1 1,-2 1 0,-1 0-1,1 0 1,2 0-1,1 0-21,-5 0 1,2 0 0,0 0-1,1 0 1,1 0 0,-1 0-1,0 0 1,-1 0 0,-1 1-1,-2-1-128,5 1 1,-2-1-1,-2 1 1,0 0-1,0 0 1,0 0-1,2 0 1,2 0 150,-3 0 0,2 0 0,3 0 0,0 0 0,0 0 0,0 1 0,-1-1 0,-2 0 0,-4 1 0,-2-1 0,6 1 0,-3-1 0,-3 1 0,-2 0 0,-1 0 0,0 0 0,2 1 0,-1-1 0,1 1 0,0-1 0,-1 1 0</inkml:trace>
  <inkml:trace contextRef="#ctx0" brushRef="#br0" timeOffset="14340">15328 3147 13771,'13'-54'1723,"0"-1"1,-3 6-1,-5 5-743,-16 7-537,-2 11 284,-14 5-150,-11 12-392,-8 9-1786,4 15 0,-1 5 1623,14-4 1,1 4-1,-3 4 1,-3 6 0,3-1-18,-3 8 1,1 2-14,6-4 1,-1 2 0,3 0-748,-1 6 1,4-2 742,4-5 1,7-3-6,23 7 68,16-25 39,21-7 1015,-18-15 1,3-6-1050,5-6 0,0-5-3,5-7 1,0-4-1,0-4 0,-2-3 3,-2-1 0,-3-1-3,-5 1 1,-4 0 16,-6 4 0,-3 0 72,-5 8 1,-3 1 277,1-11 1871,-8 20-2229,-6 14-40,-7 21 12,-12 17-20,6-4 0,0 4-249,-3 7 1,0 4 231,0 4 0,3 2-11,3 1 0,2-1 20,3-10 0,2-1-265,5 10 1,4-2 246,10 3 26,-4-17 0,6-4 82,35-13-259,-11-16 177,-3-11 0,0-8 123,-5-3 1,-1-3-121,10-11 0,1-4-370,-13 10 0,-1-2 0,0-1 357,-1-3 0,-1-1 0,-1-2 5,0-3 0,-1-1 1,-1-1-5,-1-2 1,-2-1-1,1 0 2,-1 0 1,-1-1 0,0 0 5,-1 3 0,-1 1 0,-1 0-4,-1 4 0,-2 1 1,0 2-1199,3-16 0,-2 5 1261,0-9 152,-7 13-202,-11 39 487,-8 16-509,-16 25-3,8-1 0,-2 3 6,2-4 0,-1 6-6,1 4 0,-1 8 1,1 2-1,1-4-357,4-3 0,2-2 0,-1 2 360,-1 0 0,0 3 0,0 1 0,2-4-10,4 3 1,2-3 0,2-3 941,2 3 0,4-2-966,2 6 0,5-2 14,5-11 1,3-5 25,19 8-15,3-24 1,6-8 11,-9-9 0,2-5-283,19-3 0,2-6 271,-5-10 1,-1-5-223,-16 5 0,0-2 1,0-2 230,0-4 0,0-1 0,-2-3 400,1-4 1,-2-2 0,-1-2-400,-1-1 1,-1-1 0,-2 0 9,-2 0 0,-2-1 1,-2 1 32,-3 5 1,-2 0 0,-3 2 185,1-10 1,-7 4-181,-8 10 1,-8 6 44,-23-7-22,-16 23-51,-2 24-61,6 21 25,22 6 0,5 5 11,5-11 0,2 2-39,-2 26 0,2 2 36,4-12 1,0 0-101,2-7 1,0 2-1,1 1-200,-1-2 0,1 1 0,1-1-1151,1 20 1,3 1 1456,5 0 0,2-4 0,-6-24 0,1-3 0,11 23 0</inkml:trace>
  <inkml:trace contextRef="#ctx0" brushRef="#br0" timeOffset="15057">18332 3467 11710,'-14'-40'1531,"0"0"1,0 0 0,-7-18 0,2 4-261,4 14 1,2 3-337,1 5 1,1 2 190,-7-12-633,8 20-387,4 16-61,-1 24 11,-4 26-45,1-7 0,0 5-1352,-4 13 0,0 4 1333,2-14 1,0 3-1,-1 0 6,-1 4 0,0 2 1,-1 0-539,-1 2 0,-2 1 0,0-1 527,-1 1 0,-1-1 0,0-1-285,0-3 1,-1-1-1,1-2 290,1-6 1,1-1 0,1-3 12,-5 6 1,2-5 45,-4 6 1778,12-31-1846,8-31-1020,10-25 1039,0 7 1,2-4-9,5-11 1,2-5-109,-1 12 0,0-3 0,2 0 123,2-6 1,2-1-1,1 0-2,3-5 1,0 0 0,2 0-4,-6 14 0,1 0 0,1-1 0,0 2 6,0 0 0,1 0 0,0 0 0,1 0-9,4-7 0,2-1 1,0 1-1,-2 4-408,-1 1 1,-1 2-1,2 0 398,0 1 1,2-2 0,0 1-1,-1 4-5,12-8 0,0 4-222,-1 0 0,3 3 208,-5 12 0,3 2 0,-3 6-9,-3 6 1,0 4-17,12-1 0,-3 12 764,-17 25 1,-7 8-718,3 23-2,-20-19 1,-6 5 0,-4 0-2,-11 11 1,-6-1-2,0-7 1,-3 2 0,-2-2 85,-4 0 1,-2-1 0,-4-1-77,4-9 0,-3-1 0,0-1 0,2-2-6,1-2 0,2-3 1,-2 0-25,-9 3 0,-3-1 0,4-6 328,4-8 1,3-3-464,0 1 0,2-5-1004,-30-10-3978,51-32 1393,5 2 3754,36-23 0,-12 36 0,2-1 0</inkml:trace>
  <inkml:trace contextRef="#ctx0" brushRef="#br0" timeOffset="16096">19444 2872 19955,'-58'15'420,"-1"-1"0,-3 6 0,8 3-381,5 14-6,19-6 1,5 2 11,12 4-23,2 7 57,20-10 189,16-11-144,-1-5 66,21-6 18,6-21-130,-9 0 12,-11-4 0,-1-3 117,4-16 6,5-13 16,-22 16 1,-2 0 106,5-16 45,-5 3-180,-11 23 152,-3 10-331,-1 6-38,-1 3 32,-4 9-4,-7 11-7,-1 3 6,-8 18 1,2-3-21,6-3 1,1 0-9,-1 7 11,1 16 1,15-41 22,5 4-6,6-11 6,11-3-40,16-15 12,1-6 28,1-6 11,0-9-17,-12 1 28,10-12-16,-16 12 10,-5 5-16,-14 15-23,-5 7-10,-1 4 21,-1 6-10,0 1 5,2 2-12,12 0 18,-3-7 0,19 2-1,18-9-5,-13-1 11,21-7 17,-33-3-16,-1 0 4,-6-8 18,-8-7-17,-2-6 16,-3-8 23,-5 6 6,-2 4-28,0 9 89,-2 1-50,4 14-45,-2-1-23,3 7-83,2 2-185,-2 0 128,4 3-50,0 2 85,3 0-80,0 2-88,1-1 128,-3-1 11,1 0 17,-3-3 117,0-2-341,2-1-806,2-2-1496,5-1 167,-2 1 2471,5 0 0,-8 3 0,2 0 0</inkml:trace>
  <inkml:trace contextRef="#ctx0" brushRef="#br0" timeOffset="17654">19994 2880 7190,'2'-2'5993,"0"0"1098,-2 2-6257,-14-23-201,9 16-128,-10-17-292,14 23 229,0-3-257,1 0-23,0-3 6,0-1 28,0 0-5,-1 1-113,0 4 146,-1-1-73,0 2-100,0 1 77,2 1-128,-1 6 12,6 3-12,5 8-6,11 2 23,10-2-28,9-4 11,6-6 22,-9-3-11,19-11 6,-20-3 28,13-8-6,-20-2 56,-9-1 34,-9 1 5,-6 2-55,-4 5 162,-2 0-45,0 8-61,-1-2-102,0 6-83,1 1-6,0 6 61,-3 8 12,-2 12-22,-2 11-12,-1 9-17,-2 7-11,2-11-168,1-9 0,1-1-280,0 12-111,-1 14-18,13-22-33,10-15 27,12-12 241,9-12 259,5-9 122,1-12 62,-5-9 62,-6-3 106,-6 0 213,-8 6 207,-5 10-61,-7 8-259,-6 7-200,-4 4-85,0 2 6,-7 5-34,8 1 0,0 6 0,14 0 6,12-3-17,4-2-11,33-5 0,-25-5 5,5-3 0,-1-4 1,1-11 16,13-12-5,-25-5 5,-10-4 11,-9 0 17,-12 5 12,-12 9 16,-12 10 6,-12 9-6,-4 14-22,0 7-34,5 12-17,9 10 6,10 7-5,7 7-18,7 2-44,8 0-56,9-2-129,10-7-196,11-9-118,11-11-5,7-12 156,2-12 322,-19-7 1,-2-3 193,14-18 33,-3-9-60,-24 11 88,-6 1 6,-4 9-28,4-3-22,2 5-17,6 6-79,-5 4 6,8 7 0,-8 9 23,0 7 21,-5 10 18,-7 5 5,-9 3-44,-7 1-23,-3-5-40,0-6 29,6-10 56,4-7 5,13-10-10,9-9-52,14-9-21,10-10-6,6-4-285,2 1 346,-4 6-27,-11 9 50,-12 11-34,-12 7 11,-4 10 17,1 11-61,-1-4 16,8 9 23,2-14 340,10 1-345,8-6-46,11-9 17,8-9 0,4-11-197,-27 6 0,-2-3 197,1-4 1,-2-2-10,0-5 1,-2-4 2,1-4 1,-1-3 0,0-4 0,0-2-358,-2-1 0,0 1 433,-5 3 1,-1 2 55,-5 6 0,-3 2 233,-2-15-29,-11 18-200,-5 15-102,-7 11 342,-6 17-375,-6 16-1316,8 5 1,2 3 1314,-8 19-5,11-8 0,3 3-548,7-3 0,3-1 520,-1-8 0,1 1-346,4 12 0,4-1-332,10 7-6,-3-23 1,4 0-1266,7 0 0,4-4-6262,20 11 3036,-3-10 5203,-14-23 0,-21-7 0,-4-1 0</inkml:trace>
  <inkml:trace contextRef="#ctx0" brushRef="#br0" timeOffset="17816">21635 2807 19535,'-7'-3'2828,"1"1"-2716,6 2-358,0 0-595,89-34-1211,-56 28 0,2 1 1019,4-7 1,4-2-1,-2 4 1033,3 6 0,-7 3 0,-7-2 0,0 2 0</inkml:trace>
  <inkml:trace contextRef="#ctx0" brushRef="#br0" timeOffset="18615">23286 2943 15788,'20'-40'893,"0"0"0,0 1 1,3-9-1,-2 4 59,2-11-6,-15 23-88,-2 1-567,-5 15-61,-1 8-185,-2 11 55,-6 26-60,-1 11-24,1-8 1,0 0-274,-4 19 273,-2 9-10,6-3-6,7-2 17,10-2 16,12-23-16,-1-14 22,10-11-5,1-15 72,22-18-55,-16 2 24,-6-2 1,-2-3 30,1-11-33,-10 14 0,0 1 179,1-8-134,-8 16 296,-9 11-386,-13 17-22,0 2 5,-15 19 6,2 13-23,4 3 12,7 6-6,14-22 0,22 5 11,4-20-6,10 2 3,-8-16 1,2-5-3,16-9-4,-13 2 1,-1-4 20,18-20 5,-12-9 0,-14 6 14,-14 5 0,-2 1 8,-1-2 59,-1-1 1,-2 1 63,-4 5-10,0-7-113,-5 21-16,-1 8-57,-1 6-66,-2 11-231,1 9-480,1 13 128,4-3-3389,9 24-5770,1-14 8887,3 4 1,-6-20 0,-6-17 0</inkml:trace>
  <inkml:trace contextRef="#ctx0" brushRef="#br0" timeOffset="18815">24397 2895 24032,'17'-13'-543,"-18"26"-566,-18 22 168,-4 7-2308,12-2 3249,9-9 0,0-9 0,3-5 0</inkml:trace>
  <inkml:trace contextRef="#ctx0" brushRef="#br0" timeOffset="18999">24588 2616 9894,'2'-10'2991,"8"-25"0,1-2-606,-5 13-2321,4-11 1,-1 3 309,-5 23-929,0 14-1277,4 11-599,0 4 2431,10 23 0,-11-27 0,4 9 0</inkml:trace>
  <inkml:trace contextRef="#ctx0" brushRef="#br0" timeOffset="19546">24649 3204 18380,'6'8'3098,"-2"-1"-2605,-4-7-101,66-63-1433,-34 23 1125,-4 10 0,4-4 0,-4 0-14,-6 1 0,-2 0-1747,4-8 1,1 0 1690,-4 6 0,2-1 4,3-4 1,4-4 0,-3 3 78,3-3 1,-1 1-52,-1 3 1,0-2 0,-3 4 23,-3 5 0,-3 3 322,6-22-28,-25 28 91,-3 7-404,-38 26 2626,16 5-2660,-26 18-6,11 10-9,17-7 1,2 5-8,0 1 1,4 2 4,1 11 0,4 1 3,9-10 0,5 0-301,3-1 0,4-2 282,9 18 18,-2-28 1,6-4-6,6-7 1,3-3 2,1-2 0,2-3-185,8-3 1,1-6 178,-6-10 1,-2-3-1,20-12-5,-18-6 0,-4-6 11,-11 4 0,-3-3 2,9-16 1,-2-5-380,-8 0 0,-2 0 391,0-4 0,-2-1 22,-1 1 1,-2 1 287,-2 7 0,-2 1-173,-2 9 1,-3 2 730,-7-12-674,-4 21 194,-2 17-374,3 12 1247,-13 30-1292,7-5 20,-7 17 0,0 7-448,5-11 0,1 3 419,-1-1 0,0 4 0,-1 0-186,0-1 1,1-1 0,0 0-162,-4 10 1,0 1-2147,2-2 1,-1 4 0,3-6 2518,6-6 0,0-3 0,-3 9 0,2-6 0,10-12 0</inkml:trace>
  <inkml:trace contextRef="#ctx0" brushRef="#br0" timeOffset="20589">26715 2429 12847,'11'-54'2182,"-1"1"1,2 4 0,2 6-1186,17-2-415,-1 17-241,-8 15 63,-9 20 78,-9 17-118,-15 25-261,0-14 1,-4 2-481,-7 8 1,-4 2 412,-5 6 1,-3 1-642,8-16 1,-1 1 0,0-2 604,-1 1 0,-1-1 0,1 0 16,-12 13 1,1-2-161,5-8 0,3-3 155,7-8 1,3-3 4,-3 6 136,11-13 44,14-15 590,12-10-725,18-15-27,3-4 33,1-2 0,3-2 499,-10 7 0,1 0-493,14-11 0,0 2-17,-9 6 0,-2 3 186,-2 4 1,-1 2-192,15-5-51,-13 11-6,-14 17 6,-7 12 0,-4 14-2443,3 19 2438,-2-13-56,7 15 16,2-18-22,7 6-45,6-8 0,5-8-17,2-12-5,2-10 22,-1-13 73,-9-2-28,8-25 39,-16 1 33,-4 3 1,-1-1 5,-1-7 83,0-10-21,-11 29-17,-8 2 17,-9 8-17,-21 11-51,7 5 18,-17 9-6,13 3 3386,-5 8-3386,5 3-6,9 1-6,11-2 1,16-4-6,14-6 0,14-8 11,10-9 6,0-10 39,5-16 11,-14-4-33,-5-2 61,-9-3 23,-7 11 66,1-4 52,-6 10-85,-4 7-101,-2 6-33,-2 6-6,-5 10-11,-4 10-61,-6 12-354,-1 10-1046,3 4-1967,6 3 3428,11 1 0,-2-23 0,6-7 0</inkml:trace>
  <inkml:trace contextRef="#ctx0" brushRef="#br0" timeOffset="22899">27673 2718 14185,'14'-46'1691,"1"-1"1,-2 5 0,-5 11-1344,-10 26-136,-1 7 40,0 10-61,0 12-34,1 13-34,1 10 0,1 5 0,2-1-11,3-4 17,4-5 16,5-6 35,3-8 100,2-10 78,2-9-4,2-11-69,6-11 29,4-13-12,2-9-195,-7 2-1,-12 5 0,-1-2-50,4-15-56,-5 10 0,-1 0-11,1-4-190,4-1-527,-7 27 88,2 1-2355,10 14 440,-6 11-643,9 13-1025,-7 11 890,0 6 3333,2-4 0,6-8 0,4-10 0,0-8 1803,-5-6 2600,-7-6-600,-6-2-1182,-6-2-990,-2-1-159,-4 2-940,-9 10-178,-1 2-181,-8 9-61,7-1 45,6-1 56,14-3-101,2-6 190,34-5-178,-3-9-71,-10 0 0,1-3 109,20-17 6,-6-10-95,-17 3 16,-14 3 1,-4-2 67,-1-12 73,0-17-40,-22 23-83,-11 12-35,-17 11-27,-8 12 6,-5 12-12,1 12-28,7 14 23,9 10-34,12 11-40,11 5-111,10 2-398,16-3-688,17-5-80,-10-31 1,6-3-3600,10-1 1,2-5 2818,11 4 0,-1-9 1,-40-9-1</inkml:trace>
  <inkml:trace contextRef="#ctx0" brushRef="#br0" timeOffset="23815">30122 2524 12892,'0'-4'3108,"0"0"-341,0 4-1971,-72-60-902,41 44 380,-19-17 0,-2 5 170,8 31-270,-15 13-135,19 4-62,9 11 106,21-7-122,10 10-3303,22 6 3331,-4-7 2,4-8 1,3 0-32,1-3 1,1-2 36,1 2 1,0-1-1,-2-1 0,0-1-36,14 13 39,-22-1 17,-6-6 16,-36 13 1,-20-17-17,7-7 0,-3-1-6,8-5 0,0-1 39,-16-1 1,1-3-838,-8-3 834,20-2 1,2-3-26,5-4 2766,15-11-3090,24-4-256,10 2 1,6-1 168,4 2 0,3 1-52,15-5 0,1 2 346,-3 4 0,-2 3 81,-9 3 0,-1 1 5,2-2 1,0 1 25,16-7-1317,-18 6 0,-1 1 1384,9-5 1273,1-4-646,-32 14 6,1 0-465,-12 6 566,-1 2-482,-3 5 3303,-5 7-3544,-2 3 23,-5 14-62,-1 13-51,6 3-27,1 1-230,15 4-549,3-16-16,3 4-2387,5-8 3204,1-13 0,-7-4 0,1-6 0</inkml:trace>
  <inkml:trace contextRef="#ctx0" brushRef="#br0" timeOffset="24000">30470 2437 19949,'-19'-30'-2414,"6"22"-3669,21 57 6083,-1-3 0,2-6 0,-5-23 0</inkml:trace>
  <inkml:trace contextRef="#ctx0" brushRef="#br0" timeOffset="24825">30645 2673 14734,'1'-4'5081,"1"1"-2751,-2 3-2212,15-17-51,-16 31-28,9-5-28,-19 34 12,1 1 21,2-3-38,2-12 22,3 3 28,1-18 90,3 1 100,25-23-156,1-10-6,25-16-3381,-4-6 3358,-8 5 29,-8 9 0,0 0-126,11-4 36,-14 10 0,-1 3 0,3 3-73,-3 13-67,-17 12-44,3 13-63,-10 12-139,0 7-175,2 1-346,7 1-622,10-4-661,16-3 3083,16-10-1562,-20-18 0,2-2-225,4-3 0,0-3 947,-7-2 0,0-2 230,13-8 0,-3-4 860,11-13-440,-19 5 0,-4-2 747,1-20-738,-17 7 1091,-25-16-963,-13 20-449,-19-11-66,-7 20-141,1 10-111,4 8-73,9 13 11,7 8-2447,7 12 2441,8-2 989,3 22-988,10-6 0,0-1 351,10-5-284,1-22 190,5-3-145,4-13 3341,-3-3-3179,17-18-11,-9 3 39,10-10-17,-13 8-56,-6 6-128,-8 8-102,-5 4-10,-4 12 16,-5 12-5,-7 19-1,-3 3-5,-6 3 0,-4 4-814,3-8 1,-4 1 783,1-1 0,-3 3 1,-1 0-44,1-4 0,0 0 0,-2 0-60,-1 3 1,-1 0 0,-1 0-102,-1 0 1,-1-1 0,0-1 24,2-2 0,-1 0 0,1-3 119,-10 7 0,1-4 84,12-11 1,3-7-174,-2-9-337,31-30 57,9-8-1034,13-13 0,5-5-1904,-1 3 1,2-2 3396,4-3 0,2-4 0,-3 6 0,-6 7 0,-2 3 0,2 1 0,-1 0 0</inkml:trace>
  <inkml:trace contextRef="#ctx0" brushRef="#br0" timeOffset="25559">31866 2957 21338,'48'-23'235,"-13"3"0,0-1-573,-7 5 1,1-3 376,14-11 1,0-4 2,-11 5 0,-2-1-3,8-11 0,0-3-975,-1-2 1,-1-1 960,-9 10 0,-2-1 148,-3 1 1,-1-3 0,-3 4 84,3-12 30,-5 5 0,-4 2 684,-16 14-860,-1 4 67,-20 10-134,-8 31-11,-13 10-18,21 0 1,1 5-14,2 2 0,1 3-6,2 5 0,1 0-177,4-7 1,2 1 140,-1 20 0,4 1-28,6-19 0,2-1 170,-1 9 0,4-2-221,11 12-255,12-24 1,5-5 1823,2 2-1742,20-6 0,2-7 207,-13-18 42,1-5 0,-1-6 36,-1-17 23,-1-2 45,2-13 719,-12 4-25,-6 2-342,-11 9-263,-15 18-3302,-17 9 3196,7 6 0,-15 5-34,11 5-5,0 7-18,7 4 35,10 0 10,13-2 3399,14-5-3410,0-8 51,28-8-17,-18-10-23,15-10 18,-21-10-6,-8-7-1,-10-4 57,-6 0 0,-12 4-28,-9 6 16,-12 11 12,-9 8-17,-5 9-45,-2 11-27,1 13-1,4 15-20,17-6 1,4 1 8,-5 17-6,10-13 1,4 1-405,9 14 49,3-19 0,4 1-701,4-2 1,3-2 1061,7 1 0,1-3 0,4 3 0,-1-7 0</inkml:trace>
  <inkml:trace contextRef="#ctx0" brushRef="#br0" timeOffset="27376">2751 4965 14740,'-49'4'300,"0"0"1,-1 4 0,6 5-10,-2 22-36,14-7 1,1 4-105,5-2 0,0 1-70,-4 9 0,0 2-45,2 7 1,5-1-48,8-10 0,3-2-6,4-3 0,5-3 881,20 9-1155,15-16-158,1-11 1,3-3-16,18 2-185,-9-9 0,3-5-43,-14-4 0,2-3-691,20-12 0,1-4-68,-7-1 0,-2-3 397,-11 4 1,1-1 0,-4-2 625,7-10 0,-5-1 537,-5-1 0,-4 0 73,-7 9 0,-5 0 481,-3-6 1,-6-1 1622,-5-18-351,-4 15 0,-2 1-949,-3-10 428,1 17 1,1 3-228,1 4-569,-1-2 160,5 15-8,0 10-731,1 8 1338,4 14-1209,2 22-101,2 2-3,-4-6 0,-1 4-430,-1 11 1,-1 2 385,0-11 0,-2 3 2,-1 4 0,-1 6 1,0-7-1,0-8 1,-1-2-18,0 9 1,-1-2 11,2 11 5,6-28 101,3-8 28,8-19-33,19-33-45,4-13-26,-11 13 1,-1-2-228,10-15 253,-16 20 0,0 0 106,7-19-140,-4 10 7,-1 3 832,-14 26-856,8 8-22,-3 15 11,9 15-5,1 11 0,3 6-3300,2 2 3299,-6-12-32,10 6 38,-11-23 56,9 3 68,-8-20-68,-4-8 51,7-19 83,3-24-134,-13 21 1,0-2 10,2-7 0,-1-1 9,-4 5 0,-1 2 3311,4-16-2939,-1-6-257,-8 32 398,0-6-516,-5 24-79,0 11 18,0 14-23,-1 15-11,3 9-135,4 2-308,7-2-430,7-5 240,0-13-3513,17-5-5674,-10-16 9274,4-1 0,-16-7 0,-11-1 0</inkml:trace>
  <inkml:trace contextRef="#ctx0" brushRef="#br0" timeOffset="27525">3851 4845 15541,'-29'24'0,"5"-5"0</inkml:trace>
  <inkml:trace contextRef="#ctx0" brushRef="#br0" timeOffset="28292">4102 5537 22169,'34'-47'136,"0"0"1,-1 0 0,-1 2-1,-1 0 1,-4 2-34,0-6 1,-4 1-2044,0-6 0,-2 1 1965,-6 9 1,-1-1 26,-2 1 0,-1-5 1,-1 4 244,-2 0 1,0 0-245,2-17 1,-1 2 325,-6 20 1,-2 4-168,-7-17 6,-5 22-140,-7 18 2124,2 15-2168,-13 37-6,5 12-195,6-9 1,1 4 152,3 1 0,3 1 19,1 5 1,2 0-3,2 1 0,3 1-54,2-1 1,4-2 47,4-5 1,3-3-133,6-5 1,3-5-57,17 12-319,3-26 1,5-7-108,-8-8 1,2-5-657,20-3 1,2-5 743,-4-6 0,-2-6 299,3-5 0,-2-3 210,-2-2 0,-2-3 110,-4 0 0,-4-1 95,-6 1 0,-5-1 30,-6 3 0,-5 0 490,2-21 1002,-17 14-1051,-18 17-126,-14 15-149,-15 23-45,-11 18 94,22-10 1,2 4-384,-1 3 1,2 1-40,6-7 1,2 1-9,0 11 1,4 1 16,4 9-20,6-15 0,3-1-8,14 6 5,12-13 23,12-16 0,11-21 0,7-20-3,-24 8 0,-1-4-55,0-6 1,-2-2 62,-2-4 1,-2-3 13,-2-3 1,-3-2 22,-3-4 0,-2-1-568,-1-2 0,-2-1 587,-1-2 1,-1 1 19,0 1 0,0 0-256,-2 6 0,0 2 247,-1 12 1,-2 3 159,0-1 1,-2 3-20,-1 5 464,-1-1-677,0 29 1337,0 22-1326,1 28-28,-3-10 0,0 3-54,1-4 0,-1 3 24,-4 10 0,-2 6 1,0-2-779,2-12 1,0-1 0,-1 2 149,1 1 0,0 3 0,-1 1 0,2-3 658,1 8 0,1-3 0,0-4 0,0-4 0,2-4 0,2-10 0,1 1 0</inkml:trace>
  <inkml:trace contextRef="#ctx0" brushRef="#br0" timeOffset="28976">6047 5269 20907,'-3'-2'1462,"1"0"-5154,2 2 3692,-2 9 0,2-7 0,-2 7 0</inkml:trace>
  <inkml:trace contextRef="#ctx0" brushRef="#br0" timeOffset="29850">11784 6310 18005,'1'-59'764,"1"0"1,0 0 0,-1 0-1,1-10 1,-1 3 0,0 15-479,1 12 66,-6 25-312,0 18-24,-4 10 1,-5 30-23,4 1 1,-2 5-699,1 3 1,0 4 559,2-9 0,-1 3 1,2-2-408,2-5 0,0 0 0,1 0-1531,1-1 0,1 1 1,0-2 2081,-1 13 0,2-4 0,0-17 0,2-5 0,-1 5 0</inkml:trace>
  <inkml:trace contextRef="#ctx0" brushRef="#br0" timeOffset="30266">11953 5639 9870,'-52'-37'1014,"1"0"1,0 1 0,4 7 0,0 4 0,0 12-849,0 15 0,0 10 0,1 6-559,0 5 1,1 5 0,2 4 537,-4 5 1,1 4 0,2 3-509,9-5 0,2 2 1,0 1-1,3-1 404,-4 5 0,4-1 1,0 6-40,9-6 0,-1 5 0,2 2 0,2-1 1,4-4-61,-1 10 1,5-4 0,2 4 43,0-1 0,1 4 0,3 0 0,5-5-7,9-2 1,4-4-1,4-4 1,6 6 1,6-5-15,-1-15 1,4-3-1,3-5-453,6-4 1,4-6 0,1-1 398,2 0 0,1-2 0,3-3 42,-6-5 0,2-2 0,0-2 0,-4-2 97,-1-1 0,-2-2 0,1-4 6,3-6 1,3-5-1,-1-2 1,-6 2 40,5-4 0,-1-3 107,-2-3 1,5-7 0,0-2 0,-8 3-8,-11 2 0,-4 2 0,0-2-124,6-6 1,1 0 0,-5-4 65,-4-9 0,-4-4 0,-5 3-45,-3-5 0,-3 0 80,-2 5 1,1-4-1,-4 5-153,-4 3 1,-6 3 10,-12-7 1,-8 7 210,-2 22 0,-2 4-255,-4-6 0,-4 5-208,-20 11 1,-1 11-418,18 6 1,-1 5-1749,-17 5 1,2 5 2383,19 2 0,5 1 0,-8 11 0,21-12 0</inkml:trace>
  <inkml:trace contextRef="#ctx0" brushRef="#br0" timeOffset="30759">11845 6927 15388,'-39'33'222,"-1"-1"0,1 1 1,-1-1-1,1 2 1,0 0-1,2 0 0,2 2-155,-4 9 1,4 1 0,1 0-823,4-8 1,2 0 0,-3 3 774,3-3 0,-2 4 0,-2 2 1,2-1-1,1-4-460,-6 12 1,2-4-1,-2 2 435,5-6 1,-2 2 0,1 1 0,1-3-56,-4 6 1,1-2-1,4-3-534,-2 8 0,4-2-2090,3-5 1,3-2 2683,7-9 0,5-4 0,8-10 0,4-15 0</inkml:trace>
  <inkml:trace contextRef="#ctx0" brushRef="#br0" timeOffset="31643">10750 8675 14241,'-6'-2'4324,"0"1"-4072,6 1 1127,0 0-719,-9-55-122,8 27-396,-4-9 1,3-3-19,15-13-113,-1 16-6,3 7 1,3 3-17,22-8 5,-12 15 1,4 2-130,2 3 1,2 4 103,1 4 1,1 5 4,-2 6 1,-1 5 8,-3 5 1,-4 5-29,-5 8 0,-6 4-62,-6 5 1,-7 4-670,-10 8 1,-8 1 587,-9 7 1,-5 0 99,4-16 0,-3 1 1,0-2 57,-3 2 0,-1-1 0,0 0 50,1-4 1,-1-1 0,1-1 82,-10 9 1,2-5-43,12-11 1,1-4 112,-10 9-62,26-23 140,14-7-90,25-16-106,24-13-45,1-2-439,-1 1 1,4-3 427,-14 7 0,1-1-15,-2 2 0,2-3 0,-1 1-80,10-6 0,-3-1-132,-3 1 0,-3-1-221,-7 0 0,-4 1 95,-9 8 1,-5-2-1389,-2-10 0,-8-3-1126,-14-18 1998,-4 14 1,-7-1 646,-21-5 1,-5 3-296,11 13 0,-3 1 552,-2 2 1,-5 0 0,0 4 129,-5 2 0,-1 3 100,5 5 0,-1 0 0,-2 2 162,-1 3 1,-2 1 0,-1 3 89,-2 3 0,-1 2 0,0 2-4,-4 3 1,-1 3 0,1 2-92,-2 2 0,-1 4 0,1 2-372,-1 2 0,0 3 0,1 3 144,2 3 1,0 3-1,2 3-75,14-7 0,1 2 0,1 2 0,2 2-10,1 2 0,1 3 1,2 1-1,3 2-7,1 3 0,2 2 1,2 2-1,3 0-28,2 3 0,2 2 0,3 0 1,2-1-46,0 4 1,3 0 0,7 1-22,8 0 1,6 3-1,5-2 1,3-7-73,6-6 1,4-7-1,5 0-29,1 0 1,4 2 0,3-3 0,2-8 10,0-10 1,2-6 0,1-3 0,0-4 27,4-2 1,1-4 0,1-3 0,-1-2 27,2-2 1,0-4 0,0-2 0,0-2 54,-2-3 1,0-2-1,-1-3 1,-1-1 23,-2-3 0,-2-1 1,-1-2-1,-2-1-9,-3-1 1,-1-2 0,-3-1 0,-1-1-12,-3 1 1,-3-2 0,-1-1-1,-2 0 14,6-14 0,-4 0 0,-4-2-12,-3 1 1,-3-1-1,-3 0-387,-4 0 1,-2-1 0,-3 1 375,-3 2 1,-3 1-1,-3 1 7,-4 3 1,-3 2 0,-4 2 195,-10-15 1,-7 7-223,-9 6 1,-6 8-54,-5 6 1,-5 8-180,-1 4 1,-2 6-749,2 5 0,0 5 975,2 6 0,5 2 0,-6-1 0,16 8 0</inkml:trace>
  <inkml:trace contextRef="#ctx0" brushRef="#br0" timeOffset="32059">11387 9285 18767,'-3'-5'3097,"0"0"-2890,3 5-155,92 83-1989,-56-40 0,2 3 1934,-5-10 0,4 2 1,0 1-1,-4-2-5,-5-1 1,-2-1 0,-1 0-139,0 1 1,1-1-1,-1 0-375,6 10 1,0 0-1460,-5-7 1,1 2 0,-1-1 1979,7 13 0,-3-4 0,-9-15 0,-3-4 0,1 5 0</inkml:trace>
  <inkml:trace contextRef="#ctx0" brushRef="#br0" timeOffset="32660">12095 10427 14639,'-4'-6'3949,"1"0"-3826,0-23 0,4-6 91,14 2-181,-5-9 1,5 0-18,16 19 1,6 5-20,-4 4 1,2 1-259,8 0 1,0 4 237,-9 9 1,-1 3-6,15 5 5,-9 11-49,-3 22-63,-14 16 39,-10-22 1,-2 3 2,-9 2 1,-5-1 59,-6 14 75,-2-22 0,-3-2 238,-14 11 238,7-15 0,-1-3 558,-13 5-380,5-10 352,16-15-326,11-4-341,2-7-347,9-4-23,9-9-22,5 4-17,21-5 0,5 8 2,-17 7 1,3 3-20,7 3 1,-2 5 288,20 10-336,-30 7 0,-6 5 8,-9 11-62,-18 19-387,-20-16 1,-9 0-92,1-3 0,-4 0-457,1-1 0,-4 1 0,0-2 194,2-5 0,-1-3 1,2-3-282,-8 5 0,0-4 1168,-12 0 0,6-5 0,14-8 0,-11 1 0</inkml:trace>
  <inkml:trace contextRef="#ctx0" brushRef="#br0" timeOffset="33050">12400 9851 14068,'-40'18'719,"-1"0"0,1-1 0,-1 5 0,2 1 1,2 3-489,4 2 1,2 3-1,2 2-1196,-4 7 0,1 3 1,1 2 1135,-2 6 1,1 2 0,2 0-113,6-9 1,1-1 0,0 5 17,3 3 0,-1 5 0,3 1 0,2-4-49,5-2 0,2-4 0,2 4-33,0-1 1,0 3 0,2 0 0,5-4 0,6 0 0,5-4 1,2-2-3,4 5 1,7-6-33,9-10 1,8-4 0,0-5-396,12-6 1,1-6 394,-11 1 1,1 0 0,2-6-68,15-10 1,3-8 0,-4-2 70,-16 1 1,-2-2-1,2-3 45,1-1 0,3-2 1,0-2-1,-4-1 86,3-8 0,-4-2 0,-2 0 15,6-7 0,-3-5 155,-8-3 0,-2-5 0,-6 0-118,-10 12 0,-3 2 1,-2-4-68,2-1 1,-1-3 0,-1-1-1,-4 1 5,-3-6 1,-5 2 0,-3 0-27,-4 3 1,-3 1 0,-5 2-17,-4 6 0,-3 2 0,-5 4-17,-20-7 0,-8 9-27,12 15 1,-2 5 0,-1 4-25,-3 3 1,-1 4 0,0 2-558,-1 2 1,1 3 0,2 1 383,-8 2 0,2 4-1429,13 2 1,-1 4 0,5-1 1372,8 0 0,3 1 0,-5 1 0,4-1 1,10 0-1</inkml:trace>
  <inkml:trace contextRef="#ctx0" brushRef="#br0" timeOffset="33993">12419 11411 21524,'-47'35'13,"0"-1"1,1 0-1,8-2 1,-1 3 0,0 2-1,1 0 1,3-1-5,-6 11 0,5-1 1,-3 4-748,5-8 0,-2 3 1,-1 2-1,0-1 0,1-1 740,4-4 0,0-1 1,0 0-1,1-1 0,-1 1-428,-7 10 1,-1 0 0,0-1 0,1 0 418,2-3 0,1 0 0,1-1 0,0-1-17,5-4 0,0-2 0,1 0 0,2-2-14,-1 6 0,1-3 0,3-2-71,1 1 0,4-3-881,2 20 369,24-38 1629,13-13-1058,12-31 123,3-24 1271,-17 19 0,-2-3-1224,-2-4 1,-2 1-43,-3 6 1,-2 1 170,0-11 0,-3 2 126,0-7 1838,-5-10-1882,-2 30-95,-4 12-108,2 9-88,-1 7-7,-6 15 1,3-3 325,-7 20-219,7-5 28,2 11-34,4 4-5,6 1-45,4 1-56,6-4 17,4-5 5,5-6 12,4-8 5,8-8 40,5-7 21,4-8 52,7-13-119,-17 1 46,7-12 21,-20 5 24,2-6-18,-5-2-22,-5-1-11,-2-1-56,-3 7 95,2-5 11,-4 13 6,1-2-62,-4 11-34,-1 4-727,-1 2-454,-3 8-1378,0 4-3988,-4 13 6486,-1 1 0,3-8 0,1-7 0</inkml:trace>
  <inkml:trace contextRef="#ctx0" brushRef="#br0" timeOffset="34509">11538 12825 12068,'1'-6'6016,"-1"0"-4694,0 6-667,8-61-101,-5 40-268,1-15 0,1 3 16,-2 22 544,-1-5-325,-1 7 39,1-4-56,-1 6-22,-1 3-342,1 2-90,-1 2-22,0 18 39,1 8-33,0 11 28,-1 20-23,-3-17-403,-2 6 0,-3 5 378,1-15 0,0 2-18,-1 3 0,0 3 0,0-4-35,2-3 0,0-2-213,0 10 0,2-1-1266,6 5-1232,7 6-3826,6-14 6576,1-17 0,-4-12 0,-6-9 0</inkml:trace>
  <inkml:trace contextRef="#ctx0" brushRef="#br0" timeOffset="34910">11845 12665 12240,'-26'-57'1355,"0"0"1,0 0-1,2 10 1,-2 2-1,-2 7-1410,-8 5 0,-4 8 371,-8 9 0,-2 7-483,4 5 0,-2 4 385,-13 2 1,-3 7-44,12 5 1,-2 5 0,5 0-454,-4 2 0,1 7 381,12 3 1,-4 6 0,3 3 0,6-4-54,0 6 1,4 3-11,3-2 1,-3 6-1,1 3 1,3 1-11,5 2 1,3 3 0,2 0 0,1 1-490,3-11 1,0 2-1,1-1 1,0 2-1,2 0 450,0 7 0,0 3 0,2 0 0,2-2 1,3-2-25,5 1 1,2-3 0,4-1 0,3-3-533,6 9 1,5-4-1,3-6 523,7 5 0,9-12-14,-4-21 0,6-7 0,3-9-8,12-14 1,3-12 0,1-3 50,-12 4 0,0-1 1,1-2-1,0-4-133,-1-2 0,2-3 0,1-2 0,-3-1 0,-3 2 155,-4-1 1,-2 1 0,-2-1 0,0-2 26,6-7 1,1-3-1,-2-1 1,-3 1 111,-2-5 0,-3 2 0,-1-4-101,-6 7 1,0-3 0,-1-1 0,-4 0 173,-4 2 0,-3 0 0,-2-1 0,-4 0-171,-3-6 1,-4-2-1,-3 1 1,-1 4-35,0 3 1,-3 2 0,-5 1 1,-6-10 1,-5 0 0,-6 10-28,-12 13 1,-7 9 21,7 5 0,-4 2 0,-3 5-28,-15 7 0,-4 7 0,1 4-47,7 0 1,0 4-1,2 1 231,-1 1 1,1 2-1,3 3-631,6 2 1,2 2 0,4 2-2017,-2 6 0,4 2 2409,-3 4 0,4-1 1,-4 9-1,22-18 1</inkml:trace>
  <inkml:trace contextRef="#ctx0" brushRef="#br0" timeOffset="35689">11957 13402 17686,'-6'-3'1300,"2"0"-1009,4 3-145,66 36-43,-35-22 1,2 1-645,8 5 1,6 3-1,-1-1 599,-4-4 0,-1-1 0,1 0-402,5 2 1,1 0 0,0 0 382,4 1 0,0-1 1,2 1-50,2 0 1,2-1 0,0 1-777,-12-5 1,1 0-1,-1 0 1,-1-1 323,5 1 1,-2-1 0,1 2 461,0-2 0,2 2 0,-2-1 0,-7-2 0,-8-3 0,-3 0 0,16 4 0,0 0 0</inkml:trace>
  <inkml:trace contextRef="#ctx0" brushRef="#br0" timeOffset="36455">14408 13943 20621,'-39'-10'17,"1"-1"-1,-2 3 1,3 8 5,5 17 1,2 6-529,-4-2 0,-1-1 570,-1-2 0,0 0 31,1-1 1,-1-2 10,3-2 1,1-1 72,-23 7 238,12-6-266,15-4 129,11-4-285,9-3-34,5-1 33,3 0 601,1 4-578,3 3 101,3 6-118,1-2 61,4 19 6,-5-1 52,1 20 26,-7 4-49,-7 6-375,0-28 0,-1-1 313,-9 27-12,0-8 23,4-16 134,6-15 281,3-10 520,3-9-896,0-9-12,-1-15 575,0-11-624,0-14-29,1 1-11,7 0 6,6 5-23,18 6 1,4 16 16,4 6-5,12 15-18,-6 11-44,11 10-16,-10 13-40,-17 11-112,-17 10-485,-15-23 1,-6 0 195,-3 5 0,-6-1-470,-5 2 1,-5-1-3906,-10 3 1,-2-3 2576,13-13 0,-1-3 2339,-7 0 0,4-6 0,14-11 0,2-1 0</inkml:trace>
  <inkml:trace contextRef="#ctx0" brushRef="#br0" timeOffset="36845">13975 13723 13513,'-57'-5'1297,"0"1"1,0 4 0,3 5-1105,9 9 0,2 4-1275,-4 9 0,1 4 1311,-1 7 1,1 5-92,14-11 1,1 3-1,2 4-22,3 1 0,1 4 1,1 1-1,2-2-436,0 0 0,3-2 0,0 3 352,2 6 0,0 6 1,2-1-1,3-6-15,3 4 0,4 1-23,3-3 0,1 8 1,3 0-1,3-4-43,4-3 1,3-4 0,2 3-212,0 1 1,3 3 0,2-1-1,3-5 146,10 0 0,4-4 1,4-6 38,5-4 0,4-6 0,2-5 30,5-8 0,3-5 1,1-7 55,-12-6 0,1-4 0,0-3 0,0-3-286,0-3 0,1-4 0,-2-3 0,0-2 468,-1-3 0,0-3 0,-2-2 0,-1-2 64,-1-1 1,-2-2 0,-2-2 0,-1-3 86,2-7 1,-2-4-1,-2 0 1,-4 3-237,0 2 0,-3 2 1,-4-5-183,-4-7 1,-1-7-1,-4 2 1,-5 7 154,-5 4 0,-7 0-10,-1-9 0,-4-6 0,-7 8 64,-10 5 0,-10 7-146,-8 8 0,-8 0 0,1 6-17,-5 0 0,-5 8-64,11 13 0,-6 3 0,-1 5 0,2 3-172,-3 7 1,1 6 0,-2 2-847,4-2 1,-3 2 0,1 1 0,1 1 1109,6 0 0,0 1 0,3 0 0,3 0 0,-18 7 0,9-2 0,-6 5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13:50:11.7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1740 2149 20615,'52'-22'25,"-1"1"0,-12 6 1,2 0-1,1 2-176,7 0 0,1 1 0,2 0-1160,2 0 0,2 0 1,-3 1 999,-10 2 1,-2 0 0,2 1-1581,12-1 0,1 0 0,-5 1-1492,-6 2 0,-3 0 3383,9 0 0,-5 0 0,-11 3 0,-27 3 0</inkml:trace>
  <inkml:trace contextRef="#ctx0" brushRef="#br0" timeOffset="200">2239 2050 17143,'-3'0'3400,"0"0"-2924,3 0-432,-15 49-32,10-1-1515,-1-10 0,-1 7 0,2-2 847,3 10 1,1-1-149,-1 2 0,1 0-3218,0 4 0,1-3 4022,0-16 0,1-4 0,-1 28 0,0-29 0</inkml:trace>
  <inkml:trace contextRef="#ctx0" brushRef="#br0" timeOffset="1289">2551 2528 15642,'0'-8'4391,"0"0"-2985,0 8-694,-1-63-432,0 46-308,1-19 0,-1 8-135,1 26 113,15 17 55,-4-4-21,22 27-7,-13-12-25,-2 15 0,-2 3 37,-4 0 28,-7 10 0,-5-1 27,-9-16 35,-2-6 0,-3-3 218,-5-8 274,-4-5-325,7-19-117,5-15-90,6-4 29,8-19-52,11 2-55,3 9 0,5 1-26,0 4 1,3 3-1769,9-4 0,1 4 1609,15-3-96,-19 15 1,1 2-716,13 2-399,8 1-252,-11 8-213,-3 2 1569,-16 0 145,-4-1 532,-14-2 4701,-2 1-4421,-2-1 837,-1 2-1106,0-2 325,-1 3-67,-1-1-263,-1 0-236,1 0-89,2 1 23,4 3-18,1-2 41,13 3-1,4-6-28,14 0-3409,14-13 3386,-15 3 112,6-12 85,-25 4-6,-2-5 27,-9-2 40,-3 0 68,-6-2-130,-1 7-84,-2 3 3561,-3 6-3594,3 6-79,-2-1-50,0 13 0,-4 9 11,2 5-22,-8 22-23,9 0-36,4-9 0,2 0-19,4 13-1893,5-11 1,4-3 1678,4-8-542,19 18-1026,12-31 667,10-10 816,3-9 223,-18-12 0,0-5-310,11-14 556,-19 15 1,-2-2-15,-5-4 1,-4 0 531,-1-6 2711,2-7-1938,-17 13-638,-10 16-185,-8 0 730,-7 8-982,-4 6 521,3 3-774,4 5 1,7 4-17,6-3-17,6 9-22,14 1 11,-2-3-56,20 2-78,11-16 95,2-6 67,1-5 39,-1-23-11,-27 10 112,15-30-6,-25 15 57,1-16 77,-11 13 46,-6 5-68,-6 8-72,-5 8-68,-2 9-78,-4 8-16,-2 14-7,-5 13-22,2 13 1,7-3-96,13-6 0,5 2-913,13 16-1854,1-13 0,4-1 2879,20 13 0,-8-20 0,-9-13 0</inkml:trace>
  <inkml:trace contextRef="#ctx0" brushRef="#br0" timeOffset="1733">6001 2388 20461,'14'-44'614,"1"0"0,-2 5 1,-4 12-325,-8 24-278,-5 21 77,-4 20-195,-3 21-51,1-1-613,4-8 0,1 1-981,2-14 1,1 0-1126,0 15 0,2 1 2876,5-13 0,1-5 0,1 5 0,3-12 0</inkml:trace>
  <inkml:trace contextRef="#ctx0" brushRef="#br0" timeOffset="2100">6279 2210 16516,'-13'-48'1320,"0"0"0,1 5 0,-3 12-1125,-9 24-77,-5 18-17,-2 11-51,6 5 34,-1 26-73,18-12 1,5 17 16,19-18 0,3-14 117,20-6 74,-12-18 55,13-8-16,-14-13 11,-7-9 0,-9-7-45,-10-3-123,-5 7 173,-12-8-111,3 18-119,-5-3-189,9 16-40,3 10 73,2 6-706,-2 29-269,4 2 51,1-7 0,2 2-1339,2-2 0,2 0 2375,1 4 0,1-3 0,3 6 0,-1-8 0</inkml:trace>
  <inkml:trace contextRef="#ctx0" brushRef="#br0" timeOffset="2667">6484 2482 10735,'3'-4'8548,"-2"0"-4852,-1 4-3852,11-49-12,-9 41 162,9-28 23,-12 61 0,1 12-1,2 20-16,0-16 12,0 7-1,-1-25 874,3 10-712,-2-29-38,2-2-12,0-38 6,2-10 39,6-4-45,3-1-73,3 8-27,-3 15-1,7 5-28,-4 14-5,10 0-28,0 11 17,4 8 10,-8 3-16,2 16 0,-10 14 17,-5 5 11,-5 9 0,-9-17 6,-1-14 78,0-12 134,3-9-11,2-17-184,1 1-6,6-24-12,0 10-1670,8-11 0,3-1 1715,0 1 0,4-1 1,1 3-6,2 6-34,7 0 0,-4 12 0,-2 9-50,-1 15-123,7 20 72,-11-1 3174,7 27-3890,-17-5-253,-6-14 0,-1 3-3517,-2 3 0,-3 1 4576,0-3 0,-1-2 0,-1 12 0,0-22 0</inkml:trace>
  <inkml:trace contextRef="#ctx0" brushRef="#br0" timeOffset="3118">7437 2644 20215,'30'-54'1157,"0"0"1,-5 7-1,-3 9-759,-11 23-221,-6 9-194,-3 11 118,3 12-6,5 36-81,-6-21 0,0 2-317,1 2 1,-2 3 299,-2 9 0,-3 2-581,-4-3 1,-2 2 527,0-7 0,0 3 0,-1-1-19,-2 0 0,-1 0 1,1-1 23,-6 15 1,1-3-80,4-11 0,1-6 169,0 8 96,4-27-102,2-28-33,-6-34-3,6 13 1,1-3 32,-1-3 0,1-3-30,1-11 0,3-3 70,3 4 0,3-2-55,-1 7 0,1-1 0,2 0-1,1-1 1,3 1 0,1 1 7,0 1 1,1 1 0,1 0 3,3-3 0,1 1 0,1 3-26,6-9 0,0 3 5,-3 5 1,2 4-9,0 8 1,2 5-77,2 8 1,0 2 55,18-11-22,-9 18 1,-2 5 21,-8 8-5,13 10-106,-16 29 61,-14 5-39,-16-3 0,-6 0-56,-13 13-225,-10-18 0,-7-2-333,8-15 0,-2-4-772,-8 6 0,-1-3 1498,3-4 0,3-4 0,-6 2 0,15-10 0</inkml:trace>
  <inkml:trace contextRef="#ctx0" brushRef="#br0" timeOffset="4590">8057 2532 9946,'3'5'6564,"-2"-2"-901,-1-3-5478,51-43 11,-29-3-693,9 2 0,-1-7 569,-15-10 1,-7 0-56,0 17 0,-1-1 41,1-7 0,1-6 0,-2 8 3,-2 16 1,-1 0 141,2-12 1,0-5-1,-1 8 32,-1-7-5,-2 10 0,-1 3 424,-4 13-554,-2 3-111,0 17 11,-3 21 23,0 23-23,2-6 0,1 4-184,-1 10 1,1 5 173,1-2 1,1 5 0,0-4-185,0 5 1,0 0 153,1-3 1,0 3 0,2-3-90,4 2 0,2-2-205,0-3 0,3-2 214,3-3 0,3-6-2910,14-2 2846,-6-19-132,23-29 305,-22-5 19,3-8 0,0-5 191,-9 1 0,-1-1-151,7-10 0,0 0 38,-1-1 1,-1 3 59,13-18 660,-9 9-257,-16 27 2943,-3 2-3308,-10 11-13,-1 6-171,-3 3 683,-4 10-700,2 19 6,2-8 0,11 17 11,3-26 0,16 5 0,3-10 5,20-4 6,-13-7 29,15-19-7,-29-4-5,1-7 23,-14-7 106,-20-11-107,6 16 62,-17-10-28,10 31-28,-5 2-44,5 6 4,-13 17-16,5 6-22,-8 20 5,12-6-25,10-3 0,2 2-8,2 2-79,4 7 0,2-1-28,3-5-90,2-4 1,3 0-1003,19 8 331,7-8 526,4-9-399,24-25 685,-18-15-159,-11 1 1,-1-2 337,6-15 142,-14-1 1,-1 0 3,-1-5 201,1-4 0,-2 1-95,-6 8 201,-2 4 1,-2 2 39,-5 9-264,0-2-246,-5 16-123,-2 4 44,0 9 636,2 8-624,0 17 11,1 13 11,-1 8-11,-1-9-5,-2 7-12,1-15 22,0-5 12,0-12 17,2-16 16,2-8-16,3-9 5,12-24-28,-4 5-6,3-4 1,1 0 11,5-8-6,-6 14 1,0 2-1,3-1-22,4 8 11,-9 16 0,7 7-12,-2 14 40,1 15-33,-5-1-18,2 24 29,-11-25-15,0 3 1,-1-2 8,-1-6-11,7 18 22,-4-27 23,5-1-11,5-14-12,7-10-5,9-8-6,5-9 11,-6 5 0,15-9 11,-20 14 18,7-4 49,-21 13 6,-9 4-72,-5 4 145,-1 0-168,0 4 22,0 1-22,2 5 0,0 0-5,2 2 10,-1 0 1,0 0 5,-1 1-17,0 0-55,1 2-264,0 3-1204,1 4 1529,2 7 0,-3-13 0,0 0 0</inkml:trace>
  <inkml:trace contextRef="#ctx0" brushRef="#br0" timeOffset="6940">10212 2416 21786,'-10'34'689,"-1"0"0,-4 19-330,68-59-203,-9-7-86,-10 1 0,-1-2 121,15-20-277,-9-7 254,-14-6-45,-11-7 23,-11 0 39,-11 3-40,-7 12 6,-7 12-95,-5 14-45,-5 14 1,-5 14 4,-1 15-16,9 1-14,12 1 0,3 2-2,1 20-35,6-8 1,3 2-23,6 7-25,4-18 0,5-2-182,16 5-3244,13 2 3210,8-14 45,5-17 107,5-19 117,0-13 56,-13-4-107,-17 0 0,-2-3 180,4-16 28,-9 6 0,0-1-11,-1-6 84,3-9-17,-10 28 3238,1-1-3327,-4 10-68,-3 8-6,1 7 442,3 12-464,3 11-11,1 16 28,-3 11-1696,-9-14 0,0-1 1702,-1 14-12,-4 14 6,0-37 11,-1 9 23,2-21 55,4-3-55,3-14 3436,21-21-3436,0-2-34,8-6 34,4-5 16,0 7-33,-8 6 0,11 3-6,-29 19 0,8 4-22,-10 9 11,5 6 5,2 5-16,12 5 17,-6-11-1,21 0-5,-1-15-1702,-7-6 1,0-2 1707,16-6-345,-18-2 1,-1-4 349,2-17-195,-16 11 1,-1-4 183,-2-4 0,-3-2 8,-1-6 1,-3 0-4,-2 8 1,-2-3 16,0-4 1,-2-6-1,0 5 42,-1 6 1,-2 1 55,-1-25 1,-2 5-43,-3 16 46,-11 9-113,9 26-84,-8 9 73,6 7 23,-10 28-18,1 16 773,6-2 1,1 3-796,3-16 0,2 2-185,1 16 0,2 9 1,1-6-292,2-8 0,1-2 231,-1-3 1,1 3 0,1-4 187,0-6 0,4-3-1836,6 3 0,3-3 845,5 8-2557,6-10 1,3-8-64,3-21 3685,6-5 0,-20-31 1522,-16-10-1522,-12-17 0,-3 18 0,-5-1 1791,-1 7 0,-2 1 698,-6-5 1,0 4-709,-12-3 661,-9 3-1047,18 14-634,-1 0-727,15 8 22,20 9-28,8 3 972,28 7-972,12-1-23,-4-2 1,4-1-188,-4-2 0,1 0 193,12 0 0,-2-2-11,-20 0 0,-2-2 0,6-2 0,-1-1 17,20-7 14,-20 0 0,-1-3 125,15-9 218,-10-12-218,-31 15-4,-13-2 161,-14 9-22,-7 3 51,-20 0-202,3 8-67,-9 9-51,16 5 6,-5 15-5,9 3-29,-3 20 0,13-8 23,13 4-6,9-21 403,13-3-291,9-11-3365,4-5 3287,0-7 50,1-13 84,-1-12-33,-3-3 16,-2-7-61,-17 13 342,-4-2-163,-6 16-174,1-1-100,-2 8 3369,-6 9-3364,-4 8-33,-6 14 5,2 7 28,5 5-5,6-9-1,19 10-5,11-20-5,22 5 5,-6-17-3,-3-12 0,0-4-315,5-4 312,-2-4 1,1-5 2,-8-6 0,-4-2 3,-4 5 0,0-4 0,-2-6 0,-1-6 0,-3 0 5,-3-2 1,-3-2-6,-1 2 0,0-3 0,-1 1-924,1-14 1,-2 2 934,-4 12 1,-1 1 35,-1-9 1,-3 4-584,-5 1 587,-2-5 5,-8 32-68,1 15 236,0 5-208,-12 36-4,4 13 469,4-9 1,2 3-485,4 4 1,1 1-26,3 5 0,1 0-54,1 4 1,2 0-305,2-1 1,2 1 85,1-3 0,3-1-137,4-5 1,2-1-343,3-7 0,1-2-33,1-6 0,2-4-191,9 9-2716,2-17 196,-21-31 669,-7-18 927,-27-25 1670,-5 2 438,-3 6 0,-3 0 1700,0-2 152,4 5 1,1 0 2254,-4-5-2697,2 4-639,4 9-442,13 18-353,8 7-129,4 5 44,26 3-66,-7-1 3382,28 1-3372,-15 0-16,4 1 178,-10 0-206,-11 1 33,-8-1 29,-4 0 246,-1-1-168,3 1 0,2-1-62,7 0-33,1 0 28,22 0-79,1 2-229,25 1-573,-27 0 1,1 1-1409,6-1 1,0 1 1603,-3-1 1,-1-1 0,11 1 0,-21-2-1</inkml:trace>
  <inkml:trace contextRef="#ctx0" brushRef="#br0" timeOffset="7200">13527 2044 25506,'-17'-13'0,"-2"14"-62,-2 33-112,3 12-5,8-6-437,11-6 0,4 0-1200,12 11-86,-4-13 1,3-1-2602,8 3 4503,1-6 0,-17-19 0,0-2 0</inkml:trace>
  <inkml:trace contextRef="#ctx0" brushRef="#br0" timeOffset="7407">13611 1794 22380,'-44'-7'-361,"1"0"1,4 4 0,11 8-676,35 45-600,18 7-580,-4-28 0,3-1-571,4-1 0,2-2 2787,-2-4 0,-1-2 0,8 3 0,-15-12 0</inkml:trace>
  <inkml:trace contextRef="#ctx0" brushRef="#br0" timeOffset="8117">14011 2109 10830,'2'-2'8766,"0"0"-4795,-2 2-3691,-45-33-95,4 36-135,2-11 1,-2 3-267,10 20 0,2 7 227,2 0 1,3 1-1,-12 24 96,18-1-96,19-5 68,15-6-1,15-8-27,11-9-1,7-9 51,12-17-51,-21-1 96,11-19-6,-25 1-12,1-15 1,-9-6-8,-12 16 0,-2-1 103,-3-19-129,-5 4-5,-5 23 368,-11 7-502,-1 9-96,-21 5 44,15 9-207,-11 16-161,19 6-124,4 11-185,16 6-297,16 1-577,16-5-1120,17-8 235,-20-19 1,1-3 806,22 3 795,-11-10 0,-1-3 1949,12-11 238,-16 2 1,-3-3 1526,9-17-1547,-17 3 1693,-1-12-1502,-14 16 68,2-7-1076,-8 18 868,-4 5-1339,-1 6 293,-1 6-231,-3 12 56,-1 14-61,-3 15-23,1 8 11,-1 5-279,1-2 313,1-9 62,3-12 201,1-17 174,7-12-269,2-12 118,27-25-157,5-8-369,-9 5 0,3-1 260,-3 0 0,1-1-18,1 0 1,1 1-20,-1 3 1,1 3-1,-2 5 0,-1 4 0,14-4-3039,10 21 2994,-31 8-173,18 38-6,-30-14-255,-2 3 0,-2 3-2145,-1 24 2613,-2-17 0,-1-1 0,0 6 0,1-4 0</inkml:trace>
  <inkml:trace contextRef="#ctx0" brushRef="#br0" timeOffset="8891">1906 3151 14001,'42'11'1071,"0"-1"1,6-1 0,3-1-914,-7-4 1,2 0 0,3-1-1170,10 0 0,4 0 1,2 0 1170,-15-1 0,2 0 1,2 0-1,-1-1 0,-1 1-111,4 0 0,-2 0 0,1 0 0,2-1-16,-3 1 1,2 0 0,0-1-1,3 1 1,4-1-228,-11 1 1,3-1-1,2 0 1,2 0-1,0 0 1,0 0-1,-2 0 1,-2 0 229,9 0 0,-3 1 1,-1-1-1,1 0 1,1 0-1,4 1-105,-12-1 1,2 0 0,0 0-1,2 0 1,1 0 0,0 0-1,1 0 1,0 0 0,-1 0 105,-2 0 1,2 0-1,1 0 1,0 0-1,1 0 1,-2 0-1,-1-1 1,-1 1-1,-4 0 1,-2 0-255,16 0 0,-7-1 0,-2 1 1,3-1-1,7 1 245,-14 0 0,4-1 0,4 1 0,2-1 0,1 1 0,1-1 0,-1 0 0,0 1 0,-4-1 0,-2 0-41,7 1 1,-2-1 0,-3 0-1,0 0 1,0 0 0,1 0 0,4 0 37,-11 0 1,0 0 0,1 0 0,1 0-1,1 0 1,1 0 0,0 0 0,1 0-1,1-1 1,0 1 9,-2 0 1,1 0-1,1 0 1,1 0-1,1 0 1,0-1 0,0 1-1,0 0 1,0 0-1,-1-1 1,0 1-1,-2 0-11,1 0 1,-1-1-1,0 1 1,-1 0-1,0-1 1,0 1-1,-1-1 1,1 1-1,-1 0 1,0-1-1,1 1-12,3-1 1,-1 1 0,-1 0 0,1-1 0,-1 1 0,1-1 0,0 1 0,2-1 0,1 1 0,1-1 13,-8 0 0,2 0 0,3 0 0,0 0 0,2 0 0,0 0 0,0 0 0,-1 0 0,0 0 0,-2-1 0,-2 1 0,-2 0 0,-3 0 0,-3 0-17,12 0 1,-6 0 0,-4 0-1,-1 0 1,1 0 0,2-1-1,6 1-4,-5 0 0,5 0 0,3-1 0,3 1 0,0-1 0,1 1 1,-1-1-1,-3 0 0,-2 1 0,-5-1 0,-6 1 5,11-1 0,-9 0 0,-2 1 0,1-1 1,9 0-2,-9 0 1,4-1-1,3 1 1,4-1-1,1 0 1,1 0-1,-1 0 1,-1 0-1,-3 0 1,-2 0-9,7 0 1,-4 0-1,-2 0 1,0-1 0,1 1-1,2-1 1,5 1-4,-10-1 1,3 1-1,2 0 1,2-1-1,2 0 1,-1 1-1,0-1 1,-1 0-1,-2 0 1,-3 0-1,-3 1-22,8-2 0,-3 1 0,-3-1 0,-1 0 0,-2 1 0,1-1 0,0 0-91,6 0 0,0-1 0,-1 0 1,0 1-1,-3-1 0,-2 1 31,-2 0 0,-2-1 0,-2 1 1,0 0-1,2 0-1509,7-2 0,3 0 0,1 0 0,-5 0 1,-5 0 1592,-3 1 0,-6 0 0,1 0 0,9 0 0,0-1 0,-9 1 0,-1 0 0</inkml:trace>
  <inkml:trace contextRef="#ctx0" brushRef="#br0" timeOffset="9800">15845 1942 19109,'-48'-16'87,"0"0"1,4 3 0,5 7-48,7 22 32,1 16-38,20-7 84,0 13 178,17-9 169,8-2 95,11-6-297,0-7 247,11-7 207,2-12-285,-1-6-1,-2-10-247,-17 2 269,-6-11-221,-8 10-118,-3-6-79,-7 11-113,-4 6 79,-6 4 257,-5 9-73,-4 10-475,-5 12-683,2 12-894,2 9-1141,8 8 1343,8-9-1442,11-12 0,6 0 1427,15 7 1277,-5-14 1,4-1-330,24 1 119,-1-11 113,-14-9 2549,-2-6 2137,-19-6-869,1-2-1251,-11 0-1002,-5 1-243,-10 3 285,-25 14-863,9-2 38,-24 15 75,22 2-317,7-2 12,10-1 235,21-7 269,9-8 21,12-1-178,13-7-258,-4-3 280,21-13-78,-23 0-51,8-8-140,-24 5-330,-10 4-236,-10 4 415,-39 7 0,28 3 0,-25 4 0</inkml:trace>
  <inkml:trace contextRef="#ctx0" brushRef="#br0" timeOffset="21148">2487 4807 20879,'-56'-13'388,"0"0"0,2 3 0,5 12-273,10 27 1,6 7-1073,8-11 0,2 1 917,-9 18 1,3 3-185,14-12 0,4 0-501,-2 8 0,4 2-1037,7-3 1,7-2-2625,7-5 0,4-3 4386,24 15 0,-9-23 0,-12-15 0</inkml:trace>
  <inkml:trace contextRef="#ctx0" brushRef="#br0" timeOffset="22107">2523 5276 11698,'0'-3'8475,"0"0"-5669,0 3-2626,-20 9-102,15 4-28,-11 8-16,29-2-12,13-7-44,14-9-6,10-15 25,-11-5 0,-1-3 0,-10 5 1,-1-2-180,15-13 0,-1-3 193,-12 6 0,-2-1-617,7-11 1,-1-4 644,-3-3 1,-1-2 7,-1-5 1,-3-2 2,-1-2 1,-1 0 13,-1 0 0,-2 1-22,-4 13 0,-2 0 160,1-10 0,-3 3 134,-6-3-29,-8-9-133,-15 42-107,-12 24-44,-8 27-12,14-3 0,1 6-161,-4 9 1,1 5 134,4-3 0,1 4 1,1-2-6,-2 4 0,3 0-60,3-3 0,1 3 0,3-4-164,5-3 0,5-1-86,2 6 0,7-1-135,5-9 0,7-6-143,6-7 0,6-7-484,13-6 0,2-8 741,-13-2 1,0-5-132,17-7 1,0-7 366,-15-1 1,-2-3 284,10-7 1,1-3 176,-4 0 1,-2-3 86,-3 0 0,-2-1 42,-5 2 0,-3 0 22,-5 4 1,-2 1 532,4-15 969,-13 16-1412,-24 14-453,1 13 77,-23 15-72,6 12-67,-10 13-378,5 9 344,7 2-39,10-3 670,11-6-670,14-10 11,11-13 1,11-11 32,20-22 7,-3-10-254,-18 4 0,-2-1 254,7-13 485,0-7-334,-16 8 140,1-11-90,-11 16-56,-4 6-140,-5 16 504,-5 8-527,-5 11 40,-14 23-62,8-6-11,3 3 0,3 0 0,6-2-45,0 27 6,17-27-6,13 1 17,27-13 40,1-16-7,1-10 23,-3-17 39,-14-6 42,-13 2 1,-1-1-4,5-10 98,-12 4 1,-5-1 97,-5-3-128,-1-7 123,-4 14-73,-2 17-101,-1 1-101,1 8-22,0 7 34,5 9-34,5 13-17,11 25 0,-3-11-1743,1-1 0,1-1 1692,-2-4-30,1-2 0,-1 2-313,0 8-345,-2 8-746,-17-2-8137,-26-1 9639,-1-17 0,-1-6 0,17-16 0</inkml:trace>
  <inkml:trace contextRef="#ctx0" brushRef="#br0" timeOffset="22481">4534 4921 9253,'6'-9'6721,"-1"2"-2729,-5 7-1612,0 0-1261,-4-34-934,3 22 704,-3-32-738,4 36 1253,-1-4-1253,0 9-34,-3 0-89,2 3-11,-3 8 11,2 4-17,0 11-16,2-2 44,18 22-45,-2-18-61,12 4 0,5 1-140,17 7-381,-20-15 1,1-1 405,-1 0 0,-3 0-704,11 19-116,-9 2-572,-21 6-1686,-32-12 23,-6-11 3237,0-12 0,1-4 0,8-3 0,-13-1 0</inkml:trace>
  <inkml:trace contextRef="#ctx0" brushRef="#br0" timeOffset="22624">4538 5053 24435,'23'-23'-174,"1"1"1,11 18-2633,-46 56 2806,4-18 0,0 0 0,-6 6 0,4-17 0</inkml:trace>
  <inkml:trace contextRef="#ctx0" brushRef="#br0" timeOffset="23782">6376 5118 21175,'6'-52'986,"1"1"0,-2 9 0,0 6-135,-2 12-644,-2 17-162,-1 6 11,-3 28-50,0-3 5,-4 20-11,0-9 0,-2 2-11,0-3 0,-2 2-199,-5 17 0,-5 2 196,-3-2 0,-2-4-332,8-16 1,1-2 348,-3 0 0,2-5 92,2-11-67,9-15 51,1-16-34,10-9 36,3-8 1,3-5-15,0 5 0,0 0-222,7-18 0,1-1 236,-1 5 1,1 2-10,2 1 1,0 1-12,-1 6 1,1 2-1239,-3 6 1,0 4 1198,6-6-11,2 17 23,-11 22-34,8 15-6,-3 20 1,3 17 274,-11-26 0,0 1-314,5 11 0,0-1 28,-5-14 1,1-1 1473,8 10 1,2-4-1475,15-1 6,12-3 17,-1-17 16,-5-22-5,-10-14 5,-7-18 23,-7-11-585,-5-9 559,-8 28 1,-2-1-3,4-31-12,-3 17-44,4-5-45,0 30 312,6-2-592,1 21-180,5 13 236,-3 1-196,15 20-347,-7-5 11,17 11 94,-2-9 259,5-7 364,-10-9 100,18-8 202,-21-9 185,14-6 230,-21-6 152,-7-2-24,-10 3-140,-8 2-134,-10 7-56,-7 5-100,-11 12-130,-5 11-95,-1 12-44,8 6-7,10 4-16,11 0-11,14 0 6,11-5 5,13-7 0,12-12-17,9-11 11,-9-10 20,-14-7 0,-2-4 60,4-13 71,8-14 74,-26 1 21,-12-1-44,-13 0-50,-11 2-45,-11 5-51,-6 7-33,-1 10-45,3 7-123,8 13-269,10 8-382,8 12-698,12 6-1620,9 4 3120,14 4 0,-12-18 0,3-4 0</inkml:trace>
  <inkml:trace contextRef="#ctx0" brushRef="#br0" timeOffset="24241">8145 5112 18078,'0'-3'4582,"0"0"-2073,0 3-2335,-70-29-1341,26 35 1234,-6-13 1,0 6-38,22 17 1,4 5 439,-19 24-467,27-15 0,3 1-3,-2 11 246,20 11-240,17-30-6,22-2 0,16-12-9,-24-10 1,0-4 13,2-2 1,0-4-279,-2-4 1,-2-3 286,-2-4 0,-4-2 11,-2-1 0,-3-2 25,-3-3 1,-4-2 13,-2-2 1,-4-4 30,0-14 0,-2-1-64,-3 15 0,-1 0 2,1-8 1,0-1 151,2 6 0,-1 2 106,3-17 111,-3 18 1,0 4-308,-3 7-5,-1 12-74,-2 15 1,1 10 0,0 14-6,0 22-20,-2-13 1,-2 4-48,-2 9 1,-1 2-74,-3 8 0,-1 1-294,2-15 1,-1 0-1,1-1 149,-2 8 0,2 1-849,4-6 1,2 2 0,4-4 1122,10-2 0,2-3 0,-7 2 0,2-3 0,17-3 0</inkml:trace>
  <inkml:trace contextRef="#ctx0" brushRef="#br0" timeOffset="24615">8690 5167 24063,'-42'35'134,"38"-6"848,42-20-977,4-8 1,1-3-6,-5-4 16,-4-1 1,0-3 0,-2-10 358,6-18-313,-18-1 95,-7-10 89,-13 10 76,-3 10-31,-7 4 22,-10 13-223,1 2 156,-28 20-184,22 1 5,-26 26-39,19 5-37,11-4 1,1 1-14,-5 19-968,14-6 1,5-2 367,10-5-932,6-3 0,4-2 865,16-1 1,-4-7 0,-8-15 0</inkml:trace>
  <inkml:trace contextRef="#ctx0" brushRef="#br0" timeOffset="25408">9905 4828 20464,'20'-48'1029,"-1"0"0,-3 2 0,-10 13-895,-15 28 140,-30 15-150,-2 12-85,-9 7 8,13 0 1,2 1-1577,-8 14 1545,17-18 1,2 1 365,3 25-365,26-21 0,5 4 22,27-13-14,1-16 0,3-4-14,-6 0 1,1-2 2,7 0 0,-1-2 81,13-8 134,-25 2 147,-3 0 1153,-15 2-1367,-10 4-106,-10 2-34,-2 2 29,-30 15-51,13-3 0,-10 8 0,-1 2 11,1 1-11,-3 7 0,-1 4-836,-1 11 839,13-13 0,3 2-6,10-6 0,3-1 3,-2 24 11,13-16 12,26-2-18,7-23 29,20 2-17,-7-12-1,-12-2 7,-9 1 111,-17 10 775,-6-1-797,-29 26-62,7-14-8,-8 4 0,-1 3-30,-4 6-7,-6 8-22,19 4-11,16-16-117,11 12-617,19-15-263,5-11 177,30-4 0,-36-10 0,13 0 0</inkml:trace>
  <inkml:trace contextRef="#ctx0" brushRef="#br0" timeOffset="26589">7157 7249 19860,'-5'-40'937,"1"0"0,1 3 0,-4 9-690,-9 21 341,-19 2-325,2 12-129,-20 12-66,8 18-54,22-11 0,0 2-190,1 4 1,3 2 175,0 4 0,2 1-14,4 1 0,3 1-45,3-2 0,4-1-59,5-3 1,6-3-139,24 18 122,23-19 111,-19-24 1,2-3-209,-6-4 0,1-4 234,18-11 0,0-5 16,-17 4 1,-1-3 8,13-8 0,-2-2 70,-14 5 0,-4 0 132,16-23-122,-14 5 144,-12 6 383,-9 11-500,-5 10 120,-12 12-188,-5 14 452,-13 11-502,-1 12 133,4 5-145,7 1-10,9-4-1,9-11-39,17-2 34,7-16-11,19-2 16,3-16 40,6-10-1694,-22 1 0,-3-2 1705,10-11 123,1-17 57,-28 16 32,-3-7-5,-12 4-140,-4 11 34,-10 2-40,-10 13-78,-3 2-16,-10 14 3396,9 11-3464,5 11-156,10 7-287,10 4 67,9-7-2065,20 16-1626,6-17 4123,-2-8 0,-1-2 0,2-2 0,0-6 0</inkml:trace>
  <inkml:trace contextRef="#ctx0" brushRef="#br0" timeOffset="27151">7870 7387 23091,'22'-42'777,"1"-1"0,-3 6 0,-6 8-385,-11 19-236,-3 6-122,0 6-28,-1 12 5,-1 11 6,-4 31-17,1-14-6,0-6 0,1 0-22,-2 14 20,3-15 0,1-1 2,0 10 6,9-3 0,6-30 22,10-7 12,6-18 11,10-14 39,4-14-20,-20 17 1,-1-1 21,1-1 1,0-1-234,-1 1 1,-1-1 238,0 3 1,-1 1 75,14-14-45,-10 13-67,-11 14-28,-7 12-22,-5 6 16,-3 17 12,-1 6-34,1 22-23,11-7 501,3-2-472,23-15 5,4-15-33,16-3 22,3-15-288,-1-9 305,-9-12 45,-12-5 50,-15-5 61,-12-1 12,-13 2 34,-6 3-18,-3 8-55,2 6 225,3 8-343,5 5-22,2 5-6,3 14-12,1-2-32,7 30 10,-4-18-89,4 28-124,-5-12-201,-1 13-319,-2-1-2168,-8 2 2935,-6-14 0,3-13 0,-2-16 0</inkml:trace>
  <inkml:trace contextRef="#ctx0" brushRef="#br0" timeOffset="28256">9104 7470 22895,'11'-48'765,"-1"-1"1,1-3-1,-4 8-361,-4 20-241,0-4 178,-3 11-290,0 11-7,0 0-77,0 5 16,0 2-11,0 6 22,2 1 1,0 5-1,1-4-5,0 0-6,-1-3-16,2 0 55,-3-2-16,2-2 44,-3-1-50,1-5 6,0 2 22,0-5-6,2-1 23,0-10-28,2-4 5,-1-2 79,4-17 16,-2 6-33,3-7 241,-2-12-129,-4 19-28,0-13 6,-3 20-96,1 11 1,-1 7-119,-2 12 35,-2 18 10,-6 25-2,3-10 0,-1 3-433,2-4 0,-1 2 410,-1 13 1,0 3-147,2 3 1,1 2-140,1 0 0,0-1 84,2-2 0,3-1-869,7-2 1,2-4-1639,7 9 1608,-6-23 0,0-2 1120,5 8 0,-12-26 0,0 1 0</inkml:trace>
  <inkml:trace contextRef="#ctx0" brushRef="#br0" timeOffset="29056">9049 7498 22688,'-3'-41'-8,"1"-1"1,4 4 0,7 10-273,35 24-135,17 2-1941,-26 2 1,1 0 2159,2 0 0,0 0 39,-1 0 0,0 0-651,-3-2 0,-2 0 764,14-1 38,-2-9 342,-27 3 185,1-6-224,-13 6 2882,-5-4-2120,0 2 2565,0 1-3075,-2 4 33,2 4-538,-1 2-44,1 6 12,2 0-46,9 24-28,0 3-53,-3 2 1,-2 1-43,1 11-34,-9-8 1,-2-2 45,-3 0-40,-15 21 291,-3-17 174,1-9 67,3-12-27,14-29-35,11-14 1,11-15-95,13-10-146,0 8-15,0 11 1,2 1-556,16-6 499,-13 12 1,0 2-109,18-2-119,-9 11-111,-8 7-39,-8 7 112,-8 3 185,-7 1 145,-3-1 112,-4-3 537,1-3-447,2-6 83,3-2-21,0-2-79,-2 3-162,-4 3 22,-2 3-56,-3 8 6,-4 6-29,-2 8-16,0 6 0,1 1-23,11-1-11,10-4 6,14-5-17,12-8 11,10-6 45,6-12 40,-1-5 122,-10-8 79,-12-5 106,-15-4-5,-11-2-62,-9-2-51,-4 2-94,-3 5-85,-1 8-50,2 6-95,4 8-168,0 5-12,3 5-1517,10 15-1418,4-2 3210,14 14 0,-13-18 0,0 0 0</inkml:trace>
  <inkml:trace contextRef="#ctx0" brushRef="#br0" timeOffset="29990">10847 7318 26560,'-40'-12'76,"-1"1"1,-8 16 0,6 9-105,1 27 6,16-11 1,5 3-349,11 26 191,9-21-277,6-3 1,6-2-140,25 1 155,-7-15 1,4-3-247,7-4 0,4-4-462,19-6 0,0-4 575,-17-1 1,-1-1 596,-1-4 0,1-2 0,-3-2 385,-1-4 0,-1-3 278,-2-3 0,1-3 0,-2 0-385,0-1 1,-2-2 162,10-17 0,-6-4-129,-19 12 1,-3-2-564,5-11 1,-3-2 486,-5-3 1,-3 0-12,-3 2 0,-2 1-25,-2 4 0,-3 3-207,-1 8 0,-2 2 291,-1-11 103,-2 22-394,2 14 781,2 29-786,1 0-12,1 24-17,0-2 0,0 3-68,-1 0 1,0 1 30,-2 0 0,-1 4 0,-1-2-96,-1-2 1,-1-2 0,0 1-199,-1 2 1,0 0 0,0 0-133,1-1 0,0-1 0,3-1-201,4 17 1,4-5 288,-1-14 0,5-5-1437,12-1 1,5-7-1326,10-8 1418,19-16 1819,-27-17 421,-7-30 444,-32-2-111,1 15 0,-5 0 795,-9-7 1,-3 1-762,2 8 1,1 3-517,0 0 1,1 4 859,-12-5 959,16 13-1708,2 0-274,24 4-181,7 2 0,36 1-33,13 1-475,-18 3 1,3 0 471,4-1 0,1-1-3,3 0 0,0 0-3,-1-1 0,0-2 11,8-2 1,-3-2-1519,-19 4 0,-2-1 1546,8-3 1,-3 0 75,-7-3 84,-4-1 56,-17 1 145,-21 1-251,-4 6 755,-20 2-677,-4 14-62,-24 16-128,17 1 2,12-3 0,4 3-19,1 16-17,3 14 17,12-2 11,19-5-22,29-5 33,9-17 0,-17-16 0,1-5 6,11-7 28,1-15 28,-19-9-2101,0-24 2101,-13 11 28,-16-24-40,-5 31 1,-4 1-29,-6-19 15,2 16 0,-1 2 13,-10 1-66,7 6-208,-4 10 50,17 17 1760,-4 13-4801,14 20-599,2-5 3803,12 12 0,-8-30 0,1 0 0</inkml:trace>
  <inkml:trace contextRef="#ctx0" brushRef="#br0" timeOffset="30307">12751 7249 22783,'0'-6'3400,"0"1"-3058,0 5-320,20 4-22,-1 21-5,19 13-49,-20-1 1,-2 4-79,-5-6 1,-2 1-1775,-3 11 0,-4-2 1839,-9 5-2230,-25 2 2337,12-40-1260,-19-12 1365,26-11 174,-1-26-81,22 7 0,5-2-112,2-4 0,2 0 569,3-1 0,4 0-639,15-8 0,4 5-82,-10 14 1,1 2-185,15-9 0,3 3-504,-9 13 0,0 5-3364,-2 4 1,0 2 4077,-7 3 0,-3 2 0,8 0 0,-20 3 0</inkml:trace>
  <inkml:trace contextRef="#ctx0" brushRef="#br0" timeOffset="30940">13891 7231 21813,'9'-53'954,"0"-1"0,-2 6 1,-4 11-625,-10 22-207,-3 12 6,-12 20 40,-14 23-74,1 5 0,-4 8-1467,12-10 1,1 2 0,0 0 1374,1-6 1,2 0 0,1 2-2,3 6 0,3 1 0,4-6 644,3 18-660,8-13 0,8 0-180,16-7 1,8-3-477,8 0 1,6-3-423,-2-10 0,5-3 0,3-4 831,8-4 1,2-5-1,-4-1 1,-5 1 0,-3-3-1,0-2 1,0-1-1</inkml:trace>
  <inkml:trace contextRef="#ctx0" brushRef="#br0" timeOffset="31906">14729 7245 21730,'-3'-7'3226,"1"2"-2845,2 5-190,0 0-129,-19-4-18,13 30-21,-14 10-15,20-3 1,6 3-209,-1 1 1,3-1 188,10 20 0,0-19 0,2-3-1,10 2 35,9 9 94,-16-29 7,-6-15 21,-2-16 46,3-14-119,-1-2 34,-3 2 1,0-3-34,8-16-56,-6 12 0,2 0-17,14-17-84,2 10-191,4 15 97,3 14-730,3 13-430,4 12-506,4 7-289,3 7-318,3-1 1857,-27-13 1,-1 0 262,30 3 533,-2-6 526,-4-8 610,-7-9 338,-8-7-86,-8-7-329,-11-4-259,-7-2 278,-8 0-698,-10 4-223,-11 7-163,-15 8-50,-13 11-57,-9 11-44,-1 11-17,6 9-45,9 7 23,14 3 28,10 1-12,15-5 6,13-5-6,12-10 1,14-10-6,9-10 16,7-14-291,1-8 342,-6-10 95,-11-4 51,-11-1 27,-11 3 46,-10 8-118,-4 10-129,-4 7-51,-4 9 315,-6 9-309,-2 10-39,0 8 45,5 4 17,12-1-23,9-3-11,13-5-6,13-8-22,15-7 5,-22-9 1,1-3 16,2-3 1,1-4-12,7-8 1,-3-4 27,14-11 3,-22 3 0,-4-4-801,-3-22 809,-13 18 1,-2-3 2,-4-5 0,-2-1-11,-2-4 0,-1-2-9,-2-2 1,-2-1 19,1 1 1,-1 2 38,0 5 1,-1 3 16,1 10 0,0 3-14,-2-6-56,2 22-11,-1 26 0,-1 23 12,0 8-552,1 12 1,2 5 483,2-9 0,1 2-43,2-3 0,0 4 0,3-1-107,0-7 1,2-2 0,2 0-182,2-2 1,1 0 0,1-2-712,8 16 0,3-4-2355,1-6 0,2-4 3453,-4-9 0,-1-5 0,7 6 0,-13-20 0</inkml:trace>
  <inkml:trace contextRef="#ctx0" brushRef="#br0" timeOffset="32134">16794 6674 24043,'-20'-54'857,"0"0"0,1 11 0,9 7-683,22 14-157,6 17 11,18 10 0,7 7-23,-7 5 1,1 5 0,1 2-1106,6 5 0,1 2 0,-1 2 1085,-4 0 0,0 1 0,-5 4-45,-4 5 1,-4 2-1,-6 1-407,-2 11 1,-8 1 1,-7-9 0,-4 2 0,-3-2-1487,-5 9 0,-9-2 1952,-13-6 0,-8 0 0,5-9 0,13-15 0,-1-3 0,-14 12 0,0-1 0</inkml:trace>
  <inkml:trace contextRef="#ctx0" brushRef="#br0" timeOffset="33374">18221 6727 12567,'3'-5'8681,"-1"1"-6149,-2 4-2308,1-57-5,-37 49-152,13-40-23,-11 54 1,-4 13 23,-15 13-275,21-11 1,2 2 220,4 0 0,4 2 8,-8 30 1,21-19 33,24 6 33,22-22-50,-8-9 1,3-2-358,8-2 1,1-3 353,4-1 1,0-3 2,-2-1 0,-2-1 34,-6-1 0,-3 0 370,11-4-213,-23 3-180,-13 2 409,-11 2-453,-7 2-6,-2 0 11,-15 7 723,1 5-740,-9 6 0,4 6 18,3 12-12,11-11 0,-1 15-6,6-13 0,-3 8-27,1-2-12,4-3-11,4-5 0,7-5 17,7-6 5,4-1-11,1 0 6,-9 12 45,-6-6 22,-21 17 11,-10-6-17,-11 10-8,21-16 0,2 0 3,-5 18-6,11 6-11,21-19-5,15 5-236,15-8-3476,1-7 1,4-2 3487,-8-4 1,0-2 0,-1-1 0,-3-2 0,-2-3 0</inkml:trace>
  <inkml:trace contextRef="#ctx0" brushRef="#br0" timeOffset="35207">9375 9250 23909,'4'-52'328,"0"1"1,4-7 0,1 1-220,2 18 0,0 2-389,1-1 0,-1-1 355,1-3 1,-1 0-481,-3 4 0,0 0 444,1-11 0,-1-2 34,-2-4 0,-1 1 16,-1 15 1,-2 2 342,-1-23-499,-3 42-56,-3 21 78,-11 40 42,4-11 1,0 3-605,-5 21 0,-1 2 601,4-10 1,0 1 1,3-6 0,0 3 1,1-2-28,-1 13 0,0 0-50,3-11 1,0 3 0,1 0-281,1 6 1,1 0 0,1-1-128,2-11 1,1 0 0,2-1-269,0 2 0,1 1 0,1-5-31,2-5 0,0-3-3273,10 22-3827,-8-34 7176,1-6 0,-5-11 0,-2-5 0</inkml:trace>
  <inkml:trace contextRef="#ctx0" brushRef="#br0" timeOffset="35840">9254 9304 13289,'-21'-45'1681,"0"-1"1,-1 1 0,-4-10 0,3 6 15,-1-10-1428,16 36 40,7-15-265,24 22-32,25-10-12,-12 14 0,4-1-525,9-2 0,3-2 528,-13 4 1,2-1 0,-1 0-596,10-3 1,1-2 604,-9 1 0,2-1 0,-1-2 5,0-2 1,-2-3 0,-1 2-11,11-6 1,0-2 49,-6-2 0,1-3 0,-8 5 59,4-9 103,-8 4 0,-4 3 132,-16 13 376,1-4-666,-13 21 348,-6 9-376,-1 6 16,-17 45-38,1 4 88,5-13 1,-1 4-93,2-4 1,0 1 5,1 1 0,0-2-9,3-9 1,0-1-6,-2 6 0,1-3 939,-3 15-928,6-23 0,1-1 12,0 6 66,5-13 68,12-26-62,0-6 17,20-17 51,12-16-124,-7 7-11,-5 7 0,-2 3 6,-7 7 1015,15-7-1071,-23 23 33,4 9-11,-6 12-6,2 9 1,7 11-1,-3-14-5,14 4-6,3-22 40,16-3-7,12-16-13,-28 2 0,0-2 19,-1-4 1,-1-2 5,13-10 168,-6-17 11,-24 15-67,0-5 314,-12 5-219,-4 17-157,1-1-44,-2 10-62,1 3-23,-2 11 23,-1 5-56,-1 14-207,3 6-526,2 3-1049,5 3 17,-1-8 1849,9 6 0,-8-26 0,3 5 0</inkml:trace>
  <inkml:trace contextRef="#ctx0" brushRef="#br0" timeOffset="36017">10839 8608 14617,'-16'50'0,"3"-9"0</inkml:trace>
  <inkml:trace contextRef="#ctx0" brushRef="#br0" timeOffset="36583">11367 8782 16852,'0'-3'5107,"0"0"-3140,0 3-1816,-46-47-45,26 44-44,-34-31-6,42 58-6,7 4 34,13 2 0,12-1-72,4-7 7,3-7 1,4 0-31,15 5 5,-14-6 0,0 1-16,7 10-62,-17 1-140,-23 3-465,-22 2-1076,-21 2-551,16-16 1,-1-2-2601,-2-2 1,2-3 4372,-13 4 1,17-9 0,18-5-1</inkml:trace>
  <inkml:trace contextRef="#ctx0" brushRef="#br0" timeOffset="36733">11140 8857 21915,'24'-44'653,"0"1"1,-3 1-1,-4 17-401,-13 30 6,-1 12-101,-1 17-73,-4 15-328,-5-10 1,-2 2-1011,-3 17 1254,-2-8 0,0-4 0,6-19 0,-4 14 0</inkml:trace>
  <inkml:trace contextRef="#ctx0" brushRef="#br0" timeOffset="39879">11889 9013 24839,'12'-6'-2257,"9"0"2257,7 7 0,-8-1 0,-2 1 0</inkml:trace>
  <inkml:trace contextRef="#ctx0" brushRef="#br0" timeOffset="41580">12366 8923 23551,'-5'-44'518,"0"-1"1,1 5 0,1 12-519,2 23-5,0 13 27,3 2-5,7 36-6,3 1-14,-3-11 1,2 2-199,0-5 1,1 0 194,2-1 1,0-2-12,11 15 0,9-3 6,-7-19 61,8-4 29,-9-19-1,0-18 29,-9-21-45,-3 1 36,-5 1 0,-1-1-9,4-19-50,-4 17 1,0 0-18,6-16 379,-1 14-401,0 15-56,4 14 28,-3 7-79,25 18-16,-3 2-68,21 15-100,-4-2 95,-10-5-277,-6-6 0,1-1-1077,22 2 1121,-15-6 1,1-1 178,-6-5 1,-1-2 196,0-4 0,-1-3 55,-4 0 0,-1-4 311,17-13 131,-20-5 32,-17-2-6,-18-2-72,-11 2-62,-12 2-185,1 9 870,-19 7-865,11 15-60,-12 10-68,17 5-6,-4 28 6,13-7-23,8-11 1,2 1-23,-1 18 29,11-5 16,11-9 115,9-11-98,11-12 39,7-17 34,3-11 34,0-16 27,-3-7 22,-8-6 1,-8 2-6,-9 5 34,-6 9-79,-5 12-123,-3 8-34,-4 18 1,0 1-1,-6 24-5,6 1 11,0 12 17,11 2-23,9-6 6,14-8-11,-1-13-23,3-12 1,3-6 27,22-11-276,-13 1 0,1-5 287,-7-6 1,-1-4 2,-1-3 1,-2-4 10,-3-4 1,-4-4 19,-2-4 0,-5-2-5,-3-6 0,-4-1-321,-4-4 1,-2 0 378,-5 0 0,-3 0 23,-1 5 0,-3 2-90,-1 8 1,-3 4 187,-8-15-90,3 22-100,5 17 470,3 20-476,0 22-23,0 28 6,5-20 0,0 4-303,0 6 0,2 3 230,0 4 1,1 0-38,1 1 1,2 0-267,2-3 0,3-2 129,3-4 1,4-3-32,4-7 1,4-4-23,2-5 1,4-5-29,2-7 0,3-4 76,1-5 0,1-5 165,2-7 1,-1-4-29,0-4 0,-2-4 177,-3-3 0,-1-4 50,-6 0 0,-2-3 201,10-23 46,-15 0-6,-10 4-23,-10 7-10,-3 6 1155,-3 8-1251,1 9 560,3 5-823,0 10 374,0 13-323,0 12-12,1 13 0,1 7 0,3 1 16,5-3-16,7-8 12,9-7-7,7-13-33,7-9 39,6-16 34,1-10 5,-17-2 1,-2-2 16,8-11-5,-1-9 162,-16-2-107,-9 8-49,-1-14-18,-12 19-44,0 11-29,-2 5-94,5 11-135,0 4-252,4 13-392,4 9-488,7 12-919,10 4-2116,11 2 4419,14-2 0,-21-17 0,2-6 0</inkml:trace>
  <inkml:trace contextRef="#ctx0" brushRef="#br0" timeOffset="41896">15125 8953 17753,'2'-2'7035,"0"1"-5757,-2 1-1116,-11-20-72,6 15-46,-7-14 68,17 20-61,2 0 22,20 1-29,4-4-38,12-4 16,0-3 34,2-14-39,-18 6 62,1-14 33,-19 5 33,-2-7-5,-11 1 39,-7 4-50,-9 10-62,-5 7-33,-1 9-45,0 11 16,4 11 1,2 13-68,7 10-229,8 7-504,17 5-1227,15 3 2022,-2-26 0,2-3 0,3 4 0,4-5 0</inkml:trace>
  <inkml:trace contextRef="#ctx0" brushRef="#br0" timeOffset="42119">16044 8655 24329,'-37'-7'330,"0"1"1,-4-9-359,71 8-112,4 0 0,6 0-219,2 1 1,2 1-1063,15-1 0,3 1 306,-19 2 1,0 1-1,-1 1 665,24 1 1,-6 1 0,-23-1 0,-4 0 0,19 4 0</inkml:trace>
  <inkml:trace contextRef="#ctx0" brushRef="#br0" timeOffset="42279">16184 8855 25651,'42'-2'-3277,"-1"1"0,21-5 0,-2 0 3104,-25 0 1,-3 0-1,8-1 1,-5 1-1,-7 1 1</inkml:trace>
  <inkml:trace contextRef="#ctx0" brushRef="#br0" timeOffset="43379">17168 8645 22096,'18'-48'698,"-1"0"0,-4 10 1,-2 6-610,-2 10 853,-7 18-936,-2 19 313,1 0-308,3 14 0,1 6 17,6 25-446,-2-14 0,2 0 410,-3-15 0,1 0 2,10 12 0,1-4-16,4-2 28,5-3 1,4-3-24,8-12-153,18 1 175,-23-22 18,-3-8 27,-9-12 0,-1-4-16,9-17-15,-7 6 1,-2-1 119,-1-19-151,-8 13-72,-5 3-251,-3 23-46,0 3-696,15 17-60,8 9 566,8 4-244,-2-1 0,1-1 1254,7 0-722,7 0 1,3-2 315,-20-7 1,-1-1-273,13 2 0,-2-2 485,9-6 432,-7-4 599,-21-15-481,-6-2-63,-9-11-117,-15 3-347,-1 8 420,-17-6-431,4 19-135,-14-2-83,2 18 751,-3 11-774,1 14-12,4 12 29,7 7-45,10 3-12,6-4 12,12-5 0,18-7 33,1-17 1,12-7 10,3-15 62,15-16 45,0-3-506,-27 4 0,-2-1 478,1-8 213,-9-14-219,-12 21 191,-2-10-247,-6 23-11,-12 13-27,-4 13 10,-8 14-22,7 6 957,9 1-991,18-4 6,18-4 28,5-12-17,9-11 0,4-5-5,8-2-323,-11-6 1,6-3-1,-4-2 351,-4-4 0,-2-3 22,15-9 0,-2-6-6,-16-3 0,-5-2-16,-7 6 0,-3-3 3,-4-7 0,-2-5 1,-3 2 4,-1-7 0,-2-2 4,-1 3 1,0-3 0,-1 3 17,-3-10 0,-3 3 59,0 7 1,-1 3 7,-2 10 1,0 4 14,-4-8 50,-2 17-90,6 17-95,-2 13 29,2 20-40,3 30 8,2-16 0,1 5-205,2 10 1,2 4 138,-2-14 0,1 1 0,0-1-40,1 10 0,1 3-597,-2-4 1,0 5-1,0-6-1775,1 0 1,-1-2 2007,0-8 0,0 2 0,-1-6 1,3 14-1,-2-28 0</inkml:trace>
  <inkml:trace contextRef="#ctx0" brushRef="#br0" timeOffset="43679">19732 8473 27398,'-6'-32'-9831,"2"14"9297,6 26 1,1 5 0</inkml:trace>
  <inkml:trace contextRef="#ctx0" brushRef="#br0" timeOffset="44479">19848 8927 23646,'2'-6'2050,"0"1"-2347,-2 5-1344,-15 33 790,-3-7 1,0 0 0,-6 18 0,-9 0-1</inkml:trace>
  <inkml:trace contextRef="#ctx0" brushRef="#br0" timeOffset="45571">9037 10998 25462,'16'-44'162,"1"1"0,0 1 1,-1 1-116,2 4 1,-1 1-930,8-18 890,-4 10 1,-1-4 5,-3-3 0,-3-1-9,-1 10 1,-1-1 13,2-19 1,-3 0 16,-7 24 1,0 3-4,2-23 341,-5 17-418,-3 38 215,-6 21-160,-9 30-17,-2 8 1,-2 8-522,7-22 0,1 1 1,-1 2 499,-4 13 1,-1 2 0,2-4-27,0 4 0,1-1-323,1-1 1,0 4 0,2-7-23,2-9 1,2-1-845,1 0 0,0 6 0,0 0 0,2-7-3674,2 4 1,1-3 3905,0 10 1,1-5 0,2-8 0,1-31 0</inkml:trace>
  <inkml:trace contextRef="#ctx0" brushRef="#br0" timeOffset="46227">8905 11257 15370,'-36'-46'1202,"-1"-1"0,1 1 0,6 8 0,1 1 1,6 4-811,-1-18 215,28 21-613,26 1-22,-1 11 0,5 1-8,14-4 0,2 0-524,-6 3 1,4-1 538,5-2 1,5-2-1,-2 0-358,-16 5 1,-1 1 0,1-2 394,16-7 1,3-3 0,-3 0 1,-13 4 1,-3 0 0,-1-1-21,12-12 0,-3-2 133,-4-2 1,-5 1-51,-15 15 0,-3 0 412,15-25 101,-28 34-180,-2 2 502,-4 9-893,-3 9 1703,-4 11-1703,-6 20 16,-7 22-22,6-18-1,0 2 58,1-6 0,1 1-72,-7 23 1,0-1 3,0 3-6,6-21 0,-1 6 0,2-6-6,-1 17 20,4-19 0,1-2-14,6-4 12,5-17 60,9-17 12,9-14 18,11-15 10,6-8 56,2-3-23,-2 4 175,-10 13-219,6 5-90,-15 16-44,9 8 38,-13 5-27,6 24 33,-9-6-22,8 14 11,-2-12 17,6-7 5,4-10 45,5-12-55,-7-6 27,12-22 134,-16 0 63,7-16-91,-15 14 174,-3-5 113,-8 9-242,0 5-84,-5 6-89,-1 12-6,-4 9-61,-4 8 39,0 3-101,-8 24-213,7-5-599,-2 19-1809,8-4-2398,3-9 5131,4 1 0,-2-26 0,2-2 0</inkml:trace>
  <inkml:trace contextRef="#ctx0" brushRef="#br0" timeOffset="46403">10616 10512 20179,'-4'-6'3579,"1"2"-3378,3 4-2285,0 0 2084,-8-3 0,5 3 0,-5-3 0</inkml:trace>
  <inkml:trace contextRef="#ctx0" brushRef="#br0" timeOffset="47377">10798 10670 21248,'0'-3'2107,"0"1"-142,0 2-1645,-26-41-12,13 28-258,-16-28-50,21 38-16,8 7 38,0 10-22,4 14 6,5 15-1,7 11-307,-1-9 302,0-10 0,2 1-50,8 11-29,-7-13 1,2-1-355,9 14-223,-5-6-442,-10-5-616,-17-6-549,-16-9-140,-14-12 1339,1-10-616,-14-26 1949,21-8 193,8 7 0,2-4 216,8 1 0,3-1 238,4-1 0,2-1 695,8-27-256,7 11-363,0 15-298,-4 15-252,-5 9-83,-4 11 368,-3 10-497,-3 13-169,-2 2 162,-8 19-218,-1 0-2177,3-7 0,0 1 672,-3 15-3416,7-15 1,1-3 3504,3-6 0,1-2 0,1-20 0</inkml:trace>
  <inkml:trace contextRef="#ctx0" brushRef="#br0" timeOffset="47560">11532 10915 23747,'0'-5'2145,"0"2"-1893,0 3-420,-26-26-605,19 24 773,-17-9 0,24 19 0,1 5 0</inkml:trace>
  <inkml:trace contextRef="#ctx0" brushRef="#br0" timeOffset="48320">12201 11110 24347,'-20'-49'198,"0"1"0,1-1 1,2 4-1,2-1 1,7 4-152,8-2 1,6 1-836,5-10 1,3-2 887,0 7 1,2-3-30,0 2 0,1-4 0,0 3 7,3-10 1,-1 3-37,-1 3 0,-2 6 120,-2-5 605,-10 35-812,-4 7 17,-14 34 34,1 0-15,-7 23 1,-2 6 8,11-22 0,-1 1-519,-5 23 0,-3 9 0,3-2 429,2 0 1,2 1-59,1-2 1,0 3-1,2-4-9,0-2 1,6-2-212,4-10 0,4 1 0,3-6-179,5-6 1,3-2 201,1 7 1,4-5-1163,37-6 641,-24-27 1,1-7 722,6-7 1,-1-4 203,-5 2 1,-3-3 47,-5-5 0,-4-3 496,5-22 218,-2-5-84,-9 13 1,-2-1-196,4-11 437,-9 20 1,-2 1 240,-4 1-959,-2 6 45,-3 8-258,0 13 2095,0 3-2145,4 11 178,2-2-206,23 18 17,-7-14-28,33 8-9,-20-16 1,1-3 47,2-2 0,-1-1 5,1 0 1,-2-3 16,-1-9 1,-4-2-12,-4-3 45,9-21 22,-26 8 73,-8-15-78,-4 14 218,-18-9-207,8 26-3285,-20-4 3240,17 15-160,-27 16 121,23 0 0,-6 14 0,1 4-11,2 6-51,-3 15 0,2 7-89,10-18 0,3 3-396,-2 5 1,1 6-1,3-2 0,6-6 0,3-2 0,3 0-131,5 19 1,6-4 125,2-14 0,7-7-3428,13-12 1,5-8 3979,20-2 0,-8-4 0,-21-8 0</inkml:trace>
  <inkml:trace contextRef="#ctx0" brushRef="#br0" timeOffset="48960">13682 10637 22263,'-18'-43'1155,"0"-1"1,3 6 0,0 8-944,3 20-150,4 14-40,2 16 12,-2 27-23,2 5-399,2-7 0,0 5 373,2-10 0,0 3 1,0 1-499,-1 2 1,1 2-1,-1 1 399,-1 10 0,-1 3 1,1-4-47,-2 2 0,-2 1-477,-4 0 1,-2 5-1,0-7 20,1-11 1,-3-1-1842,0-2 0,-4 7 1,-1-1-1,1-8-1123,-2-2 0,0-5 3581,-7 14 0,1-12 2464,5-32 1485,19-43-2286,9-16-568,4 12 1,4-6 0,0 1-415,9-10 0,3-2-959,0 1 0,2-3 0,1 4 311,-7 17 1,1 2 0,2 1-23,5-5 0,3 0 1,1 4-133,5-1 1,2 4-265,-2 4 0,2 1 1,0 3-199,7-2 1,1 4-533,1 2 1,-2 3 145,6 2-868,-3 6 1501,-32 9 4915,5 0-3011,-20 2 3371,0 2-1830,-3-2-1077,1-6-1337,2-1 199,4-10-518,3-4-124,6-7 6,3-5-174,-1 2-6,-4 3 1,0-2 5,7-25-517,-6 12 1,-1-3 446,-3 0 0,-1 0 0,-2 8 0,0-2 92,2-20 1,0 1 63,-6 22 1,1 2-101,1-11 1,-1 3 175,-3 5-212,-3 21-118,-3 18 84,-1 8 16,-15 40-32,1 11 111,5-9 0,1 3-121,5-13 1,0 2-266,1 14 0,0 6 0,1-7-359,3-13 1,0-1 173,-1 14 0,0 7 0,2-8-771,3-14 1,1-2-1975,2 4 1,2 0 2515,5 13 0,0-27 0,-5-19 0</inkml:trace>
  <inkml:trace contextRef="#ctx0" brushRef="#br0" timeOffset="49111">14226 10625 24659,'19'-44'-2621,"1"0"0,7 4 0,6 9 2621,5 23 0,1 8 0,15-5 0,-20 3 0</inkml:trace>
  <inkml:trace contextRef="#ctx0" brushRef="#br0" timeOffset="49304">15048 10365 23739,'60'-13'-1048,"0"0"1,1 1-1,-11 5 1,-23 7 0,-1 1-1</inkml:trace>
  <inkml:trace contextRef="#ctx0" brushRef="#br0" timeOffset="49461">15023 10731 22223,'-5'0'3635,"2"0"-5058,3 0-2598,68-29 3818,-26 16 1,-4-3 0,-2 2 0,-10 8 0</inkml:trace>
  <inkml:trace contextRef="#ctx0" brushRef="#br0" timeOffset="50270">16163 10492 16756,'0'-8'2711,"3"-27"1,2-6-1548,6 1-680,-3-5 1,2 0 562,7 7-867,-7 18-40,-2 8-106,-8 16-12,1 12 6,-1 17 6,-4 20-23,-1-19 0,-1 1-5,-7 23-4,-4-11 1,-2-1-9,6-15 1,-1-1 5,-4 12 0,-1-2 28,-2 11 0,10-24 95,5-12 1,9-21-80,6-12 7,9-14-1691,1 2 0,1-1 1673,11-15 12,-6 13 0,1 0-141,11-7 175,6-3-40,-7 13-2252,-7 13 2191,-13 9-12,1 13-5,-2 10 2145,7 13-2223,4 10-40,-9-11 0,2 0 6,13 20-45,1-3-202,3-12 62,-2-16 3538,13-3-3253,-1-14 74,-2-13 50,-5-13 106,-6-9 34,-7-8 5,-4-4 23,-5-3-45,1 1 0,-3 5-33,0 10-57,-6 13-123,-2 12-78,-5 16 67,-2 4-341,0 34 138,0-15-418,-1 30-617,1-18-1652,3 9-5994,11-5 8912,4-12 0,-3-15 0,-4-9 0</inkml:trace>
  <inkml:trace contextRef="#ctx0" brushRef="#br0" timeOffset="50708">17328 10607 26452,'-25'-35'186,"1"1"1,0 1 0,9 12-137,15 20 466,0 1-505,1-3 0,1-2-5,0 0-6,-1-2-191,0 5-946,-1-1 657,0 3 0,0 0 1</inkml:trace>
  <inkml:trace contextRef="#ctx0" brushRef="#br0" timeOffset="51177">17062 10474 20470,'0'-5'3249,"0"0"-1984,0 5-620,0-70-102,0 45-339,0-15 1,0 3-54,0 27 79,1 4-191,2 5-39,6 8-28,5 12 39,4 16 0,-2-1 0,-9-1 1,-2 1 4,-2 16-10,-4 10 28,-5-1-23,2-27 17,10 10-28,3-26 17,11-6 33,21-22-11,2-6 20,-12 2 0,2-2-177,-6-1 0,-2-2 191,11-13 36,-17 4 0,-4-2 31,-2-14-75,-5 14 1,-3 1 6,-4-13-55,-4 12-11,-1 13-51,-2 7-185,4 9 220,0 3-337,2 7-1509,10 23-720,2 6-7255,6 18 8469,-6-18 0,-7-11 1,-3-18-1</inkml:trace>
  <inkml:trace contextRef="#ctx0" brushRef="#br0" timeOffset="51937">17633 10840 22182,'51'-37'737,"0"0"1,-3 2-1,-6-1-482,-19 12 0,-4-2-867,3-4 0,0-2 719,1-6 0,-1-3-32,1-6 1,-2-2-1,0-4 1,-2-1-483,-2-2 1,-3 0 563,-3 3 0,-2 2 22,-3 7 0,-2 4-22,-2-15 731,-9 14-838,3 28-70,-5 4 14,1 25 731,-1 5-737,-3 14 1,0 6 5,2-3 1,-1 1 172,-2 8 0,0 2-162,1 4 1,1 2-12,1 0 1,0-1-7,3 0 1,0 0 2,1 2 1,4-3 0,7-18 0,4-4-60,21 17-32,20-22-169,-18-20 0,1-5 246,5-6 1,1-5 39,2-5 0,-1-4-479,1-6 0,-2-5 456,-1-5 1,-2-5 19,-2-7 0,-2-3-5,-12 12 1,-2-1-1,-1 0-1,4-8 1,-3-2 2,-5 1 0,-2-3 1,-2 4 30,-2 2 0,-3 0 16,0-15 1,-1 2 11,-5 24 0,-1 4 914,-5-8-967,3 19-101,-1 15 67,3 11 34,-9 41-26,6-17 1,0 5-276,-5 19 0,0 5 274,4-17 1,-1 0 0,0 1-254,0 3 1,0 0 0,0-1 253,-2 8 1,1 1 2,3-10 1,0 3-1,3-5-81,2-5 0,3-1 19,1 12 1,6-3-162,21 3-141,19-19 185,-18-22 0,2-5-165,6-7 1,-1-3 332,-6 2 0,1-5 31,15-16 0,-2-5 3,-15 5 0,-1-3 27,14-14 1,-2-2 30,-12 6 1,-4 0 22,-4 2 0,-5 1 109,5-22 746,-21 16-897,-5 16 1820,-5 7-1854,5 12 163,1 0-196,3 5 618,0 2-909,5-2-454,5 2-689,8-2-1099,2 8 2544,-4 2 0,-8-1 0,-4 0 0</inkml:trace>
  <inkml:trace contextRef="#ctx0" brushRef="#br0" timeOffset="52712">19736 10093 24710,'6'-26'-1344,"-2"12"-91,-4 29-2284,0 12-1366,0 1 5085,0 6 0,0-25 0,0-3 0</inkml:trace>
  <inkml:trace contextRef="#ctx0" brushRef="#br0" timeOffset="52852">19792 10592 18313,'0'4'3866,"-1"0"-3004,1-4-571,-26 68 135,-7-13-499,7-3 0,-5 1-2836,-1-14 1,-2-4 2908,5-5 0,0-4 0,-11 9 0,16-15 0</inkml:trace>
  <inkml:trace contextRef="#ctx0" brushRef="#br0" timeOffset="53644">9124 12787 20901,'6'-44'837,"-1"0"1,0 1-1,3-16 1,0 4-514,-3 17 1,0 3 185,1-11-302,-3 25-192,-4 18 29,-13 56-39,-2 8-589,2-7 0,-2 5 544,4-12 0,-1 2 0,1-3-729,-2 5 1,0 0 513,0-2 0,-1 3 0,1-4-620,-1 0 1,0-1-1916,-4 12 0,0 1 2789,1-1 0,2-4 0,6-23 0,1-2 0,-4 18 0</inkml:trace>
  <inkml:trace contextRef="#ctx0" brushRef="#br0" timeOffset="54294">8752 13427 9277,'-5'-9'3671,"-12"-27"1,-1-7-1591,6-1-1807,-6-6 0,3 0-78,16-2-151,29-3-56,-1 19-34,5 10 0,6 1-33,-4 6 0,2 2-197,12-7 1,2-1 204,1 2 0,2-2 53,-14 4 0,2-1 1,-2 0 52,11-8 1,-3 0-12,-2 0 0,-4 1 17,-13 6 0,-2 0 309,0-4 1,-2 0 30,12-15 405,-12 11 0,-3 0-127,-3-3-335,-7 7 493,-9 14-622,-3 10 803,-2 6-971,-6 18-17,-8 19-6,4-9 1,0 3-228,-2 7 1,-1 1 212,1 6 1,-1 1-29,0 1 1,1 1-54,0 0 1,0-1-23,1-5 0,1 0-161,3-3 1,1-3 244,-1 8 28,12-13 45,10-33 50,16-16 25,-2-5 1,2-4-15,-1-1 1,0-1 337,1-1 1,-1-1-319,4-6 0,-5 2 482,0 1-513,-4 4 1,-2 3-29,-10 10-61,2 0 10,-12 20 12,-5 10-22,-3 23-6,0 2-73,0 9-95,8-13 89,3-12-122,12-5 5,7-13 84,23-8 140,-1-12 5,1-3 107,-5-11 135,-16 4 358,4-8-163,-15 10-61,-6 6-230,-7 10-123,-2 4-44,-3 7-7,-1 9-38,0-1-415,-1 22-824,4-11-145,2 6 1417,5 3 0,-3-22 0,2 5 0</inkml:trace>
  <inkml:trace contextRef="#ctx0" brushRef="#br0" timeOffset="54460">10447 12638 20347,'-4'-5'3377,"0"1"-3696,4 4-1061,0 0 0,0 0 1</inkml:trace>
  <inkml:trace contextRef="#ctx0" brushRef="#br0" timeOffset="55171">10766 12813 12556,'0'-3'8395,"0"0"-5431,0 3-2516,-15-61-96,8 43-237,-2-16 0,-1 6-3,3 24-56,-2 7-28,2 1 45,-6 12-23,6 3-22,-1 12 0,14 2-5,7 4-29,3-7 0,22 18 6,-16-22-53,1 3 0,-2-1-14,-6-3-163,3 20-156,-22-17-773,-23 13-416,-9-10-1286,-16-2 816,15-18-5639,-7-15 5975,25-6 1854,-6-32 2656,22-2-712,4 9 0,4-1-168,1 2 1,3 1-575,1 1 0,2 1 496,7-19-650,-6 15-773,-7 15 274,-5 9-598,-3 9-79,-5 11 16,-8 12-27,-8 17-84,-8 14-339,14-21 0,1 1-569,-1 3 1,1 1 781,1 4 1,2-2-1,-1 5 1,5-6 0</inkml:trace>
  <inkml:trace contextRef="#ctx0" brushRef="#br0" timeOffset="55393">11415 12971 24581,'-5'-3'1434,"2"0"-2638,3 3-1031,-56 13 2235,43 1 0,-42 2 0,56-5 0</inkml:trace>
  <inkml:trace contextRef="#ctx0" brushRef="#br0" timeOffset="55979">12646 13002 22195,'0'-9'1562,"8"-31"1,2-6-1377,-2 17 18,7-23 0,0 2-19,-4 28-134,2-2-7,-8 18-66,-5 14 33,1 11 6,-1 18 0,-1 15 5,-6 9-19,3-30 0,-1 1-3,-10 26 5,0-8 1,4-17 5,1-6-11,4-15 28,1-3 11,3-5 1,1-4-24,-1-7-21,0 1 16,-2-5-22,1 1-6,0 0 6,2 0 0,-1 2-12,-1-1-78,2 5-190,0-1-56,1 3-8817,3 0 9164,3 0 0,-1-1 0,1 2 0</inkml:trace>
  <inkml:trace contextRef="#ctx0" brushRef="#br0" timeOffset="57477">12457 13204 16594,'2'-6'6044,"-1"2"-3148,-1 4-2857,3-33 39,-5 30-16,-1-16-29,-7 47 7,-3 12-29,1 5 17,5-1-23,10-6 7,13-7 16,15-14 0,12-10 16,10-18 29,1-11-9,-27 4 1,-3-3-79,18-26 244,-14-8-45,-13-5-115,-13 27 0,-2 1-12,-3-2 1,-3 0-17,-1 1 0,-2 0 20,-12-26 11,-2 10-1,2 12 63,0 8-90,10 15-6,3 4-73,7 9 6,0 1 23,2 9 231,6 6-231,7 10-7,10 4 7,12-1-3404,16-4 3406,-19-15 0,1-3-5,5 0 0,1-4-992,11-4 1,-2-2 1004,-16 1 1,-1-1-25,8-5 1,-4-3 40,-3-9-5,0-6 17,-13 0 2400,-9 0-2367,-6 3 2987,-3 3-2953,-2 4 102,1 6-136,-1 4-56,0 5-50,0 2 17,0 4-1,-1 10 18,1 10 16,0 14-28,0 21-45,1-1-2,1-23 0,1-1-26,3 11-106,7 2 6,13-18 150,5-8-3346,13-13 3397,-13-15 40,6-15 21,-10-4 29,3-12 34,-9-3 122,-6-4-173,-9 17 17,-3 3-51,-3 19 3314,0 1-3380,-2 8 16,-12 20-17,-2 8-22,-3 6-169,2 8-324,11-9-565,3 12-841,11-4-2285,7-6 4223,10-11 0,-11-13 0,0-8 0</inkml:trace>
  <inkml:trace contextRef="#ctx0" brushRef="#br0" timeOffset="57629">13769 12730 17664,'0'-7'5517,"0"2"-5209,0 5-4072,0 0 3764,-39-3 0,29 3 0,-29-3 0</inkml:trace>
  <inkml:trace contextRef="#ctx0" brushRef="#br0" timeOffset="58046">14389 12797 23683,'-49'-24'237,"1"-1"0,-12 5 0,6 11-214,15 19-9,4 2 0,1 3 603,3 12-617,2 9 264,22 7-236,18-7 12,17 1-24,-1-18 130,15-4-85,7-12 46,1-7 94,2-8 135,-19-5-117,-13 2 711,-6 0-712,-11 9-145,-1 0-51,-6 6-22,-5 10 0,-2 1-5,-17 34 10,11-16-120,0 4 1,-2 4 83,1 2 0,1 3-1199,-2 3 0,0 2 1132,1 0 0,0 0-221,1 2 0,2 1-1291,0 1 0,2-1 1195,1-9 1,0 0-768,-4 10 1,-1-5-1831,-7-6 2531,-8-5 0,15-18 1,2-14-1</inkml:trace>
  <inkml:trace contextRef="#ctx0" brushRef="#br0" timeOffset="58912">14890 12627 20804,'16'-49'541,"-1"0"0,1-1 0,-1 6 1,-1 2-1,0 5-323,9-16 753,0 12-685,-15 26-114,0 1-138,-7 20 100,-1 15-94,-1 6 13,-2 10 0,-1 3-19,-3 10-269,0-10 0,-2 7 1,0-3 236,-4 1 1,-1 0-380,2-3 1,-2 2-1,1-3 377,-2-1 0,1-2 3,-2 6 0,2-5 3,3-5 78,0 4 0,11-30 123,11-24 665,-1 1-785,9-14 0,3-2-31,4-4 30,8-9 1,1 1-25,-3 6 10,2 1 1,-2 2-28,-6 11 1226,6-4-1260,-20 24-17,-1 12 12,2 9-28,5 14-1,3 5 29,-4-6-1,16 8-16,-2-20-17,20 2 17,6-17 11,-25-7 0,0-4 5,1-2 1,0-3-1,0-5 1,-2-4-6,-2-3 0,-1-2-419,-2-5 0,-3-2 436,-1-3 0,-4-3-14,0-2 0,-3-1 19,-1-1 0,-1 0-118,-2 3 1,-1 2 173,-2 5 0,-1 3 113,1-11-79,-4 18-101,-4 14-22,-6 19 861,-7 17-839,-9 27-17,8-18 1,0 2-717,-2 6 1,1 2 667,3-9 1,0 2-401,-4 21 1,3 1-794,6-19 1,2 1-393,-2 17 1,4-1 1601,11-12 1,1-6 0,1 5-1,8-12 1</inkml:trace>
  <inkml:trace contextRef="#ctx0" brushRef="#br0" timeOffset="59086">15755 12535 23539,'48'-18'-1107,"0"0"1,0 1 0,0 0 0,1 1 0,-11 5 0,-3 9 0,0 0-1</inkml:trace>
  <inkml:trace contextRef="#ctx0" brushRef="#br0" timeOffset="59286">16528 12503 22291,'-9'0'2861,"2"0"-2743,7 0-1137,0 0-594,71-21-177,-38 17 1,3 1 1181,9-4 1,5-2 0,-6 3-1,-10 5 1,-3 0 0,24 1-1</inkml:trace>
  <inkml:trace contextRef="#ctx0" brushRef="#br0" timeOffset="59453">16654 12780 25001,'61'-12'-414,"-1"0"1,-25 4 0,-3 1 0,21-2 0</inkml:trace>
  <inkml:trace contextRef="#ctx0" brushRef="#br0" timeOffset="60060">18056 12647 19568,'13'-52'1546,"1"-1"0,-2 6 0,-1 3-785,2-5-54,-3 9-534,-4 19-150,-3 8-1,-3 15-16,0 13 33,-4 31-28,-8 9-655,-2 7 649,1-27 1,-3-1 6,-13 22-24,5-16 1,0-1 14,7-10 0,1-3 2,-14 19 29,22-29 44,14-16 23,12-13-50,3-3 41,5-8 0,4-5 31,0-1 1,1-2-53,0 1 0,0-1-1,6-6 0,-2 1 53,7-6-75,-18 20 0,-1 1 30,11-10-78,-17 19 0,-9 12 0,-6 9-17,-1 17 12,0 22-57,-2 6 34,0-19 0,-1 0 529,-1 10-820,-1 4-560,7-13-1468,9 2-7484,7-8 9131,1-13 0,-6-8 0,-9-6 0</inkml:trace>
  <inkml:trace contextRef="#ctx0" brushRef="#br0" timeOffset="60687">18864 12580 13065,'3'-7'7763,"-1"2"-6620,-2 5-415,-2-61-436,0 45 301,0-45-16,4 59-286,2 1 252,7-2-72,1-1-95,1-1 10,-2 1-263,-6 1-95,-3 2 185,-2 1-174,-2 15-39,0-4 28,-12 33-22,-3-10-1,-3 8-21,-10 11 4,12-17 7,-2 6 5,12-11-17,6-12 45,17-2-11,8-8 28,31-19-29,-14 1 12,8-13 129,-3-11-95,-18 8 22,0-4 0,0-4-34,-1-8-19,-9 11 0,0 1 53,1-13-62,-6 11-3447,-5 11 3352,-5 11-644,-1 6-257,-2 12 245,-1 1-1287,-2 19-6458,-4 16 2671,0-6 5803,-3 14 0,6-36 0,1 0 0</inkml:trace>
  <inkml:trace contextRef="#ctx0" brushRef="#br0" timeOffset="61770">19313 12914 17944,'5'-1'5433,"-1"0"-4190,-4 1-77,73-82-769,-44 37-452,-1 9 1,4-6 0,-5 3 124,-13 6 0,-3 2-25,11-23 39,-4 10 0,0 0 123,8-10-8,-8 14 1,-1 1-43,1 3-112,-7 11-28,-7 19-34,-3 5 11,-1 2 18,0 4-24,0 5 304,-3 3-304,-1 4 45,-3-2-5,-1-1-11,1-5 0,3-3-12,3-3 6,0-2 309,1 0-337,1-5 34,1 1-12,2-6-5,1 0 39,3-4-22,-2 4-17,1-2-5,-2 4 16,-2 2-11,0-1-11,-2 4 16,-1 0 6,1 1-5,1-3 5,2-4-16,1-1 5,6-9 16,0 5-10,3-8 0,-5 8-12,0-5 23,-4 5 0,1-5-6,-4 1 34,0 0-23,-1 2-11,0 3 0,-1 3 12,0 5-34,0 2-135,0 1 107,-7 13 61,-7 10-27,-11 19 16,-5 10-14,14-21 0,0 1 0,1 3 1,1 0-184,1 3 0,0 0 166,2 1 1,0 1-34,0 0 0,1 0-98,-4 22-493,6-18 0,3-1-494,10 9 497,3-18 0,7-3-810,32-4 848,-15-19 1,3-5 137,3-3 1,1-5 234,0-1 1,-1-3 206,-1-3 1,-3-3 89,-2-2 0,-2-2 109,-4-2 1,-2-1 551,13-24 331,-10 1 33,-9 4-174,-4 1-246,2 0-172,7-2-125,7-4-45,5-4-342,-16 24 0,-1-1 132,0-2 1,-2 0-23,0-2 0,-2-2-17,-1-3 0,-3 0-36,5-23 44,-8 13 1,-1 0 84,1-10 63,-4 19 1,1 2-104,-2 0-117,-1 19-1,-2 12-44,-3 14 28,0 2 14,-7 16 0,-3 6-17,0-2 1,-1 3-569,-10 19 0,0 3 571,-1-2 0,1-1-6,0 2 0,1 0-28,3 0 1,2-1-130,4-2 1,3-1-552,5-2 1,3-2-209,6-3 1,4-3-3995,4-4 1,3-4 4824,18 17 1,-8-24-1,-9-14 1</inkml:trace>
  <inkml:trace contextRef="#ctx0" brushRef="#br0" timeOffset="62345">20904 12370 21752,'3'-6'2493,"0"1"-2101,-3 5-1585,-3-26-924,2 23-3669,4-14 4938,4 29 0,0-2 0,-2-3 0</inkml:trace>
  <inkml:trace contextRef="#ctx0" brushRef="#br0" timeOffset="62503">20829 12823 21920,'-29'56'399,"0"0"0,7-15 1,0 1-1,2-7-354,-10 8-1033,4-9 0,-4 1-2339,-4-1 0,-3-1 2760,-2-2 1,1-3 0,11-6 0,1-4-1,-9 5 1</inkml:trace>
  <inkml:trace contextRef="#ctx0" brushRef="#br0" timeOffset="63495">8465 14287 20806,'17'-33'1,"0"0"1,0 2 0,3 6-7,19 6-18,-2 7 63,-11 6 100,-14 16-40,-24 12-66,-18 18-45,6-15 0,-2 0-268,-2 4 0,-1 0 293,0 1 0,1 1-6,2-2 1,2-1-1,3-1 1,3-1 30,-7 16 28,14-10 62,10-9 56,13-8-34,11-2-84,14-5-55,9-2 16,5 0-12,-11-2 564,10 4-530,-19-2-10,10 4-7,-11-1-10,-6 2 5,-4 3 28,-7 5 40,-8 7 10,-15 7-28,-11 8-33,-14 3-240,-4 0 212,4-3-6,13-9-11,11-12 241,11-5 173,7-10-39,5 0-140,2-2-100,2 1-130,-7 0 174,1 4-224,-8-2-828,-1 12-2673,-9 0 3546,-2 7 0,0-11 0,4-5 0</inkml:trace>
  <inkml:trace contextRef="#ctx0" brushRef="#br0" timeOffset="64412">5547 16348 14678,'-3'-2'5008,"0"0"-5092,3 2 39,74-42 17,-46 31-45,21-12 1,-3 6 88,-30 20 108,0 8-1,-30 11-45,-16 12-61,-5-1 53,-12 5 0,0 1-3008,7-6 2963,0-1 0,4-1 109,15-9-27,7-2 83,2 5-2441,8-9 2335,7-2 124,6-5-29,5-3 1948,8-1-2076,6-2-18,4 0 6,1-2 3359,0 2-3376,-3-1-10,-4 0 4,-7 2 80,-8 1 290,-7 11-106,-12 8-206,0 5-2,-18 18-27,0-2-62,7-12 1,1 1-1,-4 11 6,8 7 16,17-35 85,18 5-62,-6-15-3359,27 6 3343,-23-5 49,20 14-38,-25-9 10,6 14 34,-15-7 29,0 5-12,-9 1-140,-21 9-101,1-10-608,-4-4 0,-4-2 1357,-2-3 1,1-2-1,-12 7 1,-2-3-1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14:04:12.2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935 2794 17484,'13'-51'1528,"0"0"0,-5 4 0,-3-7 0,1-2 0,1 3-2750,3-5 1,2 1 0,-1-3 1245,-4 11 1,-1-5 0,-1-1-1,0 3 1,1 8 59,2-10 1,0 5 232,1-11 1,0 1-178,-3 12 0,0 3 793,-1-16-798,-7 30-163,-2 16-6,-6 20 2012,-3 19-1967,-6 29-21,8-3 1,-1 12 0,2-1-686,2-7 0,2 1 0,0 0 654,0-8 1,-1 2-1,2 0 1,1-5-50,1 20 1,4-7-161,3-21 1,4-2-1538,8 2 0,2-1 1607,-5-7 1,3-2-188,10 0 1,2-6-329,12-12 213,12-15 163,-2-20 366,-25 5 1,-2-5 106,-1-3 1,-2-2 94,-1-2 0,-3-2-73,-2-5 1,-3 1 165,1-13 2524,-5-3-2295,-10 35-363,0 3 117,-3 9-79,4 7-257,-1 8 3408,3 1-3385,4 15-18,11 13-14,5-11 1,2-1 8,7 12 16,20-8-5,-22-36 6,-4 0 5,6-22 17,-14-3 28,-1-13 28,-7-3 146,-13-6 100,-16 7-263,2 14 17,-14 12-45,12 24-27,-6 11-35,3 13 34,3 30-33,11-12-9,6-8 0,4 1-375,11 14 302,-3-20 1,4-1-270,10 1 1,3-2 13,11 5-50,-5-16 1,1-5-348,15-10-1142,-12-9 1,1-5 1880,11-6-88,-18-4 1,-2-3 316,-2-14 74,1-12 67,-9 0 106,-7 6 84,-5 10 68,-3 13-432,-3 13 3075,-2 16-3254,1 3 434,-1 21-445,12 26-6,13-1 3,-6-23 0,1-4-2,17 3 4,9-18 35,-16-17-1,11-11 62,-11-17-28,-8 1 140,3-18 0,-9 8-61,0-11-7,-4 1-116,-5 20-124,0 6-23,-3 19-324,0 4-1233,4 19-1114,3 6-4324,7 18 6641,-2-4 0,-4-15 1,-4-9-1</inkml:trace>
  <inkml:trace contextRef="#ctx0" brushRef="#br0" timeOffset="501">2399 2470 25741,'39'-35'89,"-2"3"-5,-8 8-50,-4-3 28,2-13-23,-11-6-28,-5 4 3,-4 7 0,-1-3 283,0-19-168,-1 3 347,-42 39-437,19 39 0,10 16-123,17 4 0,13 7 0,-3-4 17,-10 2 0,8-5-47,17-14 1,14 0-1,2-7 1,-10-11-3290,14-25 3405,-5 2 1,-1-7-6,-12-12 1,-4-6-1119,-3 1 1,-1-3 1126,6-5 0,-1-6-376,-11 7 1,-1-7-1,-1 0 1,-3 6 386,0-3 0,-2-1-109,0 3 0,1-7 0,-1-1 0,-4 6 209,-6-9 1,-4 6-71,2 8 1,-3 1-3,-2 3 0,-5 7 1366,-11 9-1333,-4 11 1915,-13 26-1971,5 23-8,10 13 0,3 5 908,6-16 0,2 2-917,1 6 1,1 5 0,1-4-12,3-8 1,0 0-53,1 4 0,-1 4 0,2 1-1356,1-1 1,1 1 0,0-1 1190,0-4 0,1-1 0,-1-1 0,2 15 0,-1-9 1,3-9-1</inkml:trace>
  <inkml:trace contextRef="#ctx0" brushRef="#br0" timeOffset="1167">4614 1987 20151,'-4'-8'2800,"0"2"-2128,4 6-274,-66-42-146,30 46-174,-8-15 1,0 8-35,22 26 1,5 7-22,-10 22-9,11-6 0,4 4-9,6-15 1,3 1-17,4 27 0,7-1 8,3-27 0,5-4 3,7 5 0,6-8 11,27-16 40,5-24 184,-18-22 0,-3-6-154,-17 16 0,-1-2-5,7-14 0,-5-9 176,-19 1 0,-7-5 0,-2 6-465,-1 12 0,-2 1 274,0-14 1,-1-5 0,-5 14 39,-25 17-57,-3 19-38,2 18-34,5 17-90,10 17-886,10 13 186,12-27 0,4 2-1873,4 2 0,4 0 2691,1-5 0,1-2 0,7 10 0,-6-20 0</inkml:trace>
  <inkml:trace contextRef="#ctx0" brushRef="#br0" timeOffset="1491">5043 2125 21002,'0'-10'2086,"1"-22"1,0-4-1208,-1 7-638,1-8 0,-1 2-51,0 16-162,-1 11-22,12 22-6,-2 2 6,21 32-12,-11-15-67,1 8 0,-1 4-385,-10-10 0,-1 1 242,3 16 1,-3 1 89,-10-11 0,-3-2 115,-3-5 0,-2-4 106,-16 12 241,-4-39-196,14-26-73,3-15 14,24-14 1,7-2-1102,1-1 1020,2 5 0,2 1-17,3 10-2428,22 3 0,4 3-3475,-3 4 5920,8 1 0,-6 6 0,-30 19 0,-1 0 0</inkml:trace>
  <inkml:trace contextRef="#ctx0" brushRef="#br0" timeOffset="1944">6053 2056 22117,'4'-6'3305,"0"1"-3009,8-28 1,-1-8 123,-11 10-280,9-13 0,-7 3 23,-29 25-96,-16 13 0,-15 20-254,25-2 0,0 5 192,-2 4 1,2 4-3,2 2 0,3 2-12,4 0 1,4 0-3,-7 19 43,19-13 0,14-8-67,28-35 0,22-23 0,5-7 0,-12 8 49,-12 10 0,0-4-10,3-9 0,9-11 1,2-5-1,-6-1 1,-14 4-2,-13-16 0,-10 0-538,0 14 0,1-2 0,-2 2 675,1-15 0,-2 6-73,0 14 0,-6 16-201,-29 63 134,15-1 0,-4 19 0,3 6-316,12-21 0,2-2 103,0 7 1,1 2-396,-1 11 1,4 4-2185,4-13 1,1 1 0,3-3 2791,6 1 0,1-3 0,-3 0 0,1-8 0,10-17 0</inkml:trace>
  <inkml:trace contextRef="#ctx0" brushRef="#br0" timeOffset="2483">6516 2114 22212,'2'-45'1303,"0"0"0,0 4 1,-6 8-599,-12 13-582,4 11 17,-7 4-78,10 10-28,0 6-40,4 15 6,5-4 6,16 20-12,-1-24-5,25 10-6,-4-20 6,2-2 16,17-13 35,-22-8-12,11-13-6,-21-7-5,-10-7 28,-16-13-1,-16 7-16,-2 7 12,-7 18 38,-2 18 0,-1 7-27,-9 10 16,-1 22-61,16-5-1,-1 24 12,19-11-23,6 12 1,15-2-9,4-25 0,4-1-9,11 6 12,-4-14 0,3-5-39,25-8-303,-10-3 331,5-10 44,1-26-27,-15-2 7,-12 13 1,-1-2 25,8-27 6,-10 8 19,-8 14 0,0 1 26,5-13-23,0 5-34,-10 21 6,3 6 6,3 7-23,10 6-28,13 15 12,-10 0 211,11 23-1727,-24-11 1,-4 2-8311,6 23 8497,-2 6 1,-16-38 0,0-17-1</inkml:trace>
  <inkml:trace contextRef="#ctx0" brushRef="#br0" timeOffset="10636">8512 1944 16488,'-22'-44'1638,"-1"1"0,1-1 1,-4-8-1,-2 12-1481,-26 17-107,25 37-27,12 8-1,7 17-5,7-1-6,8 16 73,15-14-17,1-11 112,16-19-83,-17-13 164,8-16 0,0-5 54,-4-11-236,-3 9 1,-3-3 290,-15-18-184,-19 16-179,-5-2-45,-4 16-213,-1 18-387,6 13-654,0 18-1133,7 16 190,7 0 2236,8-9 0,2-2 0,-3-10 0,6 15 0</inkml:trace>
  <inkml:trace contextRef="#ctx0" brushRef="#br0" timeOffset="10878">8455 2289 17137,'0'9'3753,"1"-3"-2285,-1-6-735,0 0-548,-34 18-67,31-13 218,-7 14-269,30-20 179,41-11-128,-37 4 22,17-8 241,-33-7-353,-8 10-107,-19-16-27,1 21-504,-28-1-2580,15 16 0,-1 5 3190,-23 6 0,4 4 0,31-11 0</inkml:trace>
  <inkml:trace contextRef="#ctx0" brushRef="#br0" timeOffset="11331">0 3417 21875,'0'-32'163,"0"4"-275,0 13-95,0 5 83,0 7 102,48 3 71,-8-1 1,15-1-1,8 0 1,5-1-1,0 0 1,-5 0-708,-10 0 0,-4 1 0,0-1 0,4-1 0,7 0 1,11-2 713,-32 2 0,5 0 0,3 0 0,4-1 0,3-1 0,3 0 0,2 0 0,3 0 0,2-1 0,2 0 0,2 0 0,1-1 0,1 1 0,1-1 0,0 0 0,1 0 0,-1 1 0,0-1 0,0 0 0,-1 0 0,-2 1 0,0-1 0,-3 1 0,-1 0 0,-2 0 0,-3 0 0,-3 1 0,-2 0 0,-4 1-169,21-3 1,-6 0 0,-4 1 0,-5 0-1,-1 1 1,-2 0 0,1-1 0,2 1-1,3-1 1,5 0 0,6-1 0,7 0 117,-34 3 0,4 0 0,2 0 0,2 0 1,2-1-1,3 1 0,1-1 0,3 0 0,1-1 1,2 1-1,1-1 0,1 1 0,2-1 1,1 0-1,0 0 0,2 0 0,0 0 0,1 0 1,1 0-1,0-1 0,0 1 0,0 0 1,0 0-1,0 0 0,-1 0 0,0 0 0,0 0 1,-1 0-1,-1 0 0,0 1 0,-2-1 1,-1 1-1,-1 0 0,-2 0 0,-1 0 0,-2 0 1,-1 1-1,-3 0 0,-1 0 0,-3 0 1,-2 1-1,-2 0 0,-3 0 0,-2 0-113,33-2 0,-7 0 0,-7 2 0,-5 0 0,-3 0 1,-1 1-1,0-1 0,1 1 0,4 0 0,6-1 0,6 0 83,-20 1 0,3-1 0,3 0 1,2 1-1,2-1 0,3-1 0,1 1 1,1 0-1,2-1 0,0 1 0,2-1 1,-1 1-1,1 0 0,0-1 1,0 1-1,-1 0 0,-1 1 0,-1-1 1,-1 1-1,-1 0 0,-3 1 0,-1-1 1,-3 2-1,-2-1 0,-3 1 0,-3 1-21,24 0 0,-3 2 1,-4 0-1,-3 2 0,-2 0 1,-3-1-1,-1 1 1,-2 0-1,0-1 0,-1 0 1,6-1-1,-3-1 1,-3 0-1,0 0 0,-1 0 1,0 0-1,1 2 1,0 1-1,1 0 0,-1 1 1,0-1-1,1 0 1,-1 0-1,1 1 0</inkml:trace>
  <inkml:trace contextRef="#ctx0" brushRef="#br0" timeOffset="15711">2280 5091 20711,'12'-53'1506,"1"0"1,0 14 0,1-2-1474,2-11 1,2-7-1,-1 5-1987,2 6 0,-1 5 1965,-4 3 0,-1 0 9,2-4 0,1-4-647,0 4 0,1-4 1,-2 2 642,2-4 1,-1 2-3,5-12 0,-5 6 1121,-11 16-1017,-8 10-46,-6 4-44,-6 18 1475,-5 23-1486,-2 23-14,9-7 0,0 4 1159,0 10 0,0 3-1168,0 6 0,1 1 6,1 4 0,2 0-17,3-1 1,2-1-38,3-3 1,4-2-107,4-4 1,3-3 10,-2-12 1,5-2-1283,18 11 0,10-8 1431,10-19 0,1-5 0,-14 11 0,-1-4 0,3-17 0,0 0 0</inkml:trace>
  <inkml:trace contextRef="#ctx0" brushRef="#br0" timeOffset="16062">3356 4597 15642,'20'-53'2020,"-1"0"0,0 2 0,-10 6-972,-22 14-371,-13 2-430,-1 14 307,-26 10-319,11 18-151,-8 2 22,19 11 1,2 5-62,9-3 0,1 1-1007,-8 16 1,3 1 972,9-14 0,3 1 8,0 19 1,4-1 389,1 1-404,5-5 1,5 0-12,11-16 1,4-5-180,4-1 0,5-4 196,12-2 0,5-7-336,2-13 0,1-6 333,-8 2 1,0-6 26,0-5 1,2-6 0,-5-1 64,0-4 1,-3-2 22,14-14 1,-4-4-18,-19 7 1,-6-1-34,-4-1 0,-6-1-20,-5 1 0,-5 0-6,-4 2 1,-3 2 435,-4 5 0,-4 2-416,-26-14-72,-11 20-12,23 20 0,-1 5-67,-3 6 0,1 6-547,-2 7 1,2 3-476,7-1 0,1 3 1106,0 9 0,5-4 0,10-15 0,4-1 0</inkml:trace>
  <inkml:trace contextRef="#ctx0" brushRef="#br0" timeOffset="16550">4545 4134 19809,'3'-52'1529,"0"-1"0,0 3 0,-2 7-874,-2 18-330,-1 5-235,-3 17-28,-2 25 33,-7 32-50,4-11 0,-2 7-653,0 3 1,-2 7 0,1 1 601,1-9 1,1 1-1,0 2 1,0-1-30,1 0 0,1 1 0,0 0 0,3-1-97,-1-3 0,2 1 0,2-3 1,4-3-410,9 19 1,13-8-1147,4-25 0,7-3 0,5-7 1687,12-7 0,6-9 0,-4 0 0,2 4 0,-3-4 0,2-13 0,0 0 0</inkml:trace>
  <inkml:trace contextRef="#ctx0" brushRef="#br0" timeOffset="16745">5439 4383 19232,'-5'-6'5069,"1"0"-7303,-16-24 1,-2-5 2485,10 17-154,-10-18 0,2 6 1490,16 28-1560,3 18-17,-1-1-19,3 24 0,2 8-71,-1-13 1,1 1-416,2 24 0,0 0 74,-1-23 0,0-1 420,3 18 0,0-6 0,-2-13 0,4 21 0</inkml:trace>
  <inkml:trace contextRef="#ctx0" brushRef="#br0" timeOffset="16979">5747 4087 25040,'-4'-59'519,"1"1"0,7 6 1,11 16-459,40 43-1806,-24 0 1,0 5 1766,12 16 1,-2 7-9,-4 3 0,-2 4-24,-7-4 1,-1 3 0,-3 2-135,-2 3 0,-4 3 1,-5 2-1228,-10-1 0,-4 4 0,-4-1 0,-1-2 1371,-3 4 0,-2-2 0,-2-3 0,-1-1 0,-1-2 0,-1-7 0,-14 14 0</inkml:trace>
  <inkml:trace contextRef="#ctx0" brushRef="#br0" timeOffset="31164">3010 6243 21937,'-21'45'136,"0"0"1,3-12 0,4-2-98,7 31-6,5-20-16,2-3 39,0-10 370,1-18 363,1-10-206,2-16-477,2-10-61,1-8 56,12-27-23,1 16-22,0 9 0,4 1-6,-2 11 1,2 2-45,16-10 10,3 15-16,-14 16-44,9 9-46,11 27-475,-20-10 514,-9-1 1,-2 3-152,1 14-39,10 6 85,2-7 116,-3-16-21,9-18 16,0-18 67,-6-2 1,2-4-2855,12-10 2862,-13 3 1,-1-1-1036,9-18 1066,-8 9 29,-5-1 313,-19 19-364,-4 8-50,-3 1 2821,-4 10-2838,-10 14 17,3-3 1722,-8 27-1745,13-13 23,0 7 11,19 0-17,5-15 0,15 4 6,5-15 11,5-10 34,1-12-1,-1-11 29,-6-10 78,-6-17 17,-15-1 33,-15-7-100,-9 20-12,-16 5-21,2 20-41,-8 3-61,-7 23-50,12 6-135,0 20-179,21-2-212,15 5-370,13-1-662,15-1-593,12-8 876,-22-19 1,1-4-705,6-2 0,1-5 763,4-4 0,1-4 1154,5-3 1,1-4 363,1-4 1,-1-2 534,-10 4 1,-1-2 1858,11-9 1,-4-2-886,-16 5 1,-4-1-1333,4 1 0,-4 0 742,-1-22-186,-29 25-777,-3 6-46,-24 13-5,3 12 31,-12 12 0,-3 5-96,11-4 1,0 2-429,-15 12 0,1 4 378,14-9 1,4 2-15,6 3 0,5-1 6,-3 11-12,17-4 452,21-26-435,28-14 352,-8-11 1,3-5-316,12-10 0,1-7-950,-15 3 0,-1-3 1,-2-1 932,5-4 0,-3-3 19,-2-12 1,-6-4 73,-9 2 0,-5-1-29,1 0 1,-1-1 66,-4 11 1,-2 0-1,-1 3-53,-4 2 0,-1 4 37,-1-15 230,-13 27-365,2 23 2919,-6 14-2930,1 34-44,5 9-116,6 2 1,3 3-48,2-18 0,3 1-292,4 1 1,4 3 0,0-6 126,-1-12 1,1-3 136,7 7 0,3-8-638,21-12 795,-11-13 1,1-4 122,1-2 0,1-4 202,11-8 0,-3-6 38,-15 3 1,-2-4 33,0-2 1,-3-2 341,1-14 28,-13 8-100,-17 12 666,-4 13-885,-44 35-275,20-2-70,6-2 1,2 1 185,7 7-200,17-5-5,17-7 0,15-8 5,15-8 17,9-11-11,2-8 39,-22-6 1,-3-2-1,6-7 17,0-15 241,-31 8-180,-4 15 264,-11-18-275,1 28 74,-13-3-35,-2 16-44,-14 12-39,-5 16-40,-1 16-28,23-17 1,2 1-262,4 2 0,4 1 1,2 2 0,5 0-950,5 1 1,6 1 1215,7 5 0,2-3 0,3 6 0,7-5 0</inkml:trace>
  <inkml:trace contextRef="#ctx0" brushRef="#br0" timeOffset="31620">6641 5982 22083,'-3'0'387,"0"0"-247,3 0-1351,93-13-2099,-56 9 0,1 1 3310,9-3 0,5 0 0,-7 1 0,15 0 0,-23 2 0</inkml:trace>
  <inkml:trace contextRef="#ctx0" brushRef="#br0" timeOffset="31780">6794 6348 17275,'61'-15'-1055,"0"0"1,0 0 0,-13 4 0,-2-1-1,-3 2 1,11-4 0,-7 2 0,-7 2-1</inkml:trace>
  <inkml:trace contextRef="#ctx0" brushRef="#br0" timeOffset="32255">9042 5930 10287,'-7'-43'4021,"0"-1"1,-3-2-1767,10 107-2275,1-14 1,-1 4-242,-1 9 1,-1 1 202,1-12 1,0 2-470,-1-4 1,0 3 0,-1-3-2950,2 6 1,-1-3 864,0-8 1,1-1 2610,2 3 0,1-8 0,-2-18 0,3-4 0</inkml:trace>
  <inkml:trace contextRef="#ctx0" brushRef="#br0" timeOffset="33171">9051 5937 12970,'-7'-63'2216,"0"1"0,2 11 1,0 6-1500,1 0-577,24 13-160,13 13 0,7 2-1307,-5 3 0,3 1 1315,12 3 1,7 1 0,-4 1-606,-3 1 1,3 1 603,-9 1 0,6 0 1,2 0-1,0 0-41,6 0 1,1 0 0,1 1 0,-3-1-136,-8 1 1,-2 0-1,2 0 1,3 0 166,-1 0 1,4 0-1,3-1 1,0 1 0,-1 0-1,-3-1-113,9 0 1,-2 0 0,-1 0 0,5-1 67,-8 1 1,3 0 0,2 0 0,0-1-1,-1 1 1,-4 0-206,-5 0 0,-2 0 1,-1 1-1,0-1 1,4 0 285,4-1 0,3-1 0,2 0 0,0-1 0,-3 1 0,-3 0-206,5-1 1,-5 0-1,0 0 1,5 0 264,-6 0 1,4 0 0,3 0 0,-1-1 0,-1 1-1,-5 0 24,7 0 0,-5-1 0,0 1 0,6 0 87,-13 2 0,4-1 0,3 1 0,0-1 0,0 1 0,-1 0 0,-4 1-120,8-1 0,-4 0 1,0 1-1,1 1 0,4-2 28,-3 2 1,3-1 0,2 0 0,2 0 0,-1 0 0,-1 1 0,-1 0-92,2 0 0,-1 1 0,-1 0 0,0 0 0,0 1 1,0 0 26,-7 0 0,0 1 0,-1 0 0,1-1 0,0 2 0,0-1 0,0 0-8,0 0 0,1 0 0,0 1 0,-1-1 0,0 1 0,-1-1 0,-2 1-8,8 0 0,-3 1 0,-1-1 1,2 1-1,5-1-37,-7 1 0,4-1 1,3 1-1,2-1 1,-1 1-1,-3 0 1,-3 0-1,-7-1 55,8 1 1,-9 0 0,0 0 0,7 0 83,-4 0 1,5 0-1,5 0 1,0 0-1,0-1 1,-5 1-1,-4-1 31,6-1 1,-4-1 0,-3 1 0,-2-1 458,5 1 0,-2 0 1,-2 0-577,-2-1 0,-1 1 0,-14 0-23,-17 2 1891,-28 5-1868,-49 10-5,13-8 981,10-1 1,0-1-966,-15-4 1552,21-2-1551,-3 0-3052,11 1 3023,9 0-11,-1 1-16,8 2 669,-3 1-670,0 18 17,3 39-11,4-14 0,3 4-746,2-10 1,1 1 0,2 0 759,1 14 0,4-1-15,0-13 1,1 1 0,0-1 757,3 14 1,-2 2-789,-3-11 1,-1 1 0,-1 1-15,-2-2 0,-1-1 0,-4-1-34,-3 19 1,-5-3 10,-5-6 1,-4-4 55,2-14 1,-4-2-37,-17 7 0,-4-5-1057,5-16 1,0-3 1056,-6 6 0,-4-4-59,3-10 1,-5-5 0,1-1-292,-2-2 0,0-2 1,0-1 400,1 2 1,-1-1-1,-2-1 395,-8-1 1,-3-2 0,3 0-385,14 0 1,2 0 0,-2 0-36,-11-1 0,-3 1 0,-2-1 51,3 0 1,-2 0-1,1 0 1,2 1 294,2-1 1,2 1-1,-3 0-320,-2 0 1,-4 0-1,-1 0 1,4 1-16,-1 0 1,4 1-1,-6 0 8,5 0 1,-6 0 0,-1 1 0,1-1 0,3 1-112,4 0 1,4-1 0,-1 1 0,-4 0 119,5 0 0,-3 0 1,-3 0-1,1 0 1,1 0-1,3 0-1,-6 0 1,3 0 0,0 1 0,-2-1-245,1 0 0,-3 1 0,0-1 0,-1 1 0,0-1 257,1 1 0,0-1 0,0 0 0,0 1 0,0-1-92,0 1 1,0-1 0,0 1 0,0-1 0,1 1 81,0-1 1,0 0 0,0 1 0,0-1 0,1 0-4,1 1 1,0-1-1,0 0 1,1 1 0,-1-1 9,1 0 1,-1 1-1,1-1 1,1 1 0,2-1-4,-2 1 1,4-1 0,-1 1 0,-4-1 30,-6 1 0,-5 0 0,-2 0 1,4 0-1,5 0-26,2 0 1,6 0-1,-10 1-6,9 0 0,-10 0 1,-5 0-1,-4 1 1,0 0-1,2 0 1,6 0-1,9-1-4,0 1 0,9-1 1,0 0-1,-11 1-286,6 0 0,-10 1 0,-6 0 0,-4 0 0,-2 0 0,1 1 0,3-1 0,5 0 0,8 0 0,11-1-826,-18 3 1,4 1-360,2-2 1,-14 0 0,0 1 0,16 0 0,32 0 1473,52 3 0,-9-3 0,-8-1 0</inkml:trace>
  <inkml:trace contextRef="#ctx0" brushRef="#br0" timeOffset="35064">10036 5917 21584,'12'-21'1524,"-3"33"-1365,-7 21 1,-3 7-82,2-5 1,0 0 33,1 0 0,2 0-39,1-2 0,0 0-68,2-1 1,-1-1-28,9 22-505,15-12-44,-8-25-779,6-4 0,5-3 1350,6-12 0,0-2 0,11 3 0,7-9 0</inkml:trace>
  <inkml:trace contextRef="#ctx0" brushRef="#br0" timeOffset="36054">11642 5750 15434,'2'-54'1466,"0"1"1,0 0-1,0 2 1,0 2 0,0 14-1019,3 18 78,-2 0-308,-1 17-134,0 6 17,0 10 16,-1 15 1,0 6-84,0 3 0,0 3-425,-1 6 1,-1 6 369,-3 1 1,-1 6-1,-1-3-579,1-13 0,0-2 0,0 2 168,-1 2 1,1 3 0,0 0 0,1-2 219,2 7 1,1-2 0,0-6-1,0-3 1,0-5 0,5-8-1,-1 0 1</inkml:trace>
  <inkml:trace contextRef="#ctx0" brushRef="#br0" timeOffset="36687">12443 5885 17440,'-2'-8'4991,"1"1"-4437,-4-24 0,-1-4 90,1 14-538,-2-16 1,1 6-124,3 27 12,2 8 117,7 36-90,0 2-22,3 17 23,0 1-18,-2-12-10,3 10 16,0-10 0,-2-12 90,-3-13 156,-2-13-44,-3-16-112,0-13 5,-1-17 24,1-17 1,1 3 1,1-2-101,-1 19 0,2 1 44,2-21 1,1 3-902,3 9 910,-1 5-107,-3 13-173,-4 34-527,-1 30 127,0-10 0,0 2-847,0 12 1,1 2 1313,1 2 0,0-3 0,0 7 0,3-5 0</inkml:trace>
  <inkml:trace contextRef="#ctx0" brushRef="#br0" timeOffset="36921">13302 5440 23523,'-6'-51'778,"0"0"1,0 8-1,2 19-699,4 25 122,3 44-111,1-3-47,1-3 0,2 9 0,-1-1-1470,0-5 1,-1 0-1,1 1 1395,1 7 1,1 2-1,-2 4-800,-1 2 0,-1 5 1,-1 0-1,0-6 675,-1-5 1,0-4-1,-1 1 1,1 8-1,0 2 1,-2-8-1,0-18 1,0 1-1</inkml:trace>
  <inkml:trace contextRef="#ctx0" brushRef="#br0" timeOffset="37655">15121 5641 23299,'39'44'210,"-23"-5"0,-8 4-196,-11-8 0,-5 0-394,2 7 0,-2 0 382,-3-6 1,-1-3 81,-8 11-3543,-8 2 3622,10-23 1091,-3-21-1209,15-12 39,-3-27-17,6-9-28,3 12 1,1-4-24,5-4 1,2-4 0,0 3-126,0 1 1,1 1 141,3-2 1,3-3 0,-2 7 33,9-4-17,-5 12 1,2 1 2721,27-12-2777,-4 13 5,5 7 5,-16 32 1,-2 11-18,-7 5 1,-3 6-9,7 22 0,-6 6 3,-13-2 1,-8 1 16,-4-15 0,-4 0 0,-1-2-14,-9 11 0,-2-3 0,4-13 0,0 0-79,1 7 1,5-3-205,12 0-386,20 10-1053,36-34-1227,-13-14 0,4-2 2883,0-3 0,-1-2 0,-13 2 0,-2-1 0,7-2 0</inkml:trace>
  <inkml:trace contextRef="#ctx0" brushRef="#br0" timeOffset="38745">15100 5724 18324,'-4'-43'1264,"0"0"0,1 4 1,-1 9-739,-1 18-430,2 7-18,1 4 202,-1 21 62,1 27-247,0 0-262,1-6 0,2 2 220,1-10 1,1 0-18,0 8 0,0 2 3,1-3 1,-1 0 5,2 18 5,-4-23 1,0-2 95,-3 1 44,0 6 320,-1-26-230,2-9 163,2-18 115,3-11-507,9-37-40,-2 11-116,-1 8 0,2-3 108,2 0 0,2-2-550,3-7 1,3-1 551,-1 2 1,3 3-9,-2 8 1,1 6-4,14-5-11,-2 17-27,5 14 32,-12 9-10,14 22 22,-24-3-22,11 28 10,-18-4-27,-4 17-101,-11-26 1,-4 0 139,-5 1 0,-4 1 2,-7 0 1,-3-1-3,-4-1 0,-1-2 11,0-4 1,-1-3 10,3-5 1,2-3 10,-10 3 1291,0-11-1229,26-6-134,-4-1 17,16-1 22,4 9 11,2 0 536,15 17-569,16 2 13,-7-10 1,5 0-602,11 2 1,5-3 474,-10-4 1,2-2 0,3-1-1131,2-2 1,3 0 0,0-1 0,-3 0 668,0 0 1,-2-1-1,2 0-1862,0-2 0,4 0 1,-1 0-1,-9-1 1841,-3-1 0,-5-1 0,2 1 0,-5-1 1,-13-1-1</inkml:trace>
  <inkml:trace contextRef="#ctx0" brushRef="#br0" timeOffset="39342">16076 5852 18123,'-49'0'1040,"-1"1"0,7-1 0,9 1 159,18-1-1031,54-1 33,23-4-151,-1 1 1,3 0-842,-12 0 1,3 0 794,-9 1 0,5 0 0,2 0 0,-4 0-361,0 0 0,-2 0 1,3 0 353,1 0 0,4-1 0,-1 1 1,-2-1-6,2 0 1,-2 0-1,-1-2-3,3 0 0,0-2 0,-4 1 2,1-1 1,-4 0 24,8-4 1,-6-2 112,-7-3 274,-6-15-330,-33 6 146,-44-13-85,-1 18-852,3 7 1,-3 1 1171,-16 0-492,20 4 1,1 1 211,-8-1-496,8 1 389,32 6 34,1 0-56,32 3-45,13 6 0,16 0 822,-17 1 1,1 2-846,-4 0 1,-1 2-15,10 4 1,-1 2-71,-4 2 1,-2 1-149,-7 2 0,-4 3 1220,6 27-3586,-33 3-869,-15-10 3048,-20 1 0,18-29 0,-1-2 1</inkml:trace>
  <inkml:trace contextRef="#ctx0" brushRef="#br0" timeOffset="40579">17935 5593 24458,'4'34'78,"0"1"0,-1 6 1,-1-1-23,-1 19-45,-3-3 40,-6-11-1,1-18 62,-3-1 297,4-13 163,3-9-259,5-20-274,1 3 62,12-42-39,4 7-34,-3 12 0,1-1-12,1 6 1,1 1-3,1 2 0,2 2-20,2 3 1,2 4-73,24-3 33,-11 13-140,8 32-162,-19 21 185,0-1-29,-8 6-515,-5 1 404,-6-19-617,13 27 454,1-38 348,6-1 128,7-27 95,-6-14 242,3-22 144,-4-6-2068,-7 6 1750,-4 5 184,-7 14 17,-1 3 35,1 0-433,-5 10-129,-4 6 91,-2 8 1772,2 16-1695,1 0-16,3 14 23,4-1 16,-3-13 85,2 0-29,-5-16 135,4-2-158,-2-3 113,16-15 86,-4-11 1,-1-3-143,11-11-56,-12 8 0,-3 2 67,-9 10-95,-2 8 39,-4 3-40,1 6-49,0 1-23,0 4-482,0 1 96,1 7 83,1-3-1988,2 17 1474,-1-11-2,2 7-765,-5-8 177,-6 1 1295,2-2 258,-9 2 90,9-7 414,-1 1 134,3-4-34,0-1 224,1-5-323,0 0-24,0-3-67,4 2-280,-2 2 437,2-2-253,-1 2-60,0-3-219,-1 4 207,-2-1-213,0 3-117,-2-1-29,0 4 1,-1 2 28,-14 20-57,6 3 51,-8 21 34,14 7-68,10-9 23,8 3-6,5-22 23,11-2 44,-1-14 101,16-2 12,3-18 27,7-18-173,-15-1 11,-15 0 0,-4-3-6,0-11-25,-6 12 1,-1-1 7,0-14-27,-6 8-6,-3 15-73,-2 6-543,0 12-129,-1 7-392,0 13 269,1 4-1838,1 18-7125,-1 13 8663,1-13 1,-1 1 0,0-31 0</inkml:trace>
  <inkml:trace contextRef="#ctx0" brushRef="#br0" timeOffset="41070">19136 5942 24021,'44'-28'732,"-1"0"0,4-7 0,-7-1-475,-13-7-893,6-9 689,-11 8 1,1-2-591,-6 8 1,0-2 549,-1 2 0,0-4 0,-1 1 18,2-12 0,-2 1 33,-4 4 1,-1 2 190,-3 13 0,-2 1 59,-2-18-286,-5 35-17,-6 5 0,-1 19 12,-21 39-23,12-12-10,2 4 1,-2 10 0,3 0 0,5 8 1,2 1-246,-1-8 0,1 1 1,4-1 241,7 11 1,6-8 464,-1-21 1,5-5-485,24 8 0,5-6 3,0-8 28,4-3 0,0-6 6,-9-15-6,-1-10 0,2-7 5,-4-13 1,-2-4-428,1 3 0,-1-3 425,-7-2 1,-1-4 0,-5 2-1,-4 5 0,-2-2 12,1-16 0,0-8 0,-2 5-1,-4 11 0,-2-1 23,0-15 0,0-7 1,-5 9 23,-5 16 1,-4 4 44,-5-17 1,-3 5-46,-7 13 1119,-8 14-1197,10 51 12,3 17-7,6-2 1,2 7-534,2 6 0,1 4 420,1-14 0,1 2 0,0 0-879,-1 4 0,0 0 0,1-1 640,-1 10 0,-1 1-2666,2-5 0,0 2 0,1-5 2761,1-6 1,0-4 0,0 9 0,0-5 0,1-13 0</inkml:trace>
  <inkml:trace contextRef="#ctx0" brushRef="#br0" timeOffset="42543">8417 5548 17272,'-21'-44'1788,"-1"-1"1,2 4 0,6 11-1386,12 26-269,1 5 135,9 13 64,14 14 1,4 5-245,13 12-307,-5-7 1,5 1 256,-3-8 1,3-3-718,5 4 1,4 0 643,-7-7 0,2 2 1,-1-2-54,8 4 0,0 0-638,-5-4 1,2 0 0,-4-1 724,-1 1 0,-4-1 0,3-1 0,-5-1 0,-1 2 0</inkml:trace>
  <inkml:trace contextRef="#ctx0" brushRef="#br0" timeOffset="44063">8129 4796 21948,'-36'-38'1009,"7"37"-936,29 29-31,0 4 0,1 2 14,1 15-31,-1-17 0,0 1 20,2 28 39,-2-10 140,-2-13 314,0-16-1,-2-13-324,-1-15 17,-2-35-180,3 10-5,-1-24 50,7 11-22,8-6-59,-2 19 0,3-1-3,8-2 1,3 2-4,-1 8 1,2 3-165,6 2 1,0 4 132,12 4-59,10 14-35,-7 10-102,10 12-64,-22-5 1,0 3-288,-5-2 0,-1-1 399,-1 0 0,0-1-624,19 12-393,-2-13 1184,-9-4-287,11-14 335,-22-15-4,2-3 131,-3-15-48,-10 10 1091,6-26-26,-10 10-930,0 4-57,-7 12-55,-2 21-135,-1 7-5,-1 9-1,4 22-10,2-5-1,13 28-5,-3-32 0,20 19 11,-5-24 22,11-3 84,8-15 18,-9-16 55,2-15-84,-19-1 112,-2-16-28,-10 4-11,-2-13-95,-4 12 28,-7-12-90,-1 26-464,-4-7 189,5 24-38,1 10-476,3 15-377,4 11-603,1 13-964,6 9-712,3 4 589,3-1 1456,4-6 1098,3-11 716,3-12 1155,1-10 1114,2-9 1148,6-12-1937,-4-4-1149,-3-5 464,-1-8-222,-6-2 172,8-21-867,-10 14 156,2-20-157,-13 12-88,0-19-511,-7 25 0,0-2 339,-1-5 0,0-3-14,-2 5 0,-1-2 0,1 3-11,0-3 0,-1 0 41,-1-15 1,-2 4 165,-1 3 157,-7-2-347,2 34 5,-5 25 0,4 37-28,2 3-19,4-7 0,2 4-323,1-2 1,2 2 316,1 11 0,2 4 3,2-1 0,5 1-26,7 3 1,5-2 16,0-13 1,4-5-6,5 0 0,6-8 315,5-14 0,4-10-304,2-10 0,1-8 11,1-3 0,-3-5-931,-1-13 0,-5-3 939,-14 8 1,-4-2 8,2-14 0,-4-3-289,-7 3 1,-2-3 293,1-12 1,-3-6 8,-6 14 0,-2-2 0,-2 1 39,-3-11 0,-3 3 42,-4-3 1,-2 5 27,0 24 0,-1 5-19,-5-4 527,2 18-622,11 24 25,-1 6-32,6 19 1,2 6-17,3 13 231,0-15 1,0 6 0,2-1-409,3 11 1,2 2-492,-3-13 0,1 5 0,0 0 1,0-2-2610,2 7 0,0-1 0,-1-1 2501,0-2 1,-1-1 0,0-6 0,-2-6 0,-1-8 0,-2-12 0</inkml:trace>
  <inkml:trace contextRef="#ctx0" brushRef="#br0" timeOffset="56512">2568 8592 20918,'-1'-5'2442,"1"1"-1887,0 4-505,20-4 23,4 41-56,6-15-20,-16 5 0,-4 5-470,-2 24 148,-8 6 34,-7-14 0,-4 0 251,0-12 1,-1-2 101,-1 0 1,-1-5 155,-8 0 51,14-24 364,7-35-493,6 6 0,4-8 0,2-1-23,5-3 31,5-1 1,1 0-82,3-2-36,0 5 0,1 1 2,9 0 7,10-2 202,1 13-276,14 8 23,-18 8-39,20 7-23,-16 11 34,1 6 39,-5 3-11,-9 5 16,-8-4 6,5 3 17,1-4-11,-12-10-11,13-11-1,-9-15 1,5-2 44,5-16 40,-10 5 72,0-7 141,-12-3-219,-9 14 124,-11-4-7,-6 15-55,-15 1-135,-2 10-11,-2 5-11,-14 18 22,17 1-17,-4 4 1,13 10-18,16-21 12,1 11 22,12-15-16,13-3 16,-2-2 28,24-8-44,-17-6 10,5-4 18,-11-5-18,-13 9-66,0-6-1250,-10 8-2117,-5 2-6403,-6 5 8356,3 1 1,3 2 0,7-3 0</inkml:trace>
  <inkml:trace contextRef="#ctx0" brushRef="#br0" timeOffset="57162">3873 8591 25387,'-27'-50'214,"-14"35"-197,13 54-12,7-9 1,1 2-1299,-5 25 1293,11-14 376,19 9-359,16-28 212,17 2-218,12-25 28,6-16 23,-2-13 61,-7-10 101,-13-5 79,-14 0 608,-15 1-765,-14 1-1,-10 4-61,-11 5-56,-4 8 0,8 9 0,-5 6-123,18 6-162,-1 5-628,13 11-1933,13 8-7013,7 8 8868,1-6 0,-4-8 0,-11-11 0</inkml:trace>
  <inkml:trace contextRef="#ctx0" brushRef="#br0" timeOffset="57478">4416 8951 22094,'1'-5'2868,"1"2"-2263,-2 3-358,18-67 24,-9 36 1,1-2-158,6-26 1,1-3-1160,-1 8 1,1 1 1111,-1 0 0,1-1-6,0-1 1,1-1 199,0-4 0,-2 3-116,-5 13 1,-2 3 11,3-18 367,-17 40-518,-13 39 5,-13 29-11,10-8 0,1 6-742,-2 11 1,2 2 738,4-9 1,3 3-38,4 1 1,3 4 0,3-4-140,4 2 0,4-1-238,0-5 1,2 3 0,4-4-569,10 5 1,5-7-2063,3-6 0,3-6 2536,-3-8 0,-2-4 0,10 2 1,-19-17-1</inkml:trace>
  <inkml:trace contextRef="#ctx0" brushRef="#br0" timeOffset="57672">4444 8626 18408,'-5'-2'5092,"2"1"-4033,3 1-1367,67-57-1877,-34 42 1,3 1 2184,11-11 0,5-5 0,-5 7 0,-11 12 0,-3 3 0,0-1 0,0 0 0</inkml:trace>
  <inkml:trace contextRef="#ctx0" brushRef="#br0" timeOffset="57878">5353 8541 24105,'-5'0'1759,"2"0"-2168,3 0-560,91-39-2354,-34 26 1920,-17 0 1,5-3 0,-4 7 1402,18 16 0,-29-4 0,-11 6 0</inkml:trace>
  <inkml:trace contextRef="#ctx0" brushRef="#br0" timeOffset="58012">5505 8777 23059,'42'-26'-698,"0"1"1,0-1 0,8-4 0,-11 5 0,-18 13 0</inkml:trace>
  <inkml:trace contextRef="#ctx0" brushRef="#br0" timeOffset="60813">7157 8511 19361,'1'-62'1988,"1"0"0,1 2 1,-5 22-2045,-2 37 33,1 5 74,-7 27-51,3 9-31,1-7 0,1 3-1886,1 3 0,1-1 1662,1-6 0,0 2-1753,1 21 0,1 1 1630,3-14 0,0-2 0,-2 1 0,0-4 0,6 7 0</inkml:trace>
  <inkml:trace contextRef="#ctx0" brushRef="#br0" timeOffset="61153">7387 8344 15721,'-19'-50'928,"1"1"1,0-1 0,-10-5-1,-5 1 1,2 12-531,-18 2-391,-3 10 1,-6 7 361,5 19 1,-1 8-261,0 1 1,-1 9-69,8 7 0,0 7 0,5 3-41,11 1 0,4 4 0,1 0-548,1 3 1,0 0-1,5 1 542,-3 14 1,7 4-16,6-4 1,3 5 0,4 0-677,8 1 1,4 2 0,1-1 662,-5 1 1,0-1-1,8-2-1,5-14 0,6-1 0,4-3 0,1-8-278,7-8 1,2-7 0,1-1 252,-1 2 0,1-2 1,4-3-377,7-7 0,7-3 1,-1-4-1,-6-1 402,6-1 1,1-6 94,0-3 1,8-4 0,0-3 0,-8-1 156,-14-1 1,-4-2-1,0-3-64,1 0 0,2-3 0,-1-1 0,-5 1-31,6-12 0,-6-3-9,-13 7 0,-3-3 0,-4-3-23,-7-3 1,-4-3-1,-3-1-71,-3-1 1,-2 0 0,-6-1 15,-7-9 0,-6 0 1,-3 6-47,1 16 1,-2 4 0,-5 3-137,-16-4 1,-7 3-1,-5 7 95,11 12 1,-4 4-1,-3 3 1,3 0 0,4-2-1,-2-3 1,5-1 0,-3 3-1,0 6 1,0 0-1,0 1 1,0-1 0</inkml:trace>
  <inkml:trace contextRef="#ctx0" brushRef="#br0" timeOffset="65253">571 3912 10947,'1'-4'6352,"0"1"-3284,-1 3-2903,-9-14-63,7 11-29,-6-12-48,8 15 1236,0 0-230,-2-6-997,-1 3 431,-7-11-325,3 8 263,-17-8-221,-9 22 0,-1 5-171,-4-6 3,0 12 0,5 5 14,22 5-6,6 9 18,30 11-18,-2-17-105,4-10 1,4-4 105,21 2-342,-18-9 1,2 0 318,-1-2 0,0-1-11,16 3-23,0 4 73,-33-4 6,-6 6-6,-47 2-28,4-4-11,-3-4 0,-2-1-5,-19 3-12,22-7 0,-1-1-173,-26 3-617,13-6-9024,12-7 9190,17 3 0,6-3 0,11 4 0</inkml:trace>
  <inkml:trace contextRef="#ctx0" brushRef="#br0" timeOffset="65479">1006 3993 22213,'51'-10'-412,"1"0"0,2-2 0,-5 0 1,-5-1-1,-5 0 0</inkml:trace>
  <inkml:trace contextRef="#ctx0" brushRef="#br0" timeOffset="65654">1522 3648 25892,'-40'45'101,"9"-3"-157,29 4-591,3-12 0,2 3-1549,-1 3 1,0 0 1344,1 4 1,0-3 0,0 3-1,-2-19 1</inkml:trace>
  <inkml:trace contextRef="#ctx0" brushRef="#br0" timeOffset="65846">483 4836 22985,'-40'-9'1039,"0"0"0,-8-15-995,90-9-27,13 2-1442,-11 13 0,10-3 0,3-1 1,-8 4 1384,6-2 1,0-1-8,-7 4 1,6-2 0,1-1 0,-3 2-542,4-2 0,-1 2 0,-1 0 588,-6 2 0,-1 1 0,-1 0 0,-1 0 0,0 0 0,-4 2 0,-5 2 0,0 1 0</inkml:trace>
  <inkml:trace contextRef="#ctx0" brushRef="#br0" timeOffset="66671">640 10856 32421,'-54'-21'-681,"-1"-1"1,3 4 0,3 9 825,14 20 0,3 6 207,1-1 1,3 1-303,-11 10-355,12 19 130,26-13-228,14 14-439,23-11 385,15-4-101,-21-18 0,2-1-20,0-2 1,1 0 99,6 1 0,-2 0-286,11 3-53,2 6 336,-37-3 168,-9 8 306,-25 9-49,-25 7 35,13-18 0,-3 0-1,-4-1 1,-2-1-555,-1-1 1,1-3 572,10-5 0,0-2-321,-3-1 0,3-4-3053,7-9 3377,3-14 0,20 5 0,9-6 0</inkml:trace>
  <inkml:trace contextRef="#ctx0" brushRef="#br0" timeOffset="66895">1043 11089 19921,'-5'0'3921,"2"1"-3714,3-1-1181,32-19-2689,12 0 655,-15 4 0,2 0 3008,4 0 0,-6 3 0,-14 6 0,-3 1 0</inkml:trace>
  <inkml:trace contextRef="#ctx0" brushRef="#br0" timeOffset="67255">1634 10685 22711,'-5'0'2430,"1"0"-2065,4 0-298,-7-64-50,17 39-325,6-22 0,8 2 305,2 28 0,6 5 8,17-5 1,2 2-17,9 8 180,2 12-231,-22 39 1,-23 8-387,-12-9 1,-10 5 325,-11-5 1,-10 2-1,1-2-509,-4 4 0,-4 0 590,-4 0 0,-4 3 0,2-5 38,-2-1 1,0-3 15,9-10 0,-1 2 0,1-3 2,-7 8 1,2-3-10,11-11 0,4-2 22,1 2 22,35-22-67,30-22-148,-7 4 0,3-2-595,9-5 0,4-1-1701,-4 3 0,3-2 1,-3 2-2218,2-1 1,-1 2 4677,10-5 0,-9 4 0,-23 11 0,-12 4 0</inkml:trace>
  <inkml:trace contextRef="#ctx0" brushRef="#br0" timeOffset="67479">426 12122 21259,'55'-23'91,"0"0"0,-1 0 1,1 0-1,0 0 1,-1 1-1,1-1 1,2-1-1,1 0 1,0 0-1,0 0 0,-1 1 1,0 0-1,-2 0-1236,2 0 0,-1 1 0,-1 0 0,0 1 0,-2 0 0,0 1 811,3-2 0,0 0 0,-1 1 1,-1 0-1,0 0-1633,-3 2 1,1-1 0,-1 1 0,-3 2 0,-5 1 1543,19-7 1,-5 3-1,5-2 1,-10 3 0,-22 8-1</inkml:trace>
  <inkml:trace contextRef="#ctx0" brushRef="#br0" timeOffset="69414">3465 12402 24827,'4'-47'120,"-1"1"0,1-1 0,2 1 0,1 1 0,3 3-33,12-7 0,5 3-1276,2-7 0,2-2 1230,-9 15 0,0 0 1,0-2-403,1-2 1,-1-2 0,0 0 384,-1-3 0,0-1 1,-1-1-7,-2-2 1,0 0 0,-1-1-4,-1 1 0,-2 0 0,1 0 1,-2 4 1,0 1 0,-1 1 16,2-12 1,-1 3-101,-4 10 1,-1 6 127,-3-4 12,-9 18-79,-8 26 958,-11 18-941,-1 5-19,-6 20 0,-1 9-2,5-3 1,-1 4-1,2-1 1,-2 5 0,2 2-12,7-9 0,1 3 0,1 0 0,2-4 4,-1 0 0,2-3 0,2 2-31,1-1 1,1 3-1,2-1 1,4-6 129,4 8 1,7-4-372,3 8 1,8-5-43,8-11 1,6-8 52,6-9 1,5-7 81,4-8 0,1-8 104,2-8 0,0-5 72,1-8 0,-1-4 26,-2-6 0,-2-5 13,-1-2 1,-3-3-550,-2-2 0,-3-1 575,-4 1 0,-2 0 53,-5 1 0,-2 2 47,-6 4 1,-2 1 148,-5 3 0,-2 2-92,0-7 1612,-8 2-1455,-5 22 495,0 3-837,-1 6 1495,0 12-1501,0 2 0,-9 23 23,-7 11-188,5-12 1,-2 3 178,-2 4 0,-1 1 3,-4 10 0,1-1-31,8-16 0,2 0-19,-3 7 0,7-2 22,20-1 11,1-9 6,27-10-6,5-27-6,-12 1 1,1-4 16,13-10 1,-2-3-288,-12 8 0,-2-1 287,12-10 1,-4 0 5,0-8 8,-16 10 1,-1 0 13,2-9 101,-7-14-44,-15 24-63,-3-4 373,-5 2-350,1 2-11,2-8 67,3-6-89,3 13 605,2-2-510,-1 18-45,-1 2-28,-1 3-28,0 5 22,-1 0-22,0-4-22,0-4 16,0-7 0,3-4 6,0-1-11,1 2-17,-1 4 17,0 4 0,-3 4 16,1 2 1,-2 2-12,-1 1 1,-2 0-18,-3-2 23,-3-2-5,0-1-18,-2-3 7,1 1-12,-1 2-12,-3 4 1,-5 5 17,-11 13-12,-11 14 9,14-6 0,0 2-268,-2 5 1,-1 3 253,1 1 0,0 1-14,4 1 0,1 0-51,5-3 0,3 0-887,-5 26-3759,18-5 3918,13-14 0,0-15 1,0-14-1</inkml:trace>
  <inkml:trace contextRef="#ctx0" brushRef="#br0" timeOffset="69831">5678 10799 19160,'11'-58'1730,"0"0"1,0 2-1,-7 13-1158,-14 29-309,-7 5 6,-20 34-101,0 16-112,12-3 0,2 2-611,5-6 1,3 2 568,-5 15 0,2 4-522,5-5 1,3 1 503,1-9 0,2 2 1,3 1-89,3 4 1,4 3 0,3-4-355,7 10 0,5-4 46,1-3 0,7-6-984,11-14 1,5-8-2518,-3-9 1,2-3 3900,6-1 0,-3-1 0,2-2 0,-30-6 0</inkml:trace>
  <inkml:trace contextRef="#ctx0" brushRef="#br0" timeOffset="70182">6361 11017 22701,'-48'-34'593,"1"0"1,6 6 0,9 2-275,18 4 671,11 5-889,12-10 220,24 4-327,13 4-39,16 9 23,-17 14-6,5 15-45,-16 16-90,-17-8 0,-3 3 157,-5 7 1,-6 0 2,-3-4 0,-5-1-3,-10 11 1,-6 0-1,-2-8 1,-4-2 19,-13 14 0,-2-1-9,10-12 1,0-2-3,0-2 0,4-4-9,4-3 439,14-13-433,17-8-257,40-22-662,-2 0 0,3-2-741,-4 2 0,2-1 506,-2-1 0,3-2 1,-6 2-438,-8 4 0,-1-1 1170,4-3 1,4-3 0,-7 4 0,5-2 0,13-13 0</inkml:trace>
  <inkml:trace contextRef="#ctx0" brushRef="#br0" timeOffset="70380">6960 10523 23399,'-48'-37'1088,"0"0"1,9 7 0,6 4-277,4-5-555,19 19-145,0-2-89,13 12-34,5 7-1,45 29 12,-12-4-830,-5-2 1,7 6 0,-3 1 762,-2 4 0,-3 4-101,-2-2 0,0 4 0,-9 3-2328,-15 8 0,-10 4 1,-3-2 2495,-2-10 0,-3-3 0,-2 0 0,-1-2 0,-2-1 0,-1-6 0,-15 15 0</inkml:trace>
  <inkml:trace contextRef="#ctx0" brushRef="#br0" timeOffset="75946">3776 12823 20731,'9'-49'604,"-1"1"1,0 6 0,-1 7 963,-4 17-1456,-2 9 354,0 6-438,1 26-22,1 20 11,-1 2-12,0-12 1,-2 1-1,-2 13-27,0 13 245,-1-5-234,1-9-40,3-15 788,5-14-748,6-15 39,13-17-17,11-18 6,-14 11 0,1-3-164,2-2 1,0-1 162,0 1 1,0 0-3,-2 4 0,0 1-8,16-13-6,-12 15-11,-8 9-12,-4 22 18,-6 0-12,5 20 17,-1-2 388,8 9-416,9 1-50,11-4-79,10-10-392,10-9 479,-28-15 0,1-3 45,7-9 0,0-3 39,-8-2 0,-2-1 5,0-2 1,-3-1 97,12-20 114,-18 9 26,-2-6 18,-11 8-68,-9 9-117,-10 9-51,-10 13-22,-27 33-17,18-12-34,-9 21 6,30-17 352,9-2-357,10 1-1,12-7-39,12-10-5,7-7 50,4-11 34,0-7 16,-4-9 28,-8-6 46,-8-3 38,-13-1 12,-9 4-46,-13 3-60,-2 9-12,-26 0-23,5 12-5,-16 0-11,18 10-101,0 14-302,18 5-897,2 14 17,15-8 1294,29 16 0,-20-29 0,17 10 0</inkml:trace>
  <inkml:trace contextRef="#ctx0" brushRef="#br0" timeOffset="76896">5384 12841 20761,'0'-4'3764,"0"2"-2800,0 2-947,-13-42-40,10 31-66,-11-31-35,14 42 62,0 0 73,4 2 23,3-1 0,2 1 61,2-4 73,-2-4 90,-1-3 39,-3-3-17,-5-1-84,-5 0-56,-4 0-39,-5 2-45,-5 5 0,-3 4-6,-5 9-16,-2 9 5,-3 10-28,1 9 0,4 6-11,7 3-11,9-2 11,7-11-34,22 2 34,9-22 0,24-5 12,7-22-275,-27 0 1,1-3 282,-1-4 0,-1-3 10,-1-4 1,-3-2-1625,-6 7 0,-1-3 1641,4-19 1,-3-2-18,-6 11 1,-1-1-292,7-16 1,-1-1 330,-6 13 0,-1 2 106,-1 4 1,-2 4-70,1-5 38,-5 14 221,-5 21-399,-1 5 3117,-5 25-3084,0 14 0,-4 12 218,5-16 0,1 2-254,0-4 0,2 1-403,-1 11 1,1 1 219,0-2 1,4 1-460,8 1 1,2-3-113,6 13-254,4-28 0,3-7-469,13-10 727,11-12 814,1-18 409,-21-3 0,-1-3 73,9-11 22,-13 8 0,-2 1 791,3-8-224,5-9-769,-13 17 955,-3 5-1178,-12 17 487,-6 6-515,-6 10 48,-9 15-116,5 3-50,3 6 16,21-7 23,4-10-11,11-5-6,6-11 1,4-6 38,18-7 0,-17 5 1,2-5-12,-1-11 0,-4-4-3369,10-16 3355,-16 16 0,-3-3-407,-2-8 1,-6 0 533,-3-13-185,-6 16 1,-3 0 133,-11-1 22,-19 9 6,-10 17 5,-15 9-44,-3 14-29,25 1 1,3 3 5,-10 22-28,9 15 2611,18-15-2695,15 15-325,18-10-1719,7-15 0,6-2 2117,-6-8 0,0-4 0,0-1 0,-2-4 0,-2-5 0</inkml:trace>
  <inkml:trace contextRef="#ctx0" brushRef="#br0" timeOffset="77097">7383 12461 24486,'-6'0'2207,"2"0"-2392,4 0-806,85-29-2350,-48 23 0,1-1 1656,2-3 1,4-3 0,-3 3 1684,10 4 0,-8 2 0,-8 1 0,-2 0 0</inkml:trace>
  <inkml:trace contextRef="#ctx0" brushRef="#br0" timeOffset="77263">7453 12687 26586,'49'-16'-846,"-1"0"0,3 0 0,-8 3 1,-15 6-1,-1-1 0</inkml:trace>
  <inkml:trace contextRef="#ctx0" brushRef="#br0" timeOffset="77756">9883 11880 23531,'-26'36'52,"-1"-1"0,-1 13 1,5 3-48,10-3 1,3 2-531,1-8 0,-2 1 0,1 1 482,-1 1 0,1-1 0,-1 1-241,1-2 0,0 0 1,0 1-2421,0 6 1,1 1 0,0-4-1916,0 0 1,2-2 4140,0 3 0,2-8 0,4-21 0,0-9 1</inkml:trace>
  <inkml:trace contextRef="#ctx0" brushRef="#br0" timeOffset="78496">9883 11926 18528,'-10'-41'-56,"1"-1"0,8 4 0,10 8 17,37 20 26,8 5 0,14 1 0,-5 0-985,-11 0 0,4 0 1015,-10 2 1,9-2 0,4 0 0,1 1 0,-3-1-1,-8 1-536,5 0 0,-8 0 1,7 0 550,-6 0 1,4 0 0,3-1-1,2 0 1,2 1 0,0 0-24,0 0 1,4 0-1,1 0 1,0 0 0,0 1-1,-2-1 1,-2 0-187,4 0 1,-3 0 0,-1 0-1,2 0 1,6 0 176,-14 1 0,5 0 0,2-1 0,3 1 0,0-1 0,-1 1 0,-2 0 0,-2-1 0,-5 1-229,14-1 0,-5 1 0,-2-1 1,-1 0-1,1 1 229,1-1 0,-1 1 0,1 0 0,1-1 0,1 0-70,-3 0 1,0 0-1,1 0 1,1 0 0,0 0-1,-1-1 80,-1 1 0,0-1 1,0 0-1,0 0 1,0 0-1,1 0 16,-1 0 0,1-1 0,0 1 0,0 0 1,0-1-1,1 0 26,-6 1 0,1-1 0,1 0 0,0 0 0,-1 0 0,-2 0 0,-2 0 38,8-2 0,-2 1 0,-2 0 0,-2 0 0,-2 0-20,1 0 0,-2 0 0,-2 0 0,2-1 38,4 0 0,0-1 0,1 1 0,-1-1 41,-3 1 1,0 0-1,0 0 1,0 0-96,0 1 1,-1-1-1,1 1 1,1 0-9,3 0 0,1 0 0,-1 1 1,-3 1 5,1 0 0,-2 2 1,-4 0 426,7 0 0,-2 2-443,-1 1 1,-2 2 567,-14 2 0,-2 2-585,-2 0 1,-3 2 2181,21 14-2095,-27 5-50,-11-2 2719,2 22-2703,-6-11 1,-1 3-40,1 4 1,1 4-474,-3-7 1,0 2 0,0-1 453,1 2 0,-1 2 17,-1 2 1,0 5 0,-1-5-10,0-9 1,-1 1-3,0 17 1,-1 8-1,0-8-12,-1-17 1,-1-2-4,-1 9 1,-2 4 0,-2-2 2,-7 9 1,-2-3 2,2-8 0,-2 0 22,-9 11 1,-7-4-164,-4-17 1,-3-5 182,-3 2 1,-3-2-28,6-10 0,-2-2 0,-1-3-9,-19 2 0,0-5-475,8-3 0,-1-3 448,3-2 1,-3-1 0,-3-1-22,5 0 0,-2-2 1,-1 0-1,0 0-493,-5 1 0,-1-1 0,-1 1 1,-2 0 517,2-1 0,-3 1 1,-1-1-1,2 1 1,2-1-5,4 0 0,4 0 0,-1 1 0,-4-1-4,0 1 0,-4 0 0,-3 0 0,-1 0 0,2 1 0,3-1-123,2 0 1,3 0 0,1 0-1,-2 0 1,-3 1 136,2-1 1,-2 0 0,-3 1 0,-1-1 0,1 1 0,0-1 0,2 1-163,-1 0 0,0-1 1,2 1-1,0 0 0,-1 0 1,1 0 168,-2-1 0,1 1 1,-1-1-1,0 1 1,1-1-1,-1 1-109,1 0 0,-1-1 1,0 1-1,1-1 0,-1 1 1,1-1 106,-1 1 1,1-1-1,0 0 1,0 1 0,-1-1-1,1 1-11,0-1 0,-1 0 0,0 0 0,0 1 0,2-1 0,2 0 9,0 0 0,2 0 1,2 1-1,-2-1 1,-4 0-3,4 1 1,-4-1 0,-1 1-1,-1-1 1,0 1 0,3 0-1,2-1-2,-3 1 0,3 0 0,1 0 0,-1 0 0,-3 0 1,4 0 0,-3 1 0,-2-1 0,-1 1 0,1-1 0,1 1 0,3-1-13,-9 1 1,1 1 0,2-1-1,1 1 1,-1-1-37,3 0 1,0 0 0,0 0 0,1 0 0,1 0-76,3 0 0,0-1 0,1 0 0,0 0 1,2 0-387,-8 0 0,2 0 0,1-1 0,0-1 510,-11 1 0,2-2 0,7 0 0,5 0 0,7 0 0,12-2 0,0-1 0</inkml:trace>
  <inkml:trace contextRef="#ctx0" brushRef="#br0" timeOffset="79229">10513 12577 17042,'2'-10'2781,"7"-32"0,2-9-1717,-2 8-616,2-11 0,-1 1 263,-5 18-234,-3 12-242,-1 12-179,0 7-22,-4 26-12,-3 11-11,-3 13 11,-2-4 1,-3 3-15,4-11 1,-2 1-340,-3 15 0,0 1 319,5-11 1,2-2-3,1-5 0,5-1-81,9 18-403,16-17-1245,23-15-851,-12-15 1,1-4 1958,1-2 1,-1-1 0,13-4-1,-19 1 1</inkml:trace>
  <inkml:trace contextRef="#ctx0" brushRef="#br0" timeOffset="79471">11571 11925 23954,'0'-7'2610,"0"2"-2218,0 5-235,0 0-68,-25 5-49,15 18 13,-7 6 0,0 7-17,6 15 1,4 5-789,-3-7 1,0 4-1,-1 1 741,-3 6 0,0 1 0,-1 2-76,3-13 0,-1 1 0,1 1 1,0-1-358,-1 2 0,1 0 0,0 0 0,2 1 444,1 1 0,1 1 0,1-1 0,0-5 0,-2 12 0,2-6 0,5-9 0,0 0 0</inkml:trace>
  <inkml:trace contextRef="#ctx0" brushRef="#br0" timeOffset="80566">12499 12298 23181,'2'17'1288,"-1"-4"-1030,-12 4-40,-3-3-11,-7 4 141,-8-4-225,8-7 236,-14-4-242,21-6 79,-8-7-101,13-9-44,2-11-18,7-8-5,12-2-16,8 2-24,8 8 7,3 8 5,3 10-11,13 13-1,-14 6-8,-4 9 1,-3 2 19,-5 5-3,-4 9 1,-6 3 2,-20 15-1694,5-19 1,-4 1 1693,-14 4 0,-7-1-3,-9 7 1,-3-2-73,9-7 0,-2 0 93,-2-1 1,-3 0 0,6-5 20,-7-1 42,7-7 1,4-6-15,14-14 28,1-14-89,17 1 3306,17-14-3335,23 8-1614,2 5 0,4 1 1572,-13 5 1,3 1-276,10 1 0,7 0 1,-7 2-298,-12 2 1,-1 1-535,10 0 1,4 0-1,-1 1 1171,6 0 0,-3 0 0,-15 1 0,-1 0 0,-4-1 0,0 0 0</inkml:trace>
  <inkml:trace contextRef="#ctx0" brushRef="#br0" timeOffset="80783">13611 11942 24671,'1'-42'638,"1"0"1,0-1-1,0-8 1,-1 7-18,-1 3-503,-2 29-84,-2 8-34,1 17 16,-3 36-10,2-14 0,0 5-669,-2 8 0,0 6 0,0 0 636,0-1 1,0 0 0,0 0-32,0 1 0,0 1 1,0-1-328,0 1 0,0-1 1,1 1-2615,1 1 1,2 1-1,0-1 2999,0-6 0,1-1 0,1-1 0,-2 17 0,3-9 0,4-14 0</inkml:trace>
  <inkml:trace contextRef="#ctx0" brushRef="#br0" timeOffset="81315">14434 12165 27074,'13'27'95,"-1"18"-73,-8 14-735,-4-21 0,-3 0 721,-2 0 0,-4-2-5,-1-3 0,-3-2 497,-16 18-393,2-19 202,7-16-124,0-20-118,10-15 0,-1-21-61,7-1-1,6 10 1,4-4-183,6-8 0,3-2 183,1-2 0,2-1-1,6-7 1,1 1-1,-3 13 1,0 3-1,-2 6 1,0 2-3037,17-17 3025,-11 21 12,6 9-23,-11 17 11,9 11 1,-4 15-1508,-7 20 1513,-7-3 199,-17 9 0,-6 1-193,-4-2-78,-5 1 0,-3-2 88,-5-8 24,-4 0-35,11-15 23,2-5-17,14-9 2406,-1 4-2423,18-1 2696,13 1-2718,27 2-563,-1-7 0,6-1 278,-11 0 1,3 1-1,-3-2 1,5-1-1,-3 0 1,-6 2-1,1 0 1</inkml:trace>
  <inkml:trace contextRef="#ctx0" brushRef="#br0" timeOffset="83766">9921 11419 21926,'-4'-43'916,"-1"0"0,1-1 0,-2 1 0,2 5-894,2-6 40,6 72-34,1 1-12,2 10 1,0 6-1460,1 0 1,-1 3 1427,-1-6 0,0 3 0,0 1-254,0 1 0,-1 2 0,1 1 269,1-2 0,2 3 0,-1-1 0,-1-6 0,-1 6 0,0-4 0,5 9 0,0-1 0</inkml:trace>
  <inkml:trace contextRef="#ctx0" brushRef="#br0" timeOffset="85216">9931 10564 17972,'-3'-10'2739,"-3"-24"0,-1-1-2039,2 15-527,-8-41-55,11 57-84,1 13 61,0 13-22,1 21-34,1-5 0,0 3-17,0 18-25,0-13 1,-1-1 24,-1 12-5,-1-20 0,-1-2 22,-1 7-2831,-1-8 3066,4-28 113,0-11-236,2-15-17,4-20-16,7-15-233,-2 22 1,1-1 139,2-1 0,3 1-6,0 0 1,1 2-15,0 3 1,0 3-34,15-16-28,-1 16-16,-3 18 21,-4 11-117,4 19-145,-2 10-175,8 14-128,3 6 232,-19-26 1,3-1-194,8-1 0,0-2 297,11 5 1736,-10-15 0,1-6-1501,5-11 336,13-16 85,-16-7-130,-6-3 269,-16 1 474,-6 7-451,-1-1-124,-3 7-363,-1 9-141,-1 10 73,1 10 17,-1 2-11,3 14-11,4-1-6,7 6-17,18 0 67,0-12-27,2-6 27,8-16 12,-20-7 156,24-24 24,-22 0 21,7-20-123,-16 14 89,-5-13 12,-5 0-118,-2 2-72,-2 6-74,-1 20-122,-1 16-359,0 1-348,1 16-1500,11 24 1080,-4-4-1638,5 7 0,2 2-2606,5 8 3575,-5-12 0,2-1 1969,12 14-713,3-11 713,-5-13 5019,9-8 627,-12-13-3619,4-4 1732,0-19-2947,-13 5 795,13-30-991,-12 13-179,4-21 450,-7 14-652,-2-20-151,-4 17-265,-1-7 0,0-6 220,-1 1 0,0-1-479,-1 13 0,0-2 1,0 3 503,0-12 1,-1 5 94,0 11 1,-1 5 316,-5-1-398,1 8-100,-8 19 464,-1 26-459,-7 19 22,9-9 1,0 3 0,-6 25-9,8-4 0,5 3 129,3-16 1,3 1-155,2 19 0,5 0-3,3-15 1,5-3-162,4-5 1,5-3 168,5-7 1,1-5-11,24 6 7,-10-20 1,1-7 33,-16-7 1,0-4-4,14-5 1,-3-5 5,8-20 0,-23 7 1,-3-6 13,-3-10 0,-3-5-676,0-3 1,-2-4 666,-5 11 1,-1-2 0,-3 1 14,-3 5 1,-1 2 0,-1 1-7,1-8 1,-2 2 30,-3-2 0,-1 3 159,-7-12-69,-2 12 857,0 20-1025,5 33 365,2 22-331,2 29-12,0 3 315,5-11 1,1 6-897,2-8 1,2 2 0,1 2 252,1 7 0,2 1 0,0-2 0,-4-11 1,1-2-1,-1-4 0,4 5 0,-1 0 1</inkml:trace>
  <inkml:trace contextRef="#ctx0" brushRef="#br0" timeOffset="86088">15440 10846 24475,'-10'-48'474,"1"1"0,0 3 1,2 15-509,5 29 40,2 15-23,3 20-22,4 25-604,-2-20 1,0 2 608,0 7 1,0 2-127,-1 5 1,-1 1-273,-1 0 1,-2-1-208,-2-2 1,-3-2-49,0-7 1,-3-4-725,-9 17-577,1-28 509,2-31 1087,6-27 840,4-30-576,3 1 853,3-4 1,2-3-82,0 16 1,0-2-233,0 4 1,0-3 0,0 2 183,0-7 1,-1 3-104,-1 7 0,-4 3-152,-1 8 1,-3 3 129,-11-13-225,-4 18-184,0 12-29,1 17 509,0 15-547,-1 19 16,-6 15 8,12-21 1,-1-1 2,-1 2 1,-1 0 7,-1-2 1,-1-2 11,1-2 0,0-2 104,-15 13 364,8-14-347,12-15 896,8-17-952,11-15-35,8-19-16,14-14-342,-8 25 0,2 0 320,4-1 0,0 1 5,0 4 0,-1 1 51,19-16-68,-13 17-33,5 5 22,-4 14-39,19 3-255,-11 11 0,0 3-339,22 5-1312,-10 1 1,2 2 1933,-12-2 0,-2-1 0,18 6 0,-10-1 0</inkml:trace>
  <inkml:trace contextRef="#ctx0" brushRef="#br0" timeOffset="86976">15618 9968 21088,'5'-50'750,"1"0"1,-1 1-1,0 4 1,-1 1 0,-1 5-409,0 4 0,-1 3 281,0-19-500,-2 24-113,1 9-77,2 23 83,5 13-5,3 19-8,-2-3 0,-2 3 11,-2 0 0,-1 1-118,1 0 0,-3-1 110,-3 1 0,-3-2 5,-3 15 22,-3 3-5,2-20 62,4-18 22,4-21-95,5-15 16,5-18 23,8-16 75,-5 23 0,1-1-109,2 0 1,1 0-12,2 3 0,0 1-11,18-17-22,-5 17-62,-4 13-51,2 19 68,-11 4-174,10 19-565,-1 15 391,-4-8-126,-6-8 1,2 0-731,10 4 88,12 0 534,2-12 604,-1-14 370,-5-16 291,-6-12 163,-6-8 67,-7-3 16,-6 0-100,-5 5-185,-4 8-207,-3 8-645,-1 23 281,2-1-17,4 25-6,6-6 11,16 10-11,2-10 34,10-4 17,-4-16-6,-8-7-11,-5-6 139,3-18 46,-6-12-124,3-11-55,-11 5 16,-6-2-11,-2 10-34,0-11-234,0 16-96,0 7-1905,0 20 941,0 9-2873,4 16 4173,-2 11 0,-1-11 0,-1 1 0</inkml:trace>
  <inkml:trace contextRef="#ctx0" brushRef="#br0" timeOffset="87443">16799 9868 9766,'3'1'9830,"-1"0"-6329,-2-1-1944,72-45-846,-43 16-476,14-5 1,-2-3 10,-17-16-644,-12 20 1,-1-1 431,8-25 30,-5 4 1,0-2 7,-5 17 1,1 0 42,2-15 0,-1 0 39,-5 20 0,-1 3 98,1-12 47,-5 23-249,-4 12-56,-7 20 18,-8 11-12,-9 25 0,13-17 0,1 3-6,2 4 0,2 2-2,1 3 0,4 0-215,5-1 0,4 0 206,2-3 1,6-1-1,11-1 0,4-5 17,13 8-3,-5-21 0,2-6-8,19-10 0,-20-7 0,0-3 11,1-6 0,-3-4 11,0-6 0,-4-5-81,-1-5 1,-5-5 83,-2-6 0,-5-4 2,-3-7 1,-3-1-9,-4 10 1,-3-2 22,-3-1 1,-2-4 0,-2 4 18,-2 0 1,-2 1 18,1 5 0,-1-2 0,0 5 1,-2 7 0,-1 5 160,-12-15-241,12 33-6,-4 17 34,4 30-23,4-4 1,1 5-320,0 11 0,1 3 275,2 9 0,2 4-158,2-18 1,1 2 0,0 0-671,2 4 1,1 1-1,0-2 557,-1-4 0,1 0 0,0-5 1,0 4-1,0-6 0,-1 8 0</inkml:trace>
  <inkml:trace contextRef="#ctx0" brushRef="#br0" timeOffset="104757">27429 8533 16135,'1'-50'1193,"0"0"0,0 4 0,1 13-728,-1 26-381,0 4 140,4 12 145,1 15 180,5 28-306,-5-13 1,-1 4-1780,-1 14 0,0 1 1592,0-7 0,-2 3 29,0-8 1,-1 5-1,-1 1 1,1-3-636,0 4 1,-1-2 0,1 4 584,0 2 0,-1 4 0,1 2 0,0-2-13,-1-6 0,1-1 1,0-1-1,0 1-4,0 4 0,0 0 1,1-1-1,-1-2-3,1 6 0,0-2 0,0 4 19,0-9 1,1 5 0,0 2 0,0-2 0,-1-2-407,1-1 1,-1-3 0,1 0 0,-1 4 379,1-6 1,-1 3-1,0 3 1,0-1-1,0 1 1,0-3 4,0 4 0,-1-1 1,0-1-1,0 2 1,0 2-2,-1 0 0,-1 3 0,0 1 0,0 0 0,0-2 1,0-3-9,0-5 0,0-3 1,0-2-1,0 2 1,-1 3-2,0 4 1,0 5 0,0 1 0,-1 0 0,0-2-1,0-4-290,-1 5 0,0-5 1,0 0-1,-1 3 287,1-2 0,0 1 0,-1 2 0,0-1 0,0 0-8,-1-3 0,0 1 0,0-1 1,0-1-1,0-2 86,-1 0 1,1-2 0,0 0 0,-2 2-213,-1 2 1,-2 2 0,0 2 0,-1-3 0,1-4-353,-2 9 0,0-4 1,-2 2-837,1-1 1,-2 3 0,1 0-1,1-6 1322,0-7 0,2-4 0,0-5 0,1 1 0,1-8 0,1 1 0</inkml:trace>
  <inkml:trace contextRef="#ctx0" brushRef="#br0" timeOffset="105459">30591 8483 19182,'-8'32'565,"1"0"1,2-1 0,1 2-393,5 12 1,2-1-508,0-10 0,0 1 519,-1 24 0,0 3-907,-3-13 1,1 0 808,-1 9 0,-2 3 23,0-19 0,-2 1 1,0 1 47,-2 9 1,-2 2 0,1 2-79,-1 3 0,1 1 1,-1 4-587,1-6 1,-1 3-1,1 0 1,0-4 521,1-1 1,1-3 0,-1 5 22,1-4 0,0 5 1,0 2-1,1-2 0,0-6-421,0 0 0,1-5 1,-1 7 400,2-9 0,-1 7 0,0 3 0,0 3 1,0-1-1,0-2 0,2-5-324,-2 11 0,2-4 0,0 0 0,0 4 310,0-6 1,0 5 0,0 1 0,0 1-1,0-3 1,0-4-56,1 5 1,0-5 0,0-1 0,0 6 62,-1-7 0,1 5 0,0 2 0,-1-1 1,0-1-1,0-3-23,0 7 0,-2-4 0,1 0 1,-2 4-85,1-6 1,0 2 0,0 2-1,-1 1 1,-1-1 0,0-3-716,-2 1 1,0-2 0,-2-1 0,1-1 0,-1-1 808,-2 7 0,-1-1 0,0-2 0,1-5 0,0-2 0,1-4 0,-1-5 0,1-5 0,-1 0 0</inkml:trace>
  <inkml:trace contextRef="#ctx0" brushRef="#br0" timeOffset="109092">28978 12610 17580,'1'-47'1751,"0"1"0,0 5 1,-1 7-1030,-2 8-520,0 14-247,-1 9 51,0 16 16,0 3-50,-1 14 0,-1 5-59,1-3 0,1 2-962,-4 19 0,1 1 699,1-15 0,1 0-2107,-1 22 1,0 1-1826,3-23 0,1-1 4282,0 13 0,1-5 0,2-5 0,1-22 0</inkml:trace>
  <inkml:trace contextRef="#ctx0" brushRef="#br0" timeOffset="109442">29180 12461 10030,'-12'-59'2462,"0"0"1,-5 7-1,-6 7-1815,-7 15 0,-6 8-73,-8 7 1,-2 5-911,5 4 1,-1 6 624,-4 8 1,-4 5-1,3 3-860,-5 9 1,0 6 624,3-1 0,-3 4 0,4 4-24,9-1 0,4 3 0,2 1-6,2 3 0,2 2 1,4 2-3,5-1 0,3 1 1,4 1-14,5-2 0,5 1 1,4-1-9,7-3 1,5 0 0,5-2-21,5-1 1,6-2-1,4-2-33,6 0 0,5-3 0,3-3-8,4-1 0,4-2 0,1-4-274,-11-7 1,0-1-1,1-2 1,1-3 355,0-1 1,0-2-1,0-1 1,0-4 42,15-2 0,-1-3 1,-2-5-264,-3-3 1,-2-2-1,-2-5 331,-5-3 0,-2-3 0,-3-4-49,-6-1 0,-2-3 0,-3-3-38,-5-2 1,-4-2 0,-3-3-19,-4-2 0,-3-2 0,-4-1 0,-3-2 0,-4-1 0,-4 0 7,-3 1 0,-4 0 1,-4 1-29,-2 2 1,-5 2-1,-2 1-67,-3 3 1,-3 2-1,-2 2-319,-2 3 0,-2 2 0,-2 1 379,-3 2 0,-3 2 0,5 2 0,2 3 0,4 3 0,1 4 0,1 0 0</inkml:trace>
  <inkml:trace contextRef="#ctx0" brushRef="#br0" timeOffset="123038">27456 13096 13200,'-60'2'3596,"28"0"-3104,86-5-13,2-1 0,9-1-2076,-12-1 1,3 0 0,4 0 1674,-12 1 0,1 0 1,3-1-1,1 1 1,0-1-48,6 0 0,2-1 1,1 1-1,0-1 0,1 0-215,-6 1 0,1-1 1,1 1-1,0-1 0,0 1 1,1-1 171,-5 1 0,0 0 0,0 0 0,1-1 0,0 1 0,0 0 0,1 0-122,1-1 0,1 1 0,0-1 0,0 1 1,0-1-1,1 1 0,-1 0-91,1 0 0,1-1 0,1 1 0,-1 0 0,-1 0 1,-1 1-1,-2-1-211,-1 1 1,-2 0-1,-1 0 1,-1 1-1,1-1 1,2 1 435,9-1 0,4 0 0,0 1 0,-1-1 0,-6 1 0,-9 1 0,-5 0 0,-8 1 0,3 0 0,16-1 0,0 0 0,0 0 0</inkml:trace>
  <inkml:trace contextRef="#ctx0" brushRef="#br0" timeOffset="125895">2670 14789 15367,'15'-43'3551,"-1"1"1,-4 3-3334,3-7 1,-3 0 486,-15 6-111,-6 0-118,-7-7-4285,-13 3 3926,8 21 838,-20 7-921,5 31-23,10-1 1,0 5-199,-4 8 1,0 7 184,5-2 0,0 4 1,2 1-261,-6 11 0,3 1 245,-1 8 1,5-3-4,12-22 0,5-2-47,11 20 2896,17-27-2812,21-5 11,18-23 11,-16-11 0,0-3-39,-12 4 0,-1-2-160,11-11 0,-3-4 232,-16 9 1,-2-1 45,3-5 0,0-2 22,-6 3 0,-2 0 302,8-20-296,-12 21 458,-6 10-576,-5 16 762,-4 12-795,0 9 154,-2 6-137,-2 17 413,3 1-1058,2-7 0,1 0-1081,0 16 1714,5-12 0,1-3 0,-2-16 0,7 10 0</inkml:trace>
  <inkml:trace contextRef="#ctx0" brushRef="#br0" timeOffset="126062">3280 14883 24475,'0'-3'1708,"0"0"-1669,0 3-3321,-16-17 3282,17 20 0,-16-18 0,20 21 0</inkml:trace>
  <inkml:trace contextRef="#ctx0" brushRef="#br0" timeOffset="127072">5475 14792 24279,'-24'-41'425,"1"0"1,1 4 0,1 10-364,2 21 16,-7 13-11,-7 22-44,-5 12-287,16-10 0,0 2 266,3 0 1,2 0 121,-9 22-166,13-14 0,4 0-244,7 12-6,5 8-419,17-37 0,8-7-689,30-4-29,-11-8 0,1-3 1129,-11-5 1,-1-4-20,15-11 0,-1-3 305,-20 3 0,-1-1 176,11-9 1,-4-1 156,0-10 409,-18 9 0,-3-1 387,-1-13-2014,-4 13 1,-2-1 1318,-2-7 1409,2-15-1408,-4 23 273,1-5-549,-4 21 23,0 9-179,-1 7 3397,-1 12-3380,-3 15 0,-4 17-6,-1-2 2,0-4 1,-2-1-3,0 4-9,-2 3 1,-1 0 20,3-4-18,-4 11 96,11-33 341,3-13-347,10-31-23,0-5 35,9-30-57,-9 28 0,-1 2-17,6-24 17,-2 12 1,1 0 21,6-9-16,-7 18 0,0 1-28,3 2-40,-4 17 18,-3 9-6,3 14-17,11 25 0,3 12 19,-8-13 1,1 1-15,-1-2 1,0 0-54,2-1 1,2 0-23,1-3 0,1-2-222,2-2 1,1-3-425,26 14 553,-1-15 320,-7-15-17,-13-13 358,0-32-117,-16-3-219,-6 10 1,-2-2-381,-4 2 1,-1 0 306,-1-19-65,-1 16 0,0 3 49,-1 3-23,-1-12-319,0 32-392,0 3-896,3 18-1444,9 10-1116,3 3 4145,9 8 0,-12-21 0,1 1 0</inkml:trace>
  <inkml:trace contextRef="#ctx0" brushRef="#br0" timeOffset="127428">6838 14837 17932,'4'-8'6251,"0"1"-5500,-4 7-146,0 0-437,-65-15-22,23 25-121,-4-9 0,-1 3 3,0 34-33,11 3-1,17-1-11,12-10-67,27 2 34,8-20-23,24-1 28,2-21 45,-10-2 17,-13-4 0,-3-3 95,5-9 106,8-13 51,-25 11-39,-9 4-130,-7 8 80,-12-3-147,-2 10-44,-7-2-17,8 9-207,-5 9-437,10 7-1104,-1 10 174,8-2 1602,19 14 0,-11-23 0,11 9 0</inkml:trace>
  <inkml:trace contextRef="#ctx0" brushRef="#br0" timeOffset="128212">7569 14744 23366,'0'-4'2660,"0"1"-2279,0 3-291,-72-30-646,23 34 570,-5-11 0,-1 4-3,22 18 0,4 5-5,1 0 0,2 2-18,-16 22-10,15-1-28,16-4 171,20-6-166,7-13-112,41-7 101,-6-19-158,-13 0 0,-1-4 242,-6-3 0,-3-3 101,21-23-204,-10-8 187,-23 19 0,-1-1-11,4-20 47,-9 4 1,-1-1-54,-4 13 0,0 0 14,2-13 0,0 1 104,1-15 210,-1 17-328,-3 16-45,-1 13-83,-2 10 545,2 14-490,1 14-22,3 22-20,-1-14 1,0 1-299,1 7 0,2 0 119,2 3 0,2-1-11,-4-9 0,3 0-778,9 7 0,2-3-110,9 3 790,-10-16 0,1-2 152,7-5 324,-5-13 235,-2-14 661,2-16-678,-8 4 298,5-15 644,-11 13-847,1-3-22,-4 7-168,-5 10-168,-6 5-78,-7 7-23,-10 7-22,-5 6-45,0 7 1,8 1-24,9-1-4,15-5 10,11-6-72,18-5 10,15-11 91,6-7 38,0-11 29,-9-8 33,-12-6 96,-13-3 38,-10 3-33,-10 5-5,-19 3-141,0 13 17,-24 2 6,3 13-17,-11 9-28,4 8-22,8 12 22,9 7-51,12 5-5,16 4-67,24-2-728,24-4-3636,-5-18 1,1-1 4341,-8-6 1,-2-1 0,-2-2 0,-4-1 0,-6-2 0</inkml:trace>
  <inkml:trace contextRef="#ctx0" brushRef="#br0" timeOffset="128421">8779 14619 26581,'-39'0'302,"0"0"1,-22-1-247,75-2-84,24-5-171,-4 2 0,4 0-1230,11-2 1,2 1-45,5-1 0,1 0 1473,4 2 0,-5 1 0,7-2 0,-12 4 0</inkml:trace>
  <inkml:trace contextRef="#ctx0" brushRef="#br0" timeOffset="128587">8793 14822 24861,'-4'0'2134,"0"0"-1893,4 0-616,66-28-219,-30 17-1898,19-9 1,2 1 2491,-2 8 0,-8 1 0,-22 4 0</inkml:trace>
  <inkml:trace contextRef="#ctx0" brushRef="#br0" timeOffset="129605">11389 14867 21243,'18'-58'643,"0"-1"0,-1 0 0,-2 10 0,-1-1 1,0 2-1,-4 10-312,1-15-46,-3 11 1,-1 4 145,-5 9-274,0 6-185,-3 15-62,-6 22 51,-9 25 22,3-7 1,-1 4-865,-4 11 1,-1 3 244,1 5 0,0 3-2641,7-9 0,1 3 0,2-3 2641,-1 7 1,3-4-1,1-2 1,3-8 0,2-9-1</inkml:trace>
  <inkml:trace contextRef="#ctx0" brushRef="#br0" timeOffset="129947">11763 14395 15866,'-20'-47'590,"0"0"0,0 1 1,-1 4-1,-2 2 0,-3 4-262,-14-2 0,-5 7-82,-5 9 1,-4 8-62,-4 5 0,-2 10-66,11 9 0,-1 6 1,4 2-90,-4 1 1,3 5-11,7 6 1,-1 7 0,7 4-1,10 6 1,6 5 0,1-2-187,1-8 1,1-2-1,3 6 150,2 11 1,4 9 0,2-1 0,3-9-27,4-1 0,6-1-115,5-2 0,6 8 0,2-3 1,0-9-60,4-6 0,6-6-266,10 4 0,8 2 1,2-10-427,2-16 1,3-10 0,-2 0 761,-9 2 0,-1-1 1,3-6 450,5-6 0,5-6 1,-1-3-1,-8-3 818,5-13 0,-5-5-754,-9 9 1,1-1 0,-5-4 383,3-18 1,-9-4-393,-12 7 0,-4-3-236,-3-5 0,-2-5 0,-2 2-102,-1-2 0,-6-1 3,-5 11 1,-4-5 0,-2 1-1,-1 9-35,-2 3 1,-7 4-349,-16-9 1,-10-2-1,-4 11 357,6 20 0,-4 8 0,3-1 0,-14-11 0,4 3 0,8 15 0,-1 0 0</inkml:trace>
  <inkml:trace contextRef="#ctx0" brushRef="#br0" timeOffset="259549">23768 1813 15788,'0'-10'2797,"0"-30"1,0-4-2328,0 19 20,1-21 1,0 5-150,1 31-307,1 1-34,-2 12 112,0 12 6,-1 18-29,-1 25-313,-1-20 0,0 1 249,0 4 0,-2 1 3,-1 0 0,0 0-3,0-4 0,-1 1 0,0 0 1,1-2-227,-2 15 296,2-9 84,4-29 118,1-9 745,0-10-762,0-12-106,4-29-107,0-13-243,-1 13 0,1-1 178,-1 10 1,-1 0 11,0-13 0,0-1-49,0 10 1,1 0 81,0-12 1,0 1 8,3-10 39,-1 8-117,-3 42-6,-1 7 33,-2 35 7,-1-3-15,-3 17 0,-3 7-823,0-13 1,-1 0 825,-1 9 0,-1 1 0,-1-2 0,0-2 267,4-14 1,0 0-266,0 2 1,0-1 9,0 15 317,4-20-279,4-15 68,3-14-40,7-18 6,16-34-48,-14 21 1,1-3 695,1-1 0,-1-3-690,-2-21 0,-3 2-19,-1-5 5,-4 7 0,0-1 19,-3 22 1,0 3 235,-2-19-215,-1 5-119,1 36-44,-1 2-106,1 13-147,-4 32 124,1-3-605,-2 19 0,-1 7-1825,3-14 0,0 0 2654,-2 15 0,1-3 0,-1 5 0,3-30 0</inkml:trace>
  <inkml:trace contextRef="#ctx0" brushRef="#br0" timeOffset="259967">24170 1436 15054,'-40'-40'1238,"0"0"1,-1 1 0,3 3 0,-2 2 0,1 7-1046,-11 6 1,0 9-979,-3 4 0,-1 6 922,-4 10 1,-1 7-386,18 0 1,-1 3-1,0 4 328,-4 7 1,0 5-1,2 1-330,7-5 1,1 2-1,0 3 297,1 2 1,-2 4 0,2 2-1,1 0-16,5-4 0,2-1 0,1 3 0,0 2-30,1 3 0,0 4 0,1 2 0,2-1 0,3-1-4,3 1 0,2-1 1,4 0-1,6 1-3,3 1 1,5 2-1,5-2 1,7-6-14,17 0 0,9-6 1,2-5-456,-4-6 0,2-3 1,5-4 460,0-5 1,5-2-1,3-3 1,1-3 24,5-4 1,2-4-1,0-3 1,1-1 16,-12 0 0,0-1 0,0-1 0,0-2 1,1-1-189,5-3 0,2-1 0,-1-3 0,-1-1 0,-5-3 205,1-4 0,-3-3 0,-3-3 1,-2-1-21,-2-2 1,-2-2-1,-3-2 1,-2 1-20,2-2 1,-4-1 0,-3-5 1,-5-5 1,-2-7 0,-3 1 0,-5 5-8,1-6 1,-6-2 0,-5 0 0,-2-9 0,-4-1 0,-6 9-168,-6 12 1,-6 5 0,0-1 164,-1-9 0,-1-1 0,-5 4 149,-7 11 1,-4 5-1,-3 4-317,-2 6 0,-3 5 0,1 1-260,-1 1 1,1 1 0,-2 3-1045,-4 3 1,-1 2 0,5 3-3052,3 5 0,5 2 4523,-22 10 0,40-7 0,8-3 0</inkml:trace>
  <inkml:trace contextRef="#ctx0" brushRef="#br0" timeOffset="260567">23096 2975 15490,'5'-9'3167,"10"-25"1,2-4-1806,-8 14-937,7-13 1,-3 5-57,-13 23-122,-8 15 44,-12 13-50,-18 20-152,12-12 1,-3 1-698,-5 8 1,-1 1 629,-5 3 1,0 2-4,-2 2 1,1-1-17,9-9 0,0-1 19,-9 10 1,4-3-81,-1 2 105,14-16 1,3-2 221,5-7 28,13-14-157,15-20-56,17-18-40,-4 7 1,3-3-888,8-8 1,3-3 875,-9 11 1,0-2-1,1 0-3,1-2 0,0 0 0,0-1 52,-1 0 1,0 0 0,-1-1-57,-3 3 0,0 0 0,-2 0 36,9-11 0,-2 1-6,-7 7 0,-2 3 90,12-14-45,-15 21-79,-9 16 6,-9 13 1842,-5 7-1820,-18 42-39,7-22 1,-3 3 142,-10 19 0,-2 2-264,-3-1 1,0 1-567,9-16 1,0-1 0,1 1-2873,-9 18 0,1-3 2997,6-7 1,3-5 0,-3 12 0,14-26 0</inkml:trace>
  <inkml:trace contextRef="#ctx0" brushRef="#br0" timeOffset="261816">21792 3840 20828,'13'-43'819,"1"0"0,-1 0 1,-3 0-1,2 5-746,15-11 28,-19 49-51,-3 7 96,1 19-3326,-4 32 3231,-2-8-9,-5-6 0,-2 3-356,-6-2 0,-3 0 302,0 0 1,0-1 11,0 0 0,0-4 12,-8 15-7,13-29 51,4-6 101,19-29 33,8-17-66,8-9 21,-8 9 1,0-2 2590,15-24-2658,-12 20 1,1-2-26,5-6 0,1 2-25,-6 8 0,2 2-11,2-1 0,0 4-6,6 1 871,8 12-899,-17 20 6,2 3-39,-10 42-34,-14 0-20,-5-11 1,-2 2-49,-4-5 1,0-1-590,-2-2 0,1 0 439,-4 22 128,16-18 124,16-19 632,6-14-562,6-15 0,2-6 19,6-4 53,9-10 1,0-5-306,-21 12 1,-2-1 313,10-10 0,-2 0 39,-2-8 1347,-11-6-1252,-21 25-201,-6-1-12,-8 18-5,-11 14 6,4 8-2762,-3 8 2722,8-2 6,7 8 22,18 0-34,9-2 40,16-4-6,9-17 1,-7-5 27,18-17-17,-28 4 62,15-18 3409,-25 3-3347,-1-13-102,-7 6-27,-5-2-118,0 11-431,5 4-1658,9 7 2190,13 4 0,-12 4 0,3 3 0</inkml:trace>
  <inkml:trace contextRef="#ctx0" brushRef="#br0" timeOffset="262366">22974 4197 25406,'40'-35'135,"0"-1"1,-1 0-1,-1 1 1,0 0 0,-5 2-89,-3-2 1,-3 0-231,4-5 1,0-1 199,1-4 0,-2-1-236,-3 2 1,-3-1 243,-5 5 0,-3 1 54,3-21 525,-14 21-548,-8 19 260,-6 12-299,-8 16 525,-9 15-547,-10 24 5,13-14 0,1 2-238,-3 8 1,2 2 234,5-9 1,1 3-24,-2 19 1,5 1-453,9-22 1,4 0 429,0 14 1,7-3-229,8-17 0,5-6 217,5-4 1,5-6-1248,13-4 1,2-7 1299,20-3 9,-16-11 0,-1-6 242,-13-3 0,-3-5-220,9-8 0,0-5-22,-1-7 0,-3-4-17,-12 11 0,-2-1 0,0-1 30,-1-3 1,-1-2 0,-1-2 29,1-9 1,-2-2 0,-2 3-13,1-3 0,-3 2 7,-5 9 0,-1-1 0,-6 5 76,-15-17 12,-10 2 244,-8 26-323,-1 25 2831,5 31-2853,3 29-9,12-11 1,2 3-359,2 12 0,1 3 272,3-16 0,1 2 0,1-1-309,0 4 1,1 0 0,1 0-2902,1-2 0,0 0 0,0-2 2749,1 5 0,0-5 0,2 15 0,-3-45 1</inkml:trace>
  <inkml:trace contextRef="#ctx0" brushRef="#br0" timeOffset="272621">21899 4108 14282,'-57'5'112,"0"-1"0,-1 1 0,1-1 0,0 1 0,-11 0 0,-2 1 0,8-2 0,14-2 565,3-6 590,20 0-1195,41-9 52,15 2 0,9-1 74,14-5 1,7-2-832,-19 5 1,4 0 0,1-1 0,3 0 722,-4 1 1,2 0 0,1 0 0,1 0 0,2 0-271,6-2 1,1 0 0,2 1 0,0-1-1,2 0 234,-6 3 0,1-1 0,1 0 1,1 1-1,0-1 0,1 0-206,-6 2 1,2 0 0,0 0 0,0 0 0,1-1 0,0 1-1,0 0 167,2-1 0,1 0 1,0 1-1,1-1 0,-1 0 1,1 0-1,-1 0-139,-6 2 1,0-1 0,1 1 0,0-1 0,-1 1 0,0-1 0,-2 1 0,-1 0 127,6-1 1,-3 0 0,-2 1 0,1-1 0,2 0-1,2 0-17,0 0 1,4-1 0,2-1 0,1 0 0,-1 1 0,-3 0-1,-4 1 1,-6 1 3,3-1 1,-8 2 0,0-1 0,4 0 21,4-1 1,6-1-1,3-1 1,-3 1 0,-5 0-1,-12 2-240,2-2 1,-9 2-429,1-1 0,-8 0-9176,-13 0 9641,-19 7 0,-8 5 1,6 0-1</inkml:trace>
  <inkml:trace contextRef="#ctx0" brushRef="#br0" timeOffset="273503">22598 5307 14678,'-12'-50'902,"0"0"0,3 1 0,9 6-309,30-3-658,-8 22 0,1 1 224,5 0 1,1 1-494,4 1 1,3 2 400,1 2 0,2 2-20,1 2 1,0 3-65,0 2 0,0 3 11,-3 2 0,-2 5-10,22 13 49,-22 18 12,-24 18-8,-18-19 1,-7 1-22,-8 4 1,-6-1-264,-8 2 1,-6-1 299,-4 1 1,-2-3-18,10-8 1,-1-1 63,-14 6 1,4-2 299,-3 2-369,19-11 0,4-2 148,10 0 179,22-9 172,20-5-412,25-6-107,-14-2 0,4-2 334,6-3 0,3 0-362,6-4 1,1 0-526,3-3 1,1-1 446,3-2 0,-1-1-121,-1-3 0,-1-2-210,-2-2 1,-2-3-564,-6-2 1,-4-3-1078,-6-2 1,-4-2 49,-8 0 0,-6-2 593,-7 1 0,-8 0 899,-9 1 1,-7 2 559,-9 2 1,-8 3 195,-10 1 1,-6 4 111,-10 1 0,-2 5-491,9 4 0,-3 2 664,-4 3 1,-5 2-1,3 1-402,13 4 1,2 2 0,-3-1 421,-17-1 1,-3 1 0,1 2-69,10 4 0,2 1 0,1 1-162,0 2 1,1 2 0,1 1-296,2 4 0,1 1 0,3 1 78,-8 4 0,4 3-679,-2 10 0,5 8 781,19-7 1,4 4-1,1 2-125,0 0 0,2 3 1,2 1-26,1 8 1,2 3 0,6-2 22,7-8 0,3-2 1,4-1 104,11 17 1,8-4 144,10-5 1,8-5-223,-8-17 1,2-3-1,3-2-28,5 0 1,2-3-1,2-2-17,5-1 1,3-2 0,1-2 4,-11-5 0,1 0 0,0-2 1,-1-1 0,6 0 0,-2-1 0,4-3 98,-8-4 1,3-3-1,2-1 1,-1-2-1,-5-1 83,8-4 1,-5-2-1,4-5-54,-10 1 1,5-3-1,-1-2 1,-2-1-1,-6 2-122,-1-3 1,-6 1 0,-3-5 7,2-12 1,-3-5-1,-9 1-39,-9-5 0,-10 0-26,-2 8 0,-2 0 0,-4 0 75,-4 1 0,-4 2 0,-4 2-180,-5 2 1,-4 3-1,-4 3-183,-5 2 1,-4 3 0,-4 4-1174,-6 2 1,-4 4 0,0 3 1622,2 3 0,0 2 0,4 1 1,-7 1-1,7 3 0,-11 2 0</inkml:trace>
  <inkml:trace contextRef="#ctx0" brushRef="#br0" timeOffset="651122">816 16923 13149,'1'-5'8178,"0"2"-7579,-1 3 331,15-66-611,-15 46-115,4-17 1,-7 3 42,-24 30-130,-3-1 152,-30 17-135,14 4-112,12-1 1,2 2-12,-16 19-16,8 5-12,12 1 23,12-2-3415,9-13 3398,14 3-447,19-5 486,12 1 0,20 0-28,-1-11-6,-1-1 45,-7 0-61,-12 4 33,-18-4 0,-12 10 17,-23-1 17,-14 12-56,-5-6 0,9-10 0,-3 0-3,-1-4 0,-1 0-110,2-1 1,-1-2-851,-30 8-3625,27-17 4599,14-10 0,10 2 0,7-1 0</inkml:trace>
  <inkml:trace contextRef="#ctx0" brushRef="#br0" timeOffset="651329">1331 17078 24990,'39'-37'-1538,"-3"5"1,-2 14 0,-13 7-1</inkml:trace>
  <inkml:trace contextRef="#ctx0" brushRef="#br0" timeOffset="651817">1808 16728 25298,'-17'-44'65,"0"1"1,3 2-1,12 7-31,43 10-34,13 4-6,-22 13 1,0 1-422,3 3 1,0 2 336,-1 3 0,-1 3 96,26 11-286,-15 10 118,-18 9 100,-20 5 34,-19 3 96,-12-1 153,-11-2-64,-4-4 67,1-9 28,2-8 40,6-10-12,8-6-135,9-4 604,7-4-688,4 0-5,4-3-28,10 2-22,10-1 5,14 2-45,10 2-5,5 2-67,-1 6-107,-8 4-190,-11 9-236,-15 9-324,-22 9-930,-21 9-841,3-19 1,-3 0 2147,0-2 0,0-2 1,-11 7-1,16-13 0</inkml:trace>
  <inkml:trace contextRef="#ctx0" brushRef="#br0" timeOffset="652037">600 17628 21612,'47'11'149,"-1"0"1,0 1-1,2-8 1,4-2-1,0-2 1,-4-4-1404,-1-4 1,-4-3 0,5-2 1232,6-2 0,5-1 0,1-2 0,-5 1-532,1-1 0,-3-1 0,2-1 217,-4 2 0,2-1 0,0 0 0,-1-1-934,-1 0 0,1-1 0,-2 1 0,-2 0 1270,9-3 0,-3 0 0,-4 2 0,2-1 0,-8 2 0,5-2 0</inkml:trace>
  <inkml:trace contextRef="#ctx0" brushRef="#br0" timeOffset="653681">4286 17573 24458,'4'-31'326,"0"-1"1,2-3 0,2-2-254,3-4 0,0 0-48,0 5 0,0-2 12,3-10 1,3-6-1,-1 2-792,-3 11 0,0 1 1,1-2 763,2-6 0,0-2 1,1-1-265,2-2 1,0-1 0,-1 6 293,-4 4 1,0 2 52,3-19 1,-2 6-32,-7 9 713,-10 12-774,-4 29-28,-6 12 11,-8 20-5,-9 28 310,10-16 1,0 5-301,4 0 1,0 3 0,2-1 100,-2 4 0,3 0-97,3-1 1,1 3 0,3-4-30,2 0 1,3-3 2,3 11 1,1-1 8,-1-15 0,3-1-238,8 6 1,5-4 128,14-1 66,-8-15 1,4-5-96,30-10 65,-25-14 0,1-6-529,6-6 0,-2-3 590,-5 0 1,0-3-5,1-6 0,2-5 0,-2 1 30,4-6 0,-2-1 29,-2 2 1,1-3 0,-2 1 3,4-10 1,-3 2 21,-5 2 1,-2 2 347,-7 4 1,-2 2-317,-5 6 0,-3 1 390,0-15-292,-8 16-11,-5 13-79,-1 8 1636,-1 6-1731,-1 6-3009,-4 9 3031,-1 3-180,-19 37 181,3-5 4,5-11 1,0 3-196,3-5 0,0 0 165,2 0 0,1 0-9,2-1 1,3 0 11,2-2 0,2-1-6,2 24-22,13-9 39,11-10 33,17-11 12,18-11 1228,-21-15 1,2-4-1260,3-4 0,2-3 8,0-6 1,-1-4 8,-1-3 0,-3-3 36,-3-2 0,-2-1 17,-5-3 0,-4-2-25,-3-1 0,-3-2 2,-5 0 1,-3-1 84,-2 2 0,-4 0-76,-4 4 0,-3 1 42,-15-22-73,-15 15-6,-9 13-21,-5 12-35,3 10-5,3 12-56,8 10-162,7 15-62,10-1-1927,14 1 0,5 1 2235,7 10 0,-1 6 0,2-29 0</inkml:trace>
  <inkml:trace contextRef="#ctx0" brushRef="#br0" timeOffset="653971">6417 16418 26441,'-47'-8'15,"0"0"0,1 8 0,6 11-15,14 27 0,6 11-1416,-3 2 0,1 2 1363,2 3 0,4 0-76,3-2 0,6-1-72,6-5 1,8-3-691,6-6 1,8-4-1026,9-7 1,5-5 1469,-1-6 0,0-3 1,15 0-1,-20-10 1</inkml:trace>
  <inkml:trace contextRef="#ctx0" brushRef="#br0" timeOffset="654731">7048 16534 13928,'-4'-2'2352,"1"1"-655,3 1-1355,-21-8 566,16 6 77,-17-5-94,22 7 3904,-1 0-4667,1-7-88,0 3 60,0-9 18,0 0 0,0-5-74,1-5-4,3-2-12,6-3-56,0 9 39,5 1 0,6 6-33,10 6-6,5 3 11,11 23 0,-21-1 0,2 11-16,-9 1 5,-3 3-45,-2 21 67,-10-9 34,-6-4-11,-12-8 11,0-14 67,-6 0 28,1-9 1,3-6 72,2-12-140,7 1-28,1-12 0,6 2 16,12-7-32,3 7-40,20 2 0,-2 14 16,10 9-21,-4 8 10,-7 2 1,-6 2-51,-9 2 34,-10 13 5,-11 5-3470,-18 8 3398,-7-16-413,-1-9 0,-3-2-653,-19 3-2292,9-9 0,1-3 3464,-8-6 0,12-6 0,26-4 0</inkml:trace>
  <inkml:trace contextRef="#ctx0" brushRef="#br0" timeOffset="654964">7460 16223 22151,'2'-4'3147,"0"0"-2777,-2 4-331,68-16-20,-35 32 1,3 7-2856,24-7 1,-1 4 2835,-16 13 0,-6 10-6,-9-5 1,-1 5-1,-5-2-69,-4 6 0,-7 2-125,-3-2 0,-2 3 0,-8-1-761,-9-5 0,-7-1 0,-3-2 961,-1-2 0,-4-2 0,2-3 0,-5 4 0,3-6 0,-11 6 0</inkml:trace>
  <inkml:trace contextRef="#ctx0" brushRef="#br0" timeOffset="656971">6552 18012 19479,'9'-45'1109,"-1"0"0,1 1 0,3-20 0,-1 16-717,-4 35-325,0 4 6,-1 12-34,1 13-28,0 3-5,1 23 33,-10 21-39,-2-29 0,0 1-221,-4 7 1,-1 0 209,-2-10 0,0-3 45,-7 13 27,1-7 197,8-22 179,3-2-134,4-24-230,5-9-12,7-22-16,2 7-12,5 4 1,3-1 33,13-13-619,-8 14 1,0 0 562,9-3-367,13-2 344,-23 23-27,20-2-6,-8 23-22,1 11 56,-3 5-107,4 25 68,-18-20-6,-1-1 0,1 0-84,8 5-169,19 7 69,-3-16-1,11-9 196,-17-17-5,9-14 1637,1-19-1503,-2-6-42,-22 17 0,-3-2 177,4-17 379,-11 12-122,-5-2-224,-7 22-184,-4-1-29,-3 16-28,-16 18-11,3 7 0,-5 6-62,5 17 40,12-15-56,8 12 27,12-16 1,5-12-3527,26-7 3549,-18-9-1132,6-9 1,0-3 1198,-3-4-690,1-9 1,-2-4 751,-3-12-39,3-8 167,-17-12-83,-10 19 1492,-4-6-1431,-14 4 2246,-1 21-2419,-10-3 3155,9 16-3166,-3 7-68,3 16-11,3 6-291,3 15-628,13 1-1400,12 4-4083,17-2 6458,4-7 0,-9-14 0,-9-10 0</inkml:trace>
  <inkml:trace contextRef="#ctx0" brushRef="#br0" timeOffset="657739">8299 17774 25716,'-55'6'33,"0"-1"1,4 3 0,6 8-54,19 12 1,5 5 2,2-2 0,2 1-11,-3 27 170,16-10-159,20-15 23,5-16-17,42-19-34,-6-19-390,-14 2 0,1-3 479,-6-6 1,-3-2-20,-7 5 1,-2-3 32,7-19 1,-4-4 0,-10 10 0,-2-2-290,-1 1 1,1-2-1,-1-1 309,2-15 1,-1 3-43,-4 10 1,0 0 136,4-15 1,-2 3-122,-7 25 0,-2 1 57,3-10 1,-3 3 35,-3 3-128,-6 17 0,-1 14-23,-1 15 607,-1 20-613,-1 24-10,4-16 0,0 2 392,1 6 0,1 3-785,4 12 1,3 0-681,2-12 1,1-2 844,1-2 1,4-4-1050,22 5 655,-3-29-251,11-6 637,-12-14 437,13-25 11,-23 8 290,10-15 808,-7-10-733,-9 10 1059,5-10-780,-14 17 150,-6 19-844,-7-2 220,-9 18-332,-16 16-34,9-2-39,-7 17 40,18-12-6,2 5-40,19-3 46,1-13-29,20-4-33,2-17 5,11-9 79,2-12-6,-12 1 12,6-19 72,-21 13 17,2-14-17,-14 19 196,-13-3-151,-6 16-61,-12 0-40,-7 14 22,-5 11-49,-2 10-29,3 10 22,7 9-33,9 4-22,10 6-28,15-1-634,15 0-2973,20-4 2837,4-9 0,-13-16 0,-12-10 0</inkml:trace>
  <inkml:trace contextRef="#ctx0" brushRef="#br0" timeOffset="657946">9727 17378 21803,'-2'-2'3719,"0"0"-3472,2 2-1278,84-30-4538,-26 21 5569,2-8 0,-3 3 0,-13 12 0,-20 1 0</inkml:trace>
  <inkml:trace contextRef="#ctx0" brushRef="#br0" timeOffset="658122">9852 17604 27348,'35'-11'-2786,"0"-1"1,10-1 0,1 1 2785,-12 4 0,-1 1 0,26-6 0,-38 8 0</inkml:trace>
  <inkml:trace contextRef="#ctx0" brushRef="#br0" timeOffset="659730">11756 17219 15143,'-8'-2'7780,"1"1"-7382,7 1-73,0 0 89,-18-71-201,16 39-168,-8-8 0,6-1 95,25 7-129,3 12-17,20-5-16,4 13 11,10 7-234,-25 8 1,0 4 227,1 1 1,-1 3-24,0 4 1,-2 2-59,-2 3 0,-4 1-92,11 24 33,-18 4 73,-25 1 95,-15 1 29,-15-3 66,-3-5 84,0-9 129,4-10 85,5-12-29,4-9 450,6-9-439,5-6-330,7 1 0,4-2 17,10 2-51,10 4-27,17 0 2,-1 10 0,3 4 20,17 2-340,-9 4 1,1 3 288,13 13 9,-23-10 0,-2 2-109,16 21-46,-21 1-3381,-36 11 3337,-7-17-363,-11-10 1,-7-2-543,4-10 1,-3-2 1128,-16 2 0,0-1 0,-6 1 0,4-7 0</inkml:trace>
  <inkml:trace contextRef="#ctx0" brushRef="#br0" timeOffset="660438">12246 16613 19973,'-44'-20'201,"0"1"1,0-1 0,-1 0 0,-2 2 0,-2 0-1,0 5 1,2 7-77,-9 15 0,0 10 1,3 1-607,6-7 0,2 0 0,-3 5 530,-5 4 0,-3 5 0,-1 2 0,3 4-751,6 3 0,1 5 0,2 0 1,2-1 701,4-6 0,2-2 0,0 1 0,0 4-11,0 4 1,-2 3 0,1 3 0,3 0 0,5 0-111,5 4 1,4 0 0,3 0 0,0-2 103,-5 7 0,2-2 1,4 3-7,8-5 1,3 5 0,3-3-1,5-8 6,6-2 1,12-4-386,14-1 0,15 2 0,5-2 0,0-7 388,-9-11 0,0-7 0,3-1 0,4 1-127,0 0 0,5 2 0,3-1 1,1 0-1,-2-3 0,-4-3 139,7-2 1,-4-4 0,0-3 0,3-1 71,0-1 1,2-1-1,2-2 1,-2-1 0,-2-1 21,1-3 0,-2-1 1,-1-3-1,4-2 39,-9-1 1,4-2 0,1-2-1,0 0 1,-2-1 0,-5 1-151,6-1 1,-5 1 0,-2-2 0,2-6 169,-7 0 0,3-4 0,-1-3 1,-1-1-1,-4-1 0,-6 3-52,5-14 0,-9 0 0,1-2 60,-2 8 1,1 0-1,-2-3 1,-5-3-149,-5-7 0,-4-5 0,-5 0 1,-5 4-102,-5 4 0,-7 2 1,0-1-3,5-11 1,-2-2 0,-14 6-210,-13 14 0,-12 3 0,-7 4 0,1 6-383,1 8 1,-1 6-1,-3 2 1,-2 0 683,1-3 0,-4 0 0,0 1 0,1 1 0,4 3 0,-7 3 0,4 3 0,4 2 0,0 2 0,1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14:15:19.6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2476 2204 10399,'1'-3'7365,"0"1"-4810,-1 2-1615,8-42-212,-12 25-195,3-32-169,-20 38-112,-7 4-151,2 4 117,-23 18-78,11 9-599,10-2 1,1 2 458,-8 16 28,16-12 0,2 2-119,2 2 0,2 0 94,2-1 0,1 1-9,1 2 1,4-1-1,11 6 28,14-12 23,14-13 17,9-19 22,6-14 11,1-18 204,-26 15 0,-1-2-213,-2-2 1,-2 0 397,13-27-131,-11 7-34,-8 8-4,-8 13-75,-3 12-144,-4 10-69,-11 22-4,2 1-6,-10 18-9,5-3 0,0 4-5,1-3 0,1 3-850,-7 20 1,1 1 846,7-19 0,1 0-707,-1 9 0,3 1 707,4-7 0,1-2 0,0-7 0,3 0-58,5 6 1,7-5-66,13-12-168,23-2-416,10-32 119,-3-6-1038,-1-9 0,2-5 1626,-5 2 0,-3 1 0,-3 3 0,-3 1 0,-11 5 0,0 0 0</inkml:trace>
  <inkml:trace contextRef="#ctx0" brushRef="#br0" timeOffset="210">3246 2323 24020,'54'-16'-705,"0"0"1,1 0 0,-7 2 0,-2 0 0,-6 4 0,13 1-1,-25 5 1</inkml:trace>
  <inkml:trace contextRef="#ctx0" brushRef="#br0" timeOffset="367">3482 2585 19529,'-3'3'3266,"1"0"-2275,2-3-1607,64-14-3978,-12-2 3743,-2 4 1,-2 0 0,-6-2 0,-18 6 0</inkml:trace>
  <inkml:trace contextRef="#ctx0" brushRef="#br0" timeOffset="1659">5206 1967 23075,'-39'-9'117,"-1"1"1,-1 2-1,3 5-44,-3 17 11,-18 4-6,17-8 1,1-1-17,-16 3 41,12-7 1,5-1-3,11-4 162,-16-2-22,31-3-79,3-2-84,6 0-78,4 3-11,1 1 6,0 5 33,2 8 0,0 15-6,1 16 3,-7-4 0,-2 1-8,-2 20 11,-4-12 0,0 1-9,3-14 1,1-1 2,0 15 1,1-1-427,2 14 395,8-24 1,6-5-14,16-1-146,18 1-510,12-13-409,-23-14 1,2-2 1086,7-5 0,-1-1 0,5 0 0,-2-4 0</inkml:trace>
  <inkml:trace contextRef="#ctx0" brushRef="#br0" timeOffset="4427">5752 2319 19792,'2'-59'1241,"-1"1"1,1 4 0,-2 11-604,-4 25-117,0 3-224,-1 3-331,1 6-16,1 12 84,-2 11-12,-4 18-22,-4 19-14,2-11 0,1 1 11,2-12 0,1 0 6,-3 13 0,0 0 8,1 5 6,1 4-28,4-16 84,3-17 139,2-12-26,5-16-74,7-14-62,0-2 45,1-6 1,0-2 72,4-19-93,-5 13 1,0-3 19,-4 1 0,-1 2-22,2-15 84,0-5 33,-6 34-44,-1 2-96,-1 12-162,-2 6 84,0 6 23,0 8 10,1 11 6,1 17-184,2 12-477,1 11-409,-2-30 1,0 1-3858,1 0 1,-1-1 3291,2 12 1,-2-16-1,-1-20 1</inkml:trace>
  <inkml:trace contextRef="#ctx0" brushRef="#br0" timeOffset="5010">6397 2028 17300,'-2'-2'4301,"0"0"-1528,2 2-2712,19-54-16,8 35-40,-10-10 1,3 1 0,33 21 16,9 4-5,-9 1-301,-16 1 0,-1 0 273,6 1 167,3 1-173,-12 3 17,-14 6 11,-8 6 17,-7 5 17,-3 7 440,-2 6-423,0 7 27,-1 18-22,5 0-1056,0-20 0,1 0 989,5 17 0,-1-17 0,0 0-43,-1-7 0,1 1 43,1 6 0,-1 2-1340,-1 4 0,-3-2 1357,-3 14-231,-11-14 1,-6-2 207,-6-8 406,-3-3 0,-5-1-3640,-5-10 0,-2-2 2888,3-1 1,1-1-1,-26 7 1,33-15-1</inkml:trace>
  <inkml:trace contextRef="#ctx0" brushRef="#br0" timeOffset="16356">25910 5049 12461,'9'-51'1158,"0"1"0,0 0 0,0-1 0,1-7 1,-1 1-1128,1 7 0,0-3 0,-1 7 1313,-1-11-375,-3 10-53,-2-1-350,-2 17-140,-1 14-342,0 9 23,0 11 100,0 13 324,0 19-425,0 23-73,0-19 1,0 2-580,-1 8 1,0 3 561,0 6 1,-1 2-4,1-16 0,-1 1 0,0 2-4,0 2 1,-1 2-1,0 1-643,0 3 1,-1 1 0,0 2 648,-1 3 0,-1 1 0,0 1-1,1-12 0,-1 0 0,1 1 0,-1 1 5,-1 3 1,0 1 0,0 1 0,-1 1-1,2-9 0,-1 1 0,0 0 0,0 0 0,0 1-477,-1 3 1,1 1-1,-1-1 1,0 2-1,0-1 472,-1 4 1,0 0 0,0 0 0,-1 1-1,1 0-2,2-9 0,-1 1 0,0 0 1,1 1-1,-1-1 0,1 1-268,-1 1 0,1 0 0,-1 1 0,0 0 0,1 0 1,0 0 263,0 1 0,1 1 1,-1-1-1,1 1 1,0 0-1,0 0-131,1 1 0,-1-1 1,1 1-1,0 0 1,1 0-1,-1 0 127,1 1 1,0-1 0,0 0 0,0 0 0,1 0-1,0 0-55,0 0 0,0 0 0,1-1 0,0 1 0,-1-1 1,1 0 64,0-1 1,0 0 0,1 0 0,-1 0 0,0 0 0,0-1-8,0-1 1,1 0-1,-1 0 1,0 0-1,0 0 1,0-1-12,0 9 1,-1 1 0,0-2-1,0 1 1,0-1-12,-1-1 1,0 0-1,0 0 1,0-2-1,0-2-9,-1 0 0,1-3 1,-1 1-1,-1 2-248,0 2 0,-1 3 1,0 0-1,-1-1 0,1-5-1715,-2 8 1,0-4 0,0 1 1986,1-3 0,-1 2 0,1-1 0,1-8 0,-2 2 0,2-9 0,0 2 0</inkml:trace>
  <inkml:trace contextRef="#ctx0" brushRef="#br0" timeOffset="16989">29326 4876 17602,'0'-7'1411,"1"-24"1,1-6-645,2 0-389,0-5 0,1-1 127,5 7-259,-1 12 46,-3 14-7,-3 19-50,-3 18-151,0 6 56,-1 29-81,0-28 0,1 3-376,-2 13 0,1 5 331,0-14 1,0 1 0,0 3-568,0 14 0,1 5 0,0-2 609,2-2 0,1 0 0,1 0-669,-1 0 1,0-1-1,2 2 650,0-12 1,2 1 0,1 0 0,0-1 14,2 12 1,0 0-1,0 2-29,-2-16 1,0 3-1,0 1 1,1 0 0,-1 1-9,0 1 1,0 0 0,0 1-1,0 1 1,-1 2 2,1 1 1,-1 3 0,0 1 0,0 1-1,0-3 1,-1-3-336,0-4 0,-1-4 0,0-1 0,0 2 0,0 3 327,-1 5 0,1 4 1,0 2-1,-1 0 0,0-1 1,0-5-7,-1 7 0,-1-4 0,-1 0 0,1 5-4,-2-13 1,1 3 0,-1 3 0,0 1 0,0-1 0,-1-2 0,1-3-1,0 2 0,-1-3 0,0-2 0,0 2 0,-1 5 4,-1 0 1,-1 7 0,-1 3 0,0-1 0,0-1 0,-1-4 0,1-8-5,-2 12 0,0-8 0,-1 5-2,1-10 0,-1 6 0,-1 2 0,0 1 0,0-2 0,0-6-278,-1 3 0,0-5 1,0 0-1,-1 2 170,1-2 0,0 2 1,-1 0-1,0 0 0,0 0-950,-2 9 0,-1-1 0,0 0 0,1-3 1060,2-7 0,-1-1 0,1-3 0,1-5 0,-2 9 0,3-11 0,2-11 0</inkml:trace>
  <inkml:trace contextRef="#ctx0" brushRef="#br0" timeOffset="17979">27569 10025 20697,'18'-52'714,"0"0"1,-3 5 0,-2 10-418,-4 20 631,-5 9-850,-2 6 392,2 20-324,-2 11-84,1 10 105,-3 0 0,-3 3-117,0-9 1,-2 0-18,-1 15 1,0 1-15,-1-9 1,1-4 459,-2 18-429,4 7-44,3-33 16,1 4 146,1-23 39,0-8-72,2-20-74,-1-11-44,0-9 39,1-20-39,-1-1-310,0 12 0,1-1 304,-1 8 0,1 1-14,1 3 1,-1 2 63,6-15-61,-5 32-28,-1 0 40,-2 28 10,-1 5-5,1 28-12,0 8-110,-1-15 1,0 2 110,-2 24-18,-1-16 1,0 1-230,-4 10 246,3-18 1,0-2-11,1 3 49,1-17 18,1-13 128,3-17-139,3-13 812,0-7-833,1-6 1,0-4-20,-1 6 1,-1-2 19,3-14 0,-1-2 25,-1 8 0,-1 3 11,3-16 157,-3 2-123,-3 32-84,0-1-34,-1 18-11,0 16-62,0 12-44,0 6-715,4 6 1,0 1-1079,2 8 1297,3 6 1,1-3 0,-4-18 0,3 15 0</inkml:trace>
  <inkml:trace contextRef="#ctx0" brushRef="#br0" timeOffset="19839">1030 4055 22279,'19'-50'509,"1"-1"1,-2 2 0,-10 8-235,-26 19-29,-10-3-39,-7 6-61,-8 8-68,-8 12-25,15 10 1,0 5-24,3 2 1,2 3-504,-2 2 0,2 3 487,4 4 0,3 2-1456,6 2 0,3-1 1436,-11 22-321,18-15 0,6-4 315,9-10 7,19 12 10,9-30-5,15-6 45,6-17 30,-23-3 1,-1-4 14,-7 1 0,-1-1 467,17-24-300,-19 0 6,-12 10 3046,-2-4-2911,-4 7 821,-3 15-1163,-1 8-56,-1 12 17,-4 10-12,-7 26 6,1 6-3,5-12 1,0 1-98,1 13-494,8 14-1506,10-11-751,4 0 2840,12-3 0,-16-30 0,0-2 0</inkml:trace>
  <inkml:trace contextRef="#ctx0" brushRef="#br0" timeOffset="19996">1635 4139 24995,'0'-4'2112,"0"0"-1714,0 4-577,-10-37-1361,12 31 1540,2-21 0,4 32 0,6 4 0</inkml:trace>
  <inkml:trace contextRef="#ctx0" brushRef="#br0" timeOffset="25146">3344 4065 18173,'0'-53'1466,"0"0"0,-2 2 0,-1 10-1181,-4 24 62,-10-1-173,-5 12-17,-14 15-23,-13 20-89,18-3 0,1 4-764,-4 7 0,0 4 736,0 6 0,0 2-17,1 1 0,3 1-201,4-3 1,3 0 194,6-8 1,4-2 21,6 16 46,25-25 61,17-27 23,18-27-251,-21 3 0,0-5 306,10-15 1,-1-4-57,-6 3 1,-3 1-73,0-1 0,-3 1 422,-8 2 0,-3 1-299,3-17-93,-11 26 1,-1 0 645,1-15-676,-5 23-34,-5 10-55,-5 25-12,-2 14 28,-2 9 8,1-6 0,-1 3 9,0 0 0,-1 2-127,-4 11 0,-1 3 107,-1 4 0,-1 0-3,0 1 1,1 0-1,1-4 1,2-1-21,4-2 1,3-4 615,3 9-719,22-8-196,16-34-465,24-7-599,-21-9 1,3-5-726,8-3 0,2-4 2114,-10 1 0,1-2 0,-4 2 0,-2 1 0,-3 1 0,-2 0 0,0 0 0</inkml:trace>
  <inkml:trace contextRef="#ctx0" brushRef="#br0" timeOffset="25313">3885 4294 24850,'22'-31'-1144,"-1"7"0,-7 27 0,-5-1 0</inkml:trace>
  <inkml:trace contextRef="#ctx0" brushRef="#br0" timeOffset="25679">4436 4309 19224,'8'-6'3103,"-2"1"-1647,-6 5-744,0 0 154,2-70-396,2 14-392,-1 0 1,0-2-69,1 24 0,-1 2 26,2-8 1,-1 0 253,0 6 1,0-1-269,2-14 0,0 0-11,-2 16 1,0 2 18,0-9 1,-1 4 9,-2 15 16,1-6-68,-3 25 12,-2 11 17,-3 14-17,-8 38-9,6-27 1,1 0-19,-1 4 0,0 1-4,2 6 1,0 0-77,3-5 1,1 1-398,0 22 0,3 1-326,-1-21 0,4-1-1256,9 20 0,5-7-620,7-15 2706,8-10 0,1-5 0,-11-14 0,15-3 0</inkml:trace>
  <inkml:trace contextRef="#ctx0" brushRef="#br0" timeOffset="26364">5023 4162 18184,'0'-6'5910,"0"1"-4622,0 5-1092,-35-33-78,19 39-107,-22-30 28,34 56-33,9-19 28,22 13-34,4-19-34,18-1 45,-6-14 6,-2-7 11,-13-4 45,-4-9 67,-14 1 123,-4-16-185,-7 12 186,-13-17-164,4 30 96,-10-11-50,4 19 22,-12 3-134,9 8 5,-15 20-34,15 5 1,-6 19 0,12-10-74,7 25 18,7-28-183,6 5 1,3-1-395,15 2 176,-4-12 0,3-2-731,26 2 387,7-12 633,2-14 201,-3-15 151,-8-13-39,-14-1 236,-3-10 330,-9-6-225,-3 1-15,-4-5-242,-9 24 415,-2 2-533,-2 17 35,-2 3-130,-2 10 6,-2 14-34,-2 20 18,-1 5-12,-1 11 5,4-13-5,2-13-11,8 0 33,0-19 29,8-3-1,4-21 17,7-12-16,-3-4 49,0-1 1,-1 0-17,3-3 50,5-3 1,1 1-62,-4 7 2,2 3 1,1 3-53,-5 8 33,26-1-68,-22 22-72,12 10-11,-16 4-437,-1 16-1232,-10 3 1764,-1 18 0,-6-25 0,-4-2 0</inkml:trace>
  <inkml:trace contextRef="#ctx0" brushRef="#br0" timeOffset="27255">6538 3944 23366,'22'-45'30,"0"22"1,7 3-171,25 3 0,8 4-1096,-14 2 1,2 1 0,1 0 357,3 0 1,0 1 0,2 0 639,3 2 1,1 1 0,-6 0 0,-3 0 0,-5 2 0,-8 2 0,1 0 0</inkml:trace>
  <inkml:trace contextRef="#ctx0" brushRef="#br0" timeOffset="27621">6659 4284 23573,'58'3'-267,"0"0"0,-17 4 0,-1-6 20,-1-14 1,1-8-1,-3 0-1012,1-1 1,-3-2 782,8-7 0,-3-2-26,-7-2 1,-5-2 324,-6-1 0,-5-3-8,-5-10 1,-4 0 206,-3 15 0,-2 1 50,-3-13 1,-2 1 549,-5-8 26,1 20 0,-3 0 411,-6-10 211,1 10-687,3 23-241,1 16 10,-9 22 85,-9 30-353,11-17 0,-2 7 0,1-3-329,-3 7 0,0 3 218,4-10 1,-2 5-1,0 0 1,3-5-776,-2 5 0,0 1-109,1 1 1,-2 7 0,-1 0 0,4-4 590,2-9 1,2-3 0,-1 0 0,-1 8-1,-2 0 1,4-7 0,-2 12 0</inkml:trace>
  <inkml:trace contextRef="#ctx0" brushRef="#br0" timeOffset="28005">8132 3848 19445,'1'-8'4537,"-1"2"-4123,0 6-72,0 0-90,-36-7-112,6 42-110,0-15 1,1 5-364,9 29 0,6 5 333,3-19 0,3-1-3,7 15 0,8-3 9,19 3-95,-5-23 1,6-5 105,12-4 0,4-8-12,-2-5 1,0-5 8,0-3 0,0-4 25,0-7 0,-1-4-192,-10-2 0,-2-3 271,6-5 0,-2-4 50,-3-12 0,-6-3-115,-7 4 0,-5-1-34,-1 1 1,-5 0 8,-9 0 0,-5 4 0,-16-15-179,-4 22 0,-4 4-325,-19-4-4440,-8 26 1,0 8 3504,7 4 0,13 1 0,5-1 0,20-5 0</inkml:trace>
  <inkml:trace contextRef="#ctx0" brushRef="#br0" timeOffset="29188">9652 3723 20347,'-13'-49'1262,"0"0"0,2 3 0,2 13-1016,6 27 62,0 4-190,-2 16-34,0 3 42,-1 19 0,-1 5-48,-1 10-20,1-10 0,-1 7 1,2-3-23,2-5 0,1-1-126,0 14 0,5-2 297,19 8 107,27-29-197,-8-30 1,3-7-729,-2-2 1,2-5 638,2-6 0,4-4 0,-1-1-4,-1 0 0,-1 0 1,5-2-8,-8 3 1,4-1 0,1-2 0,0 0 0,-2 2-558,5-3 0,-1 0 0,-1 1 0,1-1 544,6-3 0,1-1 0,-2 1 1,-4 3-4,-6 3 1,-4 2 0,0 0 5,3 0 1,0-1 0,-1 3-757,12-2 0,-3 3 681,-9 2 1,-1 2-417,5 1 0,-9 11-1773,-23 21 2257,-23 25 0,-2-15 0,-16 7 0</inkml:trace>
  <inkml:trace contextRef="#ctx0" brushRef="#br0" timeOffset="33279">28103 9921 6648,'32'-39'1884,"-1"-1"0,0 1 0,0-17 0,-3-5 1,-12 8-1409,-17 14 0,-6 1-730,4-18 1,-12 4 645,-24 22 0,-11 10-31,-2 6 1,-5 6-131,6 1 1,-4 3 0,1 1-582,8 2 1,0 2-1,-2 4 511,-8 6 0,-4 6 0,-1 2 0,4 2-761,0 5 1,4 2 0,-2 3 614,9-5 1,-2 3 0,-1 0-1,2 3 1,3 0-8,-2 5 1,3 3-1,2 0 1,3 2-231,1 1 1,2 2 0,2 0 0,3 1 205,4 0 1,3 2 0,2-1 0,2-2 3,-1 4 1,3-2 0,8 2-8,12 12 1,10 4-1,8-8 26,1-20 1,6-5 0,4 0-194,2 1 1,4 2 0,3-3-1,3-5 214,0-7 0,3-5 0,2-3 0,0-2 40,4-1 1,3-2 0,-1-3 0,-2-1-17,6-1 0,-1-2 0,3-5 36,-9-3 1,2-3 0,3-3 0,-3-1-1,-4-1-25,-3-1 0,-3-1 0,-2-2 0,3-3-137,3 0 0,3-3 1,1-1-1,-3-2 1,-3-1 102,0-3 1,-4-3-1,-2 0 1,-2-2-12,-2 0 0,-3-3 0,-1 1 0,-3 1-5,2-3 0,-4 1 1,-3-3 4,-3-12 1,-5-5 0,-8 4 371,-14 1 1,-9 1-434,-2 2 0,-6-2 0,-3 6 9,-13 1 1,-9 5-75,4 12 0,-8 0 1,-3 1-1,4 3-178,-3 2 0,2 4 0,-4 0-332,-1-1 0,-5 0 1,0 1-1,2 4-926,-4 4 0,1 5 0,3 2 1544,9 4 0,1 2 0,5 1 0,-1 1 0,6 2 0,-2 7 0</inkml:trace>
  <inkml:trace contextRef="#ctx0" brushRef="#br0" timeOffset="33639">24729 10530 11907,'-56'-2'74,"0"0"1,0 1 0,0-1 0,0-1-1,3 0 1,30-4 877,80-15-945,-18 14 0,9 0 0,4 1 0,2 0-169,3 0 0,4-1 0,2 1 1,2 0-1,1 0 167,-10 1 1,1 1 0,1 0-1,1-1 1,2 1 0,-1 0-1,2 0-43,-3 1 0,1-1 0,0 1 0,1 0 0,1-1 1,1 1-1,2 0 0,2 0 39,-12 0 0,3 1 1,1-1-1,1 1 1,1-1-1,1 1 1,0-1-1,-1 1 0,0-1 1,-2 1-1,-1 0 1,-3-1-40,5 1 0,-3 0 1,-1 0-1,-2 0 0,1 0 1,-1 0-1,2 0 0,2 0 1,3 0 12,-7 0 0,3-1 0,2 1 0,1 0 0,1 0 0,1 0 0,0-1 0,-1 1 0,1-1 0,-2 1 0,-1 0 0,-3-1 0,-1 1-146,8-1 1,-4 0 0,-1 0 0,-1 0-1,-1 0 1,0 0 0,1 0 0,1 0-1,2-1 36,-2 1 1,0-1 0,2 1-1,1-1 1,0 0 0,0 0-1,0 0 1,0 0 0,-2 0-1,-1 0 1,-2 1 43,9-2 1,-3 1 0,-1-1 0,0 1-1,-2-1 1,1 1 0,1-1 0,0 0-207,-2 0 0,1 0 0,1-1 0,0 0 0,0 0 0,-1 0 0,-2 1 1,-3-1-1,-3 1 297,15-1 0,-5 0 0,-3 0 0,-2 0 0,0 0 0,-3 0 0,-1 1 0,-1-1 0,-3 1 0,-4 1 0,16-2 0,0-1 0</inkml:trace>
  <inkml:trace contextRef="#ctx0" brushRef="#br0" timeOffset="36191">3366 6039 23271,'-39'-22'192,"-1"-1"0,0 8 0,4 12-74,5 42-352,11-10 0,-1 4 242,-2 12 1,1 1-331,5-6 0,3 0 274,-1 5 1,5-2-37,5 4 67,16-3-1226,27-17-729,11-6 325,-14-14 1,1-5-738,-2-7 1,-1-3-556,20-9 1035,-20 2 0,0-3 2147,-1-4 1,0-2 1453,-1 0 0,0-2-527,-3 1 0,-1-2 1524,-2-7 0,-4 0-1389,0-1-291,-4 2 0,0 0 1532,2-11-1661,-3 4-230,-4 5-207,-8 21-146,-4 9-280,-1 9 73,-9 24-61,-4 11-29,2-7 1,-1 3-15,0 1 1,0 0-28,0 3 0,0 0-608,0-1 0,2-2 616,-6 19 6,5-4 61,9-24 73,3-9 11,6-21-56,2-11 208,14-35 27,-5 2-401,-5 11 0,0-3 225,-2 3 0,0 0 50,1-6 0,0 1-70,-2 9 1,1 3-28,6-20 1131,-7 28-1204,-3 15 5,2 8-17,0 5 12,14 26-17,-4 4-12,-3-8 1,0 2 561,5 12-587,-3-12 1,3-1-3384,11 2 3425,6 6-22,4-20 45,-2-15 11,-1-10 28,0-15-39,-17-3 100,1-32-61,-12 8-36,-3 14 0,-2-2 5,-1 2 0,-1 2-19,0-9 16,1-2-84,-3 32 3398,1 2-3576,1 11-46,0 5-1742,12 22 774,-6-8 1254,6 9 0,-1 0 0,-5-11 0,6 14 0</inkml:trace>
  <inkml:trace contextRef="#ctx0" brushRef="#br0" timeOffset="36542">4667 6133 25275,'-50'-15'443,"5"16"-420,16 47-12,10 4 6,10-3-17,10-14-6,23-2 12,9-20 22,21 1-17,-12-14-6,-9-7 1,-2-1 17,1-5 72,0-5 0,-2-2 202,-5-9 44,3-16-66,-21 4-107,-16-1-107,-3 8 102,-26-9-118,4 18-40,-16-6-10,18 17-186,-4 7-33,22 7-2588,-6 15 2812,15 8 0,0-3 0,4-2 0</inkml:trace>
  <inkml:trace contextRef="#ctx0" brushRef="#br0" timeOffset="38194">5503 6129 23136,'-19'-40'377,"-1"0"0,-1 2 0,-2 13-175,-12 35-79,-12 13-67,15 2 0,2 3-17,-11 16-25,9-3 0,5 1-25,8-7 8,5-4 1,3 0 35,10-3-22,10 4-22,14-14 73,29-16-51,-12-9-260,-5-5 1,0-4 320,-8-1 1,-1-2 56,6-6 0,-2-2 45,-2-4 0,-3-3-29,-4 0 1,-4-3-37,-4-2 0,-2-1-53,-3-1 0,-2-1-28,0 0 0,-2 0 17,0 2 0,-1 1 8,0 4 0,-1 1-47,2-22 33,-2 24-16,-1 12-18,-1 17 18,0 17-1,-1 30-16,0-1-43,0 9 1,-1 3-763,0 2 698,0-1 1,1 3-94,2-18 1,2-2-125,1 9 1,4-1-238,9-1 0,5-4 140,-1-14 1,3-3 28,28 11-113,2-29 343,-13-16 184,8-10 201,-8-11-2345,-4-15 2418,-17 13 297,-1-14-84,-15 16 830,1-3-701,-3 9-521,-1 12 119,-1 6-225,-3 12 3408,-2 8-3413,-1 9-18,1 6 23,12 5-17,10-8 0,5-5-17,18-13 11,-12-6-5,4-8 0,4-4 11,-4-4 0,0-4-1682,4-2 0,-2-2 1687,-6 2 1,-4-2 28,5-22 22,-18 6 50,-9 4 1,-3 0-29,-5-6 45,-11 8 0,-4 5-33,-6 14 0,-18-4 94,2 16-16,2 7-22,-11 13-96,20 6 3354,10 4-3399,16 9-22,13 2-11,3-4 0,4 1-48,3-2 1,2-1-430,0 1 1,3-2-252,12 5 0,2-4-315,5-2-1631,0-5 0,1-3 2702,4-7 0,-6-2 0,-19-10 0</inkml:trace>
  <inkml:trace contextRef="#ctx0" brushRef="#br0" timeOffset="38550">7013 5971 21807,'-47'-2'461,"1"0"1,1 0-1,19 0 761,40-3-1317,27-1-79,-2 2 0,3-1 28,-6 2 0,2 0-305,12 0 0,2 1-1131,-6 2 0,0 1-874,-2 2 0,-1 1 1210,-6-1 1,-3 2-2821,6 20 6339,-34-5-642,-6 6 2418,-36 3-1534,4-11 0,-1-1-1389,-23 13 16,6-4 1,3-2-298,9-3-503,6-5 0,4-1 234,11-5-296,12-3-145,28-11-186,31-10-83,2-3-283,-10 3 0,3-1-4499,3-1 1,0 0 3773,-12 3 1,-1 1 0,1-1 0,-9 3 0,-18 6 0</inkml:trace>
  <inkml:trace contextRef="#ctx0" brushRef="#br0" timeOffset="39218">9244 5795 23399,'2'-51'868,"1"1"1,0 0-1,-2 11-605,-2 28-196,1 1-11,-2 25-11,1 15-22,-2 23-18,0-2-145,1-4 0,-1 3-708,1-13 0,1 1-552,-1 17 0,0 1 1400,2-8 0,1-4 0,-2 6 0,3-11 0</inkml:trace>
  <inkml:trace contextRef="#ctx0" brushRef="#br0" timeOffset="39569">9524 5592 18654,'-31'-46'804,"-1"0"0,1-1 1,-1 6-1,-2 2 0,-1 6-423,-14 7 0,-3 9-905,-7 5 1,-1 8 672,18 6 1,-1 4 0,-1 4-61,-8 10 1,0 6-1,4 1-509,-5 4 1,4 6 443,6 4 0,1 8 0,6 1-277,13-8 0,6 1 1,0 3 243,1-3 1,1 3-1,1 1 1,3 1-13,2 0 0,1 1 0,4 1 0,2-1-641,5 14 1,6 1 0,2-5 629,-1-11 1,2-4-1,8-1-93,10-4 0,8-1 1,5-3-1,-1-6-315,5-2 0,1-7 0,5-1 133,2 1 1,4 0-1,3-2 1,-3-5-99,-4-6 0,0-4 0,-1-2 0,-2-2 365,6 1 1,-3-3 0,2-6 263,-1-4 0,3-6 0,-1-2 0,-6-2 172,-4-1 1,-5-1-1,1-4-214,1-1 0,2-2 0,-1-2 0,-5-1-65,-1-8 1,-5-2 0,-3-2-49,-3-3 0,-3-1 0,-4-2-28,-3-3 0,-5-1 0,-3-1-34,-5 0 1,-4 0 0,-6 1 207,-4 1 0,-5 1 0,-6 3-292,-6 3 1,-6 1 0,-5 5-357,-9 2 1,-5 5 0,-5 4 432,2 8 0,-5 4 0,-1 2 0,7 2 0,8 1 0,3 2 0,0 1 0,-3 6 0,-1-1 0,1 0 0</inkml:trace>
  <inkml:trace contextRef="#ctx0" brushRef="#br0" timeOffset="43000">8722 6796 18369,'17'-41'1281,"-1"1"1,1 0-1,6-15 1,-4 10-386,-7 20-191,-5 10-329,-1 2-236,-7 13 22,-8 16 23,-16 23-135,2-6 1,-5 4-609,3-4 1,-2 1-1,-2 2 545,-5 6 0,-2 2 0,-1 1-42,6-8 1,0 0-1,-1 1 1,0 0-222,0 1 0,0 0 0,1 1 0,-1 0 276,1 2 0,-1 1 0,2-1 0,3-5 0,-8 10 0,5-5 0,6-5 0,0 0 0</inkml:trace>
  <inkml:trace contextRef="#ctx0" brushRef="#br0" timeOffset="45277">17065 1499 18478,'4'-61'1954,"0"0"1,-1 16-1,-1 7-1725,1 2-47,-3 32-95,0 2-121,-3 7 67,-5 30-25,-4 15-421,6-20 1,-1 3 331,-1 10 0,1 1-118,2-3 0,0 2-269,0 12 1,0 2-1164,1 2 0,2 0-1013,1-4 1,2 0 2643,4-5 0,0-5 0,0 6 0,5-19 0</inkml:trace>
  <inkml:trace contextRef="#ctx0" brushRef="#br0" timeOffset="45617">17346 974 8269,'-43'-42'1599,"0"1"0,5 15 0,-4 3 0,-3 10-923,-12 17 0,-5 12 0,0 4-1179,11-6 1,0 2 0,-2 2 0,0 3 638,1 2 1,-3 3 0,0 2 0,2 1 0,4-2-74,2 1 0,4 0 0,0 0 0,1 4 1,2-1 1,0 2 0,0 2 0,2 0 0,3 1-23,2 2 0,2 0 0,3 1 0,0 3-37,-4 6 1,2 2 0,1 1 0,7 0-1,4-4 1,4 1 0,5-1-1,9 0-117,10 2 0,9 0 0,6-2 0,3-4 85,3-6 1,3-3-1,3-3 1,1-2-1,3 1 1,2-2-1,2-2 1,2-4-32,6-2 1,4-3-1,1-4 1,2-1-18,-6-4 0,2-3 0,0-1 0,2 0 0,-1-2 59,2 1 0,1-1 1,0-1-1,1-2 0,1 0-109,-5-2 1,3 0 0,0-1-1,0-1 1,-2-2 0,-2-2 130,-1-1 1,-1-3 0,-3 0 0,0-2 0,-2-2-155,7-4 1,-2-2 0,-3-2 0,-3 1 176,1-2 1,-5 0 0,-5-7-9,-3-16 0,-7-8 0,-7 5 9,-8 7 1,-8-1-22,-7-5 1,-6-8 0,-3 0 0,-1 9 195,-5-1 1,-8 3-255,-6 0 0,-9-7 0,-3 3 0,4 8-74,-3 5 0,-7 5-855,5 10 0,-8-3 0,-5 2 0,2 2 1,5 5 977,-2 4 0,4 4 0,-1 1 0,-9-3 0,0 0 0,7 3 0,16 6 0,0 1 0</inkml:trace>
  <inkml:trace contextRef="#ctx0" brushRef="#br0" timeOffset="46409">16337 2554 16689,'40'-45'1837,"0"1"0,-1 2 1,-14 13-1536,-24 27 51,-8 7-84,-15 14-84,-6 5-60,0 0 0,-7 5 0,-1 0-1503,3-1 0,-1-1 0,-1 2 1389,-7 4 0,0 2 1,-4 2-45,1 0 1,-4 4 0,1 0 0,2-2-793,1 2 1,2-2 0,-1 1 339,5-5 1,-2 2-1,1 0 1,3-2 231,-4 6 0,3-3 0,7-5 0,-7 9 1,4-4-1</inkml:trace>
  <inkml:trace contextRef="#ctx0" brushRef="#br0" timeOffset="47392">14975 3864 18084,'2'-3'3355,"0"1"-2195,-2 2-830,18-13 0,-12 17-27,12-6-141,-17 15 135,-6 7-17,-2-7 291,-6 1-173,4-6-174,-2-9-84,5-9-84,1-5 45,1-24-34,9 2 6,5-17-17,10 10-39,-2 12-6,15 3-22,-7 17-6,16 3 12,-12 13-35,16 26 7,-19 6 22,4 9 13,-25-9 1,-6 1 3,-8 5-698,-16 13 0,-8 2 669,1-18 1,-3-2 12,1-2 1,-2 3 0,-1-3 5,2-5 1,-1-3-1,2-2 9,0 1 1,2-4-6,-1-2 0,6-6-112,14-9-67,14-11 106,9-2-146,28-16-72,-4 7 0,3-1 16,3-1 1,3 0-93,11-4 0,2 1-509,-8 3 1,0 1 141,-1 0 0,0-1-283,0-1 1,0-1-1825,10-7 1,-3-2 2327,-17 10 1,-1-1-51,11-11 1,-4-2 28,-4-15 556,-21 16 1,-3-2 153,-7-1 1,-7-2 162,-7-1 0,-6 0 61,-6-1 0,-5 2-170,2 7 0,-5 2 136,-9 3 0,-6 1 0,-1 3 353,-10 3 1,-4 3-317,0 1 1,-4 0 0,0 4 32,3 6 1,0 4 0,-1 4 261,-2 2 0,0 3 1,0 4-511,0 3 1,0 4 0,2 5-532,0 3 1,3 5 0,1 4 385,15-7 0,1 2 1,2 2-1,2 2-22,2 1 0,2 2 0,1 1 0,3 1-10,-4 14 0,4 2 1,5 0-14,6-1 0,4 1 0,7-1 7,6-3 1,6-1 0,6-3-60,7-2 0,5-4 0,6-3 41,9-4 0,6-5 0,0-4 5,-6-5 1,0-3-1,6-3-1,9-5 1,8-4 0,2-3 0,-5-2-127,-13-2 0,-3-3 1,0-1-1,3-1 160,5 0 1,2-2 0,3 0 0,-2-3 0,-3-1 27,3-3 0,-3-3 1,-1-2-1,-2-2 19,-1 0 1,-1-3 0,-1 0 0,-2-3-16,-4 1 1,-1-1-1,-1-2 1,-3-1-17,8-11 0,-4-2 0,-4-2 1,-5-1 1,-5-1-1,-3-2-59,-6 0 0,-3-2 1,-5 0-48,-6 0 1,-5-1-1,-4 2-86,-6 1 1,-4 1 0,-5 3-219,-7 3 1,-4 3-1,-6 3 368,-9 2 0,-6 4 0,4 4 0,4 2 0,3 5 0,-4 6 0,1 1 0</inkml:trace>
  <inkml:trace contextRef="#ctx0" brushRef="#br0" timeOffset="64051">27575 8616 8198,'9'-10'7657,"-2"2"-6817,-7 8 1064,0 0-761,7-23-902,-5 18 67,5-18-95,-8 23 27,0 0-16,-1 0-73,-3 0-72,-3 0 27,-5 0 40,-4 0 95,2-1 111,1-2-43,5-3-85,3-4-17,2-8-72,3-6-74,7-5-33,9-2-22,14 3 0,9 4-12,7 9-5,3 6-6,-3 15-22,-5 10 22,-7 16-5,-10 13 27,-13 10-11,-13-23 1,-5 1-20,-7 3 0,-5-1-120,-9 3 1,-7-2 140,1-7 1,-4-1-1,1-2-471,-2 2 1,-2-2 479,3-5 1,-2 1 0,4-3-4,6-4 1,1 0-9,-2 0 1,2 1-6,-8 6 22,23-3 6,15-7 275,31 6-281,-6-10-31,4-1 1,5-1 174,28 0-259,-17-3 1,2 0-74,5-2 1,3-1-116,-6-2 1,4-2 0,-3 0-798,4 0 0,0-1 624,0-2 0,3-2 1,-2 0-581,4-5 0,1-3-618,-16 2 1,4-2 0,-1-1 0,-3 1 1200,-2 1 1,-2 0 0,1-4-270,1-7 0,4-4 0,-3-1 1,-8 4 481,-4-1 1,-5-2 83,3-13 1,0-7 0,-9 2 217,-13 7 0,-8-1-621,-5-17 0,-7 1 697,-3 23 0,-7 3 311,-10 3 1,-7 1 0,2 4 19,5 4 1,-3 1 67,-9-3 0,-8-2 0,2 3 139,-9 3 0,-1 3-326,9 2 1,-4 2 0,-1 1 433,-1 2 1,-2 2 0,-2 3-450,5 6 0,-3 2 1,1 3-1,3-1-528,1 0 0,4 1 0,-3 4 350,0 4 0,-3 3 1,1 3-1,5 3 217,5 3 1,4 3 0,1 3-283,2-2 0,-1 3 0,1 1 0,2 2-47,3 0 0,1 1 1,2 2-1,4 3-64,3 3 0,3 4 0,3 0 0,5-2 145,5 5 1,7 0-1,3-3-67,2-2 1,3-1 0,10-4-298,24 3 1,12-4 0,-2-7 257,-6-4 1,3-4 0,-3-3 1,5 2 0,4-1-1,-2-5-119,-2-5 1,1-4 0,0-2 0,0-1 134,3 1 0,0-1 0,1-1 0,-1-2-11,-2 0 0,1-2 0,-1-1 0,0-4 29,-2-2 0,0-3 0,-2-3 0,0-3-41,0-4 1,-1-4-1,0-1 1,-3 2 31,7-2 0,-1 0 1,-1-5 27,1-8 1,1-6 0,-3-3 0,-9 2-78,-14 6 0,-6-1 1,-1 0 46,8-7 1,-1-2-1,-8 1 480,-8-19 1,-17 3-514,-11 21 0,-8 1 0,-4 2-88,-3-3 0,-2 1 0,-6 2-481,0 6 1,-5 0-1,-1 2 1,2 3-1300,-4 2 1,1 3 0,-1 1 1865,-6 0 0,-1 1 0,8 4 0,15 5 0,4 1 0,-30-7 0</inkml:trace>
  <inkml:trace contextRef="#ctx0" brushRef="#br0" timeOffset="83222">3604 9235 18863,'-12'-40'858,"-1"0"1,-2 8 0,-5 11-406,-35 43-777,22-2 1,0 4 457,-4 6 1,1 5-55,8-1 0,-1 3 0,3-1-410,-1 2 0,1 1 341,-4 19 0,5-2-22,11-7-79,11-7 1,7-2-34,24 3-85,-4-16 0,7-3-150,6-11 0,3-6-295,7-4 1,2-3-818,4-5 0,0-4 308,3-4 0,-1-3 288,-1-5 0,-1-3 518,-4-2 1,-2-3 358,-5-1 0,-3-2 114,-6 0 0,-3-1 255,-5 2 1,-2-1 620,-6 4 0,-1 0 1814,5-28-1110,-10 18-986,-6 7 600,-5 16-985,0 10 986,-1 3-1228,-2 11 731,-3 13-765,-1 3 23,-9 36-62,3-10-239,4-12 0,-1 1 228,1-5 0,1-2-6,-1-1 0,1-1-107,-7 19 136,5-20 363,5-16-162,5-23-67,5-16 50,5-24-98,-3 17 0,1-2 17,1-5 1,0-2-13,2-2 1,-1 1-56,-1 9 0,1 0 148,4-8 0,0 3 181,1 3-298,4-7-118,-12 31-6,-1 12 46,4 15-24,7 14-16,6 15 34,5 9 28,-12-26 1,1-1-35,18 25-5,1-8-6,-3-10 5,-5-11 17,-5-11 23,-5-11-29,-5-7 23,8-26 12,-5-4-20,-3 6 0,0-1 8,-3 0 0,0 1-121,1-2 0,0 1 116,7-17-194,10-9 138,-12 30-119,7-4-291,-7 21-447,1 16-622,3 11-217,4 14-1968,2 10 3697,2 11 0,-13-24 0,-2-1 0</inkml:trace>
  <inkml:trace contextRef="#ctx0" brushRef="#br0" timeOffset="83581">5080 9398 23097,'-39'-36'375,"2"17"-347,8 58-28,9 4 11,11-1-22,15-3 22,17-3 1,-1-16-7,19-2 12,-6-17 61,10-10 96,-1-9 162,-8-13 95,-9-7-50,-13-4-101,-10-1 12,-20-6-208,3 17 22,-16-6-33,8 22-34,0 1-112,5 7-111,7 8-287,6 10-515,3 10-1176,9 12-3176,8 6 5338,3-3 0,-8-18 0,-8-11 0</inkml:trace>
  <inkml:trace contextRef="#ctx0" brushRef="#br0" timeOffset="84340">5764 9369 17697,'4'-6'5092,"-1"1"-4123,-3 5 184,9-68-901,-13 49-98,3-18 1,-7 5 13,-27 36-50,-15 11-102,21-2 1,1 3-9,-6 10 1,3 3-9,6-2 0,2 1-3,1-1 0,4 1-41,-1 27-1,15-15 28,13 3-3420,24-17 3420,-2-17-7,27-24 46,-9-21-17,-17 10 1,0-4-1115,6-16 1,-2-2 1127,-12 13 1,-1-1-9,-3-1 0,0-4 1,-2 2-183,0-6 0,-2 1 213,4-11 0,0 0 25,-3 5 0,-3 3 25,-2 9 1,-4 2 2165,-2-13-2146,-10 21-105,-5 18-7,-6 22 22,-3 20-33,-3 24-20,11-9 0,1 2-11,3-13 0,1 1-104,0 21 1,3 1-84,5-19 0,1-1-194,3 8 0,2-1-151,6-6 1,3-4-32,3-6 0,3-5-510,30 8 796,-19-25 0,1-5 274,13-5 78,-15-8 1,-2-5 179,8-18 151,-14 5 0,0-2 460,9-20-342,-8 2 570,-16 14-161,-8 17-359,-3 2-263,-7 9-258,2 5 3100,-8 6-3094,4 10 689,3-2-706,0 8-3181,16-2 3170,-3-5-428,28 0 467,-5-17-2130,8-2 2113,3-15 28,-10-4-1376,9-20 1365,-16 12 1172,-4-27-1161,-16 33 326,-8-18-337,-3 28 2244,-29-6-2171,5 19 0,-23 7-45,20 10 484,-5 18-540,8 16 0,6-8-54,12-2 1,6 2-311,16 9-1549,1-13 1,4-2-216,18 9 2128,16-3 0,-28-27 0,1 0 0</inkml:trace>
  <inkml:trace contextRef="#ctx0" brushRef="#br0" timeOffset="84506">7064 9398 24111,'-3'-2'2173,"0"0"-2632,3 2-4941,-19-16 5400,19 16 0,-18-15 0,22 18 0</inkml:trace>
  <inkml:trace contextRef="#ctx0" brushRef="#br0" timeOffset="85279">7500 9061 21741,'2'-6'2465,"-1"1"-2213,-1 5-123,32 2-96,-20 12-10,29 24-12,-27 23-217,-7-30 1,-2 1 213,1 20 1,-3-2-4,-4 4 28,-5-3 1,-3-1 134,-9-8 286,-15 4-302,14-31 90,-1-15 22,11-18-3284,5-23 3060,6 4-142,9-2 1,8 0 101,0 14 0,2 0-6,4-5 1,3 1-18,5 2 1,2 4-15,-6 7 1,3 1-57,13-6 1,2 3-12,-8 4 1,-2 3-40,4 0 1,-2 2-184,11-1-1870,-13 6 2145,-14 1 23,-8 3 84,-10 0 2326,0-4-2158,-2 0 334,-1-3-384,0 2 3683,-1 1-3717,-1 2-112,0 2-6,-2 15-22,1-3-11,-1 34-6,0-8-112,7 20-324,2-5-769,5-1-1993,4-2-1131,-3-16 4346,1-5 0,-9-20 0,0-2 0</inkml:trace>
  <inkml:trace contextRef="#ctx0" brushRef="#br0" timeOffset="85439">8360 8973 21075,'-39'5'-1473,"3"-9"0,45 18 0</inkml:trace>
  <inkml:trace contextRef="#ctx0" brushRef="#br0" timeOffset="86463">8932 9175 25466,'-49'-33'149,"0"-1"1,0 4-1,7 13-132,10 30-22,-4 13-7,5 10 1,8 6-6,9 4-5,12-1 5,15-7 23,11-10 22,9-13 33,5-13 107,1-15-50,-8-3 392,14-25-208,-15 9-56,11-12-61,-13 13-106,-8 10-74,-8 9-5,-5 13-11,-1 15 0,-2 6 11,0 11 0,-3 5-12,-4-4 1,-1 3-786,-3 20 1,-2 3 589,-6-1 0,-4 1-211,4-16 0,-1 1 0,-2 0-719,-3 3 0,-2 0 0,-1 0 410,-3 0 1,-1-1 0,-2-2 130,1-3 1,-2-3 0,2-2 449,-5 5 0,-1-9-120,2-11 0,5-14-137,10-33 347,14-37 30,16 12 1,7-5-275,-2 11 0,3-2 1,1-2 259,5-7 1,1-1 0,3-1-234,-6 12 1,1-2 0,2 1 0,-1 0 342,2 0 0,0 0 0,1 0 0,0 1 95,-2 2 1,1 2-1,0-1 1,-1 2 365,5-7 0,1 2 0,-2 1-212,-5 7 0,0 1 1,-1 2 120,5-7 0,-2 4-65,-6 8 1,-1 4 195,7-7 425,-12 18-778,-7 14 2785,-4 16-2891,-4 4 22,0 11 0,-2 4-81,-3-2 1,-1 1 74,-2 20 0,-3 3-120,-2-3 1,-1 0-8,2-11 1,0 2 0,1-3 1,0 1 0,1-1-3,-1 7 0,3-3-6,5-8 123,6-1 85,3-19 68,11-18-80,8-17-22,11-18-70,-15 11 0,0-3-321,3-4 0,0-2 313,0-1 0,0-1-1178,5-5 0,-2 1 1160,9-11 1,0 4 101,-21 30-157,-6 8 5,0 4-11,4 19-5,-3-1-1,16 20-16,-3-5 11,9 7 0,5-3-11,5-7 5,7-10-10,5-12 32,4-16-4,-5-15-15,-27 7 0,-3-5 11,3-18 1,-3-2 117,-7 13 0,-1-2-107,6-22 1,-1-1 1289,-6 19 0,-1 1-1239,2-7 0,-2 0 53,-1 9 1,-5 3 15,-8-15-94,-7 25 61,-20 13-67,-1 23-22,-10 14 28,1 18-122,20-17 1,2 3 56,2 4 1,3 1-1,2 2 0,3 1-53,3 1 1,4 0-122,4 0 1,4-2 217,4-3 1,5-2-997,11-1 0,4-4-383,15 5-1740,-9-20 0,0-5 3095,5-7 0,-8-2 0,-16-2 0</inkml:trace>
  <inkml:trace contextRef="#ctx0" brushRef="#br0" timeOffset="86624">10078 8972 24783,'-37'-11'226,"-1"0"1,-7-10-339,81 12-154,-4 3 0,5 0-644,11-1 0,6 1 378,2 0 1,5 1-1,-7 0 1,-9 1 0,-3 0-1,14 0 1,-1 0 0</inkml:trace>
  <inkml:trace contextRef="#ctx0" brushRef="#br0" timeOffset="86829">10966 8892 26508,'48'-8'-1014,"1"0"0,-11 1 1,2 2 1013,3 4 0,4 1 0,-8 1 0,8 0 0,-14-1 0,1 1 0</inkml:trace>
  <inkml:trace contextRef="#ctx0" brushRef="#br0" timeOffset="87007">11266 9038 23024,'-8'0'2806,"1"0"-2710,7 0-635,0 0-9292,121-38 8483,-79 26 0,-1-1 0,8-3 1,-15 6-1,-22 8 0</inkml:trace>
  <inkml:trace contextRef="#ctx0" brushRef="#br0" timeOffset="87696">11939 8761 18184,'34'-41'1327,"0"-1"1,-2 2 0,-4 6-174,-10 9-964,-2 5 191,23-3-202,1 16-128,10 0-15,-18 10 1,2 4-15,4 6 0,2 4-503,0 2 1,-1 3 469,6 6 0,-5 3-26,-11-3 1,-6 2 68,-6-2 1,-5 2-55,-9 26 56,-13-15 72,-12-14 0,-5-3 130,-16 3-54,11-10 0,-1-1 305,-14-3-5,9-10-90,10-10-89,11-6-135,8-7-96,9-2-27,8-1-6,12 4-22,14 4 0,12 7-6,12 7-14,-26 5 1,1 3-4,1 3 0,-2 1 705,19 12-750,-23-1 1,-4 3-90,-8 11-62,-9 18-83,-35-9 100,-7-12-55,5-15 0,-5-2-618,-6-5 1,-1-3 231,8 1 0,-1-3-2220,-25-8 1,3-5-2034,11-8 4879,9-2 0,5 0 0,16 3 0,2 0 0</inkml:trace>
  <inkml:trace contextRef="#ctx0" brushRef="#br0" timeOffset="88028">12443 8234 20740,'-49'-7'329,"0"0"1,0 0-1,0-1 1,-15 3-1,1 3 1,4 11-224,10 12 1,4 9-1,2 3-677,-3 4 0,1 2 0,2 7 592,6 1 0,0 6 0,3 1 0,2-3-474,1 0 0,3-2 0,2 4 451,3 2 1,1 5 0,3 1 0,6-6-11,9-6 1,4-3 0,5 1-109,2 7 1,6 2 0,5-3 108,6-6 0,6-2 0,5-5-16,8-2 1,4-5 0,2-4 9,-8-5 0,0-4 1,6-2-19,-2-7 0,6-1 1,1-2-1,1-2 0,-3-1 5,1-3 1,-2-2 0,1-2 0,3-1 15,4 0 1,4-1-1,2-2 1,-1-2-1,-3-2 18,-7-1 1,-2-2-1,0-2 1,-1-2 0,0-3 16,5-6 0,0-3 1,0-2-1,-2-2 0,-3 0-411,2-5 0,-3-1 1,-3-2-1,-1 0 397,-2 1 0,-1-1 0,-3-1 0,-5-1 7,-8-1 0,-5-1 0,-3-1 0,-3 1-71,-3-4 1,-4 0-1,-3-1 72,-2-8 0,-3-3 0,-6 3 79,-7 4 0,-4 2 1,-6 3-99,-7 5 0,-6 3 1,-3 4-108,-7 3 1,-5 4 0,-2 4-256,10 9 1,-2 1 0,-1 3 0,-1 1 365,-5 1 0,-3 3 0,1 0 0,6 2 0,-14-2 0,7 2 0,3 4 0,1-1 0</inkml:trace>
  <inkml:trace contextRef="#ctx0" brushRef="#br0" timeOffset="88672">17327 2404 20436,'-7'-5'2728,"2"2"-2448,5 3 247,0 0-225,41 55-221,-10-33 0,5 2-998,2 7 1,4 6 0,0-5 913,11 0 0,2-1-80,-13-6 1,3 4-1,0 0 1,-3-1-335,-3 0 1,-4-1 0,2 3-834,0 0 1,2 3 0,-1 0 0,-4-1 1249,8 14 0,-7-2 0,-12-15 0,-5-2 0,-1 3 0</inkml:trace>
  <inkml:trace contextRef="#ctx0" brushRef="#br0" timeOffset="89262">18239 3409 20873,'38'-30'209,"0"1"1,-1-1-1,0 3 1,-1 1-1,-3 7-142,26 6-28,-26 9 1,-1 3-12,13 11-5,8 9-32,-22 2 0,-1 3 9,10 11-3,-12-7 1,-2 2-21,3 10 23,-3 10 63,-17-2 66,-25-6 53,-10-20 0,-6-3 19,-16 5 34,6-12 1,-1-4 87,-11-4 260,-4-5 5,15-5-17,18-8-475,16 3 10,17-6-22,15 4-22,18-1-40,13 5-8,-15 10 0,2 2-9,-6 3 1,-1 2-12,-1-1 1,-1 3-17,18 19 10,-24 0 187,-4 12-348,-33 15-79,-24-7-169,13-23 1,-4-3 179,-11-1 0,-3-4-109,3-4 0,-1-2-261,-10 0 1,-2-2-491,3-3 1,0-5-3421,3-8 1,3-5 4520,-9-6 0,16-5 0,30 12 0</inkml:trace>
  <inkml:trace contextRef="#ctx0" brushRef="#br0" timeOffset="89589">18747 2993 17748,'-4'-6'1977,"-30"-13"0,-8-1-1596,8 12-824,-22-9 0,-5 5 759,22 19 0,0 6-111,-8 4 1,-6 4-1,3 1-695,-5 2 1,-2 6 536,18-5 0,-5 4 0,-1 4 0,2-1 0,6-4-408,-9 13 1,4 2 372,5-4 1,-4 6 0,3 1-1,6-2 3,10-4 0,6-1 0,3 3-4,3 15 0,4 3 1,5-4-4,2 1 1,12-2 3,11-17 1,11 1-1,3-2 1,-3-7-22,8-2 1,5-4-13,-2-4 0,8 2 0,2-1 0,-3-5-7,2-3 0,-1-5 0,4-1 15,-9-2 1,4-2 0,2 0 0,-1-2 0,-4 0 17,10 1 1,-4-3-1,4-4 13,-7-3 0,4-3 0,1-3 0,-3 0 0,-9 0-1,9-7 0,-4-4-5,-7 2 1,5-5-1,-1-2 1,-9 2-8,-3-2 1,-6-6-8,-4-8 1,-1-9 0,-2-4 0,-8 6-67,-7 7 1,-7 2 0,-3-3-559,0-6 0,-1-5 0,-6 2 1,-8 7 227,-17 5 0,-10 7 1,-4 5-2061,5 8 0,-3 3 1,-1 3-1,1 2 2054,-6-2 0,1 4 1,6 2-1,-6 1 1,23 5-1,36 5 0</inkml:trace>
  <inkml:trace contextRef="#ctx0" brushRef="#br0" timeOffset="103220">775 11617 22688,'-62'-15'328,"1"0"1,9-1 0,8 9-223,2 32-83,25-8-7,-13 22 7,21-9-51,5 17 0,8-15 33,22 19-16,-6-30-28,25 20-11,-6-17-1,12 6 17,-22-14 1,-2-1-3381,11 9 3425,-8-3 28,-22-3 79,-25 2-57,1-3 29,-32 9-62,14-14 0,0-2-17,-24 9-159,15-7 1,0-2 74,-9-2-302,-5-3 2147,16-11-1772,27-21 0,6 13 0,15-10 0</inkml:trace>
  <inkml:trace contextRef="#ctx0" brushRef="#br0" timeOffset="103447">1154 11871 18526,'-3'0'4845,"0"0"-3842,3 0-1255,-16-4-1008,34-5-5691,4-8 6951,30-2 0,-14 6 0,-15 6 0</inkml:trace>
  <inkml:trace contextRef="#ctx0" brushRef="#br0" timeOffset="103830">1635 11571 20660,'0'-3'4784,"0"0"-4157,0 3-537,-16 5-40,5 17-27,-12 12-18,12 15-10,4-2-7,7-14-4,7-2-57,11-12 67,6-6 17,3-8 45,17-25 45,1-17-6,-1 1 29,-5-6 396,-10 1-200,-7 10-52,4-7-83,-15 21-146,-6 9 23,-4 12-51,-2 14-5,-5 17-1,-5 18-36,3-18 1,-1 0-88,-6 24-767,5-8 1,0 2 546,4-10 0,1-1 0,-1-3 0,0-2 0,2 12 0</inkml:trace>
  <inkml:trace contextRef="#ctx0" brushRef="#br0" timeOffset="104104">684 12650 21486,'-47'26'424,"0"0"1,0 0 0,2 0-1,1 0 1,24-7 376,36-9-230,33-7-425,-2-11 0,6-5-1573,-4 1 0,2-2 0,3-1 1436,-5 1 1,1 0 0,1-1 0,1 0-80,5-1 0,2 0 0,0 0 0,0 0-823,1 0 0,0 0 0,0 0 0,-3 2-694,6-2 0,-3 2 0,-2 0 1587,0 1 0,-2 0 0,-8 3 0,8-3 0,-5 3 0</inkml:trace>
  <inkml:trace contextRef="#ctx0" brushRef="#br0" timeOffset="106634">4144 11978 24122,'-10'10'1574,"3"-3"-1221,10-9-174,2-6-78,9-11-40,6-11-38,1-1 2,0-1 0,1-2-3,-6 5 1,1-2-294,7-15 1,1-3 284,-6 1 0,-1 0-629,-1-6 0,-1 0 606,-4 11 1,0-2 17,-3 4 1,1-3-1,-2 4-93,-2 2 1,0 3 111,1-13 0,-1 4 40,-6-1-35,-5 21-33,0 13 458,-8 16-480,-4 19 10,-14 27 6,12-12 1,-1 5-112,-2 9 1,2 2 119,3-8 0,1 1-37,5 1 0,0 5 1,3-4-63,2 2 1,2 0 9,1-4 0,0 3 1,4-3-81,5 4 1,5-3 3,2-6 0,6-5 82,4-6 0,3-5-164,5-7 1,2-5-88,5-6 1,2-5-563,4-6 1,2-6 483,4-5 0,0-4 117,4-7 1,0-4 192,-16 7 0,-1-2 1,-1-2 96,1 0 0,-1-2 0,-1 0 61,0-1 1,-2-1 0,-1-1 91,12-14 1,-3-1 61,-5 2 0,-4 0 36,-6 2 0,-4 1-36,-4 3 0,-4 1 33,-4 4 1,-4 0 240,1-23-22,-12 10 1342,-4 13-1459,-10 12-248,3 12-38,-12 16-23,1 19-25,6-4 0,0 3 214,-2 8 0,1 2-234,0 4 0,1 2 3,2 2 1,2 2-7,4 0 1,3 0-20,2-1 0,4-2 8,5-2 1,4-3-14,3-5 1,4-4 4,29 15 28,15-20-3,-21-20 1,1-5 13,2-5 0,0-5 17,1-4 0,-2-4 33,-1-4 1,-3-3 30,-2-4 1,-3-1 19,-4-3 0,-2-2 47,-2-11 1,-4-1-357,-6 15 0,-2-1 270,0-13 0,-3 1 56,-12-10-87,0 24 0,-4 1 14,-24-18-56,-15 16-56,-10 15-168,-3 16 195,6 15-1898,10 17 1927,11 22 0,18-23 0,7 5 0</inkml:trace>
  <inkml:trace contextRef="#ctx0" brushRef="#br0" timeOffset="107605">6438 10953 20520,'12'-38'1493,"0"1"0,-1-12-1202,-30 81-176,2 0 0,-3 4-51,-7 14 0,-1 6-443,9-15 1,-1 4-1,1 1 1,1-1 374,-2 9 0,1 0 1,1-1-3,0 1 0,2 0 1,3-2-31,6-7 1,4-1-1,4-3-76,8 3 0,6-2-104,7 8 1,8-2-197,9-9 1,8-5-393,7-6 0,6-5-456,-17-11 0,3-4 0,-2 0-888,11 0 0,0-3 2148,5-5 0,-7-2 0,-11 2 0,-2-4 0</inkml:trace>
  <inkml:trace contextRef="#ctx0" brushRef="#br0" timeOffset="108048">7298 11227 24816,'-27'-35'224,"7"8"-162,4 82-23,4-1-439,4-19 1,1 0 399,2 0 0,1 0-11,-1 28-3756,15-2 3778,-3-25 937,15-3-808,-1-26 158,31-27-203,-19 4-52,-1-7 0,-2-5 271,4-12-163,0-1 140,-1-10-17,-12 12 371,3-9-449,-10 19 3189,-6 9-3385,-6 17-11,-2 8 6,0 9 229,-2 27-292,1 6-27,-1 5-185,2 8-263,7-8-172,-2-18 1,3 0-158,4-3 1,3-3-2237,25 20-1808,-11-32 1,2-4 2808,7 0 0,-2-9 0,-30-4 0</inkml:trace>
  <inkml:trace contextRef="#ctx0" brushRef="#br0" timeOffset="108264">7975 11476 16373,'6'-44'1477,"1"-1"1,-1 0-1,1-8 1,-1-1 0,-1 6-1281,-3 13 0,-1 2 254,0-13 0,-2 1 227,-5-3-426,-1 19 384,-2 13-530,5 11 50,1 9-150,6 15 5,10 22-8,-1-8 0,1 1-283,1-3 1,1 1 265,8 15 0,1 2-25,-2-8 0,-1 1-55,-2 0 1,0 4 0,-6 1-637,-8 5 0,-5 1 1,-2-1 312,1-8 1,-2-1-1,-4-1-614,-9 4 1,-6 0-1,-2-5 1031,-14 4 0,0-6 0,-3 5 0,-3-2 0</inkml:trace>
  <inkml:trace contextRef="#ctx0" brushRef="#br0" timeOffset="119937">4061 13136 20380,'0'-4'3960,"0"0"-3865,0 4-95,-6-12 62,-2 26-34,-8 2-6,-2 34-5,-2 7-595,-1 3 584,5-14 44,-2 8-22,8-28 163,1 3 285,6-21 90,3-18-477,2-1 652,3-24-579,2-7-27,6-20-393,-5 29 1,2 0 338,0 1 1,1 1-270,13-20 222,-6 18 10,6 10-27,-12 16-17,20 7 11,-9 16-16,14 14-29,-5 14 364,-1 7-347,-1 3 12,-3-3 10,2-8 12,0-11 327,-1-13-321,-2-11 22,-2-15-23,0-13-33,2-17 39,2-11-6,-5 6 20,-7 9 0,0 0-14,5-10-11,5-14-6,-10 25-50,-8 13-123,-3 10 133,-1 9-951,2 11-1697,6 8 2677,9 12 0,-10-13 0,2-1 0</inkml:trace>
  <inkml:trace contextRef="#ctx0" brushRef="#br0" timeOffset="120414">5378 13160 24755,'-20'-30'546,"1"-1"0,-15-18-327,25 43-74,-2 1-66,0 3-57,-4 0 6,-5 7 17,-14 12-28,6 0 22,-18 19-17,10-4-11,-5 10 1,6-1-18,13-5 12,12-5-6,11-14 0,24-2 16,6-13-16,23-7 12,-1-9-1,0-10 22,-9-3 12,-10-3-17,-14 5 151,-7-21-123,-13 25 62,-6-23-28,-9 23-3359,-7-8 3302,8 13-21,-2 0-68,12 14-124,0 0-234,2 11-813,4 7-2010,10 9 3237,13 7 0,-9-15 0,3-1 0</inkml:trace>
  <inkml:trace contextRef="#ctx0" brushRef="#br0" timeOffset="121204">5942 13137 26788,'-42'-1'46,"-1"-1"0,0 0 0,-23 3 1,9 7-47,14 24 11,0 11-33,20 13 5,17-19-50,31 13 27,-1-36-66,37 2 39,-6-25 89,-12-3 1,0-5-9,-8 0 0,-2-4-243,2-4 0,-3-2 279,2-11 34,-5-12 11,-12 2-39,-8 16 0,-1-3-9,-1 0 1,0-1 64,0-6 0,-1 3-28,4-13 124,0 1-57,-7 37 58,0 1-287,-3 12 142,0 11-59,0 2 18,0 21-46,-1 7-39,0-4 1,1 2-76,0-3 0,1 0-293,2 6 1,2 0-358,3-9 0,3-2-232,11 15-1093,17-4 337,3-22 867,14-6 1054,-22-16 0,1-4 918,22-11-331,-7-7 819,-11-2-191,-14 8-320,1-3-54,-8 8-590,-10 6-16,-5 7 108,-10 11-461,4-5 11,-4 12-28,8-10 6,3 1 28,12-5-56,22-10 0,-7 1 33,3-6 0,0-3-10,5-9-1,-11 4 0,-2 0 11,2-10 23,-4-11 6,-14 15 301,2-25-251,-8 31 106,-7-14-156,-2 28 55,-17 1-95,9 7 40,-18 10-40,6 9-45,-8 25 18,13-12-24,3 25-100,21-19-557,10-9 0,6-1-1084,5-6 0,3-2-212,4 0 0,2-4 1993,5-5 0,-3-3 0,-6-3 0,1-1 0</inkml:trace>
  <inkml:trace contextRef="#ctx0" brushRef="#br0" timeOffset="121421">7941 12858 25422,'51'-2'-1415,"-18"-1"1,3 0-205,4-3 1,2 0 1618,5-1 0,-4 1 0,-9 1 0,-2 0 0</inkml:trace>
  <inkml:trace contextRef="#ctx0" brushRef="#br0" timeOffset="121589">8011 13099 23937,'44'-17'0,"-1"0"0,1 1 0,9-4 0,-1-1 0</inkml:trace>
  <inkml:trace contextRef="#ctx0" brushRef="#br0" timeOffset="122629">10499 12577 20767,'23'-36'981,"1"1"1,-1-1-1,7-11 1,-5 7-489,-3 6 398,-11 12-785,-8 16-22,-3 6-17,-9 17 40,-9 19-57,-4 3 23,-5 5 0,-4 5-674,8-11 1,0 2 615,0-3 0,0 3 0,1-2 4,-2 10 1,4-2-243,3-5 1,4-1 230,4-6 1,5-3 75,8 15 67,16-19 29,19-18 16,16-23-124,-19 1 1,-1-3 366,2-5 1,0-2-337,-1-2 1,-2 1 498,14-15-485,-22 15 1,-2 0 5,-2 0 0,2-5-89,-17 19-51,-6 7 84,-20 32-84,1 3 17,1-2 0,0 3-11,3-3 0,2 1 44,2 2 0,2 0-162,2-1 1,3-1-416,9 28-520,15-10-538,19-14-397,18-15 803,-22-18 0,2-6 229,6-4 1,1-6 24,4-4 1,0-5 1016,3-5 1,0-5 129,-17 9 0,-1-3 1,1-3 182,6-14 1,0-5-1,-3 1-698,-10 12 0,-3 2 0,0-3 379,4-8 0,-1-3 0,-4-2 101,-5-4 0,-3-2 0,-3 0 69,-4 9 0,-2 1 0,-1-3 25,-1 1 1,0-3 0,-3 0 0,-4 4 84,-5 0 0,-5 3 0,-4 3-22,-17-11 1,-7 8-222,6 13 1,-6 8 38,-12 12 1,-10 7 0,2 6-75,8 4 0,2 6 0,-5 2-419,8-2 0,-3 1 1,-2 2-1,0 1 1,2 2 358,1 2 0,1 2 0,1 1 0,0 2 1,0 1-8,-2 1 0,0 2 1,1 1-1,0 1 1,2 1 1,0 0 1,1 2 0,1 0 0,1 2 0,2 0-336,4 0 0,0 1 0,3 1 0,1 0 0,3 2 317,-2 7 1,4 2 0,3 0 0,4 1-15,6-2 1,3 0 0,4 1 0,5-2-183,7 14 0,7-1 1,7-4 132,6-3 0,8-4 1,5-5-20,7-4 0,6-5 0,3-5 56,-10-10 0,3-4 1,1-2-1,1-2-20,2-3 1,2-2 0,1-3 0,-1-2-42,2-2 1,1-3 0,-1-1-1,1-2-62,-1-1 0,0-1 0,0-2 0,-1-2 198,-3 0 1,0-2-1,-1-2 1,-1 0 87,10-6 0,-1-2 0,-3-1 102,-5-1 1,-2-2 0,-2-1 77,-5-1 1,-3-2-1,-1-1-214,-3-2 1,-2-3 0,-2-1-96,-3-2 0,-3-2 1,-3-2-87,-3-2 0,-3-2 1,-6 1-130,-5 0 1,-6 0 0,-6 2-471,-7 3 0,-7 3 0,-6 3 689,-16 3 0,-8 6 0,4 3 0,5 1 0,1 6 0,-8 7 0,0 0 0</inkml:trace>
  <inkml:trace contextRef="#ctx0" brushRef="#br0" timeOffset="133672">26172 12576 16448,'-21'-42'946,"0"0"1,2 3 0,5 9-202,9 19-163,2 4-212,0 4-219,1 1-128,1 2-1,-2 1 157,-3 14 17,-6 12-50,-9 28-924,9-17 0,0 3 823,1-6 0,0 4 69,0 10 0,-1 8 0,1-3-36,3-8 1,0-1 0,0 3-415,-1 3 1,0 5 0,0 2-1,0-2 399,1-3 0,0 0 0,1 0 0,-1 2-582,-2 5 0,0 2 1,0 1-1,0-3 538,2-9 1,0-2 0,-1 2 0,-2 4-7,1-6 1,-2 3-1,-1 4 1,-1 1 0,0 0-1,0-1 1,0-3-279,0 0 0,0-3 0,0-1 0,-1 1 0,0 2 0,-2 3 253,1 0 0,-1 2 0,-1 3 0,-1 1 1,0 1-1,0-1 0,-1 0 0,1-2-97,1-4 1,-1-1 0,0 0-1,0 0 1,0-1 0,0 0-1,-1 1 1,1 0 0,-1 2 0,-1 1 0,0 0 1,0 0-1,0-1 0,1 0 0,0-1 1,0-2-104,-3 7 1,1-2-1,1-1 1,-1-1 0,1 3-1,-2 2-548,3-5 0,-1 4 0,0 2 0,0 0 0,0 0 0,1-1 0,1-3 0,3-3 759,-2 8 0,3-3 0,1-2 0,1-1 0,-2 1 0,-2 0 0,0 2 0,-1-2 0,2-2 0,4-6 0,5-5 0,0 1 0,0 0 0</inkml:trace>
  <inkml:trace contextRef="#ctx0" brushRef="#br0" timeOffset="134329">30456 13512 9246,'3'-45'1853,"-1"-1"1,1 1 0,0-17 0,0 3-1047,-1 20 0,-1 3 531,0-24 12,0 17-768,-2 18-331,1 13-245,-2 8 179,-2 14-56,0 1 78,-7 16 0,-1 6-95,-1 3 0,-2 3-491,0 2 1,-2 4-1,0 1 418,-1 6 1,-1 1-1,-1 2-6,4-8 1,-1 1 0,-1 1-1,1 2-716,-2 3 1,0 2-1,-1 1 1,1 1 725,2-8 1,0 0 0,1 0 0,-1 2-1,-1-1 9,0 3 1,0 0 0,-1 0 0,0 1 0,1-1-388,-2 4 1,0-1 0,0 1 0,-1 0 0,0 0 345,3-8 0,-1 0 0,0 0 1,-1 0-1,0 1 0,0-1-234,-1 2 0,0 0 0,-1 0 0,0 0 0,0 0 0,-1 0 196,0 0 1,-1 0 0,0 1 0,-1-1 0,1 0 0,-1 0-137,0 1 1,-1-1 0,1 0 0,-1 0 0,0 0 0,1-1 2,-1-1 0,1 0 1,0-1-1,-1 1 1,1-2-1,0 1-285,-3 6 0,0 0 1,0 0-1,1-1 0,0-2-764,3-3 0,0-1 1,1-1-1,0-1 1,2-2 1208,-8 17 0,3-3 0,2-6 0,1-1 0,4-8 0,1 1 0</inkml:trace>
  <inkml:trace contextRef="#ctx0" brushRef="#br0" timeOffset="135454">26909 15857 22907,'24'-35'487,"-33"44"-482,-15 22 1,-7 10-20,1-3 0,-1 3-1077,4-3 0,-1 2 0,2-4 948,6-6 0,0 1-589,-5 12 0,-1 6 1,4-2-3532,8 1 0,2-2 4263,-2 5 0,2-3 0,4 12 0,8-42 0</inkml:trace>
  <inkml:trace contextRef="#ctx0" brushRef="#br0" timeOffset="135837">27095 15691 13681,'-2'-10'2257,"-28"-26"1,-12-3-1429,-14 15-1455,7-12 1,-4 3 938,6 27 1,-1 11 44,-10 11 1,-2 7-232,18-6 0,0 2 0,0 2-438,1 0 1,0 3 0,1 4 371,5 4 1,1 4 0,2 3 0,3-1-44,0 4 1,4 0 0,0 4-29,-2 1 0,0 4 0,1 2 1,3-2-290,7-4 1,2-1-1,2 0 1,2 0 208,-2 16 0,3-1 1,5-1-66,4-3 0,5-1 0,1-4 18,1 9 0,10-5-147,9-12 0,8-2 1,3-6-341,8-6 1,4-6 580,-1-2 0,5 0 0,0-7 104,-4-10 1,0-6 0,1-4 117,2-2 0,1-4 1,-1-4 51,2-4 0,0-4 1,-1-2-408,1-4 1,-1-3-1,-2 0 295,-10 5 1,-2 0-1,1-4 120,0-4 1,2-4 0,-2-1 0,-3 1-145,-2-1 1,-4 2 0,1-2-22,6-6 1,1-2 0,-4-1 38,-8 5 1,-4-1 0,-5-1-23,-7 3 1,-4-1 0,-4 1-79,-3 0 0,-3 1 0,-4 0 85,-7-3 0,-5 0 1,-6 5-320,-6 9 1,-5 4 0,-2 3-940,-5 0 1,-3 3 0,1 2 1159,3 3 0,0 1 0,3 3 0,-3-1 0,5 3 0,-7 0 0</inkml:trace>
  <inkml:trace contextRef="#ctx0" brushRef="#br0" timeOffset="140649">2050 15333 17781,'-30'-53'653,"0"0"0,0 0 0,4 7 0,2 2 1,1 10-358,-9 1 175,-6 9-186,-3 5-82,-15 3-139,21 16 1,1 4-49,-13 5-5,14 6 1,1 3-12,-9 19-23,17-11 1,1 1-440,5 2 0,2 0 400,-3 30 258,16-3-258,18-9 68,16-11-1511,0-23 1,2-4 1560,15-1 0,-9-10 0,1-6-199,-8-8 0,-3-4 300,21-12 89,-21 4 1,-5-3 285,-7-13-1237,-11 10 1,-3 0 822,-5-11 2028,-13-16-1877,1 28 499,-2-5-532,3 14 139,5 9-397,3 10 3281,4 21-3271,0 0 29,4 36-67,2 8-539,1-18 1,2 3 190,1 4 1,3 1-1071,1-9 1,2 1-1,2-2 1468,10 14 0,1-3 0,-7-10 0,-2-6 0,15 5 0</inkml:trace>
  <inkml:trace contextRef="#ctx0" brushRef="#br0" timeOffset="140825">2559 15283 25634,'-32'-27'-1375,"0"0"0,-7-14-3969,50 44 5344,16 2 0,-16-2 0,1 0 0</inkml:trace>
  <inkml:trace contextRef="#ctx0" brushRef="#br0" timeOffset="142751">4692 14991 11771,'12'-55'2263,"-1"0"0,0 5 0,-4 7-1361,-10 7-733,-2 2 189,-3 1 774,-9 0-941,7 21 91,-16-4-299,3 21 23,-19 15 10,8 6-10,1 10 0,-1 5-683,9-8 1,1 1 673,-6 7 0,1 3-42,1 6 0,5 0 100,12-18 0,1 0-120,-3 11 1,4-2-14,12 10 67,10-18 33,4-16 135,23-26-107,-16-6 56,9-15 1,2-5-20,-13 6 0,0-2 16,9-13 1,0-3 5,-9 7 1,-2 0-460,-3 3 1,-2 0 461,-3 4 0,-1 2 134,4-17 1272,-7 19-1355,-3 15-150,-5 11-41,-2 14 39,-2 3 12,-13 46-21,6-30 1,0 3 3,-7 18 0,-1 2-1,1-1 1,-1 0 21,0 2 0,0 1-22,2-2 1,2-1-3,4-13 0,1 0-26,2 7 1,2-1-164,4 5 48,5-17 1,2-2-76,6-3-862,31-13-583,2-23-451,-9 0 0,2-4 2109,4-7 0,-2-2 0,5-2 0,-2-1 0</inkml:trace>
  <inkml:trace contextRef="#ctx0" brushRef="#br0" timeOffset="142935">5249 15130 23853,'-59'-15'-1014,"16"6"-829,53 15-6116,13 3 7959,1-2 0,-5-3 0,-8-2 0</inkml:trace>
  <inkml:trace contextRef="#ctx0" brushRef="#br0" timeOffset="144043">5548 15324 17193,'-3'2'5148,"1"-1"-2970,2-1-1926,-12-52-67,21 12-578,-7-4 1,2-3 437,18-6 5,-6 12 0,3-6 1,-1 5-474,-4 8 0,0 0 443,5-14 1,3-7-1,-3 5 22,-1 5 1,-2 2 41,2-9 0,-2 1 39,-4 8 1,-3 4 111,-1-17-73,-14 24-117,-6 17-34,-10 23-11,-5 18-22,-5 26 19,15-15 0,1 3-174,-1 8 1,2 2 145,2 6 1,2 1-63,2 1 1,4 1-115,1-1 0,4-2-113,6-2 1,2-3 92,-2-13 0,4-1-700,12 7 0,6-4-492,15 1 69,-11-15 0,3-4-4998,25-9 3581,2-24 2383,-31-1 1,0-5 653,0-5 0,-2-5 665,-1-1 1,-3-3 397,-2-1 0,-2-1-87,-3 1 0,-2 0 670,8-26 225,-10 11-1004,-8 15 63,-10 13-852,-6 11 3086,-7 11-3350,-3 10-45,1 11-11,4 8 268,7 3-330,10-2 1,9-5-46,11-8 29,8-8 5,6-10 23,3-13 44,-1-10 28,-4-11 51,-8-7 50,-8-6-5,-8-4 67,-6-2 67,-5 0 28,-5 5-5,-6 9-118,-4 12-124,-5 12-44,-4 14 0,-3 18-23,-1 16-39,5 15-27,8 9-38,11-28 1,3 1-329,4 1 1,2 0 134,4 18-470,17 6-759,14-16 445,3-8 129,13-11 510,-8-25 387,-3-15 268,0-12-11,-13-1 238,-11 3 0,-2-1 278,3-15-365,-7 14 0,-1-1 303,5-16-102,-3 8-150,-2 10-146,-3 9-140,-3 10-78,-2 6-23,2 8 6,3 9-6,3 12 435,1 8-451,-2 8 174,-5-7-281,-3 19 33,-1-19 40,0 6 62,2-22 44,1-12 17,1-14 22,1-7-55,-1-1 145,-1-9-33,-4 12-35,1-3-60,-3 11-52,0 4-32,0 1 21,0 6-10,2 7-7,0 0-44,2 8-179,-2-5-611,0 7-2660,1 2 2658,-2-2 0,0-8 0,-1-6 0</inkml:trace>
  <inkml:trace contextRef="#ctx0" brushRef="#br0" timeOffset="144483">8081 14685 23987,'25'-23'-140,"0"-1"0,0-11-605,30 24 1,5 9-1265,-3-1-1954,-7 1 0,1 2 3179,-17 2 1,-3 0 0,24 0 0,-27 2 0</inkml:trace>
  <inkml:trace contextRef="#ctx0" brushRef="#br0" timeOffset="144676">7925 15141 20901,'-9'2'3887,"3"0"-3439,6-2-554,0 0-57,73-46-1062,-26 23 0,6 0 829,-5-2 1,4-2-1,-2 2 99,-9 7 0,0 2 0,-1-1-2845,6-1 0,0-1 0,-5 2 3142,-6 2 0,-1 1 0,6-3 0,-5 2 0,-10 3 0</inkml:trace>
  <inkml:trace contextRef="#ctx0" brushRef="#br0" timeOffset="144883">8643 14247 25590,'-38'19'45,"-1"0"1,0 0 0,1 5 0,0 2 0,4 4-44,6 9 0,3 4 0,1 0-823,3-7 0,0 1 1,-1 3 607,-5 6 0,-1 6 0,-2 0 0,3-2-2553,0 2 1,1-3-1,-1 3 2766,1-3 0,-1 3 0,0-1 0,4-6 0,-4 8 0,5-7 0,-3 8 0</inkml:trace>
  <inkml:trace contextRef="#ctx0" brushRef="#br0" timeOffset="145468">9847 14699 19983,'-2'-49'1213,"0"0"1,-2 6-1,-6 12-938,-24 35-62,-11 21-141,19-4 1,1 5-28,-4 15 0,3 4-1540,8-13 1,2 0 1502,0 8 0,5 1-2,9-2 0,6-1 262,3-7 0,4 0-280,5 11 1,6-2 0,5-14 0,4-6 0,23 8 30,-9-19 1,2-6 92,14-13 5,-18 1 1,-2-4 55,-13-4 1,-5-5 185,14-27-112,-17-10 381,-12 8-572,-14 6 0,-6-3-331,0 12 0,-3 0 291,-8-15 1,-2 0-6,0 11 1,1 5-7,4 8 1,0 4 713,-5 0 1,-1 5-944,-3 4-578,-9 6-183,19 15-8846,5 17 9380,9-8 0,1 2 1,3-13-1</inkml:trace>
  <inkml:trace contextRef="#ctx0" brushRef="#br0" timeOffset="145925">10942 14712 24172,'-24'-42'424,"1"1"0,0 1 0,8 14-424,13 25 17,2 6 11,-1 10-23,2 11 7,3 12-12,8 4 22,10-3 17,14-8 23,19-12-889,-17-14 1,3-4 828,13-6 1,2-4 8,-8 1 1,4-4-4,-6-1 0,5-4 1,2-1-1,-4 1-10,5-2 0,-3 0 1,4-1-386,-9 3 1,2-1 0,2-1 0,0 1 0,-3 0 387,4-2 1,-1 0-1,-2 1 1,1-1 2,-3 1 0,0 0 0,-1 0 1,-1 0-7,9-4 0,-1 0 0,-3 0-238,-7 4 1,-2-1 0,-2 2 205,7-3 0,-5 2-403,10-5-941,-26 14 1673,-25 19 0,-1-5 0,-7 8 0</inkml:trace>
  <inkml:trace contextRef="#ctx0" brushRef="#br0" timeOffset="150376">6422 16175 11822,'1'-3'8351,"-1"1"-6211,0 2-1658,-14-41-342,7 30 28,-23-31-157,15 45-11,-20 9-6,1 13 11,0 8 1,1 3-6,-9 10-601,11-1 1,4-1 588,11-4-10,6-7 0,1 1-68,4 14-95,11 12-190,15-19-135,22-9-28,18-20-121,-23-14 0,2-5 127,4-4 0,0-4-759,0-5 0,0-4-3625,-1-1 1,-2-2 4869,-6 4 0,-4 1 0,8-6 0,-18 12 0</inkml:trace>
  <inkml:trace contextRef="#ctx0" brushRef="#br0" timeOffset="151508">7005 16222 20968,'2'-51'881,"0"0"1,0 6-1,-1 9-494,-1 18-281,0 10-95,-1 5-386,0 6 280,-1 2 89,-2 25 23,-2 8 0,-6 23-199,5-29 1,-2 1 184,-2 0 0,0 1-14,-1-1 0,0-1 16,-7 16 68,-1-2 269,12-30 89,0-2-263,7-27-67,1-14 5,4-17-16,3-15-23,2 8 17,1 6 0,0-1-137,-1 13 0,0 0 120,3-12 1,0 1 78,6-11-62,-4 20-96,-7 17-77,0 13 72,-2 7-33,17 23 38,-7-4 4,2 5 0,1 3-23,-2 2 0,0 2 11,1 0 1,0 0-245,2 5 0,0-2 224,12 11-10,1-14 602,2-12-547,-7-12 23,14-18 45,-13-11 1,10-19 26,-22 9 1,-3-3-54,-3 1 1,-1 0-388,-1 0 1,-2 0 383,-2-2 1,-2 2-17,0-6 14,0 5 0,-1 1 3,0 0-73,-1-4-61,0 24-247,0 9-124,6 12 1175,5 5-1505,11 12-246,9 7 431,-4-6-543,-1-5 0,1-1-925,13 6 937,-10-8 1,1-1 132,18 0 1059,-3-8 712,-5-11-136,-12-4 1715,2-16-857,-16 4 414,6-14-1371,-14 15 363,-1-4-544,-6 14 626,-4-1-866,-4 6-78,-9 10-18,-8 11-27,2 4-28,-11 27 17,18-12-12,-2 18-22,16-16-67,11-6 5,10-9 40,10-10 61,-1-8 62,24-21 72,-15-9-5,-10 4 0,-2-4 219,9-23 162,-10-2 17,-12-2-57,-12-4-346,-5 17 16,-12-6-39,-3 23-6,-6-1-72,-1 8-62,3 7-90,5 6 46,7 3-533,5 18-549,11 3-1075,10 17-2611,5-17 1,3-1 4867,15 13 0,-1-7 0,-21-19 0</inkml:trace>
  <inkml:trace contextRef="#ctx0" brushRef="#br0" timeOffset="152299">8669 16110 16622,'1'-3'6335,"0"1"-4145,-1 2-2078,-38-34 0,5 35-59,0-12 1,-2 5-15,-15 37-343,5 7 287,10 5 74,11 1-68,12-2-23,8-6-5,12-9-18,10-12 7,13-9 72,11-15 0,7-14-10,2-13-380,-25 13 0,-3-3 435,-1-1 0,-3-3-1386,2-11 1,-4-1 1357,-5 12 1,-3-1 27,3-17 0,-1-1-142,-5 14 1,0 0 121,3-10 1,1-1 50,0 3 0,0 2 28,-1 4 0,0 2 199,4-22-264,-7 24-38,-4 15-135,-2 16 542,-2 14-430,0 14-12,-4 23 4,2-16 0,0 1 1324,0 5 1,1 1-1485,0 2 0,1 1-659,5 10 1,1 0 358,-1-17 1,3-1-1068,11 15 1,4-7 464,4-15-823,8-9 0,1-7 962,0-13 584,-2-6 0,0-4 1250,8-17 520,-12 3 0,-1-2-146,7-9 958,1-17-611,-22 22-980,-1 3 779,-6 1-3594,-6 19 2255,-1-2-23,-8 14-38,-2 6-1,-5 9-22,1 7-67,5 4-45,8-3 3358,12-6-3409,9-9-3430,24-13 3554,-10-5-32,-2-8 0,-1-3 122,6-9-18,5-7 107,-10-2 28,-11 5 96,-1-6 28,-7 2 3326,-7 6-3343,-8 6 93,-5 7-256,-8 7-34,-7 7-11,-6 10-56,-5 9-44,-8 24 22,13-10-29,12-3 1,2 1-482,5 15-1736,5 14 2257,13-8 0,-2-20 0,3-14 0</inkml:trace>
  <inkml:trace contextRef="#ctx0" brushRef="#br0" timeOffset="152826">10122 15892 23153,'40'-17'-1928,"1"-1"0,-1 0 0,6 0 0,1 1 0,-5 4 1928,-7 6 0,-4 3 0,26-6 0,-24 6 0</inkml:trace>
  <inkml:trace contextRef="#ctx0" brushRef="#br0" timeOffset="152999">10489 16088 25007,'-44'18'-672,"58"-27"-3097,19-6 1,9-3 2606,5-3 0,1 1 1162,1 0 0,-5 3 0,-7 4 0,-2 0 0</inkml:trace>
  <inkml:trace contextRef="#ctx0" brushRef="#br0" timeOffset="153201">11937 15677 5739,'0'0'0</inkml:trace>
  <inkml:trace contextRef="#ctx0" brushRef="#br0" timeOffset="153485">11939 15701 21909,'7'-52'920,"-1"0"1,0 5 0,-1 5-272,-2 3-150,-1 12-180,-1 11-268,-1 10-197,-2 6 90,1 4 17,-6 29 45,-2 12-297,1-9 0,0 3 86,-2 2 1,1-1-46,1-8 1,1 1-1969,-3 20 0,2-2-2750,3 3 4968,0-8 0,2-3 0,3-19 0,0-1 0</inkml:trace>
  <inkml:trace contextRef="#ctx0" brushRef="#br0" timeOffset="153868">12266 15586 17847,'-13'-48'952,"-1"0"0,1 1 1,-2 4-1,0 2 0,-2 3-694,-8-5 0,-5 7-442,-4 7 1,-3 6 244,6 6 1,-3 4-354,-25 6 1,-4 8 335,17 7 1,-1 5-397,2 1 0,-3 3 0,3 4 356,6 5 0,2 4 0,3 1 1,-8 9 1,2 5-5,9-4 1,1 4 0,3 3-15,3 3 0,4 3 0,2 0-15,0 1 0,2 0 0,3 2-58,4 6 0,4 1 1,7-4-59,7-13 0,5-2 0,5-3-37,6-3 0,4-2 0,2-4 44,9 5 0,7-7-213,7-12 1,9-7 0,-3-5 78,-13-8 0,-2-4 1,2-3 174,3 1 1,3-2 0,1-2 0,-3-3 140,6-8 0,-2-4 0,-1-3 143,-2 0 1,-2-2-1,-1-1 99,-4-1 1,-2-2 0,-2-1 38,-4 0 1,-3-1 0,-3-1-32,-4 0 0,-2-1 0,-4-1-97,-2-1 0,-4-1 0,-2 0-53,-2 0 1,-4-1-1,-2 0 1,-4-20 0,-5 2-104,0 14 0,-5 3-91,-10-3 1,-8 5 42,-13 12 0,-7 5-190,-3 2 0,-4 4-1254,8 11 1,-4 3 0,2 4 1449,-10 5 0,4 5 0,16-3 0,4 2 0,-8 4 0</inkml:trace>
  <inkml:trace contextRef="#ctx0" brushRef="#br0" timeOffset="158368">24890 16317 18128,'-45'-6'684,"0"0"0,4-1-558,72 7 0,23 3-65,-8-2 1,5 0-1,5 0-1163,-2-1 0,5 0 0,4 0 1,1 0-1,-1 0 1095,-9 0 1,1 0-1,0 0 1,1 0-1,-1-1 1,1 1-192,3 0 1,-1 0 0,1-1 0,0 1-1,1 0 1,1 0 114,-3 0 1,0 1 0,1 0-1,1-1 1,0 1 0,-2 1-1,0-1-218,3 0 0,-1 1 0,-1 0 0,1 0 0,1 1 0,2-1-38,-8 0 1,2 1 0,1-1 0,1 1 0,1-1 0,-1 1-1,0 0 1,-1-1-275,-2 1 0,0 0 1,0 0-1,0 0 1,0 0-1,-1 0 0,1 0 1,1-1 210,2 1 1,1 0 0,2-1 0,-2 1-1,1-1 1,-2 0 0,-2 1 0,-2-1 401,13 0 0,-3 1 0,-2-1 0,-2 0 0,-2 0 0,7 0 0,0-1 0,-6 1 0,-10-1 0,-11-1 0,0 0 0</inkml:trace>
  <inkml:trace contextRef="#ctx0" brushRef="#br0" timeOffset="159434">27406 14546 18039,'27'-57'836,"1"1"1,-11 12-1,1 7-595,29 4-112,-19 25-79,8 1-39,-9 5-11,5 11-16,-5 15 32,-6-1 18,-1 35-12,-24-13 6,-4 11 8,-9-26 1,-6-1 24,-14 0 1,-4-2-480,0 1 1,-2-2 467,-9 2 0,0-2-14,16-10 1,3-2-14,-10 4 5,17-3 100,21-9 74,14 2-62,23-1-106,6-1-37,11 1 0,3 0-514,-20-3 1,1-1 473,10 2 0,6 1 0,-2 0-66,6 0 0,1-1-24,2 0 1,5 0-1,-2 0 41,-8-2 1,-2 0 0,2 0-270,7-1 0,2-1 0,-5 0 257,-2-2 1,-2-2-54,5-3 0,-1-5-42,-11-8 1,-4-3 105,-5 6 1,-2-4-228,2-12 1,-7-7-76,-15-2 0,-6-3 140,0-1 0,-3-3 42,-6-10 1,-7 0-313,-6 9 1,-5 2 412,-8 0 0,-5 2 53,-8 2 1,-6 3-253,9 13 0,-2 3 0,0 1 302,-12-4 1,-4 4 2,7 7 1,-6 1-1,-2 2 1,3 2 33,-7 1 0,2 3 0,-5 1 23,12 0 1,-4-1-1,-1 2 1,-2 0 0,1 4-132,-2 3 0,-2 3 0,0 2 0,2 1 0,3-1 150,4-1 0,3-1 0,0 3 0,-1 2 18,-1 5 1,-4 3-1,1 1 1,3 2-1,8-1-352,-11 10 1,7 5 285,11-7 0,-2 5 1,2 2-1,6 3-13,3 15 1,7 4-1,3-2-7,-2-9 0,2-2 0,9 5-12,13 5 0,7 7 0,8-2 1,4-8-3,8-7 1,7-7 0,4 1 8,2 2 0,4 3 1,3-2-1,2-4-223,0-6 1,1-4-1,2-2 1,1-2 256,-9-4 0,2-2 1,1 0-1,-1-2 1,-2-1-10,3 2 1,-2-3-1,0 0 1,5-2 6,-4-3 0,3-1 0,3-1 0,0-1 0,-1-1 0,-4-1 18,8-2 1,-4-3-1,0 0 1,2 0-17,-4 1 0,2 0 1,0 1-1,-1-3 1,-2-1 70,6-4 0,-1-2 0,-2-3 1,-3-3 190,7-8 1,-3-4 0,-2-2-190,-2 0 1,-1-2 0,-3-4-72,-1-5 1,-4-3 0,-8-2-68,-6-12 0,-11-2 348,-8 1 0,-11-1-788,-13 0 1,-11 3-409,0 17 1,-6 2 0,-1 2 857,-2 2 1,-1 2 0,0 3-1,-4-1 1,2 4 0,-11-4 0</inkml:trace>
  <inkml:trace contextRef="#ctx0" brushRef="#br0" timeOffset="165212">27794 13012 11105,'-3'-2'5612,"1"-1"-3865,2 3-1433,-12-61 493,31 23-620,-13-3 1,4 1-62,15 19 0,5 6 31,29-6-110,-28 15 1,1 1-8,30 2-29,-7 12 0,-8 10-17,-11 14-5,-12 11-17,-15 6-11,-18 5 5,-20 0 31,7-28 1,-4-2 13,-5 0 0,-3-3 34,-8 2 0,-1-2 58,8-7 1,1-1-23,1-1 0,3-3 328,-7-3 11,22-7-112,3-6-66,10-6-35,13-6-73,11-3-61,15 0-51,12 6 1,7 6-6,4 8-401,1 13 378,-3 8-16,-3 12-40,-8 5-33,-12 5-73,-16 0-50,-25 0-85,-23-4 121,3-21 0,-5-2-293,-6-1 1,-3-4 171,-5-1 1,-2-3-199,-1-2 0,0-2-312,2-5 1,1-3-796,4-1 1,3-3 1607,7-6 0,5-1 0,-4-1 0,15-1 0</inkml:trace>
  <inkml:trace contextRef="#ctx0" brushRef="#br0" timeOffset="165587">28214 12557 15687,'-52'-12'559,"0"1"0,0-1 0,-4 10 0,-5 2 1,1 4-1,10 3-391,7 6 0,2 5-1015,-10 0 1,-4 4-1,3 2 953,12 1 1,4 1 0,0 3-544,-1 3 0,0 2 0,0 3 442,4-3 1,0 1-1,1 3 1,2 1-57,2 7 1,2 3 0,2 0-1,4 0-65,1 6 1,5-1 0,3 0 64,2-2 1,4 0 0,7-3-51,10-4 0,7-3 0,4-3-596,17 8 1,9-4 656,-7-7 1,4-1 0,5-3 85,0-7 0,5-2 1,2-2-1,-1-3 14,-3-3 0,0-2 1,-1-2-1,1-1-11,0 0 0,0-1 0,0-2 0,-1-4 89,2-4 1,0-3 0,-1-2-1,-2-3 84,6-3 0,-3-4 1,2-3-74,-8 2 1,1-2 0,0-3 0,-2-3-220,2-8 0,-2-5 0,-1-2 0,-5 0 101,-6 3 0,-4 0 0,-2-2 0,-1 1-22,7-13 0,-2-1 1,-6-1 277,-6 4 1,-5-1-1,-6 0-274,-8 1 0,-6 1 0,-1 1 94,3-12 0,-9 2-207,-10 14 1,-8-1 0,-5 1 0,-1 7-557,-6 7 1,-2 6 0,-2 0-632,-8-8 1,-1 0 0,-2 5 1286,1 6 0,-2 4 0,9 4 0,14 3 0,4 2 0,-32-6 0</inkml:trace>
  <inkml:trace contextRef="#ctx0" brushRef="#br0" timeOffset="169064">14711 9580 10366,'4'-41'2576,"0"0"0,0 8-2215,1-8 1,1 3 769,-1 24-414,-1 5-426,0 2-156,-3 5 364,-1 10 436,-4 22-599,-4 17-679,1-7 0,-2 3 421,-3 6 1,0 2-54,2-7 1,-1 3 2,2-5 0,-2 3 0,1 4-14,2-5 0,-1 4 0,1 0 0,-1 1-664,-1 3 1,1 1 0,-1 1-1,0 2 645,1-2 1,0 3 0,-1 2-1,1-3 1,1-2-2,0-4 1,0-4-1,1 1 1,-1 5-10,0-2 0,0 6 0,-1 2 0,0 0 0,1-2 0,0-6 5,-1 12 1,-1-7 0,-1 10 9,3-17 0,-1 7 0,-2 3 0,0 3 0,0 1 0,0 0 0,0-4 0,1-4-432,-3 10 0,1-4 0,0-2 0,-1 2 1,0 4 461,2-11 1,-1 3 0,-1 3 0,1 0 0,-1 1-1,1-1 1,-1 0 0,1-2-180,-1 2 1,1-1-1,-1-1 1,1 0 0,0 0-1,0 0 1,-1 0 207,1 3 0,-1 1 0,0-1 1,0 1-1,0-1 0,1-1 0,0-2-173,0 0 0,1-3 1,0-1-1,0 0 0,0 3 1,-1 3 129,2-7 0,0 4 0,0 1 1,-1 2-1,1 1 0,-1-1 0,1-1 1,0-2-1,1-2-52,-2 8 0,1-2 0,0-3 0,1 1 0,-1 1 0,0 4 1,1-9 1,-1 3 0,1 3 0,-1 0-1,0 1 1,0-1 0,1-1 0,0-3 0,0-4-12,0 5 0,1-3 0,-1-3 0,1-1 0,0 2 0,-1 3-528,-1 5 0,-1 4 0,0 2 1,0 0-1,0-2 0,0-4 1,2-6-514,-1 3 1,1-6-1,1-2 1,-2 6 1086,0-2 0,0 6 0,-2 2 0,2-2 0,0-6 0,2-10 0,-1 4 0,1-8 0,0 0 0,0 0 0</inkml:trace>
  <inkml:trace contextRef="#ctx0" brushRef="#br0" timeOffset="173509">16367 9084 18211,'-29'-54'912,"-3"26"-167,8 72-667,8-13 1,-1 3-32,-3 5 1,-1 2-366,-1 3 0,1-1 335,4-8 0,1 0 0,-4 7 0,0 0-32,2-4 1,-1-2 33,2-1 1,-1-1 189,1-2 0,2-3-165,-1-1 288,9-14 228,3-7 1002,4-7-1186,3-8 298,5-10-646,8-14 11,8-11-33,-2 5-15,-1 11 1,1 1 8,12-6-6,-9 11 1,2 2-40,14 3 6,-2 11 28,-6 17 0,-7 11-1,-7 13 40,-9 8-16,-8-7 55,-23 22 6,-8-20-40,4-12 1,-3-1-125,0-5 0,-2-4 116,-2-1 1,0-2-4,0-2 0,1-2-5,-24 4-101,14-8-677,15-9-2522,13-9 3283,20-15 0,-4 10 0,9-3 0</inkml:trace>
  <inkml:trace contextRef="#ctx0" brushRef="#br0" timeOffset="173700">16670 9656 20755,'0'6'2986,"0"-2"-2112,0-4-1479,-37-16-1362,28 12 1967,-23-11 0,33 16 0,4 0 0</inkml:trace>
  <inkml:trace contextRef="#ctx0" brushRef="#br0" timeOffset="174458">18365 9593 19434,'-2'-50'802,"-1"-1"1,0 2 0,-3 8 4,-5 18-477,-4 3-229,0 6 50,-19 14-67,-5 15-56,8-2 0,-2 3-1079,-2 7 0,2 1 1059,4-3 0,0 2 0,-12 16 1,2 1 222,15-13 0,2 0-262,-7 8 0,4 2-31,6 10 79,17-20 67,17-8 67,11-20-22,13-10-62,-3-3 129,11-15 84,-11-1 12,4-9 72,-7-10-180,-13 10 1637,-5 1-1748,-10 22-12,-4 8-117,-1 6 0,-3 12 84,-13 27-28,-6 12 3,8-20 0,0 0-3,-13 24 6,6-13-16,3-5 1,-3 6 0,3-3 3,4-10 0,1 1-18,-6 14 0,-1 5 0,6-8-27,7-8-1697,33-1 1,10-7-734,1-17-2435,19-2 1,2-6 3762,-17-13 0,3 0 0,-33 10 0</inkml:trace>
  <inkml:trace contextRef="#ctx0" brushRef="#br0" timeOffset="174645">18644 9779 24385,'-33'-19'-6839,"12"9"6839,29 25 0,-1-5 0,-1-3 0</inkml:trace>
  <inkml:trace contextRef="#ctx0" brushRef="#br0" timeOffset="174999">18723 10042 19132,'-6'0'3388,"1"-1"-2761,5 1-61,27-84-3276,-8 34 2788,-1-4 1,2-1 33,-5 20 0,1 1-14,3-10 0,0-2-59,1-1 0,0-2 3,2-9 0,-1 2 462,-5 12 0,-2 3-316,-1 4 0,-1 3-59,2-7 565,-5 12-694,-8 24-62,-2 5 40,-2 12 1699,-6 18-1694,-6 22-28,6-15 0,-1 1-104,1-5 1,1 2-194,-3 24 0,0 2-660,6-19 1,1 1 51,-2 18 1,3-1-513,6-16 1,2-4-432,7 17-3023,7-28 1,3-5 4751,8-3 1,3 1 0,-18-16 0</inkml:trace>
  <inkml:trace contextRef="#ctx0" brushRef="#br0" timeOffset="175700">19202 9939 9486,'7'-8'9830,"-2"1"-7791,-5 7-655,0 0-376,28-61-51,-21 43-868,9-16 1,-4 5 56,-12 26-488,0 2 275,4 6-22,4 0-23,9 2 44,5-3 40,3-7 45,-1-5 39,-4-6 79,-6-8 100,-6-9-140,-5 7 112,-6-10 12,-4 14 22,-5-1-11,-1 7-85,0 6-83,3 5-73,-1 7 22,-3 9-11,-3 13-39,-1 11-45,4 9-157,5 4-208,4 1-139,7-2-213,10-7-307,9-10-47,13-12 472,5-11 549,3-14 279,-2-11 186,-4-11 150,-4-8 147,-3-4 117,-4 0-39,-2 3-85,-6 7 113,-4 9-594,-7 10-23,-2 4-161,-4 6 32,0 7 35,0 8 5,-4 14 5,-4 13-33,-6 8-16,-5 6-52,0 0-4,3-6 32,5-12 74,6-17 44,4-12-10,7-15-29,7-11 45,10-13 28,7-9 6,6-5 5,4 0-28,2 4-5,-1 7-51,-3 9-50,-3 9 0,-4 7-23,-3 8-50,-5 11-168,-5 11-303,-7 12-738,-6 8-2550,-12 5 3843,-2-6 0,-1-15 0,4-12 0</inkml:trace>
  <inkml:trace contextRef="#ctx0" brushRef="#br0" timeOffset="175934">20437 9737 24620,'37'-18'-3159,"6"8"-1271,8 19-5401,-5 6 9465,-15-2 1,-14-3 0,-13-7 0</inkml:trace>
  <inkml:trace contextRef="#ctx0" brushRef="#br0" timeOffset="176125">20128 10159 18772,'-3'1'5462,"1"-1"-4992,2 0-111,74-34-309,-45 23 0,2-1-624,9-4 1,5-2 0,-2 2 553,4 1 0,-2 2-53,1 1 1,-2 0-271,-2 2 1,-1 2-266,-3 1 0,-1 1-843,-5 2 1,0 1 1450,23 0 0,-25 2 0,-10 1 0</inkml:trace>
  <inkml:trace contextRef="#ctx0" brushRef="#br0" timeOffset="176350">20636 9579 22431,'-1'-5'2693,"1"1"-1527,0 4-1066,-18 6-55,0 26-54,-1-7 1,-1 4-696,0 12 1,0 5 468,-3 3 0,0 3-1062,-1 3 0,1 2-2075,0 0 1,1 0 3371,5-7 0,2-4 0,-4 12 0,12-28 0</inkml:trace>
  <inkml:trace contextRef="#ctx0" brushRef="#br0" timeOffset="176733">21283 9847 25444,'-35'27'46,"1"-1"1,3-1 0,9 2-64,25 18-11,10-6-33,13-6 55,8-10 40,6-9 10,3-8 35,-1-11 106,-2-9 111,-6-10 24,-8-10 27,-9-20-274,-9 14-23,-8 8 0,-5 0 34,-22-20-61,1 11-9,-4 14 0,-4 6-81,-5 9-40,-8-2-481,13 23-1843,12 9 2431,-6 16 0,13-13 0,4 1 0</inkml:trace>
  <inkml:trace contextRef="#ctx0" brushRef="#br0" timeOffset="177533">20984 10715 22615,'-38'4'986,"12"22"-538,42 10-6,19 16-1137,-7-30 0,6-4 796,9-2 0,3-4-68,-4-2 1,2-3-283,-1-3 0,3-2 1,1-2 266,-3-2 1,-1-2 0,5 0-227,6-3 0,6 0 1,1-2-1,-2 0 212,-5 0 0,-1 0 1,0-1-1,2-1-433,-4 0 0,2 0 0,0-1 0,-2 1 0,-3 0 436,8-2 1,-4 0 0,1 0-3,7-2 1,1-1 0,-5 0-137,3 0 1,-3-1 132,-15 5 0,1-1 0,-3 2 140,6-3 0,-5 2-674,2-1 1024,-21 10-2973,-34 15 2481,-18 10 0,11-7 0,-7 3 0</inkml:trace>
  <inkml:trace contextRef="#ctx0" brushRef="#br0" timeOffset="181255">25975 14534 7732,'-60'-3'849,"0"0"1,0 0 0,0 0 0,5 1-1,1-1 1,1 1 0,3 0-766,-4 0 0,2 0 1,4 0 209,-4 1 0,9 0 1103,8 1-591,67 5-447,11 0 0,11-1-853,-2 0 0,5 0 1,3 1 614,-3-1 1,3 0 0,1 0 0,3 0-447,-5 1 1,1-1 0,3 1-1,0-1 1,2 1 362,-5 0 0,1 0 0,1 0 1,1 0-1,1 0 0,0 0-175,-4 0 1,1 1-1,0-1 1,1 1-1,0-1 1,1 1-1,0 0 151,-4-1 1,1 1 0,1-1 0,0 1 0,0-1-1,0 1 1,-2 0 0,-1-1-164,-1 0 1,-2 1 0,-1-1 0,0 0 0,1 0 0,2 1 0,3-1 148,-4 1 1,3-1-1,2 1 1,2 0 0,1 0-1,-1 0 1,0-1 0,-1 1-1,-3 0 1,-2-1-26,5 1 0,-3-1 0,-2 0 0,0 0 0,-1 0 1,3 0-1,3 1 19,-8-2 0,3 1 1,1 0-1,2 0 1,0 1-1,0-1 0,-1 0 1,0-1-1,-3 1 1,-2-1-33,8 1 0,-2 0 1,-2-1-1,-1 1 1,0-1-1,-2 0 1,1 0-155,3 0 1,0-1 0,-1 1-1,-1 0 1,-2-1 0,-2 0-69,8 1 1,-3 0 0,-2-1-1,1 1 260,1-1 0,1 0 0,-4 1 0,-9-2 0,-9 0 0,-4 0 0,8 1 0,0-1 0</inkml:trace>
  <inkml:trace contextRef="#ctx0" brushRef="#br0" timeOffset="183745">15961 11031 15844,'-6'-3'3820,"1"0"-3591,5 3-10,0 0 268,-75-13-4140,19 30 3717,7-17 1,0 4 8,12 17 0,6 6 294,8-4 0,1 2-370,-4 7 0,0 3-36,5-1 0,3 2-40,4-2 1,4 1-138,6 3 1,5-1-200,16 19 191,8-8-173,25-16 33,5-17 90,-19-8 0,1-3 235,2-5 0,0-4 123,7-7 0,-2-2-25,-14 2 0,-1-1 95,9-8 0,-4-3 3457,2-11-3166,-13 5 0,-1-1-103,3-10 324,-10 7 0,-3 0-44,-3 2-364,1-7 167,-5 17-162,-3 13 146,0 1-330,-1 32-51,-2-5 11,-5 41-25,-2-25 0,-1 2-9,-1 0 1,-1 3 5,-7 10 0,0-2-726,-3 4 738,-2-4 50,15-33 470,4-5-330,0-6 16,6-13-133,4-15-3083,13-32 3038,-3 12-845,3-1 0,2 1 855,0 4-482,7-5 1,2 1 442,-7 14-11,-1 4 1,-1 4-12,-9 15-6,6 4 0,-9 7 1738,12 26-1743,-7 7 5,-4-7 1,0 1 2648,2 16-2654,-3-11 0,1-1-12,7 8 6,-4-12 1,3-1-1,17 4 2261,-5-13-2210,9-10 5,-9-17 6,8-13-1,-16-5 1,-1-4-5,6-14 27,-7-2 0,-2-4-619,-9 17 0,-1-1 582,4-13 1,-2-1-17,-3 11 0,-1 1 3,3-22-62,-4 19-268,0 15-259,1 14 213,1 12-1276,18 26 823,-7-6-188,2 4 0,1 3-960,-3 1 0,-1 0-35,1 1 0,0-1 1045,-2-1 1,0-1-1767,9 15 1545,6-14 1535,-6-6 3568,22-8-325,-18-18-2100,4-4 1843,0-14-1872,-13 0-391,5-9-168,-12 5-79,-5 3 1072,-4 6-1615,-8 7-219,-7 6-50,-4 6 6,-11 12-46,0 18 12,5 5-5,5 2-3482,27 12 3453,2-27-11,8 2 0,5-3 34,9-4 39,17 2 6,-18-17 111,12-20-21,-17-5 55,9-19 17,-19-4-5,-8-5-34,-14-3 16,-14-8 3281,3 19-3393,-9-4-38,13 25-186,-1 3-234,7 8 122,3 7-935,4 19 493,3-4-2890,20 30 1803,-4-24-2136,12 2 0,5-2-681,16-2 3942,-22-8 1,-1-1 0,4-2 0,-26-7-1</inkml:trace>
  <inkml:trace contextRef="#ctx0" brushRef="#br0" timeOffset="184496">17936 11488 25085,'-4'-38'507,"-1"0"0,-12-17-423,-16 54 0,-6 11-53,8-1 0,1 2-3,-23 15-23,12 4-44,15 3 28,16 0 17,20-1-29,20-5 6,18-9 17,11-10 12,-10-9 13,-15-7 0,-1-5 37,8-16-15,-12 5 1,-2-3-127,-7-1 0,-3-3 115,0-5 1,-1-2 2,-1-3 1,-1-1 38,-1-1 0,-1 0 28,-1 3 1,-1 2 145,3-24-22,-6 21-129,-4 19-101,-3 13-62,-2 13 68,-6 14-12,-7 21-22,4-10 0,-1 5-107,-5 17 1,1 2-377,5-14 1,1 0 387,-1 7 0,1 1-435,7-3 1,5-1-104,2-10 0,4-1-84,5 14 0,3-4 73,19-1 311,0-24 1,3-7 187,15-10 245,-15-4 1,-1-5 336,17-22 224,-9-11 62,-8-6 66,-7 0-369,-10 11 751,-5-6-538,-9 24-202,-6-4-212,-9 15 740,-17 13-926,5 6 224,-6 12-262,17 4 5,9 4-17,14-2 6,10-4 0,11-7 27,6-9-4,1-9 21,-3-13 18,-6-10-7,-9-13 40,-5-7 56,-10-4 34,-10 1 39,-10 5 16,-10 9-27,-7 10-56,-5 12-68,-2 11-5,-1 13-68,0 14-5,2 10-5,7 13-68,17-21 0,3 1-316,3 3 0,4 2-334,6 0 1,4 0-3560,5 0 0,2-1 3649,3-6 1,0-3 0,8 6 0,-11-16 0</inkml:trace>
  <inkml:trace contextRef="#ctx0" brushRef="#br0" timeOffset="184947">19358 11280 22767,'32'-14'-1455,"-1"0"0,8 3 1,1 4 1454,-3 11 0,-2 4 0,13-2 0,-1 4 0</inkml:trace>
  <inkml:trace contextRef="#ctx0" brushRef="#br0" timeOffset="185130">19525 11637 22633,'46'-24'-982,"1"1"0,-5 7 1,4 3-1,0 2-3934,16 5 1,-1 4 3631,0-2 1,-6 2 0,3 2 0,-42 0 0</inkml:trace>
  <inkml:trace contextRef="#ctx0" brushRef="#br0" timeOffset="185863">20601 11655 20979,'-7'-7'2958,"1"1"-2765,-4-26 0,4-7 188,16 3-244,-10-10 1,7 1-24,20 22 1,7 7-1329,-3 1 1,2 3 1221,1 1 1,0 2 2,0 4 1,0 3-2772,24 13 2755,-13 0-29,1 22 283,-34 22-260,-6-8-239,-13-7 1,-8 1 238,-4-11 0,-6-1 13,-17 15 1,-4 0 8,6-8 1,0-2 346,1-4 1,0 0-314,6-4 0,6-3-51,7-5 2730,-6 7-2623,28-19 1140,29-4-1263,20-5-57,-7-1 1,2-1-134,-7-1 0,0-1 35,15-2 1,1-1-135,-9 0 1,3-1-232,0 0 1,5-3 0,-4 1 196,3 0 0,2-2-952,-10 1 1,6-1-1,-1-1 1,-7 2 77,0-1 1,-2 0 133,9-4 1,5-2-1,-6-1 752,-9-1 0,-4-1 571,4-6 0,-5-3 326,-12 2 1,-10-3 737,-18-7 0,-10 2-428,-14-16-507,-15 17 0,-10 4 484,1 12 0,-5 3-226,8 3 1,-3 1 0,-4 2-135,4 4 1,-2 0 0,-2 3-1,3 1-865,-9 2 1,2 2-1,-1 2 449,11 2 1,-1 1 0,2 2-1,5 1-39,-13 6 1,6 5-4,-2 7 1,5 7 30,13 8 1,5 5-65,3 3 0,4 4-8,12-9 1,3 3 0,5-2-13,5 4 0,6-2-40,5-5 1,5 1-1,2-3-153,14 10 1,6-3-20,-5-8 1,3 0-1,3-2-196,1-4 1,3-3-1,3-3-328,9-2 0,3-4 0,-2-4 97,-8-5 1,-1-2-1,-1-3 769,-1-2 1,-2-1-1,-1-4 587,12-5 1,-2-6-246,1-7 0,-1-6-49,1-2 0,0-5-226,-14 4 1,1-3-1,-5-2 8,-7-2 1,-3-1 0,-2-2-140,-3-5 1,-3-2 0,-2 1-25,2-10 1,-7-3-29,-11 1 0,-7-3 1,-6 4-237,-5 15 0,-4 3 1,-5 0-251,-3-2 1,-4-3-1,-3 1 1,0 6-1492,-6 2 0,-2 4 1,-2 3 1982,3 5 0,-4 1 0,3 1 0,5 4 0,2 2 0,3 2 0,-1 1 0,-1 0 0</inkml:trace>
  <inkml:trace contextRef="#ctx0" brushRef="#br0" timeOffset="189504">14591 4674 18162,'-15'-15'1177,"-24"26"-953,-3 23 0,-5 11-1443,11-11 1,-1 2-1,-1 2 1290,-3 5 0,-1 2 0,1 1-46,8-9 0,0 1 0,1 0 1,-1 1-22,1 1 0,-1 1 0,2 0 0,-1 0-28,2-1 0,-1 1 1,2 0-1,1-2-29,-2 2 1,3-2 0,-1 3-485,-3 10 0,1 3 0,5-4-533,7-4 0,3-1-748,3-5 1,0 2 0,5-4 1817,8-3 0,3-6 0,4 5 0,1-19 0</inkml:trace>
  <inkml:trace contextRef="#ctx0" brushRef="#br0" timeOffset="190346">13774 6020 11922,'-1'-5'4801,"-1"1"-4124,0-26 1,-1-6 398,2 10-583,-2-13 0,0 4 223,3 21-565,-1 9-167,-3 9 178,-6 19 40,-13 25-135,5-12 0,-3 5-783,-5 8 1,-2 3 729,8-15 1,-1 1 0,-1 0-17,2 1 0,-1-1 1,1 0-5,-7 15 1,3-1-284,5-8 1,4-2 288,5-9 0,5-4 67,11 10 151,16-22 18,20-26-152,-13-3 0,1-5 11,5-7 0,1-3-311,3-3 0,-1-2 336,0-2 1,-3 0-12,-2 1 0,-3 0-5,-5 5 0,-2 0 1588,10-17-1602,-16 22 553,-8 10-643,-10 22 23,-6 11-7,-10 32-16,-1 5 416,8-26 1,1 0-445,-3 18-79,9-14 1,1 0-605,2 26 439,2-18 1,3 1-362,7-8 0,2-3 67,8 7-789,21-8-242,-3-40 844,-11-2 0,1-4-160,6-8 1,0-4 579,4-6 0,0-3-133,2-6 1,-1-3 566,0-5 0,-3-1-296,-13 13 1,-2 0 0,-1-1 388,-1-2 1,-2-1-1,-1 2-29,2-8 1,-2-1 199,-6 4 1,-1-3 0,-4 3-36,-4 2 1,-4-1-34,-2-16 0,-6 2-117,-8 17 1,-8 6 141,-18 2 0,-5 6-257,13 8 0,-4 5 99,-14 7 0,-9 6 0,3 5-670,13 4 1,2 3 0,-1 2 568,-9-1 1,-1 2-1,-1 4 25,11 0 0,-1 3 1,1 2-1,2 2-243,-8 6 1,3 4 0,-2 2 184,5-3 1,-2 3 0,-1 3 0,2 2-29,5 0 0,-1 2 0,1 2 1,2 1-1,2-1-19,-1 5 0,3 0 1,1-1-1,2 1 7,0-3 0,-1 0 0,4 1 1,10 1 9,11 1 0,7 2 0,6-1 0,2-9-702,5-3 0,7-4 724,3 5 1,5 1-1,8-10 6,17-17 0,11-12 0,-4-3-370,1 3 1,3-4 354,-16-1 0,6-1 1,3-1-1,-1-2 1,-3-1 104,-1-4 1,-3-1 0,0-2-1,2-1-79,-1 0 0,1-1 1,1-1-1,0-2 0,0-1 59,-2-2 0,1-1 0,0-3 1,-1 1-1,-1-1 0,-3 2-42,5-2 0,-4 1 0,-1-1 0,2-5 26,4-5 1,3-6 0,0-1 0,-5 1 0,-8 4-49,3-7 0,-6-2-15,-8 6 1,3-6-1,-4-1 1,-8 2 383,-6-15 1,-13-1-520,-11 4 0,-7-3 1,-3 5-6,-3-3 1,-10 6-8,-11 10 0,-11 4 0,-4 8 128,0 14 0,-4 8 0,5 1 0,-3-6 0,2 2 0,-3 8 0,0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14:20:00.5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9330 2013 20879,'12'-44'1074,"0"0"0,0-1 0,-2 4 0,0 5-822,5-21-179,-18 60-23,-6 16-19,-4 9 0,-2 6-31,-2 4 0,-1 2-706,-1 4 0,-1 2 67,-1 7 0,0 1-1697,4-8 1,2 1 2335,-3 13 0,3-2 0,4-23 0,3-3 0,-1 19 0</inkml:trace>
  <inkml:trace contextRef="#ctx0" brushRef="#br0" timeOffset="216">9642 1636 16824,'-40'-34'877,"-1"0"0,1 0 0,-3 6 0,-1 4 0,2 9-1628,-3 11 1,0 11 1172,2 6 0,-3 6 0,0 6-817,5 3 0,0 7 0,0 3 0,2 0 431,-2 2 1,1 2-1,0 2 1,2 3-296,4-1 0,-1 3 1,2 2-1,2 0 0,4-4 199,-2 12 1,6-2-1,5 2-213,8-6 0,3 2 0,3-1 0,4-5-387,2 8 0,13-1 660,11-13 0,13 4 0,6 1 0,-3-4 0,-8-8 0,-4 1 0,1-4 0,11-5 0,1 1 0,-1 0 0,1 0 0</inkml:trace>
  <inkml:trace contextRef="#ctx0" brushRef="#br0" timeOffset="343">9798 2603 6052,'33'-49'945,"-1"-1"1,1 1 0,0 0 0,-4-1 0,0 0 0,-2 0 0,-2 1-687,4-7 0,-2 0 1,-5-1 326,-3-4 1,-5-1-1,-8 5 111,-11 0 0,-15 5-419,-19 11 1,-14 4-1,2 6-813,-1 2 0,-4 10 503,-3 8 1,-5 5-1,0 8-1341,5 9 1,1 8 0,3 1 1372,-5 1 0,1 0 0,13-4 0,0 0 0,7-2 0,-8 8 0</inkml:trace>
  <inkml:trace contextRef="#ctx0" brushRef="#br0" timeOffset="1035">9018 3042 15440,'0'-8'5791,"0"2"-4973,0 6-302,-77-36-298,41 34-593,-6 1 1,-10 1 0,6 7 503,5 20 0,5 7-79,-11 2 1,-1 4-22,12-6 1,1 3 0,-1 2-450,4-3 0,0 1 1,-1 2-1,1 0 355,-2 1 1,1 1 0,-1 0 0,0 1-158,-4 7 1,-1 1 0,1 0 0,3-2-200,0 2 1,3-3 0,4-1-768,-6 11 0,8-4-1114,10-15 0,9-4 1776,25 1 1,-6-21-1,11-12 1</inkml:trace>
  <inkml:trace contextRef="#ctx0" brushRef="#br0" timeOffset="1217">8885 3308 13389,'36'-43'1132,"0"1"0,0-1 1,-1 1-1,9-9 0,-2 2 1,-3 7-682,-5 8 0,-2 6-140,-2 7 0,-2 4-82,14-2 373,-9 18 0,1 6-518,-5 7 0,0 3-45,17 8 0,3 7-1054,-7 2 1,1 5 0,-2-1 846,5 3 0,0 2-332,-12-9 0,2 2 0,0 1 0,-2-1 315,1 3 1,-2-1 0,-2-3-1,4 4 1,-2-2 0,-4-2 0,0-1-1</inkml:trace>
  <inkml:trace contextRef="#ctx0" brushRef="#br0" timeOffset="2565">7769 4292 18156,'-40'-36'229,"0"0"1,4 4 0,11 3 2004,25 8-2212,16 1 885,12 3-895,16 5-12,7 10 0,4 15 153,-4 16-186,-10 19 5,-27-18 0,-5 3-12,-8 5 1,-7 2 25,-15 12 0,-5-1 436,5-14 0,-2-2-419,-16 14 0,-2-4 0,14-18 0,0-2-12,-4 4 1,1-1-18,4-5 1,3-2 41,-9 8-27,15-13 34,16-11 376,20-10-523,22-9-64,-8 2 1,2-2-204,9-3 0,3-1 119,4-2 1,2-2-52,4 0 1,0 0-168,-1-2 0,0-1-255,-1 0 1,-3-2-262,-4-1 1,-2-2-406,-7-1 1,-4-2 136,-8-1 0,-5-3 117,-7-1 0,-7-1 703,-9-2 1,-6 0 747,-5 0 0,-7 2 596,-7 0 1,-5 3 271,-6 2 0,-3 3-579,-7 4 1,-3 4 219,-5 6 1,-3 5-665,-4 5 1,-2 7 304,19 4 0,0 3 1,0 3-137,-2 3 0,1 2 0,1 4-122,0 4 1,2 3 0,0 3-68,2 4 1,2 3 0,2 3-76,3 3 1,2 4 0,3 1-221,4 4 1,3 2-1,3 1 163,4 1 0,4 2 0,4-1-15,4 0 0,5 0 0,5-2 0,4-3 0,5-2 0,4-3-187,6-3 1,5-3-1,4-4 116,5-4 0,4-4 0,3-4 32,5-3 0,3-5 0,0-4-189,4-3 0,2-3 1,-1-5 266,0-4 0,1-5 0,-1-3 41,-2-4 1,-2-4-1,-1-4 52,-2-3 1,-2-4 0,-2-2 40,-3-4 1,-2-2 0,-3-2-10,-2-2 0,-3-3 1,-2-1-38,-4-2 0,-2-2 0,-3-3-49,-6 6 0,-3-3 1,-1 0-1,-2 3-33,-1 1 0,-1 3 0,-3-2 11,0-12 0,-2-3 0,-7 7 57,-7 10 0,-6 5-172,-6-6 1,-5 5-237,-6 12 0,-5 7 323,-4 9 0,2 5 0,-8 2 0,10 8 0</inkml:trace>
  <inkml:trace contextRef="#ctx0" brushRef="#br0" timeOffset="3183">10224 4159 16887,'24'-51'935,"1"-1"1,-5 9-1,-2 6 431,1 6-1074,-3 12 159,6 1-356,10 9-90,-9 8-16,21 29-6,-25-5 160,10 21-174,-21-13 0,-3 1 26,-1 24 44,-8-10 0,-5-1 107,-17 12-34,-9-9 190,-9-18 124,6-14 727,-13-3-789,17-13-152,10-9-144,17-5 10,12-7-22,9 2-28,21-8-22,-6 10-4,2 8 1,0 3-3,0 5-11,30 9-39,-17 9-12,-13-1 0,-1 3-117,12 18-112,-13 12-146,-43-1 137,-6-22 1,-6-2-72,1-3 0,-4-2-1010,-26 8 0,-5-4-960,17-9 1,0-2-987,-18 3 0,2-2 2986,21-7 1,4-2-1,-6-2 1,23-2-1</inkml:trace>
  <inkml:trace contextRef="#ctx0" brushRef="#br0" timeOffset="3525">10202 3960 15944,'16'-46'1442,"0"0"0,0 0 1,6-16-1,-9 15-1184,-18 32 129,-20 15-130,-4 15 1,-4 9-152,-6 6 1,-1 3-1595,-4 5 1,0 7 1515,12-6 0,-2 6 0,1 2 0,3-2-655,-1 5 1,3 0 0,-1 2 616,3-8 0,-2 2 0,2 1 0,4 1-83,2 4 1,4 3 0,2-2 0,4-6-273,2 2 0,8-2 284,10 8 1,8 4 0,8-13 32,17-19 1,8-9-337,1-1 0,5-1 0,-2-6 374,-11-7 1,-1-3 0,3-5 18,8-3 1,4-4 0,0-2 0,-7 0 18,8-4 0,-1-4 31,-13 2 1,6-4-1,2-3 1,-2-1-1,-6 1 25,2-8 0,-7 0 0,3-4-42,1-2 0,2-4 0,-1 0 0,-4 1-27,-6 1 0,-3 2 0,-2-5-3,-1-4 1,1-5 0,-4-1-1,-3 4 10,-5 5 1,-4 2 0,-1-2 158,0 1 1,0-3-1,-4 0 1,-7 6-140,-15-14 0,-14 10-56,-18 13 0,-9 9-53,3 8 0,-6 9-883,5 9 1,-7 6 0,-2 2-1,7 0 941,5 0 0,4 0 0,-1 1 1,-8 2-1,-2 1 0,9-2 1,-14 7-1</inkml:trace>
  <inkml:trace contextRef="#ctx0" brushRef="#br0" timeOffset="4193">7701 4949 15959,'-44'21'318,"0"1"1,0-1-1,0 1 1,-1 1-1,0 2 1,1 0-1,5 0-508,4 0 1,4 0 0,-2 4 289,-9 8 1,-4 4 0,0 2 0,3-2-464,-2 3 1,2 0-1,-1 3 354,7-9 0,-3 3 0,0 2 0,0-1 0,3 0-50,-1 3 0,2-1 1,1 0-1,1 0-94,3-3 0,2 1 1,0-1-1,3-2-7,-3 7 0,3-2 1,4-3-522,-2 6 1,10-5-1291,17 1-1966,31-43 1953,-2-14 1,2-8 342,10-10 0,2-6 1641,-12 8 0,2-2 0,-1-1 0,2-3 0,1-2 0,-1 0 0,1-2 0,-1-2 0,-2 2 0,-6 8 0,-2 0 0,0-1 0,4-6 0,0-1 0,0-2 1066,-2 1 0,0 0 0,0-1 463,1-1 0,-1 0 0,1-1-219,3-3 1,-1-2 0,0 3 5,4-6 1,-2 2 286,-3 6 1,-1 2-1061,-5 9 1,-2 3-197,8-7 954,-9 17-1004,-12 29-29,3 21-204,-5-1 1,0 6-43,3 9 1,1 3 250,4 11 0,3 0-283,-4-16 1,2-1 0,2-1-282,3 2 0,2-2 1,2-1 51,4 0 0,2-3 0,2-1-503,3 0 1,1-2 0,0-3-730,10 7 1,-1-2 1470,4 0 0,-5-4 0,-11-8 0,-2-1 0</inkml:trace>
  <inkml:trace contextRef="#ctx0" brushRef="#br0" timeOffset="5143">6053 6561 17218,'20'-54'1833,"0"0"1,-2 6 0,-5 12-1515,-11 26 169,-3 12-415,-3 15-6,-3 19-22,-8 25-538,6-21 1,-1 3 492,-2 7 0,0 2 0,0 3 0,0 0 0,2-2 0,1-1 8,2-6 1,3-3-4,2-8 1,2-4 6,8 10 380,9-20-308,10-29-22,13-21-29,-15 6 1,1-4-226,4-5 1,1 0 255,1-2 1,-1 0-26,-7 8 0,1 1 65,4-5 0,0 2-32,1 3-27,4-3 866,-22 30-844,-7 17-16,-8 22-12,-7 17-34,0-13 1,-1 1-161,2-13 0,1 0 113,-4 14 0,2-1-215,4 7-331,6 3 272,11-20-1046,10-17-32,11-24 162,9-21 820,-15 3 0,-1-5-369,4-8 0,-1-4 775,2-7 1,-1-4 103,-1-4 0,-2-4 40,-10 19 1,0-2-1,-1 0 71,-3 0 0,0 1 0,-3-1 141,3-18 0,-5 2-51,-7 4 1,-7 3-28,-6 5 0,-9 4-34,-9 5 0,-8 6-34,-10 5 1,-5 6-50,12 10 0,-2 3 0,-2 3 3,-3 4 1,-1 3 0,-1 4-59,-2 3 1,0 3 0,2 2-71,9-2 0,2 1 0,-1 6 0,0 4 1,-3 6 0,2 2 0,4 0-28,4 2 1,3 2 0,0 3-314,0 1 1,-2 4 0,2 2 0,5-1 296,3 10 0,5 0 0,5 0-25,3 1 1,4 0 0,6 0-19,4-3 0,6-1 0,5-3-34,5-4 1,4-2-1,6-4-52,6-3 0,5-5 0,3-4-148,5-4 1,3-4 0,2-4-68,4-2 1,0-4-1,1-3 204,0-3 0,1-3 0,-2-4 177,-2-2 0,-1-3 1,-1-4 79,-4-2 1,-2-4-1,-1-3 86,-5-2 1,-1-3 0,-2-2-115,-3-1 1,-2-2 0,-2-4 167,1-9 1,-1-5 0,-4 3-764,2-3 1,-4-2 600,-6 2 0,-1-5 0,-3 3 24,-3 0 1,-4 1 112,2-10 0,-4 0-129,-3 10 0,-7 4 574,-11 6 1,-8 6-1057,-26-5-258,-10 16 650,-3 32 0,39-5 0,-6 7 0</inkml:trace>
  <inkml:trace contextRef="#ctx0" brushRef="#br0" timeOffset="5950">8537 6457 24592,'-45'-6'213,"-2"8"-207,5 24 27,15-9 1,0 0 33,-19 11-6,10-9 1,-2 0-11,-11 4 38,11-10 1,3-4 6,8-4 72,-11 0-23,28-5-38,1 0-119,7 0-44,1 0 45,7 1 22,4 2-16,16 3 10,-1 1-5,3 1 6,-4-1 0,-6 1-6,3 3 22,-3 6-11,-2 7 17,-6 22-11,-4-10-11,-9 12-1,-15 11 0,5-29 1,-1 0 0,-1 4 0,-1 0 27,-13 16 46,9-24-23,7-13 78,0-5 12,4-9-124,1-1-22,-1-15-11,7-6 0,3-4-6,13-6 0,16 4 11,-3 6-27,21 3 27,-19 19 1,5 3-23,0 14-17,5 15-17,-1 2 23,-3 3-28,-14 8 5,-24-11 1,-5 9-1851,-19-11 0,-5-1 1593,-10 5-275,7-9 0,-7 5 1,2-4-752,0-3 1,1-3-882,-17 9 0,0-2 2226,19-13 0,5-4 0,-8 0 0,23-9 0</inkml:trace>
  <inkml:trace contextRef="#ctx0" brushRef="#br0" timeOffset="6392">8587 6121 15020,'-2'-5'2462,"-25"-9"0,-9 2-1723,-15 9-1448,-4-3 1,-5 5 1038,10 15 1,0 8-133,12-4 0,-1 4 0,0 3-699,-3 4 0,0 4 0,1 3 575,-3 5 1,1 4 0,3 0-55,6-7 1,1 0 0,2 4-16,3-3 1,1 4 0,1 1-1,2 1-8,4 2 0,2 2 1,2 0-1,0-1-1,-4 5 1,1-2-1,4 4-3,3-4 0,1 3 0,5-1 0,6-4-29,9-2 1,7-3 0,3-2-95,1 1 1,3-2 0,5-3 43,10 2 0,6-4 1,2-6-65,3-10 1,2-7 0,-1-2 59,-8-2 0,0-2 0,2-4-22,3-5 0,4-4 0,0-4 0,-5-1 134,-2-3 1,-5-2 0,2-4 59,2 0 1,3-4-1,-1 0 1,-5-1 60,10-14 0,-5-5 81,-13 8 0,1-6 0,-2-1 0,-2 1-81,-1-4 1,-4 1 0,2-4-503,0-2 1,2-4 0,-1-1 0,-3 1 398,-5 5 1,-3 1 0,-1 0-1,-2 0 5,-2 0 0,0 0 0,-3 1 0,0 2 17,0-2 0,-1 1 1,-8 1 49,-9-9 0,-9 0 0,-5 9-54,-12 8 1,-7 6 71,1 3 1,-4 1 0,-3 7-148,3 11 1,-1 6-1,0 5-88,0 2 1,1 3-1,0 4-235,1 1 1,1 3-1,2 3-807,3 2 1,1 3 0,2 0 1146,-9 9 0,5 0 0,13-10 0,5-1 0,-1 3 0</inkml:trace>
  <inkml:trace contextRef="#ctx0" brushRef="#br0" timeOffset="6910">10442 5216 15607,'4'-50'1463,"0"0"0,1 1 0,0-16 1,-1 8-433,1 10-493,-3 23-342,-2 17 107,-2 25 21,-8 24-232,0-6 1,-2 3-54,-6 12 1,-3 4-281,5-14 0,-1 2 0,-2 2 241,0-3 0,0 3 0,-1 0 0,0-2-1053,-3 8 0,1-1 0,0-1 1030,-1-1 1,1 0 0,2-4-79,-1 1 0,1-2-1815,-1 4 0,2-3-1400,-2 9 2957,4-10 0,2-6 1,9-17-1,2-3 0</inkml:trace>
  <inkml:trace contextRef="#ctx0" brushRef="#br0" timeOffset="7393">10339 6198 18464,'0'-5'3681,"0"1"-3003,0 4-471,-73 3-17,33 27-644,-11-10 0,1 4 471,29 2 0,4 5 16,-12 21 1,1 2-32,9-12 1,2 1-7,1-2 1,0 2-1,3-3-7,1 0 0,5-1-37,4 11 1,8-3 193,18 4-180,4-15 1,6-6 39,14-5 19,-9-18 0,0-6 188,8-20 229,3-13 141,-15-15-51,-17-4-196,-19 1-111,-16 5-102,-15 7-78,-12 11-17,-10 11-17,-5 14-11,0 11-56,9 8-259,11 7-883,18 1-2863,16 1 4061,13-7 0,0-7 0,2-8 0</inkml:trace>
  <inkml:trace contextRef="#ctx0" brushRef="#br0" timeOffset="7744">10551 5792 21237,'-62'-12'507,"-1"0"1,1 1 0,0 4-1,-1 4 1,3 7-374,8 7 1,2 7-1,-1 6-1360,3 3 1,-3 7 0,2 2 0,3-2 1256,0 0 1,4 0 0,-1 5-10,9-4 1,-1 3-1,0 4 1,3-1-1,4 0-189,-2 12 0,7 1 1,1 3 166,2-3 0,0 2 0,3 2 0,3-1-153,3 1 0,2 0 1,3 1-1,4-2 144,3-1 1,3-1 0,4-1-1,4-2-2,3-4 0,4-2 0,3-3 0,4-3-177,14 7 1,7-6 0,4-7 182,-9-12 1,3-5 0,2-4 0,1-3-1,2-4 1,1-4 0,1-3 0,0-4 48,0-2 1,1-4 0,0-4 0,-2-2-36,1-4 1,-1-3 0,-1-3 0,-1-2 8,-1-1 0,-2-3 0,0-3 1,-2-3 64,-5 1 1,0-4-1,-1-2 1,-1-1 0,-3 2-62,2-7 0,-2-1 1,-2 0-1,-1 0 105,-2 2 1,0-1 0,-3-1-1,-4 0-116,-3-1 0,-4-1 1,-3 1-1,-2 1-4,-3-6 1,-3 2 0,-3-2-6,-2 7 1,0-1 0,-4-1 0,-9 3-65,-12-4 0,-11 2 1,-3 2-1,2 6-52,4 4 0,1 5 0,-5 3-56,-3 5 1,-5 1 0,-1 5 0,3 5-1901,-20 10 1,3 9 2069,8-1 0,3 2 0,4-2 0,5 0 0,-3 6 0</inkml:trace>
  <inkml:trace contextRef="#ctx0" brushRef="#br0" timeOffset="8744">5754 1818 31980,'-57'-6'-379,"-1"0"0,13 3 375,41 4-79,47 4 1,33 1-1776,-21-3 0,3 0 1,2 0 1882,-14-1 1,0 0 0,2 0-1,3 0 9,7-1 0,4 0 1,3 0-1,0 0 0,0-1-176,-12 0 1,-1 0 0,1-1-1,0 1 1,2-1 0,3 0 159,-5 0 1,2 1 0,1-1 0,2 0 0,1 0 0,1 0 0,1 0 0,3 0-8,-7 0 1,3-1-1,1 1 1,1 0-1,2-1 1,0 1-1,1-1 1,-1 0-1,0 1 1,0-1-1,-2 1 108,-2 0 1,-1-1 0,0 1 0,0-1 0,-1 1-1,1 0 1,0-1 0,1 1 0,0 0 0,2-1-1,0 1 241,-6 0 1,2 0 0,0-1 0,1 1-1,1 0 1,0 0 0,1 0 0,-1 0-1,1 0 1,-1 0 0,0 0 0,-1 0-1,0 0 1,-1 0-260,5 0 1,0 0-1,0 0 1,0 1-1,-1-1 1,0 1-1,0-1 1,-1 0-1,0 1 1,-1 0-1,-1-1 1,-1 1-102,4-1 0,-2 1 0,-1-1 0,-2 1 0,1 0 0,0-1 0,0 1 0,0 0 0,2 0 0,2 0 0,-4-1 0,1 1 0,1 0 0,0 0 0,1 0 0,0 0 0,1 0 0,1 0 0,0 1 0,1-1 0,0 1 0,2-1 0,-9 1 0,1 0 0,1 0 0,1 0 0,1 1 0,1-1 0,0 1 0,0-1 0,0 1 0,0 0 0,-1-1 0,-1 1 0,0-1 0,-1 1 0,-2-1 0,-1 1 0,11-1 0,-3 1 0,-2-1 0,-1 0 0,-1 1 0,0-1 0,1 0 0,0 1 0,3 0 0,1 0 0,3 0 0,-12 0 0,4 0 0,1 0 0,2 1 0,1-1 0,1 1 0,1 0 0,0-1 0,0 1 0,0 0 0,-1 0 0,-2 0 0,0 0 0,-3 0 0,-2 0 0,-2 0 0,-3 1-30,13 0 0,-3 0 0,-4 1 0,-1-1 0,-2 1 0,-1-1 0,0 1 0,2 0 1,1 0 21,3 0 1,1 0-1,2 0 1,-1 0 0,1 0-1,-3 0 1,0 0-1,-4 0 1,-2 0 0,5 0-1,-2 1 1,-2-1-1,-3 0 1,-3 0 0,-3-1-1,7 2 1,0-1-1,0 1 1</inkml:trace>
  <inkml:trace contextRef="#ctx0" brushRef="#br0" timeOffset="9166">4785 4735 12474,'52'-9'39,"-1"0"1,1 0 0,0 0 0,-1 0-1,-1 1 1,1 1 0,1 0 0,1 0 0,1 0-1,1 0-243,2 1 1,0-1 0,1 1 0,2 0 0,1-1 0,3 1 0,1 0 213,-10 0 1,2 1 0,2 0 0,2-1-1,1 1 1,0-1 0,0 1 0,0-1-1,-2 1 1,-1 0 0,-3 0-58,7-1 0,-4 1 1,-2 0-1,0 0 1,0 0-1,2-1 1,3 1-1,6-1 50,-14 1 1,3 0 0,4-1 0,3 0-1,1 1 1,2-1 0,0-1 0,1 1 0,0 0-1,-2 0 1,-1 0 0,-2 1 0,-3-1 0,-3 1-1,-4 0-24,9 0 1,-5 0-1,-3 0 1,-3 0 0,0 1-1,2-1 1,4 0 0,5-1 22,-11 2 1,2-1-1,4 0 1,1 0 0,3-1-1,0 1 1,2-1 0,0 0-1,0 1 1,0-1 0,-1 1-1,-1-1 1,-1 1 0,-2 0-1,-3 1-39,12-2 1,-3 1-1,-3 0 1,0 0-1,-2 0 1,1 0-1,1 1 1,2-1-1,2 0 1,3 0 53,-12 0 1,2 1-1,3-1 1,1 1-1,1-1 1,1 0-1,1 1 1,1-1-1,-1 0 1,0 0-1,0 1 1,-1-1-1,-2 1 1,0-1-1,-3 1 1,-2 0-7,10-1 0,-4 1 0,-1 0 0,-2-1 1,0 1-1,-1 0 0,0 0 0,1 0 0,1 0 1,2 0-1,3 0 7,-8 0 0,3 0 0,1 0 1,1 1-1,2-1 0,0 0 1,0 0-1,1 1 0,-1-1 1,-1 0-1,0 1 0,-2 0 1,-1 0-1,-2 0 0,-2 0 2,7 0 0,-2 0 0,-2 0 0,-2 1 1,0 0-1,-1 0 0,0 0 0,1 0 1,2 0-1,1 0-17,-2 0 0,2 0 0,0 0 1,0 0-1,2 1 0,0-1 1,0 0-1,0 1 0,-1-1 0,1 1 1,-1 0-1,-1 0-60,4 0 0,-1 0 0,0 0 0,0 1 0,-1-1 0,1 1 0,-1-1 0,0 1 0,0 1 0,-1-1 0,0 0-362,-3 1 0,1 0 1,-1 0-1,0 0 1,0 1-1,-1-1 1,0 1-1,-1 0 0,0 0 1,-2 0-1,0 0 419,10 0 0,0 1 0,-1 0 0,-1 0 0,-1 0 0,-2 1 0,-3-1 0,-2 0 0,9 1 0,-3 0 0,-3 0 0,-4 0 0,-4 0 0,-3 0 0,0 1 0,0-1 0</inkml:trace>
  <inkml:trace contextRef="#ctx0" brushRef="#br0" timeOffset="9959">4510 6964 11079,'-49'8'238,"0"0"1,0-1 0,0 1-1,-20-1 1,24 4 30,44 8-152,29-15 1,17-4 3,3 1 1,7 0-1,0-1-1229,-10 1 0,0 0 0,7-1 1194,-5-1 1,6 1-1,5-1 1,2 0-1,2-1 1,-2 1-1,-2-1-209,1 1 0,-2-1 1,0 1-1,0-1 1,3-1-1,3 1 152,-6 0 0,3 0 0,1-1 1,3 1-1,0-1 0,1 0 1,-1 0-1,0 0 0,-1 0-27,-3 0 0,-1 0 1,0-1-1,0 1 1,0-1-1,1 1 1,1-1-1,1 0 1,3-1 92,-11 2 0,3-1 0,1 0 0,2-1 1,0 1-1,0-1 0,1 0 0,0 1 0,-1-1 1,0 0-1,-2 1 0,-2-1 0,-1 1-145,9-1 1,-3 0 0,-2 1 0,-2-1 0,1 0 0,0 0 0,2 0 0,2 0 0,3 0 91,-11 0 1,2 0 0,2 0 0,1 0 0,0 0-1,2-1 1,1 1 0,-1 0 0,1-1 0,0 1-1,0-1 1,0 1 0,-2-1 0,0 1-18,3 0 0,-1-1 0,1 1 0,-1 0 0,0-1 0,-1 1 0,1-1 1,0 1-1,0 0 0,1 0 0,-1-1 0,1 1 0,1 0-21,-2 0 1,0 0 0,0 0 0,1 0 0,0 1 0,0-1-1,0 0 1,0 0 0,0 1 0,1-1 0,-1 0 0,0 1 0,0-1-1,-1 1-6,0-1 0,-1 1 0,1-1 0,-1 0 0,0 1 0,1-1 0,-1 1 0,0-1 0,0 1 0,0-1 0,0 1 0,0 0 0,0 1 0,-1-1-18,0 0 0,1 1 0,-1 0 0,0 0 0,1 0 0,-1 0 0,1 0 0,-2 0 0,1 1 0,-1-1 0,0 1 0,-1 0 0,-1 0 0,0 0-86,6 0 0,-2 0 0,0 0 0,-2 0 0,1 1 0,-2-1 0,2 1 1,-1 0-1,2 0 0,0-1 0,2 1-261,-6 0 1,0 0-1,2-1 1,1 1-1,0 0 1,0 0 0,1 0-1,0 0 1,-1 0-1,0 0 1,0 0-1,-2 1 1,0-1 0,-1 0 366,6 1 0,0-1 0,1 1 0,-2 0 0,0 0 0,0 0 0,-2 0 0,-2 0 0,-1 0 0,-1 0 0,-3 0 0,10 0 0,-1 0 0,-3 0 0,-2 0 0,-2 0 0,-3 0 0,-3 0 0,1 1 0,1 0 0,0 0 0,0-1 0</inkml:trace>
  <inkml:trace contextRef="#ctx0" brushRef="#br0" timeOffset="10999">16848 1871 29500,'18'-49'212,"-1"0"1,0 0-1,0 1 1,-2 4-1,-2 4 1,-1 2-895,7-15 0,-7 9 3890,-16 21-4952,-12 12 1964,-14 15 1452,-17 24-1672,4 9-311,6 9 1,1 7-746,11-11 1,3 3 1181,1-3 1,0 2 0,3 0 34,2 9 1,4-1 852,6-6 1,4-2-1015,6-7 0,6-2-1614,20 18-69,1-21 1641,-1-19 0,2-7 704,17-13 101,-13-2 0,0-4-167,-7-6 1,-3-6-597,-1-2 0,-4-4 0,-3-4 0,-5-3 0,-3-3 0,-4 0 0,-1-3 0,-3 0 0,-3 3 0,-2 1 0,-1 4 0,-1 3-973,-12-15-1862,-6 21 1798,-7 25-1271,-9 27 2513,12 2 0,1 3 1,-5 4-1,0 8 0</inkml:trace>
  <inkml:trace contextRef="#ctx0" brushRef="#br0" timeOffset="12300">17135 3782 20745,'14'-61'1073,"0"0"1,-4 16-1,-1 4-227,-2-8-390,-8 38-439,-1 0 82,-9 32-93,-3 18-37,2-4 0,0 4-666,0 8 1,2 3-43,1 9 0,2 2-825,1-11 1,3 2 1563,3 0 0,1 3 0,1-9 0,-1 9 0,2-14 0,-1-1 0</inkml:trace>
  <inkml:trace contextRef="#ctx0" brushRef="#br0" timeOffset="12868">16452 6397 17815,'-6'-5'3769,"2"0"-3382,4 5 39,0 0-219,55-59-72,-4 48-339,-4-15 1,2 5 222,-12 28 1,-4 9-6,-3 1 0,-5 5 19,7 31-5,-24-21 0,-8 2 0,-10 5 0,-6 0-245,-8 3 0,-4 0 248,-7 0 0,-4 0 5,0-4 1,0-1-4,4-5 1,2-2 5,7-7 0,5-2 157,3 6 67,37-13-162,37-10-146,-8-6 0,5-3-839,-8 1 0,3 0 0,1 0 193,7-2 0,1-1 1,2 0 690,-8 2 0,1-1 0,0 0 0,-6 1 0,12-1 0,-5 0 0,-3 1 0,0 0 0</inkml:trace>
  <inkml:trace contextRef="#ctx0" brushRef="#br0" timeOffset="15093">4060 10409 16420,'-5'-57'1166,"-1"1"0,1-1 0,0 0 0,1 8 0,0 4 0,0 1-1352,-4-24 0,0 10 880,1 20-223,2 12-62,-1 4-398,3 17 142,2 19-108,0 22-42,1-4 0,-2 3-558,-1 12 1,-1 4 568,-3 9 0,-1 3-16,1-18 0,-1 2 0,-1-1 2,0-1 0,0 0 0,0-1 8,-4 15 1,1-4 178,3-12 1,1-4-36,-1 7 128,6-28-67,4-31-62,8-26-81,-2 6 0,1-3-525,3-7 1,0-3 512,2-3 1,-1 0 16,0 2 1,-1 2 464,-1 6 0,-1 3-350,3-13-128,-7 25-107,-3 19-2986,-7 36 2975,2-5 260,-2 7 1,1 1-485,0 8-1398,1 8 1,2 5 1510,4-12 1,1-2-1,-3-1 1,0-2-1,7 10 1</inkml:trace>
  <inkml:trace contextRef="#ctx0" brushRef="#br0" timeOffset="16684">5415 10071 18319,'-7'-4'2280,"-11"-32"0,3-9-1832,24 2-1056,-11-11 1,6 3 674,34 13-28,10 7 22,-11 16 1,2 3-40,-6 5 1,0 1-23,7-2 0,-1 3 472,22 18-422,-27 30-33,-22-14 0,-5 4-378,-9 13 0,-10 3 364,-10 2 0,-6-1-3,3-7 0,-3 0-8,3-9 1,-1 2-1,0-2 25,-8 10 0,2-3-14,4-6 0,3-1-1,-3 4 1,8-4 3,17-13-1,5 0 674,29-21-864,3-13 0,6-5-417,7-2 0,1-1-788,5-5 1,1-2 1389,-6 3 0,3-1 0,-9 3 0,9-4 0,-13 7 0,-1-1 0</inkml:trace>
  <inkml:trace contextRef="#ctx0" brushRef="#br0" timeOffset="17858">7250 9739 21763,'-18'-53'248,"1"-1"1,2 7 0,12 7-210,47 10-44,-3 13-1,-9 10 0,2 2-44,26 4-12,-17 10 1,0 4 10,-10 2 1,-2 2-126,-3 2 1,-5 4 85,-1 33 118,-23-6-20,-12-12 1,-6 1 33,-1-6 1,-5-3-202,-9 5 1,-2-3 343,5-9 0,0-3 531,-20 10-463,17-13 554,12-10-147,14-10-385,3-4-225,11-2-44,8-2 507,4 4-530,19 2 17,5 4-3,-5 5 1,1 2 195,16 2-196,-9 6 0,-3 1-19,-9 1-69,17 14-21,-38-2 68,-6-4-365,-37 21-314,-13-15 393,17-13 0,-2 1-2995,-16-1 1,-1-3 2822,-9-1 0,-6 2 0,37-12 0</inkml:trace>
  <inkml:trace contextRef="#ctx0" brushRef="#br0" timeOffset="19196">8977 9568 13401,'5'-43'1880,"0"-1"0,-2 4 1,2 7-722,4 8-157,2 2-122,1-2-191,-2 7-252,-3 8-241,-4 6-39,-3 7-23,0 3 314,-8 31-269,-5 11-103,2-8 0,-2 3-309,-2 1 1,0 2 257,-1 2 1,0-1-15,2-1 0,1-1-8,3-3 0,3-2 11,4-6 0,5-1 42,14 21 67,17-15 79,20-18-99,-18-19 1,2-7-135,7-4 1,3-5 149,-6-3 1,3-4 0,-4 1-465,4-1 0,-1-2 453,-5 1 1,0-1-1,-5 1 223,15-14 432,-2-2-583,-22 15-130,-14 13-56,-9 11 254,-9 12-270,-7 14-124,-9 17-120,10-14 0,2 2-312,-1 4 1,1 2-2156,4 4 0,1-1 2103,4-4 0,1-3 0,1 11 1,4-22-1</inkml:trace>
  <inkml:trace contextRef="#ctx0" brushRef="#br0" timeOffset="20197">11194 9170 21556,'-49'-28'112,"0"14"8,22 32 1,2 7-3,-14 6 0,11-7 0,-2-1-668,-14 8 749,15-13 0,0 0 327,-27 11-5,8-10 162,11-10-364,12-5 20,10-5-244,8 1-95,4 0-112,2 0 530,1 8-395,2 6-1,-2 16-22,2 8 39,-4 9-5,-3 5-12,-4-1-5,-3-2 33,0-7-16,1-7-34,3-8 73,3-11 22,3-7 611,2-6-571,8-16-79,5-2 33,19-20-72,-8 12-11,15-9-29,-10 16 18,9 2-7,1 7 12,6 9-50,6 12-90,5 9-420,-1 9 83,-8 3-4,-16 0-74,-19 2-318,-24 2-729,-19 1-112,7-20 0,-4-2 1051,-5 0 1,0-2-1,-5 2 1,2-6-1</inkml:trace>
  <inkml:trace contextRef="#ctx0" brushRef="#br0" timeOffset="20621">12275 9035 23035,'-38'20'50,"0"1"1,-1 0-1,-5-3 1,5 6-16,10 16 1,5 10-1,4-4-24,6-13 1,2 1-3,-1 15 0,0 6 1,4-6-16,4 13 0,13 1 1,5-4-1,9-17 9,4-9 0,6-3-890,25-8 962,-20-11 1,1-4 33,0-3 0,-1-5 126,1-6 1,-3-4-68,8-5 457,-8-17-384,-30 6 36,-14-7-243,-24 2-82,-21 18 1,-8 6-4,23 3 1,-1 2-267,-1 1 1,-4 3 0,2 3-650,-14 10 0,4 4-3950,11-2 1,2 1 4142,-9 2 0,5 0 0,6 4 0,29-16 0</inkml:trace>
  <inkml:trace contextRef="#ctx0" brushRef="#br0" timeOffset="21863">3126 11164 19428,'-31'-18'151,"1"0"1,11-18-147,73 15-2,-1 6 0,10 1-1680,-5 2 0,5 1 0,2 0 1696,-12 2 1,2 0-1,1 0 1,3 0-260,-1 1 0,3-1 0,1 0 0,1 1 0,-1 0 307,-1 1 0,0 1 0,0-1 1,0 1-1,-3 0-126,-6 1 1,-2 0 0,-1 1 0,1-1 0,3 1 166,0-1 0,3 1 1,0 1-1,2-1 1,0 0-1,1 1 24,-3 0 0,0 0 0,1 1 0,1-1 0,0 1 0,0 0 1,1-1-208,2 1 0,0 0 0,1 0 1,0-1-1,1 1 0,1 0 0,1 1 124,-8-1 1,2 1 0,1-1 0,1 1 0,0-1 0,0 1 0,0 0 0,-1 0-1,-2 0-29,3 0 1,0 1 0,0-1 0,-1 1 0,-1-1-1,0 1 1,-2 0 0,0-1-5,0 1 0,-3 0 0,-1 0 0,0-1 0,1 1 0,0 0 0,3 0-1,1 0 1,2 0 0,0 0 0,1 0 0,1 0 0,1 0 0,-1 0 0,1 0-4,-6 0 1,1 0-1,-1-1 1,1 1-1,0 0 1,1-1-1,1 1 1,1-1-1,0 1-4,-2-1 1,0 0 0,2 0-1,1 0 1,0 0 0,1-1-1,-1 1 1,0 0 0,0 0-1,-2 0 1,-1-1-6,5 1 0,-2 0 0,0 0 0,-1 0 0,0 0 1,-1-1-1,1 1 0,0-1 0,1 0 0,-3 0 0,0 0 1,2-1-1,0 1 1,0-1-1,-1 0 1,-1 0-1,-1 0 0,-2-1 1,-3 1-1,13-1 1,-3-1 0,-3 0 0,-1 1-1,0-1 1,2 0 19,-2 0 1,-1 0 0,0 1 0,1-1 0,2-1 0,4-1-18,-11 1 0,3-1 0,4-1 0,1 0 1,1-1-1,-1 1 0,-1-1 0,-3 1 1,-3 0-1,-5 0-1,9 0 1,-8 0-1,-2 0 1,2-1 0,7-1 0,-5 1 0,5-1 0,4-1 1,2-1-1,1 0 0,-1 0 0,-3 0 1,-2 0-1,-7 0 11,9-2 1,-6 0 0,-3 0 0,1-1 0,2 0-5,0-1 0,3 0 0,0-1 0,0 0 1,-2 1-1,-2-1 72,-2 1 1,-2 1-1,-1 0 1,0-2-1,2-1-64,2-1 1,2-2-1,2-1 1,-1-1-1,-3 1 1,-4 1-10,2-3 1,-4 2 0,-1-1-1,2-2 0,2 0 1,3-3-1,1 0 1,-3-1-1,-5 1 19,9-9 1,-5 0 0,-4-1 275,-6 2 1,-3-2 0,-4 0-280,-5 2 0,-3 0 0,-3-1 2,4-16 1,-6 0-11,-7 2 0,-5 1 574,-4 1 1,-3 2-593,-4 0 1,-4 1-3,-3 2 0,-2 1-3,1 10 1,-2 1-10,-7-3 1,-3 0-12,-6 3 1,-3 2-3,-4-1 0,-2 0-12,-9-1 1,-4 3-1,2 6 1,-1 4 16,9 5 1,-3 1-19,-5 3 1,-4 1 0,1 2 3,-10 1 1,-1 1-42,18 2 0,-4-1 1,0 1-1,0 1 65,-10 0 1,0 2 0,2 0 5,10 1 0,1-1 1,-4 2-6,-7 1 1,-5 0 0,-1 2-1,3 0 9,-2 1 0,3 1 0,-5 0-10,11-1 0,-3 1 0,-3 0 0,1 0 0,2 0-10,-7 1 1,2 1-1,0 0 0,-3 0 4,11-1 0,-2 0 0,-2 0 1,1 1-1,1-1 0,3 0-42,-8 0 1,4 1 0,0-1 0,-4 0 43,5 0 0,-4 0 0,-1 1 0,-1-1 0,2 0 0,3 0-6,2-2 0,4 1 0,0-1 0,0 0 0,-4 1-158,0-1 0,-2 1 1,-1 0-1,-2 0 1,1 0-1,0 0 172,-2 0 1,1 0-1,-1 0 1,-1-1-1,1 1 1,-1 0-133,-1-1 1,0 1 0,0-1-1,0 1 1,-1-1 0,1 1 136,6-2 0,1 1 0,-2 0 0,1-1 1,1 1-1,1-1 0,1 0-23,-10 1 1,4 0 0,0-1 0,-2 0 0,-4 1 23,11-1 0,-3-1 0,-3 1 0,-1 0 0,-1 0 0,2 0 0,2 0 0,2-1 2,-2 0 1,3 0 0,1-1 0,0 0 0,-1 1 0,-4 0-1,2-1 1,-2 1 0,-3 0 0,0 0 0,-1 1-1,0-1 1,2-1 0,3 1-8,0 0 0,2-1 0,1 0 1,0 0-1,1 0 0,-1 0 0,1 1-2,-10-1 1,1 1-1,0 0 1,0 0 0,0 1-1,0-1 7,1 0 0,0 1 0,0-1 0,0 1 0,-1 0 0,1 0-1,-1 1 0,0 0 0,-1-1 0,1 1 0,1 1 1,3-2-3,-1 2 1,3-2 0,1 1 0,-2 1-1,-3 0-3,9-1 1,-4 1-1,-3 0 1,0 0-1,0 1 1,2-1-1,3 0 1,5 0 71,-12 1 0,7-1 1,0 0-1,-8 2-67,13-3 0,-6 1 1,-3 1-1,-3 0 1,-1 1-1,1-1 0,1 0 1,4 0-1,4-1 4,-10 1 1,5-1-1,2 0 1,-1 1-1,-4 0-3,4-1 0,-4 1 0,-2 0 0,0 0 0,0 0 0,4 0 0,3-1 88,-10 1 0,5 0 0,0-1 1,-3 0-88,9 0 1,-4-1 0,-1 1 0,1-1 0,1 0 0,4 0 2,-5 0 0,4-1 0,1 1 1,-4-1-7,-2 1 1,-4 0 0,-1 0 0,1 0 0,4 0-9,1-1 0,3 0 0,1 0 1,1 0 9,4-1 0,1 0 0,0 0 0,2 0 40,-11 1 1,2-1 0,2 0-45,5-1 1,2-1-1,1 0 15,-13 0 0,5 0-11,15-2 0,3 0 765,1-2 1,4 0-654,7-3 1312,-1-2-1379,23 0 2810,11 0-2844,13-1 1678,16 1-1661,17 5 3,-20 6 0,0 5-509,6 4 0,0 7 503,3 11 0,-3 7-5,-12-3 1,-1 4 0,-2 4-783,0 10 1,-1 4 0,-2 4 749,-6-9 1,-1 2 0,-1 3 0,0-1-24,-4-7 0,0-1 1,0 2-1,-1 0 0,0 2-651,-1-1 0,1 3 0,-1 1 0,0 0 0,0-3 0,-2-3-1772,2 5 0,-1-4 1,-1-2-1,0 2 2168,1 5 0,0 3 0,-1-4 1,-2-12-1,0 8 0,-4-22 0</inkml:trace>
  <inkml:trace contextRef="#ctx0" brushRef="#br0" timeOffset="23714">994 3073 18581,'-9'-55'862,"-1"-1"1,1 1 0,0 0 0,1 0 0,2 9-113,1-4-220,2-2-250,2 22-268,1 17-1,4 18 23,2 5 0,10 24-17,1 8-6,-5-4 0,-1 2-20,-3-6 1,-1 0-252,-1 4 0,-1-2 288,-3 4 11,-2-10 157,0-17 218,0-4-60,-4-14-276,-2-10-61,-3-5 39,-4-29-62,6 17 31,2-10 1,1-1 24,4 1-19,5-4 0,4 1-9,9-3-22,8-7-1441,-2 30 1,1 4 1440,6 1-149,9 4 1,4 3 120,11 10-9,-14 6 1,0 5-1098,-9 5 1,-4 4 1116,16 17-42,-24-9 1,-5 4-260,-9 4 1,-4 1 294,0 21 11,-15-7 1,-6-3 17,-3-8 2,0-6 1,-3-2 2010,-5-7-1834,-13-3 207,11-17-240,0-10-102,15-4 3092,2-10-3120,10 7 1083,11-8-1105,6 10-16,24-2-7,11 8 9,-13 4 0,2 0-14,26 1-51,-13 5 1,-1 4-326,8 7 292,-20-1 0,-4 3-74,-7 19 80,-20-3-124,-25 13-19,-6-18 0,-3 0 109,6-6 0,-1 1-759,-23 11 0,-2-3-4801,-5-5 5700,20-9 0,2-3 0,3-3 0,16-7 0</inkml:trace>
  <inkml:trace contextRef="#ctx0" brushRef="#br0" timeOffset="24037">2253 2037 24379,'-52'-4'262,"0"0"1,3 3 0,7 6-199,14 18 299,7 16 0,3 3-95,4 6-189,1-4 1,4 4-516,13 3 0,8 1 421,7 7 0,5 2-1214,-6-14 0,1 1 1,2-2 1232,9 10 1,2-3-43,-1-6 1,-2-2-124,-10-10 1,-3-1 27,1-1 0,-2 1-300,-7 9 1,-5-2-832,-14 6-2741,-14 11 3990,-4-32 0,8-14 0,8-7 1</inkml:trace>
  <inkml:trace contextRef="#ctx0" brushRef="#br0" timeOffset="24246">1881 2840 21875,'34'-38'-427,"-1"-1"0,1 1 1,-2 1-1,1 2 1,0 4 426,10 3 0,-2 5 0,5-4 0,-3 2 0</inkml:trace>
  <inkml:trace contextRef="#ctx0" brushRef="#br0" timeOffset="24546">3008 1969 23441,'-56'-9'519,"-1"-1"0,7 3 0,9 4-453,22 9 72,9 10 351,19 5-444,1 3-56,11 4 1,5 3-9,-3-4 0,2 0-503,11 14 0,2 2 516,-4-6 0,-2 0-12,-2-2 0,-3 0-72,-4-4 0,-2-1-205,5 22 150,-14-9-331,-20-7-2404,-15-6 2887,-10-7 0,8-10 0,8-7 0</inkml:trace>
  <inkml:trace contextRef="#ctx0" brushRef="#br0" timeOffset="26896">1105 12367 23852,'-17'51'-180,"-1"0"1,1-1 0,1 0 0,1 0 0,5-2-801,7 13 0,4 0-3610,-1 1 1,1-2 4589,0-7 0,-1-5 0,2 14 0,-1-31 0</inkml:trace>
  <inkml:trace contextRef="#ctx0" brushRef="#br0" timeOffset="27154">808 12842 21108,'0'-48'483,"-1"-1"0,1 0 0,2 4 0,1 1 0,5 5-397,11 3 1,6 6-586,4-1 0,5 2 530,6 3 0,4 4-17,5 3 0,2 6-611,4 6 1,0 5 585,-11 3 0,0 7-120,-4 10 0,0 6 1,-5 3-288,-3 9 1,-5 5-156,-2-1 0,0 3 0,-8 2-649,-10 17 1,-13 1 431,-2-19 1,-6 0 0,-2-1 370,-5-1 1,-4 0-1,-2-3 368,-2-2 1,-3-1 0,-1-3 78,0-4 0,-1-2 0,-1-3-538,-16 5 1,0-6 509,9-7 0,4-5 0,-11 0 0,27-9 0</inkml:trace>
  <inkml:trace contextRef="#ctx0" brushRef="#br0" timeOffset="27596">2266 12570 23271,'11'-47'735,"0"-1"1,-2 6 0,-2 11-669,-6 23-106,-2 28 22,-1-1-124,-4 42-75,1-27 1,-1 2-1062,-2 13 1,-2 4 198,-3 5 0,-2 2-720,4-17 0,-2 0 0,0 0 1798,-1 3 0,0 0 0,0-5 0,1-1 0,1-5 0,-8 25 0</inkml:trace>
  <inkml:trace contextRef="#ctx0" brushRef="#br0" timeOffset="27753">2111 13242 13564,'9'-50'1385,"-1"-1"1,1 0 0,-1-4 0,1 0-1,-2 2-573,1-11 1,-1 2-1534,-1 19 0,0 1 0,0-1 824,3-17 1,1 2-23,2 10 0,3 4 3,-1 13 1,3 2-228,5-6 0,6 3-882,10 3 0,5 6-1227,-6 7 1,2 4 2173,3 4 0,-3 4 0,0 4 0,-19 5 0</inkml:trace>
  <inkml:trace contextRef="#ctx0" brushRef="#br0" timeOffset="27930">2300 13081 20543,'-4'0'3220,"1"0"-3068,3 0-108,34-70-117,-6 47 1,4 0-588,-4-7 0,2-5 0,2 6 332,9 6 1,3 6-1602,-3 2 0,3 1 1,-3 1-1309,-7 2 0,0 1 3237,26-7 0,-5 1 0,-21 7 0,-2 1 0</inkml:trace>
  <inkml:trace contextRef="#ctx0" brushRef="#br0" timeOffset="28203">3457 12479 18448,'0'-5'5467,"0"2"-4039,0 3-1092,-67-30 39,26 36-333,0-18 0,1 3 3,6 30 17,14-1-45,4 6-12,5 19 23,19-2-17,19 9-271,6-17 268,-5-15 1,2 1-15,4-1 0,0 0-11,-2 0 1,0 2-40,1 3 0,-5 0-11,-4 7-152,-25 13-111,-29-4-267,5-15 0,-4 0-22,-7 1 0,-5-4-2658,0-5 0,-3-2 0,3-2 1860,5 0 0,2-2 0,-11 0 0,9-4 0,26-6 0</inkml:trace>
  <inkml:trace contextRef="#ctx0" brushRef="#br0" timeOffset="28536">1212 13979 14051,'-52'14'388,"0"1"1,0-1 0,-4 1 0,0 0-1,5-1-122,5-2 0,4 0-6,-4-1 1,18 0 2387,43-5-2384,19-8 0,18-8 1,11-2-1,1-1 1,-9 2-1110,7 1 0,-4 2 0,6-3 852,-11 2 1,6-2-1,2-1 1,2 0 0,0-1-1,-2 2 6,-2 1 0,0-1 0,0 1 0,0 1 0,0-1 1,-1 1-13,-3 0 1,-1 0 0,0 1 0,0-1 0,2 1 0,4-1-124,-8 1 0,3 0 1,1-1-1,2 1 0,0-1 1,1 1-1,-1 0 1,0 0-1,-2 0 0,2 1 0,0 0 0,-1 0 1,0 0-1,0 1 0,-1-1 0,2 1 1,-1 0-613,4 0 1,0-1 0,1 1 0,-1 1 0,1-1 0,-1 0 0,-1 1 0,-1 0 733,4-1 0,-1 1 0,0 0 0,-1 0 0,-1 0 0,-3 1 0,-2 0 0,3-1 0,-2 1 0,-3 0 0,-2 1 0,-4-1 0,1 1 0,0 0 0,0 0 0</inkml:trace>
  <inkml:trace contextRef="#ctx0" brushRef="#br0" timeOffset="29396">6643 12493 24424,'14'-24'-246,"30"2"100,10 14 1,7 4-876,-18 1 1,0 0 0,-1 1 788,20 0 0,-3 2-102,-8 2 1,-5 3 560,10 11-512,-45 12 201,-29 1 30,-25 4 1,-11 1-31,5-6 0,-2 0 117,0 0 1,-3 2 0,0-1-350,5-3 1,1-2 0,1-1 483,1 1 1,1-2-1,2 1 22,-16 6 1,5-1 314,14-7 0,4-1-443,-5 8 140,33-14 50,34-11-146,34-17-89,-13 1 0,2-1-108,-4 1 0,2-3 113,4-1 1,5-2-1,-3 0-60,1-1 0,0-1 66,-6 1 0,3-1 0,-4-1 30,2-4 1,-7-2-31,-7 2 1,-6-2 52,-8 1 0,-5-2 70,-2-24-67,-15 11 219,-26-14 55,-4 23 124,-14-11-18,11 20-67,10 7 644,11 8-929,8 5 1557,4 2-1652,13 12 433,10 7-456,18 18-5,-17-12 0,0 2-376,-1 6 1,-2 2 16,-3 3 1,-4 3-883,-4 4 0,-5 1 1252,-7 7 0,-2-3 0,0 7 0,-8-7 0</inkml:trace>
  <inkml:trace contextRef="#ctx0" brushRef="#br0" timeOffset="30071">8930 12655 22660,'10'-56'637,"-1"0"1,1-1-1,-2 8 1,1 0-1,-1 6-368,1 6 0,-1 5-12,3-8-217,-6 23-52,-3 25 35,0 22-18,0 25-264,0-18 0,-2 1 203,-1 5 0,-2 1-199,-3 15 1,-1 0 100,1-18 0,-1-1-705,-4 19 1,0-3 387,6-24 1,0-1 41,0 2 1,1-2-3148,3 7 3582,3-25 134,2-24 67,-3-16 107,-5-19 72,-5-13-87,-1 16 1,-2-1-76,2 4 0,-1 0-118,1 1 1,0-1 89,1 4 0,1 0 129,0-19-202,4 22 1,2-1 298,11-23-389,14 9 1,18 11-29,16 10-2,-25 18 0,2 4 154,2 4 0,1 4-166,0 4 1,0 6-43,6 12 1,-2 4 14,-13-8 0,-3 2-96,7 14 0,-6 3-221,-10 21 185,-13-21 0,-5 0 31,-8 2 0,-8-2-23,-17 8 0,-6-4 994,1-7 0,-3-4-1030,1-1 0,-2-3-776,2-8 0,2-4 404,8-7 1,3-1 0,-15 5-1,12-6 1</inkml:trace>
  <inkml:trace contextRef="#ctx0" brushRef="#br0" timeOffset="30620">9774 12739 18666,'-3'4'4537,"1"-1"-2150,2-3-2208,-9-9-168,7 7 101,-1-9-73,10 10 23,18-4-17,7-5 22,23-9 17,-7-4-23,-5 0 152,-13-10-95,-19 4-62,1-6 39,-12-5 11,-5 10 90,-8-7-89,-5 16-62,0 6 5,-6 15-33,-8 19-23,-2 10-303,-2 21 253,13 8 16,15-24 1,2 0-56,-1 22-294,10-12 0,5 1-203,3-13 1,1-2 98,0 8 1,6-1-2947,15 0 0,6-6-1477,-9-14 1,0-3 3935,5 6 1,-1-4-1,4-8 1,-28-6-1</inkml:trace>
  <inkml:trace contextRef="#ctx0" brushRef="#br0" timeOffset="30980">10509 12829 15832,'28'-55'1286,"1"0"0,-1-1 0,-2 6 0,-1 1 0,-5 3-474,-2-5 0,-5 5-448,-4 14 1,-3 2-90,-3-16 116,-10 26 379,2 13-630,-1 1 88,2 6-223,-1 9 125,3 3-119,-1 4 346,2 0-357,2-6 23,1 0-34,0-3 22,0-4 498,-2-3-492,-4-3-34,1 1 12,-2-2-1,3 3-173,1-1-1423,1 1-924,3 3-7305,3 3 8246,0 1 1,0 0 0,-4-4 0</inkml:trace>
  <inkml:trace contextRef="#ctx0" brushRef="#br0" timeOffset="31687">10766 12618 12410,'0'-5'8704,"0"1"-7861,1-27 0,-1-8 451,-2 2-813,0-9 1,-2 1 230,-7 9-421,0 13 314,-2 5-482,6 12-123,-3 7 28,2 23-11,-5 25-17,4-9 0,0 5-289,-2 11 0,-2 3 289,4-13 0,-1 1 0,0 2-663,-2 3 1,-1 1 0,0 1 649,-1 1 0,-1 1 0,0-1-8,0 1 1,0 0-1,0-3 10,3-11 0,1-2 0,0 2-17,-2 11 0,1 1 0,0-4-1241,0-2 1,0-4 1276,1 5 1,-1-4 8,-5-3-1,10-48-1520,0-24 1504,4-8 22,3-12 0,1-7 115,4 10 0,1-4-134,-1 1 1,1-4 0,2 0-1,2 4 1,0 1 0,2-1-1,1-2 1,0-1 0,1 0 1,1 0 1,1 0 0,0 1-4,1 1 0,0 0 0,1 1-6,-1 3 0,0 0 1,0 2 3,0 4 0,0 2 0,0 1-6,7-10 0,-1 4 962,-1 9 1,1 5-1013,25-9 34,-16 22-12,9 20 12,-15 18 22,4 23-23,-17-12 1,-3 2-29,-1 6 1,-5 1 1126,-5 3 0,-5-1-1138,-5 0 1,-6-2-1,-7-1 1,-5-4-54,-4-3 0,-4-4-196,-2-4 0,-3-3-359,0-5 1,1-3-1098,2-5 0,2-3 1767,-19-2 0,25-4 0,18-3 0</inkml:trace>
  <inkml:trace contextRef="#ctx0" brushRef="#br0" timeOffset="32031">11189 12657 20487,'3'3'3428,"0"-1"-3014,-3-2-11,21-66-33,-6 22-798,2-7 0,2-4 584,-5 17 1,0 1-25,2-8 0,0-1-23,2-2 0,-1-1 14,0 0 0,-1 1 166,-3 6 0,-1 4 19,3-19-140,-9 28-191,-8 18-21,-5 25 38,-8 22-22,5-4 0,-1 4-153,-1 11 1,1 4 62,-2 8 0,1 4-650,4-18 1,0 2 0,0 0 333,0 1 1,0 1 0,0 1-536,1-1 0,1 0 0,0-1-2308,0-2 0,2 0 0,0-3 3157,0 12 0,1-5 0,2 11 0,1-33 0</inkml:trace>
  <inkml:trace contextRef="#ctx0" brushRef="#br0" timeOffset="32503">11199 12747 15087,'-8'-57'1891,"-1"0"1,0 6-1,5 5-1734,13-1-314,13 7-308,18 4 53,-12 18 1,3 1-533,7 0 0,0 0 753,-6 4 1,1-1-54,18-8 1,0-1 274,-17 5 0,0-1 100,13-9 1,-1-1 162,-14 3 0,-3 0 196,-4 0 0,-2 0 854,11-22 465,-10 7-521,-10 10-243,-5 11-765,-6 9-12,-1 6-212,-2 21-11,-2 0 34,-5 39-68,3-23 0,-2 2-581,-2 13 1,0 3 574,-2 3 1,0 2-9,-1-1 0,1 0-34,0-5 1,2-3 36,2-6 0,2-4-6,-1 15 40,6-23 134,4-18 56,6-17 50,21-25-150,-7 2 503,0 1 1,1-1-415,15-17-107,-15 19 0,2-1-30,-1 3 0,1 1-26,3 1 0,-1 4-44,11-5 91,10 6-119,-17 20-129,9 11-370,-4 16-922,-19 4 1,-5 3-1179,4 18 2260,-12-13 0,-2-4 0,-5-11 0,0-2 1</inkml:trace>
  <inkml:trace contextRef="#ctx0" brushRef="#br0" timeOffset="33146">14230 11983 17949,'1'-58'1497,"0"0"1,0 0 0,-1 8-557,-5 12 145,-5-3-672,-1 20-240,-5 8-140,5 17 16,-18 35-31,15-9 1,0 4-165,-10 23 1,0 3 155,6-9 0,0 4-623,3-7 0,-1 7 1,0 2-1,1-4 602,-1 3 1,0-2 0,1 2-4,1-7 1,0 1-1,0 2 1,-1 1-198,0 7 0,-1 3 0,1-2 0,2-7-62,-2 7 1,1-1-172,3-9 1,-1 5-1,1 1 1,2-4-1125,3-1 1,1-4-1,1-2 884,-2 13 0,0 0 52,2-14 0,0 0 0,-2-6-814,-16 19 1206,1-29 1,-5-5 849,-24-7-345,18-22 0,0-7-733,3-12 1,3-4 622,3 2 1,2-4 423,-4-15 0,4-6 206,14 9 0,4-3 0,0 1-504,-2-10 1,5-3-507,9 11 0,6-6 1,3 2-1,-1 7 291,5 1 0,4 3-71,8-8 1,5-3-1,1 6-165,9 4 1,2 6-984,-6 5 0,2 0 0,3 2 1152,6-1 0,1 3 0,-4 2 0,-5 2 0,-3 3 0,-2 2 0,0 1 0</inkml:trace>
  <inkml:trace contextRef="#ctx0" brushRef="#br0" timeOffset="33337">14752 12226 25141,'-32'-36'253,"2"25"-225,25 29 5,-12 42-38,8-26-83,-1 8 1,1 3-568,-1 9-914,4-14 1,1-2-84,0 9 1652,3 2 0,1-33 0,1 4 0</inkml:trace>
  <inkml:trace contextRef="#ctx0" brushRef="#br0" timeOffset="33480">14875 12064 16728,'0'-6'2790,"0"1"-4039,0 5 0,0 0 0</inkml:trace>
  <inkml:trace contextRef="#ctx0" brushRef="#br0" timeOffset="34054">15075 12285 20610,'0'-4'4453,"0"1"-3641,0 3-784,11-15-56,2 27-22,12-3 33,-7 24-1730,-7-3 1,-2 1 1657,-2 4-55,-6 7 1,-3 2 87,-11 1 186,-8 13-18,5-36 263,-1-20-241,9-27-111,0 1-18,10-26-21,12 10-214,13-11-309,-7 26 0,2 2-38,18-12-787,-5 13 0,3 3 1683,17-3-2496,-16 8 1,1 1-3234,21-1 1921,-6 4 3494,-10 2 4370,-10-2 1181,-13-5-1674,-9-4-2578,-8-1 651,-3-8-45,-4-3-458,-2 1-903,-4 0-213,1 16-235,3 5-28,1 6-124,3 3 62,3 11-5,6 12-12,9 18 6,-1-1-3,-1-3 1,1 2-26,7 17-184,-8-16 1,1 1 121,-6-9 1,-1-1-224,2 26 94,-10-15-1019,-31 10-442,-14-22 257,8-11 1,-4-4-1919,-2-6 0,0-5 3341,3-4 0,3-2 0,-11-1 0,21-3 0</inkml:trace>
  <inkml:trace contextRef="#ctx0" brushRef="#br0" timeOffset="34612">16124 12594 25782,'25'-37'182,"-1"0"0,0 1 0,10-17 0,-10 2-135,-20 19 1,-5 1-1479,2-8 1,0 0 1447,-1 7 0,1-3 27,2-24 1,1-4-121,0 18 1,0-1 123,0 4 1,0-2 0,-1 2 60,1-4 0,0 5 126,-1-23 664,-1 28-855,-4 20-5,-2 15-50,-7 20 1512,-1 4-1526,-6 32 0,-1 8-67,10-30 0,0 3 32,-2 15 0,-1 8 0,3-4-212,5-1 1,3-2-436,2-9 1,1 1 0,2 0-599,4 17 0,3-3-1854,5-7 0,4-3 2894,-3-11 1,1-4 0,6 5 0,-10-22 0</inkml:trace>
  <inkml:trace contextRef="#ctx0" brushRef="#br0" timeOffset="34779">16256 12290 25797,'-38'-40'274,"0"0"0,1 5 1,18 7-320,42 12-162,22 6-132,-10 3 0,3 1-1608,7 0 1,2 1 1946,6-1 0,-2 2 0,8 0 0,-11 0 0</inkml:trace>
  <inkml:trace contextRef="#ctx0" brushRef="#br0" timeOffset="35321">18355 12199 13401,'1'-8'4450,"0"-24"1,1-7-3057,-4-5-1275,1-5 0,-2-1 682,-7-7-230,-7 9-392,2 16 305,-7 9-395,-6 15 58,-1 12-125,-11 29-28,19-2-2,9 0 0,3 3-20,7 22 14,5-20 0,3 1-192,4 0 1,4 0 202,5-3 0,4-1-3,2-2 1,1-3 5,1-2 0,-1-1 394,19 15-383,-18-8-6,-21-9 1,-27-9-23,-25-6 11,12-6 1,-3-3-9,-6-1 0,-2-3-62,-1-1 1,0-3-270,2-2 1,3-3-301,7 0 1,4-2-3881,-7-16 4525,26 4 0,10 11 0,8 8 0</inkml:trace>
  <inkml:trace contextRef="#ctx0" brushRef="#br0" timeOffset="36279">18828 12135 21136,'4'2'3215,"0"0"-2498,-4-2-599,7 31-45,6-20 106,38 26-61,-2-33-45,-15-2 0,0-3 139,12-8 18,-13-7-56,-15-10-46,-9-7 52,-12-13-108,-3 14 85,-12-9-34,-3 25-61,-8 1-34,-4 10-17,0 13-22,2 11-17,4 14-39,8 11-140,7 7 39,10-7-236,9-12 1,6-1-878,16 12 460,-4-12 1,3-3-287,2-7 1,2-3-149,4-3 1,1-3 94,3-3 1,3-4 475,13-5 1,-1-3 521,-17 0 1,0-2 1004,23-11 0,-5-2 271,-12-2 132,-6-1 1,-3-2-149,-10 1 1127,12-26-1071,-21 15-2937,-3-17 2040,-13 23 68,-13-1-168,-6 17 191,-10 3-331,4 6 22,-20 27-50,24-9 105,-16 28-116,24-14 3352,4 9-3403,6-1-3431,19 1 3476,-4-16 6,19 0 39,-5-19 28,9-7 5,-1-9 73,-1-14-16,-12-2 3352,-5-1-3308,-11 0-5,-7 7 22,-3 0-3465,-7 7 3302,2 10 35,-9 10-40,7 3-12,-9 19-4,11-1-12,3 21 22,19-12-28,5-3 18,24-6 4,6-11 9,-14-7 1,2-2 16,9-3 0,-1-3-14,16-2 19,-21-6 1,-4-3-3,-8-10-12,2-6 3438,-15-8-3398,-9 1 27,3-22-16,-1 6-28,1 3 17,8 7-11,3 12-6,13-3-28,-9 15-23,12 9 23,-20 14-11,11 15-6,-12 12-36,-4-4 0,-1 2-277,5 27-576,-5-23 1,-1-1 221,5 8-2101,12 4 2785,8-12 0,-11-11 0,2-6 0</inkml:trace>
  <inkml:trace contextRef="#ctx0" brushRef="#br0" timeOffset="36855">21088 12126 25175,'-56'-18'82,"1"0"0,-5 12 1,8 13-83,19 34-6,13-16 0,1 3-1436,4 6 0,5 0 1341,2 2 317,5-4 0,3 1-1061,14 5-768,5-11 0,3-2 95,15 5 98,7-13 0,4-5 1305,-13-10 1,-1-3 355,8 1 0,1-3 117,9-11 1,-3-6 159,-15 0 0,0-3-900,14-13 1,-1-3 706,-18 9 0,-2-3 388,-2-5 0,1-5 0,-5 3 15,-3 7 0,-2-1-131,3-14 1,2-8-1,-5 8-365,-7 16 1,-3 1 330,4-30 0,-2 2-260,-6 19 218,-3-23-409,0 47-12,-2-1-100,2 18 17,-2 26-28,-2 19 362,0-5 0,1 3-354,-1-7 1,1 1-8,-1 5 1,0 4 0,1-3 3,-1 2 0,1-1 3,-1 19 1,1-2 2,2-27 0,2-2 8,4 2 1,2-4 431,5-6-423,12 3 91,6-31-86,11-15 29,14-14-318,-24 13 1,2-2 325,1 1 0,1 0-9,1 2 0,-1 2-16,19-6 555,-18 14 0,-1 4-589,7 11-66,13 12-292,-22 19-236,-12 0-3927,-6 21 4521,-11-16 0,0-6 0,-3-16 0</inkml:trace>
  <inkml:trace contextRef="#ctx0" brushRef="#br0" timeOffset="37786">7457 13905 15742,'56'-11'101,"1"1"0,-1-1 0,0 0 1,1 1-1,-1-1 0,0 1 0,-1 0 1,2 0-1,0 1 0,1-1 0,-1 1 1,-1 0-1,-1 1 0,-3 0-824,4 2 0,-3 0 0,-1 1 1,-1 0-1,3 1 0,2-2 806,-3 1 0,1 0 1,2-1-1,1 1 1,1-1-1,1 0 1,0 1-1,0-1-94,-3 1 1,0-1 0,0 1 0,0 0 0,2-1 0,0 1 0,1 0 0,2-1 0,1 0 104,-4 1 1,3 0 0,1-1 0,1 1-1,2-1 1,0 1 0,0-1 0,-1 0-1,0 1 1,-1 0 0,-3-1 0,-1 1-106,4 0 1,-2 0 0,-3 0 0,0 0 0,-1 0-1,1 0 1,1 0 0,3 0 0,3 0 41,-10 1 1,2-1 0,2 1-1,2-1 1,0 0 0,2 1-1,0-1 1,0 0 0,1 1-1,-2-1 1,0 1 0,-2-1-1,-1 1 1,-2 0-87,10 0 0,-2 0 1,-1 0-1,-2 0 1,0 1-1,0-1 0,-1 1 1,1-1-1,0 1 1,0-1 71,-4 1 0,-2-1 0,-1 1 1,0 0-1,1-1 0,0 1 1,1-1-1,1 1 0,3 0 1,2 0-1,4-1 18,-15 2 1,4-1-1,1 1 1,3-1-1,1 0 1,1 1 0,2-1-1,1 0 1,0 1-1,1-1 1,-1 1 0,1-1-1,0 1 1,-1-1-1,-1 1 1,-1 0-1,-2-1 1,-1 1 0,-1 0-1,-3 0-12,12 0 0,-3 0 0,-2 0 1,-2 0-1,-1 1 0,0-1 1,-1 0-1,1 1 0,0-1 1,0 1-1,3-1 0,0 0 1,3 1-16,-8-1 0,2 0 0,0 1 0,2-1 0,0 0 0,1 0 0,1 0 0,0 0 0,0 0 0,0 1 1,1-1-1,-1 0 0,-1 0 0,0 1 0,0-1 0,-2 1 0,-1 0 0,-1 0 10,7 0 0,-1 0 0,-1 0 0,0 0 0,0 0 0,-2 1 0,1-1 0,-2 1 0,1-1 0,-2 1 0,1 0 0,-1-1 0,-1 1 0,0 0 1,2-1 0,-1 1 0,-1 0 0,-1 0 0,0 0 1,-1 0-1,0-1 0,1 1 0,0 0 0,1 1 1,1-1-1,2 0-6,-6 0 0,2 0 1,0 0-1,1 1 1,0-1-1,1 0 1,0 0-1,0 1 1,1-1-1,0 1 1,-1-1-1,0 1 0,0-1 1,0 1-1,-1-1-2,3 1 1,0 0-1,0-1 1,0 1 0,0 0-1,-1 0 1,1 0 0,-1-1-1,1 1 1,-1 0 0,0 1-1,0-1 1,0 0 0,-1 0-9,4 0 1,-1 1 0,0-1 0,0 1 0,0 0 0,0-1 0,0 1 0,-1 0 0,0 0-1,0-1 1,0 1 0,0 0 0,-1 0-4,3 0 1,-1 1-1,1-1 1,-1 0-1,0 0 1,-1 1-1,1-1 1,-1 1-1,0-1 1,-1 1-1,0-1 1,0 1-2,1-1 1,0 1-1,-1 0 1,1 0-1,-1-1 1,-1 1-1,0 0 1,0 0-1,-1 0 1,0 0-1,-1 0-17,7 0 1,-1 0 0,-1 1 0,0-1 0,-1 0 0,0 1-1,-1-1 1,0 1 0,-1-1-376,4 1 1,-1 0 0,1 0 0,-1 0 0,-1 0 0,-3 0 0,-1 0 0,-3-1 392,8 1 0,-2 0 0,-4 0 0,-1-1 0,-3 1 0,2 0 0,-1 0 0,-5-1 0,-11 0 0,7 0 0</inkml:trace>
  <inkml:trace contextRef="#ctx0" brushRef="#br0" timeOffset="41216">27941 2726 23416,'-15'60'2,"0"0"1,3-9 0,1 1 0,0-3-941,0 1 1,1 0 537,2-3 0,2 4 1,1-3-1594,3-1 1,3-1-1705,3 8 0,3-1 3697,1-12 0,1-4 0,6 5 0,-4-23 0</inkml:trace>
  <inkml:trace contextRef="#ctx0" brushRef="#br0" timeOffset="41550">28235 2771 10206,'-14'-52'1587,"1"0"0,-1 0 1,-1 5-1,-2 1 1,-6 5-769,-11 2 1,-7 4 0,1 6-1249,-4-1 1,-3 8 723,-5 12 0,-6 6 0,3 7-570,11 6 0,3 6 0,-1 3 454,-10 5 0,-2 5 0,1 4-90,14-4 1,2 2 0,0 3 0,2 3-8,-4 10 1,3 6 0,1 2-1,4 0-67,7-7 1,3 1-1,2 0 1,2 0-16,-1-1 0,0 1 0,5-1 0,6 0 1,10 9 1,10 0 0,7-6-15,6-10 0,7-4 0,4-1-329,1-3 1,3 0 0,4-1 0,2-3 292,6-1 0,3-4 0,2-2 0,1-2-289,-10-5 0,2-2 0,0-2 0,0-1 0,0-2 326,11 0 1,2-3 0,-2-2 0,0-4 27,-4-2 1,-1-2 0,0-3 0,-3-3-141,-4-1 1,-2-2-1,-1-2 1,-2-2 145,9-8 0,-3-4 1,-4-3-20,-6-2 1,-3-2 0,-4-3-14,-4 0 1,-4-3 0,-4-2-99,-4-12 0,-4-3 0,-4 3 116,0-4 0,-8 1-3,-6 4 1,-6-2 0,-6 6 411,-12 1 1,-9 4-648,-5 3 0,-6 0 1,1 4 6,13 12 1,1 3 0,-5 2-2187,-8 1 1,-6 0 0,0 3-1,6 5 2309,-2 2 0,2 4 1,-8-3-1,5 2 1,12 7-1</inkml:trace>
  <inkml:trace contextRef="#ctx0" brushRef="#br0" timeOffset="42666">27560 3895 17468,'10'-42'1132,"0"1"1,0-1 0,5-16 0,-12 18-920,-25 40 86,-9 12 1,-3 5-98,-13 8-1293,6 2 0,-7 7 0,2 1 1130,13-7 0,2 1 1,-3 2-26,-1 3 0,-4 2 0,1 1 0,2-2-13,2 1 1,2-2 0,-2 4-12,-3 5 0,-2 4 1,0 0-1,4-5-15,-3 5 0,0 1-48,3-2 0,-6 8 0,0-1 0,7-7-50,1 2 0,3-2-79,3-6 0,-1 1 0,5-6 6,-6 14 447,19-30-430,22-38 179,21-28-514,-6 7 1,4-4 548,-6 9 1,2-3 0,1 0 20,4-6 0,1 0 0,-1 0-24,-5 8 0,0 0 0,2-1 47,2-2 1,4-2 0,0 1 0,-2 3-13,-2 3 0,-1 3 0,1-2-4,12-10 1,2-3 0,-1 5 53,5-1 1,-1 5 485,-3 5 1,0 5-501,0 7 1,0 4-57,-11 5 1,1 5 70,22 9 0,-1 7-90,-26-3 0,1 3 0,17 11 0,6 7 0,-2 1-576,-15-5 0,-3 1 0,2 1 524,6 4 0,1 1 0,3 2-237,-4-1 1,3 3-1,0 1 1,-3-3-1613,0 0 0,-3-1 0,1 1 1873,-1-2 0,1 2 0,0 0 0,-6-5 0,5 5 0,-7-6 0,3 5 0</inkml:trace>
  <inkml:trace contextRef="#ctx0" brushRef="#br0" timeOffset="43626">26463 5434 23892,'-31'-29'326,"-1"0"1,3 2 0,6-1-204,10-9-50,9-6-39,18-2-12,20 3-5,19 7-14,-23 23 0,2 3-9,29 2 6,-10 20-17,-16 17 0,-17 24 17,-18-19 0,-5 1-551,-7 5 1,-5 1 538,-9 4 1,-5-2-608,-7 3 1,-2-2 604,-3 0 0,0-2 14,2-3 0,1-2-240,7-5 1,2-4 228,-9 9-28,15-10 22,24-20 662,16-1-746,25-9-213,23-4 42,-23 1 1,2-2-86,6-2 1,1 0 177,-9 1 0,2-1-234,0-1 0,2-2 1,-2 0-245,0-2 1,-1-2 160,16-7 1,-1-5-105,-20 2 1,-5-4-124,-5-4 1,-5-1 470,-6 6 0,-5-3 114,-4-21 1,-8-2 341,-5 16 1,-4-1 260,-6-17 0,-5 1 67,-7 11 0,-2 5-319,4 9 0,-4 2 186,-6 5 1,-6 2-1,1 4-41,-9 2 1,-3 3-798,1 2 0,-4 1 0,4 3 585,-3 3 0,0 6 115,-1 6 1,-4 5-1,7 2-236,9-2 1,1 5 78,-8 4 1,-6 5 0,4 6-2,18 0 1,1 4 0,2 2-1,2-4-81,-3-2 1,2-2 0,5 9-1,8 9 0,2 12 1,6 5-1,5-4 1,8-11-60,19 7 1,14-5-93,-8-2 1,4 6 0,3-3 0,5-11 53,12-14 0,5-10 1,2-5 36,-12-2 0,2-2 0,0-2 1,1-2 30,1-2 0,1-1 0,0-2 0,0-2 21,1-2 0,1-3 0,-2 0 0,-1-1 6,3-1 1,-2-1-1,1-5 40,-3-3 0,3-4 1,-2-2-1,-6-1-21,-5 0 0,-5-1 1,1-3-11,11-10 1,1-5 0,-7-1-98,-15 5 1,-6-1-1,-3-2 72,-3-1 0,-3-1 0,-3 2 1,-1-9 1,-7 0-47,-6 7 0,-6-2 0,0 7-43,0 9 0,-3 3-972,-23-22 0,-5 7-4078,-6 15 5134,18 11 0,1 3 0,5 7 0,15 3 0</inkml:trace>
  <inkml:trace contextRef="#ctx0" brushRef="#br0" timeOffset="44250">28558 4808 15659,'-5'2'4542,"2"0"-1327,3-2-3069,11-64-62,16 38-59,-7-11 0,6 3 9,36 23-43,-29 10 1,0 3-20,0 3 0,-1 4 3,-1 3 0,-3 4 27,4 11 1,-3 2-3,8 13-6,-14-1 1,-5 1 5,-7-5 0,-4-2 0,-5-1 28,-17 6 28,-14 6 95,-17-7 56,15-22 1,-1-3 363,-21 3-196,10-9-55,23-15-259,18-2 35,16-11-74,-2 10-39,20-5-5,2 10 27,17 1-19,-14 11 0,2 3 14,15 3-6,-14 6 1,-1 3-23,6 16 11,-20-13 1,-2 2-68,4 27-1,-29-22 1,-10-2-112,-28 19-49,13-27 0,-3-2-7,-11-4 0,-3-5-241,7-4 1,-2-4-1119,-17-4 1,0-3 330,19 0 0,2-2-3636,-9-9 1,6-2 4463,12-1 0,3 0 0,17 13 1</inkml:trace>
  <inkml:trace contextRef="#ctx0" brushRef="#br0" timeOffset="44583">28968 4495 15726,'-3'-5'2800,"-42"-6"1,-12 1-3672,6 9 1138,3-2 0,-11 1 1,4 5-714,3 11 0,3 6 545,5-3 0,-1 3 0,0 4-49,5 3 0,-1 3 1,2 3-1,2-3-41,1 0 1,3-2-1,2 7 3,0 9 1,0 8 0,4 1 0,6-7-16,5 0 0,6 0-14,4 10 0,4 5 1,9-5-24,16-5 1,11-5-4,-2-8 0,6-1 0,5-3-20,5-6 0,7-3 0,2-3 0,0-1-481,-1-3 0,0-2 1,0-2-1,1-1 539,1 0 1,0 0 0,1-2 0,0-3 11,2-3 0,0-1 0,0-3 0,-2-3-258,4-3 0,-3-4 0,3-4 301,-5-2 0,3-4 1,-1-2-1,-5-1-19,-4 2 1,-5-1 0,-4-8 43,-8-8 1,-2-7 0,-5-3 0,-8 6-34,-6-3 0,-9-2-5,-2-12 0,-5-8 1,-5 5-9,-4 17 1,-5 4 0,-5-2 5,-4-2 0,-5-2 0,-4 1 0,0 4-24,1 7 0,0 2 1,-3 2-1,-3 2-387,-7-2 0,-4 1 0,0 4 0,2 4 277,2 4 0,1 5 1,-2 3-580,-8 2 0,-2 4 0,2 4 633,9 5 0,1 2 1,3 0-1,-6-3 1,3 1-1,8 4 1,-1 1-1</inkml:trace>
  <inkml:trace contextRef="#ctx0" brushRef="#br0" timeOffset="45243">26192 5977 21730,'-43'15'426,"-1"0"1,1 0 0,-3 3 0,1 2 0,1 3-351,4 5 1,1 3 0,1 0-718,5-5 0,0-1 0,-5 5 652,-4 3 0,-6 5 0,-3 3 1,3-2-1,5-4-1043,3-2 0,4-3 1,-5 4 999,4-2 0,-5 4 0,-3 2 1,0 1-1,2-1 0,6-3-202,-10 12 1,7-3 0,-1 2-454,4-4 0,-1 2 1,1 1-1,3 0-1771,4-3 0,2 1 1,2-1-1,2-3 1862,0 1 0,2-2 0,4-2 1,0 3-1,5-7 0,6-14 0</inkml:trace>
  <inkml:trace contextRef="#ctx0" brushRef="#br0" timeOffset="45676">24611 7222 17210,'0'-5'3176,"0"1"-1496,0 4-1265,-67 11-17,33 20-969,-10-7 0,0 5 672,22 5 0,7 5-26,-3-1 1,2 2-23,1 7 1,1-1-43,-2 15 8,8-21 1,2-4 326,2 2-358,4 2 46,8-15 145,18-20-106,-1-10 11,15-13 134,8-14 20,-14 8 0,2-1-70,-2 1 0,0-1-20,2-1 1,-3 1-2,3-1-91,-17 12-17,-11 14 118,-13 32-107,-9 17-39,2-10 0,-2 4 54,-1 3 0,-2 0-118,0 3 0,1 1-197,1-1 1,2-1-390,2 0 1,3-3 61,2-10 0,2-2-3117,4 7 0,4-5-5973,8-4 8897,1 4 1,-3-30 0,-7-5 0</inkml:trace>
  <inkml:trace contextRef="#ctx0" brushRef="#br0" timeOffset="46042">25019 7496 10374,'10'-49'1333,"0"1"0,0 0 0,0 0 0,1-10 1,-1 2-1,-6 4-636,-8-1 0,-6 7-428,2 13 0,-8 4 319,-25 2 1,-10 10-321,5 14 1,-3 7-740,0 0 0,-3 3 1,0 4 578,2 6 0,0 4 0,0 2-420,-2 5 0,0 2 0,1 3 335,12-6 1,1 2 0,1 1 0,1 2-17,0 0 0,1 2 0,1 2 0,2 2-320,-3 10 1,1 4 0,3 0 0,2-2 304,1-2 1,3-2 0,2 3-23,3 0 1,2 5-1,3-1 1,5-4-181,5 13 0,9-3 135,3-14 1,4 0-1,6-3-29,17 8 1,12-9 15,-8-20 0,5-5 0,3-5-41,5-6 0,3-5 1,1-4-36,4-4 1,2-5 0,-1-3 158,-13 1 1,1-2 0,-1-3 0,0-1 32,0-2 0,-1-1 0,0-3 0,-1-1 23,-1-1 1,-1-2 0,-1-2 0,-2-1 9,-2 0 1,-1-2 0,-2-1 0,-2-1 14,7-13 1,-3-1-1,-4 0 215,-4 1 1,-4-1 0,-3 1-221,-5 3 0,-3 0 0,-4 1 63,-1-16 0,-9 3-87,-9 8 1,-8 4-34,-8 7 0,-6 6-48,-6 5 1,-5 6-121,-1 5 0,-2 4-465,3 4 1,1 4-1480,6 3 0,3 3 2098,-11 4 0,22 0 0,14 1 0</inkml:trace>
  <inkml:trace contextRef="#ctx0" brushRef="#br0" timeOffset="46433">26906 6140 19204,'-1'-61'1331,"0"0"0,-1 7 1,2 8-991,1 19-173,4 20-78,0 14 78,10 33-115,-7-9 0,1 4-1035,3 17 1,1 4 891,-5-11 1,0 3-1,0 0-1161,-1 6 0,0 2 1,0 2 1250,-1-9 0,-1 2 0,0-1 0,-1-5 0,1 11 0,-1-4 0,0-2 0,1-1 0</inkml:trace>
  <inkml:trace contextRef="#ctx0" brushRef="#br0" timeOffset="47065">27302 7068 17899,'-2'-5'4302,"0"1"-3535,2 4-425,-60-37-202,29 37-254,-10-14 1,0 5 175,12 26 122,-10 8-55,2-3 22,-14 4 17,-7-2-209,28-14 1,-2-1 124,1-3 0,-1-1 101,-26 1 28,11-5 181,17-3-299,15 0-95,9 0 11,7 2 267,6 0-289,7 5 39,9 5 0,4 6 28,11 23-22,-16-5-18,-1 19 40,-26 2-49,-3-17 15,-16 17 12,3-23 10,-6 4 12,6-9 107,6-12 44,8-9 6,9-26-185,2 6 5,5-16 18,7 7-18,6 0-3402,17-2 3374,-12 9-5,15 6 12,0 18-1,-6 1-1160,-2 10 1,-1 3 1126,-3 3-15,-2 1 1,-2 5-392,-4 26 291,-18-25 0,-4 1 55,-1-1 1,-7-1-180,-13 3 1,-7-1-118,1-6 0,-5-2-625,-19 10 1,-2-3 391,16-11 0,0-4 611,-24-2 0,6-6 0,24-7 0,-18-6 0</inkml:trace>
  <inkml:trace contextRef="#ctx0" brushRef="#br0" timeOffset="47432">26914 6957 18481,'-13'-54'1609,"0"1"1,-5 7 0,-7 15-1800,-29 37 430,18 8 1,-6 5 0,3 2-1047,-7 8 1,-1 5 866,3-1 1,-2 3 0,3 2-34,8-1 0,4 1 0,2 0-20,-6 9 0,5 2-14,9-7 1,3 4 0,4-1-21,2 14 1,7 1-214,2-10 1,4 2-1,8-1 69,11 4 0,9-1 0,4-5 26,3-9 1,5-5-1,1-3 67,2-1 1,3-3 0,2-6-40,7-8 0,4-7 0,-2-4-366,-9-4 1,-1-3 0,1-2 492,9-2 0,3-3 1,-1-5 45,-11-3 1,-1-4-1,0-2 1,-3-1 9,6-6 0,-3-1 0,-1-2-41,-3-1 0,-2 0 1,-3-3 12,-6 0 0,-3-2 0,-3 0-249,1-12 0,-4-4 262,-5 0 1,-2-5-1,-3 1-9,-4 11 0,-4 0 0,-3 0-365,-4-5 1,-4-1 0,-4 6 351,-2 3 1,-8 7 25,-13-2 0,-10 8-15,-13 11 1,-5 6-70,0 1 0,-3 4-101,16 7 0,-3 3 1,5 4-676,-4 4 0,6 5 949,11 2 1,4 1 0,-1 3-1,19-4 1</inkml:trace>
  <inkml:trace contextRef="#ctx0" brushRef="#br0" timeOffset="47882">29429 5759 19081,'18'-40'969,"0"1"0,-1 0 0,11-22 0,-5 13-387,-11 28-173,1 1-11,-21 32-51,-13 26-252,1-6 0,-3 5-1892,-9 12 1,-1 2 1812,4-6 1,-2 2-12,2-2 1,-3 2 0,1 3-299,4-8 0,0 3 0,-1 0 0,1 1 137,0 2 1,-1 0 0,1 2-1,-1 0-177,4-3 1,-1 1-1,0 1 1,1 0-1,3-3-733,0 3 0,1-1 1,3 0-1,0-1 1066,2 1 0,1 0 0,2-1 0,1-5 0,-4 11 0,4-6 0,4-10 0,1 0 0</inkml:trace>
  <inkml:trace contextRef="#ctx0" brushRef="#br0" timeOffset="48260">29172 7112 22714,'-63'-3'354,"1"0"1,2 4 0,6 10-268,20 14 0,4 7-1063,0 2 1,2-1 992,7-6 0,2 2-1,-2 13 1,4 0 279,2 16-308,7-18 1,2 0 0,8 6 372,24 4-384,6-31 18,18-3 10,-13-22 197,13-30 123,-23 2 73,4-17-202,-19 19 281,-17-4-371,-9 18 1210,-13-3-1249,-9 17 378,-5 13-451,0 8 6,5 12-352,12 5-646,13 3-1741,22-3 2739,20-6 0,-10-13 0,5-7 0</inkml:trace>
  <inkml:trace contextRef="#ctx0" brushRef="#br0" timeOffset="48643">29415 6761 21004,'-54'-22'409,"1"0"0,0 0 0,-1 0 0,4 2 0,-1 0 0,1 3 0,3 6-233,-17 10 0,3 8-1128,18 0-1,-1 2 1,0 4 1017,-1 4 1,0 3 0,1 4-16,-3 4 1,2 4-1,0 3-15,-1 6 1,2 3 0,2 4-21,10-10 0,1 3 1,2 1-1,2 2-17,1 2 1,2 2 0,2 1 0,2 1-11,2 2 1,3 1 0,2 0 0,3 1-16,1-2 1,4 2-1,2-1 1,4-1-12,3-3 0,3-1 0,3-2 0,4-1-5,8 7 0,5-3 0,5-5-36,6-7 1,5-6-1,3-5 2,3-5 1,4-6 0,1-4 20,4-5 0,1-4 0,0-4-124,-12-2 1,1-2-1,0-3 1,0-1 155,2-3 0,0-2 0,0-2 0,0-1-285,0-2 0,0-3 0,0-1 0,-2-1 348,0-2 0,-2-1 0,-1-2 1,-1-1 11,-3 0 1,-2-2 0,-1 0 0,-3 1-19,1-3 1,-2 0 0,-3-3 16,-5-3 0,-2-3 1,-2-2-1,-4 2-24,-4-1 0,-4 2 1,-2-4-25,0 0 1,-1-4 0,-2 0 0,-5 2 30,-7-7 1,-6 3 0,-5 2-329,-5 2 0,-5 2 0,-5 4-2982,-5 5 0,-5 4 0,2 5 2938,-10-4 0,2 8 0,8 9 0,6 6 0,13 5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14:20:58.6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1119 2524 21775,'10'-43'526,"1"-1"1,-1 3 0,-3 12-455,-5 26-16,-1 2 135,-1 15-96,0 0 62,-4 42-107,-6-5-39,5-19 1,-1 0-4,-3 3 0,-1-1 32,-6 20-32,7-23 0,1-1-8,-3 22 28,6-23 180,5-12-68,1-15 100,5-12-44,3-11 112,5-27-212,-4 10 38,-3 0 1,-1 0-68,-3 3 6,0 3 0,-1 0 61,1-3 23,-1-2-135,0 17-72,-1 11 33,-1 14 40,1 12-23,1 12-28,-1 27-84,0 1-541,-2-21 1,0 0-48,0 12-3170,-1 8 3084,4-23 0,-2-6 0,2-13 0</inkml:trace>
  <inkml:trace contextRef="#ctx0" brushRef="#br0" timeOffset="259">1665 2680 20895,'-4'1'3092,"1"-1"-2100,3 0-696,8 4-245,17-5-51,2 2-171,6-5 0,3-2-826,15-3-467,-13 3 1,-1 1-1001,8-2 2464,3 3 0,-32 2 0,4 1 0</inkml:trace>
  <inkml:trace contextRef="#ctx0" brushRef="#br0" timeOffset="976">3574 2694 20800,'8'-62'1335,"1"0"0,-2 8 0,-3 7-674,-7 10-330,-3 19-202,-1 14-96,1 9 62,-7 34-78,4-9-14,-2 17 0,-1 4-12,4-14 1,1 0-156,-4 19 1,1 2 67,1-11 1,2-2-3,1-3 0,1-2 50,1-7 1,0-3 2,1 13 57,3-20 4,0-15-4,1-12 16,1-27-17,-1-5 0,0 4 0,0-1-50,-1-19 69,1 3 1,1-4-610,-1 12 0,1-2 596,2-20 0,0-1 2,0 10 1,2 1-9,0 1 0,1 0-6,2 4 1,1 2-6,4 3 0,2 3-20,-4 10 0,5 3 6,15-3 0,6 6 22,-8 12 0,1 5-331,13-1 1,1 6 308,-9 11 0,-3 7-6,-3 8 1,-6 5-42,-3 6 0,-7 4 13,-4 4 1,-8 2 22,-7 1 0,-7-1 25,-7-1 0,-4-3 0,2-9 0,-5-3 8,-18 8 1,-4-4-4,15-14 1,-2-3 2,-12 6 1,0-4-43,-15-7-426,19-17-153,19-11-5269,24-14 5891,13 0 0,0 9 1,-1 8-1</inkml:trace>
  <inkml:trace contextRef="#ctx0" brushRef="#br0" timeOffset="1684">4343 2262 25858,'53'3'23,"-8"9"-62,0 31-45,-20 6 33,-11-9-89,-17 22 135,-7-24 33,-8 10 22,-2-25 45,1-12-44,5-8 89,1-16-51,8-6-50,1-14-16,13-4-23,11-3-28,16 1-129,12 5-64,-20 20 0,2 1-270,1 2 1,1 2-420,0 2 0,1 2-2277,29-1-1574,-6 8-179,-9 3 2296,-9 5 2879,-9-2 2504,-7-1 1725,-8-3-2251,-5-3 3573,-3 0-5019,-5 0 247,-3 1-370,-5 3-185,-7 4-156,-4 5-152,2 3-112,6 1 17,12-2 11,16-4-11,15-6-22,14-6-56,8-8 44,3-7 62,-4-7 101,-7-11-17,-21-2 5,-10-6-83,-20 12 100,-11-1 12,-10 13-56,-12 3-46,-7 9 7,-1 14-79,4 9-23,7 11-10,11 9-18,9 7-117,16 17-39,7-18-213,4-12 0,5-2-1322,23 11-703,-10-15 1,2-1 1737,-2-3 1,-1-2-1,12 5 1,-19-12 0</inkml:trace>
  <inkml:trace contextRef="#ctx0" brushRef="#br0" timeOffset="2334">6120 2438 12914,'4'-9'3809,"11"-28"0,1-7-2258,-3 4-983,4-7 1,-4 0 540,-16 9-907,-3 19 33,-21 12-84,-4 23-56,-18 15-315,22-6 1,-1 4 241,-5 14 1,3 3-18,8-14 1,2 1-17,-3 16 0,4-1-62,7 12-1571,12-20 1,5-1 1593,8 9-585,26-20 0,7-7 635,-1-11-193,-1-4 1,0-4 225,6-16-1467,5-18 1512,-12 5 936,-21-1 0,-5-3-745,-16-14-140,-5-9 320,-9 21 1,-4 0-363,-1 4 0,-1-1-23,-4-7 0,-1-2 224,-1 0 0,1 2-187,-9-14-84,8 16 3092,15 27-3126,6 21-1,2 11-934,14 33 89,0-14-1380,6-7 1,4-2 2242,11 3 0,-4-5 0,-10-16 0</inkml:trace>
  <inkml:trace contextRef="#ctx0" brushRef="#br0" timeOffset="3083">6656 2438 19400,'-1'-8'4929,"0"2"-4484,3-26 0,-1-3-63,1 16-329,0-18 0,4 11-36,-1 29-3359,19 33 3337,-9-10-71,1 3 1,1 3 36,0 15-113,-9-8 1,-3 2-45,-4 16-40,-9-14 1,-5-1-28,-18 11 280,12-25 0,-2-2 139,-14 6 108,10-33-180,13-10 3334,6-15-3200,21-20-190,6 4-25,-3 11 0,5 1-62,9 2 0,2 3-59,15-7-131,-9 13 0,2 4-458,-10 8 0,0 3-235,9-2 1,2 2-941,-1 0 1,0 2-3035,7 3 1,-3 0 2547,16 1 2368,-23-1 0,-2 1 0,7-4 2352,9-4 3081,-10-6-1445,-10-6-1355,-8-5-797,-11 0-474,-6 1-438,-9 4 223,-13 7-671,-26 14-302,-9 12-121,14 0 1,2 2-383,-15 14 348,21-9 1,2 1-20,-7 18-14,15-12 0,3 1-19,0 15-12,23-3 17,8-24-17,25-9 34,5-14 8,-15-2 0,0-2 25,1-3 1,-1-5 36,3-7 0,-3-3-26,10-11 23,-20 7 0,-3-3-324,-1-19 341,-8 16 0,0-3 39,1-12 0,-1 0-3,-1 6 0,-1 1-45,0 1 1,0 3 72,0 7 1,0 3 472,2-8-358,1 0-190,-5 20-68,-3 20 12,-3 13-17,0 29-17,0 11-183,-2-16 1,-1 3 67,0 5 1,-2 3-301,0-6 1,-1 3 0,0-2-40,0 3 0,0 0-728,1-2 0,0 2 0,3-4-2221,2-3 1,5-2-1486,11 6 1,3-3 4451,6 7 0,10-21 1,-27-26-1</inkml:trace>
  <inkml:trace contextRef="#ctx0" brushRef="#br0" timeOffset="3418">8056 2657 20065,'33'-53'1788,"-1"0"1,-4 10 0,-8 6-1481,-15 11-35,-8 17 35,-14 8-225,0 6-66,-5 6-9,10 6-8,11 1 35,14-2-35,15-5 11,15-5-22,13-7 6,-8-3-7,-10-5 1,-2-1 11,1-4 19,-3-5 1,-3-4 20,-13-10-3354,-2-18 3370,-21 15-29,-29-10 85,9 26 78,-11 4 1,-1 3-84,0 9-32,2 4 1,0 4 30,-4 12-70,15 4 1,2 3-26,-5 11-1104,14 5 0,5 2 1076,6-1 531,9 6 1,5 0-801,8-8-1747,15 4 0,5-2 2033,11-6 0,-22-14 0,-1-2 0,-3-5 0</inkml:trace>
  <inkml:trace contextRef="#ctx0" brushRef="#br0" timeOffset="4355">8880 2254 22492,'7'-41'681,"0"0"1,-1 1-1,0 15-586,3 31 17,7 12-28,13 20-70,-11-11 0,0 3-287,2 5 1,-1 3 269,0 3 0,-2 1-11,-3 2 0,-3 0-17,-3 0 1,-5 0 16,-8-3 0,-4-1 28,-5-4 0,-4-3 11,-6-6 0,-2-6 251,-25 6-52,8-28 23,17-24 56,19-23-163,14 16 0,5-3-351,7-5 1,6-1 266,8-4 0,6 0-428,-10 15 1,2 0 0,2 2 367,1 1 1,1 1-1,1 1-128,18-6 1,1 3-511,-2 8 1,0 4-3350,-4 5 1,-2 4 3990,-8 5 0,-4 2 0,9 1 0,-24 3 0</inkml:trace>
  <inkml:trace contextRef="#ctx0" brushRef="#br0" timeOffset="9889">11007 1991 18442,'0'-9'4033,"1"2"-2913,-1 7-644,0 0-134,-47 35-225,27-2 1,0 6-983,-6 1 0,-4 3 1,4 3 884,4 9 1,3 3-1,3-1-15,0-9 1,2-2 0,2 4-4,2 4 1,0 4 0,3 0 0,2-4-725,4-3 0,2-3 1,2 2 620,0 0 0,2 4 0,1-1 1,5-5-356,8 2 1,3-5-1,6-3-1658,3-3 1,5-2 0,1-4 2113,-1-5 0,1-3 0,-3-3 0,5 0 0,-3-4 0,7 0 0</inkml:trace>
  <inkml:trace contextRef="#ctx0" brushRef="#br0" timeOffset="13701">12040 2607 19843,'14'-50'1137,"0"1"0,0 7 0,-5 9-936,-9 19-21,-3 19-63,1 6 1,-4 12-4084,-14 37 4039,5-18-3,-8 15 0,-2 0 817,0-3-867,7-16 1,-3 5 0,2-7-165,-7 10 160,5-7 1,-1-2 56,0-5 370,0-1-197,10-22 3103,7-13-3276,11-25-3270,13-29 3241,-2 7-5,-2 9 1,1-4-1041,0-10 1,0 1 1002,-4 15 1,-1 1 2,4-14 1,-1 3 56,9-8-45,-10 26 5,17-11 2247,-12 39-2269,11 15 3392,-8 9-3392,10 32 5,-19-24 1,0 4-1096,6 19 0,-2 2 1090,-4-16 0,-1 0-9,2 15 1,1-3 25,8 2-6,-4-21 0,2-2 6,16 3 11,8-15-6,-16-21-2600,18-34 2628,-21 9 17,-1-5 1,-1-4-870,-6-4 1,-2-1 851,-1-2 0,0-1 310,-1-14 1,-3 1-347,-6 22 0,-1 3-14,-2-24-23,-4 32-867,-7 14 344,6 8 546,1 12 0,3-2 0,3 6 0</inkml:trace>
  <inkml:trace contextRef="#ctx0" brushRef="#br0" timeOffset="15054">13184 2459 13620,'1'-8'3386,"8"-27"0,2-2-2888,-6 19-207,6-18 0,-3 6-117,-8 28-1,-1 5 259,-7 10-3280,-19 28 2993,4-5-625,-6 8 1,-1 3 560,11-14 0,1-1-227,-5 7 0,1 1 182,5-3 1,4 0-26,5-4 1,2 0-12,-2 28-56,17-3 0,6-31-174,24-8-190,12-13-45,1-10 0,2-4 243,-14 3 1,1-2-601,11-6 1,5-3 0,-6 0 88,-14 5 1,-2-1 732,26-9 0,-5 1 0,-24 8 0,-3 0 0</inkml:trace>
  <inkml:trace contextRef="#ctx0" brushRef="#br0" timeOffset="15621">14115 2377 22867,'-22'44'216,"-1"-1"0,0 1 0,1 4 1,2 0-1,7-7-104,11 7-708,1-14 1,1-1 634,0 8 444,-4 2-365,-3-15 601,-7 2-209,3-15-219,2-12-129,6-19 556,2-5-662,3-9-1702,4-1 1,1-3 1656,2 0 0,1-3 6,5-16 0,4-4 9,-4 18 0,1-1 0,2 0 4,5-2 0,2 0 0,1 3-22,9-9 0,1 6-99,0 4 1,0 11 90,11 19-11,-20 14-22,-2 18 72,-11 22-45,-5-6-14,-11-6 1,-6 3 8,-12 0 0,-5-3 1566,6-4 1,-2-1-1562,-17 11 1,-3-2-638,6-14 0,1-3 648,5-3 1,2 0 22,-4-2 0,3-3 338,10-7-243,5-1-11,13-5 11,46-4-112,-2 2-14,-3 1 1,4 0-91,-8 3 1,1 1-12,3 1 0,0 0-182,4 1 1,1 1-351,0 0 0,2-1-675,1-1 1,1-1-2454,1-1 0,-2-2 3764,-6-1 0,-3-2 0,11 1 0,-24-2 0</inkml:trace>
  <inkml:trace contextRef="#ctx0" brushRef="#br0" timeOffset="15836">15068 2230 24144,'-22'-58'894,"1"-1"1,1 8-1,6 11-787,13 28-96,2 9 39,20 23-33,9 16-14,-3-4 0,1 5-750,1 6 0,1 3 730,1 7 0,-1 0-28,-7-8 0,-2 2-258,-7 4 1,-3 5 0,-6-1-412,-8-12 1,-4-1 0,-2 1-656,2 9 0,-2 1 0,-4-2 1369,-10-3 0,-4-3 0,5-10 0,3-4 0,3-9 0</inkml:trace>
  <inkml:trace contextRef="#ctx0" brushRef="#br0" timeOffset="18436">5632 5025 16125,'15'-49'1235,"0"0"1,0 0-1,0 0 1,4-13 0,-1 3-1239,-4 17 0,-1-1 0,-1 6 1000,2-9-190,-6 14-227,-2 5-490,-9 30 73,-9 29-149,1-2 0,-2 4-6,-3 11 1,-1 4-760,-2 9 1,1 2 675,6-17 0,0 2 1,2 0-165,1 1 0,1 2 0,1 0-633,2 1 0,1 1 0,0 0 872,2 5 0,1 0 0,0-5 0,1-4 0,0-4 0,0-4 0,1 0 0</inkml:trace>
  <inkml:trace contextRef="#ctx0" brushRef="#br0" timeOffset="18811">5953 4533 12931,'-19'-47'997,"0"-1"0,0 0 0,0 0 0,2 3 0,0 2 0,-4 4-685,-5 3 0,-5 2 0,-1 9-156,-4 10 0,-3 9 155,-14 1 0,-3 7-833,-5 11 1,0 9 629,18-1 1,1 5-1,0 3-345,0 5 0,0 5 0,3 2 265,0 7 0,3 3 0,2 3-16,10-10 1,2 2 0,1 1-1,2 2-8,2 4 0,2 1 1,2 1-1,2-2-10,-3 6 1,3-2-1,8 5-416,9-6 0,6 6 0,4 1 0,2-3 0,-1-9 407,-1-7 0,0-6 0,9 1-17,11 4 1,10 4 0,6 0 0,-1-6 0,-5-11-200,-5-13 1,-2-9 0,6-2 178,1 1 1,7 0-1,2-2 1,-1-2-1,-4-3 13,9-6 0,-3-4 0,1-2 47,-5 0 0,2-1 1,0-1-1,-2-3 22,-3-2 1,0-2 0,-2-2 0,0-4-158,3-7 1,0-4-1,-2-2 1,-3 3 144,-3 0 1,-3 1 0,-1-4-3,-4-1 1,-1-4 0,-2-2 0,-7 2 11,-7 2 0,-5 0 0,-3-1-19,1-10 1,-2-3-1,-6 1-7,-6 3 0,-5 0 0,-5 2-2,-4 4 0,-5 1 0,-5 4 253,-4 4 0,-5 4 0,-3 5-302,-4 4 1,-4 4 0,-1 4-137,-4 5 0,-1 3 0,-1 4-394,-2 4 0,0 5 1,0 2 490,-4 5 1,0 2 0,5 0 0,6-1 0,4 1 0,6 2 0,0 0 0</inkml:trace>
  <inkml:trace contextRef="#ctx0" brushRef="#br0" timeOffset="19361">5270 5966 20145,'-49'9'396,"-1"-1"1,0 1 0,5 0-1,0 2 1,3 6-272,-4 15 0,3 8 0,2-2-1171,-4 3 1,1 2 1091,6-7 1,0 4 0,-1 0-29,-2 4 1,-1 2 0,1-1-467,1 1 0,0-1 0,0 2 449,9-10 0,-2 2 1,3-2-1,2-3-7,-4 7 1,5-4-29,4-6 1,7-7 835,13-15-757,23-25-20,18-20 0,6-10-378,-12 13 1,1 0 0,1-3 368,0 0 1,2-2 0,0-1 0,-2 3 1,0-1 1,-2 3 0,2-4 42,1-4 1,3-4 0,-1-1 0,0 3 31,-5 6 1,-2 1 0,1 1 0,0-2-26,5-4 1,0-1 0,-1 0-1,-1 3-20,2 0 1,-3 2 0,-1 4 91,3 0 0,-3 6 843,6 1-904,6 6 100,17 38-118,-30 0 1,2 5-16,14 15 0,-1 4-35,-10-7 1,2 3-38,-6-3 1,5 4 0,-1 0 0,-3-3-26,5 5 1,3 1-107,-5-7 0,6 6 0,3 1 1,-2-1-1,-6-6-210,10 8 0,1-1-886,-10-7 1,5 6 0,2 1 0,-2 0-1,-6-6 1253,9 12 0,-4-3 0,-8-9 0,1 2 0,-7-6 0,2 6 0</inkml:trace>
  <inkml:trace contextRef="#ctx0" brushRef="#br0" timeOffset="20421">4048 7502 21063,'-9'-44'375,"0"0"1,1-4 0,7 6-242,12 15-5727,9-9 5632,0 20 1432,22 8-1455,-7 18-38,17 11-28,-12 18-1404,-13 13 1437,-13-3-64,-23 0 0,-11 2-263,0-10 0,-5 1 327,0-1 0,-3 2 0,1-3 17,-5 2 0,-1-2 9,2-5 1,-3 2-1,4-3 19,0-4 0,2-2-14,-10 11 1,2-4 1936,-1-1-1984,18-15 38,14-12 58,29-9-58,15-8 1175,-4 0 1,3-2-1229,4-4 1,3-2-46,7-3 1,2-3 97,-16 7 1,1-1 0,2-2-221,10-6 1,3-2-1,-3 2-592,2-2 1,1-1 526,-6 1 0,2-1 0,-4 1-216,-7-1 0,-2-1 6,5-6 0,-3-2 257,-13 9 1,-5 0-143,-3-5 0,-9-2-33,-14 0 1,-8 0 415,-2-2 0,-6 1 45,-13-5 1,-6 2 49,-4 8 1,-2 4-31,8 6 0,-3 1 253,-3 3 1,-5 1 0,1 3-634,-8 2 1,0 4 479,12-2 1,-2 1 0,-1 4 221,-11 9 1,-2 7 0,3 2-438,14 0 1,3 2-1,-1 2 107,-8 1 1,-1 2-1,2 5-235,9 3 0,0 4 1,3 3-1,3 0 188,1 3 1,5 0 0,-1 5-22,0 1 0,-2 4 0,2 1 1,4 1-144,7-5 0,2 1 0,2 0 0,2 0 114,-1 16 0,4 1 1,4 0 3,4-3 0,5 0 0,5-3-10,4-4 1,5-2 0,5-4-10,6-6 0,4-3 1,5-5 1,6-4 0,5-6 1,2-4-26,4-4 1,3-6 0,2-4 11,-13-5 1,2-2 0,-1-3 0,-2 0 36,6-1 1,-3-2-1,3-5 30,2-5 1,4-7 0,-1-1 0,-5-1 57,-2-1 0,-4-2 1,1-3 16,1 0 0,3-3 0,-1-1 0,-6-2 149,1-5 1,-6-2 0,-3-1-133,-5 0 0,-3-1 0,-5-2-34,-5 1 0,-3 0 0,-5-1 56,-3 2 0,-4 0 0,-4 1-88,-4 3 1,-4 1-1,-4 2-4,-12-13 0,-7 6 703,-9 10 1,-6 7-825,-7 9 1,-2 6-242,-3 7 1,0 6-664,3 4 0,2 4 994,6 4 0,5 2 0,-4 2 0,17 1 0</inkml:trace>
  <inkml:trace contextRef="#ctx0" brushRef="#br0" timeOffset="21394">6490 7267 10007,'-6'0'5360,"1"0"-78,5 0-4638,1-43-162,0 32-236,0-32-156,-1 42 1641,0 1-1446,3-3-133,4-6-57,6-7-22,6-9-45,6-5-6,6-1-3403,12-1 3348,-11 13 17,13 3 10,-12 13-16,9 10 11,2 12-31,-16 9 0,-2 4-3,5 23-200,-14-15 1,-6 2 238,-13-9 1,-6-2 11,-7 21 16,-8-14 1,-4-2 72,-13 10-51,11-14 1,0-3-11,-4 0 168,-3-8-40,20-16 68,-7-9-180,14-4 21,1-14-43,7-1 439,11-8-467,14 2-2297,33 2 2292,-12 13-15,-8 9 1,1 4 1943,16 14-1949,-20-3 0,-1 3-15,-2 4 1,-4 3-9,-3 2 1,-3 3-127,3 28-122,-24 7 91,-10-28 1,-5 0-71,-9 1 1,-4-2-341,-6-1 0,-3-1-100,-4-4 1,-3-3-2210,-10-5 1,1-6 649,17-4 0,1-4 2274,-7-6 0,7-2 0,22 2 0,3-1 0</inkml:trace>
  <inkml:trace contextRef="#ctx0" brushRef="#br0" timeOffset="21754">6825 6735 18683,'-45'-1'504,"1"1"0,0-1 0,-7 11 0,-1 5 0,5 7-381,10 7 1,5 6-1,1 1-923,-3 0 0,0 1 1,3 2 843,-2 8 1,3 4 0,3 1-30,4 6 0,4 2 0,0-1-19,2-10 0,1-1 1,3 2-14,3-2 0,2 3 0,3 0 1,7-5-33,9-1 1,6-5-1,1 0 26,0 10 1,5-3-12,7-12 1,7-3-1,0-8-16,10-8 0,2-8 14,-6-1 1,3-1-1,0-3 17,1-3 1,0-4-1,1-3 82,9-6 1,2-5 0,-4-3 21,-8 0 1,-2-3 0,-2-2-36,-1 1 1,-2-2-1,-3-2 70,-7-3 0,-3-4 0,-5 1 64,-2-11 1,-4-2-216,-4 8 0,-1-3 1,-3-1 58,-6-10 0,-4-2 0,-3 2-28,-2 8 0,-2 1 0,-1 1-10,-1 0 1,-1 2 0,-4 3-45,-13-9 1,-6 8-51,-1 16 1,-3 6-127,-12-3 0,-5 8-696,4 13 0,-3 6 1,3 2-1309,-5 0 0,1 5 2234,6 3 0,-1 4 0,9-2 0,1 2 0,2 2 0</inkml:trace>
  <inkml:trace contextRef="#ctx0" brushRef="#br0" timeOffset="22286">3571 8590 14421,'0'-5'4912,"0"0"-4128,0 5-420,-100 30-1791,59-5 0,-4 6 1446,6-7 0,-7 4 0,-3 1 0,0 2 0,5 1-576,-1 5 0,3 1 1,1 2-1,-2 2 449,1-1 1,-2 3 0,0 1-1,1-1 1,3-2-38,4-3 1,2-2 0,0 1 0,0 3-1114,-1 3 0,-2 5 0,0 1 0,3-1 0,3-6 1258,2 2 0,3-5 0,-1 2 0,-5 7 0,0 1 0,6-8 0,1 4 0</inkml:trace>
  <inkml:trace contextRef="#ctx0" brushRef="#br0" timeOffset="23204">2074 10110 18669,'-5'-46'463,"-1"1"0,2 4 0,0 12 501,3 26-778,-3 21 26,-6 20-128,3-7 0,-2 1-39,-6 29-12,2-7 1,0 1-650,5-15 1,1-1 606,-2 16 1,2 0 2,4-17 1,4-2 524,10 17-469,8-18 593,11-20-363,4-21 11,8-23-354,-17 3 0,-1-3 195,4-6 0,0-2-6,1-2 0,0-1-14,-1 3 0,0 2-20,-3 6 0,-1 3-30,7-7 1253,-12 18-1248,-15 25-22,-10 18-34,-3 7-11,-6 6 0,-2 3-23,3-9 1,-1 0-630,-7 19 1,1 0 592,6-19 1,2 0-245,-3 17 1,2 0-184,7-17 1,3 0 70,-3 14 1,5-2-505,13 13 56,10-22 399,12-26 66,-4-20 28,2-18 1,-1-9 332,-4 1 1,-1-4-340,-1 0 1,2-3-1,-2-1 436,-3-1 0,-2-1 0,-2 0 25,0-4 1,-3-1 0,-1 0 26,-1-3 0,-3 1 0,-1 1-14,1-10 0,-4 1 124,-6 7 0,-2-3 1,-4 6 23,-4 2 0,-4 2-95,1 5 1,-3-2-1,-4 5 357,-10 0 1,-5 8-332,-6 7 0,0 6-99,6 5 1,-1 7 59,-6 10 0,-3 8 0,1 3-475,-8 9 0,0 7 367,15-8 1,-2 2 0,0 3 0,2 1-488,-7 11 0,3 3 1,2 2 457,11-9 0,0 3 1,1 0-1,2 2-239,1 1 1,1 2-1,1 2 1,2-1 227,2 2 0,1 0 0,3 1 1,1 0-24,2-1 1,2 1 0,2 0 0,3-1-325,3 12 0,4 0 0,6-4 241,5-5 0,4-4 0,6-4-27,5-7 1,7-4 0,3-7 52,5-5 1,5-7 0,2-6-7,5-5 1,3-6 0,0-5 23,-12-1 1,1-2 0,0-3-1,0-2 44,1-2 0,0-3 0,0-1 0,-1-3-29,1-1 1,-1-1-1,-1-3 1,0 0 89,-1-3 1,-1-1-1,-1-1 1,-2 1 3,4-2 1,-4-1-1,0-4 55,-4-2 1,0-6-1,-2-1 1,-5 3-26,-4 1 0,-5 1 0,-1-3-29,0 0 0,1-4 0,-2 0 0,-4 2 221,-3-2 1,-5 1 0,-3 2-231,-2 5 1,-4 0 0,-2 3 312,-5-11 1,-7 4-383,-5 10 1,-3 5 942,-19-7-1713,7 24 1,-2 5-7111,-6 4 7772,-12 2 1,34 5 0,14 0 0</inkml:trace>
  <inkml:trace contextRef="#ctx0" brushRef="#br0" timeOffset="23605">4516 8760 19955,'-6'-48'801,"1"0"0,0 1 0,-2-18 0,2 8-28,3 5-225,2 18-570,0 18 99,1 24-49,6 26-22,-2-2 0,2 5-986,4 13 0,1 4 870,-2-11 0,1 2 0,-1 1-239,2 5 0,0 1 0,1 1-671,1 3 1,0 0 0,0 1-2258,0 0 0,1 0 0,-1-4 2199,2 8 0,-2-5 0,-3-15 1,-2-7-1,-4-14 0</inkml:trace>
  <inkml:trace contextRef="#ctx0" brushRef="#br0" timeOffset="24254">5141 9665 20235,'-43'3'289,"0"-1"0,1 1 1,4 2-5,-7 14-33,-8 0-39,-5 0-107,27-11 1,0 0 157,-26 5-1,8-3-101,16-5-150,15-2-24,11-2 46,8 2 33,5 4 0,6 5 6,14 15-50,-1 2-12,1 2 6,-5 3 22,-8-5 39,0 8-3386,-5 3 3342,-4-13 44,-1 2-55,-2-20 189,0 1 298,-1-9 156,2 0-206,0-6 3117,0-11-3543,1 1 5,4-17 0,4 7-17,7-4-16,8 5-17,7 8-17,7 7-3364,22 12 3369,-17 3-2,-12 3 0,-1 4-48,4 13-123,1 25 16,-23 4-80,-24-10 0,-8 1 139,5-17 1,-4 0-543,-12 5 0,-6 1 0,3-4 346,7-11 1,-1-1-1006,-22 14 0,-4-4 1322,18-18 0,2-3 0,-7 8 0,12-12 0</inkml:trace>
  <inkml:trace contextRef="#ctx0" brushRef="#br0" timeOffset="24644">4889 9374 19543,'-42'32'157,"0"-1"1,1 1-1,-1-1 1,1 2 0,0 0-1,2 1 1,5-1-734,4 0 0,5-1 0,0 2 600,-6 11 0,0 2 1,3 1-31,7-7 0,2 0 1,2 3-22,0 4 0,0 4 1,2 0-1,1 0-515,2 6 1,1 0 0,3-1 509,1-2 0,1-2 1,6 0-132,7 0 1,6-1 0,5-7 14,8-4 0,7-5-15,-1-4 1,5 0 0,3-8 1,3-12 1,2-7 0,0-4 62,13-3 0,1-7 45,-6-5 1,2-7 0,-3-2-246,-7-1 0,-2-3 0,1-2 382,-3 2 0,1-1 0,0-3 0,-1-3 107,6-6 1,0-4 0,-2-2 0,-2 0-93,-7 6 1,-2-2-1,-1 1 1,-1-1-75,-1 2 0,-1 1 1,-1-2-1,-3-2 12,-3-5 1,-3-2 0,-3-1 0,-2 3-18,-4 3 1,-4 2 0,-1-3 20,1-14 0,-3-4 0,-4 7 1,-4 4 0,-10 6 72,-28 0 1,-11 12-187,5 20 0,-5 9 38,1 2 1,-5 3-1,3 4-53,-7 6 1,1 7-211,11 3 0,-2 3 0,3 1-2016,-6 8 0,2 3 2204,14-10 0,0 1 0,5-2 0,-18 13 0,36-24 1</inkml:trace>
  <inkml:trace contextRef="#ctx0" brushRef="#br0" timeOffset="25104">6965 8299 15416,'9'-61'1850,"0"0"0,-2 11 1,-1 7-1324,-5 5 419,-3 24-828,-2 15 16,-13 32-95,2 0-881,-3 9 1,-2 8 852,-1 1 0,1 3-506,1-5 0,-1 4 0,0 1 371,4-10 1,-1 2 0,1 0 0,0 1-223,-1 2 0,0 2 0,0-1 1,1-1-161,-1 5 0,1-3 0,0 3 506,2-2 0,0 3 0,1-2 0,2-8 0,2-9 0,2-3 0,-4 18 0,1-1 0</inkml:trace>
  <inkml:trace contextRef="#ctx0" brushRef="#br0" timeOffset="25561">6969 9579 11627,'0'-4'6346,"0"1"-3109,0 3-2436,-66-30-202,41 22-498,-11-10 0,1 6 196,18 20-224,8 3 53,-7 14 0,-1 5-48,1-2 0,-1 2-464,-9 17 1,-2 3 410,0-2 1,1 0-4,-1 3 1,2 0-15,5-11 0,1 0-25,1 13 1,4-3-12,5 6 227,7-19 1,5-3-222,13 0 11,11-14 22,-1-12 494,18-12-421,-11-12 51,13-14 5,-16-13-40,-11-12-38,-11 10 0,-2-1-37,-2 14 0,0 0-185,1-18 1,1 1 254,5-5 973,1-2-833,-3 22-89,-4 18-135,-5 11-145,-9 12-208,-10 9-487,-16 15-28,4-1 857,4-2 0,2-2 0,9-7 0,-12 12 0</inkml:trace>
  <inkml:trace contextRef="#ctx0" brushRef="#br0" timeOffset="25978">7062 9157 20991,'-32'-40'468,"-1"0"0,1 1 1,0 4-1,-1 3 1,0 8-346,-10 9 0,-1 11-726,-7 8 0,0 9 740,-4 8 1,0 9-573,16-4 1,1 5-1,1 2 461,0 7 0,1 4 0,2 2-16,8-7 0,1 2 0,2 2 0,0 0-8,1 4 1,1 1 0,1 2 0,2 2-12,3-1 0,2 3 0,0 1 0,2-1 0,1-4-10,-4 13 1,3-4-1,3 3-33,3-1 0,3 4 0,3-1 1,4-7-26,5-9 1,3-5-1,4 0 36,6 5 0,3 0 0,5-6 26,3-8 0,4-6 0,3-6-10,3-5 1,3-7 0,0-5-8,5-5 1,0-5-1,0-5 34,3-4 0,0-4 0,-1-4 26,2-4 0,-1-4 0,-2-4 0,-13 7 0,0-3 0,-1-2 0,-1 0-194,-2-2 0,0-2 0,-2 0 0,-1-2 216,-2 0 1,-1-2-1,-1 0 1,-2-1-1,5-14 1,-2 0-1,-4-2-22,-4 1 0,-3-2 0,-4 0-21,-3 1 1,-4-1 0,-4 2-22,-4 0 1,-4 2 0,-4 1-307,-3 4 1,-5 1 0,-3 3 173,-4 5 1,-5 2 0,-3 5-221,-3 4 0,-4 3 0,-2 4-1281,-3 3 0,-2 3 1,0 3 1646,-17-1 0,4 3 0,17 5 0,6 1 0,-6 1 0</inkml:trace>
  <inkml:trace contextRef="#ctx0" brushRef="#br0" timeOffset="28250">15145 5427 16314,'11'-43'1547,"-1"-1"0,1 1 1,0-6-1,0 6-1054,6-16 118,-11 40-483,-6 15-133,0 8 33,-4 18-11,-3 23-26,2-12 1,-1 3-289,-3 18 0,0 1-596,3-15 1,-1 0-469,-2 18 0,0 1 1361,3-16 0,1-3 0,-3 17 0,2-8 0</inkml:trace>
  <inkml:trace contextRef="#ctx0" brushRef="#br0" timeOffset="28634">15390 5226 15322,'-3'-60'1270,"1"0"0,-6 14 0,-2-1 1,-5 8-893,-6 11 0,-6 6-895,-14-9 1,-6 8 860,-3 17 1,-3 9-203,13 4 0,-1 3 0,-1 4-19,-12 13 0,-2 7 0,4 0-613,14-9 1,2 1 0,-1 4 507,1 4 0,-1 6 1,1 1-1,5 0-15,4 2 1,4-1 0,2 4-21,-4 10 0,1 4 1,3-2 4,5-13 1,3-1 0,4 3-27,5 14 1,7 4 0,6-7-8,12-2 0,9-4 13,-1-4 1,4 2-1,6-8-22,3-11 0,5-7 0,3-3-1,4-2 1,2-3 0,1-4 31,2-1 1,1-3 0,3-6-394,-9-4 0,3-5 0,-1-1 0,-4-1 444,-1 1 0,-5 0 0,2-5 28,-1-4 0,1-4 0,-1-3 0,-6 0-250,8-14 1,-7-5 245,-8 8 0,-1-4 0,-4 0-22,-6-2 0,-3-1 0,-4 1-19,2-9 0,-8-2-9,-8 2 0,-6-5 0,-5 4-75,-9-2 0,-6 2-35,0 4 0,-4-3 0,-5 6-118,-3 11 0,-3 4 0,-4 4-499,-5 1 1,-2 3-1,0 3-545,8 5 1,0 1 0,-1 2 1269,-4 2 0,-1 1 0,7 2 0,-11 0 0,3 1 0</inkml:trace>
  <inkml:trace contextRef="#ctx0" brushRef="#br0" timeOffset="35941">14511 5808 11587,'-37'-16'767,"-1"-1"1,9-24 1025,85 13-1773,-4 7 0,4 0-20,-5 4 0,2 0-210,-1 1 0,6 1 1,-1 0 162,-1 2 0,-1-1 1,3 1-16,-3 0 0,3 1 1,1-2-1,2 1-70,-3 0 1,3 0 0,0 0 0,-1 0 0,-4 1 66,-3 1 1,-4 1 0,-1 0 0,3-2-39,10-1 1,4-2 0,-2 0 0,-10 2 7,-1-3 0,-6 1-247,1 0 0,-14-3 364,-32-3-258,-30 14 0,-16 6 124,1 3 0,-7 3 0,-2 2 0,2-1-30,-2-1 1,1 1-1,-4 2 122,5 0 0,-5 2 0,-2 0 0,0 1 0,5-1-272,2 0 1,3 1 0,0-1-1,-3 1 416,3 0 1,-1-1-1,-2 1 1,0 0 0,0 0 153,-4 1 1,-2 0 0,0 1 0,2-1 0,4 0-126,-10 1 0,5 0 0,-1-1 41,7-1 1,-1 0 0,3-1 0,8-1 646,5-1 0,5-2-555,-23 4-140,50-12 5,44-14-101,1 2 1,7-1 246,-7 2 0,4-1 0,2 0-277,11-3 1,2 1 0,-1 1 255,-9 2 0,-1 1 0,5-1-250,-6 2 1,3 0 0,3-1 0,-1 0 0,-2 2-33,2 0 1,-3 0-1,0 1 1,1 0-28,0-1 1,2-1 0,-2 1 0,-3 2-456,8-2 1,-2 2-1,-15 7-4382,-18 13-3022,-6-1 7351,-34 9 0,8-12 1,4-3-1</inkml:trace>
  <inkml:trace contextRef="#ctx0" brushRef="#br0" timeOffset="36284">14503 7138 24715,'-2'-39'227,"0"-1"0,0-22-272,-1 78 73,-4 18-17,-4 27-572,2-20 0,0 3-453,2-2 0,-1 3 1,1-3-2531,0 6 1,0-2 3543,0 18 0,1-8 0,5-19 0,-1-2 0</inkml:trace>
  <inkml:trace contextRef="#ctx0" brushRef="#br0" timeOffset="36967">15047 7623 21119,'-1'-43'827,"0"0"0,-1 5 1,1 9-576,4 20-246,-3 6 33,0 24-168,-2 6-347,-5 26-1418,-4 5-7937,-1 1 8359,2-16 0,4-16 0,5-20 0</inkml:trace>
  <inkml:trace contextRef="#ctx0" brushRef="#br0" timeOffset="37341">15676 7221 20559,'-5'-5'2734,"1"0"-2558,-5-23 1,3-7 80,15 3-167,-7-9 0,5 0 5,39 11-65,-16 17 1,1 4-189,4 1 1,0 4 148,1 6 1,0 5-9,-4 4 0,-2 5-11,-5 5 0,-5 5-9,-7 4 1,-6 3 0,-9 5 0,-9 1 16,-16 13 0,-6 0-487,8-16 1,-3-1 530,0-3 0,-4 1 1,2-3 19,3-5 1,2-2-28,-3 3 0,2 1 11,-4 11 89,26-12-49,16-13-18,21-10 0,9-5-467,-3-4 0,3-2 335,0 1 0,3-1 0,0-1-200,-3-1 0,-1-1 0,0-1-807,2 1 1,-1-1 0,-1 1 1088,12-5 0,-4 2 0,-15 4 0,-5 1 0,4-1 0</inkml:trace>
  <inkml:trace contextRef="#ctx0" brushRef="#br0" timeOffset="46073">16919 7295 17238,'28'-51'815,"1"0"1,-1 1-1,-2 3 1,-1 3-1,-5 8 121,1 3-84,-6 8-320,-2 1-404,-7 14-122,-6 11 89,-8 16 28,-11 19-89,4-9 0,-3 2-4,-8 15 1,-2 1-1461,5-6 1,0 0 1434,1-1 1,3-1 2,4-5 1,5-3 8,2 11 28,1 0-6,8-15 112,2-11 409,6-11-308,2-7-129,6-8 2860,0-7-2871,1-3-5,-4 3-18,-4 3-10,-5 4-29,-2 5-39,-2 3-1473,-1 3 1176,-1 1 236,-1 2 39,0-2-1809,1 2-4526,1-7 6346,0 0 0,1-1 0,-1 2 0</inkml:trace>
  <inkml:trace contextRef="#ctx0" brushRef="#br0" timeOffset="48212">17048 7039 9458,'4'-5'5937,"-1"1"-5304,-3 4 1316,0 0-1159,6-22-140,-4 16-303,4-16-240,-6 22-107,0 2 235,-3 4 207,-4 12-128,-8 14-101,-10 14-132,10-18 0,-1 0-17,-2 3 1,0 0 2,0 0 0,-1 0 3,2-1 0,1-1 81,-11 25-61,11-17 100,8 9-60,11-19 77,6 9 96,11-15 16,9-7-22,7-6 11,7-7 16,6-11 63,3-10 5,1-13-526,-26 11 1,-1 0 295,1-4 1,-1 0-23,1-1 0,0-1-3,-2 3 1,0 0 164,16-17 0,-12 13-122,-14 13-175,-9 10-16,-6 5 0,-5 18 22,-5 12 11,-12 25-16,7-20 0,0 2-383,-3 4 1,0 2 272,-3 4 1,1 0-141,1 3 1,0 0-459,2 1 0,1 0 69,3-4 1,2-1-293,3-6 1,3-2-2263,1 19-6644,10-21 8627,0-17 1,1-12-1,-5-4 1</inkml:trace>
  <inkml:trace contextRef="#ctx0" brushRef="#br0" timeOffset="48595">17814 7002 15541,'-25'-37'1239,"0"1"0,0 0 1,-14-13-1,-2 6-738,-1 12 0,-3 6-1041,-5 6 0,-2 6 828,-5 5 0,-2 6-563,16 6 0,-1 4 0,-1 4 360,-3 4 1,-1 4 0,1 4-468,-5 8 0,0 4 0,3 1 402,7-5 1,2 1-1,0 5-7,6-3 1,-2 5-1,1 2 1,1 0 0,5-2-16,-5 10 0,6-2 0,-1 4-7,1-1 1,-2 5 0,3 0-1,7-2-119,5 2 0,7-2 1,9-1 108,10 3 0,9-1 1,6-4 10,1-10 1,4-3-1,4-3-102,1-2 0,2-2 0,4-5 98,8-5 1,3-6 0,0-4 0,-5-3 0,0-3 0,1-1 7,12 0 0,3-2 0,0-3 32,-2-3 0,0-3 0,-2-2 35,-2-3 1,-2-3 0,-1-2 14,-4-3 1,-1-2-1,-3-3 6,-2-2 0,-2-3 0,-3-2-23,-1-3 1,-3-2 0,-1-2-33,-2-3 1,-2-1 0,-2-3-21,-3-3 1,-2-1-1,-2-1-13,-5-1 1,-2-1-1,-3 0-37,-4 0 0,-4 0 0,-5 1-90,-5 3 1,-4 1-1,-6 2-181,-4 4 0,-4 3 1,-6 4-754,-6 3 1,-6 4 0,-1 5 1064,1 4 0,-1 3 0,2 3 0,-4 1 0,3 3 0,-10 3 0</inkml:trace>
  <inkml:trace contextRef="#ctx0" brushRef="#br0" timeOffset="59188">19281 7067 8774,'-4'-2'3143,"1"0"94,3 2-2946,-8-10-235,6 7-548,-6-7-813,8 10 1305,-2 5 0,2-4 0,-1 4 0</inkml:trace>
  <inkml:trace contextRef="#ctx0" brushRef="#br0" timeOffset="59495">18316 7902 20772,'35'40'-1001,"-17"5"0,-36-18 0,2-2 0</inkml:trace>
  <inkml:trace contextRef="#ctx0" brushRef="#br0" timeOffset="60105">19412 7230 21909,'-28'-26'762,"-4"7"-700,-10 27 16,-10 2-5,5-3 22,-10-1 141,-3-2-18,21-3-145,8-1 5,22 0-78,7 0 17,1 3 39,1 6 17,-1 10-45,-1 1 39,-2 13 0,0-1 17,-5 23-39,-1-6-17,1-2 45,1-7 0,3-14-1,2 1 180,1-10 258,2-8 0,3-9-291,2-8-119,7-10-77,-1 0 38,9-13-21,10 0-35,2 2 6,9 3-11,-13 16 6,4 8-6,-1 17 11,7 19-16,-8 1-3438,-3 21 3415,-19-25-95,-3 25-110,-16-24 1,-7 1-104,-2 1 0,-4 0-48,-3-1 1,-5-1-752,-17-1 1,-1-6-366,-1-4-2192,5-6 1,1-5 3691,7-11 0,7 0 0,17-3 0</inkml:trace>
  <inkml:trace contextRef="#ctx0" brushRef="#br0" timeOffset="60429">19163 6959 21775,'-60'2'168,"1"0"0,0 0 0,-5 7 0,-1 5 0,10 8-1275,19 6 1,7 5-1,-1 3 1110,-8 8 1,0 4 0,3 2-385,3 2 1,3 2 0,4 1 370,4 0 1,4 2 0,3-2 1,4-11 1,1-2-1,7 2-24,9 13 1,9 2-1,1-8 7,-1-10 0,7-4-2,13 0 0,12 4 1,3-4-1,-5-7 44,0-7 0,2-5 30,1-2 1,7 1 0,1-3-1,-5-5 97,-8-9 0,-3-5 0,0 0 25,22-1 0,0-4 34,-15-4 0,0-4 1,-3-4 12,-1-6 1,-3-4 0,-2-2-139,1-2 0,-2-2 1,-2-3-644,1-10 0,-3-3 0,-6 2 576,-4-5 0,-8-2-13,-8 11 0,-4-2 1,-5 2 119,-7-7 1,-12 1-1083,-8 6 1,-8 0 0,-1 4 963,4 11 0,-1 4 0,0 2 0,-18-8 0,3 8 0,-1 9 0</inkml:trace>
  <inkml:trace contextRef="#ctx0" brushRef="#br0" timeOffset="68951">20761 7396 10864,'-3'-1'7007,"0"1"-5248,3 0-1272,18-66-78,1 37-255,-1-12 0,2 1 25,17 16-89,5 4-51,4 5-34,2 6-16,-2 8-50,-7 10 10,-11 13 23,-14 12 34,-22 11 39,-21 5-276,5-23 0,-3-1 284,-4-1 1,-1-1 18,-1-1 1,0-1 11,3-4 0,2-1 213,-19 9 185,17-9 313,13-10-515,13-6-173,11-7-68,3 0 540,14-6-534,5 4 0,23 0-40,-13 6-8,-5 9 1,-1 3-15,-4 4-33,22 21-18,-27-4-32,-2 12-7,-25 12-50,-28-5 101,11-25 0,-4-3-95,-17 1 0,-7-4-751,0-5 0,-2-2 737,7-3 1,-2 0 0,-2-2-167,-6-1 1,-1-3 0,2-2-312,-9-3 1,5-3-40,4 1 1,9-7-5526,6-25 6076,34 7 1,1 3 0,8 11 0</inkml:trace>
  <inkml:trace contextRef="#ctx0" brushRef="#br0" timeOffset="69358">20957 6933 15851,'-45'-2'467,"0"1"1,0-1 0,-11-2 0,2 8-244,1 23 0,3 11-920,3-3 0,0 6 740,11-8 1,-1 4 0,-1 3 0,2-1-895,-4 8 1,1 1-1,2 2 832,6-6 0,0 4 0,2-1 0,3-3-1,5-3 0,2-3 1,4 3 33,1 13 1,3 4 0,6-5-142,10-1 0,5-2 70,-2 11 0,7-2-62,20-13 1,8-7 30,3-11 0,5-4 79,-6-5 1,2-1 0,2-3 40,3-2 1,1-3-1,1-3 64,0-3 1,0-2-1,0-4-153,-1-3 1,0-3-1,-1-4 231,-2-2 1,0-3 0,-3-4-135,-1-3 1,-1-3 0,-2-3 83,-2-3 0,-2-3 0,-1-1-45,-3-5 0,-1-1 1,-3-2-37,-2-2 1,-2-2 0,-3 2-28,-5 8 0,-1 1 0,-3-1 27,1-4 1,-3-1 0,-3 1 1061,-5-14 1,-9 1-1038,-5 15 0,-5-1 0,-1 3 103,-3-9 0,-6 4-181,-22 5 1,-6 9-57,13 15 1,-1 4-79,-11-2 1,0 2-144,3 4 1,2 4-315,5 4 1,3 5-1871,-20 18-2514,23 17 4984,18 4 0,12-14 0,5-13 0</inkml:trace>
  <inkml:trace contextRef="#ctx0" brushRef="#br0" timeOffset="69800">22694 7200 14437,'3'-6'4375,"0"1"-2963,-3 5 71,0 0-888,-75-4-1212,43 15 1,-2 5 687,-8-4 0,-5 0 0,2 5-26,9 7 0,3 5 0,2 1-25,-2 1 1,2 2-1,1 1-15,2 0 1,2 1 0,2 1-14,0 7 1,3 2 0,2-2-5,0 11 1,4-1-15,4 6 0,6-4 15,5-21 0,6-4-26,4 4 1,5-3 25,21 10-1357,-5-18 0,2-2 1457,13 1-15,-9-19 0,-3-7 83,-8-7 944,11-23-833,-28 1 74,-18-24-213,-17 7-65,3 22 1,-4 2-31,-18-4-1,13 17 1,-1 3-23,-23 3-62,17 9 1,0 3-67,-11 7-315,19 7 1,6 3-45,10 2 2263,-1 23-3753,22-15-4666,31 12 6632,2-16 0,1-7 0,-19-15 0</inkml:trace>
  <inkml:trace contextRef="#ctx0" brushRef="#br0" timeOffset="70184">22889 7338 14532,'-9'-42'1162,"0"0"0,0 0 1,1-2-1,-6 3-616,-16 1 0,-10 7-669,-10 15 1,-6 6 363,-4 0 0,-4 5-1036,10 7 1,-3 3 0,4 2 850,-5 5 0,2 5-15,8 3 0,-2 6 0,3 2 62,7-1 0,3 3 1,-2 5-110,-2 4 0,-2 5 1,1 2-1,3-3-276,1-1 1,4-2 0,1 6 222,2 7 0,0 6 0,4 1 0,7-6-39,7 8 0,10-1 40,1-4 0,4 2 1,5-5-33,7-5 0,8-5-81,16 4 0,9-4 48,-11-16 0,4-3 0,0-1 82,2 0 0,1-1 0,1-3 48,6 2 0,3-3 1,-2-5 53,13-5 1,-3-6-12,-13-3 1,-2-3 64,9-10 0,-3-6-1,-13-1 1,-1-6-44,-4-4 0,2-6 0,-5 2-54,2-2 0,-4-5-4,-4-9 0,-2-8 0,-6 4-81,-7 3 0,-7 1 66,-2 3 0,-2-3 0,-3 4-15,-3 3 0,-9 4-120,-12 7 1,-8 1 0,-2 5-531,-14 0 1,-4 5-1840,1 1 0,-6-1 0,2 4 2506,9 7 0,1 2 0,4 2 0,-4-1 0,5 3 0,-8-1 0</inkml:trace>
  <inkml:trace contextRef="#ctx0" brushRef="#br0" timeOffset="70818">15937 6691 19709,'-46'27'130,"1"0"1,-1 0-1,1-1 1,0 2-1,1 1 1,0 0-1,3 0-70,-6 6 0,4 1 0,0 1-850,0 4 0,1 0 0,1 2 832,1-1 1,3 2 0,1-1-19,5 0 1,2 1-1,3-2-21,-4 5 0,7 2-6,6 13 0,11-2 212,13-23 1,7-1-185,9 13 0,9-3-14,13-15 1,8-7-5,-11-9 1,2-2-1,0-2 31,11 2 0,3-5 40,-1-4 1,5-3-1,-5-4-400,0-7 1,-2-5 429,-3 1 0,2-2 1,-4-4-27,-12-3 0,-4-2 0,-2-3 146,-2-1 1,-1-3 0,-3-1-205,-1-2 1,-3-1-1,-1-2-21,-4-1 1,-1-2 0,-3 0-10,-2-2 1,-2-1-1,-3 0-13,-2 1 1,-3-1-1,-3 1-1,-5-19 1,-7 3-4,-8 4 1,-5 6 2,4 11 1,-6 5-93,-9 7 0,-7 3 0,-1 5-112,-12 3 0,-5 6-264,18 2 0,-5 0 1,-1 2-1,1 3-238,2 3 1,0 3 0,0 2 0,-1 1 725,-5 2 0,-3 2 0,2 1 0,5-1 0,-13 2 0,6 0 0,5 3 0,0 0 0</inkml:trace>
  <inkml:trace contextRef="#ctx0" brushRef="#br0" timeOffset="71242">14432 7136 12444,'3'-49'1387,"1"0"1,-1 0 0,-1-17 0,-10 13-839,-35 22-317,11 24 1,-5 5-46,-8 9 1,-4 6-729,-8 9 0,-1 7 625,14-2 0,-1 4 0,2 0-337,7-4 0,1 0 0,-1 6 317,-4 7 0,-1 6 1,0 2-1,5-3-535,2 2 1,5-1-1,-1 3 489,1 0 0,-2 3 1,2 1-1,5-1-7,5 2 1,5-2 0,6 0-136,5-6 0,5-1 0,5-2 219,13 15 1,11-6-42,-2-21 0,4-3 0,4-4-356,7-3 0,3-3 1,3-3 351,7-3 0,2-3 1,2-3 2,-13-4 0,1-1 0,1-3 1,-1-1-19,2-2 1,-1-1 0,0-3 0,-1-1 102,-2-2 1,0-2 0,-1-2-1,-1-1 270,11-9 1,-2-3 0,-4-3-312,-5-2 0,-2-3 0,-5-3-49,-5-2 1,-3-2 0,-5-2-42,-4-2 1,-6-2-1,-3-1-24,-4 0 0,-5 0 1,-4-1-26,-6 1 1,-6 1 0,-4 2-25,-5 2 1,-6 2 0,-4 5-125,-8 1 1,-5 5-1,-4 4-55,6 9 0,-2 4 0,-3 1 0,0 3-1072,-8 2 0,-1 3 0,-2 2 0,2 2 1317,1 1 0,1 3 0,1 0 0,3 1 0,0 0 0,4 1 0,4 1 0,2 2 0,-1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14:47:21.5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1936 2394 22459,'-31'-7'210,"0"0"1,-4 5 0,1 10-133,-1 19 1,2 9-2014,-8 5 0,-1 4 1948,12-12 0,0 1 0,1 1-11,1 0 0,0 2 0,2-1 178,-7 15 1,5-1-218,7-6 1,6-3 329,9-7 1,7-3-367,20 12 17,23-20 0,16-16 39,-26-10 0,1-3 17,2-3 0,-1-3-94,0-2 0,-1-3 108,-3 0 0,-2-2 47,21-17-21,-14 5 1968,-12 8-1935,-13 9 710,-6 8-744,-5 5 80,-2 6-68,-2 5 272,-2 5-300,1 0 10,2-1 34,4-6 62,9-3 34,14-10-51,3-7 0,2-2-56,16-11-462,-6 0 1,1-4 478,-11 4 0,-1-3-1,9-9 1,1-3-17,0-5 0,0-2-19,-13 14 1,-1-2-1,-1 1 4,0-2 0,-1 0 1,0 0 16,7-15 1,-2 1-17,-7 13 0,-2 0 135,-1-5 0,-3 3 75,-2-3 28,-2-7-62,-9 29-151,-5 12-61,-4 12 27,-9 15-27,-15 22-23,10-9 0,-1 3-127,-6 9 0,1 2 155,-2 6 0,1 2-11,1 2 0,1 1-6,3-1 1,3-1-18,5-5 1,4-1-9,3-8 1,6-2-15,12-4 0,5-4 0,9 4-6,5-18 1,3-7-542,25-11 572,-19-5 1,2-4 19,1-5 0,0-4 3,0-4 0,-1-4 11,-4 0 0,-1-1 0,-4 1 0,-2-1 14,-6 4 0,-2 0 50,10-16 45,-14 13-22,-9 12 1114,-9 10-1193,-7 11-16,-10 8 0,-8 12 571,-4 9-577,5 6-12,10 8 1,8-16-17,15 5 17,8-22 11,14-2 0,5-9 28,4-14 6,-1-10 5,-2-13 28,-5-8-8,-15 12 0,-3-2 30,5-20-44,-6 1 39,-10 5-17,-9 14 6,-5-3-23,-9 9-16,-1 9-23,-6 9-22,11 6-51,-2 6-22,11 8-61,0 8-180,5 10-1585,7 21-1888,7-4-27,4-1 3825,20-6 0,-22-29 0,10 4 0</inkml:trace>
  <inkml:trace contextRef="#ctx0" brushRef="#br0" timeOffset="433">3319 2611 21769,'27'-46'874,"0"0"0,-1 2 0,-13 10-370,-22 24-112,-4-1 28,0 5-285,5 3-96,3 3-39,3 2 22,3 8-16,4 9 5,15 19-28,8 2-25,-3-8 0,1 0-403,8 8 367,4 8-118,-18-7-164,-8-2-698,-8 12-342,-15-16-1350,-18-6 324,0-16-4659,-16-7 2803,10-13 4282,-6-21 0,19 2 1739,14-12 1,7-2 1127,8-2-179,1 0 1,1-1-393,2 11 1,-1 1-801,9-27-987,-4 10 583,-10 22-828,-4 17 66,-1 0-173,-4 12-129,-2 4 39,-13 17-70,2 2 1,-2 3-38,-2 5 1,-1 1-532,-1 2 0,0 2 58,0 6 0,0 1-1859,7-7 0,1 1 2372,-2 2 0,1-1 0,-1 11 0,10-26 0</inkml:trace>
  <inkml:trace contextRef="#ctx0" brushRef="#br0" timeOffset="1037">3676 2720 18453,'4'-6'5176,"0"2"-4700,-4 4 442,0 0-878,17-31 27,-13 31-45,14-26 29,-11 41-35,0-7 24,18 4 27,-3-8 29,14-2-1,-2-11 0,1-10 28,-4-7 40,-5-7-85,-10 7 157,-6-18-95,-8 13 0,-5-11-61,0 16 156,-11 0-84,4 14-50,-6-1-51,3 12 6,-4 9-50,0 11-6,-3 14 0,4 12 5,5-4-16,6-7 0,4 1-6,7 15-8,0-14 0,3-1-93,18 14-22,10-9 90,4-11 27,2-12 18,-9-9 16,14-18-5,-18-5 10,5-6 35,-8-20-12,-12 6 0,7-20 6,-4 6 5,-1 10 40,8-7 22,4 7-11,2 4-28,5 3-12,-6 19-44,-7 7-6,9 4-22,-6 12-6,13 20-22,-12 12-39,-5 4-718,-16-10 1,-6 2 795,-7 21 0,3-6 0,-4-19 0</inkml:trace>
  <inkml:trace contextRef="#ctx0" brushRef="#br0" timeOffset="2400">6207 2686 14681,'11'-50'806,"0"0"1,0 0 0,0 0-1,2-11 1,-1 1 0,-2 6-326,-1 1 1,-5 7-76,-5 7 0,-6 5 132,-19-10-365,-7 22 514,0 25 0,-2 9-637,6 5 0,1 5-22,-15 15 0,0 6-496,18-8 1,2 2-1,1 3 470,-1 6 0,1 2 0,3 2-392,-1 5 0,3 2 0,2 1 270,1 4 1,2 2-1,2-3-3,2-11 0,2-2 0,1 4-471,2 2 0,1 4 0,1 0 1,0-4-358,0-3 1,1-3 0,-1 2 233,0 0 0,-1 4 0,-1-1 0,-1-5 360,-1 0 1,-1-5-1,-2-1 716,-6 8 0,-5-6 328,0-14 0,-3-6-116,-21-5-64,3-35 115,12-30-247,18 9 1,6-4 143,5-10 1,6-3-173,4-6 0,5-1-185,-4 20 1,2-1-1,1 0-61,6-7 0,2 0 0,-1 3-87,1-1 0,1 1-11,-1 7 1,3-1 0,-1 4-21,2 2 0,0 3 735,9-8 1,2-1-725,2 3 1,0 1 5,2 1 0,0 2-327,1 2 0,-1 1 358,-2 3 0,-1 2-3,-10 7 0,-1 0 204,2-2 1,-2 1 305,0-1 1114,3-3-1204,-20 14 352,-7 5-543,-3 9 991,-6 10-1092,-4 15-77,-4 12-62,3 8-6,6 2-6,13-3 7,10-5 10,11-11 45,5-11 68,2-11 38,0-11 1,0-14 28,0-11 56,-3-10 10,-2-7-44,-7-3-117,-7 10 178,-2-14-122,-9 20-18,0-9-61,-5 19-39,-2 9-62,0 5-61,0 4 11,0 8-51,0 7-11,-1 5-968,-1 23-511,0-8-594,4 12-267,7-16 480,9-12 1149,9-10 958,6-15 783,5-7 786,-1-11 228,-2-2-374,-6-4-472,-4 2-285,-5 0-162,-3 5-112,-5 6-163,-4 7-179,-4 5-112,-2 4-45,-2 5 23,0 6 22,0 12-22,-3 14-18,-3 12-4,-4 9-1,-2 3-6,2-4-5,5-14 28,3-16 34,5-16 28,8-16-12,12-12-11,9-14 23,6-9 5,0-1-11,-2 3-34,-3 3-27,7 3-18,-14 13-5,7 2 6,-15 15-23,2 8 0,-5 10-39,-6 24 6,-3-7-152,-5 4 1,-1-1-12,2-1-325,7 28-397,9-31-2174,24 6 1199,-7-17-6497,27-5 8407,-23-12 0,-6-1 0,-14-1 0</inkml:trace>
  <inkml:trace contextRef="#ctx0" brushRef="#br0" timeOffset="3223">8156 2613 16280,'31'-50'2067,"0"-1"0,-1 2 0,-9 9-1009,-16 20-397,-11 1-106,-18 15-130,-19 23-318,3 0-23,-2 18-315,6 4 326,-2 9-1700,12-7 1,2 1 1609,8-15 1,2 1-1,-1 13 1,7-2-30,18 4 13,13 4-6,21-12-11,9-13 14,-18-16 0,1-4 14,26-8-187,-3-7 187,-29-2 0,-1-4-6,-4-2 1,-1-2 5,15-20 0,1-4-984,-4-1 1,-1-1 980,0-2 1,-1-1 5,-11 13 1,1-1 0,-1 1 747,5-9 0,0 0-718,-7 9 1,1-1 0,-1 0 69,5-11 1,-3 0 159,-5 4 0,-4 3-18,1-8 253,-13 5-241,-4 36-184,-6 0 2978,1 16-3012,-9 11 12,-13 34-43,13-19 1,0 2 128,0 2 0,0 1-154,-4 13 0,2 2-39,3-6 0,0 4-174,2-1 1,0 5-1,2-3 28,0 1 1,2 0-199,4-7 1,3 1-1,2-5-239,5-8 1,3-4-146,0 5 0,2-2-1680,8 7-4358,-2-21 3847,-8-16-1236,-2-27 4211,-9 5 3918,-6-24 3375,-7-7-5557,1 8-112,3 3 0,1 1-845,1 4 92,-1 0 0,1 1-496,3 8 96,-4-16-236,12 22-224,9 3-22,17 4-11,3 9-18,25 2 6,-17 1 1,1 0 16,2 0 1,1 0-325,8-1 1,-1 0 328,-9-1 1,-2-1 25,-2-2 0,-2-1 9,18-5 63,-21-1 1,-3-1 277,2-6 236,5-8 11,-23 8-113,-7 3-280,-5 5 107,-4 2-11,-2 5 473,-2 1-742,-5 8-34,2 2 11,-11 24-44,6 1-12,-5 18-89,12-1-230,5 1-498,9-2-1053,4-4 89,2-12 1815,7-4 0,-11-19 0,3 0 0</inkml:trace>
  <inkml:trace contextRef="#ctx0" brushRef="#br0" timeOffset="3416">9440 2120 22358,'-3'-7'2621,"1"2"-2072,2 5-622,0 0-6,-10-21-789,9 38-1053,-3-14-4694,13 45 6615,3-11 0,-5-12 0,-3-11 0</inkml:trace>
  <inkml:trace contextRef="#ctx0" brushRef="#br0" timeOffset="3801">9895 2277 22995,'-53'8'360,"0"0"1,5 0 0,6 5-311,8 12 17,15 22 0,10 5-83,14 0 2,-1 3 0,7-3-26,30-5 18,7-9 970,-9-13-931,10-9-6,-26-14 374,25-22-324,-27-9 12,7-24 11,-17-6-39,-8 27 0,-2-1 5,0 0 1,0 1 105,-2-27 215,-2 11-214,-1 14 459,-3 11-616,3 11-56,1 7-79,1 11-111,1 11-331,0 17-885,0 13 45,1-4 1417,0-9 0,0-4 0,0-6 0,0 10 0</inkml:trace>
  <inkml:trace contextRef="#ctx0" brushRef="#br0" timeOffset="4132">10207 2394 25377,'44'-39'272,"-1"0"1,-3 2 0,-5 17-189,-12 35-39,1 18-17,-2 17-9,-13-18 1,-2 1 2,2 23-2,-10-11 0,-3 1-9,-9 14-281,4-19 1,-2-2 274,-8 6 308,7-19-301,8-16 142,13-16-137,14-10-6,20-12-11,-14 11 0,3 1-389,5-1 0,1 0 389,1 2 0,1 2-9,-2 2 1,-1 1 22,-4 3 0,-1 2-395,22 0-1389,-12 10 1770,-9 7 0,-17-3 0,-5 1 0</inkml:trace>
  <inkml:trace contextRef="#ctx0" brushRef="#br0" timeOffset="5042">10397 2544 22027,'0'-48'789,"-1"0"1,1 5 0,-2 8-303,1 16-257,-2 10-180,3 5-16,-1 6 84,1 15-85,0-1 85,0 29-6,0-1-39,0 16 2,-3-15 1,0 0-48,-1 8-14,0-19 0,-1-2 26,1-5 16,2-6 78,0-4 213,2-9 174,15-17-364,9-11-101,7-6 16,-8 6 1,2-2-286,20-15 263,-18 14 1,1-1 10,3-1 1,-1 1-28,7-6 11,13-4-12,-18 21-5,11 1-28,8 16 0,-18 3-11,10 21-6,-20 3-11,4 12 0,-8-5-171,-7-7 1,0 0-872,5 11-440,-4-12 1,1-1 1509,14 10 0,-13-19 0,1-7 0</inkml:trace>
  <inkml:trace contextRef="#ctx0" brushRef="#br0" timeOffset="5498">11752 2347 18112,'0'-5'5556,"0"2"-4010,0 3-1316,-41-25-157,25 24 28,-42 1-85,41 27 1,-3 7 6,11-1 10,6-8-5,9 5 51,15-6-35,-1-9 40,14-6 23,-9-13 10,7-6 35,-4-9 38,-5-7 6,-10-3-11,-6-3-34,-10 2-28,-8-4-72,-3 11-29,-1 3-5,-2 13-23,8 7-5,-4 4-314,-6 28 51,8-12-941,-9 33 1215,11 9 0,2-27 0,2 11 0</inkml:trace>
  <inkml:trace contextRef="#ctx0" brushRef="#br0" timeOffset="5782">11826 2721 25920,'-28'25'78,"-1"1"1,-13 17-29,52-7-27,2-17 21,17 3 18,-6-15 44,5 0 79,-4-6 34,-5-8-12,-7-6-11,-6-6-90,-7-3-50,-10-3-28,-9 0-101,-9 0-375,-4 2-364,5 7 812,-7 2 0,23 10 0,-5 0 0</inkml:trace>
  <inkml:trace contextRef="#ctx0" brushRef="#br0" timeOffset="6349">1568 3698 23041,'-59'2'-174,"1"0"1,16 0-1,6 2-22,7 5 112,42-1 50,33-3 1,15-2 70,-19-2 0,3 0 1,1 0-1279,7-1 0,2 1 1,6-2 1306,-12 0 0,4 0 0,4-1 1,0 0-1,1 0 0,-3 0-409,4-1 0,-2 1 0,0-1 0,2 0 0,4 0 386,-9 0 0,3 1 1,1-1-1,3 0 1,0 0-1,0 0 1,0 0-1,-2 0-97,-1 0 1,0 0 0,-1 1 0,1-1 0,-1 0 0,1 0 0,0 1 0,1-1 87,-3 0 1,0 1 0,0 0 0,1-1 0,0 1 0,0 0 0,0-1 0,1 1 0,0 0-135,3 0 0,0 0 0,0 0 0,1-1 0,0 1 0,0 0 0,0 0 1,1 1-1,0-1 126,-5 0 0,1 0 1,0 1-1,1-1 0,-1 1 1,1-1-1,-1 1 0,1 0 1,0-1-1,1 1-39,1 0 1,0 0-1,1 0 1,0 0-1,0 0 1,0 0-1,0 0 1,1 0-1,-1 0 1,1 0 32,-4 1 1,-1-1 0,1 0 0,0 1 0,0-1 0,0 1 0,0-1 0,1 1-1,-1-1 1,1 1 0,-1 0-8,3 0 0,-1-1 0,2 1 1,-1 0-1,1 0 0,0 1 1,-1-1-1,-1 0 0,0 0 0,-1 0 1,-2 0-8,4 0 1,-3 1 0,-1-1 0,-1 0 0,0 0 0,1 0 0,1 1 0,2-1-1,3 0 7,-7 0 0,3 1 0,2-1 0,1 0 0,1 1 0,1-1 0,1 1 0,-1-1 0,0 1 0,-2-1 0,-1 0 0,-1 1 0,-3-1-2,2 0 1,-2 1 0,-2-1 0,-2 0 0,0 1-1,0-1 1,1 0 0,1 0 0,2 1 0,2-1-4,-6 0 1,1 1 0,3-1 0,0 0 0,1 0-1,1 0 1,0 1 0,1-1 0,-1 0 0,0 0-1,-1 1 1,-1-1 0,-2 0 0,-1 0 1,11 1 1,-1-1 0,-2 0-1,0 1 1,-1-1 0,-1 0-1,0 0 1,0 1 0,0-1-1,-1 0-8,-1 1 1,-1-1 0,0 0 0,-1 0 0,0 1 0,0-1 0,0 0 0,-1 1-1,0-1 1,0 0-15,1 1 0,1-1 0,-1 0 1,-1 1-1,0-1 0,0 0 0,-1 1 1,-1-1-1,0 1-122,8-1 0,0 0 1,0 1-1,-2-1 1,-1 1-1,-2-1 1,-3 0-969,6 1 1,-3-1 0,-3 0 0,-1 0 0,-1 1 1101,4-1 0,0 0 0,-4 0 0,-10 0 0,-7 0 0,-6 0 0,23 0 0</inkml:trace>
  <inkml:trace contextRef="#ctx0" brushRef="#br0" timeOffset="13575">387 2787 27657,'4'-37'2555,"0"0"0,2-23-2555,-6 64 0,-5 20 0,-2 11 0,-7 25 0,6-28 0,0-1-123,-4 20 246,-3 8-894,6-19 387,-1 9-5,4-18 118,3-10-10,3-15 1604,0-5-1466,5-14-116,3-6 206,4-18-276,-1 4 276,1-13 171,-3 7-147,3-21 79,-3 13 151,0 0-304,-3 24 22,-3 12 25,-2 7-232,-1 4-277,0 17 247,0-3 49,-3 26 163,-1-3 196,-3 12-1937,3-16 1,0 0 1268,-1 13-2243,2-6 0,2 0 2855,3-1 1,-2 5-1,3-28 1</inkml:trace>
  <inkml:trace contextRef="#ctx0" brushRef="#br0" timeOffset="13781">778 3002 16948,'-2'0'5649,"-1"-1"-4314,3 1-2965,-12-7 1612,15 7 1,-14-7 0,18 9 0</inkml:trace>
  <inkml:trace contextRef="#ctx0" brushRef="#br0" timeOffset="14732">602 4625 16690,'-4'-4'4259,"1"1"-3033,3 3-1274,5-17 46,-4 15 82,4-10 29,-5 23-49,0-1 98,-4 8 79,-1-7 35,-7 4 8,0-6 11,-1-4-125,2-7-87,1-5-33,1-9-6,3-1 123,-1-22 0,5 7 33,2-7 14,8 2-51,19 8 74,6 2 23,17 6-45,-3 14-143,-1 14-3614,-6 10 3366,-13 5-176,-7 33 214,-20-6 28,-8-10 1,-5 3-166,-8-2 1,-7-1 141,-7 4 1,-4 0-1036,-4 2 0,-1-4 1173,9-8 0,-1-3-1,-8 3 1,0-5 2160,-2-8-2065,-13-1 170,30-29-142,12-11 279,9-13-325,12-6-44,2 6 3418,25-10-3424,-3 21-2,18-3-48,-5 20-1,-7 11-279,17 23-460,-17 5-370,-10-7 1,1 2-6579,14 21 7710,-5-8 0,-13-15 0,-8-13 0</inkml:trace>
  <inkml:trace contextRef="#ctx0" brushRef="#br0" timeOffset="14925">1242 4921 18817,'-4'-4'4118,"2"1"-3178,2 3-1108,-10-32-739,19 24-3143,3-21 4050,17 32 0,-7 1 0,-9-1 0</inkml:trace>
  <inkml:trace contextRef="#ctx0" brushRef="#br0" timeOffset="15692">2308 4786 15737,'-7'-58'1971,"1"1"1,0 4-1,2 4-889,2-12-264,3 10-298,1 16-340,-1 15-192,2 12 12,-1 17 12,2 14-12,1 22-40,-2 15-13,-4-24 0,-1 2-365,-2 1 1,0 1 185,-3 3 0,-1-1-124,-1-1 0,0 1-48,-1 0 1,0-2 275,-2 10 72,3-10 112,8-31-6,1-15 34,5-13 73,3-19 62,1-14-96,-5 21 0,-1-2-6,-1-2 1,-1-3-1538,-1-10 0,0 1 1484,0 14 0,0 0 65,0-12 0,2 2 541,4-9-525,6-8-66,8 13-40,9 11-22,13 14-17,10 11-3,-14 14 0,1 5-480,14 5 477,-14 8 1,-2 4-6,-13 0 0,-2 2-12,7 7 1,-2 4-18,-3 0 1,-5 2-9,-3-1 1,-5 2-147,-9-3 0,-6 1 177,-8-1 1,-6-2 13,-9-1 0,-5-3 8,-7-1 1,-3-4-20,-5-3 0,-2-4-115,-9-4 1,2-4 1525,17-4 1,2-4-1743,-6-3 1,5-7-1555,9-17-4503,8-22 6402,17-3 0,6 13 0,5 14 0</inkml:trace>
  <inkml:trace contextRef="#ctx0" brushRef="#br0" timeOffset="16949">3105 4682 18526,'-5'4'3540,"2"-1"-2907,3-3-414,-49 67 50,47-41-73,-11 13 0,9-4-51,49-25-94,6-8-9,-18-7 0,-1-2 19,21-13-179,-22 7 0,0-2 230,21-20 95,-11-12-117,-20 5-57,-8 2 34,-19 5 104,-5 12-93,-18 0-28,-2 11 12,-10 13-40,11 6 18,-7 15-12,10 4 0,-3 10 223,9 12-246,10-4-16,6-3-34,14-3-123,8-8-610,32 10 369,-10-15-260,6-12 0,2-4 321,-2-6 143,-2-5 1,0-3 103,7-14 174,-17 0 0,-2-3 27,6-8 158,-2-18 219,-22 9-292,-2 7 235,-5-7 313,-5 19-318,-3 3-96,-7 7-252,-4 13-33,-2 3-12,2 6 17,0 14-28,6-8-11,2 24 40,15-19-29,4 5 11,20-11 12,22-11-40,2-6-108,-22-3 1,-1-3 163,16-14-22,-17 2 56,-2-8 73,-18-3-96,-1 5 119,-16-15-96,-9 17-45,-4-3 34,-11 8-11,1 10 33,-10 2 0,-11 16 206,10 4-285,-3 15-16,20-6 17,3 23-22,11-20-40,8 4 0,4 2-157,11 6-64,-1-9 0,3-2-160,11 8-353,-1-12 1,4-4 28,20 2-312,-13-9 0,1-4 1034,13-5 112,-17-11 0,-2-6 174,7-11-54,-13 4 1,-3-3 41,1-10 118,-11 5 0,-3-1 202,4-9 33,4-14-84,-10 24 1492,-6 13-1783,-3 10-235,-5 33 22,2 5 22,-2 29-10,7 0-26,-1-28 0,0 1-1058,0 6 1,1-1 1051,-1-7 1,-1 1-76,-3 25 0,-2 3-359,-4-18 1,-3 0 285,-2 17 1,-2-1 116,-1-20 1,0-5 101,-8 10 5,12-31-11,10-31-6,8-23-22,1-5-3,-1 8 1,0-4-136,2-13 1,0-3 134,1-3 0,0-3 180,-1 13 0,-1-2 0,1 3-177,2-12 0,0 2 2,0 5 1,0 2 289,0 7 0,0 1-284,5 0 1,1 3-32,9-9-5,13 5 6,-4 35-12,-5 7-5,13 15 0,-8 10-17,-10 1 0,0 4-34,10 24 31,-19-20 1,-3 1-32,-7 22-51,-22-4-301,-20-6-387,9-24 0,-4-3-4115,-4-2 1,1-3 3833,-19 4 0,17-9 0,26-5 0</inkml:trace>
  <inkml:trace contextRef="#ctx0" brushRef="#br0" timeOffset="18175">6097 4987 13194,'5'-6'6050,"0"0"-4998,15-36 1,0-12-167,-10 5-702,11-8 1,-5 0 734,-30 0-673,3 32 280,-25-19-419,17 34 89,-38 2-163,27 15-13,-8 9 0,1 4-26,1 6-5,-1 9 0,0 3 16,5 14-739,11-15 0,2 1 739,5 10-112,19 14 96,5-33-58,11-2 0,6-3 41,21-9 28,-19-4 0,3-4 17,13-12 0,1-8 5,-14 3 1,0-5 35,19-13 1,-3-3-42,-22 11 0,-3-1 27,4-10 1,-5-1 45,-7-9-62,-1-1 90,-8-7 1032,-4 23-1105,-1-2 499,-1 17-556,-2 11 116,0 3-104,-11 24 11,2 6-11,-7 21-17,3-2 11,3 0 1,4-4-12,2-6 0,4-10 12,3-10 21,6-11 7,7-12-6,11-13 5,9-13 12,7-11-147,-17 15 1,-1 1 117,1-2 1,1 1 5,-1 1 1,0 1-1,23-15-11,-4 10 0,-7 11-17,-9 11 11,-8 14 6,-6 11-17,-6 13 6,-2 7-6,-2 2 248,1-3-231,4-6 11,4-7 0,1-11-16,13-5 5,1-14 11,17-10-11,4-11-6,-7 1 6,-11 4 0,-2 0 34,5-4-34,5-4 5,-20 11-21,-13 11-1,-1 3 11,-4 10 12,-3 7-23,1 7-73,1 4-156,7 0-174,9-2-342,13-4-660,11-6-1043,7-6-1388,7-4-4099,3-5 7952,-8-2 0,-19 1 0,-13 0 0</inkml:trace>
  <inkml:trace contextRef="#ctx0" brushRef="#br0" timeOffset="18865">7731 4895 7962,'3'-3'2056,"0"1"6497,-3 2-7679,-2-4-146,3 1-73,-1-5-84,3 2-117,-1 0-264,-1 3 332,0 0-298,-1 1-95,0 0 0,-1 0 27,0 0 24,0 0 21,0-2-27,0 0-34,0-2-34,1 0 6,0-1 28,0 1-11,0 0 11,0 0-11,-2 0-28,-2 0-12,-2 0-22,-1 2-11,-2 0-5,-2 2-12,-3 0 34,-8 6-28,-7 6 5,-6 7 23,-4 9 5,0 5-16,3 5-56,10 0-12,9-2 18,12-5 10,15-6 12,13-9-23,16-6 22,11-13-400,7-10 384,-28 2 0,0-3 27,-1-2 1,-1-3 22,-1-2 1,-4-3 7,-2-2 1,-3-3-4,-2-3 1,-2-2-6,-3-3 1,-1-2 13,-2-1 0,0-2-14,0 0 1,-2 1 16,0 2 0,0 2 19,-2 6 1,0 3 53,2-13-62,-4 20-56,0 17-39,-1 9 22,0 21-38,0 19 16,0-9 0,0 2-346,-1 8 0,0 3 267,0 5 1,0 1-331,0 4 0,0 0-1325,1 4 1,0-2 1733,1-6 0,1-4 0,-1-15 0,0-4 0,2 4 0</inkml:trace>
  <inkml:trace contextRef="#ctx0" brushRef="#br0" timeOffset="20966">9459 4582 22948,'-40'-43'257,"0"-1"1,4 6 0,2 12-213,-13 26 0,2 18-6,13 9 499,-2 13-530,22-11 1,4 2-14,11 28-238,7 0 245,6-27 1,5-2-3,-1-5 0,2-1 8,6 6 1,1 0-4,-1-4 1,0 0 0,-4 0 0,-4-1 5,5 6 226,-21 3-226,-27-19 257,-22-1-280,5-9 1,-5-5-6,4-3 1,0-2-233,0 0 1,0-2 10,6-5 0,4-4-1202,-3-16-1505,7-16-1195,32 15 1,10 0 1277,4 3 0,5 2 2862,14-5 0,3 3-322,-10 10 1,1 2 321,10-4 0,-1 2 0,-6 3 0,0 1 1843,9-5 0,3-1 649,6-5 0,0-1-2137,-10 3 1,-3-1 249,-1 2 0,-4 0 451,-9 1 0,-5 0 808,1-9-777,-2-4 66,-12 9-811,-5 13-281,-3 6 559,-3 13-486,-3 12 2105,-11 38-2214,6-12 1,1 1-21,0-3 1,1 0-478,-1 14 0,2-2 484,2-1 4,2-8 1,-1 2-224,2-7 1,-1 0 209,1-3 0,1-1 14,-2 27 44,3-38 23,1-13 119,5-12-46,16-22-107,9-8-17,-8 6 1,1-1 5,13-14 25,-15 16 1,1 0 36,14-11-65,-11 13 1,0 2-43,14-3 903,-5 8-919,-4 25 16,-14 2 476,12 23-492,-15-11-37,1 10 0,1 2-153,4 8 38,-2-9 0,2-1-257,17 5 235,-1-14-163,22-10 222,-22-15 0,1-6 134,0 0 0,1-4-132,5-5 1,-3-3 193,-10-2 0,-5-1 8,12-14 202,-9-19-57,-18 18 24,0-12-136,-10 21 68,-10 7-145,3 13-1,-23 6 17,5 12 298,-15 10-315,5 8-11,9-3 17,-1 10-33,11-6-1,1 11 17,10-11 29,12-5-6,3-14 117,23-12-45,-1-11 62,17-9 17,-8-7 17,-8-1-79,-12 7 191,-7-4-146,-9 14-112,0-1-62,-4 9 6,-4 13 22,-3 7-5,-7 28-22,5-10 5,1 25-6,12-19-11,10 7 17,4-12 0,35-1 6,-1-21-4,-22-6 1,3-2-23,14-12 1,-1-6-762,-13-1 0,-2-2 786,9-1 1,-2-6 5,0-13 0,-5-4 0,-13 6 1,-1-1-7,4-6 1,-1-3-1,-9 3 1,-2-3 0,-1 1 2,1-6 0,0 0-380,-2 2 0,2-3 1,-1 2 382,1-8 0,-2 2-409,-1 7 0,-1 3 415,1-16 78,-5 13-84,-3 32 1190,-2 1-1201,-5 29 1177,-7 21-1175,2-4 1,0 4-6,-5 11 1,1 1 113,2-5 0,-1 1-113,3-5 0,-1 3 0,1-1-9,0 3 0,2-1 0,1 1-3,0-1 1,0 0 0,3 0-4,2 3 1,2 0-1,4-4-3,8 1 1,6-5-9,6-8 0,4-5-17,3-7 0,3-5-8,3-7 0,1-4 8,22-7 25,-8-11 1,-1-6 21,-14 2 1,-1-5 14,16-11 0,-1-6 0,-12 0 0,-5-2-1,-1-4 1,-3-2 30,-3 2 1,-2 0 28,-6 4 0,-2 1 2,-4 7 0,-3 2 90,-4-19 6,-8 15-62,-2 16-95,0 11-34,1 18 28,1 6 6,-7 32-12,0-5 1,-1 3-68,-1 5 0,0 2 52,1-9 1,0 2 0,1-1 0,-2 13 1,2-1-6,2-2 0,3-1-152,5-4 0,3-3 116,7 19-102,10-30 1,5-5-213,20-4 160,-8-9 0,2-4 61,-2-10 0,0-5 92,3-3 1,-1-3 44,1-4 1,-1-2-301,-2-3 0,-2-2 320,-2 0 0,-2-2 22,-4 0 0,-2 0 93,12-20 84,-15 4-107,-11 14 1053,-14 0-1047,-6 13 207,-3-1-302,-12 11 717,2 10-756,-4 2-6,-6 30 22,13-4 6,-3 21-11,15-8 0,12-5 28,15-7-17,15-9-39,14-10 39,10-10 16,4-13 4,-31-2 0,-1-3 41,23-18 1,-13-10 22,-19-6-45,-17-3-11,-21 2-17,-18 3-39,-2 13 25,3 16 1,-1 3-21,-8 2-44,-14 8-101,28 10-230,9 8-341,10 3-566,8 0-1149,12 0-3426,10 0 5880,4-5 0,-6-6 0,-7-4 0</inkml:trace>
  <inkml:trace contextRef="#ctx0" brushRef="#br0" timeOffset="21449">12791 4961 21321,'34'-42'1116,"-1"1"1,0 4-1,-13 8-965,-21 22 446,-15 11-518,-4 10 90,-10 11-152,8 9 22,9 4 0,15 3 91,17-1-85,4-11-29,6-10 1,5-2-230,22 2 210,-13-8 0,2-1 6,-6-5 0,-2-3 11,-1-4 0,0-2-173,24-9 249,-13-10 61,-15-3 40,-15 1-23,-10 3-73,-14 7-67,0 7 424,-21 9-446,5 13 16,-8 9-22,13 10 218,10 3-207,16 0 0,14-2 0,17-4-11,14-6-190,-21-16 1,0-3 200,3-3 0,1-3 8,-2-5 1,-1-3 11,-2-4 0,-3-5-1,-4-4 1,-4-5 3,-4-4 0,-5-3-6,-3-3 0,-3-1 8,-3-1 0,-3 1 9,-2 4 0,-2 2-17,-8-18-50,-2 18-102,0 14-284,-1 13-1205,-2 14 1613,-3 12 0,8-8 0,2 3 0</inkml:trace>
  <inkml:trace contextRef="#ctx0" brushRef="#br0" timeOffset="22749">14903 4802 19711,'31'-51'819,"0"0"1,-2 7 0,-13 6 341,-28 12-1015,-3 13 173,-39 11-78,23 9-196,-2 1 0,0 5 11,-12 17-132,18-8 1,1 3 72,4 2 1,4 4-21,5 10 1,5 0 11,4 18-17,14-16 0,8-1-17,6-14 0,6-3-176,9 6 1,7-3 203,-4-11 1,3-3-1,0-3-428,15 0 1,0-6 470,-14-6 0,2-2 0,-5-3-9,-1-2 0,-3-5 36,4-6 0,-4-3 87,10-16-23,-24 9 1,-2-1-6,0-19-67,-14 5 39,-18 11 190,-6 13-235,-12 4 537,-6 12-537,-21 21-44,5 9 1000,0 5-978,9 6-28,19-5 16,7 15 6,23-11 29,22-4-24,22-18-410,-4-8 422,-15-7 0,1-5 70,-2-4 1,-1-4 1,-1 0 1,-1-4 14,0-4 0,-5-3 32,-1-22-63,-13 8 62,-14-10-51,-8 10 0,-11-12-50,1 17-23,0 6 376,9 18-437,3 6-95,1 17-236,-2 6-313,0 19-286,4 5 364,2-5-1160,2 13-1421,2-9-2561,9 8-1613,26-8 7360,14-20 1288,8-13 1373,-24-14 0,-1-6 512,-2-6 0,-2-4-1880,0 0 1,-1-2-474,-1-5 1,-3-1 361,4-15-320,-9 5-530,-7 13 295,-4 6-549,-6 13-78,1 13 23,-2 22-12,1 7-11,-1 13-12,0-17 1,0 3 3,-1 4 0,0 3 4,-1 0 0,0 3 0,0 0-417,-1 11 1,-1 0 417,0 5 0,-1-3 3,1-17 0,0-4 6,-5 18 16,3-22 434,0-14-416,5-17-12,2-14-12,1-5-4,3-11 11,-1-11 1,-2-17 0,1-2 0,0 9-562,-1 8 1,0-1 542,0-4 1,0-10-1,0-4 1,-1 3 0,1 12 2,0 3 0,-1 5-2,0-10 0,2 0-15,3 12 1,3 4 116,25-13-108,-4 11-120,28 11 115,-10 21-1,15 12-11,-3 11 3,-33-4 0,-2 4-8,-4 2 0,-4 4-6,-4 9 0,-6 1 1090,-4 14-1124,-18-9 1,-7-3-57,-9-8-375,-10-1 0,-4-3-1088,-11-7-671,17-8 1,1-4 2251,-7-10 0,20-2 0,14-2 0</inkml:trace>
  <inkml:trace contextRef="#ctx0" brushRef="#br0" timeOffset="23124">16459 4581 21660,'7'59'99,"0"0"0,3-4 0,7-10-99,34-11 0,-22-19 0,1-4 984,31 5-944,-3-11 128,-5-12 156,-5-10 350,-14-3 105,7-24-331,-20 8-73,5-13 203,-14 17-382,-7 14 499,-3 10-689,-9 17 96,-1 3-94,-10 16 0,-4 7-11,3-3 1,-2 3-354,-1 1 0,-1 3 0,0 1 277,2-1 1,-1 1 0,2 1-998,-2 3 1,0 1 0,2-1-90,-6 11 0,3-1 1165,-1 5 0,3-6 0,5-11 0,1-2 0</inkml:trace>
  <inkml:trace contextRef="#ctx0" brushRef="#br0" timeOffset="28067">862 5626 8965,'-1'40'2325,"2"-9"-1564,46-21 85,9-4-468,-15-3 0,4 0-950,9 0 0,1-1 747,-12-1 1,1-1 0,1 1-48,5-1 1,2 1 0,0-1-45,5 0 0,0-1 0,2 1-571,-12-1 0,1 0 0,0 1 0,1-1 555,1-1 1,1 1 0,1 0-1,2-1 38,0 0 1,2 0-1,2-1 1,-1 1-1,-4 0-56,-3-1 1,-4 1-1,2 0 1,4 0 29,3-1 0,7 0 1,3-1-1,0 1 0,-5 0 1,-6 0-736,5 0 1,-7 0 0,6-1 692,-8 2 0,6-1 1,3-1-1,1 1 1,-2 0-1,-3 0-341,8 0 1,-4 0-1,0 1 1,3-1 331,-11 0 1,2 1 0,1 0 0,0-1 0,1 1 0,-1 0-115,2-1 1,-1 1-1,0 0 1,1 0-1,0 0 1,3-1 101,0 1 1,3 0-1,2 0 1,0 0 0,-1 0-1,-2 1 1,-4-1-36,6 0 1,-5 0 0,-1 0 0,1 0-1,4 0 30,-5 1 0,5-1 0,1 0 0,1 0 0,-1 1 0,-2-1 0,-4 0 7,3 1 0,-3 0 0,-2 0 0,0-1 1,4 1 0,0 0 1,2 0-1,1 0 1,0-1-1,1 1 1,-1 1 37,-1-1 0,-1 0 0,1 1 0,0-1 0,1 1 0,1-1-40,-8 1 1,2-1 0,1 1 0,0 0 0,1-1 0,-2 1 0,-2 0 0,-2 0-10,11 0 0,-3 0 0,-2 0 0,1 0 0,4 0 6,-5 0 0,4-1 1,1 1-1,1 0 0,0 0 1,-3 0-1,-4-1 4,4 1 0,-5 0 0,-1 0 0,1 0 0,3 0-7,0 0 0,1 0 0,2 0 1,0 0-1,2 0 0,1 0 4,-11 0 0,1 0 0,2 1 0,0 0 0,0-1 1,0 1-1,-1 0 0,-2-1-5,3 1 0,-2 0 0,0 0 1,-1 0-1,-1 0 0,1 0 0,-1 1-7,8-1 1,-1 0 0,1 1 0,-2 0 0,0 0-1,0 0-37,-4 0 0,0 1 0,0 0 1,-2-1-1,0 1 0,-2 0 38,2 0 1,-3 0 0,-1 0 0,1 1-1,2-1 12,-1 0 1,1 1 0,1-1 0,0 1 0,1 0 0,1 0-23,5 0 0,2 1 1,0 0-1,0 0 1,-1 0-1,-2 0 12,4 0 1,-2 1 0,-1-1 0,1 0 0,0 1-1,-4-1 1,1 0-1,1 1 1,-1 0 0,-2-1-1,-5 0 18,5 1 0,-6-1 0,0 0 0,2 1-14,8 0 0,1 1 1,1 0-1,-4 0 154,-10-2 1,-2 0 0,0 1-1,4 0-161,4 0 1,3 1-1,2 1 1,0-1 0,-2 0 9,4 0 0,-2 0 1,0 0-1,2 1 1,-8-2 1,3 1 0,-1 0 0,-1-1 0,-4 0-1,8 1 0,-5-1 0,3 0 6,-8 0 0,2-1 0,1 1 0,-3-1 10,6 1 1,-2 0 0,4 0-7,-8-1 1,3 0 0,2 1 0,-1-1 0,-4 0-19,11 1 0,-4 0 1,3 0 6,-1 0 0,5 0 0,-1 1 0,-5-1 210,-3 0 1,-4 0 0,2-1-213,-5 1 1,3 0 0,0-1 0,-1 1-5,-1-1 0,-2 1 1,2-1-1,0 0-15,7 1 1,2 1 0,0-1 0,-3-1 30,9 2 0,-1-1 0,-2 0-28,-2-1 0,-1 1 0,0-2 37,-5 0 1,-1 0 0,-2-1 41,12 0 1,-1 0-28,-11-1 1,2 0 0,0-1-5,-3 1 1,-1-1 0,0 0 5,5-1 1,0 1 0,-2-1 434,12 1 1,-3 0-466,6-1 0,-5 0-18,-24 1 1,-2-1 0,3 0 0,-1 0 982,14 0-1064,-14 0 1,0 0-275,20 0-252,7 0 202,-23 0-773,12-1-953,-20 1 1,0 0-2160,0 0 1,0 0 4287,27 0 0,-31 0 0,-21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4T14:52:01.2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11496 3903 8331,'-50'-1'721,"0"1"1,1 0 0,-1-1-1,5 2 1,2 0 0,-1 0-510,-12 1 1,-2-1 0,10 2-95,-6 3-247,11 6 202,37-3 6,6 0 142,22 2-19,16-4-118,-7-3 0,3-1 56,11-1 0,1-1-423,-5 0 0,3 0 583,10-2 1,8 0-1,-2 0-843,-9 0 1,-1-1-1,4 1 688,4-1 1,5 0 0,2 0 0,-2 0-500,-1 0 1,-1 0-1,1 0 1,1 0 433,-8 0 1,1 0 0,0 0-1,1-1 1,1 1-365,3 0 0,0-1 0,2 0 0,-1 1 0,2-1 327,-9 0 1,1 1 0,0-1 0,1 0 0,0 1 0,0-1-167,2 0 0,0 0 0,1-1 0,0 1 0,0 0 0,0 0 151,2-1 0,1 1 0,-1-1 0,1 1 0,0-1 0,1 1-46,-8 0 1,1-1 0,0 1-1,-1 0 1,1 0 0,-2-1 0,-1 1 31,10 0 1,-3-1-1,-1 1 1,2-1 0,5 0-24,-11 1 1,5-1 0,1 1 0,2-1 0,1 0 0,-2 1 0,-1-1-1,-3 1 23,4-1 0,-3 1 0,-1 0 0,0 0 0,2 0 0,3-1-8,-8 1 0,2 0 0,2 0 1,2 0-1,0-1 0,1 1 1,-2 0-1,0 0 0,-3 0-9,1 0 0,-2 0 0,0 1 1,-1-1-1,0 1 0,0-1 1,0 1-1,0-1-30,0 1 0,0 0 0,0-1 0,0 1 0,0 0 0,0 0 0,0 0 0,-1 0-105,8 0 0,-1 0 1,0 0-1,0 0 1,0 0-1,-1 0 1,0 1-346,-2-1 1,0 1-1,0-1 1,0 1-1,-2 0 1,-1-1-1,-2 1-345,9 0 0,-3 0 1,-1 0-1,-1 0 0,-1 0 828,0 0 0,2 0 0,-2 0 0,-5 0 0,-7 1 0,6-1 0,-6 0 0,-1 0 0,0 0 0</inkml:trace>
  <inkml:trace contextRef="#ctx0" brushRef="#br0" timeOffset="716">10640 4130 11477,'26'44'211,"0"0"0,-1 0 0,1 0 0,-1-3 0,-1-2 0,-3 1-577,-3 2 0,-3 1 0,-2 1 702,-3 5 0,-2 1 0,-2-3-645,2 2 0,-2 2 478,0-3 1,0 6 0,-1 3-1,-1-5-85,-1 3 0,-1-2 0,0 2-335,1-2 0,-1 1 0,1 3 0,-1-2 295,0 3 1,0-1 0,0 1 0,0 1 12,0 0 1,1 0-1,0 2 1,0 2-18,-1-2 0,1 3 0,1 1 1,-1-2-1,0-3-421,0-4 1,0-3 0,0 0 0,0 4 433,0-6 0,0 3 0,1 3 1,0-1-1,-1-1 0,0-4-209,2 9 0,-2-4 0,1 1 1,0 2 286,0-1 0,0 1 0,0 3 0,0 1 0,0 1 31,-1-10 1,0 3-1,0 0 1,-1 1-1,1 0 1,0 0-1,-1-2-184,0 4 0,1-1 0,-1 0 0,0-1 0,0 0 0,-1 0 60,1 0 0,0-1 1,0 0-1,0 0 0,0-1 1,-1 1 24,1-2 1,-1 1-1,0-1 1,1 0-1,-1-1 1,1-1-77,-1 1 1,2-2 0,-1 0 0,0 0 0,1 3 35,-1-1 0,1 2 1,0 1-1,0 0 0,0 0 1,0 0-15,0-2 0,1-1 1,0 1-1,0-1 0,0 2 1,0 1-38,1-2 0,-1 3 1,1 1-1,0 0 1,0-1-1,0-1 0,0-4 13,0 3 1,-1-3-1,1-1 1,0 0 0,-1 4-34,2 3 1,-1 4 0,1 2 0,-1-1 0,0-2 0,-1-4-86,1 5 0,-1-4 0,0-1 0,0 3-5,-1-4 0,1 3 0,0 0 0,0 1 1,0 1-594,-1-5 0,1 1 0,-1 0 0,1 1 0,-1-2 0,1-2-669,0 1 1,-1-2 0,1-1 0,0-1 0,0-1 1399,0 9 0,0-1 0,0-2 0,0-8 0,1 7 0,0-12 0,-3-19 0</inkml:trace>
  <inkml:trace contextRef="#ctx0" brushRef="#br0" timeOffset="1749">18747 3692 14376,'6'23'694,"3"10"-408,8 18-73,-6-18 0,2 2-1814,3 7 0,1 2 1763,3 7 1,0 2-70,-5-14 0,-1 2 1,1 1-233,-1 3 0,0 2 1,-1 0 240,0 4 1,-2 1 0,0 1 3,0 3 0,-2 1 1,0 0 6,-2 4 1,0 0 0,-1 0-148,-2-13 0,-1 1 1,0 0-1,0 0 185,-1 2 0,0 0 1,-1 0-1,1 0-36,-1 2 0,0 0 0,0 0 0,-1 0-477,1 1 0,-1 1 0,0-1 0,1 1 429,-1 1 0,0 1 1,0 0-1,0 0-7,1 1 0,-1 1 1,0 0-1,0 0-78,1 2 1,-1 0 0,0 0-1,0 0 56,-1-10 0,1-1 0,-1 1 1,0 0-1,-1 0-3,1 2 1,-1-1 0,1 0 0,-1 1 0,-1 0-118,0 1 1,0 1 0,-1-1 0,0 1 0,0 0 105,0 1 1,-1 0 0,0 0 0,0 0 0,-1 0-13,1 1 0,-1 0 1,1 0-1,-1 0 0,0 0 6,0 0 0,0 1 0,0-1 0,0 0 0,0 1 6,0-1 1,0 1 0,1 0-1,-1-1 1,0 1 1,0 0 1,1-1 0,-1 0 0,1 0 0,0 1-3,0-2 1,-1 1 0,1 0 0,1 0 0,-1-1-1,1 0 1,-1 0-1,1 0 1,0-1 0,0 0 4,1 0 0,-1-1 0,1 0 0,0 0 0,0 0-7,0-1 1,1-1 0,0 1-1,-1-1 1,1 0-4,1 0 0,-1-1 0,0 0 0,1 1 0,0-1 69,-1 12 0,1 0 0,-1-1 0,1-3-79,0 5 0,0-3 1,-1 4 69,1-14 0,0 4 0,0 1 1,-1-1-1,1-3-61,-1 10 1,0-3 0,0 3-10,0-12 0,0 3 0,0 1 0,0 0 0,0-3 3,-1 0 1,0-1-1,0-1 1,0-1 200,-2 15 0,-1-1 1,1-1-207,-1-3 1,-1-1-1,0-1-5,0-2 0,0-1 0,0-1 0,0-3 0,-1 0 0,1-1 1,0-3 1,-1-1 0,1-1-10,-3 16 1,-2-2 10,-3 2 1,-1-3-9,6-20 0,-2-1-11,-5 6 0,-2-3 1122,-9 3-2682,-11 4 1732,-7-5 1,21-21 0,3-4 0</inkml:trace>
  <inkml:trace contextRef="#ctx0" brushRef="#br0" timeOffset="2791">11154 11949 14583,'-11'-54'1286,"0"0"1,1 5-1,3 10-1241,6 22-532,2 9 257,3 12 308,4 13-5,5 17-11,-1 18-40,-3-2-360,-4-3 0,-1 4 374,-1-13 1,1 2 47,1 19 0,0 0 14,0-9 0,0-2-12,1 1 1,0-1-31,-1-11 0,1-1 11,0 7 1,2 1-26,2 1 0,3 0-34,0-1 1,3 1-4,5 5 1,3-3-3,2-11 0,2-5-6,-6-7 0,3-2-3,21 6 1,4-4 13,-8-11 1,1-2-6,1-1 1,3-1 0,0-2-1048,1-3 1,0-3-1,-1-1 1050,13-1 0,3-3 1,-10-1 0,6-2 0,1-1 0,-2-1-5,-10 2 1,-2-1 0,1 0 0,3 0-351,5-2 0,5 0 0,2 0 0,0-1 0,-2 1 352,-4 0 1,0 1-1,-1-1 1,1 1 0,1-1-5,2 1 0,1-1 0,0 1 0,1-1 0,3 1 0,-9 0 0,3 1 0,2-1 0,-1 1 0,1 0 0,-3-1 0,-3 2-304,5-2 0,-4 2 0,0-1 0,0 1 0,4-1 306,-3 0 0,3 0 1,3 0-1,0 0 1,-1 0-1,-2 1 1,-2 0-171,3 0 0,-3 0 0,-2 0 0,2 1 0,2-1 168,0 1 0,3-1 0,1 0 0,0 0 0,1 0 0,-1 0-4,0 1 0,0 0 1,0 0-1,0 0 0,0 0 1,0 0-1,1 1 0,0-1 0,0 0 1,-1 1-1,0 0 0,-3 0-4,0 0 0,-3 1 1,0 0-1,1-1 0,3 1 32,-4 0 0,4 0 0,2 0 0,0-1 0,0 1 0,-3 0 0,-3 1 65,2-1 1,-4 0 0,-1 1 0,0 0-1,5-1 40,-6 1 1,3 0 0,2-1-1,0 1 1,0-1 0,-3 1 0,-2 0 78,4 0 0,-3 0 1,-1 0-1,-2 1 0,0-1-12,5 0 0,0 0 1,-3 1-1,-1-1-12,5 1 1,-2 0 0,-4 0 469,7 1 1,-5-1-591,-18 1 1,-6 1-54,2 0 1049,-20 0-5535,-15 3 5024,-3 1 0,0-1 0,1 0 0</inkml:trace>
  <inkml:trace contextRef="#ctx0" brushRef="#br0" timeOffset="4444">5956 3692 19754,'57'9'62,"0"0"0,-1 1 0,1-1 0,0 1 1,-5-1-1,0 0 0,-2 0 0,-1 1 1,-2 2-1116,12 5 0,-3 2 0,0 1 1060,-9-3 0,1 1 0,-2 0 0,-3-1-7,13 4 0,3 1-9,-12-4 0,7 2 0,3 0 0,-2 0 0,-6-2-427,1-1 0,-5-2 0,5 1 424,2 1 1,6 1 0,3 1 0,0 0 0,-2-2-16,-6-2 0,-1-1 0,0 0 0,-1 0 1,1 0-222,1 1 0,1 1 1,0-1-1,-1 0 0,-1 0 230,-1-1 0,-2 0 0,1 0 0,-1 0 1,-1 1-38,12 5 0,1 0 1,-4 0-1,-6-2-159,1 1 0,-3-1 195,3 1 0,5 3 1,-9-3-297,-14-4 0,-5-2 427,19 9 1356,-20-8-1390,-27-15 96,-17-18-101,1 1 81,-12-12 0,-4-3-23,4 6 1,0-2 44,-15-15 1,0-1 580,12 12 1,1 0-453,-5-7 1,2 0 102,7 6 1,2 1 95,3 3 1,1 2-309,-11-18 2782,22 31-3000,5 11 39,15 19 16,8 11-33,-1-2 0,3 2 154,4 4 1,3 2-169,5 5 0,0 0 0,-4-5 0,-1 0-56,9 11 0,-2 2-154,-8-8 0,-4 5-395,-6 0 1,-3 5 0,-5 0-1435,-9 17 1,-8-1 308,1-20 0,-3 0 1,-5-3 1743,-9 0 0,-5-2 0,3-6 0,-11 10 0,-3 0 0</inkml:trace>
  <inkml:trace contextRef="#ctx0" brushRef="#br0" timeOffset="6744">3172 3044 18901,'-39'-50'881,"0"1"0,2 5 0,2 12-674,-8 32-105,9 26-55,19 2 1,5 6-1526,2 16 1,4 7 1475,1-8 0,1 4 0,0 3-639,2-7 1,-1 2 0,1 1 0,0 1 316,0 6 1,-1 1-1,1 1 1,-1 1-479,-1-10 0,1 1 0,-1 1 0,0-2 0,0-1-138,0 2 1,0-3 0,-1 1 0,0 3-521,-2 1 0,-2 5 1,1 0-1,-1-2 1,0-5 1459,-1 3 0,0-5 0,0 2 532,-1-2 0,0 2 0,-1-1 0,-1-8 1243,-3 4 1,-3-11 987,-16-3-1771,7-31 1999,-13-52-2521,20 11-3,1-13 1,2-6 837,9 19 1,2-1-1116,-2-19 1,2-2-71,3 8 0,3 1 388,4-1 0,3-1-508,3 1 0,4 0-48,5 1 0,3 2-193,4 0 1,3 2-483,3 3 0,3 2-1044,3 1 0,1 3-2033,2 3 0,1 1 3800,-5 6 0,-3 3 0,11-6 0,-21 14 0</inkml:trace>
  <inkml:trace contextRef="#ctx0" brushRef="#br0" timeOffset="7261">3548 3357 22711,'-22'-45'11,"10"22"17,29 69-34,-1 12-8,-6-18 0,-1 2-281,-1-4 0,-2 0 286,1-2 1,-2-2 8,5 25 11,-5-21 243,-9-4-80,-6-20 44,-8 0-11,0-19-83,2-10-68,7-11 370,12-9-466,7 5-22,11 5 1,3 1-17,6-3-62,10-1 0,2 1-446,9-4 480,-14 10 0,1-1 10,-10 4 1,0 1 30,-1-1 1,0 0 50,0 0 0,0 0 82,21-21 77,-4 0 130,-9-1 138,-7 2 113,-9 5 74,-8 6-298,-6 11 348,-4 4-521,-1 9 266,-1 3-373,-1 11-15,-1 12-29,1 14 5,1 10-85,5 7-194,4 3-444,5 1-727,1-3-2465,2-6 3932,-5-13 0,-3-16 0,-5-10 0</inkml:trace>
  <inkml:trace contextRef="#ctx0" brushRef="#br0" timeOffset="7428">4380 2945 9643,'3'26'0,"-1"-5"0</inkml:trace>
  <inkml:trace contextRef="#ctx0" brushRef="#br0" timeOffset="7877">5059 3145 16292,'1'-4'5399,"1"1"-3500,-2 3-1608,-91-32-123,35 39-735,15-11 0,-6-1 1,5 7 574,6 17 0,6 7-5,0 0 0,4 2 125,4 0 1,3 2-129,-5 26-39,14-3-95,29-6 50,1-21-62,35-9 90,-1-34 53,-18 2 1,2-4-422,0-7 1,-1-6 476,-2-3 0,-4-4 36,-2-12 1,-6-1-65,-8 16 1,-3-2 18,-3-15 1,-5-1-17,-7 16 0,-3 1 415,2-10 0,-2 1-337,-1 4 1,0 1 19,2 7 0,0 1 274,-1-13-249,4 17-112,1 15-22,6 12 1005,0 9-1017,10 19 1,2 6-22,1 8-147,2 9 0,0 4 56,-9-13 1,-2 0-146,3 13 0,0 1-149,-1-1 1,3-1-496,6 3 0,2-4 336,-7-17 0,3-3-1698,11 4 1,3-7 1473,5-8 1,-5-3 0,-14-11-1</inkml:trace>
  <inkml:trace contextRef="#ctx0" brushRef="#br0" timeOffset="8711">5872 3042 13844,'0'-6'7606,"0"2"-7035,0 4 264,-24-62-292,8 43-246,-10-15 0,-4 5-219,2 27-10,-15 7 10,12 12-11,-6 14-61,6-5 5,1 15 0,19-12-33,5 22 22,10-15-6,5 3 12,4-21-6,2-5 33,1-5 51,1 0 17,-2-7 56,-2-10-107,-5 3 96,-1-8-23,-6 6-22,-1-2-73,-2 4 22,-3-1-38,1 4-1,-1 0 17,3 2-28,0 0-34,1 1 40,5-2 22,5-2-28,2 0 0,5-5 0,-2-1 11,-4 2 17,7-9-22,-11 9 44,10-16 0,-9 7 35,4-9-23,-6 10 218,-3-7-40,0 10 12,-5-6-134,2 8 201,-5 0-235,3 6 45,0-2-123,2 5 5,3 17-11,3-3 5,7 31-2,-2-10 0,-1 3-12,0 6 1,-2 3-689,-1-4 0,-1 3 0,-1-2 666,-1 6 0,-2 2-102,-3 4 1,-2 6 0,0-6 17,0-9 0,-2 0-102,-2 2 0,-3 6 0,-2 1 0,0-6-604,-9 7 1,-3-2 674,3-5 1,-3 3 0,1-6 66,-2-5 1,-2-6-1421,-5-4 0,1-7 1129,6-13-587,-9-42 623,33 3 1,7-6-678,0-21 0,3-6-553,2 18 1,2-2-1,0 0-1222,2-3 1,1-1 0,-1 3 2619,4-9 0,-2 6 0,-2 11 0,-3 8 0,-4 13 0</inkml:trace>
  <inkml:trace contextRef="#ctx0" brushRef="#br0" timeOffset="9054">6051 2900 10494,'6'-2'7970,"-2"0"-3908,-4 2-3715,26 14-106,-11-4-28,25 10-68,-10-12-44,9-4 5,8-10 18,2-7 72,-3-13 89,-12-7-111,-14 4 403,-15-20-196,-17 18-73,-13-10-39,-11 19-23,-5 12-151,8 9 101,-13 21-117,17 9-54,9-4 0,2 4-214,4 2 0,3 2 194,1 5 1,3 0-6,1-7 0,2 1-124,7 19 1,5-2-185,5 1-1560,12 5 1,5-2 1562,9-8 1,-16-18-1,-2-3 1,-2-7-1</inkml:trace>
  <inkml:trace contextRef="#ctx0" brushRef="#br0" timeOffset="11006">9924 11156 11788,'-49'9'467,"0"-1"0,1 0 0,-1 0 0,0 5 0,-3 1 0,0 1 0,2 1 0,3 0-2210,-12 5 0,5 1 0,-2 2 1834,4-2 0,-1 3 0,0 0 0,1 2-232,1 1 1,2 1-1,0 1 1,-2 2 201,4-2 1,0 1 0,-2 1-1,0 1 1,-3 2-100,7-4 1,-2 1 0,0 2 0,-2 0 0,-1 1 0,1 0 0,0 0 51,3-2 0,0 1 0,0-1 0,0 2 0,-1-1 0,0 1 0,0 0 0,0 0-126,-1 1 1,0 1-1,-1 0 1,0 0 0,0 1-1,0-1 1,0 0-1,1 1 133,-1-1 0,0 0 0,1 0 0,-1 0 0,0 0 0,0 0 0,0 1 0,-2 0-3,3-1 0,-3 1 0,0 0 0,0 1 0,0 0 0,0-1 1,2-1-1,1-2 0,2-1-10,-5 5 0,3-3 1,1-1-1,1 0 1,-1-1-1,-2 2 17,0-1 1,-2 2 0,-1 0-1,1 0 1,0-2 0,4-2-1,5-4 63,-15 9 0,6-6 0,1-1 274,-5 3 1,0-1-1,5-4-264,-2 0 1,8-7 1223,-1-3-1434,36-30 2234,24-19-2038,15-20-47,-11 19 0,1-1 1453,1-3 0,0-1-1468,0-2 1,-2 1-15,-1 1 1,-2 0 19,-1 2 0,-3 1 789,4-15-604,-5-5 62,-8 28-96,-1-4-241,-2 21 169,1 9 492,4 18 112,4 22-425,0 4-26,0 5 0,-1 3-535,-1-13 0,0 0 303,4 18 1,3-1-38,0-12 1,3-3-63,4-4 1,3-2-165,4-3 0,4-4-673,5-3 1,3-4 907,8-2 0,0-5 0,6 3 0,-3-8 0</inkml:trace>
  <inkml:trace contextRef="#ctx0" brushRef="#br0" timeOffset="12208">3518 15680 20357,'9'52'70,"1"-1"1,0 1-1,-2-1 1,-1-2 0,-3-2-63,-6 6 0,-3-3-465,0-1 1,-1 0 486,-1-6 1,0-2 50,1-6 1,0-3 835,-5 12-188,3-19 28,2-21-617,0-21 128,1-22-173,4 0 1,0-3-80,2 11 1,0-2-155,2-22 0,3-2 163,0 14 1,2-1-12,2-11 0,3-2 2,1 3 1,3 1-9,5-3 1,3 2-6,-2 13 0,2 3-1,-2 3 1,1 4-194,1 9 1,0 4 162,16-2-33,9 4-23,4 35 33,-16 18 12,-6 15 0,-24-13 0,-8 1-316,-6-1 1,-6 1 357,-5 12 0,-6 3 15,-3-12 1,-4 1 0,1-4 6,-2 3 0,-2-2 44,-1-3 0,-3 2 1,5-8-14,-5 2-20,8-8 0,3-2 850,10-8-886,5-2 384,10-1-351,10-3-16,3 2 5,18-2 754,9-5-793,3-4 1,3-2-24,-13-1 1,1-2-778,23-4 1,2-4 480,-15-1 0,-1-3-157,13-5 0,1-2-56,-1-3 1,0-2 258,-15 4 1,1-1 0,-2-1 286,7-7 0,-3 1 50,-2 1 1,-5-1 128,-12 7 1,-5 2 422,-2-6 84,-5 0-128,-16 11 89,-16 12-280,-5 10-84,-8 7 1085,10 3-1270,1 6-3448,10 3 3364,2-4-22,6 9-11,16-6-18,-3-3 1,20 0-2246,11-12 2291,-6-4 2304,27-18-2248,-29-5-18,4-6 96,-12-6 236,-11-2-57,-3-2-6,-12-2-150,-4 17 145,-13 1-112,-1 10-5,-22 5-152,11 7-220,1 8 1,0 4 191,4 4-11,-17 27 0,26-4-17,4 16-5,12-16 0,4 0-230,3 18 157,3-14 0,4 2-651,3-1 1,1-1 1087,-3-7 0,1 0-1681,5 9 1,0-4 1338,8 7 0,-19-32 0,-1-6 0</inkml:trace>
  <inkml:trace contextRef="#ctx0" brushRef="#br0" timeOffset="12441">5317 15888 14773,'13'-53'2339,"1"-1"1,-4-9-1,-6 4-932,-18 3-1854,2 22 1,-3 2 832,-12 5 839,-12 13-1090,15 22 211,-4 5-313,13 17 1,5 9-20,2-1 0,2 3-1034,1 2 0,-1 4 0,2 1 1007,3 3 0,1 1 0,1-1-128,0-7 1,0-1-1,2 3 64,2 14 0,1 3 1,-1 1-740,-1-13 0,0 1 0,-1 1 0,0 0 312,0 1 0,0 1 0,-2 0 0,0 2-540,-2 6 1,0 2 0,-2-1 0,-1-5-449,-1-4 0,-1-5 1,-1-1 1491,-3 5 0,-1-1 0,2-11 0,2-8 0,0-8 0</inkml:trace>
  <inkml:trace contextRef="#ctx0" brushRef="#br0" timeOffset="13523">4858 17641 13313,'1'-51'900,"0"-1"0,0 1 0,0-1 0,-1-3 0,1 2 0,4-1-745,5 4 1,3-1-1,3 0 1,-1 3-1607,1 1 1,1 2-1,0 0 1413,3-9 1,1-2 0,2 1-299,5 0 0,2 0 0,0 6-1,3-1 0,2 3-272,-3 4 1,2-3 0,-1 4-611,9-2 1,-1 3-51,0 3 1,-2 3 797,-8 9 1,0 1 24,12-10 1,-1 0 647,-13 12 0,-2 1 22,6-6 0,0 1 1561,-3 2 1,-4 3 891,2-3 168,4-6-789,-20 16 1439,-7 7-2481,-7 3-208,-6 4-655,1-1 1268,-9 2-1094,10 0 246,-3-1-268,5-4-124,1-1-101,0-1 101,0 0-83,2 5-40,-2-1-23,2 2-61,1 1 39,0 7-11,0 2 17,2 6-17,0-3 11,5 2-27,6-2 27,6-1-6,1-2-5,10-5 0,11-5 12,4-5-1,0-2 17,1-15 28,-20 1 45,7-14 39,-19 0 28,-7-3-5,-10-2 66,-5 1 23,-4 5-129,2 11 157,-3-3-196,8 14-56,-2-3-67,6 12-45,2 2 51,6 4 33,8 6-6,11 5-61,12 3 50,-4-3-17,28-4-5,-15-9 36,-13-3 1,0-3-15,20-15 17,-5-10 22,-6-6 1,-10 1 16,-13 8 84,-7 3 45,-9 8-39,-1 3-68,-6 4-21,-1 8-52,-5 5-16,-1 8 28,-3 11-28,2 14 17,3 7-50,7 8-96,7 0-95,7 0-191,8-7-189,6-7-159,6-11 41,4-11 352,6-15 309,2-16 206,-1-12 180,-4-10 112,-8-5 95,-8 1 1,-7 2-18,-7 10-28,-4 9-168,-3 11-140,-3 6-145,0 4-12,0 8 29,0 10-68,2 15-168,3 10-565,5 8-1911,5-1 1841,-1-8 0,-3-16 0,-5-12 0</inkml:trace>
  <inkml:trace contextRef="#ctx0" brushRef="#br0" timeOffset="14050">7073 15118 21433,'-4'-3'1283,"0"1"-6767,4 2 5484,-9 18 0,6-13 0,-6 13 0</inkml:trace>
  <inkml:trace contextRef="#ctx0" brushRef="#br0" timeOffset="14933">7736 15684 10945,'2'-57'1219,"1"0"0,-3 4 0,-5 4 37,-7 14 0,-5 3-674,-16-14 1246,-9 8-1721,13 24 33,-9 11-90,5 13-28,-11 14-11,16 3 1,2 5-18,2-1 1,3 2 152,-1 1 1,3 1-173,5-1 0,3-2-9,3 10 2056,21 3-1978,2-24 102,34-13 84,1-25-82,-16 2 0,0-3 18,2-5 0,-2-2 594,-3-1 1,-3-1-484,-2-3 0,-3 0-126,3-7 56,-10-6-45,-14 21 838,-1-1-916,-5 2-67,1 10 191,-2 3-303,3 7-129,1 1 84,0 4 123,1-1-28,0 5-16,1-4 5,-1-1-6,1-1-834,-1-2 761,2 2 107,-1 0-45,3 1 34,0 2 39,-1-2-11,-1-1 588,-1-2-538,-1-5 12,1-5 5,-1-6-3392,0-6 3364,0 5 89,1-20-66,-1 16 55,1-24-16,-1 11-2252,-2-26 2173,-1 17-358,-1 2 0,-1 0 364,1 4 681,-1-2 1,0 0-497,1 3-271,-3-11 125,4 28 2383,0 9-2467,2 9 1219,0 4-1219,0 19 1084,1 0-1079,4 34-1355,3-17 1,1 2 1304,2 6 1,1 3-85,0-8 0,1 3 0,0-1-521,0-1 1,1 0 0,0 0-451,2 3 1,0 2-1,1-3-2339,4 10 0,0-1 3467,3 3 0,-1-7 0,-3-11 0,-1-4 0</inkml:trace>
  <inkml:trace contextRef="#ctx0" brushRef="#br0" timeOffset="17140">8572 15487 19043,'2'-47'806,"1"0"1,0 0 0,-2-11-1,-4 6-481,-6-10 179,-18 21 732,-4 21-1028,-28 7-152,13 14-45,2 15 0,1 8-132,18-4 1,1 4 103,-10 10 1,4 2-10,11-4 1,5-1-20,-1 26 17,13-17 302,27-3-246,8-23-5,10 1 13,-9-18 0,0-6 20,13-9 515,10-6-274,-13-10-68,-24 10-111,3-3 240,-13 3-319,-7 16 378,0-2-462,-3 16 51,0 14-6,0 5-6,0 16 0,0 5 1,-2 8-742,-2-8 1,-1 2 0,0 2 639,0 9 1,-1 2 0,0 1-62,0-13 0,-2 2 0,1-1 0,-1-1-152,-1 8 1,0-2 0,-1 0-83,0-1 1,-2-1 0,1-2 118,-1 7 0,-3-2-3,-4-1 1,-3-8 789,-15-3-129,6-26-95,10-50-146,23-20-48,5 9 0,4-7 0,1 4-422,0 2 1,1 0 342,0 1 0,2-6 0,1-2 0,1 1-184,1 2 1,2 1 0,0 0 0,1 0 159,0 0 0,1 0 1,0 0-1,1-1 4,3-3 1,1-1-1,0 2 1,0 3-757,1 3 1,1 3 0,-2 3 751,2-3 1,1 3-40,5-3 0,-1 4-130,5-2 172,-14 13 0,0 2 489,3-1-352,-9 8 1818,-8 7-1655,-6 5 3157,-4 4-3314,0 0-242,1 2-217,2-1-174,4 0-129,3 0-62,1-1-78,0 1 23,-2 0 167,-2 0 242,-3 0 268,-1 0 17,1-1-34,0-1-118,1-1-290,1-1-544,0 1-627,-1 2 123,0 1 941,-4 0 740,1 0 1685,-3 0-1467,1-4 34,0 3-12,0-4-140,0 5 2493,-1-1-2000,0-1-454,0 1-39,0-1-16,-1 1 10,-1-1-21,1 1 32,-1-1 35,1 0 22,0 0 67,0 0 516,0 1-729,-1 2-17,-1 5-16,-5 10-29,-2 8-16,0 6-45,2-1-5,4-3-12,7-6 34,6-5 61,9-7 0,6-5-5,8-13 34,5-7 38,0-11 68,-4-6 11,-8-5 29,-8-1-18,-9 1-162,-6 10 111,-8-6-100,-1 16-22,-4-5-28,2 11-40,3 6 28,2 2-66,3 4-360,0 1 393,0 0-17,0 0 23,-2 0-18,2 0 1,-2 0-6,1 0 0,-2 0 11,3 0-5,-2 0-12,2 0 34,-1 0-28,1-1 11,-2 1-11,-1-1 6,0 1-1,1 0-5,1 0-5,-1-1-1,-1 0-5,0 1 11,0 0 0,-1 0 0,-1 0 6,-2 0-1,0 1 1,-1 3-29,-1 3 18,0 3 10,-6 13 12,-3 7-12,2 0 1,0 2-14,1-3 0,2 1 5,-2 0 0,1 0 9,-3 25-29,12-15-122,27 11-169,16-17-328,6-19 1,4-5 204,-15-7 0,1-2-317,7-2 1,0-2 753,-6-5 0,-4-1 0,-1 2 0,11-6 0</inkml:trace>
  <inkml:trace contextRef="#ctx0" brushRef="#br0" timeOffset="18307">9630 14792 19372,'-1'-5'3949,"0"2"-3182,1 3-728,36 1-11,-3 24-16,23-4-35,-22 13 1,-2 6-82,-4-4 1,-1 0 41,1-1 0,-2 2-100,-3 10 0,-7-4 134,-10-10 78,-15 23-11,-6-38 258,-29 0 0,13-24 67,-12-11 50,20-18-89,10-10-230,8 9 12,11-9-118,10 12-169,28-11-77,9 11 170,-25 19 0,3 1-218,15-1 0,1 2-1025,-11 4 0,0 1 1193,8-3 0,0 1-141,-1 1 1,-1-1-177,0 0 0,0 0 401,-1 0 0,-1 0 75,-3 0 0,-2 0 404,11-10 84,-31 8-23,-1-3-112,-24 6 2010,-10 4-2082,-16 6-35,-10 9-161,6 2 27,-9 12-89,8 10-45,4 2 0,6 8-17,20-13 0,8-8 382,18 0-370,-2-15 33,34 4 22,-11-20 51,15-9 40,-11-12 71,-9-7 74,-9-1 22,-11 3-11,-6 7-73,-5 9-123,-1 8-118,0 6-11,0 4 33,1 7-5,0 8-5,7 8-1,0-3-16,22 8-23,3-13 6,23 1-6,6-18-197,-28-5 0,1-3 231,0-4 0,-1-3 16,-1-4 1,-3-2 8,-3-4 0,-4-2 2,-3-3 1,-4-3 0,-4-5 0,-3-1-317,-3-6 0,-3-2 347,-3-5 1,-1-1 22,-2 0 0,-2 1 33,-1 4 1,-2 3 16,0 9 1,0 3 204,-11-14-269,8 26-34,2 11-55,8 20 38,1 18 1,2 6-6,2 1 0,1 6-537,6 16 0,1 3 503,-3-17 0,0 0 1,1 2-100,2 7 1,1 3-1,1-2-168,-3-9 1,1-2 0,0 0-748,5 17 1,0-1 1047,-1 0 0,-1-5 0,1 6 0,-4-12 0</inkml:trace>
  <inkml:trace contextRef="#ctx0" brushRef="#br0" timeOffset="19073">11039 14914 22565,'-20'-43'382,"0"0"1,2 5 0,9 5-461,28 13-68,19 2-646,-7 10 0,2 0 674,7-1 1,2 1 27,4-1 1,0 0 52,1-1 1,-2-1 39,-2-1 0,-1-2-32,-5 0 1,-2-1 101,-5-1 0,-4 0 414,10-15-297,-17 9 561,-16-3-163,-14 14-151,-11-1-229,-9 16 552,-5 14-716,-2 17-38,19-9 0,2 3-12,1 4 0,3 1 0,2 2 1,5 1 46,5 0 0,6-2-58,5-2 0,5-2 160,18 14-160,1-21 1,4-5 66,16-4-33,-22-5 0,1-4 53,1-12 0,-3-5 64,8-12-28,-12 4 1,-3-4 190,1-19-56,-14-6 5,-17-4 0,-15-3-84,-3 24 1,-2 2-101,-12-8-20,8 17 0,-1 4-9,-3 6 180,1 1-538,14 6-313,14 8-499,16 6 269,3 2-3613,38 6-219,-3-13 1676,-6-7 0,1-3 2222,8-6 704,-17-4 0,-4-2 2227,-1-5 2491,0-1-228,-16 7-1878,-14 8-1034,-7 5-640,-6 5-432,-1 6-240,3 12-134,7 14-45,14 13-31,1-18 0,3 0-380,5 2 0,3 1 340,1-1 1,1 0 11,0-2 0,-2 0-56,-2-4 1,-3 0-21,5 19 124,-19-8 117,-20-11 129,-13-13 207,-3-20 864,6-18-740,20-6 0,6-3-242,4-18-100,9 4 0,7 0-616,2 11 1,3 1 447,8-8 0,3 1-59,1 6 0,3 5-289,3 6 1,0 6-499,13-1 801,-20 23 0,-4 4 0,-14-1 0,5 11 0</inkml:trace>
  <inkml:trace contextRef="#ctx0" brushRef="#br0" timeOffset="20941">10057 1086 30054,'-41'-16'257,"0"0"0,1-1 0,-20-4 1,4 9 239,16 15 1,2 8-154,-5 6 1,4 3-345,-12 9 0,26-3 0,8 1 0,15-7 0,22 14 0,26-16 0,-10-6 0,4-1 0,6 1 0,2 0-255,3 0 1,-1 1-476,-3 1 1,-3 2 28,-8-1 1,-5 1-205,7 17 3688,-37 1-2277,-23-10 1,-8-2-189,-20 11-743,2-9 1,-4-2 500,14-9 0,-1-1-7,-8 2 1,-2-1-176,1-4 1,2-2-62,-14 1 494,18-8-3305,36-10 2948,28-9 1,-13 6 0,12-2-1</inkml:trace>
  <inkml:trace contextRef="#ctx0" brushRef="#br0" timeOffset="21966">10349 879 23387,'7'-44'575,"0"0"0,-1 3 1,-4 17-893,-8 41-68,-2 6 333,0 6 0,0 6-740,-3 15 0,0 5 762,0 4 1,0 3 9,3-12 1,1 3 0,0-2-186,1 13 1,1-3 149,1-13 0,2-2-16,1 4 1,2-3 189,5 14-122,-2-28 0,2-1 56,8 11 129,-1-23-111,1-16 140,6-26 1268,6-15-1294,-3 1 1,2-2-133,-1 2 0,1-1-1120,5-7 0,0 2 1043,-10 14 0,1 2 14,4-1 1,-1 2-12,13-3-151,15 1-102,-19 15 10,18 21 236,-22 10 17,5 7-6,-2 12-84,1 4 62,-5-8 2421,14 6-2522,4-21 117,-8-6-10,22-8 78,-8-26 5,-1-6-8,-24 7 0,-3-3 81,3-19-84,-11 10 90,-10-5-6,-10 11 6,-21-3-112,-1 16-11,-19 14-3393,16 11 3393,-1 8-1,4 8 7,7-5-24,4 6 1,2 1 0,3-2-6,8 31 6,10-42-23,25 8 23,-11-20 17,35-14 5,-19-10 3387,8-6-3286,0-19-17,-23 11-22,3-5 207,-17 0-107,-9 20-33,-2-5-112,-2 16-33,-1 5-1,-3 14-72,2 4 16,-1 8-308,13 16 197,2-17-219,16 18-151,0-17-505,17 7 662,-11-12-500,23-3 735,-17-23 179,5 0 364,1-25 107,-22 6 67,6-13 50,-17 10-6,-5 5-94,-3 7-220,-3 8-268,1 5-39,-2 6 28,1 7 0,0 6-17,2 9-17,4 4 34,6 1-17,3-2 0,-1-7 50,2 2 135,-7-14 112,2 0-39,0-17 11,8-9 22,8-11-39,10-3-67,8 2-140,-7 8 22,19 2-73,-15 14-195,18 7-769,-9 16-8861,-5 12 8996,-12-4 0,-13-5 1,-14-15-1</inkml:trace>
  <inkml:trace contextRef="#ctx0" brushRef="#br0" timeOffset="23362">12532 1124 27097,'-5'-54'40,"-1"1"0,1 0 0,1-4 1,0 0-1,0 5-666,1 5 0,1 3 481,1-2 1,2 4 795,5-1-349,-1 20 3935,5 2-3757,-4 26-1962,11 43 1338,-7-4 1,-2 7-496,0-10 1,0 2 0,-1 0 500,-1-1 1,-1 0 0,-1 1-48,0 3 1,-1 1-1,0 0-177,0 2 0,-1-1 0,0-1-53,1 11 1,1 1-218,-1-6 0,1 2 1,0-8-1216,2 13 1389,-2-23 1,-1-4-146,0-9-868,-4-16 323,-2-19 302,-3-25 814,-4-7 162,-5-19 1333,1 19-1097,0 11 1,-2 1 609,-1-1-529,-1-3 1,1 1-897,6 11 286,-4-16-177,25 30-3205,12 2 3486,8 4-334,6 3 0,5 2 342,-7-1 0,1 0-86,18 1 1,1-1 81,-18 1 1,0-2 15,11-2 0,-2-2 52,-4-1 51,-4-5 0,-4-4 156,-11-6 157,4-12 228,-19 3 3077,-4 6-2651,-1-2 117,-1 6-907,1 5 397,0 5-565,0 20-45,0 3 17,5 20-1,9 13 7,2 3-12,10 6-39,-2-17 11,-4-12 0,9-4 29,9-15-12,4-7 22,11-13 56,-15-11-44,-13 1 78,-9-10 17,-14 2-23,-15-19-72,-6 6-29,-9-2-5,7 17-89,7 11-354,10 8-189,15 11-1581,24 12 819,-6-1-5149,23 16 6515,-24-11 0,-5-3 0,-11-7 0</inkml:trace>
  <inkml:trace contextRef="#ctx0" brushRef="#br0" timeOffset="23678">13836 1094 14544,'0'-3'6357,"0"0"-4749,0 3-1513,-14-12 62,9 29 22,-10 6-128,14 14 10,2 16-10,3-21-1,1 6-11,1-8 51,0-9 167,3-9 63,7-13-57,8-14 39,11-14 45,5-10-33,2-5-79,-2 1-66,-2 5-57,-1 7-51,1 9-61,2 9-22,3 8-3667,15 21 3297,-18 0-2017,-11 4 1,-3 3 2408,-3 11 0,-3-5 0,-12-11 0</inkml:trace>
  <inkml:trace contextRef="#ctx0" brushRef="#br0" timeOffset="26395">13455 1202 31694,'-25'-47'-566,"-1"1"1,3 3 0,0 9-1531,-5 17 2267,-1 6 101,-3 6 407,-6 9 454,-6 13 73,-5 14-1323,23-11 0,2 2 782,0 2 0,3 1-357,-13 26-308,15-3 0,10-2 0,16-7-821,10-6-1039,18-10 248,12-10 602,9-13 145,5-13 520,-30 1 0,-2-2 252,0-3 0,-1-3-144,18-22 285,-12-1 214,-16 3-86,-11 5-100,-11 9-61,-3 9-120,0 8-140,2 6 234,3 2 16,2 7 1,1 1 27,7 21-33,5 1-22,8 18-219,3 2-969,4 8-2054,-16-24 0,0 0 3264,8 24 0,-10-20 0,-5-17 0</inkml:trace>
  <inkml:trace contextRef="#ctx0" brushRef="#br0" timeOffset="27195">14834 1154 31671,'-18'-49'-715,"-1"0"1,3 5 0,2 9-634,4 16 735,5 9-59,1 12 1561,4 5-863,3 33-115,3 6-474,0-10 0,1 1 618,1-4 0,2 0-96,5 4 1,1-3 146,8 11-118,15 2-832,-10-32 581,5-2 123,1-18 298,13-33-289,-20 9 189,9-22 66,-18 9-64,3-4-57,-7 15 0,3-1-9,5-4 1,2 2 10,-4 7 1,0 2-39,19-16-214,-16 24-448,-17 15-2156,-1 12 2003,-7 6 0,1-5 0,-1-6 0</inkml:trace>
  <inkml:trace contextRef="#ctx0" brushRef="#br0" timeOffset="28453">9447 2208 8191,'-55'5'1367,"0"0"0,8-1 0,9-1-105,16-1-384,24-6 370,25-2 102,31-6-805,-13 6 0,7-1-1722,-7 3 0,4-1 0,2 1 1283,-4 0 0,4 0 0,-1 1 0,0 0-65,11-1 1,-2 0-1,6 0-194,-12 1-1,3-1 1,3 1 0,1 0 0,3-1 208,-9 1 0,2 0 0,2 0 0,1 0 0,1 0 1,0 0-1,1-1-212,-5 1 1,1 0 0,1 0 0,0 0 0,1-1 0,1 1 0,0 0 0,3-1 192,-5 1 0,3-1 1,0 1-1,2-1 1,0 1-1,1-1 1,-1 0-1,0 0 1,0 1-1,-1-1-102,-3 0 0,0 0 0,-1 0 1,0 0-1,0-1 0,0 1 0,0 0 1,1-1-1,-1 1 0,1-1 75,3 1 1,1-1-1,0 0 1,1 0-1,0 0 1,-1-1-1,0 1 1,-1 0-1,-1 0 1,-1 0-5,4 0 1,-1-1 0,-3 1 0,0 0 0,1-1 0,1 1 0,1-1 0,4 0 10,-11 1 0,3 0 0,2-1 0,1 1 0,2-1 0,0 0 0,-1 0 0,0 0 0,-1 0 0,-1 0 0,-3 1 0,-2-1 6,8 0 1,-4-1 0,-2 1 0,-1 0-1,-1 0 1,2 0 0,1-1 0,3 1-44,-6 0 0,2 0 0,2-1 0,1 1 0,1 0 0,0-1 0,-1 1 0,0-1 0,-2 0 0,-2 1 0,-3 0-330,12-2 1,-2 0 0,-1 0 0,-3 0 0,-1 0 0,-1 1-1,-2-1 383,10-1 1,-2 1-1,-2-1 1,-3 1-1,-5 0 1,8 0-1,-6 0 1,-7 1-1,-11 1 1,0 0-1</inkml:trace>
  <inkml:trace contextRef="#ctx0" brushRef="#br0" timeOffset="29686">14844 1134 23783,'-3'-3'-710,"0"0"1501,3 3 5778,-46-61-7386,32 43 502,-11-16 1,3 5-298,20 26 63,1 2-1376,1 5 2361,-1 12-44,-1 13-1479,0 12 1548,-1 7 23,1-2-147,9-4-183,1-12 149,26 0-598,1-17 348,21 0-182,2-17-130,4-9 155,-31 3 0,0-1 105,26-15 281,-6-7-120,-21 9-4,-8-5-181,-13-9-209,-3 2 144,1-18-41,-4 14 32,0 7-13,0 9-44,0 9-43,-2 6 107,-1 5 85,0 2-124,0 2 140,0 13-11,0-1 0,-1 36 39,1-7-22,-1 21-22,1 0 5,0-20 5,-1 11 1,-3-22 11,-5 6 5,-8-5-28,-8-3 12,-10-6 16,-18-5-16,2-10 11,2-3-6,3-10 6,13-5 0,-5-7-12,10 0-16,-6-20 0,14 5 11,-3-18 0,14 6 5,6 0 12,3 6 6,1 4-18,0 10 1,-1 8-6,0 9-51,0 4 29,1 4 22,1 3 11,4 7-11,3 6 17,5 5-11,5 5-1,-4-6-27,10 12 16,-8-10 6,7 7 0,-5-9 11,-1-3-5,-1-5 16,2-4 1,2-5-12,7-6-11,7-7-17,13-11-16,-15 3-197,10-11-583,-22 10-1841,6-3 2654,-8 6 0,-8 7 0,-5 5 0</inkml:trace>
  <inkml:trace contextRef="#ctx0" brushRef="#br0" timeOffset="32404">12023 6528 15034,'-61'11'28,"0"1"1,1-1 0,-1 1 0,6-2 0,2 1 0,0 0-1,2 0-905,-12 3 0,1 1 0,5-1 877,0 2 0,7-1-70,8 0 0,7-1 1358,10 5-667,44-3-470,12-12 0,8-4-529,7-2 1,6-2-1,-1-1 402,-4 0 0,-1 0 1,4-1 7,4-1 0,3-2 0,4 0 1,4-2-181,-12 3 1,4-1-1,2 0 1,2-1 0,0 0-1,-2 1 1,-3 0 205,6-1 0,-4 1 1,0-1-1,1 1 0,3-1-72,-4 1 0,3-1 0,2 0 1,0 0-1,2 0 0,-1 0 1,-1 1 186,-1-1 1,2 1-1,-1 0 1,0 0 0,-1 0-1,-2 1 1,-3 0-322,3-1 1,-5 2 0,-2 0 0,5-1 0,7 0 201,-16 2 0,5-1 0,4 0 0,3-1 0,2 1 0,2-1 1,0 0-1,0 1 0,-1-1 0,-2 1 0,-2 1 0,-4 0-51,7-1 0,-2 1 0,-2 0 0,-2 1 0,0 0 0,0 0 0,2 0 1,2-1 2,-6 1 0,0 0 0,2-1 0,-1 1 0,2 0 1,0-1-1,0 1 0,1 0 0,1 0 0,0 0 1,-3 0 0,1 1 0,2 0 0,1 0 0,1 0 0,-1 0 0,0 0 0,-1 0 0,-1 0 0,-3 1 0,-2 0 0,-4 0-4,16-1 1,-6 0 0,-3 1 0,-1 0 0,4 0 0,6 0-12,-12 0 0,5 0 1,3 0-1,2 0 0,2 0 1,0 0-1,0 0 0,-1 0 1,-2 1-1,-3-1 1,-4 1-34,9 0 1,-5 1 0,-2-1 0,-1 1 0,0 0 0,3 0 0,2 0-113,-6 0 0,2 1 0,2-1 0,0 0 0,2 0 0,0 0 1,-1 0-1,-1 1 0,-1-1 0,-3 1-470,4 0 1,-2-1-1,-1 2 1,-1-1 0,-1 0-1,0 0 1,0 1-1,0-1 623,6 0 0,2 1 0,-1-1 0,-1 0 0,-2 1 0,-5-1 0,-5 1 0,16 0 0,-8 1 0,-7-1 0,-9 0 0,0 1 0</inkml:trace>
  <inkml:trace contextRef="#ctx0" brushRef="#br0" timeOffset="33262">12743 5200 18593,'0'-41'1092,"0"1"1,0-23-953,-3 77 285,-8 26-279,2-2 0,-1 4-728,-3 13 0,-1 7 603,6-17 0,-1 4 0,1 0 0,0-2-312,1 0 1,-1-3 0,2 4 256,-1 3 0,2 4 1,-1 0-1,3-5-84,0-2 1,1-3 0,2 2-327,2-1 0,0 4 0,2 0 0,-1-4-469,1 17 0,3-3 913,4-11 0,2 2 0,-1-12 0,0-4 0,8 9 0</inkml:trace>
  <inkml:trace contextRef="#ctx0" brushRef="#br0" timeOffset="33583">13216 5376 19249,'-12'-44'1297,"-1"0"1,2 5 0,2 9-1119,7 18-157,1 14 320,1 47-1011,0-2 842,-1 3 1,-2 12 0,-1-4-943,0-7 1,-2 2 791,-1-1 1,-1 9 0,-1 1 0,0-3-762,-2 3 1,0-2 0,-1 2 611,2-4 0,0 2 0,1 1 0,1-1-1804,1-1 1,0 0 0,2-1-1,1-3 1930,2 9 0,1-2 0,1-5 0,1 0 0,1-7 0,6 3 0</inkml:trace>
  <inkml:trace contextRef="#ctx0" brushRef="#br0" timeOffset="34445">14960 5631 14850,'-1'-43'1506,"0"-1"1,-1 1 0,0-16-1,-2 8-564,-5 11-4,0 12-686,3 14-204,3 10-9,-1 21 17,0 18-45,-4 27-25,2-7 0,-2 1-592,3-15 0,0 2 516,0 0 1,0 5 0,2-1-278,0-1 1,2 0 0,0-2 38,0 12 1,1 2-599,2-6 0,1 3 0,2-5-2065,6-6 0,1-3 2991,1 3 0,1-4 0,7 5 0,-8-26 0</inkml:trace>
  <inkml:trace contextRef="#ctx0" brushRef="#br0" timeOffset="34654">15560 5618 13463,'3'-56'2481,"0"0"0,0 8 1,-2 6-1272,-4 11-605,-2 15-504,-1 11-90,-3 15 45,-4 19-1736,-1 5 1,0 5 1668,3-10 0,0 3-101,-6 21 0,1 3-573,5-13 0,2 1-1186,-2 14 0,2 0 1871,1-7 0,1-3 0,-1 14 0,4-29 0</inkml:trace>
  <inkml:trace contextRef="#ctx0" brushRef="#br0" timeOffset="35078">15323 4946 18257,'-44'-44'579,"0"-1"0,4 5 0,3 13-400,0 36 25,8 13 1,1 6-26,-13 18-1326,8 1 0,0 4 1219,12-11 1,2 1-42,-2 11 0,2 2-13,5-5 0,5-1-10,8-5 0,5-3 320,4-7 0,7-4-37,29 12-1430,-3-29 0,2-7 1200,-11-2 1,0-4 47,20-6 0,2-8-115,-6-7 1,-4-3 106,-6 5 0,-2-1-39,3-4 0,-4-5 139,-15 1 1,-7-3-233,3-24 64,-11 14 1,-4-1-26,-8 8 1,-4 2-57,-9-5 1,-3 3-60,-10-10-112,7 20 1,-2 4-823,-9 6 754,-10 2 287,-1 18 0,21-2 0,5 6 0</inkml:trace>
  <inkml:trace contextRef="#ctx0" brushRef="#br0" timeOffset="35627">13283 4926 10024,'-34'-47'2550,"0"-1"0,2 6 1,0 9-1722,-9 16-487,6 12 212,-14 15-139,5 13-219,8 5 0,-1 6-977,5-1 1,2 4 858,-7 12 1,4 2-51,12-15 0,3 1 22,0 8 1,5 1 102,9-3 0,5 0-36,4-1 1,5-3-31,0-2 0,7-5 218,21-7 0,5-8-114,8-5-12,1-6 1,3-5-18,-15-9 0,1-4-4,-1-5 1,3-3 0,-3 0-395,2-2 0,-3-4 353,-4-1 1,0-3 0,-6 0 33,-5-3 0,-5-1-277,2-8 0,-6-3 176,-9 3 0,-9 0-58,-14-4 0,-8 4-40,7 14 0,-3 3-238,-16-2 1,-4 8-3518,1 18 0,-1 7 3803,3-1 0,2 1 0,1 2 0,5 1 0,3 4 0</inkml:trace>
  <inkml:trace contextRef="#ctx0" brushRef="#br0" timeOffset="37546">13175 16356 22105,'43'-31'-44,"1"0"0,-1-1 1,5 0-1,1 1 1,2 3-99,4 5 0,3 3 0,1 0-1162,-12 3 0,0-1 0,0 0 0,1 1 994,-1-1 1,0 0-1,0 0 1,-1 0-498,11-3 1,0 0-1,-4 0-281,-7 4 1,-3 1 0,-3 1 1087,5-1 0,-7 3 0,1-1 0,-25 9 0</inkml:trace>
  <inkml:trace contextRef="#ctx0" brushRef="#br0" timeOffset="37696">13910 15975 17378,'-46'31'1344,"1"0"0,3 4 1,8 4-1149,19 3 0,6 4-1560,-1 10 1,3 2 1336,3-13 1,1 0 0,1-1-78,0 11 1,4 2-635,3-2 1,3 4 0,2-4-3027,4 6 0,2-1 3397,-2-10 1,0 3 0,-1-7 0,0-6 0,-1-7 0,2 5 0</inkml:trace>
  <inkml:trace contextRef="#ctx0" brushRef="#br0" timeOffset="38503">15083 16384 16980,'-3'-8'3283,"2"1"-3121,-36-14 1,-16 2-80,19 19 1,-2 1-523,-3-11 0,-5-3 1,0 9 512,0 16 1,0 10 0,4 1-529,-4 4 0,3 2 470,3-2 1,-1 3 0,4 1-17,2 8 0,6-1-3,9-9 0,5 1-3,6 6 1,8-1 84,17 3 52,8-15 1,5-4-48,18-8-3,-4-15 0,2-7 17,-10-5 0,-1-4-31,9-6 1,0-3 242,-3-3 1,-3-2 53,-6 1 0,-3-1-62,-7 2 1,-5 0-264,5-24 297,-14 10 446,-11 12-647,-4 13 905,-3 10-1136,0 11 882,2 18-836,0 18-62,3 19-6,5-23 1,3 2-1,3 1 0,4-1-532,5 0 1,4-1-1313,5-1 0,4-2-853,3-2 1,6-5-1432,14-4 1,3-7 4245,-6-9 0,1-6 131,10-7 1,-4-6 881,-19 0 1,-3-4 1400,4-9 1,-3-2-643,-10 4 1,-2-2-650,4-7 0,-1-2-431,-5 0 1,-2 0 10,-5 4 0,-2 2-131,0-15 329,-8 11-8,-8 22-898,1 6 709,-4 24-687,3 26-17,0 7-452,1 6 1,1 5 442,-1-12 1,0 1-11,1-1 1,-1 3-1,0-1-13,-1-5 1,1-2-1,-1-1-16,0 9 1,-1 0-47,1-6 1,0 2 0,0-5-49,0-6 0,1-2 189,-1 11 1,0-6 187,1-19-201,2-23 44,0-37 17,1-18-53,0 14 0,1-4 43,-1-9 0,1-3-55,-2 15 0,1-1 0,-1 0 3,0-5 1,0 0-1,1-1 6,-2-1 1,1 0-1,1 0 20,0 1 1,1 1 0,1 0-2,1 3 0,1 2 0,2 0-2,4-14 0,3 4-12,1 9 1,4 4 101,0 8 1,2 5-141,23-13-12,6 18-11,7 15-318,5 17 315,-28 2 1,-1 4-57,1 5 0,-2 3-106,-2 4 0,-5 4-316,-8 3 0,-6 3-790,-10 25 1288,-30-11 0,-6-3 0,7-12 0,0-7 0,0 0 0</inkml:trace>
  <inkml:trace contextRef="#ctx0" brushRef="#br0" timeOffset="39419">16859 16246 18772,'-27'-56'961,"0"1"1,8 13 0,0 4-172,-13-9-67,15 25-236,-3 2-302,-2 10-168,0 16-34,-1 5-6,-11 23 12,2 6 14,11-13 0,1 3-34,0 5 0,4 1-3428,-4 21 3442,11-7 0,22-19 73,10-15 112,16-6 23,9-19-6,6-17-31,-19-1 0,-1-3-204,11-13 176,-16 11 0,-4 1 3464,-4-6-3159,-2-5-296,-11 18-158,-5 9-117,-3 13 112,-7 35 267,1-1-242,1-1 0,0 2 3,0 10-22,3 7 5,7-14 11,9 3-10,14-10 27,17-12 11,-8-19 1,3-6-9,-2-2 0,0-6-575,17-15 1,-3-5 571,-20 12 1,-2-1 35,8-14 1,-3-2 30,-16 13 1,-5 0 63,3-12 1,-3 0-19,2-13-1,-13 2 123,-11 25 45,-8 2-167,0 4-119,1 6-122,9 12 61,10 6 33,17 13-1099,8 1 0,4 2 1038,20 13-918,-16-11 0,5 4 0,-6 0 24,-6 2 1,-4 0 238,10 5 1,-9 5 738,-22 11 0,-10-3 0,0-12 0,-17 21 0</inkml:trace>
  <inkml:trace contextRef="#ctx0" brushRef="#br0" timeOffset="40962">16925 4629 15985,'-55'10'479,"-1"1"0,0-1 1,0 1-1,-2 3 1,-1 1-1,0 3 0,-1 6-439,10 0 0,-2 5 0,0 3 1,0 1-1,2 0 0,1-2-917,1-1 1,4-2 0,-1 1-1,0 1 1,-5 4 810,5-1 1,-4 2 0,-2 3 0,-1 1 0,-1 1 0,1 1 0,1-1 0,3-1-508,-2 2 0,2 0 0,1 0 1,1 0-1,-1 0 0,0 1 0,-1 1 573,2-2 0,-2 1 0,0 0 0,-1 1 0,1 0 0,1-1 0,2-2 0,2-1 0,-1 1 0,1 0 0,1-2 0,3-2 0,1 0 0,2-3 0,1 1 0,0-1 0,-1 1 0,1-1 0</inkml:trace>
  <inkml:trace contextRef="#ctx0" brushRef="#br0" timeOffset="62416">21417 13853 19288,'-46'-33'543,"0"-1"0,-11 3 1,2 11-264,-4 29-793,15 0 1,0 3 584,7 7 1,2 2-42,8-3 0,1 2 25,-7 15 0,4 3 62,-3 15-104,12-16 0,3 1-9,7 15 269,19-9-257,13-7-11,15-7-12,11-3 6,-5-8 3,-9-5 0,0 1-15,9 7 18,10 12 648,-32-10-593,-23 19 238,-24-8-282,1-8 0,-3 0-15,4-8 1,-4-1-739,-26 9 0,-3-2 727,14-9 1,0-1-135,-16 5 0,0-3-787,18-8 1,5-3 929,-13-9 0,27 1 0,14-6 0</inkml:trace>
  <inkml:trace contextRef="#ctx0" brushRef="#br0" timeOffset="63048">21526 13597 21903,'9'54'236,"-7"-18"0,-4 3-206,-10 17 1,-6 5-1911,7-9 1,-1 3 0,2-4 1879,-2 5 0,2-1-4,2-7 1,1 2-1,1-4 515,3-4 0,2-3-525,-1 6 0,2 0 448,3-10 1,1-3-440,9 11 22,5-21-1,5-18-4,8-19 4,6-14 29,4-15-12,-21 18 1,-2-1 1497,0 0 0,-2-2-1495,-1 0 1,-2 0 2,6-15 469,3-14-441,-9 27 40,2-9-68,-8 21-22,-1 7-11,-1 4 252,1 1-258,0 2 58,0 1-69,-2 2-11,-2 1 5,-1 1 28,1 3 6,1-1 0,2 3 5,4-1 0,3-1-5,4 1-11,3 1-6,1 1 11,0 1-11,0 1 6,0 3 22,-2 5 16,-1 6 24,-1 6-18,0 3-56,-2 2-27,0 0 33,-3-8-241,11 11-908,-3-12-267,4 4 1416,14 0 0,-24-19 0,10 5 0</inkml:trace>
  <inkml:trace contextRef="#ctx0" brushRef="#br0" timeOffset="64291">22647 14205 20252,'10'-48'1151,"-1"1"1,-1 4 0,-4 6-552,-14 9-259,-11 9-117,-16 10-84,-12 12-28,-7 13-84,25-3 0,2 4-229,0 3 1,3 2 211,1 2 0,3 3-11,3 0 0,3 2-39,-5 27-22,11-3 16,16-9 45,10-9 0,12-12-3230,11-14 3258,6-18-168,3-16 257,-3-16-26,-6-9 37,-9-4 40,-8 2 112,-7-1-179,-8 21 397,-3 1-319,-4 23-129,0 2-61,0 8 3315,-4 11-3287,-1 15 322,-4 15-339,2 11-61,3 5-377,10-2 410,9-4-28,22-4 67,-6-22-22,21-8 28,-11-31-12,-7-8 1,-1-4-283,13-17 290,-20 8 0,1-6 0,-4 3-559,-6 7 1,-2-1 550,4-10 1,1-6 0,-3 1 5,-1-9 0,-2-3-4,-2 9 1,0-3 0,-2 0 21,0 0 1,-2 0 0,0-1 26,-2-3 0,0-1 0,-2 4-20,1 0 1,-2 3 33,-2-6 0,-1 6 105,-4 11-69,-2 3-100,1 19-34,0 22 265,1 10-226,-3 42-20,2-16 1,1 4-269,0-2 0,0 4 0,0 1 284,0 7 1,0 2-1,0 0-11,0 2 0,1 0 1,1 1-31,3 4 1,2 0-1,0-5 11,1 0 1,3-3-57,7 5 1,9-9-1262,2-28 1,2-6 1289,17 14-254,-5-26 1,-2-8 308,-3-12-45,-3-8 0,1-6 60,-6-3 0,-3-2-20,1 0 0,1-4 254,3-8 1,2-5 0,-1-1-226,-2 3 1,-1-2 0,0 0 240,-3 7 0,0-2 0,0 1 0,-1 1-252,1-4 1,-1 2 0,-2 2 51,1-9 0,-4 4 776,0-11-726,-10 25 1,-3 1-65,-2-3 235,-7 10-280,-2 23 533,-1 6-532,-7 23 10,-5 18-25,4 3 0,1 3 804,3-14 0,1 2-816,2 11 0,1 6 0,2-7-490,3-13 0,1 0 486,0 6 1,2 4 0,1-4-41,3-5 0,3-3-53,1 5 1,4 0-102,6-3 0,5-3 45,18 9 95,12-11 73,-5-32 540,-10-9-506,10-20 44,-7-3-1171,-12 6 0,-1-1 1166,8-9 125,1-11 77,-27 24-202,-3 5 11,-12 7-51,-10 16-10,-10 10-29,-5 13-5,1 14 0,9 7-29,10 3-32,26 4 10,11-17 40,11-8-6,10-18 39,-7-13 6,10-8 16,4-22-5,-19 4 14,-14 2 0,-2-3 53,-1-15 12,-2-17-1,-9-1 3409,-15 2-3409,-6 28 1,-3 3-62,-11-8 33,-23 4-55,13 25-62,-19 6-79,13 11-369,-2 15-1883,15 14 2370,5 13 0,11-21 0,6-3 0</inkml:trace>
  <inkml:trace contextRef="#ctx0" brushRef="#br0" timeOffset="65049">24962 14045 13037,'-4'-5'3722,"-8"-26"0,0-6-3128,7 12 170,-6-20 1,1 0 42,10 20-483,-1-4 292,-2 18-515,0 8-17,-12 20-61,2-1 27,-22 32-39,13-15 0,0 0-14,4-7 1,0 2-15,-4 10 0,5 0-11,13 14 11,15-4 29,23-6 32,18-27-10,11-16-219,-29-5 1,-1-3 212,0-4 0,-3-3 11,16-12 79,-6-11 117,-21-2-56,-4 4-21,-11 2-57,-10 21-57,-1 8-27,-6 16 6,-3 21-23,5-2 396,1 23-401,29-7 10,11 0-8,-2-20 1,6-5-792,3-5 1,2-4 795,-5-4 1,1-2 8,11-1 1,2-5-7,-3-8 1,-1-3-4,-7 5 1,-2-3-115,10-16 1,-8-5 223,-13-15-34,-9 11 1,-4-2 16,-9 4 0,-4 1 3,-3-2 0,-3 1-17,-2 0 1,-3 2-9,-9-16 44,-10 3-111,6 17-488,2 6-2369,3 9 2851,14 14 0,4 1 0,2 1 0</inkml:trace>
  <inkml:trace contextRef="#ctx0" brushRef="#br0" timeOffset="68229">27530 13962 16583,'0'-7'3898,"0"2"-3388,0 5-158,-71-40-49,24 44-653,-7-15 0,-1 7 408,21 23 1,3 8-42,-1 1 0,2 3-14,3 4 0,3 2-15,5-1 1,4 2-20,3-1 1,6 0-18,5-2 0,6-2-56,5-3 1,7-2-32,6-4 1,6-4 10,8-3 1,3-5-221,8-4 0,3-4 352,4-6 0,1-3 59,1-5 1,-1-3 60,-3-4 1,-3-3 87,-6-1 0,-4-2 55,-7 0 1,-5-2 176,-6-2 0,-4 0-184,0-8 161,-11-6-122,-14 24 523,-8 0-742,-9 9 247,-12 21-314,11-1 5,-5 28-10,19 0-12,3 13-23,16-1-2818,21 3 2808,-2-22-58,26 0 102,-14-25 45,10-11 34,-5-17 224,-3-26-158,-18 9 159,-5-20-52,-17 17-73,-8-11-44,-13-7-40,-5 14-16,-9 2 3305,11 23-3367,-9 7-45,17 9 54,-11 9-87,12 14-180,-1 19-521,6 16-176,8-22 1,4 2-722,4 1 0,5 0-50,5-2 1,4-2-210,6-4 0,4-5 582,11-4 1,1-6 1805,18 0 37,-26-10 0,-1-6 4484,23-23-1882,-17-2-1712,-12 4 0,-3-3-249,-3-10-716,-8 3 252,-8 11-152,-5 11-241,1 2-229,-2 8 389,-2 16-434,-4 19-28,0 6 3,0-3 0,0 5-664,0 1 0,-1 3 652,-2 15 1,-1 6-35,1-12 0,0 2 1,0-1-1,2-9 0,0-2 0,1-1 29,-4 19 0,1-5 5,6-20 1,0-6 53,2-4 50,0-10-106,1-26 16,2-8 12,1-29-6,2-11 290,-1 16 0,1-5-288,1 0 0,0-4 0,0 0-563,0 5 1,0-1 0,1-1 565,2-11 1,0-2 0,0 5 2,1 0 1,0 1 13,-1 5 1,0-2 0,0 7-23,-3 10 1,2 1-18,2-8 0,2-4 1,0 7 10,13-12-8,-6 18 1,2 3-114,17 0 105,-7 14-6,8 17-5,0 31-12,-2 13 116,-19-10 1,-5 2-131,-6 0 1,-5 0 19,-6 25 5,-6-25 1,-5-1 8,-9-1 0,-3-3-6,7-4 1,-4-2-169,-19 10 0,-3-8-400,-4-10 1206,18-6 1,3-6-3487,-7-28-2928,32-8 5796,8-16 0,6 19 0,1 9 0</inkml:trace>
  <inkml:trace contextRef="#ctx0" brushRef="#br0" timeOffset="68579">29031 13941 22207,'-2'42'9,"0"1"1,0 0 0,-3 11 0,9-8 391,17-20 0,8-6-451,29 5 378,-13-13 1,1-4-237,-8-7 1,-2-5 92,3-4 1,-4-5 428,2-14-42,-1-18 178,-8-9-358,-3-1-17,-6-3 750,-13 27-957,-7 12 203,-7 15-354,-11 19 5,-15 22-22,11-6 0,-1 5-672,-5 10 0,1 5 578,7-10 1,1 2 0,1 0-84,-4 11 1,1 3-1058,8-10 1,0 5 0,1 1-1,1-5 812,-2 14 1,1-3 0,3-12-1,0 1 1,2-8 0,-2 13-1</inkml:trace>
  <inkml:trace contextRef="#ctx0" brushRef="#br0" timeOffset="69121">19363 15608 20548,'62'3'45,"1"0"1,-1 0-1,0 0 1,-8-1-1,1 0 1,0 0-1,1-1 1,0-1-818,2 0 0,0-2 0,1 0 1,1 0-1,1-1 803,-3 1 1,2-1 0,2-1 0,-1 1 0,-1-1-1,-1 0-161,4 0 1,-4-1 0,1 1-1,2-1 1,6-1 199,-12 0 0,3 1 1,4-2-1,1 0 0,2 0 1,-1 0-1,0 0 1,-1 0-1,-4 1-67,-2 0 1,-2 0 0,-1 0-1,-1 0 1,0 0 0,2 0 0,2 0-1,2 0 35,-2-1 0,1 1 0,3-1 1,1 1-1,1-1 0,0 0 0,1 0 1,0 0-1,-1 0 0,-1 1 0,-1-1-92,0 1 1,0-1 0,0 1 0,-1 0-1,0 0 1,0 0 0,-1 0 0,1 0-1,1 0 1,-1 0 74,-3 1 1,0-1-1,0 1 1,0-1-1,0 1 1,0 0-1,0-1 1,0 1-1,1 0 1,-1 0-1,1-1-1,0 1 0,0 0 1,0 0-1,1 0 1,-1 0-1,1 0 0,-1 0 1,1 0-1,-1 0 1,1 0-1,0 0-7,-1 0 0,1 1 0,0-1 1,0 0-1,0 1 0,0-1 1,0 1-1,0-1 0,0 1 0,0 0 1,-1-1-10,0 1 1,0 0-1,1 0 1,-1 1-1,-1-1 1,1 0 0,0 0-1,0 1 1,-1-1-1,1 1 1,-1 0-8,5-1 0,0 0 0,-1 1 1,1 0-1,-1-1 0,1 1 0,-1 0 1,0 0-1,-1 0 0,1 1-10,-3-1 0,0 1 0,0 0 0,0 0 0,-1 0 1,0 0-1,0 0 0,0 1 0,0-1 0,-1 1-104,3 0 0,0-1 0,-1 1 0,0 0 0,0 0 0,-1 0 0,1 0 0,-1 1 0,-1 0 117,6 0 0,1 1 0,1 0 0,-1 0 0,-2 0 0,-2 1 0,-3-1 0,-3 0 0,3-1 0,-3 1 0,-4-1 0,-1 1 0,-1 0 0,2 2 0,-1-1 0,1 1 0,-1-1 0</inkml:trace>
  <inkml:trace contextRef="#ctx0" brushRef="#br0" timeOffset="84185">17891 3690 6495,'-4'2'4397,"0"-1"-208,4-1-3096,-7-3-175,5 3-419,-5-2-348,6 2-123,2 0 67,3 0 135,6 0-113,4 0 96,24 0-129,-3 0 17,21 0-9,-21 1 1,-2-1-42,16-1-6,-12 0 0,1 0-324,16-4 293,-18 2 0,0-1-11,-1 0 0,1 0-1647,7-2 1,-1 0 1643,14-2-198,-20 1 0,-1 0 215,3-2 11,4-3 5,-10 3 218,-10 1-201,-10 4 3218,-6 3-3184,-5 0 930,0 1-947,-7 6 12,-2 4 72,-7 15-101,5-8 62,-1 14 56,9-7-5,4 11-79,6 7-123,6 3-549,4 5-2415,1 5 3003,-3-7 0,-7-17 0,-5-15 0</inkml:trace>
  <inkml:trace contextRef="#ctx0" brushRef="#br0" timeOffset="86432">23944 3053 11390,'2'56'590,"-1"0"0,1 0 1,-1-1-1,-1 0 1,-2-3 39,-7 9 1,-2-2-1188,4-14 1,0 0-1,0 2 913,0 2 1,0 2 0,1 1-107,1 4 0,1 2 1,0 0-114,2-10 0,0 0 0,0 2 1,2 0-554,0 5 0,2 1 0,0 1 1,1 0 468,0-6 1,0 0 0,0 0 0,1 1 0,1 2 5,0 3 0,2 1 1,0 1-1,1 1 0,0 4 13,0-6 0,2 4 0,-1 1 0,1 2 0,1-1 0,-2-2 0,1-3-211,-1-5 1,-1-2-1,0-2 1,1 1 0,-1 1-1,1 4 164,1 1 0,0 4 0,1 2 1,0 2-1,0 0 0,-1 0 0,0-3 1,-1-2-221,0 5 0,-1-3 0,-1-1 0,1-1 1,-1 3-1,0 2 199,-2-12 0,1 1 1,-1 2-1,0 0 0,0 2 1,0-1-1,0 1 1,-1 0-1,-1 0-69,1 1 0,-1 1 1,-1 0-1,1 0 1,-1 0-1,-1 0 1,1 1-1,-2-1 0,1 1 42,-2 1 0,1 0 0,-2 0 0,1 0 0,-1 0 0,-1 0 0,1 1 0,-2-1 0,1 0-39,-1-1 1,0 1 0,0 0-1,-1 0 1,0-1 0,0 1-1,-1-1 1,0 0 0,0-1-65,0-1 0,-1 0 0,0-1 1,0 0-1,-1 0 0,1-1 1,-1 0-1,0 0 0,1-1-187,-2 3 0,1-1 0,-1 0 0,1 0 0,-1-2 0,0 0 0,1 0 1,0-2-611,-1 10 1,0 0-1,0-2 1,1-1 0,0-2-1,1-2 923,-2 10 0,1-2 0,1-3 0,1-7 0,2-6 0,0-5 0,1-6 0,3 15 0</inkml:trace>
  <inkml:trace contextRef="#ctx0" brushRef="#br0" timeOffset="88477">24164 3236 7391,'-5'0'2286,"1"0"-2801,4 0 1646,4 11-34,9-3-66,13 9-616,4-9-4,3-3 1,2 0-255,6 1-20,12-1 0,4 1-477,-18-3 0,0 0 418,22 2 0,4-2-17,-23-1 1,-1-1 0,3 0-25,7-1 1,2 0-1,-1 0-568,-8 0 1,0-1 0,5 1 518,-2-1 1,5 0 0,2 1 0,1-1 0,-4 1-614,2-1 1,-3 0 0,1 1 0,4 0 603,5 0 1,5 0 0,1 0 0,-1 1 0,-5 0 6,-4-1 0,-5 1 0,1 1 0,4-1 1,-5 1 1,5 0 0,1 0 0,0 1 0,-2-1 0,-7 0 16,11 1 0,-7-1 0,8 1 8,-12-1 1,6-1 0,4 1 0,2 0 0,-1-1-1,-3 0 1,-4 0-434,10 0 0,-5-1 0,0 0 1,4 0 434,-5-1 1,2 0 0,3 1 0,1-1 0,-2-1 0,-1 1-195,4-1 0,-1 0 0,-1 0 1,-1-1-1,-2 1 192,5-1 1,-3 0 0,0 0-1,2-1-52,-3 1 0,1 0 0,2 0 1,0-1-1,0 1 86,-9 0 1,1 0 0,0 1 0,0-1-1,0 0 1,0 0-17,0 0 1,1 1 0,-1-1 0,1 0-1,1 0 1,0 0-9,3 0 1,2 0-1,1 0 1,-1 0 0,-2 0-1,-3 0 107,11 0 1,-4 0 0,-2 0 0,-2 0-108,-6 0 0,0 0 1,-3 0-1,-3 0-5,0 1 0,-4-1 0,1 0 24,3-1 0,0-1 0,-6 1 1227,18-5-1291,-2-2 1,-1 0-51,3-5 48,-24 7 0,1 0-12,-4 0 1,1 1 2,1-1 1,0 0 35,1 0 1,1 0 28,4-2 0,-1 0 36,-8 2 0,-1 0 157,28-9 118,-5-1 100,-3 0-10,-4 1-96,-2 1-112,-2 1-101,1 2-84,-10 4 39,17-3-66,-25 7 1541,31-4-1514,-27 8-5,11-1-12,-18 3 2698,-4 1-2720,-12 0 1995,0 1-1972,-5 2 190,0 4-196,0-1 17,0 13-12,0-2 12,1 10 5,-5 1-6,-3 3-5,-2-5 62,-14 21-40,9-21 32,-5 6 0,0 3-26,-5 11-40,7-12 1,1 2-367,4-2 1,4-2 382,-3 23 40,7-6 0,1 3-20,3-13 0,0 1-824,0 21 0,0 1 804,0-21 1,1 0 46,-1 3 0,-1 4 1,0-3-467,-2 7 1,-1 0 471,0-2 0,0 5 0,-1-5-28,-1 1 1,-1 0 42,-1 0 0,-1 4 0,0-4-29,-1 5 1,1 1-30,-1-4 0,1 4 0,0-2-2,1-9 0,0-1 0,1 1-6,0 0 1,0 1 0,1-1-377,-1 3 0,1-1 0,0 1 356,-1 0 0,1 0 0,0 0-4,-1 2 0,1-1 1,-1 1-1,0 0 0,0 0 0,-1 0-4,0 1 1,0 1 0,-1 0 5,0 1 0,0 0 0,0 0 7,0 0 1,0 0-1,0 1-3,0-1 0,0 0 0,1 0 5,-1-1 0,1 0 1,0 0 1,0-1 0,0 1 1,1-1 3,0 1 0,0-1 0,0 0 3,0 0 1,1 0 0,-1 0-10,1-1 1,1 0-1,-1 1 15,0-2 1,0 1-1,0 0 0,0 0 1,0 0-1,0 0-24,0 1 1,0 0-1,0 0-4,0 1 1,-1 0-1,1 2-1,1-5 1,-1 1-1,1 1 1,0-2-2,-1 12 1,0-2-1,1-1 2,-1-1 1,1-1-1,0 0 4,0 0 0,0 0 0,0-2 2,1-9 0,0-1 0,-1 1-4,0 11 0,-1 2 1,0 0 1,0-3 0,0 0 0,0 0 2,-1-2 0,-1-1 0,0 2-1,0-7 0,-1 2 0,1-2 0,-1-2-237,0-2 1,1-3 0,-2 2 231,-3 15 1,-2 2-1,0-5-74,-2-1 1,-1-4-154,3-8 0,-2 2 0,0-1-1020,-1-2 0,0 0 1,0-1 1237,-7 12 0,1-4 0,7-16 0,3-4 0,-4 5 0</inkml:trace>
  <inkml:trace contextRef="#ctx0" brushRef="#br0" timeOffset="91227">24268 10021 19994,'-3'-22'241,"1"4"-275,2 19 68,-1 2 190,0 15-146,-2 2-56,0 6 23,-4 8-39,3-18 72,-5 12-27,1-17-180,-5 0-302,-4-6-146,-4-3 286,4-2-640,-3-5-172,11 1-1535,-1-6-6262,8 3 8900,1 1 0,1 2 0,0 3 0</inkml:trace>
  <inkml:trace contextRef="#ctx0" brushRef="#br0" timeOffset="92327">23977 10025 10601,'2'-7'2548,"0"2"-1131,-2 5 2554,0 0-2945,27 22-108,-19 12-605,6-3 1,0 4-488,-11 5 1,-4 2 332,0 7 1,1 2-885,0 7 1,0 0 766,-1-10 1,2 2 61,1 3 1,2 5-1,1-2-65,-1-13 0,0-2 1,2 2-25,-1 3 1,1 3-1,1 0 1,-1-2 10,3 7 0,-1-2 0,1-1 2,0-2 0,1 0 0,-1-1 13,1-4 0,-1-1 0,1-2-306,3 14 1,0-2 317,-2-7 0,-1-3-149,-3-6 0,-1-1 135,2 24 547,-5-13-575,1-11 1563,-1-7-1568,4-5 830,3 0-814,5 1 368,4 1-345,5-2 50,5-4-16,10-8-29,11-8-28,-18-6 1,0-3-12,24-3-11,-6-4 0,3 0-338,-11 2 0,0 1 341,0 0 1,3-1 0,0 1-669,15-2 1,1 1 660,-18 4 1,0-1-1,0 1-11,1 0 0,0 1 0,0 0-10,0 0 1,1 0 0,1 0-2,10-1 0,1-1 0,-2 1 20,3 0 1,1-1-7,-3 0 1,4 0 0,-3 1-475,-13 1 1,-3 0 0,2 0 477,13-1 1,3 1-1,1 0 4,2 0 1,2 1-1,0 1-510,-14 0 0,2 2 0,-1-1 0,1 1 511,1 1 0,1 1 0,-1 0 1,1 0-3,1 1 1,0 0 0,0 1 0,0 0-195,-1 0 1,0 2 0,0-1-1,0 1 192,-1-1 0,0 1 0,1 0 0,-2 0 7,0 0 0,-1 0 0,0 0 0,-1 0 1,0-1 1,-1 0-1,-1 0 1,1 0-4,13 0 0,0 0 0,-1-1-34,-2-1 1,0 0 0,0-1 40,-2-1 1,1 0-1,-2-1-1,0 0 0,-1-1 0,0 0-14,-2-1 1,0-1 0,-1 0 1,-2-1 1,-2-1-1,0 0 10,-4 0 0,-2-1 0,0-1 197,16-4 1,-3-3-186,-4 0 0,-2-1-6,-3-2 1,0-2-78,-3 0 1,0-1 76,-2 0 1,-2-1 5,0 1 0,-2 0 415,-2 1 0,-1 0-435,-2 2 1,0 1 467,-3 2 1,-1 0-458,23-11 1,-6 4 609,-5 3-592,-5 1 3185,-3-1-3146,0-5 5,2-7-22,4-3-28,6-2 5,6 4-11,1 6 648,-1 5-631,-5 4-11,-9 1 46,-7 1-29,-5-1-6,-2-6-17,5-4-22,8-6 0,9-2-229,6 2 218,-1 4 33,-5 6 23,-9 4-18,-9 3-10,-7-1 28,-8-3-18,-3-6 202,-5-10-207,-1-14-11,0-13-376,0 25 0,1-2 384,2-2 1,-1-1 7,1-2 1,0 0-6,0 0 1,-1 0 4,0-1 1,-2 0 8,0-1 1,-1-1-18,-3-3 1,-2 1-477,0-2 1,-1 0 369,-3 1 0,-1 0-406,0 5 0,0 1-3345,-1 7 1,1 3 3848,-8-13 0,6 24 0,4 15 0</inkml:trace>
  <inkml:trace contextRef="#ctx0" brushRef="#br0" timeOffset="93533">24636 6279 9848,'-56'6'845,"-1"-1"1,1 0 0,0 1 0,-3-1 0,3 1 0,8-2-376,-11-1-132,43-3 82,9 0-106,27-3 374,38-6-506,-17 3 0,5-1-799,-6 0 1,4 0 0,0 1 750,6-1 1,0 0-1,0 0-54,-6 1 1,-1 0-1,6-1 68,2 0 0,5 0 0,4-1 0,1 0 0,-4 1-612,-5 1 1,-2-1 0,0 1-1,2 0 1,3 0 483,1 0 1,3-1 0,3 1 0,1-1 0,-1 0 0,-1 1 0,-3 1-314,-3-1 0,-4 1 1,-1 1-1,0-1 1,3 1-1,5 0 277,-7 0 1,3 1 0,3 0 0,2 0 0,1 0 0,0 0 0,1 0 0,-2 1 0,-1 0 0,-3 0-172,3 0 1,-2 0-1,-1 0 1,-1 1 0,0 0-1,1 0 1,3-1 0,2 1 143,-4 0 1,3-1 0,1 1 0,2-1-1,1 1 1,1-1 0,-1 1 0,0 0-1,0-1 1,-2 1 0,-1 0-72,5 0 1,-1 0 0,0 0 0,-1 0-1,0 0 1,-1 0 0,0 0 0,1 1-1,0-1 29,-1 0 0,1 0 1,0 0-1,-1 0 1,1 0-1,-1 0 1,0 0-1,0 0 1,0 0 18,-1 0 1,-1 0 0,0 0-1,0 0 1,0 0 0,0 0-1,-1 0 1,0 0 0,0 0 20,5 0 1,0 0 0,-1 0 0,0 0 0,0 0 0,0-1 0,-1 1 0,-1 0 20,-2 0 1,-2-1 0,1 1 0,-1 0 0,-1-1 0,1 0 0,-1 1 0,-1-1 4,5 0 1,-1-1 0,0 1-1,-1-1 1,0 1 0,-1-1-1,-1-1-6,6 0 1,-2 0 0,1-1 0,-2 0 0,0 0 0,-1 0 3,7-2 1,-1 1 0,-1-1 0,-1 0 0,-1-1 14,-5 1 1,0 0 0,-2-1 0,-1 0-1,0 0-325,5-1 1,-1 1-1,-2-1 1,-1-1 330,10-1 0,-3-1 0,-5 1 0,-7 1 0,-5 2 0,16-7 0</inkml:trace>
  <inkml:trace contextRef="#ctx0" brushRef="#br0" timeOffset="94589">25591 5237 9817,'2'-12'882,"3"-24"0,0-6 412,2-6-631,0-5 1,2 0-238,0 3-180,1 8-128,-1 22-113,-2 9-49,3 6 122,3 11 17,-2 2 224,9 35-128,-10 6-295,-4-19 1,-1 2 231,-2 12 1,-1 2 75,-1 0 1,-1 2 13,-1 2 1,0 5-1,-1-2-606,0-6 0,0-1 0,0 2 466,-2 5 1,-1 1 0,0-2 24,-3 9 1,0-5-57,1-13 1,0-2-10,-3 4 0,-1-2 52,2-7 0,0 0-43,0-2 1,1-1 2,-5 22 157,5-19 189,6-23 299,-1 2 2192,1-14-2613,-2-9-83,-5-12-157,-3-21-12,0 0-19,4-4 0,1-4 5,4 8 1,1-1-733,0 0 0,1-4 1,1 3 723,0-3 0,3-1 0,3-3 0,2-5 0,-1 7 0,0 7 0,1 0-306,2-10 1,2-5 0,1 4 302,2 0 0,2 1 3,3 3 0,3-3 0,1 3-2,-2 8 0,0 3 1,4-1-5,9-7 0,5 0 1,-3 6 10,-2 5 1,0 4-6,17-8 0,-2 4 0,-4 8-3,-2 5 0,0 3-47,7 4 22,-17 6 0,0 4 17,5 20 28,-13 4 19,-12 15 0,-3 7 12,-3-4 0,-1 3 212,-1-1 0,1 4 0,0 1-236,-1-2 0,-1 2 0,1-1 0,0 5 1,1 0-1,0-2-7,1 12 0,0 0 5,-1-12 1,0 2-1,-1 1 9,-1 1 1,-2 0 0,0 1-21,0-1 0,1 2 1,-2 0-545,-2 6 1,0 2-1,-1-6 530,-1-1 1,0-4-35,-2 5 1,1-2-207,0-17 1,4-1-3967,6 10 0,3-1 4209,10 11 0,2-16 0,-8-27 0</inkml:trace>
  <inkml:trace contextRef="#ctx0" brushRef="#br0" timeOffset="95373">27945 5011 15235,'5'-49'638,"1"-1"1,-3 6 0,1 10-706,0 24 1098,-1 13-785,0 17 62,-1 22-137,-1-7 0,0 1-348,-1-3 1,0 4 327,-1 9 0,-1 5 1,-1-2-652,0 9 1,0 1 545,-1-3 1,0 3 0,0 0-6,1-3 0,-1-1 0,1-4-24,0 3 0,0-1 11,0 11 0,0-3 126,0 0-56,0-28 0,0-1 238,-5 10 354,2-17 622,1-15-1082,2-11 1592,2-29-1794,0-15-28,3 6 0,0-2-85,0 8 1,1-3 69,3-8 0,2-5 0,0 3-586,-1 7 1,2-3 597,0-4 0,2-8 0,1-1 1,0 5-621,-1 5 0,0 3 0,1-2 631,0-2 1,1-3-1,1 0 1,-2 5-1,5-14 1,0 2-295,-1 9 0,1-1 1,0 3 293,-1 5 0,1 0 11,6-14 1,3 3-26,-5 17 0,1 5-8,1 4 0,3 2 339,2 5 1,1 4-388,32-3 6,-1 25 62,-5 22-9,-28-3 0,-3 7 574,0 8 0,-2 6-577,-1 10 0,-4 4-335,-6-14 1,-3 3 0,0-2 340,1 12 0,-4 3 0,-4-16 0,-1 5 0,-2-1 0,0-3-388,0-4 1,-2-2 0,0 2 340,0 17 0,-1 2 1,0-2-210,2-17 0,-1-3 1,2 0-331,2 15 1,3-3-877,3-6 0,4-2 1462,4-4 0,2-4 0,3 4 0,1-12 0</inkml:trace>
  <inkml:trace contextRef="#ctx0" brushRef="#br0" timeOffset="96240">28074 4450 16751,'-20'-31'1814,"-1"11"-1516,5 34 49,-7 13-22,-8 17-199,15-17 0,1 2-323,1 3 0,2 0 281,3 0 0,3 0 156,7 30-1563,12-28 0,4-3 1508,13 10 2,0-17 1,4-3-96,24-4 34,-20-7 0,2-2-28,1-3 1,-1-1-18,0-2 1,-1-2 10,-3-3 0,-1-2 9,-2-1 0,-1-3 95,24-17-17,-10-11-33,-10-10-45,-9-10-59,-16 26 0,-3-2 2,-1 2 1,-1-1 67,0-30 6,-4 5-29,-3 5-16,-3 6-17,-2 7 10,-6 1-12,3 14 253,-9-7-257,-2 11 3362,-9-2-3251,-9 6 91,-6 8 54,-6 12 52,-4 11 36,-3 13-237,28-9 1,-1 2 38,0 1 0,0 3-63,-4 7 0,1 1-22,9-10 0,2-1-56,-4 11 0,2-1-51,0 9-106,3 12-195,11 0 104,14-19 0,4 1-237,11 23-283,7-3 307,7-9 56,-2-14-61,11 6-191,3-10-734,-14-17 0,1-3-2630,14 0 3173,16-9 0,-41-1 0,-1-2 0</inkml:trace>
  <inkml:trace contextRef="#ctx0" brushRef="#br0" timeOffset="97240">26087 4628 7078,'-2'-9'5197,"1"2"-3718,1 7-286,0 0-224,-60-48-549,38 36-28,-15-14 0,-2 7 672,9 34-767,4-1 39,4 8 1,3 5-57,-4 19-2314,7-8 1,2 1 2095,-4 20 38,10-11 1,1 2-65,4-17 1,2 1 38,3 13 1,4 0 75,4-14 1,3-3 44,16 13 11,-6-22 0,6-5 81,7-6 1,3-3-127,3-2 1,3-3-369,11-5 1,1-6 320,-7-6 1,-3-2-60,-8 1 0,-3-2 64,4-7 1,-3-4 41,-10-3 0,-5-3-98,0-2 1,-5-3-37,-4-6 0,-7 0-11,-9 6 0,-6 2-9,-1 0 1,-3 3 2679,-13-19-2666,5 21 1,-2 2-7,-7-8-10,8 13 0,0 2 5,-13-5-11,7 10 1010,-8 10-1016,-2 12 0,4 9 1,-2 6-1,1 1 1,0 3-1141,-9 10 1,1 2 1136,14-9 1,2 2-9,-2 4 0,4 4 250,9 0 0,3 0-239,1 0 1,3 1-6,5 3 0,6-3 5,16 14 6,5-16 17,26 0-11,-20-21-12,5-3 0,2-4-5,10-12-26,-12 0 1,0-2-70,9-10-1356,10-17-717,-31 16 2179,7-13 0,-23 23 0,-2 0 0</inkml:trace>
  <inkml:trace contextRef="#ctx0" brushRef="#br0" timeOffset="102173">23415 9770 3852,'39'-41'877,"0"0"1,-1 0-1,1 0 1,6-7 0,-2 1-1,-9 6 55,-14 12 1,-7 3 349,-7-11 787,-26 16-1610,-22 12-204,11 11 0,-4 5-129,-8 4 1,-4 4 108,-8 9 0,-5 5-753,19-7 1,-3 4-1,0 0 1,2-1 534,0 0 0,2 0 0,-2 3-2,-3 2 0,-2 4 1,-1 1-1,4-1-266,2 0 1,3 0-1,-2 1 256,2-2 1,0 2 0,-1 1 0,0-1-9,0 1 0,1 0 0,-1 1 0,1-1 3,-1 1 0,0 0 0,-1 0 0,1 0 1,-1 0 1,1-1-1,-1 1 1,0-1 2,-1 0 0,0 0 0,-1 0 1,0-1 3,1 0 0,-1-1 1,-1 0-1,-1 1 5,2-3 1,-1 1-1,-1 0 1,1-1 0,3-2-3,-9 7 0,3-3 0,-2 2 4,2-2 1,-3 3-1,1-1 1,6-3-13,7-5 1,3-1 0,0 0 1,-5 4 1,0 1 0,2-2-40,-1 3 1,1-3 226,0 0 1,3-6 181,-2-7-218,-3 1 572,2-28-645,11-11-67,-8-19 17,17-12 2574,7 7-2605,10 11 0,4 1 8,7-10 17,8-14 2192,-2 24-2187,-6 14 147,-7 11-337,-4 6 151,0 7 191,3 8-67,6 13 10,9 12 12,11 11-101,-9-19 1,2 0-369,5 4 0,2-1 301,4 3 0,3-1-511,3 0 0,2-1 331,4-2 1,1-3-922,5-2 0,3-4-1437,5-4 1,2-4 2147,-4-4 1,-4-3 0,-15-4 0,-4-2 0,7-2 0</inkml:trace>
  <inkml:trace contextRef="#ctx0" brushRef="#br0" timeOffset="104506">24645 6283 8521,'-45'17'143,"0"0"1,0 0 0,0 0-1,0 1 1,3 0 209,1 2 0,3 0 11,1-1 0,0 0 179,-4 2 0,4-2-106,-1-1 891,7-2-634,25-13 809,16-8-366,30-16-686,-2 1 0,8-6-977,-3 3 1,6-4 0,2-2 0,1 1 618,-9 5 0,2-1 0,0 0 0,1 0 0,-1 0-503,3-2 1,1 0 0,0 0 0,0 0 0,2 0 450,-2 2 0,1-1 0,1 1 0,0-1 0,0 1 0,-1 1-286,5-3 1,-1 1 0,0 0 0,3-1 0,4-2 262,-12 6 1,3-2 0,2-2-1,2 0 1,1-1 0,0 1 0,-1 0-1,-3 1 1,-2 1-197,9-4 0,-4 2 1,-2 1-1,1-1 0,3-1 1,4-2 181,-15 7 0,4-2 0,2-1 0,3-1 1,0 0-1,2-1 0,-1 0 0,-1 1 0,-2 0 1,-1 2-1,-5 1 0,-3 3 11,9-5 1,-7 3 0,-3 2-1,0 0 1,4-1 0,5-3-12,-7 4 0,4-1 0,4-3 0,2 0 1,2-1-1,1 0 0,0 0 0,-1 1 0,-2 0 1,-3 2-1,-3 1 0,-5 3-9,14-6 1,-8 4-1,-3 1 1,2-1 0,8-2-1,-6 2 1,5-2 0,5-2-1,2 0 1,0-1 0,-1 2-1,-4 0 1,-4 2 0,-7 3 86,5-2 0,-9 3 0,0 1 0,5-3-80,4-1 1,6-3 0,3-1 0,-1 1 0,-6 1 0,-9 4-9,9-5 1,-5 2-102,4-3 1,2-2 0,-12 4 432,-10 2-6750,-6-3 6802,-40 20 0,3 2 0,-3 1 1</inkml:trace>
  <inkml:trace contextRef="#ctx0" brushRef="#br0" timeOffset="121698">25238 15390 20067,'26'-49'662,"0"0"1,-9 10 0,0 8-467,4 11 96,-18 31-74,-3 19-84,-5 25-103,1-17 0,-2 5-523,-3 5 0,-2 7 0,0-5 450,1-2 0,0 0-48,-3 4 1,-1 4-1,1-8-95,-5 6-67,5-12 0,-2-1-171,-2-8 0,-2-3 350,1-1 0,-2-2 56,-18 15 23,-1-26-34,7-14-134,-8-9 1311,4-8-1305,-6-16 337,13 8-111,4 1-1,1-1 27,0 2 189,-19-20 152,17 15-2988,-3-7 2808,12 14-33,6 5-50,9 12-140,2 6 38,-2 11-38,2 25-28,0-6-6,-1 2 0,3 1 0,5 8 0,1 8 3420,17-15-3342,20-15-61,-5-6 2,6-12 1,3-6-352,-12-4 1,-2-4 331,9 2 0,1-3 11,0-4 0,-2-3 14,-11 4 0,-1-1 51,10-7 0,-2 0-32,9-6-3121,-5-9 3027,-33 24-661,0-5-2986,-10 9 3697,0 2 0,0 2 0,0 3 0</inkml:trace>
  <inkml:trace contextRef="#ctx0" brushRef="#br0" timeOffset="122982">22016 17277 23864,'-43'-10'-8,"1"-1"1,6-1 0,4 10-33,-1 36 1,5 14-719,9-15 0,2 2 559,-8 15 0,4 1-148,9-11 0,5 0-161,5-4 1,5-1-279,18 23-228,18-16 951,2-19-19,-2-16 1,2-7 151,-9-6 0,1-3-189,17-4 0,0-4 292,-5-4 1,-2-3 15,0-1 1,-1-2 235,-3 1 1,-2 0 16,-6 3 0,-2 0-71,10-11 514,-10-1-432,-20 22-251,-1-2-180,-18 22 463,-10 11-496,-11 16-28,-2 9 28,8-4-84,8 18 11,14-21 845,11 10-990,13-19-12,15-12 101,9-10 173,5-13 130,-3-12 128,-5-12 101,-12-8 22,-13-5 18,-9-1 4,-14 0-66,-8 4-106,-9 6 10,-12 7-207,11 13-22,-10 6-45,14 16-33,-4 9-51,2 13-90,5 9-331,7 7-799,16 3-1755,17-2-3651,20-8 6710,5-14 0,-14-12 0,-14-8 0</inkml:trace>
  <inkml:trace contextRef="#ctx0" brushRef="#br0" timeOffset="123333">22991 17518 21483,'13'-46'1129,"-1"1"1,-1 5 0,-5 8-659,-10 20-303,-2 7-129,-4 12-39,-2 10-22,-1 12 16,4 7 23,6 5-90,27 10 34,-6-20 17,20 4-40,0-27 34,5-4 50,15-11 23,0-12 39,-5-13 163,-9-7 246,-13-3 117,-10 4-28,-11 6-122,-6 9-203,-3 10-184,-5 11-56,-5 17-17,-14 20-352,6-5 1,-3 5 349,0 4 0,-2 5 1,2-3-858,-4 6 1,1 2 785,1 2 0,-1 5 1,4-2-274,6-13 1,2-1 0,0 1-755,-1 12 0,0 2 1,1-1-2178,3-2 0,2-1 0,0-3 1919,1 7 0,1-6 0,3 14 0,1-48 0</inkml:trace>
  <inkml:trace contextRef="#ctx0" brushRef="#br0" timeOffset="124441">22771 17648 13418,'0'-4'5450,"0"1"-3249,0 3-1999,-5 24-130,2-5 4,-2 13 0,0 4-26,-2 15-56,2-14 1,0 0 16,-4 19-33,1-6 16,3-15 84,0-3 118,2-14 628,-3 0-320,0-9-168,-3-8-168,2-6 34,-5-12-28,0-6 22,-9-26-140,8 11 42,4-4 0,2-1-76,3 0 25,2 2 1,2-3 47,6 8 1,2 2-394,0-1 0,1 0 320,0 3 1,3 2 27,19-20-50,-7 28 0,4-2-5,-2 17 5,-3 16-56,-1 9 22,-2 17 23,-10 7 22,-5-5 713,-8 7-696,-12 0-50,0-10-202,-15 7-1966,0-21-291,6-5 2481,-2-5 0,19-9 0,1-1 0</inkml:trace>
  <inkml:trace contextRef="#ctx0" brushRef="#br0" timeOffset="124915">23589 17409 24760,'-5'34'129,"1"-6"-185,-3 29-375,4-17-975,-1 19-2615,9-17 2958,6-6 0,-3-17 0,2-8 0</inkml:trace>
  <inkml:trace contextRef="#ctx0" brushRef="#br0" timeOffset="125099">23759 17054 18347,'-2'-6'4722,"0"2"-5198,2 4-628,-10 0-1993,12 23 3097,-2 16 0,8-8 0,2 0 0</inkml:trace>
  <inkml:trace contextRef="#ctx0" brushRef="#br0" timeOffset="125816">24001 17389 24777,'-7'54'0,"1"1"-90,0 0-27,2 1-6,2-4 72,1-10 113,0-15 95,3-15 16,3-19 23,8-16 56,7-17 40,7-10 16,3-4-643,1 4 463,-2 6-72,-1 12-50,-3 11-51,2 11 17,-9 10-5,2 7-175,3 24-217,-2 2 4,-5-6 1,1 1-1193,11 22-1660,6-2-479,8-5 150,8-12 2203,7-13 1651,5-16 896,-30-6 1,-1-4 1895,28-15 36,-7-9-962,-11-4-702,-12-3-566,-11-1-486,-9 9 835,-10-9-1025,-4 23 218,-19-9-258,-3 20 452,-19 7-569,0 15 0,-1 14 5,5 7-83,11 4 106,13-2-45,15-4-5,17-9-23,13-10 39,11-9 34,4-14 22,-2-7 34,-6-7 128,-8 1 74,-8 5-96,-7 7-95,-7 4-45,-3 10 12,-2 11-12,-6 18-50,-5 16-12,3-21 1,-2 2-391,-3 4 1,-1 2 311,-2 3 0,-2 1-230,-2 4 1,-1 1-376,-1 3 1,-2 0-861,-1 2 1,0-3-889,4-9 1,0-3 2425,-4 2 0,2-6 0,4-7 0,-2-3 0</inkml:trace>
  <inkml:trace contextRef="#ctx0" brushRef="#br0" timeOffset="127000">25801 17403 21282,'1'-4'3361,"-1"0"-2902,0 4-409,-10 59-39,3-22 1,-1 4-828,-3 17 1,-1 2 789,2-12 1,0-2 22,1-3 1,0-3 277,-2 12-247,-1-1 173,5-22 57,1-16-90,2-21-100,0-14 1214,1-23-1192,4 3 0,0-2-536,1 11 1,0-1 462,4-23 0,2-2 19,1 14 1,1 0-12,4-12 0,2-1-14,1 2 0,3 1-11,0 6 0,3 3-8,-2 7 0,2 3-1526,4 8 0,0 4 1534,9-2-22,13 14 28,-17 28-18,9 31 4,-26-18 0,-4 3-121,1 2 0,-5 1 120,-8 5 1,-7 0-17,-4-7 0,-4-1 19,-8 9 1,-5 0-1,-3-4 0,-5-2 6,-5-1 0,0-4 39,10-9 1,1-3 676,-20 7-598,27-19 3194,17-9-3307,2-2-10,17-3-29,26-2 45,-2 4-28,0 3 1,3 1-300,-7 1 1,1 2 214,10 1 0,2 0-182,-1 1 1,1 0-587,10 1 1,-1 0 512,-18-1 1,0-2-525,20-1 1,-4-2 604,-12-4 247,-4-4 0,-3-3 174,-14-2 1013,5-22-699,-19 20 974,-5-13-1059,-4 21 426,-10-2-611,3 10 693,-13 10-849,11-3 114,-7 15-148,14-10-17,0 10 12,13-10 16,15 4-33,-2-8 33,32-5 0,-26-6 39,20-11 6,-23-7 62,2-19-45,-12 11 179,-6-22-135,-11 31 119,-7-11-12,-5 19-51,-6 2-72,-3 9-23,-9 19-66,2 11-29,1 10-232,15-10 0,2 2 244,-6 27-57,9-19 1,2 1-127,1 1 0,5 1-924,8 7 1,4-2-362,7 15-3443,13-22 1,5-6 2457,-5-14 0,14 2 1,-34-19-1</inkml:trace>
  <inkml:trace contextRef="#ctx0" brushRef="#br0" timeOffset="127216">27353 17320 22604,'20'-46'1122,"0"-1"0,-3 3 0,-12 13-802,-25 34-12,-17 17-191,14 1 1,-1 4-60,-2 9 1,1 3-1510,-1 8 0,2 4 1454,7-10 1,1 1 0,1-1-10,-3 11 1,0 4-35,6-10 1,0 4 0,0 1 0,1-2-57,1 3 1,1-2 0,-1 3-159,1 1 1,-1 4 0,0 1 0,2-2-545,1 5 1,1-2 0,1-1-1205,1-5 1,0-2-1,2-2 2002,-1 7 0,1-6 0,1 5 0,0-32 0</inkml:trace>
  <inkml:trace contextRef="#ctx0" brushRef="#br0" timeOffset="127356">26763 18709 9178,'-13'-52'1806,"0"-1"1,0 1 0,3 1 0,1 0 0,8 0-1094,9-5 1,8 0-1,0 4-2804,2-4 0,5 2 2281,7 5 1,7-1 0,2 6-96,-8 13 0,2 5 0,2-1-151,8-6 0,4-1 1,0 1 15,2 2 1,0 1 0,-1 2-116,-9 6 0,-2 2 0,2-1 155,10-1 0,1 0 0,-8 5 0,6-4 0,-15 9 0,1 0 0</inkml:trace>
  <inkml:trace contextRef="#ctx0" brushRef="#br0" timeOffset="129116">19845 1186 30232,'1'-10'1938,"0"3"-2078,1-54-414,-1 44-3,-2-35 176,-5 78 306,-6 29-157,0 5-597,5-21 1,-1 6-1,2-1 582,0 9 1,0 1 4,1-3 1,0 4 0,2-2-12,3-9 0,1-2 0,1 0-234,2 14 1,2-3-1429,1-10 1,1-5 1123,4 7 14,-5-35 244,-8-36 228,-6-26 200,0 15 1,-2 0 67,1 5 1,-1 0 164,-5-10 1,-3 0-92,-3-3 1,0 1 175,0-1 1,0 0 0,-1-4 0,3 2-69,9 13 1,2 4-103,0-13 1006,21-2-1069,8 26 14,25-4 2,-17 22 1,4 6 14,22 10 0,2 4-22,-14-3 0,-1 1-3,13 6 0,0 6-610,-18-5 1,-1 3 0,-4-2 572,0 0 1,-2 1-16,5 10 0,2 6 1,-11-3 62,-16-8 0,-9 0 6,-5 14 0,-9-2-17,-6-17 0,-7-4-74,-13 0 0,-8-2 1,1-2-79,-7 0 1,-2-2-213,3-2 0,-2 1 0,2-3-281,-7-1 1,4-3-1137,10-4 0,5-1-1549,-8-7 3344,24-7 0,19 3 0,3 1 0</inkml:trace>
  <inkml:trace contextRef="#ctx0" brushRef="#br0" timeOffset="130307">20615 1549 18893,'-3'4'3353,"2"-1"-2408,1-3-669,-18 67 39,23-44-163,-7 14 0,6-4 76,35-31-57,17-16-190,-23 1 1,0-2-103,21-17 158,-20 3 1,-5-4 8,-2-17-5,-10 15 1,-4-1 149,-13-17-116,-7 16 207,-25 4-74,2 21-124,-8-1 84,-9 21-117,16 5-40,-9 14-6,15 9-10,10 8 16,7 7-61,14 5 5,4-11-140,8-12 0,5-1-1043,20 9 631,-8-12 1,4-3-773,0-9 0,0-4 787,-6-3 0,2-4-1264,24-5 1,-1-5 1111,4-6 637,-19-2 0,6-4 0,-7-2 323,-10 0 1,-2-4 204,11-7 1,-4-4 828,-2-17 230,-19 2-663,-10 5 389,-9 8-696,0 11 539,-8 5-286,1 13-683,-8 3 832,1 14-894,-3 8 692,6 1-714,2 17-12,10-17-16,14 20 27,6-24 29,15 3-1,3-16 35,4-13-24,-7-3 113,11-22-22,-20 5 5,3-16 33,-19 7-100,-10 9 129,-17-6-23,-3 17-27,-11-2-57,4 15-50,1 12-40,0 8 18,3 14-18,6 10-33,6 8-17,9 7-11,11 4 6,3-11-175,8-14 1,6-2-504,23 9-1419,2-12 1,3-4 2062,-18-10 0,0-5-20,19-4 1,0-7-689,-18-6 0,-2-5 822,7-5 1,-1-3-114,-4-3 1,-3-2 200,-4-2 0,-4 0-19,-6-1 0,-2 1 69,4-15 2778,-11-8-2577,-7 28 1954,-1-3-2317,-1 22 562,7 45-551,6 6-17,-6-14 0,2 3-491,9 15 1,2-1 484,-4-12 0,1 0 12,7 17 0,1 0-294,-5-11 1,0-2 287,-4-3 0,-2-2 6,-4-4 0,-3-1-1,-4 16 18,-12-17 10,-13-20-33,4-11 6,-11-21 11,8-13-9,7 8 0,0-4 63,1-9 1,0 0-72,3 5 0,0-3 5,2-14 1,0-7 0,1 6-9,3 12 0,0 0 5,0-15 0,-1-6 0,4 5-11,4 9 1,3 4-1,2-12 1,3 2 13,4 7 1,3 4-17,3 6 0,2 3 154,1 8 1,2 4-172,29-10 5,4 17 12,3 16 2,-29 7 1,-1 4-26,0 5 1,-1 4-57,-1 5 1,-3 3-71,-2 2 1,-5 2-130,-4 1 1,-6 0-202,-7-1 0,-6 0-272,-7-2 0,-6-2-476,-6-1 1,-6-3-3679,-15 1 1,-2-4 4038,-12 6 1,-3-9 0,49-17 0</inkml:trace>
  <inkml:trace contextRef="#ctx0" brushRef="#br0" timeOffset="130906">23470 962 22845,'-3'-1'902,"0"0"-846,3 1-79,81-60-2141,-23 35 2104,-18 3 0,6-5 1,-3 7-109,-2 11 0,-1 5 165,-2 0 0,-3 2-754,22 8 266,-23 12-265,-21 13 364,-27 12 389,-2-16 0,-5 0-225,-7 4 0,-4 0 452,-4 0 0,-1 0 100,1-1 1,0-1 11,5-3 0,1-1 1086,-16 16-1002,18-11-105,13-12-30,9-9 68,13-7-157,13-9-140,16-9-5,12-13 131,-22 8 1,-2-2-172,-1-4 0,-2-3-3,-2-4 1,-4-3 16,-3-1 0,-2-2 42,-3 2 1,-3 0 69,-2 4 0,-2 2 502,-7-19-151,-2 16-270,1 16 157,1 8-313,5 8-85,1 2 430,7 8-379,14 12-28,19 18-846,-2 0 1,3 1 822,-11-9 1,0 1-113,0 2 1,0 3 0,-3-1-896,-4 1 1,-5 2 1029,0 12 0,-4-1 0,2 4 0,-17-8 0</inkml:trace>
  <inkml:trace contextRef="#ctx0" brushRef="#br0" timeOffset="132473">25583 849 32678,'-3'-52'29,"1"1"1,-1 5 0,-5 11-2070,-16 23 1371,-8 19 935,-8 18 212,5 6-1106,7 6 1,3 3 253,11-9 0,2 0-571,-5 15 0,4 1 782,11-10 0,8 0-13,14 2 0,5-2-164,-5-12 0,4-2-548,22 4 1,5-5 165,-6-13 0,1-5-152,15 0 1,3-3 807,-21-5 1,0-2-1,-1-1-16,8-2 1,-2-5 65,-7-2 1,0-5-1,-4-1 83,-4-1 0,-4-2 137,11-9 1,-4-2-48,-5-18 79,-18 9-135,-8 15 834,-13 5-834,-5 18 959,-12 6-1021,-8 20-5,-6 16-6,0 14-37,22-21 1,2 0-20,-4 27 11,20-5 416,17-10-416,31-7 32,-9-17-1,-6-9 0,-1-5 30,7-12 29,4-7 62,-15-11 21,-12-9 1,-14-4 11,-13-5-28,-9 1 0,-12 3 11,-4 4-3330,-11 3 3252,17 13 22,-5 3-106,22 13-112,2 2 67,5 5-191,3 17-178,4 8-382,11 18-581,15-1 567,-6-21 0,5-2 1774,3-2 1,3-4-1223,0-1 0,2-4 348,28 0 431,-11-16 408,-15-9 241,-10-12-21,-11-5-180,-7-3-242,-4 2 30,-1 3-528,-2 11 136,1 3-298,-1 12-40,1 2 12,5 16 56,6 15-42,1 3 0,-1 4-25,8 18-12,-9-17 1,0 2 11,-2 12 0,-3-3-449,2 6 443,-2 0 0,0-2 0,-3-8 12,-1 6-7,0-14-4,-1-12 21,0-11 118,-1-13-123,-1-7 422,-2-16-434,-6-13-16,-3-20-399,2 20 0,1-1 410,-1-7 0,1-2-11,-1-3 0,1-2 8,1 0 1,1 1-15,1 2 1,1 1 13,0 5 0,2 1 9,2 6 0,3 1-68,4 2 1,3 3 33,19-13-11,4 12 11,14 19 17,-4 11-11,13 13-6,-2 14-1539,-27 2 1,-4 4 1555,5 15 8,-17-11 1,-8 1-472,-23 11 468,1-20 1,-5-1 160,-7-2 0,-5-2-183,-14-2 0,-2-3-56,8-6 0,2-3 29,0 0 0,4-4-763,-9-12 1506,28-8-9717,10-15 8378,16 0 1,0 8 0,1 9-1</inkml:trace>
  <inkml:trace contextRef="#ctx0" brushRef="#br0" timeOffset="132857">27122 619 23612,'16'47'115,"0"0"1,2-5 0,4-9-88,14-21 56,15-6 73,-5-15-101,-9 1 202,4-24-34,-28 5-67,0-5 240,-10-3 113,-4 11-11,-1-4 38,-1 8-285,0 10-190,1 4-51,2 5-28,-2 5-39,2 9 68,-3 48 4,2-19-1732,-1 6 1,0 0 1654,1 0-85,0-6 0,0 1-78,2 6-1750,15 11 0,7-2 1657,-2-31 1,1-2-1,1 15 1,0-5-1,9-20 1</inkml:trace>
  <inkml:trace contextRef="#ctx0" brushRef="#br0" timeOffset="133281">27834 597 24665,'0'35'-153,"-1"0"0,3-1 0,2-1-962,15 21 67,0-14-7067,16 6 8115,-16-24 0,4 2 0,-16-17 0</inkml:trace>
  <inkml:trace contextRef="#ctx0" brushRef="#br0" timeOffset="133457">27862 396 22526,'0'-10'-1754,"3"6"1,17 23 0,-7-7 0</inkml:trace>
  <inkml:trace contextRef="#ctx0" brushRef="#br0" timeOffset="134182">28072 616 18168,'4'-2'5528,"0"0"-3870,-4 2-1625,10-27-15,0 37-1,12-12 5,-1 47-22,3 3 17,-2-1-6,-4-9-39,-6-11 90,-6-11 145,-3-10-28,-2-11-84,0-9-28,1-15-11,3-12 17,3-9-22,6 0-7,5 4-32,17 4 21,-4 20-38,13 6-63,-6 22-32,0 10 38,-9 2-330,7 26-12,-12-11-150,16 16-79,-1-15 135,9-10 332,-9-16 1,1-5 132,20-4-76,-21-4 0,-2-4 198,8-13 62,-4-7 90,-7-6 11,-7-5 6,-8-1 123,-9 3-45,-13 10-157,-15 12-73,-15 12-39,-13 15-33,-4 11-11,5 10-35,13 6 253,14 0-247,14-1-39,15-8 34,12-9 33,12-9 12,5-12 51,3-10 99,-4-11 130,-9-6 100,-11-5-22,-9-1-112,-8 4-28,-3 5-72,-1 10-124,1 7-34,-1 8-22,5 13-39,4 16-6,6 21 36,-6-16 1,-1 3-275,0 6 1,-2 1 159,-2 7 0,-3 1-757,-5 4 0,-5 2 56,-4 2 1,-5-1 414,0-18 1,-3-1 0,2-3 0,2-3 0,0-3 0,-22 17-1</inkml:trace>
  <inkml:trace contextRef="#ctx0" brushRef="#br0" timeOffset="136115">30594 545 32767,'1'63'-613,"-1"0"0,2-6 0,5-7-1800,23-5 1141,-1-12 637,-7-13 565,-8-10 196,-6-12-147,1-12-1613,5-14 1496,4-15-1549,-4 13 1,0-1 1643,4-12 51,10-9-13,-10 28-96,8 1-28,6 11-61,8 7-129,9 9-45,6 7-253,5 7 376,-30-7 0,2 0-78,9 0 0,0 0 161,16 4 99,-24-9 1,1-2-43,30-6 185,-17-8 90,13-5 3354,-29-5-3198,-14-2-28,-10 0-5,-8 0-162,-4 5 178,-15 0 196,0 10-385,-15 2-40,1 14-56,-4 9-11,2 11-12,3 7 1,9 4-6,11 0 5,9-3 18,11-6 10,8-7 46,8-10 22,16-15-62,-9-6 84,16-17 39,-16-2 18,3-10 10,-11 0 68,-9 5 22,-7 7-101,-4 11-128,-2 7-90,-7 9 39,-4 10 22,-8 13-28,0 9 1,6 6 16,14-2-17,17-3 6,16-7 0,2-9-14,0-13 0,2-2-252,22-5 272,-16-4 0,0-3 5,-9-3 0,-3-4 14,-3-3 0,-2-4 11,-4-5 1,-4-2 10,-2-5 1,-4-3-37,-3-4 1,-3-2-7,-1-3 1,-4 0 16,-1 0 1,-2 0-235,-1 2 0,-2 2 234,-1 4 1,0 1 66,-6-26-60,2 20 116,1 7-167,4 23-23,-2 6 325,-1 27-224,-4 23-56,3-11 0,1 3 4,-2 7 0,1 3-27,2 3 1,1 2-440,1 1 1,2 1 394,4 0 0,4-1-17,3-4 0,4-3-3,3-5 0,5-5-14,3-7 1,4-5-4,0-6 1,1-5 49,2-5 1,1-5 2,30-11-267,-5-14 357,-7-13-5,-11-6 359,-10-2-298,-10 6 896,-8 9-879,-6 13-112,-3 9 5,-6 11-5,0 4 385,-8 16-374,1 5-11,1 12 99,4 1-110,13 4 11,1-16 22,16 3-44,2-21 33,9-1 11,4-10-3363,6-17 3358,-15 1 11,5-19 11,-18 3-11,0-12 0,-6 1 61,-5 1-16,-3 16-73,-3 8 3387,0 13-3505,0 3 73,4 7 34,-1-1-6,9 10-67,2-3-168,6 2-286,6-3-308,5-4-548,20-3 1013,-14-5-135,19-4 259,-21-3 184,4-3 134,-11 1 208,-10-4 46,-9 3-86,-7 0 309,-5 1 67,-1 3 302,-3-6-442,2 3-275,1 1 91,3 4-69,1 1-100,0 2-100,-1 1-29,0 5 34,-1 7-12,0 2 18,0 7 10,0 12 6,11-1-5,-3 0 106,19-8-95,-12-18 67,15 0 5,-8-13 107,7-10-95,-7-8 11,-7-12 23,-16 3-113,-5 6 34,-14 0 101,-11 11-140,5 5 16,-16 7-55,23 14-29,-3 3 7,8 16-24,4 25-21,4 9-91,7-21 1,4 1-1513,6 3 1,4-2 984,-1-10 1,1-3 0,10 21 0,-12-32-1</inkml:trace>
  <inkml:trace contextRef="#ctx0" brushRef="#br0" timeOffset="198569">24916 9070 16678,'-3'3'4660,"1"-2"-3147,2-1-1093,-2-6-62,12-15-72,7-17-177,1 8 0,2-1-261,-3 4 1,2-3 207,2-5 0,3-4 0,-2 0-974,5-8 0,0-3 931,-1 1 0,2-3 0,-1 1-2,-3 3 0,-1 1 1,0 0 12,0-1 0,-1-1 0,-1 0-392,-2 2 1,-2-1 0,-1 1 387,-2 2 1,-2 2 0,-1 0-304,1-15 0,-4 3 325,-3 9 0,-2 3 40,-4 9 0,-3 2-49,-7-14 1494,-10 16-1527,-4 15 1322,-4 17-1305,-7 23-17,13 0 0,0 5 157,-5 12 1,0 7-162,1 1 1,0 5-1,1-3-418,7-12 0,1-2 0,-1 3 422,1 4 0,-2 4 0,2-1 0,2-5-17,1 1 0,3-1 7,-1 10 1,2 6 0,3-4 0,6-4 1,5 0-5,-1-6 0,3 2 0,3-4-4,9 3 1,6-6 2,3-5 0,5-5-179,2-4 0,4-6 190,2-5 0,3-4 3,2-6 0,0-4-3,3-6 0,-1-5-5,1-6 0,-2-2 8,-10 2 0,0-4 25,12-15 0,-3-4-11,-16 12 0,-2-2 5,10-10 1,-3-1 5,-13 10 1,-5 2 52,5-16 45,-12 13 469,-11 14-547,-9 12 1524,-11 16-1569,-8 12 475,-3 15-487,3 7-4,11 4-24,11-2-16,12-4 40,10-6 10,12-8 12,8-8 16,7-9-11,1-13 28,-2-14-5,-5-14-17,-7-14 16,-6-11-10,-6-6-336,-5-2 402,-4 2 18,-10 10-1,-6 9-55,-4 17 16,-17 3-62,6 14-27,-12 1-23,10 11-11,8 0 22,5 13-756,11 0-934,11 12-1374,14 1-3920,15 3 7018,3-4 0,-14-12 0,-10-8 0</inkml:trace>
  <inkml:trace contextRef="#ctx0" brushRef="#br0" timeOffset="199669">26544 8513 15885,'-10'-41'199,"0"0"1,2 4 0,-5 10 2449,-12 22-2615,3 9 1487,-21 26-1493,19-3 0,0 3-17,0-3 0,-1 2 241,-5 14 1,2 1-256,11-12 1,2-1 1611,-3 6 1,4 2-1602,5-2 1,4-2-4,5 9 7,20-4 4,10-30 18,16-8-17,8-21 11,-15-5 0,-1-6-1388,-4-3 1,-2-2 1395,1-1 0,-3-4 31,-2-7 1,-4-2-322,-4 3 1,-2-2 286,-2 6 1,1-2 0,-1-1 7,-1 0 0,1-1 0,-1 1-287,0-1 0,-1 1 0,1 1 309,-2 2 1,0 1-1,-1 1 52,4-14 0,-2 3-239,-2 7 1,-3 3 249,-3 8 0,-2 2 2459,1-12-2440,-7 19 659,-3 20-804,-3 12 17,-11 33-15,6-11 1,0 5-349,-2 7 1,-2 5 0,1-3 334,-1 6 0,0 3-10,5-8 0,0 6 0,1-1 0,2-6 4,2-2 0,3-1-2,0 7 1,1 5-1,3-5 305,6-7 0,5-2-462,9 14 0,3-4 106,-7-17 0,5-4-180,26 5 1,3-9 182,-6-13-51,-3-5 1,0-5 78,13-20 28,2-9 22,-23 9 0,1-4 39,1-5 1,-2-2 2534,10-11-2493,-17 7 0,-5 1 0,-7 6 31,0-20-6,-16 28-38,-10 0 201,-25 15-268,5 8 7,3 5 1,-2 3 2,-19 22-33,6 2 0,9 6 5,26-10 6,18-4-5,2-9-23,18-5 5,2-9-16,24-15 84,-6-8-28,-1-9 22,-10-10 45,-11-7-56,-2-1 5,-9 2 46,-11 14 55,-7 13-106,-1 3 39,-10 7-44,4 7 33,-11 7-28,3 16-17,0 7-5,3 5-40,6 19 12,8-15 5,9 16-6,7-18 12,10-11 11,-2-10 6,9-8-6,-5-9 39,19-18-39,-16 3 8,-3-8 1,-3-2 2,-3 0 56,1-6 0,-2-3 197,4-18-164,0-1 29,-8 9 252,-10 9-185,-3 11-106,-1-4 23,-3 12-113,-1 8 0,1 2 0,1 4 0,7 11 0,10 11 0,1 5 0,3 6 0,1 3 0,9 20-283,-11-12 1,-2 1 259,-9-5 0,-5-2-94,-5 21-334,-12-14 0,-6-2-1083,-17 10 940,14-20 0,-2-1-4322,-4-7 1,1-6 4752,-1-2 1,-3 0 0,23-14 0</inkml:trace>
  <inkml:trace contextRef="#ctx0" brushRef="#br0" timeOffset="200086">28211 7708 26889,'-6'35'364,"4"-5"-325,7 21 0,2 7-1436,-1-15 0,1 0 1405,1 8 1,0 2 13,-2 10 0,-2-4 509,-1 5-526,-2-22 1,-1 7 0,0-8 11,-1 10 230,-1-5 0,0-5-208,0-15 62,-1 1-45,3-26 1518,11-28-1540,-2 3-12,9-13 1,4-3-1,-4 12 1,2 0 10,9-13 1,2 1 13,-4 10 1,0 4 282,14-12-269,11 7-55,-18 20 66,17 8-72,-7 19 6,6 16-34,-11 1-65,-12-2 1,-2 4-171,1 19-1282,-10-11 0,-3 1 498,-5 17 1047,-16-5 0,-3-3 0,5-15 0,-4-5 0,0 1 0</inkml:trace>
  <inkml:trace contextRef="#ctx0" brushRef="#br0" timeOffset="200444">25408 9564 18628,'-62'11'490,"1"-1"1,-1 0 0,17-2-1,3-1 1,0 1-214,-22 7 1,9-1 83,18-1 193,3 14 51,57-15-308,9 1-1048,6-10 1,10-3-1,2-2 835,-2-1 0,1-2 0,4-1-55,-6 2 0,3-1 0,3-1 0,0 0 1,1 0-392,2-2 0,2 0 0,0 0 1,-1-1-1,-1 1 362,6-2 0,-2 1 0,1 0 0,6-1-5,-16 2 0,3 1 0,2-2 0,3 1 0,0 0 1,-1-1-1,-1 2 0,-3-1-287,4 1 1,-2 0-1,-2 0 1,1 0 0,1 0-1,4 0 282,-2 0 0,2 0 0,3 0 1,0 0-1,1 0 0,0 0 1,-3 0-1,-2 2-164,7-2 0,-2 1 0,-1 1 0,-1-1 0,-1 1 0,0 1 174,-5 0 0,1 0 0,-2 0 0,0 1 0,-1 0 0,0 0 1,3-1 0,0 1 0,-2 0 1,0 0-1,-2 1-6,5-1 1,-1 1 0,-2-1 0,-4 1-34,0 0 1,-3 0 0,-1 0-1225,2 1 0,-1 0 0,-6 0 1310,15 0 1,3 1-1,-46 0 1</inkml:trace>
  <inkml:trace contextRef="#ctx0" brushRef="#br0" timeOffset="207537">26289 9645 20504,'-9'49'212,"0"-3"1,1 3-213,2-11 0,-1 2-908,-2 16 0,-2 2 938,3-16 1,0-3 595,-6 19-478,-1-24 1,-2-4-20,-4-2 41,-8-4 1,-3-4 42,-14-10-123,11-7 0,0-3 282,-13-9-255,12-7 1,0-3 44,-13-8-92,15 8 0,0 1 48,-14-1-34,8 12 936,5 17-975,10 10-22,9 5 89,9 27-73,9-21 31,8 6 0,3 0-14,6-3 64,11 1 1,6-1-267,-8-18 0,3-3 252,16 5 1,4-3-553,-1-8 1,0-5 548,5-3 1,1-4-26,1-3 1,-1-3-12,-2-4 0,-1-2-11,-4-2 0,-2-1-176,-7 1 0,-3-1 123,-7 3 0,-3 0-193,9-8-1468,-19 8 1658,-14 7 0,-4 6 0,-3 1 0</inkml:trace>
  <inkml:trace contextRef="#ctx0" brushRef="#br0" timeOffset="215489">20933 8979 8540,'47'-9'744,"-1"0"0,0-1 0,4 1 0,4-2 0,1 1 0,-4 0-403,0 1 1,-2 0 0,4 0-1174,3-1 0,5-1 0,1 0 1,-2 1 904,-5 1 0,-1 0 0,0 0 0,0 1-61,0-1 1,0 1-1,0 0 1,0 1-39,-3-1 1,0 1 0,-1-1 0,0 1-41,12-1 1,-1 0 0,-2 1-44,-5 1 1,-2 1 0,-1 0 168,13 0 1,-5 2-375,-14 4 1,-6 4 929,7 10-359,-44 14-83,-41 10-393,4-14 1,-7-1 319,-9 4 0,-4 0 205,15-8 1,0 1-1,-1-1-144,1 0 1,0 0-1,1 0 157,-16 10 1,3 0 5,7-3 0,4 0-98,7-2 0,3 0 30,-13 18-128,16-9 722,14-9-398,10-13 1751,18-8-1986,22-15-199,-5 0 1,5-2-597,12-6 1,3-3 533,-10 5 0,1-1 0,1 0-8,5-3 1,0 0 0,1 0 1,2-1 1,0 1-1,0-2 25,-2 0 0,1 0 0,-2 0 33,-3 1 0,-1-1 1,-2 0-515,12-9 1,-5-2 588,-12 3 0,-6-1-227,-11 2 1,-8-1 215,-18-27-65,-8 30 1,-7 3 140,-15-3 0,-3 3-60,10 8 1,0 2 164,-13-3 1,1 3 440,-6-1-18,-3-2 1289,11 3-1529,13 1 1206,10 5-1386,7 2 417,6 5-685,2 0-173,1 2 145,6 5 67,9 7-23,17 13-100,16 14-229,-18-13 0,1 3-1099,10 15 1,-2 2-362,-12-12 0,-2 0 1784,5 15 0,-6-5 0,-13-13 0,-3-2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BAD06-DC56-A9F6-8E75-1F638435C6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C3694C-33A3-ADFA-B2AA-D4C55F18B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E96BE7-0BA2-0876-DFDC-A680ED43D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781E3-309C-E74D-B4A8-41C1CCF8E47E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B8F71-C092-0277-94C0-257E5CADF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D48F3C-7DBA-2219-3CD7-07CC80405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72DB9-A94B-A04E-B676-38824A2DB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453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2863E-3AF8-B9BE-4E48-FF494CE89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FA968-87F8-F1B0-B02E-F5D81AABE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787C6-9327-6CD8-D88E-6DD6DFE08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781E3-309C-E74D-B4A8-41C1CCF8E47E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D1625-F52B-7121-F85D-0F20549A6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DDC48-4707-7C1E-A0BD-FF596F0D0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72DB9-A94B-A04E-B676-38824A2DB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023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F3A0C-C2E3-EBC2-EAB4-DE8544292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6146CC-94E0-235E-271A-12E763688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D66A0-7B38-877F-8AE9-6435B2CD5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781E3-309C-E74D-B4A8-41C1CCF8E47E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17A30-595B-9BC0-C07B-E2F2D423E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A6682-41C2-EEA0-B413-22F15F41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72DB9-A94B-A04E-B676-38824A2DB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110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1796A-1A61-2C3C-C8A0-D20ABF644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4586D-A7C9-CF7D-9CDD-BC8A34B094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6C87AF-A99E-EF7E-82C1-F9F58BA5D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464C9F-FCE8-ACCE-8D14-10651771E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781E3-309C-E74D-B4A8-41C1CCF8E47E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30FE9-42B2-42F9-DB36-BF542A297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95739-DE52-5320-A54F-BD9E405D8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72DB9-A94B-A04E-B676-38824A2DB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75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743A0-223E-BE1C-611C-59E60998F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ABE899-3A90-03EB-5204-837DE3B95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694BB0-935B-51F3-B763-55D6AB7F0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ED50B8-D553-1E0A-69AB-B796BB10B1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B2F079-0B95-E850-E2D3-65A41372A6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30DFE4-728B-839D-61E1-D37CEB106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781E3-309C-E74D-B4A8-41C1CCF8E47E}" type="datetimeFigureOut">
              <a:rPr lang="en-US" smtClean="0"/>
              <a:t>4/1/26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6E4E44-633A-FE6A-6589-0BE0BB26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1EC304-23B0-A91C-A6A7-F937FA1FA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72DB9-A94B-A04E-B676-38824A2DB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394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46F08-FCF7-2E71-8BB0-D47898524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26B665-D46F-6C2C-3845-A6D4711CF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781E3-309C-E74D-B4A8-41C1CCF8E47E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D787BF-DF8B-1D8C-6B27-F4F27DDC5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BABA3-2178-EA33-E1D0-F0F5F8444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72DB9-A94B-A04E-B676-38824A2DB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443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BC3B01-AD16-48C4-93B4-70A864A80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781E3-309C-E74D-B4A8-41C1CCF8E47E}" type="datetimeFigureOut">
              <a:rPr lang="en-US" smtClean="0"/>
              <a:t>4/1/26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F39D84-BFB0-B094-D333-32491F112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ADF92-5E12-9407-3121-374118580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72DB9-A94B-A04E-B676-38824A2DB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089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74202-465F-2F0C-F58F-48E8B80E5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24579-5649-6A5D-BB11-32F222082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EB490F-B56E-C863-0FBE-DBF21BE87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BB33F6-8D70-4D1D-0923-135AC9338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781E3-309C-E74D-B4A8-41C1CCF8E47E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AE901-3493-9BF5-4683-5BB38DF3F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944D4-0F88-EDFF-3DE1-A317B10DB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72DB9-A94B-A04E-B676-38824A2DB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187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E4D8B-95D5-87C9-F6BD-B5CE48485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F983E6-3E2D-C13C-8E21-7176159FCB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50FAD2-0794-42D3-2C97-070AFA5F84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6BC67B-16B6-9955-99C2-11D495DED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781E3-309C-E74D-B4A8-41C1CCF8E47E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BC2E21-432F-D879-45EA-2AFFE65F7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CD9012-5233-6D48-0B65-EFC09EE7A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72DB9-A94B-A04E-B676-38824A2DB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149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93772-0857-8F5F-AA76-B265DBF80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04F2DC-6396-ADF7-AD88-87187C2786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2E774-1F25-6ED6-D44F-FFA5A5CE8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781E3-309C-E74D-B4A8-41C1CCF8E47E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00565-C93B-8DFD-B639-6E6F1CC39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5A9FB-2666-3BD2-4274-A717D196B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72DB9-A94B-A04E-B676-38824A2DB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148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7A4FA8-20CC-AA3A-8294-AAED1E33A7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8092FF-C714-D89E-EEE5-6C536D96F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388E1-841D-ECF4-C0B7-7F4FCE378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781E3-309C-E74D-B4A8-41C1CCF8E47E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28C48-B5AC-D4EA-AFFB-58A473CB3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AA553-8008-1827-E459-CC535929F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72DB9-A94B-A04E-B676-38824A2DB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823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B9AFA0-65CA-6EC4-A04D-891E953AB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FC1BD9-565C-E670-AD94-277DF5F17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F916E-7357-7D28-8F64-37123063B9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2781E3-309C-E74D-B4A8-41C1CCF8E47E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16DA4-160D-7F5C-7895-E01D1354D9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21EFC-446C-B1C4-48EB-1E673F591F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572DB9-A94B-A04E-B676-38824A2DB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379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8D92E9-A36D-45D8-2DDF-42C2FCD250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378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1014C6-0898-957B-A189-E739F11B0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DFF74E2-AF52-B6E3-D641-611E85101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3DECE9-B6BB-F9F6-1A23-41B19DFFBD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051EE9A-B600-8208-DD43-1F84E5D24702}"/>
                  </a:ext>
                </a:extLst>
              </p14:cNvPr>
              <p14:cNvContentPartPr/>
              <p14:nvPr/>
            </p14:nvContentPartPr>
            <p14:xfrm>
              <a:off x="505080" y="853560"/>
              <a:ext cx="7331760" cy="5028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051EE9A-B600-8208-DD43-1F84E5D247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5720" y="844200"/>
                <a:ext cx="7350480" cy="504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9791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89A23D-617A-0BDB-6D3E-E8CDA3BC7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CB1B490-4684-4D10-4DAC-8E0C57386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19C7FB-3CE6-3147-FEDB-BEF5723E77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7047E2B-DE89-19EE-BFBD-2B0F524CE40F}"/>
                  </a:ext>
                </a:extLst>
              </p14:cNvPr>
              <p14:cNvContentPartPr/>
              <p14:nvPr/>
            </p14:nvContentPartPr>
            <p14:xfrm>
              <a:off x="270720" y="344880"/>
              <a:ext cx="9646920" cy="6092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7047E2B-DE89-19EE-BFBD-2B0F524CE40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1360" y="335520"/>
                <a:ext cx="9665640" cy="611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2808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F50226-9CB7-409C-5CED-5094AFCB7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92D0DE4-F9D2-5707-4CFD-875015015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DBD15C-6B2A-6BFC-44BD-45F327D765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885AAB7-56D1-E9FD-49CE-30FBDCBD8387}"/>
                  </a:ext>
                </a:extLst>
              </p14:cNvPr>
              <p14:cNvContentPartPr/>
              <p14:nvPr/>
            </p14:nvContentPartPr>
            <p14:xfrm>
              <a:off x="685440" y="439200"/>
              <a:ext cx="10612080" cy="5566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885AAB7-56D1-E9FD-49CE-30FBDCBD838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6080" y="429840"/>
                <a:ext cx="10630800" cy="558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7980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DD4E53-CF49-B121-9412-0B122206B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E8A07DE-A2A7-8704-B766-0B19A31EE3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A35519-3D7E-5044-2BF8-0027877B79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82B9B82-D671-1790-AD7C-4CFBDE8D1E3E}"/>
                  </a:ext>
                </a:extLst>
              </p14:cNvPr>
              <p14:cNvContentPartPr/>
              <p14:nvPr/>
            </p14:nvContentPartPr>
            <p14:xfrm>
              <a:off x="710640" y="209520"/>
              <a:ext cx="9004680" cy="4921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82B9B82-D671-1790-AD7C-4CFBDE8D1E3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1280" y="200160"/>
                <a:ext cx="9023400" cy="494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10818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8E9E23-F7D6-00A3-59A3-73AF015F4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1FFFD13-6508-7559-87FA-8A040E6CC7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92E6DC-8620-B046-FB7F-19DBD6E12E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44ADACA-BFBE-54A0-2AA1-227B385480EA}"/>
                  </a:ext>
                </a:extLst>
              </p14:cNvPr>
              <p14:cNvContentPartPr/>
              <p14:nvPr/>
            </p14:nvContentPartPr>
            <p14:xfrm>
              <a:off x="2109240" y="439560"/>
              <a:ext cx="5985000" cy="5274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44ADACA-BFBE-54A0-2AA1-227B385480E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99880" y="430200"/>
                <a:ext cx="6003720" cy="529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6567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F7E6F3-A380-EF31-C655-AAF45E40D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2D9904B-8058-1BB5-1CBF-675D80D6D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497C97-49D3-D754-C923-7F63FF0FEF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75727C2-E79D-1EF9-662A-BA8B7386306E}"/>
                  </a:ext>
                </a:extLst>
              </p14:cNvPr>
              <p14:cNvContentPartPr/>
              <p14:nvPr/>
            </p14:nvContentPartPr>
            <p14:xfrm>
              <a:off x="1066320" y="1146240"/>
              <a:ext cx="6603120" cy="3018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75727C2-E79D-1EF9-662A-BA8B7386306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6960" y="1136880"/>
                <a:ext cx="6621840" cy="303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72386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A0389C-C8A1-844C-1369-505BF8AE3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24EB6F0-E3D3-6249-BEC7-A65286BB0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172DB4-2655-58DA-B9F5-3A411D08BD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24D4488-EA5F-DAA5-14FD-84EF4510D8DF}"/>
                  </a:ext>
                </a:extLst>
              </p14:cNvPr>
              <p14:cNvContentPartPr/>
              <p14:nvPr/>
            </p14:nvContentPartPr>
            <p14:xfrm>
              <a:off x="925560" y="845280"/>
              <a:ext cx="5531400" cy="3484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24D4488-EA5F-DAA5-14FD-84EF4510D8D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6200" y="835920"/>
                <a:ext cx="5550120" cy="350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4261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94CCD1-342B-98AC-FBED-0DDCE9B74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7AA2D90-05B4-D836-6408-6341BEF0AB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A0D949-6B19-7C17-0C46-C585E8C883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3670367-0A00-B0E0-4BC4-2925C65033C1}"/>
                  </a:ext>
                </a:extLst>
              </p14:cNvPr>
              <p14:cNvContentPartPr/>
              <p14:nvPr/>
            </p14:nvContentPartPr>
            <p14:xfrm>
              <a:off x="225000" y="800640"/>
              <a:ext cx="5566680" cy="4815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3670367-0A00-B0E0-4BC4-2925C65033C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5640" y="791280"/>
                <a:ext cx="5585400" cy="483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02517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1C41AC-66D0-3E0A-FA38-B761659E6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BA7ACDA-D5B9-872F-313D-37D577293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4997A7-5757-9F60-3B14-974A29C3E1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9E3D186-5AC4-C522-1E6F-BC316DEA3E14}"/>
                  </a:ext>
                </a:extLst>
              </p14:cNvPr>
              <p14:cNvContentPartPr/>
              <p14:nvPr/>
            </p14:nvContentPartPr>
            <p14:xfrm>
              <a:off x="0" y="798840"/>
              <a:ext cx="7666200" cy="4752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9E3D186-5AC4-C522-1E6F-BC316DEA3E1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9360" y="789480"/>
                <a:ext cx="7684920" cy="477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48861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4AB939-8E9D-E639-54B9-CB8B73F03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CE12AE7-4DCD-0EE8-63DE-8BF73E69FF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F67853-8701-4D58-75EF-C2DE729C17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BFFE73F-CC45-CEEB-BD44-FD1447574741}"/>
                  </a:ext>
                </a:extLst>
              </p14:cNvPr>
              <p14:cNvContentPartPr/>
              <p14:nvPr/>
            </p14:nvContentPartPr>
            <p14:xfrm>
              <a:off x="131400" y="670680"/>
              <a:ext cx="6218640" cy="4277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BFFE73F-CC45-CEEB-BD44-FD14475747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2040" y="661320"/>
                <a:ext cx="6237360" cy="429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1764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1F1F61-3613-67AD-19EA-AE95CCC78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A0B0C32-18B5-9195-B12F-5A57D152D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B8FD34-2948-22FB-8261-4BAB306C7F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9364302-E962-DEE6-9DAF-AEF8B309B184}"/>
                  </a:ext>
                </a:extLst>
              </p14:cNvPr>
              <p14:cNvContentPartPr/>
              <p14:nvPr/>
            </p14:nvContentPartPr>
            <p14:xfrm>
              <a:off x="196920" y="628200"/>
              <a:ext cx="8044920" cy="5253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9364302-E962-DEE6-9DAF-AEF8B309B18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7560" y="618840"/>
                <a:ext cx="8063640" cy="527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7705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49611A-434C-645B-D47A-CBDE1E8CB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CCAD659-1EA4-FE0F-BDD8-BB66148D4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3FACB8-1077-D700-AA2C-671CAAB1AC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751BA1E-352B-BDD2-E7F7-B9A1C9E2EABF}"/>
                  </a:ext>
                </a:extLst>
              </p14:cNvPr>
              <p14:cNvContentPartPr/>
              <p14:nvPr/>
            </p14:nvContentPartPr>
            <p14:xfrm>
              <a:off x="186840" y="507960"/>
              <a:ext cx="7659000" cy="4768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751BA1E-352B-BDD2-E7F7-B9A1C9E2EAB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7480" y="498600"/>
                <a:ext cx="7677720" cy="478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8415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1425DD-2606-E1B5-8D80-D662E2230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2F7160-826D-9B3B-CE54-8AF515ADEB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2DE309-A0F0-C49E-30F1-88E58407F9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B9F609E-750A-AF4C-5119-00FB908AF0B0}"/>
                  </a:ext>
                </a:extLst>
              </p14:cNvPr>
              <p14:cNvContentPartPr/>
              <p14:nvPr/>
            </p14:nvContentPartPr>
            <p14:xfrm>
              <a:off x="95760" y="535680"/>
              <a:ext cx="9581400" cy="5045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B9F609E-750A-AF4C-5119-00FB908AF0B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400" y="526320"/>
                <a:ext cx="9600120" cy="506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9745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55DFBA-682D-2EEA-B874-89883EA6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A9A5B83-C338-8EB1-941C-D033E37D25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59C93A-BF3C-8187-7E3E-36EFF75C77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80CB8F9-6696-F370-C9E9-9F21FD8109BB}"/>
                  </a:ext>
                </a:extLst>
              </p14:cNvPr>
              <p14:cNvContentPartPr/>
              <p14:nvPr/>
            </p14:nvContentPartPr>
            <p14:xfrm>
              <a:off x="166320" y="626760"/>
              <a:ext cx="9554040" cy="6023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80CB8F9-6696-F370-C9E9-9F21FD8109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6960" y="617400"/>
                <a:ext cx="9572760" cy="604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796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4E388F-1DE4-21C4-30F8-1BE10A82B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8BAE211-B1ED-2B08-AA1D-DEC3D58C5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43F394-1807-1748-C1C4-DD5FEA9E63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00AEA3B-F82F-806A-FD14-D20809B02A22}"/>
                  </a:ext>
                </a:extLst>
              </p14:cNvPr>
              <p14:cNvContentPartPr/>
              <p14:nvPr/>
            </p14:nvContentPartPr>
            <p14:xfrm>
              <a:off x="255960" y="575640"/>
              <a:ext cx="11587320" cy="4986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00AEA3B-F82F-806A-FD14-D20809B02A2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46600" y="566280"/>
                <a:ext cx="11606040" cy="500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0873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DC86C3-FF9E-8378-A362-55DCD04A1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8D8C4B1-56A8-FEC0-27F5-E839DD34C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3C6460-7300-3E1C-C224-85E9E49E6B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34E61B6-8881-3A34-6392-5D633D2DCE2A}"/>
                  </a:ext>
                </a:extLst>
              </p14:cNvPr>
              <p14:cNvContentPartPr/>
              <p14:nvPr/>
            </p14:nvContentPartPr>
            <p14:xfrm>
              <a:off x="626400" y="576360"/>
              <a:ext cx="6908040" cy="5673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34E61B6-8881-3A34-6392-5D633D2DCE2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7040" y="567000"/>
                <a:ext cx="6926760" cy="569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2493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AD34F9-DB9E-BBC6-AB11-9C758091B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9DB585-CBB5-EAE1-103A-83A83D380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99A67E-5DE6-DD7E-1B8E-A06306E19F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781F992-DCFD-1049-403A-E0E37AE13440}"/>
                  </a:ext>
                </a:extLst>
              </p14:cNvPr>
              <p14:cNvContentPartPr/>
              <p14:nvPr/>
            </p14:nvContentPartPr>
            <p14:xfrm>
              <a:off x="0" y="419040"/>
              <a:ext cx="11106360" cy="6134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781F992-DCFD-1049-403A-E0E37AE134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9360" y="409680"/>
                <a:ext cx="11125080" cy="615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169093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3C00F3-398B-4EB9-ECB5-FB66AA9DC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1C95683-B621-7D9C-22DF-2EFA5AA9F1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8EA659-5BAF-2DEB-2980-0860D2C393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BB13833-0AEA-21B0-4E31-4892EB72C44E}"/>
                  </a:ext>
                </a:extLst>
              </p14:cNvPr>
              <p14:cNvContentPartPr/>
              <p14:nvPr/>
            </p14:nvContentPartPr>
            <p14:xfrm>
              <a:off x="110160" y="298440"/>
              <a:ext cx="10946160" cy="5973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BB13833-0AEA-21B0-4E31-4892EB72C44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800" y="289080"/>
                <a:ext cx="10964880" cy="599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03180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E11B2-46CB-B535-1A67-AD3EDF513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50E9F6-6E12-7B7D-9C83-43FC00A1A0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E193C3-B0A9-11B5-AE58-667E4A5A37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51A98C8-8F54-1CA6-AD0C-2A87D8A99C1D}"/>
                  </a:ext>
                </a:extLst>
              </p14:cNvPr>
              <p14:cNvContentPartPr/>
              <p14:nvPr/>
            </p14:nvContentPartPr>
            <p14:xfrm>
              <a:off x="263160" y="512280"/>
              <a:ext cx="10466640" cy="4570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51A98C8-8F54-1CA6-AD0C-2A87D8A99C1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3800" y="502920"/>
                <a:ext cx="10485360" cy="458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78063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DF839B-5CB6-DCA4-E477-A76A9FE53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79EA34-BDAB-12B0-E1A7-33E4766FF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58D381-DA4C-6B1E-47BD-6D84B4903E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C96902E-6EA6-E9DE-48E2-48A355F62C4E}"/>
                  </a:ext>
                </a:extLst>
              </p14:cNvPr>
              <p14:cNvContentPartPr/>
              <p14:nvPr/>
            </p14:nvContentPartPr>
            <p14:xfrm>
              <a:off x="384120" y="688320"/>
              <a:ext cx="7856280" cy="3353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C96902E-6EA6-E9DE-48E2-48A355F62C4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4760" y="678960"/>
                <a:ext cx="7875000" cy="337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590503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15FBAD-2C18-D615-177A-ED0684419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87109D2-A180-25D1-C932-5149D7C08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AA06AD-A907-7AC1-BE6F-EC441C99BD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C268845-7B04-DA51-3592-0356E31EC87F}"/>
                  </a:ext>
                </a:extLst>
              </p14:cNvPr>
              <p14:cNvContentPartPr/>
              <p14:nvPr/>
            </p14:nvContentPartPr>
            <p14:xfrm>
              <a:off x="95040" y="707400"/>
              <a:ext cx="6014880" cy="1512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C268845-7B04-DA51-3592-0356E31EC8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680" y="698040"/>
                <a:ext cx="6033600" cy="153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7542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5DCF37-51C6-A351-F34C-62BDFD6E4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617E4B-6C73-29F5-482C-F57C813C1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D816D6-3F9C-7AB9-D002-3D569CC01E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EB65585-7172-A413-C718-BCF8AA8EA8FB}"/>
                  </a:ext>
                </a:extLst>
              </p14:cNvPr>
              <p14:cNvContentPartPr/>
              <p14:nvPr/>
            </p14:nvContentPartPr>
            <p14:xfrm>
              <a:off x="927360" y="28080"/>
              <a:ext cx="11032560" cy="6707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EB65585-7172-A413-C718-BCF8AA8EA8F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8000" y="18720"/>
                <a:ext cx="11051280" cy="672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61112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C7BE0F-8453-6310-E5E6-2C0A95ABE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0365411-057F-73AA-6A70-CDB8759E6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C3C6AC-20C0-0204-97C8-77B0764144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2730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B19D33-53E2-46E8-B015-95683A44E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CEC24-99C6-7390-E4F1-3991AD5856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6BDBD3-79C4-0B26-C7DF-CE5F53EBB2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386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5213</TotalTime>
  <Words>0</Words>
  <Application>Microsoft Macintosh PowerPoint</Application>
  <PresentationFormat>Widescreen</PresentationFormat>
  <Paragraphs>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2026-04-01T13:30:12Z</dcterms:created>
  <dcterms:modified xsi:type="dcterms:W3CDTF">2026-04-05T04:23:16Z</dcterms:modified>
</cp:coreProperties>
</file>