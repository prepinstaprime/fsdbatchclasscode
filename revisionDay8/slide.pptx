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2667"/>
  </p:normalViewPr>
  <p:slideViewPr>
    <p:cSldViewPr snapToGrid="0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37:04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2011 2062 13329,'6'-7'8306,"-2"2"-7197,-24-26-790,1 28 17,-43 5-126,21 25 0,-1 14-122,4-4 0,0 5 0,0 2-216,-1 5 1,2 2 0,3 2 138,5 1 0,4 1 1,8 0-5,10-5 1,5-1-1,9-3-22,17 13 1,13-9 75,14-13 1,7-10 19,-2-10 0,0-10 53,-8-10 1,-6-8 72,6-24-95,-44-20 6,-20-8 163,7 30 0,4-1-224,9-24 71,23 18-128,14 22 12,7 32-7,-20 2 1,-1 5-9,4 9 0,-3 4-84,-1 5 0,-5 2-297,-5 1 1,-5 1-1287,-7-5 1,0-2 1669,10 13 0,-12-23 0,14-20 0</inkml:trace>
  <inkml:trace contextRef="#ctx0" brushRef="#br0" timeOffset="1349">2602 2541 16695,'-3'-2'7908,"1"0"-7499,-28-29-442,22 23 33,-12-17 5,56 51-33,-10-3 0,2 3-25,6 9 0,-3 5 22,-6 3 0,-10 1 50,-15 0 1,-11-3 28,-11-5 0,-6-6 128,-2-7 0,-1-10 10,-11-18-237,54-33-39,13 9 1,9 0-23,12 0 0,5 3 2,5 3 1,3 4-12,0 4 1,0 3 100,-5 2 1,-2 1 55,-9 2 1,-5-1 148,13-10-79,-31 1-22,-30 4-11,-19 12-23,-26 33-44,23-3 0,3 5-32,3 7 1,7 1 22,13-2 1,11-3-40,13-8 0,8-9 50,8-9 0,3-10 56,1-9 1,-2-9 61,-8-6 0,-6-5 9,-4-6 0,-7-3 5,-7 2 0,-4 2 196,-7-20-157,-3 23-224,-3 26 23,-5 36-62,4 26-149,10-19 1,4 2-805,8 4 1,7-2-1647,7-1 0,6-5-204,7-7 0,3-7 2903,-1-7 1,1-10 2265,-4-12 1,-2-9-93,-7-8 0,-3-5-1190,-2-5 0,-4-3-410,-1 4 1,-1 0-14,7-15-538,-7 27 63,-5 47-66,-7 12 1,-1 8-21,1 4 1,1 3-19,-2-4 0,0 4 1,0-2-5,1-6 0,1-3 1,-1-1 13,1 10 1,1-4 147,7 15-10,-5-90-124,-9-29-5,-4-5 0,-1-8-2,1 17 0,-1-3 0,1 1-99,0 4 1,1-1 0,2 0 92,3-4 1,2 0-1,5 3-49,13-4 1,7 6 22,0 10 1,4 5-10,11 8 1,3 11-12,-4 22 1,-2 10 25,-5-2 0,-4 7-6,-4 16 0,-12 6-202,-28 1 1,-13 0-746,-1-4 1,-6-3 963,-1-12 0,-4-1 0,4-5 0,-22 7 0,12-16 0</inkml:trace>
  <inkml:trace contextRef="#ctx0" brushRef="#br0" timeOffset="1800">4218 2276 24032,'44'-39'734,"-8"30"-622,-25 62 0,-10 23-77,1-29 1,0 1-1,-1 1-26,1 6 1,-1 1-1,0-1 13,-1-3 1,0-1-1,0-5 93,-1-4 1,1-5 488,2 16-189,8-80-351,-1-3 1,2-5-43,3-10 0,4-1 14,11-8 1,6 5-26,0 15 1,3 6-26,5 2 0,4 9 5,9 20 1,-1 13-34,-9 8 0,-5 9-265,-11-2 1,-2 5 0,-7 3 306,-5 20 0,-9-2 0,-2-17 0,-5-4 0,-16 17 0</inkml:trace>
  <inkml:trace contextRef="#ctx0" brushRef="#br0" timeOffset="2533">1282 3617 12433,'-4'0'8614,"0"0"-7797,-25-21-643,31 15 219,43-16-324,7 18 0,14 5 0,7 1-538,-23-1 1,4 0 0,2 0 0,3 1 0,1 0 0,2 0 470,-6 0 1,3 0 0,1 0 0,2 0 0,0 1-1,1-1 1,1 1 0,1 0-203,-8 0 1,1-1 0,1 1 0,1 0 0,0 1 0,1-1 0,0 0 0,0 0 0,0 1 0,0-1 183,-3 0 1,1 1 0,0-1 0,0 1 0,1-1-1,-1 1 1,1-1 0,0 1 0,-1-1 0,1 0-1,-1 1-11,1-1 0,0 0 0,0 1 0,0-1 0,0 0 0,0 0 0,-1 0 0,1 1 0,-1-1 1,0 0-1,-1 0-192,3 0 1,0 0-1,-1 0 1,1 0-1,-1 0 1,0-1 0,-1 1-1,-1 0 1,-1-1-1,0 1 41,5-1 0,-1 1 0,0-1 1,-1 1-1,-1-1 0,-1 0 1,-2-1-1,-2 0-1123,7 0 0,-2 0 1,-1-1-1,-3 0 0,-3 0 1,-2 0 1300,16-1 0,-5 0 0,-8-2 0,-6-1 0,-11 0 0,-17-1 0</inkml:trace>
  <inkml:trace contextRef="#ctx0" brushRef="#br0" timeOffset="3100">7133 2690 13200,'-2'-7'3626,"-25"-30"1,-12-6-2725,-13 17-600,0-15 0,-3 8-120,16 33 1,2 11-60,0 7 1,2 7-71,2 8 0,3 5-11,7 0 0,6 1 92,7-3 1,10-3 442,24 8-62,24-35-73,4-32-55,-16-28-239,-25 22 0,-6 0 38,-12-26-136,-7 21-207,-6 25-588,-4 44-1064,12 2 0,2 5 1809,-3 14 0,2 0 0,5-16 0,2-3 0,-2 22 0</inkml:trace>
  <inkml:trace contextRef="#ctx0" brushRef="#br0" timeOffset="3433">6817 3295 21265,'-7'40'291,"1"-1"1,2-2-1,8-7 225,34-2 161,-1-20-38,-6-26 10,-12-25-33,-11-17-201,-20 1-432,-17 15-4061,-27 33 4078,11 15 0,11 7 0,28-8 0</inkml:trace>
  <inkml:trace contextRef="#ctx0" brushRef="#br0" timeOffset="6383">4308 5514 18420,'3'-48'1576,"1"0"1,-1 0 0,1-12 0,1 8-1493,9 7-45,-7 63-20,-6 17 1,-3 11-28,-1-1 1,-1 4 0,-1 2-431,0 10 1,0 3 0,0 0-291,-1 1 0,1-1 0,-1-1-1828,1-7 0,0-2 0,1-3 2556,-1 4 0,1-8 0,0 5 0,0-39 0</inkml:trace>
  <inkml:trace contextRef="#ctx0" brushRef="#br0" timeOffset="6950">4164 5991 13021,'-24'-39'2457,"0"0"1,0 0-1,-6-10 1,10 6-2290,25 2-124,53 24-100,-6 15 0,8 3-11,-11 0 0,3 1 0,0-1 39,0 1 0,0-1 0,-2-2 61,14-5 1,-5-5 83,-16-3 1,-8-5 353,4-30 464,-23 2-353,-16 13-632,-4 23 78,-3 38-28,14 27-9,6-16 1,5 0 2,8-1 1,5-6 66,4-7 1,2-8 27,-1-14 1,-1-8 168,16-31-20,-33 8 0,-6-2 356,3-23-432,-12 20-206,-10 39 80,-3 21 0,-2 11-67,-5 15 1,0 6-45,5-7 0,0 4 1,2 0-775,1 4 0,3 0 1,3 0-2429,6 0 0,4-1 0,2-4 2523,2 6 0,2-6 0,0-17 1,-1-10-1,-6-19 0</inkml:trace>
  <inkml:trace contextRef="#ctx0" brushRef="#br0" timeOffset="7466">5482 6071 20235,'15'-52'1940,"-1"0"1,11 2-1782,-23 77 1,-3 21-56,-2-7 1,-2 3 0,0 3-59,-2 13 1,-2 3 0,0-1-44,0-10 1,-2-2 0,1-1 7,0-2 0,0 0 1,1-8 352,-3 13-128,12-74-208,1-9 0,-1-8 0,1-9 0,-1-7 0,0-1-241,1-6 0,-1-1 0,2 0 224,0 5 0,2 1 1,2 0-18,5-3 0,2 0 1,7 6-82,5 14 0,6 6 0,0 2 84,9-7 1,3 8-35,14 7 1,-1 15 22,-19 18 0,-4 9-14,1 4 0,-10 8 25,-14 13 0,-18 4 3,-15-12 0,-13-1 0,-2-2 3,3-2 1,-2-2 0,-3-3-184,-15 2 1,-3-4 0,6-9-4737,13-11 1,6-4 2638,-13-2 1,49-17 0,1 17-1</inkml:trace>
  <inkml:trace contextRef="#ctx0" brushRef="#br0" timeOffset="8133">6073 5967 23377,'61'12'160,"-1"-1"0,1 0 0,-10-1 0,-2-1 1,-6-13 15,-3-28 1,-11-10 83,-12 8 0,-7-2-72,-2-2 0,-6 1 204,-23-12-319,-7 36-23,-8 21-56,11 19 1,3 10-4,2 5 1,3 5 0,-3 9 0,8 3 10,14 7 1,12-3-45,9-17 0,8-6 22,7 1 1,8-11 27,12-18 1,2-14 27,-14-11 1,-3-10-15,3-7 0,-5-9 32,-20 1 0,-4-5 1,-3 1 157,0-9 1,-4 1-34,-1-3 1,-3 5 341,-3-6-505,-3 35 18,3 27-45,17 49-20,-5-6 0,2 5 14,-2-11 0,1 3 1,-2 0-113,-2 2 0,-2 1 0,-6-2-913,-8-3 0,-5-2 1,-5-3 475,-10 8 1,-4-8 0,1-12-1,-1-6 1,-10-2 0</inkml:trace>
  <inkml:trace contextRef="#ctx0" brushRef="#br0" timeOffset="10133">4173 7634 19070,'8'-52'1185,"0"0"1,-1 8 0,-2 18-1086,-9 69-72,1-4 0,-2 4-11,-1 15 0,-2 3-3,-1-3 0,0-2 137,-1-11 0,1-5 846,-5 2-694,-2-55-152,5-47-112,5 12 0,4-3 31,5-10 0,6 0-25,4 2 0,7 4-57,4 8 1,5 7-9,3 10 1,4 9 8,-1 9 0,1 10-1,0 10 1,-1 8-14,-1 9 0,-4 7-17,-5 8 0,-6 4 25,-7 4 0,-9 1 25,-12 1 1,-9-2 24,-6-7 1,-6-4 98,0-10 0,-1-6 164,-15-8-177,26-30-148,30-11-16,21 3-11,28 21 22,-19 16 1,2 7-15,5 8 1,-2 5-29,-4 7 1,-8 4-12,-16 1 0,-13 1-50,-24-2 0,-15-5-594,-15-6 0,-8-7 731,-3-9 0,2-6 0,18-5 0,5-4 0,-4-8 0</inkml:trace>
  <inkml:trace contextRef="#ctx0" brushRef="#br0" timeOffset="10483">5356 7615 16913,'0'-3'6974,"0"0"-6426,0 3-508,-89-13-24,56 34 1,1 12-40,-10 0 1,-3 4 0,8 6-262,14 4 0,9 5 0,5 4 265,4-4 1,5 3 0,3 1 0,3-4-111,8 6 1,4-3-1,0 0-177,1 2 0,0-1 0,-3-1-711,-4-8 0,-2-1 1,-7-4 1016,-15 3 0,-7-7 0,-10 8 0,-13-36 0</inkml:trace>
  <inkml:trace contextRef="#ctx0" brushRef="#br0" timeOffset="10634">4787 8463 12528,'11'-40'2873,"0"1"0,11 4 0,6 0-2886,2-4 0,4-4 0,5 5-1567,7 7 0,5 5 0,0 2 1580,-2 4 0,-1 2 0,-2 2 0,6 0 0,-5 4 0,4 3 0</inkml:trace>
  <inkml:trace contextRef="#ctx0" brushRef="#br0" timeOffset="11083">6235 7736 23203,'-36'-28'242,"0"0"1,-1 8 0,-1 12-237,-3 26 0,4 12-4,7-2 1,5 4 16,2 11 1,10 2 11,23 1 0,10-2-37,1-4 1,6-1 16,15 6 0,2-1-11,-12-11 0,-4-2 56,9 22 107,-48-9-29,-48-25-602,18-16 1,-2-5-212,-7-4 1,3-2-1,-9-6 1,20 0 0</inkml:trace>
  <inkml:trace contextRef="#ctx0" brushRef="#br0" timeOffset="11916">4183 9557 21763,'-13'49'-95,"1"0"1,0 0 0,0 0 0,-2 13 0,1 0 0,2-5-1335,0 9 1,3-6-2927,2-14 1,-1-7 461,-7-4 3893,-10-66 2915,10-6 1,3-7 33,1-13 0,5-3-1902,6 16 0,2 0 1,3 1-174,10-19 0,6 2-589,5 7 1,8 5-219,9 9 0,6 9-42,6 10 1,2 13-38,4 20 1,-2 14-131,-21-1 1,-2 7 0,-7 4 130,-5 7 0,-6 5 0,-9 1-12,-10 0 1,-10 1-1,-6-3 12,-10-2 0,-8-3 0,-6-6-234,-8-5 1,-6-6-1,0-6 245,2-6 0,-1-4 0,5-3 0,-2-1 0,7-6 0,-9-10 0</inkml:trace>
  <inkml:trace contextRef="#ctx0" brushRef="#br0" timeOffset="12583">4912 10063 16936,'4'-43'4155,"1"0"1,-1 6-4181,0-12 0,0 17-333,-4 36 380,0 48-42,-3-9 1,-2 6-127,-2 13 1,0 3-273,-1-2 1,0-2-687,0-11 1,1-6-4128,-1 0 470,5-58 4906,0-15 1,1-9 1075,0-19 0,1-6 106,0 15 1,0-3-1,2 0-514,2-2 1,3-2 0,2 2-604,3 1 1,2 2 0,5 2-185,2 4 0,4 2 1,3 5-111,19-8 0,5 11-104,-2 11 1,-1 14-284,-5 18 1,-7 14-2090,-15 16 0,-10 7 2560,-11 4 0,-6 0 0,-1-11 0,-4-5 0,-10 6 0</inkml:trace>
  <inkml:trace contextRef="#ctx0" brushRef="#br0" timeOffset="12750">4853 10176 21181,'49'-31'-364,"0"0"0,0 0 1,0 1-1,-1 2 1,0 0-1,-1 3 1,-3 6-1,14 6 1,-5 5-1,-13 3 1,-1 0-1</inkml:trace>
  <inkml:trace contextRef="#ctx0" brushRef="#br0" timeOffset="13083">6124 9685 14353,'0'-4'8010,"0"1"-7847,-49-17-1,12 50-134,-1-15 0,2 6-20,14 23 1,12 8 75,10 1 0,10-1-11,14-1 0,10-4-62,10-2 0,2-4-8,-3-4 0,-7 0 25,-15-4 0,-15-1 5,-27-1 1,-15-6-194,-15-2 1,-7-7 159,10-8 0,-3-4 0,5 0 0,1-1 0,5-2 0,-22-9 0</inkml:trace>
  <inkml:trace contextRef="#ctx0" brushRef="#br0" timeOffset="21067">3947 11558 18358,'2'-22'2336,"-3"41"-2174,1 24 1,-1 11-68,-1 2 0,0 1 42,-1-4 0,0-4 247,0-13 0,1-5 1061,-2-2-1103,-4-47-23,1-40-154,2 12 0,1-5-45,3-8 1,3-1-40,4 3 1,5 2-85,4 7 0,6 5 0,7 11 0,6 8 14,3 9 1,2 8-24,3 11 1,-1 10 0,-1 8 0,-4 8 11,-5 10 0,-6 7-3,-7 4 0,-6 2-3,-8-4 1,-5-2 100,-2-12 1,-3-5 195,-9-2-156,5-53-51,15-31-65,5 17 1,5 0-20,3 1 0,5 5-11,6 5 0,1 7-51,22 3 6,10 35-197,-36 4 1,-2 6-591,4 11 1,-2 4-3152,-1 7 0,-2 0 3994,-6-11 0,-3-3 0,7 15 0,-14-37 0</inkml:trace>
  <inkml:trace contextRef="#ctx0" brushRef="#br0" timeOffset="21750">5263 11858 13844,'2'-5'4433,"7"-34"1,-3-11-3197,-11 4-935,5-6 1,-9 4-68,-43 29-168,11 30 1,-3 11-63,5 1 1,2 6-15,-4 14 1,9 6-6,20-8 0,8-1 8,11 20 90,35-28 107,14-60-34,-6-9 5,-23 6 1,-5-2 285,-1-4-482,-8 12 51,-17 47 8,0 9 1,-1 5-15,2 1 0,4 1-11,6 13 0,12-5-11,19-18 0,8-11 22,0-7 0,3-10 4,-5-11 0,1-7 0,-4-9 3,-2-15 1,-5-10 0,-4-1-207,-1 1 1,-4-1-1,-2-4 207,-5 4 1,-2-4 0,-1 0 0,-3 2 88,-2-6 0,-3 2 0,-1 3 12,2-10 1,-3 5-107,-2 10 0,-4 22-115,-10 56 95,2 19 1,-1 10-6,3-11 0,0 3 0,0 5-490,1 4 0,0 5 1,1 1-1,2-2-112,2 6 1,3-3-1,1 1-851,1 1 1,2 0-1,3-6 927,5-1 1,2-11-1,6-4 1,-9-31-1</inkml:trace>
  <inkml:trace contextRef="#ctx0" brushRef="#br0" timeOffset="22150">5659 11804 22447,'43'-21'-120,"-1"0"1,12 0-1,3 6 145,-4 17 1,0 3 83,5-10 1,-6-7 332,1-19 350,-30 4 1,-5-3 529,-4-18-644,-9 4-297,-10 23-404,-6 29 51,-9 43-48,10-7 1,2 5-79,2 14 0,5 3-651,5-21 1,2 1-1,3-3 749,7 14 0,3-6 0,-4-18 0,0-5 0,5 3 0</inkml:trace>
  <inkml:trace contextRef="#ctx0" brushRef="#br0" timeOffset="22367">6424 11386 19076,'-2'-3'3808,"0"1"-4990,2 2 1182,8 26 0,-5-19 0,5 20 0</inkml:trace>
  <inkml:trace contextRef="#ctx0" brushRef="#br0" timeOffset="22616">6947 11628 19820,'1'-3'5803,"-1"1"-5624,-37 6-171,12 21 1,-2 8-60,-18 8 1,-2 7-313,16-2 1,2 4 0,1 1-2901,1-1 1,1 0 0,3-3 3262,-2 5 0,3-6 0,8-12 0,3-7 0,5-15 0</inkml:trace>
  <inkml:trace contextRef="#ctx0" brushRef="#br0" timeOffset="22817">6551 11890 20050,'14'-61'1753,"0"-1"0,-3 7 0,4 20-1731,17 52 6,-9 15 0,-1 11-164,-1-4 0,0 4 0,0 2-2342,3 7 1,0 3-1,-2-2 2478,-2-7 0,0-1 0,-2-4 0,0 3 0,-1-6 0,2-4 0</inkml:trace>
  <inkml:trace contextRef="#ctx0" brushRef="#br0" timeOffset="23084">7603 11579 22431,'28'-37'928,"0"-1"0,-1 1 1,10-14-1,-13 23-306,-44 80-509,0-12 1,-6 8 0,-2 5-775,4-8 1,-3 3-1,0 3 1,-2 1 0,-1 2 572,0-2 0,-1 2 0,-2 1 1,1 1-1,-1 1 0,2 0-897,4-6 0,0 2 0,0 0 0,0 1 0,1-1 0,1-2 0,1 0 985,-5 8 0,2 0 0,0-2 0,2-2 0,3-4 0,-5 15 0,3-5 0,7-9 0,11-17 0,-1 0 0</inkml:trace>
  <inkml:trace contextRef="#ctx0" brushRef="#br0" timeOffset="23962">8424 11764 19367,'29'-58'1859,"1"1"0,-5 6 1,-7 16-1720,-17 33 95,-33 57-187,3-4 0,-3 6-249,7-8 1,0 2-1,2 2 193,1-1 1,3 1 0,7-2 7,14 16 0,12-7 2,1-23 1,7-10 79,28-10 0,8-17-52,-19-15 0,0-9 0,-1-1-11,10-1 1,-1-4 66,-4-6 0,-1-5 0,-7 3 96,-13 7 0,-3 2 14,2-1-1,-3 2-32,-6 3-163,-15 34 449,-10 23-486,1 17 1,2 9-406,9-12 0,4 2 442,6 18 0,5-4 0,11-12 0,8-21 0</inkml:trace>
  <inkml:trace contextRef="#ctx0" brushRef="#br0" timeOffset="24199">9194 11678 23791,'7'38'-1249,"-7"-21"0,9 9 0</inkml:trace>
  <inkml:trace contextRef="#ctx0" brushRef="#br0" timeOffset="24651">9507 11881 17412,'3'-51'4411,"1"1"0,2-9-4406,0 101 1,1 28-37,0-16 0,0 3-107,5 8 0,0 5 0,-16-12-4778,-32-15 1,-5-12-4449,14 2 7668,-2-53 1,-7-24 0,12-1 2974,19 3 1,11-3 1996,2-14 1,4-6 0,0 11 1515,4-2-4249,-25 81-961,-3 15 1,-1 12 417,-2 7 0,-2 7 0,4-8 0,3-12 0,4-6 0,4-5 0,0-1 0</inkml:trace>
  <inkml:trace contextRef="#ctx0" brushRef="#br0" timeOffset="25003">10113 12159 23461,'22'-48'424,"1"0"0,-1 0 0,0 0 0,0 0 0,7-13 0,-2 3 1,-4-1-384,-6-4 0,-4-1 0,-4 7 45,-4 14 1,-4 2 106,-5-16 1,-4 5 52,-13 12-195,-22 56-43,24 7 0,4 11-46,2 14 0,4 13 1,2 6-1,5-2-272,5-4 1,5 0 0,2 0 0,-2 1-206,-2-9 1,-2 2-1,1 0 1,2-2-1,3-3 515,6 2 0,4-1 0,0-4 0,-3-9 0,13 16 0,-7-24 0</inkml:trace>
  <inkml:trace contextRef="#ctx0" brushRef="#br0" timeOffset="25202">10044 11889 24531,'54'-17'-144,"0"1"1,0-1 0,9 1 0,2 0 0,-13 7 0,0 8 0,-18 0 0,1 1 0</inkml:trace>
  <inkml:trace contextRef="#ctx0" brushRef="#br0" timeOffset="27767">1970 5692 14981,'-45'0'785,"0"0"1,0 0-1,-4 2 1,22 2-582,59 5 1,25 0-239,-16-4 0,4 0 1,4-2-422,8 0 1,6 0 0,1 0-1,-1-3 346,-6 0 0,-2-2 0,0-1 0,0 0 54,1-1 0,-1 0 1,0-2-1,-4-1 157,3-2 1,-3-2 0,-6-3 432,-1-6 0,-13-5 59,-23-27 802,-42 1-763,-2 15-515,4 12-68,28 28 808,22 24-858,-1 0 0,2 3-104,6 13 1,-1 4-1852,-1 9 0,-4 0 1276,-6-13 1,-2-3 0,-4 21 0,-8-44-1</inkml:trace>
  <inkml:trace contextRef="#ctx0" brushRef="#br0" timeOffset="28500">1474 7389 14544,'-43'9'-13,"-1"-1"0,1 1 1,-10 2-1,20 4 1599,49 12-1248,32-12 1,20-5-322,-19-3 0,4-1 0,3-1 0,1 1-468,-1-1 0,1-1 0,2 1 1,0-1-1,1 0 413,3 1 0,1-1 0,0 1 0,0-1 0,-2 0 39,-4-1 0,-1 1 0,0-1 0,-3-1 0,-2 1 432,16 0 0,-4 0 1,-9-3-115,-4-3 0,-22-5 320,-65-17 94,-11 5 1,-8 1-34,-7-1 0,0-1-218,9 4 0,6 0-168,-9-4 1245,36 12-1548,35 15 34,23 19-59,-5-2 0,3 6-110,8 9 1,-1 5-422,-13-10 0,0 2 0,-4 1 545,5 18 0,-5-3 0,-7-17 0,-5-4 0,-9 14 0</inkml:trace>
  <inkml:trace contextRef="#ctx0" brushRef="#br0" timeOffset="29268">1732 9952 17171,'-44'4'1114,"1"0"1,12 6-1115,54-5 0,28 0 0,6-1-56,-10 0 0,6-1 0,3 1 0,1-1 0,-1 0-474,-1 1 0,0-1 1,1 0-1,0-1 0,1 1 509,8-1 1,3 1 0,0-1 0,-3 0 0,-6-1 165,4-1 1,-5-2 0,-5 0 437,11 1 0,-23-8-175,-43-13 253,-40 8 0,-19 3-188,4 0 1,-2 0-239,13 4 0,-1 1 1,6 1 266,-22 0-463,31 8 34,56 14-73,13 3 0,7 4-12,1 1 1,1 3-40,-2-2 1,3 2 0,-7 4-690,-11 3 1,-5 2 0,-5 0 739,0 13 0,-7-1 0,-3-7 0,-9-5 0,-23 0 0</inkml:trace>
  <inkml:trace contextRef="#ctx0" brushRef="#br0" timeOffset="29987">1780 12345 15586,'-45'-1'1943,"1"0"1,24-2-1866,60 2 1,32 0-42,-19 2 0,5-1 1,5 1-601,-7 0 0,4-1 1,3 1-1,1 0 1,-3-1 560,-5 1 1,0 0 0,-1 0 0,0-1 0,1 0 13,5 0 0,1-1 1,0 0-1,-2-1 1,-4 0 388,13 0 0,-5 0 0,-7-3-129,-1-2 0,-24-4 635,-55-9-428,-20 7 0,-12 1 75,-7-4 1,-1-2-233,10 1 0,5-1 109,-9-14-358,53 12 1542,33 18-1598,17 24-12,-3 9 1,3 7-1,-4 3 1,-2 5-529,-10-7 1,0 4-1,-8-1 523,-12 7 0,-6-4 0,6 19 0,-37-34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38:16.1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1383 2432 21327,'-7'-47'1237,"-1"0"1,3 4 0,-3 16-1210,-11 37 33,-7 22 1,-4 15-44,2-3 1,-1 6 0,1 3-277,5-6 1,0 3 0,2 2 0,2 0 265,3-2 1,1 2-1,4-1 1,7-2-30,6 8 1,9-2-1,6-5 94,7-11 1,7-5-1,2-6-42,20 3 0,2-12 73,-8-12 0,-3-12 5,-11-10 0,-8-9-11,-8-12 0,-6-5-25,0-7 0,-1-1 396,2 2 0,2 3-452,-1 9 0,4 5 44,17 1-22,2 39-61,8 27 22,-15-6 0,1 4-93,5 5 1,-1 2-763,-2 5 1,-3 0-2512,-6-2 0,-4-1 3366,-4-10 0,-4-3 0,-6 9 0,-2-27 0</inkml:trace>
  <inkml:trace contextRef="#ctx0" brushRef="#br0" timeOffset="773">2158 2929 25147,'-20'-29'215,"1"1"1,9-1-185,38 41 0,12 15-26,5 5 1,-1 5-79,2 7 1,-5 3 18,-6-3 1,-10 1 86,-17-7 1,-11-4 78,-38 4 152,-24-41-119,15-31-139,41-20-71,24 25 1,10 2-93,15 0 0,8 4 24,-9 7 1,3 1-1,2 2 43,3 0 1,0 1-1,0 0 110,17-3 0,-5 0 150,-15 4 1,-8 0 54,-6-3-91,-53 10 40,-30 23-141,18 0 1,1 5-40,2 9 1,7 4-35,11 1 1,11 1 19,15-7 1,11-4 80,8-8 1,4-10 36,3-11 0,-1-11 106,-7-7 1,-5-8-1,-7-7 1,-5-4-40,-4 3 0,-4 0 127,-1-14-220,-5 22-83,-4 38 0,-4 32-101,7-7 0,4 5-851,6 11 0,8 1-3894,10 4 1,6-4 4290,-4-12 1,0-6 0,-2-7 0,-3-7-1,-7-9 1</inkml:trace>
  <inkml:trace contextRef="#ctx0" brushRef="#br0" timeOffset="1308">3343 3269 17580,'19'-46'2774,"-1"1"1,-1 0-1,-4 20-2639,-11 41-43,-2 29 0,0 9-72,0-13 0,0 4-1,-1 3 1,-1 8-1,1 2 1,-1-5-15,1 2 1,1-4 0,-1-1 48,-1 1 0,0-2 0,0-9 232,2-5-275,0-73-4,-1-8 0,1-15 0,0-5 0,0 8 13,0 8 1,1 4 0,3-6-587,4 0 1,3-8 0,3-5-1,1 2 1,0 4 0,-1 10 570,1 3 1,0 8-1,4-1-8,4-8 0,3-4 1,4 7-1,1 20-70,28 39 1,-2 19 60,-8-9-20,-37 20 1,-11 18-1,-12-12 7,-16-20 0,-13-5-2433,-8 2 0,-11 4 1,-2-2-1,10-9 1142,10-10 1,2-4 0,-36 0 0,26-1 0,49-5 0</inkml:trace>
  <inkml:trace contextRef="#ctx0" brushRef="#br0" timeOffset="1796">4156 2403 22918,'0'52'455,"1"1"1,-1-1-1,0 1 1,-2 3-1,-3 6 1,1 3-1,-1-1 1,1-5 0,2-8-375,5 16 0,0-5 57,-9 13 0,-2 5 0,7-42 14,21-98-139,-3 23 0,4-3 0,4 2 0,0 3 0,4 2 0,5 3-15,14 1 0,6 4 0,-2 11-9,4 11 0,-4 19-286,-7 20 0,-3 15 1,-7 1-1692,-7 3 0,-5 3 1988,-4-3 0,0 3 0,-3-11 0,1 0 0,6-19 0</inkml:trace>
  <inkml:trace contextRef="#ctx0" brushRef="#br0" timeOffset="2194">5512 2779 19109,'-49'17'1645,"1"0"0,-1 0 1,0-12-1,15 6-1250,35 32 0,16-9-3,5-53-188,20-2 1,-10-4 2,-64-19-246,14 21-191,-25 45-4686,45 26 1,11 8 4512,-8 5 0,7-9 0,1-8 0,-6-26 0</inkml:trace>
  <inkml:trace contextRef="#ctx0" brushRef="#br0" timeOffset="2572">5457 3294 12706,'-19'34'4915,"0"-1"0,27 14-3207,-3-10 0,7-9-1002,39-34-4408,-3-18 3836,-42-23-669,-32 26 1,-7 6 500,-2 2-958,-17 11-8799,59 28 9435,9 0 1,5-4 0,-7-13 0</inkml:trace>
  <inkml:trace contextRef="#ctx0" brushRef="#br0" timeOffset="2999">632 4231 12821,'55'-4'396,"0"-1"0,1 0 1,-1 0-1,1 3 0,0 2 1,3-1-1,6 1 1,7-1-390,-24 0 0,4-1 0,3 0 0,2 0 1,3 0-1,3-1 0,1 1 0,1-1 0,1 1 1,2 0-1,0 0 0,-1 0 0,1 0 0,-1 1 9,-9 1 1,1-1 0,0 1 0,1 0 0,1 0 0,1 0-1,0 1 1,0-1 0,1 0 0,0 1 0,0 0 0,1-1 0,-1 1-1,1 0 1,0 0 0,-1-1 0,0 1 0,0-1 0,0 1-15,0-1 1,0 1-1,0 0 1,0-1 0,1 1-1,-1-1 1,1 1 0,-1-1-1,1 1 1,0 0 0,-1-1-1,0 1 1,1 0 0,-1-1-1,0 1 1,0 0 0,0 0-1,0-1 1,-1 1-58,3 0 0,0 0 0,1 0 1,0 0-1,0-1 0,0 1 0,0 0 1,0 0-1,-1 0 0,0 0 0,-1 0 1,0 0-1,-2 0 0,0 0 1,-2 0-1,-1 0 0,-1 0 0,-2 0 55,13 0 0,0 1 0,-1-1 0,-2 0 0,-1 0 0,-2 1 0,-2-1 0,-3 0 0,-2 0 0,-4 0 0,-2 0 0,14 0 0,-4 0 0,-4 0 0,-8 0 0,-8 0 0,25 2 0</inkml:trace>
  <inkml:trace contextRef="#ctx0" brushRef="#br0" timeOffset="46765">6754 6215 17120,'0'-55'1590,"-1"1"1,1 0 0,-1 5 0,1 1 0,-1 8-1210,-1-8-437,0 34 84,1 72-51,1-3 1,0 8-202,1-9 0,1 4 0,2 0-1490,3 4 1,4 1 0,2-3 1713,1-10 0,3-1 0,-1-6 0,3 2 0,0-9 0,15-1 0</inkml:trace>
  <inkml:trace contextRef="#ctx0" brushRef="#br0" timeOffset="47199">7096 5990 8948,'-12'-63'1966,"1"1"0,-1-1 0,-2 11 0,-2 1 0,-5 6 174,-14-5 0,-10 14-2014,-7 25 0,-4 17-72,11 11 0,0 10 0,1 7-641,6 3 0,1 5 0,1 5 0,3 2 582,5-3 1,1 2-1,2 3 1,2 1-1,3 1-20,2 1 1,2 2-1,3 0 1,3 0-1,6-1-20,4 9 0,6 0 1,6-2-1,9-6-101,8-9 1,8-3 0,6-6-1,3-6 130,10-6 1,5-7 0,4-7 0,0-5 62,-9-6 0,1-5 0,1-3 0,-1-4 0,-1-3 41,-1-3 1,-1-3-1,-1-3 1,-1-4-1,-4-2 11,-4-3 1,-2-3 0,-2-2 0,-4-3 0,-3-2-8,3-13 0,-5-4 1,-6-2-1,-7-1-17,-8 3 1,-5-1 0,-7 0 0,-8 2-29,-7 4 1,-8 1 0,-6 3-1,-6 7-105,-8 5 1,-8 6 0,-3 5 0,-2 4-936,-4 6 0,-3 5 0,-1 4 1,4 2 706,-6 3 1,3 4 0,5 2 0,-7 4-1,14 1 1,27-1 0</inkml:trace>
  <inkml:trace contextRef="#ctx0" brushRef="#br0" timeOffset="48553">8275 6163 16404,'-47'7'798,"1"0"1,0 0 0,6 1 1100,19 2-1767,56-13 1,42-9 0,4-1-871,-27 5 0,2 1 1,2 0-1,2-2 0,3 1 759,-7-1 1,2 0 0,2 0-1,1-1 1,1 1 0,0-1 0,0 0-2,-5 1 0,0 0 0,2-1 1,-1 1-1,0-1 0,-1 1 1,0 0-1,-1-1-13,10-1 1,-1 0-1,-1 1 1,-1-1-1,0-1 1,-1 1 22,0-1 1,1 0 0,0-1 0,-3 1 0,-4-1 0,-6 0 699,10-5 1,-9 0-1,-7-2-262,0-6 0,-20-2 586,-57-22-838,-4 33 1,-11 5-1,3 2-211,0-3 1,1 2-40,-14 0 1,23 7 55,68 20 1,24 7 1050,-10-3 0,5 7-1243,-10-1 1,7 7 0,2 3 0,-3 0 0,-7-3-1695,-3 2 1,-5 0 0,-1 1 1297,12 13 1,-1 3 0,-17-9 0,-28 2-1,-5-28 1</inkml:trace>
  <inkml:trace contextRef="#ctx0" brushRef="#br0" timeOffset="57492">12052 5294 16538,'-47'-24'1021,"1"0"1,0-1 0,0 1 0,-10 10 0,-3 4 0,1 7 0,5 13-972,7 13 0,5 13 1,2 6-1,0 3-542,1-1 0,-1 4 0,1 4 0,4 2 0,3 1 497,8-6 1,1 2 0,2 1-1,4 1 1,4 1 0,4-2-3,5 8 0,5 2 1,5-2-1,6-1 1,6-4 15,6-3 0,7-2 0,5-3 0,4-4 0,4-5 41,6-5 1,6-6-1,4-4 1,1-4-1,1-6 57,-8-4 1,1-3 0,1-4-1,1-4 1,-1-3 0,0-4-31,-4-3 0,2-4 0,-1-2 1,0-4-1,-1-3 0,-4-3 1,-3-3-49,3-9 0,-4-7 0,-4-4 0,-1-1 1,-3 0-1,0 2-32,3-1 1,1 2 0,-3-1 0,-7-1 0,-9-4-12,-10-8 1,-7-7 0,-8-1 0,-9 6-1,-10 12-2,-15 11 0,-11 11 0,-9 6 1,-1 1-129,10 6 0,-4 2 1,-3 2-1,-1 3 1,1 1-1,3 3-116,-3 2 0,1 1 1,1 3-1,1 5 0,1 6 222,-3 10 1,-3 8-1,3 3 1,6 1-1,12-5 1,7-1-1,8 1 1,-2 22-1,0-1 1</inkml:trace>
  <inkml:trace contextRef="#ctx0" brushRef="#br0" timeOffset="57901">11817 5822 16364,'22'-39'2483,"0"0"0,-1-1 1,19 21-2409,8-12 1,-6 16-34,-37 58 0,-18 22-16,-1-19 1,-8 3 0,-2 1-1,1-3 50,1-1 1,0-3 0,1 0 312,-14 23 0,23-15-410,46-44 1,21-15 0,2-2 20,-3 0 0,2-3 0,-1-1 0,2 0 0,0-2 0,-6 1 0,-7 0 0,1-1 0</inkml:trace>
  <inkml:trace contextRef="#ctx0" brushRef="#br0" timeOffset="60232">12022 6679 18688,'18'-42'2280,"0"1"0,9-18-1653,-37 104-525,-3-8 1,-4 6 0,-2 5-82,-3 4 0,-2 4 0,-2 4 0,-2 2-517,4-11 0,-2 3 0,-1 1 1,0 0-1,-2 2 0,1-1 441,2-5 1,-1 1 0,-1 0-1,1 1 1,-1-1 0,1 0-1,0 0-802,-2 5 0,0 0 0,1 1 0,0-2 0,1-2 0,2-2 637,-6 8 1,2-2-1,2-4 1,3-4-1,3-4 1,3-4-1,5-9 1,3-4-1</inkml:trace>
  <inkml:trace contextRef="#ctx0" brushRef="#br0" timeOffset="61065">10756 8949 23523,'12'-48'29,"0"1"1,-4 8 0,8 10-78,22 15 1,6 16 50,-10 15 0,-5 8 11,-6 1 0,-6 6 0,-2 19 0,-11 5 61,-16-5 1,-6-2 16,2-6 1,-3-3 206,-5-5 1,-2-11 64,3-24-308,19-19-34,37-27-31,0 27 1,6 5 2,-1 4 1,3 9-6,10 13 0,-4 14-48,-14 16 0,-11 9-6,-7-2 1,-12 2 6,-13-9 0,-8 1 1,-8-5-264,-12-8 0,-9-7 0,-1-3-851,5-4 0,-1-4 0,0-4 1172,-25-6 0,8-9 0,7-13 0,31-3 0</inkml:trace>
  <inkml:trace contextRef="#ctx0" brushRef="#br0" timeOffset="61498">11098 8210 17288,'-39'-11'1744,"1"-1"0,4 17 0,-4 9-1557,-10 3 1,-9 7 0,-3 5 0,4 6-952,12 1 1,3 6 0,1 4 0,0 2 0,0 1 777,1-3 1,-1 1 0,0 1 0,2 3 0,2 1 0,4 3-21,6-3 1,1 3-1,2 2 1,3 0-1,3 1 1,4-3-1,5-2-81,4 5 0,7-1 0,4-2 1,4-2-1,4 0 40,2 0 0,3 1 0,5-3 0,5-4 0,7-8 21,13-6 0,10-7 0,5-7 1,1-5-1,-2-4 59,-8-5 1,1-6 0,-1-4-1,0-2 1,1-2 14,4 0 0,3 0 0,-2-4 1,-1-6-1,-5-6 14,-11-5 1,-2-6-1,-2-5 1,-2-3-1,-4 0 1,-3-1-37,-1-5 1,-5-2 0,-3-1 0,-2-1 0,-2-2 15,2-3 1,0-1 0,-3-2-1,-6 0 1,-9 2-3,-8 1 0,-8 0 1,-6 0-1,-4 5 1,-4 5-30,-7 3 0,-6 6 0,-5 4 1,-1 2-109,-4-1 0,-5 3 1,-1 4-1,0 5-2361,-1 8 0,-3 5 1,3 4-1,6 2 1484,-6 0 1,7 3-1,5 1 1,14 1 0,26 0-1</inkml:trace>
  <inkml:trace contextRef="#ctx0" brushRef="#br0" timeOffset="61949">11034 7936 20336,'-20'-57'1491,"0"-1"1,4 5 0,2 21-1515,3 57 40,8 10 0,5 8 5,5 11 1,8 3 44,-1-16 0,5 0 0,5-5 49,8-6 0,7-6 0,3-6-30,8-9 0,5-8 0,0-4-27,4-6 1,0-5 0,-1-2-104,-3-4 1,-1-2-1,-4 0-63,10-7 1,-7 3-4045,4-2 4151,-42 31 0,-15 3 0,-9 9 0</inkml:trace>
  <inkml:trace contextRef="#ctx0" brushRef="#br0" timeOffset="63751">7492 7567 14180,'52'23'1421,"-1"-1"1,0 0 0,0 0 0,-7-11 0,-3-2 0,12 10-1405,-20-4 1,7 6 0,4 3 0,6 5 0,4 3 0,3 2 0,3 3 0,3 2 0,1 1 0,1 1 0,1 1 0,-1 0 0,-1-1 0,-1-1 0,-2-2 0,-3-1 0,-4-3 0,-4-3 0,-4-3-14,14 8 1,-6-4 0,-4-3 0,-2-1 0,-1 0 0,2 0 0,3 3 0,6 3-620,-11-6 1,4 1-1,4 3 1,2 2 0,3 1-1,2 1 1,0 0-1,0 0 1,-1 0 0,-2-1-1,-2-2 1,-3-2 0,-5-1-1,-4-4 1,-6-3-1,-6-3-785,18 10 0,-13-6 1,-1 0-1,79 66 1,-116-90-1</inkml:trace>
  <inkml:trace contextRef="#ctx0" brushRef="#br0" timeOffset="64713">7571 7647 23500,'-9'-63'762,"-10"27"-742,-9 56 1,-10 24-1,0-2 190,-4-8 0,-2-1-100,4 6 0,-3 2 1,12-25 113,13-47 0,12-14-190,17-6 25,8 1 1,8-10 0,-2 13-15,8 7-1159,0 14 0,7-2 0,-3 6 1125,-6 11 1,3 4-337,11 0 1,8 2 0,4 1 0,-7 3 324,-4 3 0,-3 3 0,1-1 0,7-3 0,1 0 0,-6 2 0,-14 3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40:36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1400 2598 22918,'54'-22'-117,"0"-1"0,1 1 0,-6 5 0,3 1 1,-1 2-1,-1 2 0,3 1 0,-1 2 1,-2 1-1,-4 2 0,0 0 0,0 1 0</inkml:trace>
  <inkml:trace contextRef="#ctx0" brushRef="#br0" timeOffset="284">1796 2389 17468,'-7'0'4935,"2"0"-4706,-27 1 1,-2 9-29,23 45-167,-11-4 0,4 8-98,25-5 1,13 3-1,1 3-779,-4-9 1,1 2-1,1 0 1,1 0-1616,1 0 0,1 1 1,0-1-1,-1-4 1971,1 3 0,-1-3 0,-1-4 1,4 8-1,-4-11 0,-8-18 1</inkml:trace>
  <inkml:trace contextRef="#ctx0" brushRef="#br0" timeOffset="734">2339 2873 23685,'-11'33'37,"1"-1"0,7 1 1,9-1-41,16 8 0,9-5 34,0-10 0,4-10 50,2-14 0,-1-11 107,-4-11 0,-4-6 114,-5-6 0,-4-3 242,-1-24-348,-19 23-257,-8 35 94,-2 50-39,7-5 1,0 6-100,2-6 0,-1 3 1,2 1-638,2 5 1,2 1 0,2-1-2536,2-2 0,3-1 0,1-3 2611,3 6 1,1-6 0,8 7 0,-17-47 0</inkml:trace>
  <inkml:trace contextRef="#ctx0" brushRef="#br0" timeOffset="1251">3032 3233 16857,'5'-52'2509,"1"0"0,-3 7 1,2 17-2493,-3 28 5,2 52-22,-2-6 0,1 6 5,-1-9 1,0 1 0,0 1 1,0 2 1,0 0-1,0-2 1,0 13 1,-1-6 167,1-13 1,-1-9 176,-2-17-252,-8-60-71,0-2 1,1-7-20,2 4 0,0-4 1,0 0-144,1-4 0,0 0 0,2 0 139,2 2 1,2 1-1,1 3-16,3-13 1,6 7-18,4 17 1,6 7-6,5 12 1,4 10 10,4 12 0,1 10 0,2 9 1,-4 9 33,-7 7 0,-9 4 14,-15 4 0,-11 0 198,-15-2 1,-10-4-334,-8-5 1,-3-6-1743,8-7 1,5-8 1848,6-12 0,22-5 0,22-6 0</inkml:trace>
  <inkml:trace contextRef="#ctx0" brushRef="#br0" timeOffset="1918">3577 3018 16684,'0'9'6805,"0"-3"-6312,19 9-140,16-21-107,24-6-134,-26-17 0,-3-7-51,-6 3 1,-5-2 55,-3-11 1,-10-1 73,-18-7-129,-11 13-17,-24 47-31,22 16 0,3 7-14,0 4 0,4 3 0,3 16 0,10 3-20,18-4 1,10-3 7,0-6 1,7-5 5,19-1 1,7-12 38,-5-19 1,-1-11-12,-3-3 1,-4-8 36,-1-16 0,-9-11 47,-12-11 0,-9-3 26,0 6 0,-3 0 92,-7-5 0,-4 5 168,-4 2-336,-1 19-90,2 33 34,27 49-11,-7-20 0,2 1-37,16 22 0,-1 4-624,-6-2 0,-9 3 672,-12 2 0,-6-2 0,3-19 0,-5-4 0,-31 16 0</inkml:trace>
  <inkml:trace contextRef="#ctx0" brushRef="#br0" timeOffset="2400">4898 2580 20744,'-3'-4'3451,"1"1"-3339,-48 0-68,21 29-13,-4 0 0,6 5 22,25 3 0,11 1 51,5 4 0,9-6 94,7-13 1,5-10 317,27-15-163,-23-31-286,-22 3 143,-31-13 0,-11 2-249,0 19-1927,-12 12 0,1 12 1118,16 55 0,-7 2 0,27-12 0</inkml:trace>
  <inkml:trace contextRef="#ctx0" brushRef="#br0" timeOffset="2808">4953 3076 18694,'15'16'7528,"-41"1"-7533,17-80-538,-28 43-9288,-1 30 7373,34 1 1,15 17 0,-8-25 0</inkml:trace>
  <inkml:trace contextRef="#ctx0" brushRef="#br0" timeOffset="3324">1744 3843 18218,'-6'1'1449,"35"-1"0,42-1 1,14-2-1,-12 1-2591,-15-1 0,-4-1 1,16-1 1139,-26 3 0,7-2 1,7 1-1,5-1 1,5 0-1,3 0 0,2 0 1,0-1-1,0 1 1,-1-1-1,-2 1 0,-5 0 1,-4 0-1,-5 0-6,9-1 0,-8 1 0,-3-1 0,-2 1 0,2-1 0,6 1 0,9-2-28,-19 3 1,5-1 0,5 0-1,3-1 1,4 1 0,3-1-1,1 0 1,2 0 0,0 0-1,1 0 1,-1 0 0,-2 1-1,-1-1 1,-2 0 0,-4 1-1,-4 0 1,-4 0 0,-5 1-1,-6 0-1931,24-2 1,-13 1 0,-5 0 0,1 0 0,9 0 1725,0 0 1,12 0 0,7 0 0,3 0 0,-3 0 0,-8 0 0,-12 0 0,-19 1-1,-23 0 1,-18 2 0,-4 1 0</inkml:trace>
  <inkml:trace contextRef="#ctx0" brushRef="#br0" timeOffset="19751">2417 5242 18756,'-6'-58'963,"-1"0"0,1 0 1,-3 5-1,-2 2 1,-9 14-670,-21 19 0,-6 15-182,-2 6 0,-1 10-62,3 6 1,-1 6-1,5 6-56,9 4 1,5 5-1,3 0-19,-8 14 0,13 0-6,24 2 0,20-8 23,23-23 0,12-15 6,-16-11 0,2-8 0,0-4-94,4-4 1,-2-6-1,-3-8 145,-11-4 0,-4-8 0,-2-3 0,-4 0-224,1-11 0,-5-1 1,-2-1 222,-1-4 1,-1-1-1,-4 2 94,-5 4 0,-3 1 0,-2 6 15,0 5 0,-1 6-179,-1-24-28,0 77 58,5 17 0,1 8-11,-1 13 1,0 6-8,0-1 1,1 6 0,0-2-39,1-10 0,0-2 1,1 1 28,-1 1 0,1 1 1,5-6 370,9 3 1,7-11-309,23-17 52,10-32-24,-27-25 1,-3-10-3,-4 2 0,-2-2 0,0-4 0,-3 2 98,-7 13 0,-3 6 255,-1 8-423,-13 31-118,-9 51-142,7-20 0,3 3-704,5 10 1,7 0-3953,9-6 1,5-6 3591,14 10 1,0-24 0,-32-24 0</inkml:trace>
  <inkml:trace contextRef="#ctx0" brushRef="#br0" timeOffset="19984">3101 4658 16868,'-4'-3'5311,"1"1"-6096,-28-21-2985,43 30 3770,-26-14 0,37 23 0,-10-4 0</inkml:trace>
  <inkml:trace contextRef="#ctx0" brushRef="#br0" timeOffset="20767">3246 4782 24710,'23'10'-140,"1"32"56,-5 11 0,-2 7 78,-5-5 1,-6-2 136,-5-11 1,-5-5 433,-14 1-110,-11-47-153,2-31-260,16 9 0,5-2-81,10-4 0,8 1-59,12 1 0,9 4-149,9 2 0,5 6-448,6 6 1,2 4-916,-1 5 0,-3 3-152,-9 4 1,-3 2 848,19 1 2738,-30 0 954,-25 2-477,-14 0-1193,-7 4-818,2 2-179,10 5-34,21 1-55,21-3-51,21-9 162,5-21 180,-14-15 56,-24-15-28,-34 2-102,-21 14-83,-19 21-112,-6 33-12,30 0 1,3 6-73,3 9 0,7 4-381,7 5 0,8 2-2196,13-1 0,8-3 2616,4-9 0,2-4 0,19 7 0,-15-26 0</inkml:trace>
  <inkml:trace contextRef="#ctx0" brushRef="#br0" timeOffset="21365">4627 4855 15009,'0'-5'8950,"0"1"-8468,-30-17 0,-12 4-113,-8 31-276,-7-13 0,-2 10-85,19 31 0,9 12-76,-1 3 1,9 3-39,14-3 0,14-2-12,19-9 0,14-9 90,18-12 0,9-15 61,-18-9 1,1-7 0,0-6-1088,2-8 0,-1-8 0,-4-3 1093,-8-1 0,-3-2 0,-3-7 27,-1-8 0,-2-7 0,-1-2 0,-5 7-8,-4 8 0,-3 4 0,0-4 180,3-18 1,0-4 0,-5 13 198,-8 5-196,-52 67-230,16 35-49,8-7 1,-2 10 0,10 2-298,16-10 1,9 2-1,2 1 1,-1-3 405,-3 11 0,0-2 0,3-1-930,9 1 0,3-2 1,-5-9-8973,-2 7 7882,-18-37 0,-7-16 1,6-2-1</inkml:trace>
  <inkml:trace contextRef="#ctx0" brushRef="#br0" timeOffset="21781">4817 5089 16544,'58'-29'983,"0"-1"0,-1 0 0,1 0 0,0 1 0,0-1 0,3 6 0,5 1 0,-4 3 0,-14 8 0,-26 13-6375,-62 51 5392,42-9 0,11 9 0,-3-3 0,-11-2 0,4-4 0,26-4 0,0 0 0</inkml:trace>
  <inkml:trace contextRef="#ctx0" brushRef="#br0" timeOffset="21950">5691 4661 21136,'13'37'1178,"-11"-31"0,14 36 1</inkml:trace>
  <inkml:trace contextRef="#ctx0" brushRef="#br0" timeOffset="22354">6177 4806 16829,'-10'-4'3041,"15"46"1,12 30 0,-14-30-6069,-34-78 1,-18-37-1,11 35 1895,22 68 0,6 15 0,2 14 0,8-41 0</inkml:trace>
  <inkml:trace contextRef="#ctx0" brushRef="#br0" timeOffset="23604">6191 4881 9610,'0'-4'9830,"0"1"-7686,-24-32-1040,-4 28-852,-12-23 235,-7 46-184,5 16-228,13-5 1,0 5-26,5 1 1,3 2-49,1 5 1,7 1 0,13-2 0,9-3 22,9-7 0,6-4 9,29 11 53,-7-28 0,2-9 92,10-14 98,-15-12 0,-5-5-92,-8-14 98,-21-3 0,-11-1-87,-29 1-163,13 18 1,-3 2 39,-32-2-56,20 17-1339,5 5-1401,17 11 2723,19 11 0,-3-4 0,5 0 0</inkml:trace>
  <inkml:trace contextRef="#ctx0" brushRef="#br0" timeOffset="24190">6609 4823 23887,'-23'40'616,"5"17"-566,16-6 0,3 3 68,-1-11 0,0-3 560,-1 18-309,0-39 1,9-40-6,3-33-317,-4 20 1,4-1-6,12-19 0,5 2-25,-5 18 0,4 4 25,12-4 0,5 10-37,-10 20 1,-1 11 16,4 13 1,-4 8-43,-8 3 1,-4 6-348,2 15 0,-4 6 367,-6 0 0,-3-2 0,-3-19 0,-1-3 0,3 29 0</inkml:trace>
  <inkml:trace contextRef="#ctx0" brushRef="#br0" timeOffset="24903">7530 4883 15501,'-5'1'7848,"0"0"-7305,-50 2-414,47-3-67,-7 1-46,40-2 1,20-2-6,3-1 0,5 0 1,0-1 10,-8-1 0,0 1 1,-1-1 1,5-1 0,-1 0 1,-5-1 84,-6 0 0,-7-1-70,-2-1-1086,-22 4-1714,-6 3 2761,2 1 0,-1 2 0,1-1 0</inkml:trace>
  <inkml:trace contextRef="#ctx0" brushRef="#br0" timeOffset="25192">7946 4664 23002,'-49'-31'1008,"0"1"0,3 0 0,17 13-996,29 20 4,25 22 1,14 15-1466,-11 1 0,-2 7 1,2-3 1417,13 6 0,-3 0-94,-13-6 0,-2 2 0,-14-5-157,-20-6 0,-5-6 0,8 3 1,-21 17-1</inkml:trace>
  <inkml:trace contextRef="#ctx0" brushRef="#br0" timeOffset="26542">4135 6590 9038,'3'2'9830,"0"0"-7940,4-37 1,1-18 259,6-2-2097,-6-1 1,1 16 108,-3 40-134,-11 20-71,-2 18 0,-2 13 0,1-7-102,-1 6-376,2-3 0,0 9 0,8-8 521,26 10 0,-15 0 0,15-27 0</inkml:trace>
  <inkml:trace contextRef="#ctx0" brushRef="#br0" timeOffset="26973">4495 6054 21287,'-45'-3'418,"0"1"1,8-6 0,9 10-352,20 30 0,12 6 28,7 2 308,11 8 577,6-45-576,-6-18-18,-4-25-67,-20-8-184,-9 12-191,-2 9-695,-2 29-3449,19 29 4200,12 10 0,-3-7 0,4-11 0</inkml:trace>
  <inkml:trace contextRef="#ctx0" brushRef="#br0" timeOffset="27324">4765 6615 20532,'-52'0'1228,"1"0"0,2 0 1,20 0-1061,71-4-121,-11 2 1,3-1 2,9-1 1,2-1 5,6 0 0,-4-1 22,10-4-72,-13 2-9837,-24 3 8301,-17 4 0,2 0 1,-4 1-1</inkml:trace>
  <inkml:trace contextRef="#ctx0" brushRef="#br0" timeOffset="28507">6384 6763 13866,'1'-35'3276,"-1"1"1,-28 1 0,-11 7-5486,-7 3 1,-6 9 2227,-8 7 1,0 14-394,19 14 0,2 10 0,10 1 337,10 2 1,10 1 1074,16 23-1021,41-25 30,-7-34 1,2-18 46,-13-16 0,-3-15 0,0-5 0,-2 6-63,0 11 1,0 2 0,-3-7-6,-3-11 1,-2-11-1,-1-4 1,-3 5-1,-4 13 86,-4 6 0,-2 6 1012,1-33 1,2 25-1103,-2 50 1611,-1 26 1,-4 17-1638,0 2 1,-1 6-1,0 1-1089,1-3 0,1 0 1,-1 1 1095,-1 2 1,0 0 0,2-4-30,5 5 1,6-7 162,5-17 1,3-4-138,14 22-1073,20-56 1,2-18 1240,-10-23-90,-14 12 1,4-6-1,-8 2 34,-14 2 0,-5 2 22,0-7 1,-3 5 2206,-3 10-2391,-4 18 50,-8 64-70,5-17 0,1 3-429,-1 19 1,3 3-1471,5-9 0,3-4 1969,3-12 0,1-5 0,8 1 0,-6-26 0</inkml:trace>
  <inkml:trace contextRef="#ctx0" brushRef="#br0" timeOffset="28711">6904 6216 23310,'3'5'-602,"-15"-22"1,39 56 0</inkml:trace>
  <inkml:trace contextRef="#ctx0" brushRef="#br0" timeOffset="29125">7206 6326 20733,'-2'-3'5097,"-1"0"-5130,3 3-23,-13-14 39,26 42-56,-4 21-4,-3-4 1,1 9 0,-1-4 87,2-3 0,-5-3 171,-12 20 0,-7-24 154,-6-74-90,0-11-193,23-1 1,8-2-49,0 13 1,7 3-227,16-8 0,8 6-141,-6 15 1,4 6-1821,21 4 0,0 7-2734,-23 6 1,-2 3 4874,4 4 0,-6 2 1,-15-1-1,-7-4 1</inkml:trace>
  <inkml:trace contextRef="#ctx0" brushRef="#br0" timeOffset="29530">7789 6515 25359,'-18'-2'-5,"10"3"179,26 0 106,14-14-67,-1-8 106,6-32-5,-20 9-74,-12-2-21,-31 22-174,-5 22-73,-24 24-28,26 20 0,8 10-138,6-8 1,6 2-258,0 19 1,15-1-2827,17-28 0,10-3 0,-2-4 3012,1-1 1,1-4 0,9 2 0,-5-8 0,-12-13 0</inkml:trace>
  <inkml:trace contextRef="#ctx0" brushRef="#br0" timeOffset="30138">8622 6489 13088,'0'-5'9830,"0"2"-7713,-44-36-2022,28 29 79,-21-6 0,-4 7 55,-9 42-187,6 1 0,0 6-53,12-4 0,5 3-15,-2 10 1,12 0 14,24-11 0,12-4-12,13 0 1,9-6-17,15-5 0,5-9 16,-1-6 1,3-9 24,-11-10 0,3-7 0,-6-4 14,1-7 1,-5-9 30,-10 0 1,1-9 0,-3-2 0,-5 5 19,0-10 0,-6-2-82,-7 10 0,1-5 1,-3-1-1,-2 6 284,-3-9 0,-5 3-1525,-2-11 1,-2 4 1333,-2-5-100,-7 26-56,1 61 83,-3 26-19,1 5 0,0 8-31,5-14 0,1 2 1,2 1-115,2 7 1,1 2 0,3-1-1131,4 0 1,2 0 0,2-5-3628,3 7 1,2-7 4686,-1-12 0,-1-8 0,-3-10 0,-10-21 1</inkml:trace>
  <inkml:trace contextRef="#ctx0" brushRef="#br0" timeOffset="31202">8953 6596 15754,'-5'-3'8569,"1"0"-8104,4 3-510,12-55-140,16 44 1,7 3-169,10-22 0,4 1-84,15 20 1,1 6 287,-5-3 1,-5-3 321,-16 0 1,-5-2 632,2-11 23,-36 4 85,-23 8-741,1 8 214,-16 26-315,31 6-38,13 22-1727,22-28 0,9-4 1732,18 6 11,-7-20 1,-1-10 178,1-25-22,-7-19-72,-33-9 50,-28 11-57,-24 20 3320,-9 32-3451,24 8 1,1 6-10,4 9 1,4 5-17,2-6 0,9 4-422,30 10 0,20 6 1,-4-8 359,-16-15 1,5-2-52,13 2 1,10 3 0,3-3 0,-6-9 47,5-13 1,-1-9 95,-4 2 1,3-2 0,-1-3 41,-6-4 0,-1-3 0,-2-3 128,11-10 1,-7-5 128,-9 1 1,-11-1 252,-18-22-208,-53 22-300,8 29 1,-6 8-71,-4 9 1,1 8 16,5 3 1,7 8-40,4 13 1,12 6-15,17-12 0,10-1 8,10 4 1,9-8 16,14-17 1,6-13 50,4-11 0,-2-15 31,-15-6 1,-3-9-1,-4-2-13,-2-5 1,-5-2 0,-2-3-210,-3-8 1,-3-3-1,-3 2 267,-3 9 1,-3 1-1,-2 2 100,-2-17 0,-3 5-53,1 23 0,-1 4-61,-4-10-74,4 33-33,0 65 25,4-20 1,3 5 2,3 6 0,2 7 0,2 1-189,2-2 0,1 0 0,1 2-110,3 3 0,0 1 1,0 0 298,-3-3 0,-1 0 0,-1-5 0,0-6 0,-3-5 0,-3 23 0</inkml:trace>
  <inkml:trace contextRef="#ctx0" brushRef="#br0" timeOffset="32191">12006 5962 14785,'1'-6'9163,"-13"-53"-8799,-12 81 0,-6 12-291,-22-18-73,27 21 0,0 21 0,6 6 0,8-6-4,12-5 0,10-2 1,5 0-1387,6 8 1,6 0 0,6-11 1428,16-8 1,7-17 308,-11-20 0,1-9 0,-9-8-146,2-37-113,-27 16 1,-9-1 44,-15 0 1,-7 1 134,-13-19-101,-4 8 3330,36 17-3470,7 7 56,37 8-84,-1 14-8,-3 3 0,2 5 10,-6 4 1,-2 7-14,0 20 0,-5 5-62,-11-12 0,-1 2-4843,11 24 1,-2-3 2898,-11-16 0,27 5 0,-37-42 0</inkml:trace>
  <inkml:trace contextRef="#ctx0" brushRef="#br0" timeOffset="33624">12903 6257 25511,'-27'-40'250,"0"0"0,5 4 1,12 14-235,43 50-27,5 3-2,-6-1 0,5 7 0,-4-1-29,-3 4 0,-3 1 14,11 15 0,-12 0 50,-42 7 85,-20-33-6,-15-37-17,33-34-73,22-7-25,14 16 0,9 2-56,8 7 0,4 4 28,-3 2 0,3 1-63,3 5 1,5 2-1,-4 0 60,-2 1 1,-2 0 80,12-4 0,-4-2 26,-9-3 72,-36-4 79,-26 12 11,-19 6-50,-12 17-124,2 11-47,27-2 0,5 5-15,7 3 1,7 1-3,10 5 0,8-2 14,12-3 0,9-5-11,9-9 0,4-8 36,-8-5 0,-4-12 160,0-31 0,-9-9-11,-12-8-65,-8 5 0,-5 4 126,-6 17-235,2 12-22,-5 29-23,-4 24-174,7-2 1,1 3-99,3 0 1,5 1-709,8 7 0,10-4-916,7-15 1,7-7 654,6-3 1,3-8 1455,-4-14 1,-1-7 547,13-19 1071,-29-14 1,-7-5-676,-5 18 1,-2 0-348,2-13 1,0 4-544,1 11-180,-7 30 12,-4 48-39,4-4 0,1 10 0,0-1-20,-1 11 0,0 1-1,2-5 1,-1 3-1,0-8 9,-3-12 1,-1-7 95,-3 4 22,-11-76-123,5-2-2,3-1 1,-1-13 0,1-2 0,2 6 1,3-11 0,4 0-6,0 11 0,1-5 1,2 1-1,6 7-8,16-7 0,8 11 11,-1 13 1,2 8-7,-2 11 1,-2 12-15,15 40 12,-25 18 22,-20-26 1,-8-1-10,-11-3 1,-9-4-110,-9-7 1,-6-6-774,-5-9 1,-1-6 879,8-6 0,4-3 0,-11-6 0,28-1 0</inkml:trace>
  <inkml:trace contextRef="#ctx0" brushRef="#br0" timeOffset="34110">14537 5643 26351,'4'32'65,"0"1"1,4 22-1,1 7-43,-4-17 1,-1 1-1,0 2 11,-1 3 1,0 1 0,-3 0-25,-5-2 1,-1-1-1,-2-5-2040,0-2 1,-2-5 2361,-9 23 825,26-67-1092,11-26 1,3-9-40,-5 11 0,3-1 45,15-24 0,2 4-70,4 16 6,13 5 5,-9 49 0,0 12-28,6 4-508,-16 0 1,2 8 0,-11-2 524,-20-4 0,-5-2 0,13 3 0,-4-3 0,-26 4 0</inkml:trace>
  <inkml:trace contextRef="#ctx0" brushRef="#br0" timeOffset="35721">3924 8020 22543,'1'-53'961,"-1"0"1,1 3-1,-2 21-994,-2 44 21,-5 41-159,3-12 0,1 5-580,0 10 1,3 2-3263,6-5 0,3-3 3162,-2-13 1,3-4 0,10 7-1,-11-34 1</inkml:trace>
  <inkml:trace contextRef="#ctx0" brushRef="#br0" timeOffset="35955">4226 8106 21433,'13'-60'1475,"-1"0"0,-1 9 0,-3 12-1452,-7 26-12,-5 41-241,-4 32-462,2-15 1,0 2-3858,2 4 1,2-3 4548,0-12 0,2-4 0,2 4 0,-1-31 0</inkml:trace>
  <inkml:trace contextRef="#ctx0" brushRef="#br0" timeOffset="36374">4454 7613 11318,'-2'-6'9617,"0"2"-8861,2 4-201,-54-11-281,29 32-139,-35-4-68,55 29 241,20-14 112,19-23 140,3-27 50,-7-23-167,-29-13-141,-24 4-442,-25 20-230,12 24-4546,8 31 1,5 8 2457,8-5 0,-6 28 1,21-51-1</inkml:trace>
  <inkml:trace contextRef="#ctx0" brushRef="#br0" timeOffset="36760">3972 7516 14460,'-5'-3'5920,"1"0"-5699,-28 3 1,-5 9 198,12 30-359,-12-19 1,5 3 41,31 12 1,12 0 518,20 7 403,11-17-258,-2-36 6,-16-28-521,-19-5-196,-10-1-588,-3 25-1646,22 22 2178,26 21 0,-12-4 0,8 3 0</inkml:trace>
  <inkml:trace contextRef="#ctx0" brushRef="#br0" timeOffset="37071">4789 7996 24419,'1'0'243,"31"-6"1,15-2-227,-2-1-15,4 2 1,-5-3-2803,-25-5 2800,-11 7 0,4-4 0,-9 8 0</inkml:trace>
  <inkml:trace contextRef="#ctx0" brushRef="#br0" timeOffset="37794">6269 7944 16040,'0'-6'4220,"4"-30"0,-3 6-3716,-9 62-257,-5-22-251,15 38 0,16 28 0,5-10 91,8-22 1,7-5-23,-3 0 0,3 1 1,2-19 127,20-39 0,-6-26-35,-29 7 1,-6-6 0,-3 1-89,7-7 0,-10 4-70,-36-16 0,12 44 0,-22 47 0</inkml:trace>
  <inkml:trace contextRef="#ctx0" brushRef="#br0" timeOffset="38296">6910 8085 17708,'0'-6'4291,"4"-32"0,2-4-4308,-3 23 11,9-39 73,-11 117-53,-1-18 0,-1 2-6,1 8 1,-1-1 13,-1-3 1,1-6 207,-2 0 27,5-28-195,6-49-9,-2 4 0,2-5-8,5-9 0,3-2-9,3-2 1,4 2-26,0 7 0,5 4-31,7 3 1,1 7 24,11 2 35,7 14-66,-22 50 1,-6 12 8,0-1-91,-9-9 0,1 8 0,-1-4-4808,-2-9 1,-2-3 2913,4 20 1,3-18-1,-21-36 1</inkml:trace>
  <inkml:trace contextRef="#ctx0" brushRef="#br0" timeOffset="39370">8042 8199 13301,'12'-9'4724,"0"-31"1,-8-8-3336,-19 6-1034,6-8 1,-9 6-208,-15 32 1,-7 12-71,-9 11 0,-3 12-73,13-2 1,-1 5 0,3 2 28,2 5 0,3 4 0,4 1-74,-5 16 1,14 1 33,19-8 0,15-6 26,17-12 0,10-13 22,11-14 0,5-17 21,-11-10 1,0-10 0,-5-4-38,-8-3 0,-5-4 0,-2-1-90,0-2 1,-3-1 0,-5-2 124,-9-3 1,-6-2 0,-2 2 119,-2 9 0,-2 1 0,0 2-103,1-12 1,0 3 21,-2 6 1,-1 13-157,2 25 84,-1 41-31,-2 4 1,0 8-1104,1 9 1,0 6 0,0-2 1116,1-14 0,0-2 0,2 3-525,3 4 0,3 5 0,1-2 0,1-10 511,2-8 0,5-4-500,24 18 0,7-10 514,1-30-14,0-14 0,-2-12 73,-17-10 0,-6-9 881,5-7 1,-4-4-854,-7 2 0,-5 1 1283,-3 8 1,-3 5-1247,-2-5 2137,-2 22-2300,-2 22 12,0 23-18,0 32-5,2-29 0,1 2-334,4 10 1,5 0-905,1-12 0,5-3 1277,5-4 0,1-3 0,4 5 0,-2-21 0</inkml:trace>
  <inkml:trace contextRef="#ctx0" brushRef="#br0" timeOffset="39590">8586 7731 18196,'-2'-5'6206,"0"1"-6671,-19-41-845,27 48 1310,-5-22 0,15 38 0,3 3 0</inkml:trace>
  <inkml:trace contextRef="#ctx0" brushRef="#br0" timeOffset="40044">8835 7876 20364,'-2'-4'5578,"1"1"-5566,-7-28 10,37 58-33,5 10-9,-7 5 1,-1 8-9,-1 10 0,-8 0-1674,-13-17 0,-7-3 1713,-2-5 1,-7-6 128,-29-8 106,5-48-1210,23-8 1,7-5 997,6 6 0,5-1-12,8-7 0,8 3-42,10 13 1,6 7 1010,-6 5 1,3 3-2614,22-1 1,1 5-3295,-22 7 1,-2 1 4788,6 0 1,-6 2 0,-10 3-1,-15-3 1</inkml:trace>
  <inkml:trace contextRef="#ctx0" brushRef="#br0" timeOffset="40469">9451 7956 17893,'7'0'6503,"-1"0"-5551,-6 0-604,-38 8-275,28 3-28,-26 6 145,51 2 79,19-10-118,5-11 23,11-22 27,-19-27-78,-10-1-19,-18 16 0,-9 3 58,-35-5-123,-3 23-48,3 30 1,0 14-17,12 6 0,6 9-59,5-2 0,3 5 0,6-1-247,6 9 1,15-1-94,23-7 0,15-2 0,-5-6 0,-16-12 0,1-5 0,31 2 0,-1 0 0</inkml:trace>
  <inkml:trace contextRef="#ctx0" brushRef="#br0" timeOffset="41084">10132 7900 18218,'-1'-8'6789,"1"1"-6050,0 7-190,-36-33-235,-12 37-264,-8-28 23,4 47 0,2 19-68,21-4 1,5 5-31,0-5 1,0 2 0,10 1-83,17 22 1,16-3-26,8-18 1,11-9-144,6-12 1,9-7 0,-2-7-1,8-8 1,1-10 104,-9-3 0,3-4 0,-6-6 8,-11-2 1,-4-4 0,-1-1 151,1-4 1,0-1 0,-3 0 115,5-15 1,-6-2 156,-12 12 0,-2-2 1,-3 3 139,-3-5 1,-4 1-60,-4-4 1,-4 4-43,-5 0-285,0 28 56,5 52-20,-4 6 0,-1 8-33,0-4 1,0 3 0,2 3-75,3-3 1,1 2 0,1 1 0,2-2-217,2 8 1,1-3 0,4 0-678,6 1 1,4-1 0,2-7 946,3-8 0,0-7 0,9 14 0,-20-36 0</inkml:trace>
  <inkml:trace contextRef="#ctx0" brushRef="#br0" timeOffset="42192">10458 8174 15384,'-4'-3'8307,"1"1"-8072,3 2-325,27-56-938,18 45 0,6 2-103,-12-21 0,2 0-2146,7 21 0,6 8 0,-4-2 1303,-7-4 0,-4-1 3276,4-2 0,-3-2 8528,5-13-5488,-30 4-2315,-23 4-1175,-5 10-337,-10 9-291,-5 20-140,0 27-39,14 3-17,19-17 0,9-2-23,39 6 65,-13-27 0,2-8 5,-4-10 1,-3-6 20,19-21-7,-39-1 1,-9-4 134,-16-14-115,0 19 0,-5 3-42,-24-1-44,-10 35-23,-4 29-26,30-4 1,5 7-199,6 8 0,10 2-442,15 5 0,15-2-509,8-14 0,9-3 1,2-4 126,4-5 1,2-4 0,1-4 804,4-2 0,2-4 1,-2-5 484,-6-6 1,-2-5 0,-3-5 282,9-15 0,-7-4-251,-14 14 1,-7-2 520,-10-16 1,-15 2-24,-51 9-618,8 12 0,-3 5-165,2 6 0,0 8 14,-3 9 0,4 8 8,16 2 0,6 3-28,4 3 0,8 0-78,27 21 1735,5-34 0,6-7-1635,8-9 1,1-11 19,6-14 1,-4-12 35,-18-2 1,-5-6 0,-2-1-9,6-12 0,-7-5 113,-8-1 0,-4-6 0,-3 7 36,-1 12 0,-3 2 2,1-15 0,-2 6-58,-3 18-157,1 21 16,4 50-49,-1 26 8,5-13 1,3 7-1,0 0-99,-1-6 1,2 0 0,0 3-243,2 6 0,1 6 0,1-1 0,-1-10 0,0-6 0,0-4 1,1 7-1,-1 0 0</inkml:trace>
  <inkml:trace contextRef="#ctx0" brushRef="#br0" timeOffset="43298">13289 7720 15269,'11'-20'9259,"-2"3"-8434,-8-26-568,-4 35-83,-19-6-101,-5 48-49,-1 6 1,-6 11-1,6 1-21,10-5 1,4 2 0,0-1-8,-6 4 1,1-1-1,10 0 11,18-3 1,9-2 0,5-10 0,5-12 1,8-9 37,8-1 1,7-4 0,-5-6 73,-7-9 1,-2-8-46,11-8 1,-8-7-8,-20-32-24,-22 27 1,-6 1 98,-8 2 0,-1 3-20,-6-9-157,-1 8-16,47 23 84,13 9-40,10-1 0,3 0 23,-15 1 0,0-2 0,18-2 0,-2-6 173,0-20-67,-12 3 112,-19-15 185,-22 17-498,1 8 67,-3 32 11,4 16-283,4 9 0,4 5-989,8-3 1,3 0 714,-6-5 0,3-3 557,18 5 0,0-10 0,-17-19 0,17 8 0</inkml:trace>
  <inkml:trace contextRef="#ctx0" brushRef="#br0" timeOffset="44654">14192 8048 20067,'-10'-52'1904,"-1"1"1,0-4-1,3 9-1361,6 26-554,0-3 39,21 42-23,2 3 1,3 4-43,12 12 1,2 2-14,-6-5 0,-1 3-113,1 13 1,-9 0 145,-22 4 76,-15-18 0,-8-9 288,-28-25-286,4-4 46,35-59-79,51 16-122,-4 18 1,8-1 0,1 2-112,12 0 1,1 3 146,-14 8 0,1 1 0,-2 1-68,5 1 0,-7 1 131,6-11 158,-9 0-39,-17 1 307,-42-1-269,-10 13-134,-17 6-48,19 16 1,2 7 8,6 4 0,4 4-40,-2 8 1,7 3 8,10-4 0,8-2-20,24 20 141,11-27 145,18-41 117,-23-22-94,-3-19-1523,-24 12 0,-5 2 1332,-1 4-12,-2-14-44,-1 50-106,-2 18 67,-1 31-180,3 11-1165,13 3 1,8 1-1031,-2-26 1,5-3 1445,10 11 1,4-10 2216,20-29 3724,-18-40-2558,-17-12-1410,-15 12 0,-1 1 93,9-16-409,-2 12-560,-2 24 50,-14 67-161,-2-7 1,-1 8 0,0 0-10,3-6 1,2-1-1,-1 2-11,-2 11 0,-1 2 1,4-7 17,3-13 1,1-8 202,2-3-40,-5-44-190,-12-49-1,4 10 1,-1-7 20,3 12 1,-1-1-1,1-1 4,3-1 0,0-1 0,3 1-26,1 3 0,2 0 0,3 3 21,12-17 1,6 6-4,-2 16 1,4 5-20,7 5 0,4 9-14,3 14 0,-2 8 11,14 6 25,-24 18 1,-12 6 14,-30 8-1750,-14-3 0,-9-2 1564,5-18 1,-3-6-3653,-5 0 1,5-6 3814,8-5 0,17-9 0,14 4 0</inkml:trace>
  <inkml:trace contextRef="#ctx0" brushRef="#br0" timeOffset="45170">15800 7542 19949,'0'-4'6173,"0"0"-5977,-7-7 28,12 61-82,-6-2 1,-2 7-89,4-2 0,0 5 1,0-2-46,-1-4 0,0-2 1,-2-1 16,-1-2 0,-1-1 0,1-7 456,-3 6-96,4-24-324,10-44-26,0-9 0,2-5-2,3-3 0,3-1 8,3-2 0,4 1-37,1 8 1,3 5-12,-1 6 1,4 11 7,9 22 1,-2 13-3,-13 2 0,-4 7-25,7 19 0,-6 4-40,-14-6 1,-5-3-154,-1 17 218,-8-4 0,4-47 0,-4 9 0</inkml:trace>
  <inkml:trace contextRef="#ctx0" brushRef="#br0" timeOffset="55417">17075 3944 12169,'22'-41'2213,"-1"0"1,1 0 0,6-14 0,-16 20-1363,-58 62-677,11 1 0,-5 9 0,-3 2-747,6-4 0,-2 2 1,-2 3-1,-3 2 590,7-6 1,-3 2 0,-2 2-1,0 2 1,-1-1 0,1 0-1,2-2-16,0 1 0,0-1 0,2 0 0,-1 0 0,1 0 0,-1 2-33,-4 3 0,-1 2 0,1 0 1,0 0-1,2-2 0,3-2-157,-3 5 0,4-2 0,2-2 0,3-3-262,2-1 0,4-2 1,4-6-3690,-9 11 4140,42-65 0,-3 4 0,12-15 0</inkml:trace>
  <inkml:trace contextRef="#ctx0" brushRef="#br0" timeOffset="55884">17030 3707 14549,'2'-8'1509,"-47"9"1,-24 10-978,19 1 0,-5 4-672,6-3 1,-8 1 0,-1 1 0,4 2 391,-4 5 0,2 1 0,2 0 2,6-2 0,1 0 0,4-1 439,-4 5 1,9-7-487,11-12-38,75-40-113,3 5 0,9-1 4,-7 5 0,5-1 0,2 2-220,-11 6 1,2 1 0,1 1-1,-1 2 186,-1 2 1,1 2 0,-1 2 0,0 3-16,10 5 0,-1 4 0,-2 6 45,-4 3 0,-2 5 0,-2 4-174,-4 5 0,-2 3 1,-3 2-933,-3-1 1,-3 1 0,-2 1 1049,6 13 0,-5-3 0,5 8 0,-24-19 0</inkml:trace>
  <inkml:trace contextRef="#ctx0" brushRef="#br0" timeOffset="57117">19988 1529 19361,'5'-56'2624,"-1"-1"0,0 11 1,-2 6-3609,-1 5 280,-1 43 553,-3 20 1,-4 12 33,-3 15 0,-3 6-101,3-9 0,-1 3 0,0 0-407,1 0 1,0 0-1,4-1-2652,4-7 0,3-2 0,1-3 2742,1-1 1,4-6 0,13 4 0,-13-36 0</inkml:trace>
  <inkml:trace contextRef="#ctx0" brushRef="#br0" timeOffset="57585">20233 1167 14510,'-58'-28'873,"-1"0"0,0 0 0,1 0 0,5 6 0,1 0 0,0 6 0,1 11-683,0 15 1,-1 12-1,1 6 1,4 3-773,3 4 1,2 5-1,3 2 1,0 3 592,6-6 0,-2 2 0,3 1 1,2 3-1,4 2-30,3 7 0,3 5 0,4 1 0,4-1 0,7-3-32,6 0 1,6-2-1,5-2 1,4 0 30,2 2 1,3 0-1,6-3 1,9-8 29,6-13 0,8-6 0,5-5 0,1-3 0,-2-4 11,-2-4 0,0-3 1,0-4-1,1-2 1,0-1 4,6-1 1,1 0 0,0-3 0,0-4 0,-1-4 52,0-6 1,1-5-1,-2-3 1,-3-3-1,-3-2-37,-8 2 1,-4-3 0,-1-1 0,-2-1 0,0-1 13,9-9 0,1-2 0,-5-2 0,-6-2 46,-8-1 0,-5-4 0,-6 1 1,-7 4 68,-10 1 1,-9 3 0,-5 2-197,-4 0 1,-7 2 0,-8 8-516,-17 8 0,-11 10 1,3 8-4377,-8 9 1,3 7 3303,2-4 0,7 5 1,10 18-1,41-21 1</inkml:trace>
  <inkml:trace contextRef="#ctx0" brushRef="#br0" timeOffset="58303">21224 1720 11726,'-10'22'8296,"32"-13"-8277,9-7 1,16-2-1,12-3 1,7 0 0,5-1-1,0-1 1,-5 0 0,-8 1 10,5-1 0,-3-1 0,-2 0 1,0 0-1,4 0 8,-5 2 0,7 3 1,2 0-1,-1-1 1,-6-3-1,-10-5 1,-14-5 983,-2-30 0,-24 0-719,-38 2-134,-6 14 1,-11-3 0,7 8-147,-4 8 50,80 15-62,-3 8 0,6 6-6,5 4 1,8 5 0,1 3-1,-6-1-9,-1-1 1,-5 1-1,-7 8-1415,-7 24 0,-11 10 1,-9-8 852,-8-19 1,-11-4 0,-32 19-1,-3-14 1,28-33 0</inkml:trace>
  <inkml:trace contextRef="#ctx0" brushRef="#br0" timeOffset="63450">23680 1531 14488,'-11'-58'2421,"0"0"1,0 6-1,10 7-2186,32 7-123,15 6-98,-13 17 1,2 3-46,0 4 0,1 7-53,24 25 61,-41 4 1,-10 8-15,-17 16 1,-14 5 39,0-11 1,-6 1 0,-3-2-81,-4 3 1,-3-2-1,0-1 82,3-5 1,0-1 0,3-2 16,-3 2 1,5-4 27,1 7 169,31-25-95,34-17-141,3-6 0,6-2-79,-3 1 1,4-1 0,2-1-656,9-2 1,3-1 0,1-1-1799,2 1 1,2-1 0,-5 0 2128,-13 4 1,-3 0 0,-3 0 0,7-1 0,-9 1 0,-18 4 0</inkml:trace>
  <inkml:trace contextRef="#ctx0" brushRef="#br0" timeOffset="64217">24178 870 9324,'-51'-6'1034,"0"0"1,0 0-1,0 0 1,1 1 0,0 1-1,1 1 1,2 5-752,-9 4 1,3 5 0,-1 5-49,7 2 0,-2 5 1,1 2-1,3 1-627,-6 6 0,4 3 0,0 4 497,7-1 0,-2 4 1,4 3-1,4 0 93,2 13 0,6 1 0,4 1-68,1-5 1,3 0 0,4 1 5,2 6 0,5 2 0,4-3 60,5-14 0,4-2 0,2-1-165,2 3 1,3-1 0,4-2 22,4-4 0,4-3 1,5-2 6,13 0 1,6-5-1,1-2-83,-3-6 1,0-3 0,4-3 46,0-4 0,3-3 0,3-2 1,-2-2-199,-5-4 1,0-2 0,0-2 0,0-1 228,5-1 0,0-1 0,0-2 0,-1-1 25,-5-1 0,-1-1 0,0-2 1,-2-1 140,11-8 0,-1-3 1,-4-2-63,-10 1 1,-2-2-1,-3-1-48,-2 0 0,-2-2 0,-2-1 216,-1-3 1,-3-1-1,-2-3-186,-5-1 0,-3-2 0,-2 1-44,5-17 0,-6-2-18,-11 11 0,-4-3 1,-4 4 5,-7-4 1,-4 2-34,-5-2 1,-5 2-18,-10 5 0,-4 6-103,3 8 0,-1 4-219,-4-2 1,-2 2-2275,-6 4 1,2 4 2559,12 6 0,3 2 0,-25-7 0,29 12 0</inkml:trace>
  <inkml:trace contextRef="#ctx0" brushRef="#br0" timeOffset="65317">23949 2724 12617,'-1'-53'3073,"1"0"0,0 9 0,-1 8-3134,-2 19 189,-7 52-13,1 7 1,-3 9-77,2-4 0,0 5 0,0 2-259,1-6 1,0 1 0,0 2 0,1 0 255,0 0 0,1 2 1,0-1-1,1-1-8,1-1 0,1-1 0,-1 0 0,1-2 20,-1 9 1,1-1-1,-2-3-42,-3 13 0,-2-6-488,-2-13 0,-4-6 482,-19 11 0,14-26 0,4-15 0</inkml:trace>
  <inkml:trace contextRef="#ctx0" brushRef="#br0" timeOffset="65781">23234 3626 16236,'-1'-3'4956,"0"1"-4345,4 7-118,11 32-140,14 15-149,-1-13 1,6-1-4,11-3 1,5-6-62,1-7 0,4-8 39,-8-11 0,4-7 1,-4-4 18,10-7 1,-3-9-59,-8-5 0,-1-7 0,-4 2-151,-5 0 0,-4 0-429,1-6 1,-7 3-5667,-14 16 6106,-13 19 0,-1 3 0,-5 6 0</inkml:trace>
  <inkml:trace contextRef="#ctx0" brushRef="#br0" timeOffset="66613">22782 4736 12466,'-8'-3'8099,"1"2"-7438,28-26 0,25-18 0,-3 11-633,7 13-54,4 14 0,10 5 0,-16 15 17,-29 18 1,-14 12 51,-6 16 0,-9 8 0,-6-11 97,-9-18 0,-6-9 120,-16 5 1,5-15-200,25-25-66,54-18 5,10 15-40,-5 21 1,13 11 0,-1 5 0,-10-2-65,1 3 1,-23 5-1802,-41 5 1,-27 9-1,-10-2 1,8-11-3012,6-13 1,-5-6 4547,0-4 1,-14 3-1,-7-1 1,4-3 0,12-4-1,20-7 1,18-11 0,10 8-1</inkml:trace>
  <inkml:trace contextRef="#ctx0" brushRef="#br0" timeOffset="67429">22858 4490 9066,'-60'9'955,"1"0"1,-1 0-1,1 0 1,-1 0-1,1 0 1,-8 5 0,-2 0-1,3 2 1,7 4-1,13 3-910,0 23 0,13 8-4,6-10 0,2 5 0,4 3 26,10-4 1,2 4-1,4 1 1,3 0-1419,0 0 0,3 1 0,4 0 1,4 1 1437,5-5 0,4 2 1,3-1-1,2-2 1,1-5-38,11 13 0,3-7 1,6-5 358,0-13 1,7-4 0,-1-4-1,-4-5-381,2-1 0,3-7-231,-3-2 1,8-1 0,0-3 0,-6-3 423,8-6 0,0-5-67,-10 3 0,5 1 0,1-3 0,-4-2-8,3-6 0,-4-4 0,-1-1 9,2-3 0,-2-1 0,-1-1-58,-6 2 0,-1 0 0,-1-2 69,-2-1 0,0-3 0,-5-1 77,6-19 1,-6-3-180,-6 7 1,-4-5 108,-10-10 1,-5-7 0,-4 5-87,-5 5 0,-5 1-61,2 1 0,-2-4 0,-3 7 1093,-5 10 1,-3 4-1084,-7-6 0,-3 3-42,6 13 1,-1 2 8,-10-5 0,-4 3-12,-4 8 1,-4 4-132,-11-3 0,-3 2-439,15 9 1,-2 1-1,0 1 579,-7 3 0,-2 1 0,7 1 0,5 1 0,5 2 0,3 3 0,0 1 0</inkml:trace>
  <inkml:trace contextRef="#ctx0" brushRef="#br0" timeOffset="69354">19966 2145 11955,'2'4'2077,"0"0"301,-2-4-592,39 47-1240,-23-20 1,1 4-267,7 6 0,4 5 0,-2 2-319,-3 1 1,-1 3-1,1 1 218,3 6 0,0 3 1,2 0-78,-7-13 0,0 2 0,1-1 0,1 1-8,0-1 0,0 0 0,2 0 0,0-1 25,0-1 0,1-1 0,1-1 0,1 0-39,1-1 0,2 0 0,0-1 0,1 0-29,1-1 1,1-1 0,0 0 0,0 0-9,1 0 0,0-1 1,1 0-1,-1-1 7,10 11 1,-1-1 0,-2 0-7,-5-4 1,-1-2 0,-3 1 71,-4-4 1,-3 0 0,-1 0-2,5 12 0,-3-1-4,-3-3 1,-1-1-45,-2-3 1,0-1-24,-1-3 1,-1-3-14,-2-4 0,-1-3 687,11 15-685,-8-14 96,-4-8-124,-2-1 57,2-1-56,7 0 10,4 4 1,0 4-11,-1 2 22,-2 1-17,2-3 6,0-1-6,-3-1 6,-8 0-17,-7 1-6,-4 0 23,4 2-11,4 3 5,4 1 6,2 0-1,-3-4-10,-4-1-17,-1-8 61,2 1 1,-1-9 16,0-2 202,-5-4-118,-16-9-89,-10 1-40,-25-4-22,13 5 0,-3 1 3,-1 0 0,-1 0 25,-13-4 0,1-3-9,7-1 1,2-2-15,7 1 1,2-1 50,-11-12 40,33 9-102,5 3 0,6 4 29,1 8-34,8 16-6,14 13 14,0-5 0,5 1 28,6-1 1,3-2-7,3 0 1,3-4 13,9-4 1,1-6 19,-7-7 0,1-6 9,13-7 0,-3-5-20,-20 2 0,-4-3 81,9-10 0,-7-3 62,-8-5-23,4-15-100,-16 15-62,-8 14-879,-1 8-649,-8 16 1,-1 2-1</inkml:trace>
  <inkml:trace contextRef="#ctx0" brushRef="#br0" timeOffset="82251">9420 9156 19994,'-23'-30'1336,"1"-1"0,-14-16-1599,35 50 319,12 36-23,8 6-22,2 1 1,3 5 18,3 2 1,2 1-170,-4-11 0,1 1 0,2 0 142,3 0 1,2-1 0,0-1-14,0-3 1,0-2 0,2-2 28,15 8 1,-1-6 0,-9-12 0,-4-4 349,15 2 617,-23-21-656,-15-25-167,-9-19 517,-4-17-221,-9 3-66,-13 6-108,-10 13-33,1 11-123,9 10-174,11 10-190,11 6 224,13 21 11,15 17 11,-7-8 0,1 4-31,-1 5 1,-3 2-118,-6 2 0,-7 0-561,-12 2 1,-9-2 697,-15-1 0,-3-5 0,-8 7 0,-7-15 0</inkml:trace>
  <inkml:trace contextRef="#ctx0" brushRef="#br0" timeOffset="83501">12062 11239 9895,'1'-5'4915,"4"-30"0,1-10-1784,-2 1-2591,3-4 1,1 1-82,-3 15-470,-1 20 168,1 33 16,-2 36-142,-3-11 0,-3 6-130,-2-6 0,-2 2 0,0-1-254,-3 14 1,-2-1-463,2-15 1,0 0 0,2-3-4102,7 1 1,2-3 3474,-2 15 1,13-22 0,-9-32-1</inkml:trace>
  <inkml:trace contextRef="#ctx0" brushRef="#br0" timeOffset="84132">12411 10848 9184,'-4'-6'4578,"-36"-28"1,-13-4-3480,-6 16-707,11-2-1,-9-3 1,0 9-125,8 18 0,1 9 0,0 1-336,2-1 1,0 1-1,0 5 106,-9 6 1,-2 6-1,6 7-41,6 9 1,5 7-1,4 3-258,4-2 0,2 2 0,5 4 166,7-1 1,2 4 0,5 1 0,8-1-220,9-4 0,7 0 0,5-1 0,3-2 169,0-2 1,3-2-1,4-1 1,2-3 90,2-3 1,2-2-1,4-4 1,1-5 67,15 2 0,3-8 0,-1-7 84,-9-10 0,-1-6 0,1-4 2,3-1 0,1-4 0,-1-6 149,0-7 0,0-7 1,-2-5 122,1-6 1,-1-5-1,-2-1-175,-6 3 0,-2-1 1,-4-3 86,0-9 1,-4-5 0,-8 0-47,-13 5 0,-7-1 0,-4 2-64,-3 6 1,-2 1 0,-5 1-77,-8-4 0,-5 1 0,-4 6-55,-17-3 0,-6 8-246,3 5 0,-4 7 204,5 15 0,-3 5 0,7 2 0,-16-2 0,23 11 0,0 1 0</inkml:trace>
  <inkml:trace contextRef="#ctx0" brushRef="#br0" timeOffset="93935">12831 11590 6736,'-7'0'7141,"1"0"-6760,-22 0-409,24 0 409,-14 3 583,49 8-138,0-1 0,7 0-569,1-2 1,4 0 0,4-1-384,12 1 0,5-1 0,1-1 201,-9-4 1,2 0 0,0-2-1,0-1 6,-1-1 1,0-2-1,-1-1 1,-1 0 26,12-3 0,-2-1 1,-4-1-57,-14 1 0,-3 0 0,-4 0 276,0 0 0,-7 1 724,-1 2-419,-28 6-5797,-5 0 5164,-3-1 0,3 1 0,-3-1 0</inkml:trace>
  <inkml:trace contextRef="#ctx0" brushRef="#br0" timeOffset="95086">14287 11349 12785,'-5'0'7948,"2"0"-7702,-2-30 1,9-12-57,38-6-148,-17 0 0,6 4-65,12 21 1,4 13 28,-4 12 0,-4 11 10,-6 14 1,-8 10-26,-10 14 1,-11 7-28,-7-14 1,-6 2 0,-4 0 31,-4-1 0,-4 0 1,-1-1-1,-3-5 0,-1-1 1,1-2 11,-7 9 0,4-3-5,9-10 0,10-2 98,26 11-104,12-29 0,10-7-98,18-7 1,5-9-20,-11 0 1,3-3-1,0-3-348,4-4 0,1-4 0,-1-1 143,0-4 0,-1-2 1,-2-2 178,-3 1 1,-3-1-1,-3-1 70,-6 0 1,-3-1-1,-5-1 3,5-17 1,-12-2 52,-17-1 0,-11 0 50,-7 15 0,-5 1 0,-6 1 69,-10-3 0,-7 3 0,-2 4-6,2 6 1,-1 4-1,-5 4-193,-13 0 0,-6 7 0,-1 7 161,0 10 1,0 8 0,-2 4-54,8 1 0,-3 2 1,1 3-1,1 4-139,11-1 1,0 2-1,1 2 1,1 3 0,2 3 151,0 4 0,1 4 1,2 3-1,2 1 0,4-1-45,-1 4 0,4 1 1,4 1-1,4 3-7,2 6 0,4 3 0,6 1 1,9-4-32,15 6 1,11-3-1,5-4-22,0-7 0,5-3 0,7-5 15,3-10 1,7-3 0,3-4-1,2-6 28,2-6 1,3-6-1,1-4 1,-1-2 54,-4 0 0,-1-1 0,0-4 0,1-3 47,6-5 1,1-4 0,-1-4-1,-4-5 118,-10-4 0,-2-4 1,-2-3-1,-3 0-53,-3 2 0,-1-1 0,-3-1 0,0-2 74,0-6 0,0-3 1,-3 0-1,-5-1 63,-2-7 1,-6 0-1,-3 0-220,0 4 0,-3 1 0,-5 0-36,-8-3 1,-5 0-1,-9 4-104,-9 7 0,-8 5 0,-3 2-66,0 3 1,-2 3-1,-5 3-599,-13 1 1,-5 4 0,1 6 761,9 8 0,2 4 0,3 0 0,-5-2 0,5 2 0,-16 10 0</inkml:trace>
  <inkml:trace contextRef="#ctx0" brushRef="#br0" timeOffset="95725">14875 12319 10293,'8'-34'4915,"0"0"0,5-7-4003,-3 6 1,0 2-801,0 13 18,-9 34 180,-6 24 1,-2 10-191,-1 5 1,0 6-72,0-5 0,-2 6 0,1 2 0,0-3-282,-1 4 0,1-4 0,0 4 223,1-3 0,-1 3 1,2-1-1,0-5-100,1-3 0,1-5 0,1 2-1182,-2 8 0,1 1 0,0-5 768,0-4 1,0-5 0,1-4-1,0-6 1,-1-13 0</inkml:trace>
  <inkml:trace contextRef="#ctx0" brushRef="#br0" timeOffset="96471">14639 13722 13849,'31'-34'2229,"0"-1"1,0 1-1,19 10-2224,-9-6 1,5-6 0,-6 24-72,-12 41 1,-6 23 0,-7-2-56,-3-2 1,-11 3 244,-10 2 1,-8 8 0,-5-2-1,-3-11 321,-14-3 1,-7-11 22,1-10 1,-4-3 0,8-12-351,-2-23-115,77 22 1,33 11 0,-13 6-1573,-24 29 1391,4-3 1,4 11 0,-25-8-257,-39-18 1,-21-6-1,-4-2 54,9-3 1,-4-1 0,-1-3 0,2-6-2898,-6-6 0,0-7 0,5-2 2371,-1 1 1,7-6-1,-9-22 1,44 21 0</inkml:trace>
  <inkml:trace contextRef="#ctx0" brushRef="#br0" timeOffset="96979">14676 13308 9170,'-58'26'932,"0"0"1,0-1-1,0 1 1,0 0 0,0 0-1,0 0 1,1-2 0,2 2-1,3 3 1,5 5-916,4 6 1,3 4 0,4 5 0,6 3 0,7 6-79,10-8 1,5 7 0,3 5 0,5 1 0,2 0 0,3-2 0,3-5 0,1-7 13,7 7 1,5-9 0,5-1 0,5 4-558,0-1 1,4 7 0,4 3 0,3-1 0,2-7 0,1-9 0,1-14 626,8-15 1,1-13 0,2-10-1,3-6 1,0-1 165,-10 0 0,3-4 0,3-3 0,-1-3 0,0-1 0,-2-2 0,-4 2 0,-3 0 30,2-4 0,-4 1 1,-3-1-1,-1-3 1,1-3-125,2-2 0,2-3 0,1-2 0,-4-2 1,-4-1-1,-10-1 102,-7-3 1,-8-2 0,-5-1 0,-3 3-1,-1 3-139,-2-6 0,-4 4 0,-6-2-40,-1 0 0,-4-3 0,-6 3 1,-12 10-124,-9 19 1,-10 7 0,-6 7 0,-1 2 0,5 0-1875,-14 0 0,3 3 0,-3 1 1820,3 0 0,-6 0 1,4 2-1,10 4 0,2 6 1,13 1-1,11-1 0</inkml:trace>
  <inkml:trace contextRef="#ctx0" brushRef="#br0" timeOffset="98452">17612 12038 7621,'5'-7'8223,"-2"2"-7535,-33 24 1,-19 17-476,15-9 0,-2 3 0,-3 2-651,2-1 1,-4 1 0,-2 3 0,-1 1 0,0-1 490,-3 5 1,-1 1 0,0 1 0,-1 1-1,0-1-202,4-4 1,0 0 0,-1 1 0,0 0 0,0 0 0,0-1 258,-2 1 0,1 0 0,-1 0 0,0-1 1,1 1-1,-1-2-21,4-1 1,-1 0-1,0-1 1,1 0 0,1-1-1,1 0 30,-3 2 0,1-1 0,1-1 0,1 0 0,1 0-104,-3 3 0,1 1 1,2-2-1,3-1-15,2-3 0,4-1 0,1 0-9,-10 12 1,4-2-12,13-14 1,3-3-3,-17 19 809,2-8-3879,17-23 3563,15-22 1,3 2 0,11-11 0</inkml:trace>
  <inkml:trace contextRef="#ctx0" brushRef="#br0" timeOffset="99284">17869 11973 16796,'1'-5'4139,"0"2"-3395,-1 3-306,18-49-264,-13 37-118,14-34 560,-37 91-488,4-10 1,0 4-107,-2 10 1,2 5-18,-1 10 1,5 0-9,8-19 1,3-2 4,1-1 1,3-5 204,11 4 124,16-39-242,17-27 6,-6-5 1,2-6 30,-8 3 0,0-1-14,1-1 0,-4 2 78,-4 0-223,-18 23 139,-19 42-64,-3-1 0,-3 4-51,-5 17 1,-1 5-39,4-13 1,-1 2-1,2 0-211,0-1 1,1-1-1,4 1-4658,9 20 1,6-6 4559,-3-24 0,4-5 0,22 15 0,-18-46 1</inkml:trace>
  <inkml:trace contextRef="#ctx0" brushRef="#br0" timeOffset="99870">18768 11662 13928,'-46'-42'1305,"0"1"0,0 0 0,-1 4 0,-1 3 0,-1 6-1063,2 10 1,-2 4 0,0 7-523,-2 4 1,-2 6-1,1 7 362,7 3 1,-1 4 0,0 5 0,1 3-271,3 2 0,0 4 1,0 3-1,0 2 1,1 1 207,-3 7 0,-1 2 0,2 2 0,0 2 0,3 1-141,6-6 1,1 2-1,1 1 1,2 0 0,1 1-1,3 0 111,-2 7 0,2 1 0,3 1 0,4-1 0,5-1-11,3 8 0,6 0 0,5-2 0,6-2-168,7-6 0,4-2 0,6-3 1,4-3 144,5-6 1,6-3-1,2-3 1,3-4 16,4-3 1,3-4-1,2-4 1,0-3 17,3-4 1,0-4-1,2-4 1,0-3 43,1-5 0,2-5 0,-1-3 0,-1-3 47,-1-4 1,0-4 0,-1-3 0,-1-3-81,0-4 0,-2-4 0,-1-3 0,-3-2 119,-2-1 1,-1-3 0,-3-2 0,-3-1 20,-4 1 1,-2-1 0,-3-1 0,-4-1 38,-3 2 0,-2-1 1,-4-1-1,-5 1-124,-1-15 1,-8 0 0,-7 1-43,-8 1 0,-7 1 0,-8 3-50,2 17 0,-5 1 0,-3 3 0,-3 2-107,-3 2 1,-4 3 0,-2 3 0,-2 2-378,-1 4 1,-2 3 0,-2 3 0,1 2 518,-15 1 0,-1 3 0,6 2 0,2 0 0,7 3 0,13 6 0,0-1 0</inkml:trace>
  <inkml:trace contextRef="#ctx0" brushRef="#br0" timeOffset="102687">15342 11521 18151,'4'3'1720,"40"13"-1603,6 2 1,7 4-100,-9-2 1,3 2 0,2 0-360,-8-2 1,0 1 0,2-1 0,1 1 421,4 2 0,1 1 0,1-1 1,1 0-242,2-1 0,1-1 0,1 0 0,-1 0 182,0-2 1,0 0-1,0 0 1,-1-2-12,-3 0 0,-1-2 0,-1 0 1,-1 0 82,8 3 1,-2-1 0,-3 1-65,-8-3 0,-1 0 0,-3 0 70,9 4 1,-2-1 14,-8-4 0,-2-2 324,-5-3 0,-1-1-220,20 2 945,-17-4-984,-16-2 272,-8-3-352,-1 1-27,5 0 45,2 0-6,3-1-67,-5-1-6,-1 0 17,-5 0 73,-1 0 22,-4 0-1367,-8-2-6379,-7-4 6747,1-1 0,0 1 0,8 3 0</inkml:trace>
  <inkml:trace contextRef="#ctx0" brushRef="#br0" timeOffset="114501">12322 10011 15984,'47'-33'424,"0"1"1,0-1-1,-6 4 1,0 2-1,3 5-344,6 7 0,3 5 1,1 0-600,7 0 0,2 1 1,-1 1 542,-4 0 0,0 1 1,2 1 10,-3 1 0,4 0 0,-1 1 0,-3 2-5,-1 1 0,-3 1 0,0 1-23,3 1 1,0 0-1,-1 2 187,-5 1 1,-1 2 0,1 3-96,6 6 0,2 5 0,-4-1-53,-11-6 1,-2 1 0,0 3 9,15 10 0,1 6 0,-8 2 30,-8 8 1,-6 3-31,0 0 0,-4 2 198,-10-6 0,-9-1 216,-11-7 1,-8-3 27,-32 21-409,12-26 1,-5 0 428,-12-1 0,-1-2-462,14-9 0,1-2 259,-22 8 105,26-19-140,6-8-68,-3-2 264,4-3-296,10 6-376,3 0-286,6 8 560,4 14 79,12 4 50,15 6-5,29-11-166,-24-11 1,3-3 27,20-7 1,3-3-1,-9-2 0,-2-1 40,3-3 0,-4-4 134,-12-2 0,-8-3 114,0-16-37,-12-5-108,-18 11-146,-3 12-487,-2 10-1170,1 6 1596,-11 16 0,10-8 0,-8 8 0</inkml:trace>
  <inkml:trace contextRef="#ctx0" brushRef="#br0" timeOffset="116667">15316 9950 13149,'0'-3'3478,"-2"-26"1,0-8-2611,-3-6-622,-1-6 1,-2-2-40,0 17 0,-4 2-120,-7-5 0,-5 1-25,-11-4 0,-7 3-16,7 11 1,-3 1 0,-2 1-126,-4-1 1,-1 2-1,-2 1 114,2 1 1,-2 2 0,1 0-25,1 1 0,-1 1 0,0 1 17,3 0 0,-1 1 0,-1 0-39,-2 1 0,0 1 0,-1 1 16,-2 0 1,0 0 0,-1 1-3,-1 1 1,0-1 0,0 1 9,1 1 0,0 0 0,0 0 7,4 1 1,0 0 0,0 1-23,3 0 0,0 0 0,0 1 5,-18-1 0,-1 2 11,-1 1 0,-1 1-13,20 2 1,-1 0 0,0 2-15,2 0 0,0 2 0,0 0 7,-17 2 1,2 1 5,9 2 0,3 1 16,5 1 1,2 1-34,3 0 1,0 1 16,-1 1 0,0 0 8,-1 1 1,0 2 164,2 0 1,1 3-177,1 1 0,3 2 6,3 3 0,2 3-9,3 2 1,1 2-9,1 4 0,2 1 33,2 1 1,1 1-18,2-3 1,3-1 25,-4 24-16,10-18-40,4-14 72,1-8-60,0-6-40,0-4 56,2-3-12,-1-3-27,1 0 28,3 2 22,12 13 6,-1-5-11,4 4 5,-6-9-11,-8-5 11,1 5 6,-3 3-40,0 1 152,0-1 437,-1-4 436,-1-5-515,-9-5-425,-14-9-73,-23-15 0,-5-6 8,15 11 0,0-2 21,-7-5 1,-4-4 0,9 6-2,-2-4-6,3 1-543,35 27 67,0 10 493,5 7-17,6 24-5,4 5 44,6 12 40,6-11 89,23-6-112,-10-27 0,7-3 1,0-1-63,9 3 1,2-2-3,-8-4 1,2-1 0,-6-1 41,19 2 246,-35-3-106,-21-1-34,-11 1-162,-8-1 8,-19 1 0,-8-1 25,-6-1 1,-5-5 9,-9-10 0,-7-7 0,5 3-29,5 6 0,3-2-9,9-7 0,-1-3 1,12 5-130,12 8-156,8 3 11,8 9 257,1 31 23,11-11 51,19 25-135,15-24 84,12-1 0,0-1 0,-10-4 0,-7-3 0,1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42:55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2054 2941 20655,'-15'-41'997,"-1"0"0,-8-8-885,33 105-258,-6-8 1,0 5-485,1-5 1,0 2 0,0 1-2648,0 2 0,0 0 0,-1-2 2992,0 6 0,0-5 0,1-13 0,-1-9 0,0-14 0</inkml:trace>
  <inkml:trace contextRef="#ctx0" brushRef="#br0" timeOffset="602">2301 3187 15782,'19'-46'1681,"-1"0"1,0 0 0,8-15 0,-10 17-1643,-17 37 68,-17 37-1,-15 21-25,8-16 0,-3-2 135,2-5 0,-1-8 293,-17-12-117,27-56-261,21 8 1,7-2-31,3-3 0,4 2-79,1 8 1,4 8-40,29 13-5,-6 35 13,-9 8 1,1 7 5,3 1 0,1 1-17,4 3 1,2-2 16,-4-8 0,-1-6 39,-6-8 1,-1-9 19,24-28-34,-33-7 1,-5-10 13,1-12 1,-5-7 0,-8 15 0,-2-3 1,-1 1 82,1-18 1,-4 2-23,-3 11 0,-3 4-42,-3-8-432,-2 30-492,5 30-6687,13 30 7555,-3-4 0,3 2 0,-7-24 0</inkml:trace>
  <inkml:trace contextRef="#ctx0" brushRef="#br0" timeOffset="1417">3271 3086 17496,'-1'-3'5377,"0"1"-5355,2-7 51,13 30-39,9-5 27,16 24 264,-4-16 56,1-31-90,-11-30-123,-15 4 0,-3-4 95,4-26 146,-15 0-190,-9 37-225,-16 20 17,-11 35-31,18-3 1,4 8-63,9 8 0,6 6 0,2-2 12,1-2 0,5 0-17,9 18 0,10-6-84,6-29 0,6-9 90,4-6 0,3-9 103,16-10 1,1-12-186,-11-8 0,-4-9 250,-3-6 0,-7-5 50,-13 1 0,-7-1 53,-6 9 1,-3 3 5,2-19-89,-9 23-118,-5 41-1,-5 20 250,3 2 1,0 5-480,1 12 0,4 1-619,2-2 1,5 0 859,12 4 0,3-4 0,1-6 0,12-12 0</inkml:trace>
  <inkml:trace contextRef="#ctx0" brushRef="#br0" timeOffset="1618">4276 2844 13340,'-4'-4'5512,"1"1"-6807,-48-4 1295,38 23 0,-38-18 0,52 20 0</inkml:trace>
  <inkml:trace contextRef="#ctx0" brushRef="#br0" timeOffset="2890">4741 2900 21999,'-46'6'202,"-1"0"1,0 0 0,-5 8 0,0 4 0,9 8-228,3 27 0,10 4 8,-1-12 0,9-1 42,15 5 0,15-8 261,25-25 151,17-19-9,-21-16 1,-2-9-138,-3 0 0,-3-2-117,1-3 0,-3-1 78,3-11-269,-12 31-17,2 40 31,-4 17 1,-3 11-4,-1-12 1,0 3-1,-2 2-234,-2 1 1,0 2 0,-4 3 0,-4 1 48,-4 1 1,-4 2-1,-4 1 1,-2-1 0,-1-1-20,-3-1 1,-2-1-1,-2-1 1,-1-1-1,1-1 216,3-4 1,0 1 0,0-2 0,-1-3 0,-2-4 34,-17 13 0,-2-6 0,15-31-255,22-44 1,13-19-622,10-5 1,11-8 0,2-1 407,-4 14 0,3-2 0,1 0 0,3-1-158,1 1 1,3-1 0,1-1 0,1 1 0,-1 2 386,3-1 1,-1 3 0,0 0 0,0-2 286,-3 2 1,0-3-1,1 0 1,-2 1 0,-1 2 162,2-2 0,-2 2 0,0 0 0,-1 0 364,-1-2 0,1-2 0,-2 2 0,-3 5 443,3-7 0,-3 6-673,-8 8 0,-1 15 569,3 40-918,-11 23 1,-6 17-1,-1 2-43,-1-4 1,-1 0 0,-1 5-750,0 0 0,0 5 1,-1-1-1,-2-3 758,-2 0 1,-2-4 0,1-3 412,-2 10 0,3-8-10,6-19 0,8-11-9,23-23-302,3-28 1,2-11-38,9-8 1,2-4-26,-6 7 1,1-2 0,-2 2-3,0 0 0,-2 2 11,1 0 0,-5 11-30,-9 24 3286,4 25-3287,5 29 102,-8-17 1,2 0-95,8 2 1,4-3-17,1-7 0,4-8 53,13-11 0,1-12 5,-8-13 1,-5-12-21,-10-1 0,-2-7 0,-5-3-104,-5-6 1,-5-5 0,-4 0 93,-2 0 1,-3 0 0,-3 2 49,-2-17 0,-6 8 9,-11-1-90,0 50 5,3 34 1,4 16-73,0 21 0,5 6-311,2-17 0,2 2 0,2 0 41,1 1 1,1 1 0,4-3-1037,5-6 1,2-2 0,1-5 1372,5-1 0,0-5 0,11 13 0,-15-31 0</inkml:trace>
  <inkml:trace contextRef="#ctx0" brushRef="#br0" timeOffset="3102">5836 3199 22957,'53'-11'-1342,"0"-1"1,0 1-1,0-1 1,8-3-1,-3 0 1,-5 5 1341,-3 6 0,-7 2 0,0-2 0,-39 3 0</inkml:trace>
  <inkml:trace contextRef="#ctx0" brushRef="#br0" timeOffset="4742">1957 2993 9184,'1'-4'8177,"-1"0"-7046,5-27 1,0-8-73,-6 7-597,5-15 0,0-3 289,-6 0-68,4 6-493,-1 11-128,1 21-219,-2 11 180,3 8 16,5 15-22,0 14 39,1 25 0,-12-16 0,-3 2-14,1-2 0,0 2-12,-5 15 1,0 2 5,4-10 1,3-1 8,-1 6 0,2-2-3,1-10 0,1-1 44,0 9 1,-1-2-14,-3 12-40,2-25 1,0-2 89,-2 11-5,1-15-62,2-5 112,2-18-118,-1-8 34,1 0-11,-1 1 258,0-1-214,1 1 80,4-18-1099,5-14-4733,8-13 4787,0 1 0,-5 16 0,-7 14 0</inkml:trace>
  <inkml:trace contextRef="#ctx0" brushRef="#br0" timeOffset="5447">2259 3081 7083,'4'-7'9830,"0"2"-6727,-4 5-1193,15-44-1568,-11 33-28,11-33 313,-15 43-448,-1 1-16,-6 5-57,-9 17 17,-13 24-67,9-9 0,-1 4 33,-6 12 1,0 5-6,4-8 0,0 3 0,1-4-39,-2 4 0,1-3-26,0 3 1,2-5 159,-7-2-22,2-1-34,0-2 45,4-5-44,13-23-24,2-5 103,-9 8-159,2-7-94,-1 4-6038,17-16 6088,3-3 0,5-4 0,-5 4 0</inkml:trace>
  <inkml:trace contextRef="#ctx0" brushRef="#br0" timeOffset="7018">7582 3034 17468,'-21'-48'1424,"0"0"1,6 5-1,-3 13-1402,-11 36 20,8 17 0,1 8-36,0-1 0,2 3 8,-3 11 0,4 1 165,9 8 230,17-20 23,26-40-99,-12-16 0,-2-8-19,11-26-236,-22 23 0,-8 2-72,-18 2-118,-11 18-202,-2 26-1630,-2 31-2972,19-12 1,1 3 4428,1-3 1,3-1-1,2 14 1,5-32 0</inkml:trace>
  <inkml:trace contextRef="#ctx0" brushRef="#br0" timeOffset="7354">7524 3363 13659,'-7'6'6481,"1"-1"-6193,-26 16 0,-3 9 171,20 12-291,-14-3 0,7-1 124,44 3 168,22-22 413,-3-38-16,-21-24-667,-25-6-159,-17 22 0,-7 6-3994,-25 2-5582,8 18 9545,26 7 0,17 4 0,7-4 0</inkml:trace>
  <inkml:trace contextRef="#ctx0" brushRef="#br0" timeOffset="8967">2277 4633 18078,'22'-22'406,"11"10"1,11 3-356,-1 5 1,8 1 0,5 1 0,3 0-949,-2-2 1,4 1-1,3-1 1,3 1-1,1-1 1,1 0 881,-14 1 1,0 0 0,1 0-1,2 0 1,0 0 0,2 0-1,1-1 1,2 1 0,2-1-52,-9 1 1,2 0 0,2-1 0,1 0-1,2 0 1,1 0 0,1 0 0,-1 0-1,1 0 1,-1 1 0,-2-1 0,0 0-1,-3 1 1,-1-1-93,7 1 1,-3-1 0,-1 1 0,-1 0 0,-1-1 0,0 1-1,0 0 1,2 0 0,1-1 0,2 1 88,-3-1 0,2 1 0,2-1 0,1 0 0,1 1 0,1-1 0,-1 0 0,0 0 1,-1 0-1,-2 1 0,-2-1 0,-3 1 0,-2 0-4,7 0 0,-3 0 0,-3 0 1,-2 0-1,-1 1 0,0-1 0,-1 1 1,1-1-231,5 0 0,0 0 1,0 1-1,-1-1 1,-2 0-1,-1 1 1,-3-1 302,7 0 0,0 1 0,-3-1 0,-6 1 0,-8-1 0,1 1 0,-11 0 0,-7-1 0</inkml:trace>
  <inkml:trace contextRef="#ctx0" brushRef="#br0" timeOffset="10571">4732 5519 18672,'-5'-40'1722,"1"1"1,-5 25-1698,5 42 0,2 20-14,-1-1 1,-1 3 7,-1 12 1,-2-2 173,1-19 0,1-3 877,-2 24-236,1-35-565,5-56-82,0-8 1,1-7-101,-1-5 0,0-1-28,2-6 0,1 2 8,0 8 1,1 7-220,1 9 158,2 21-6,-5 59-124,-4-12 1,-1 5-1081,1 15 0,1 2 1204,4 0 0,1-4 0,-4-18 0,2-5 0,14 8 0</inkml:trace>
  <inkml:trace contextRef="#ctx0" brushRef="#br0" timeOffset="10955">5264 5669 16611,'-47'2'2193,"1"0"1,-3 0 0,11 0-1947,26-2-203,-4 2 141,30-2-112,23-1-11,24-5-32,-19 1 1,-1-2-3,22-5-17,-13 2-375,-34 6-6139,-5 5 6503,-8 0 0,2 1 0,-3-1 0</inkml:trace>
  <inkml:trace contextRef="#ctx0" brushRef="#br0" timeOffset="11869">6610 5470 12836,'1'-6'4035,"3"-26"1,-1-3-3135,-3 17-491,-22 9-321,-6 64-75,8-17 0,2 4 3,9 3 0,3 4 0,5-8 39,9 6 25,-1 5 0,8-9 490,40-39-347,-24-14 0,1-7-11,8-8 0,-3-6-9,-2-12 1,-6-2-18,-9 12 1,-5 2-182,0-16-3454,-43 88 3442,12-1 9,-4 10 0,7 4-26,14-16 1,8-2 36,5 7 0,11-11 89,31-28 1,5-16-71,-26 8 1,-2-8 16,3-16 1,0-12-1,-11 0 1708,-18-1 0,-8-2-1705,0-5 1,-4 1-35,0 11 1,-2 5-228,-5-4-1030,4 43 1238,16 28 0,5 7 0,-8-5 0,6 0 0,1-1 0</inkml:trace>
  <inkml:trace contextRef="#ctx0" brushRef="#br0" timeOffset="12543">7508 5781 17904,'0'-5'6235,"-1"-26"-6118,26 13 1,5-1 33,-14-11 0,1-2-106,17 12 0,-5-4 389,-20-42 0,-23 12-406,-49 66-42,29-30 0,3 6-1,1 36 0,4 21 1,9 2-58,16 6 1,13 5 0,1-6 32,-4 1 0,12-8-55,15-17 0,16-4 0,2-6 1,-6-12 129,5-17 0,-2-17 78,-11 1 1,4-7-1,1-4 1,-4-1-1,-8 5 51,1-14 1,-8-1-122,-3-2 1,-2-3 0,-10 16-151,-13 25 100,-2 20 9,-3 23 0,0 8-6,2-1 0,2 4-449,4 10 0,3 8 0,2-5-4464,5-2 1,3-4 4881,4 6 0,1-9 0,6-17 0,-17-23 0</inkml:trace>
  <inkml:trace contextRef="#ctx0" brushRef="#br0" timeOffset="12763">8414 5341 22464,'-23'-5'-1061,"-2"-12"1,36 41 0</inkml:trace>
  <inkml:trace contextRef="#ctx0" brushRef="#br0" timeOffset="13476">8969 5613 12595,'8'-3'9247,"-1"0"-7942,-7 3-549,-19-76-392,-15 48-263,3-14 0,-7 7-76,-1 34 0,-3 12-28,-2 5 1,1 7-7,6 5 1,5 6-17,7 1 0,8 2 64,18 27 73,41-22 112,8-28 252,11-36 28,-27-24-112,-8-12-196,-10 10-341,-8 20 117,-2 27 50,2 54-11,-3 4 1,-3 9-400,0-18 0,-1 2 0,-3 4 318,-3 4 0,-2 4 0,-3 1 0,-3-2-94,-4-4 0,-2-2 0,-3 0 0,-3-1-604,-3 3 1,-4-1-1,-1-2 1,0-5 819,-2 2 1,-1-5 0,-2-13-37,-12-9 1,9-22-362,30-40 1,16-18-818,5 4 1,7-6 0,4-1 1108,2 5 1,3-2 0,1 1-1,-1 5 1,-2 2 0,-1 3-1,1 3 1,9-9 0,0-1-1</inkml:trace>
  <inkml:trace contextRef="#ctx0" brushRef="#br0" timeOffset="14290">9320 5272 22615,'39'-44'964,"-10"23"-978,-27 60 0,-9 21 14,1 2 0,-1 3 3,0-10 1,-1 2 0,-1-1-3,1-3 1,-1-1 0,0-3 37,-4 12 1,2-7 1074,-3 9-357,10-47-2344,16-44 0,5-16 1621,-2 5-236,7-6 1,8-9 0,-2 9 229,7-4-17,-10 16 0,5-4 1,-1 7-46,25-5 23,3 11 0,-6 43 1528,-31 7 0,-4 7-1534,4 14 1,-3 3 538,-3-6 1,1-1-518,7 7 1,2-7 16,7-8 0,-1-20 1,3-10-4,-5-17 1,0-11-7,1-8 0,0-8 1,-2 1-17,4-6 0,-4-3 18,-4-3 0,-2-7 0,-5 3 97,-6-9 0,-3 2-45,0 4 0,-2 1 22,-3 0 1,-2 6 45,-3 3-208,-1 19 56,-7 45 0,-2 21 1,2 10-190,0 2 0,1 5 191,0 2 0,2 4 0,3 0-196,5-4 0,3-1 1,1 0-267,-1-2 0,2-1 0,2-1-2682,3-5 0,2-2 0,0-4 2516,-2-7 1,0-5-1,7 3 1,-13-30 0</inkml:trace>
  <inkml:trace contextRef="#ctx0" brushRef="#br0" timeOffset="15470">10024 5618 23735,'60'-19'-163,"0"1"1,0-1 0,-5 2 0,-1 0-1,-5 7 15,-1 12 0,-3 2-26,4-7 0,-4-3 292,2-9 190,5-8 532,-30 1-336,-22 11-493,-3 5 84,-30 28-44,6 12-46,-7 15 15,30-16 0,7 0 92,18 3 33,8-17 1,5-8 55,17-21-1634,-15-15 1,-5-6 1511,-3-5-1001,-15-9 1,-9 1 1089,-14 17-78,-7-18-74,-16 39 7,-9 24-57,-6 19-19,20 11 0,7 7 27,9-13 1,5 2-85,5 0 0,5 3 0,7-5-75,15 4 0,9-7-56,12-2 0,8-7 34,6-10 0,4-9 179,-21-9 0,1-4 0,-1-4 50,18-8 1,-3-8 131,-3-11 0,-6-6 162,-11-1 0,-6-2-162,-7 5 1,-7 0 41,-10-17 2140,-33 33-2364,-29 29 2,18 7 1,0 8 0,-3 11 0,5 6-9,5 4 1,10 2-29,11-1 0,10-3 26,14-8 0,8-7 36,31-7 1704,-14-27 0,0-15-1661,-13-6 0,-2-9 0,-2-2 2,3-6 0,-2-3 0,-2-1 25,-1-4 1,-1-1 0,-4-2 59,-2-5 1,-3-2 0,-3 5-27,-1 0 0,-3 3 52,-1-3 1,-2 6-62,-1 11-235,-1 23 96,1 49 35,-2 2 1,-1 9-2,-2 3 0,0 9 0,-1 2 1,1-3-61,0 2 1,1-2 0,0 5-1512,0-7 1,-1 7-1,0 0 1,1-3 0,1-8 1580,2 11 0,1-7 0,-1 1 0,0-11 0,1-29 0</inkml:trace>
  <inkml:trace contextRef="#ctx0" brushRef="#br0" timeOffset="16652">13004 5244 14897,'11'-43'2365,"0"0"1,-2 4-1,-10 11-1983,-27 27-114,-23 33-167,15 2 0,-1 11-55,10-5 0,-1 7 0,2 2 1,4 0-1433,-1 7 1,5 0-1,1 2 1386,4-10 0,-1 3 0,3-2 0,6-5 0,4 8 0,13-7 368,13-11 1,9-2 0,1-7-232,8-9 1,1-4-26,15 12 0,-1-8 5,-11-24 1,-8-12-57,-20-8 1,-8-6 13,-4-5 1,-5-3 1757,-3-5 1,-2 0-1753,2 10 0,3 1 8,6 2 1,6 3 45,30-4-102,0 12-25,-9 20 1,-2 9 19,9 28-25,-17-4 0,-4 5-1705,-10 14 1,-6 1 1692,-4-6 1,-1-2-54,-3 5 1,2-2-964,10 10-4621,32-14 5078,11-20 1,-6-14 0,-18-7 0</inkml:trace>
  <inkml:trace contextRef="#ctx0" brushRef="#br0" timeOffset="18038">13715 5655 16536,'-8'-49'1502,"0"1"1,12 9 0,5 8-161,2 17-1341,21 36 1,13 24 0,-6-2 110,-15-15 0,-1 3-121,4 5 1,5 9 0,-3 1 0,-10-6 175,-15 2 1,-8-3-121,0-2 1,-6-5 1049,-35 5-812,16-64-223,27-14-34,18 5 0,12-1-26,19 1 1,7 5 107,-5 4 1,2 4-119,-3 4 1,2 2-1,-4 3-1680,-4 3 1,-3 1 1704,3 1 0,-4-2 240,1-5-105,-30 2-152,-23 2 0,-24 13-17,6 12 0,-1 6 22,5 2 1,2 3-9,-2 8 1,4 4-35,10 0 1,7 1 3405,3 17-3335,30-22 0,11-9 78,27-27-70,-14-6 0,-2-9 17,-16-10 0,-7-10-1327,-4-20 1,-7 0 1423,-2 3-195,-8 11 0,-3 16-157,-5 44 224,-2 19-42,2 0 0,1 5-174,0 4 1,3 4-642,7 11 0,4-1-211,-1-13 1,6-5-781,14-5 0,6-9 1769,7-18 342,-6-24 1,-1-11 587,-7-12 1,-4-4-110,1 2 0,0-2 1704,0-6 1,-4 5-1904,-1 0-11,-11 24-509,-18 44 13,-3 14 1,1 11-45,2 1 1,1 7-1,1 0-194,-1-3 1,1 0 0,1 2 171,1 9 0,1 1 1,1-5 9,0-1 1,-1-7 178,2-12 1,-2-7 42,-2-8-1792,5-53 1,1-16 1572,2-5-40,0 4 0,2-12 0,1-3 0,0 9 51,2-2 1,2 1-18,0-10 1,2-7 0,3 6-1,7 1 1,4 6 140,-1 10 0,4 4-183,13-1 1,4 7 5,-11 15 1,1 11-26,20 23 0,-4 15 53,-27-2 0,-7 4 25,-1 19 1,-15 0 1645,-28-16 0,-13-7-1713,-14-7 0,-5-8-451,1-5 0,3-7-132,18-6 1,4-2-1,-6-3 1,44-3-1</inkml:trace>
  <inkml:trace contextRef="#ctx0" brushRef="#br0" timeOffset="18574">15678 5453 21994,'7'-43'1350,"-1"0"0,5-20-954,-12 79-366,-1 15 1,1 10-25,1 10 0,1 5-12,-1-6 0,0 2 1,-1 3 7,-4-1 1,-1 3 0,-1-1 0,1-3 15,0-3 1,0-3 0,-1 1 48,-3 5 0,-2-1 1,1-10 685,1-9-594,32-69 1,10-20-3402,-6 10 3266,0 2 0,6-9 0,-1 9 80,-4 13 0,1 6-73,7-8 0,4 4-29,1 7 1,1 7 25,-4 10 0,0 10-1173,2 14 1,-4 8 1144,-11-4 0,-4 4 1072,3 24 0,-7 5-2252,-9-16 1,-4 0 1190,0 5 0,0-2 0,-3 4 1,0-27-1</inkml:trace>
  <inkml:trace contextRef="#ctx0" brushRef="#br0" timeOffset="19966">4628 7231 15664,'31'11'3714,"-12"16"-3160,-30 33-207,-1-28 1,-3-2 100,-5-2 0,-4-4 801,-29 1-790,12-28-212,11-31-141,27-5 1,9-5-32,6 2 1,5 0 2,8-10 1,6 4-74,-4 18 1,3 6-12,4 5 1,1 10-29,23 40 17,-18 19-25,-28 5 0,-12 6 0,-15-2 0,-14 3 0,2-13 0,-8 2 0,-3 1 0,-1-4 64,1-7 1,-1-3-1,-2-2 1,1 0 6,3 0 0,-1 1 1,1-4-1,-1-8 164,-24 1 1,10-21-43,27-40-106,19-2 0,10-1-17,13 4 0,8 3-28,9 3 0,5 6-14,6 12 0,1 12-110,12 23 1,-3 10-76,-16-9 1,-3 4-383,-7 1 0,1 4 0,-2-3 581,3-1 0,-2-3 0,5 10 0,4-9 0</inkml:trace>
  <inkml:trace contextRef="#ctx0" brushRef="#br0" timeOffset="20239">5148 7622 15905,'0'-4'5847,"0"1"-5488,32-17 0,12-1 111,-6 11 48,9-13 0,-2 4-445,-24 19-73,-9 0-2308,7-3 2308,1 0 0,2 0 0,-6 0 0</inkml:trace>
  <inkml:trace contextRef="#ctx0" brushRef="#br0" timeOffset="21026">6040 7522 12752,'18'-55'3263,"1"0"1,-2 3 0,-4 10-2889,-10 25-426,-2 19 124,-11 50-76,1-7 1,-1 7-4,2-9 0,0 4 1,1-1-1,2 2 0,2 0 1,3-2 8,8 12 0,8-7 162,9-14 0,8-11 101,11-20 0,4-13 25,1-16 0,-3-11-187,-13 3 1,-3-6 0,-2-4 46,0-10 0,-2-5 1,-4 2-16,-6 11 1,-4 1-1,0 2-1871,4-15 0,-3 9 1448,-9 11-1040,-4 50-3573,3 19 4332,12 14 1,-8-13 0,6-10 0</inkml:trace>
  <inkml:trace contextRef="#ctx0" brushRef="#br0" timeOffset="21474">6729 7521 14745,'3'34'1983,"0"-1"0,-9 13 0,-5 5 0,2-1-1966,0 8 0,0-2 1072,-9 17 0,7-29-680,26-78-241,8-12 0,6-7-120,0 5 0,3 1-4,-4 9 1,3 1 0,-2 5-34,-5 6 0,2 6 11,14-2 1,-2 12-40,-3 29 6,17 12-12,-34 2 1,-6 5-309,0 0 1,1 0-1174,4 2 1,4-2 1503,9-8 0,1-4 0,5 3 0,7-19 0</inkml:trace>
  <inkml:trace contextRef="#ctx0" brushRef="#br0" timeOffset="22174">7672 7618 20386,'15'-53'1478,"0"0"1,-1 2 0,-5 17-1518,-9 32 44,-8 18 6,-11 23-15,7 1 1,-2 9-1,2-5-2,-1-9 1,3 0 5,-1 10 0,2 5 0,13-10 39,21-14 0,9-9 129,25-2-34,-4-27 1,-1-14 44,-14-15 1,-7-6 61,-3 3 0,-7 4-275,-14 4 17,-31 63-1707,-1 21 0,4 9 1710,11-12 0,4 1 3,0 6 0,9-5 16,21-13 1,7-10 5,24-9-5,3-6 47,-4-37 0,-4-17-1128,-24 1 0,-3-4 1104,4 6 1,2-3 0,-8 0 1168,-12-16 1,-10 3-1187,-7-6-141,-10 22-308,11 31-1860,9 36-7534,21 18 7638,-11-3 1,10-5-1,-20-32 1</inkml:trace>
  <inkml:trace contextRef="#ctx0" brushRef="#br0" timeOffset="22843">8664 7699 23276,'-34'30'1053,"59"-3"-1008,9-14 25,16-10 0,3-11 78,-24-7 1,-3-6-40,7-6 0,-3-5-1704,-6-6 0,-8-2 1721,-9 3 0,-8 1-59,-16-19-27,-17 27-46,-9 38 0,-4 15-11,1 10 1,2 8-757,9-3 0,1 4 0,7 2 754,8-3 1,7 2-1,9-1-190,13-2 0,9-1 0,6-5-35,19 5 1,8-9 49,8-7 1,2-10 1158,-8-11 1,-2-10-991,0-12 0,-2-8 170,-5-6 1,-2-4 44,-5 0 1,-4-1 47,-9 1 0,-5 1 574,-5-12-347,-9 19-448,-3 8 185,-3 23-179,-9 39-6,0 4-71,1-4 1,1 3-843,5-2 0,3 0-3776,5-6 1,2-2 4103,14 24 1,-2-35 0,-10-18 0</inkml:trace>
  <inkml:trace contextRef="#ctx0" brushRef="#br0" timeOffset="23023">9713 7502 21063,'-19'-40'-778,"0"-1"0,-5-6 778,39 77 0,-5-5 0,4 3 0</inkml:trace>
  <inkml:trace contextRef="#ctx0" brushRef="#br0" timeOffset="24294">10220 7647 14387,'0'-3'8525,"0"0"-8200,-34-23 0,-16 1-180,-10 28-140,18-8 1,-6-2 0,5 11-12,-4 29 1,8 15-1,14-10 1,3 4-1,3-2 25,-1 3 1,7-2 128,12 3 1,11-10 187,42-36-129,-13-10 1,2-7 86,3-12 0,-2-5 36,1-3 1,-4 1-188,-14 9 0,-3 3-149,5-6 17,-22 61-11,-2 7 0,-4 10-14,-4 0 0,-2 7 0,-2 3 0,1-3-121,0 5 0,1-3 0,-6 7-136,-4-8 0,-6 6 0,-3 4 1,-1-2-1,0-3 0,2-9-146,-4 2 0,0-8 0,-5 2 387,1-4 1,-5 6 0,-1-2 0,-1-6 0,5-14-100,-11-11 1,6-17-301,7-16 1,12-12-52,23-8 0,14-9 0,7-1 23,6-1 1,8-2 0,4-1 0,-1 2 40,-2 3 0,0 1 0,2 1 0,2-3 247,-3 6 0,3-2 0,1-1 0,0 1 0,-2 2 0,-4 3 176,8-8 1,-4 5 0,2-5 105,-8 8 0,2-5 0,1-1 0,-3 1 0,-3 4 333,0-3 1,-5 3-1,1-1 379,1-4 0,-1-2 1,-2 5-202,1 0 1,-5 5 325,-2-2-956,-22 53-5,-4 17-1209,-4 26 0,-2 9 1248,3-8 0,-1 3-3,2-15 0,-1 4 0,-1 1 1,2-4-21,-1 4 1,0-2-1,1-2 17,0-2 1,-1 0 0,2-5 91,-2-3 1,5-7 917,13-7-875,30-56-90,-11 3 0,4-4-19,3 1 1,3-2 0,-3 1 1652,1-2 1,0 2-1655,9-4 1,-1 10-3,-5 18-22,14 37-23,-6 14-9,-23-14 1,1 0 27,10 0 1,1-7 31,23-11-29,-21-9 0,0-7-14,0-18 1,-4-10 8,-1-14 0,-3-6-4,-9 15 0,-2-1 0,-1-3 43,1-13 0,-3-4 0,-3 2 31,-5 15 1,-1 1 0,-2 0 125,0-23 0,-3 6-241,-5 5-140,-21 55 179,8 32-39,-8 23 0,0 9 17,8-10 0,4 2-133,1 4 1,2 5 0,5-3 68,9-12 0,4-2 1,3-1-477,3 2 0,3 0 0,5-5 5,19 9 1,2-9 0,-18-16 0,0-6-1,18 2 1</inkml:trace>
  <inkml:trace contextRef="#ctx0" brushRef="#br0" timeOffset="25504">11297 7712 21864,'49'3'-487,"0"-1"0,10 4 0,1 1-466,-1 4 1,0 1-703,4-2 0,0-4-1059,-4-7 1,-3-4 2430,-15 0 0,-4-3 4747,19-14-1215,-52 11-891,-24 4-1227,-18 13-3420,2 17 2698,14 6 85,13 19 43,33-6-391,2-11-71,5-17 1,4-8 22,0-11 0,-1-7-17,0 2 0,-3-7 67,2-20 1,-9-5 3473,-15-14-3508,-18 15 1,-9 4-8,-15 10-71,-3 18 1,-1 9-43,-12 30-14,15 6 1,4 8-43,13 11 1,8 4-29,-2-6 0,16 0-1144,25-17 1,18 2 0,10-2 0,1-4-1,-8-6 354,-1-5 1,-2-7 0,6-1 614,4 4 0,9 3 1,3-2-1,-4-5 0,-9-10 478,-6-13 0,-7-8 0,-4-3 255,11-10 0,-8-9 975,-16-7 0,-5-7 0,-7 6-1222,-7 13 0,-8 2 202,-16-19 0,-16 13-143,-21 45 1,-8 21-1330,16-4 1,0 6 0,2-1 1037,-11 6 0,9 5 230,14 14 0,18-2-169,39-7-19,2-23 0,6-7-1,14-19 1,2-12-3,-5-2 0,-1-9 35,-5-8 1,0-8 0,-5-5-654,-6-6 0,-5-6 0,-1 4 642,-3 14 0,-1 1 1,-3-3 761,-3-2 1,-3-5 0,-1 1 0,-3 7-302,-4 2 0,-2 4-323,2-11 0,-1 3-66,-2-2-309,-2 49 207,-2 29-19,-2 10 1,0 13 0,0 1-6,1 5 0,0 1 1,1 2-11,0-14 1,0 0 0,0 1 0,2 1 287,2 3 1,0 2 0,1-2-1,2-7-276,3 6 0,1-5 0,-2 1 0,1-4 0,3 0 0</inkml:trace>
  <inkml:trace contextRef="#ctx0" brushRef="#br0" timeOffset="26672">14193 7735 8707,'27'-53'3276,"-1"1"1,-4 3 0,-4 3-140,-7-3-2638,-14 18-236,-26 24-132,1 21 1,-5 10-87,-6 9 0,-4 7 0,3 0-19,8-8 0,2 0 0,1 4-108,-2 5 1,0 5 0,3 1 0,7-3 75,6 18 0,10-2 34,0 5 1,12 0-28,16-16 1,11-1 0,1-6 37,1-8 1,3-5-9,-1-3 1,4-2 0,-3-10 60,-3-13 1,-4-10 119,13-22 40,-21-24 53,-27 17 1,-5-2 36,-5-24-138,3 28 1,5 3 41,24-10-179,27 9-53,-13 21 0,3 6 3,2 3 0,1 6-6,-2 6 0,-3 5-28,-4 4 1,-3 7-21,-4 13 1,-5 5 27,-5-9 1,-4 1-152,-2 8 1,-3 0-1930,-4 19 2089,20-12 0,-16-16 0,16-16 0</inkml:trace>
  <inkml:trace contextRef="#ctx0" brushRef="#br0" timeOffset="28216">14926 8130 16095,'-12'-57'2641,"0"0"1,1 10 0,5 5-2066,11 5-609,12 28 144,4 22-106,7 23 1,1 9-20,-3-5 0,0 3 6,-1-3 1,1 2-1,-3-2-14,1 4 0,-5-4 128,-1 7 140,-40-29-178,4-22 197,-2-19-231,40 3 0,13-1-1722,8-8 0,4 1 1691,1 1 0,3 2-3,11-2 0,-2 2 3,-18 8 0,-1 1 8,0 0 1,-1 0 161,14-13 23,-32 10-5,-19 1-130,-10 4-72,-6 5 3414,-6 5-3408,-13 14-7,6-1 12,-8 8 0,19-6-22,3 2 22,-4 16 17,-3-4 5,-7 13-27,5-8-29,11 11 45,28 20 28,2-18 85,16 1 128,4-58-96,-8-19-114,-11 7 0,1-2 3,-2-3 0,0 0 89,11-17-55,-5 11-197,-10 23 101,-10 15-5,2 57-2108,-2-18 0,1 3 858,2 11 1,4-1-2244,4-5 0,6-9-6316,26-4 8942,15-52 4165,-33-10 1,-1-12 0,-4 2 537,3-5 0,-4-2-3078,4-16 1,-5 3 423,-8 8-1087,-9 30 3285,3 25-3355,-4 25 0,-2 11 14,0-4 0,0 4-4,-1 4 0,-1 6 0,0-4-11,0 7 1,-1-2-9,0 6 1,-1 0-1,-1-7 1,0-4 235,-1 7-124,-2-18-123,9-69 23,3-3 0,3-7 5,5-15 0,3-7-15,1 5 0,3-4 1,2 2 21,-2 9 1,0 3 0,2 0-27,-2 2 1,0 1-1,3 5 0,8 1 0,3 11-82,25 9 23,3 19 41,-25 15 1,-5 9-14,-9 9 0,-6 4 36,-3-2 0,-11-1 17,-25 3 0,-14-6-14,-8-17 0,-7-8-126,-12-1 0,0-7-1291,7-6 0,6-4 1417,2-9 0,20 8 0,29 9 0</inkml:trace>
  <inkml:trace contextRef="#ctx0" brushRef="#br0" timeOffset="28710">16838 7659 19680,'2'-4'5383,"-1"0"-5316,9 2 39,-15 64-84,0-22 1,0 6-1,-2-1-24,-1-2 0,-1-1 1,-1 3 8,-5 18 1,-3 4-1,2-8 30,1-12 0,0-4 209,-1 0 0,7-8 802,16-19-920,12-33-55,9-17 0,6-7-1719,6 2 1,2 1 1639,-1 0 1,3 5-7,15 3 1,-1 14 0,-20 23 0,-2 7 13,2-1 1,-3 9-1596,-1 33 0,-9 6-253,-13-27 1,-3 1 1541,5 18 1,-4-5-1,-10-18 1,-3-13 0</inkml:trace>
  <inkml:trace contextRef="#ctx0" brushRef="#br0" timeOffset="44430">12660 4380 18134,'48'-38'181,"1"-1"0,0 0 0,-7 8 1,1 0-1,2 0 0,3 0-150,2 2 0,2 1 1,3-1-1,0-1 1,-2 0-269,1-1 1,0 0 0,-1-1 0,-2-1 0,-3 0 503,-1-4 1,-3 0-1,-2-1 1,-3 1 111,5-3 1,-3 1-1,-12-2-421,-13-21 0,-21 6 39,-24 25 1,-11 7 46,-15-5 1,-5 4 131,1 8 0,2 4-115,12 4 1,5 1-588,-8-2 375,47 9 995,44 10-836,-5-1 0,5 3-16,14 6 0,3 5-30,-18-3 1,-1 2 0,-3 3 11,13 14 1,-10 8-309,-21-3 0,-7 7 0,-7-1 334,-8-4 0,-6 1 0,-1-2 0,-1 10 0,-2-5 0,-4-15 0,0 0 0</inkml:trace>
  <inkml:trace contextRef="#ctx0" brushRef="#br0" timeOffset="45531">16518 1135 10780,'-60'-1'1616,"0"-1"1,0 1-1,-2 6 1,0 4 0,2 7-1395,14 5 1,1 5-1,2 3 1,-1 4-600,5 0 1,1 3 0,0 2-1,1 3 1,1 1 398,0 5 1,1 3-1,1 2 1,3 0-1,2 2-21,3 0 0,2 2 0,2 1 1,5 0-1,5-1 21,3 11 0,7 0 1,6-2-1,8-4-67,7-6 1,6-3 0,7-3 0,5-5 88,6-3 1,6-5 0,5-4 0,1-4-16,4-5 1,4-5-1,1-5 1,1-4 59,-1-6 1,2-3-1,-1-6 1,-1-4 34,-3-5 1,-1-4 0,-2-5 0,-2-4-19,-3-6 1,-3-5-1,-2-4 1,-5-2-53,-3-4 1,-4-3 0,-4-3-1,-2 0 44,-4-1 0,-3-1 0,-4-1 0,-4 1-6,-5 3 1,-3-1-1,-4 1 1,-6 1 16,-6-12 0,-7 2 0,-9 5-163,-7 6 0,-9 4 0,-4 5 9,5 13 0,-3 3 1,-3 3-1,-2 3-146,-2 2 1,-3 4 0,-1 2-1,0 4 11,2 2 1,-1 4 0,1 2 0,1 4-602,-13 4 1,1 6 0,5 6 565,8 7 1,3 5-1,6-2 1,2-2 0,7 1-1,12 2 1,0 1 0</inkml:trace>
  <inkml:trace contextRef="#ctx0" brushRef="#br0" timeOffset="46081">16289 1829 17042,'0'-4'4469,"0"0"-4401,-1-12 21,-3 55-70,-2-7 1,-2 5-65,1 11 1,1 8-1,0-1-310,0-5 1,0-1 0,2 1 354,4 7 0,2 0 0,0-8 0,2 15 0,12-11 0</inkml:trace>
  <inkml:trace contextRef="#ctx0" brushRef="#br0" timeOffset="47094">16933 2147 8668,'-3'0'8340,"0"0"-7813,-4-6-326,5 4-161,-5-4 77,7 6 1637,31 4-1508,13-3 1,17-3-603,-19 0 1,10 0 0,6-1 0,6 0 0,3-1 0,0 1 0,-1-1 0,-4 1 0,-6 0 351,4 0 0,-5-1 0,-2 1 1,1 0-1,2 0 0,7-1-68,-5 1 0,8-1 1,3 0-1,4 0 0,1-1 1,-2 1-1,-3 0 1,-4 0-1,-8 1 0,-9 0-44,15-1 1,-12 0-1,-3 2-596,20 1 1,-29 4-1238,-54 0 1949,-33 8 0,36-9 0,2 1 0</inkml:trace>
  <inkml:trace contextRef="#ctx0" brushRef="#br0" timeOffset="48456">19374 1933 7481,'-26'-26'4915,"45"-5"0,11-4 793,-9-16-5728,17 35 0,18 6 0,2 8 0,-14 8 8,-13 14 0,-11 12-41,-7 20 0,-8 13 0,-12-6 51,-12-17 0,-10-5 0,-2 2 39,-6 8 1,-7 6-1,5-4 1,20-10-150,32 2-265,19-36 1,20-9 0,12-8 0,6-5 0,-2-1 0,-9 1-112,-9 1 1,-3-3 0,-1-1-1,1-2 1,4-3 325,-2 2 0,8-2 1,3-1-1,1-2 0,-4-1 1,-7-2-1,-10-2 1,-14 0-587,-15-17 0,-19-5 0,-6 1 0,3 5 755,13 0 1,-1 4 0,-16 4 18,-19 12 1,-18 1 0,-13 4 0,-6 2 0,-1 4 0,4 4 0,10 5 41,1 5 1,5 7 0,1 5 0,-9 2-56,10-3 1,-5 2-1,-5 2 1,-3 0 0,0 2-1,0 1 1,4 2-1,4 1 1,6 2 67,-5 6 1,5 3 0,4 2 0,3 4 0,0 3-9,3 2 1,-1 5 0,1 2 0,4 2-1,7-1 1,8-1-160,8 6 0,9 1 1,7-2-1,5 0 116,2-2 1,4-1 0,7-2 0,8-2-24,6-8 1,9-2-1,6-1 1,3-2 0,-1-3-1,-4-3 603,6 3 0,-2-4 0,2-4 0,6-1-562,-8-6 1,5 0 0,3-2 0,2-1 0,-1-2 0,-3-3-1,-6-3 49,8-4 0,-6-4 0,-1-4 0,2-5 8,0-4 0,2-5 1,1-4-1,-4-1 0,-7-1 62,5-11 1,-7-2-1,-4-3 31,2-2 0,-3-3 0,-10 0-1,-14 7 1,-7 0 0,-8 1 682,-17-14 1,-11 2-853,-5-1 0,-10 3-62,-1 13 1,-6 0 0,0 4-100,7 9 1,0 2-1,-1 2-456,-6-2 1,-2 2 0,1 4 588,-11 3 0,6 6 0,-8 1 0,19 9 0</inkml:trace>
  <inkml:trace contextRef="#ctx0" brushRef="#br0" timeOffset="49200">19988 2984 11318,'3'-4'9611,"-2"1"-8751,16-24 0,1-5-278,-8 14-498,23-33 213,-48 102-199,4-11 0,-3 9-41,2-4 1,-2 7-1,0 3 1,1-2-301,2-1 0,1-1 0,0 1 0,0 0 257,-1 4 0,0 2 0,1 0 0,1-2 6,2 11 1,1-2-1,0-3-146,2-11 0,-1-2 0,1-3-330,-2 13 0,-1-4 456,-1-11 0,1-7 0,-1-10 0,2-16 0</inkml:trace>
  <inkml:trace contextRef="#ctx0" brushRef="#br0" timeOffset="49933">19782 4604 18964,'17'-42'727,"1"1"1,-1-1 0,12-13 0,5 13-722,0 27 0,2 11-15,1 10 1,-1 10-9,-4 9 0,-5 6-8,-6 9 0,-9 4 22,-9 3 0,-10 0 20,-10-3 0,-9-4 89,-8-6 1,-4-7 151,2-10 0,0-7 346,-13-15-357,27-17-202,32-1-17,27 13-68,23 28 26,-20 4 0,-1 7-14,5 10 0,-5 6-73,-7 4 1,-11 3-26,-17-1 0,-15-4-45,-22-4 0,-15-9-50,7-14 1,-5-6 0,-1-6-1054,1-7 1,0-6 0,3-4 594,-8-7 1,7-6 0,-2-19-1,34 10 1</inkml:trace>
  <inkml:trace contextRef="#ctx0" brushRef="#br0" timeOffset="50434">19959 4043 14241,'-4'-4'3249,"-35"-15"0,-16 2-2829,15 20 0,-5 5-325,-12-2 0,-8 1 0,2 10-569,20 7 0,3 7 0,0 4 0,2 2 483,-3 6 1,0 3 0,2 3 0,3 2 3,7-8 1,0 2-1,3 1 1,1 1-1,4 1-5,-1 9 1,3 2 0,5 1-1,9-2 21,6-4 1,7-1-1,7 0 1,6-4-16,10 0 0,9-3 0,5-3 0,5-5-17,-3-8 1,5-3 0,2-3 0,3-2 0,-1-3 18,3-1 1,2-2 0,1-2 0,0-4 0,-1-3 24,-3-2 0,0-3 1,0-3-1,-2-3 1,-1-4 44,5-5 1,-1-4 0,-2-5 0,-5-4 8,-4-5 0,-4-5 1,-3-3-1,-3-2-40,-4-2 1,-3-3 0,-4-2-1,-5-1 26,-4 2 0,-4-2 1,-5-1-1,-5 2-50,-9-15 1,-9 1 0,-8 3-28,-3 17 0,-5 1 1,-5 3-1,-2 2-175,-4 0 0,-5 2 1,-1 3-1,-1 2-2287,-3 2 0,-1 1 1,1 2-1,2 3 2127,-1 1 1,2 2 0,4 2 0,-4 0 0,9 6-1,15 5 1</inkml:trace>
  <inkml:trace contextRef="#ctx0" brushRef="#br0" timeOffset="52027">16315 2570 11138,'34'9'8951,"5"9"-8741,-12-1 0,1 8-1834,6 13 1,2 10-1,0-3 1689,-4-8 1,-1-1-1,2 3 271,-3-2 1,0 3-1,2 2 1,5 2-209,1-2 0,5 4 0,3 1 0,1-1 0,-3-2 0,-3-5 174,-3-2 1,-4-4 0,1-1 0,3 4-253,4 4 0,4 5 1,3 2-1,-1-1 1,-2-3-1,-5-7-478,5 2 0,-5-7 0,2 0 501,8 8 0,2 1 0,-2-3 466,-10-7 0,-2-2 0,0 1-487,4 4 0,0 0 1,-3-1 97,0 2 0,1 1-42,5 0 1,5 2-1,-4-3-322,1 2 0,-2-1 221,-4-6 1,2 0 0,-1 2-237,-2 1 0,-1 1 0,-3-4 257,-4-6 0,1-1-417,7 6 0,3 3 0,-3-5 408,-10-12 1,0-2-673,18 14 1,-1 1 682,-16-10 1,-1 1 103,10 7 1,2 1-49,15 2 1,-3-2 688,-26-11 1,0 0-734,22 9 0,-5 2 2366,-21 5-2352,-1-1 3438,0 4-3427,-5-15 6,-1-1-51,-8-11-11,-4 1 62,0 1 89,4-1-150,-4 0-1,5-2 22,-7-4-33,18 4 0,-15-4 0,12 3 0</inkml:trace>
  <inkml:trace contextRef="#ctx0" brushRef="#br0" timeOffset="54331">18208 1324 31211,'12'-64'271,"-1"-1"0,-1 9 1,-2 12-2761,-5 26 1067,-3 28 561,-9 45 558,0-13 0,1 5 95,-2 12 0,0 1 36,2-3 0,0-2-666,3-12 0,1-4 1150,2 3 159,1-35-404,4-55-88,-1-10 63,0 7 0,1-5-39,2 4 0,2 0-3,-2 8 0,1 3-84,6-19 28,-5 55 45,-9 48-45,1 18 78,1-8 0,0 1-16,0-13 0,0-1 2,1 1 0,0-4 172,0-1-68,-1-40-90,-3-24-36,2-12 0,1-6 8,1 3 1,0-1 5,1-5 0,1 2 45,6-16-185,-5 40 156,-9 30-128,-16 52-1260,12-21 0,-1 2 1372,-2 5 0,1-1 0,3 9 0,5-27 0</inkml:trace>
  <inkml:trace contextRef="#ctx0" brushRef="#br0" timeOffset="56031">20709 3433 12942,'0'-5'2660,"13"-31"1,10-5-1725,12 9-805,0-11 1,3 6-87,18 28-45,-6 34 33,-32 1 1,-7 6 30,-7 12 1,-9 4-18,-11 6 1,-8 0-20,1-17 0,-3-1 0,-3-1 24,-2-2 0,-1-1 1,-1-2 257,-12 8 1,2-3 28,11-8 0,5-2 417,0 5-16,42-18-2361,14-12 1,9-7 1639,19 0 1,8-1-48,-9 0 0,3-2 0,1 1-362,4 0 0,2 0 0,-2 0-658,-6 0 1,-2 0-1,-3 1 631,6-3 0,-8 1 0,4-3 0,-43 7 1</inkml:trace>
  <inkml:trace contextRef="#ctx0" brushRef="#br0" timeOffset="59530">16625 4193 7128,'-3'1'7209,"0"-1"-3518,3 0-2845,-6-5 16,2 4-307,-4-2 133,-5 9 29,1-2-201,-3-4-1,5-30-302,18-20-168,-1 18 0,5-1-23,12-6 1,7 4-35,-1 14 1,3 5 0,2 0 0,2 9 8,1 20 0,-3 10 17,-12 5 0,-6 5-23,-2 10 1,-10 5 17,-18-3 1,-12 3-1,-3-2-2,-2-2 1,-4-3 0,-1-1 12,-4 2 1,-1 0-1,1-5 162,-7 6 0,7-16-53,18-26-84,33-21-79,32-20 6,6 25 34,12 22-160,-10 16 0,5 6-862,-13-10 0,1 2 1,2-1 530,3 1 0,2 0 1,-4-2-1,6 0 1,-7-4-1,4-1 1</inkml:trace>
  <inkml:trace contextRef="#ctx0" brushRef="#br0" timeOffset="70614">11909 9093 20112,'27'23'190,"-4"5"0,1 9-164,-2 7 0,-1 7 1,1 2-360,4 2 0,0 2 0,-2-1 333,-1-3 0,-2 0 0,-3-3 73,2 12 0,-8-4 244,-12-17 0,-10-6-165,-42 3-122,8-33 1,-5-9 5,-10-10 1,-1-5 15,16 2 0,0-1 1,2-1 126,-15-9 0,3 1 8,9 6 1,4 7-120,-17 16-29,22 37-45,27-8 1,9 3 318,13 6 1,12-3-272,19-2 0,11-7-3,-6-11 0,6-5 1,1-3-235,7-5 1,1-4-1,1-5 290,0-4 0,-1-4 1,-1-4-26,-6-4 1,-1-3 0,-4-2-95,-4-1 0,-4-2 0,-1 0 74,9-11 1,-5 2 2,-10 9 0,-5 3-14,7-6-1557,-24 19-4318,-11 15 5188,-4 4 0,0 0 1,0-1-1</inkml:trace>
  <inkml:trace contextRef="#ctx0" brushRef="#br0" timeOffset="71448">12131 11141 14813,'4'-48'2057,"0"-1"0,0 1 0,0-14 0,0 14-2023,-2 32 184,-3 49-157,-2 3 1,-1 8-48,0 18 0,0 5-68,1-17 0,0 2 0,1-1-279,2-2 1,0-1 0,1-2-1671,3 12 1,1-5 1323,3-15 1,0-5-1,1 3 1,-2-23 0</inkml:trace>
  <inkml:trace contextRef="#ctx0" brushRef="#br0" timeOffset="72015">12190 10816 13385,'-52'-23'877,"0"0"0,-1 0 0,1 0 0,3 3 0,-1 1 0,1 3 0,2 7-706,-4 8 1,2 7 0,0 6-425,0 5 0,1 5 0,3 6 408,-1 11 0,3 7 0,2 6-319,9-4 1,2 5 0,2 3 0,4 2 186,5-7 1,3 3-1,2 1 1,3 0 0,5 0-174,4 2 1,3 2 0,4-1 0,5-1 0,5-3 108,5-2 1,5-2 0,4-2 0,3-3 0,4-3 28,4-5 1,5-2 0,3-4 0,1-4 0,1-3 33,0-5 0,3-2 1,0-5-1,0-3 1,0-4-87,8-4 0,0-5 0,-1-6 0,-3-4 204,-5-3 0,-2-5 0,-2-4 0,-2-3 38,-2-6 0,-1-3 0,-2-4 0,-2 0-16,-1-2 0,-1-2 1,-3-2-1,-1 1-7,-2 0 1,-3 0-1,-1 0 1,-3 0-39,1-11 1,-3 1 0,-8 0-24,-9 6 1,-7 1 0,-6 2-69,-8 0 0,-6 2 1,-4 3-20,-6 0 1,-4 3-1,-2 2-63,-1 3 0,-3 2 0,0 5-409,0 5 0,-1 3 1,-2 7 464,-3 7 0,-1 6 0,5 0 0,5-1 0,4 3 0,-2 10 0,1-1 0</inkml:trace>
  <inkml:trace contextRef="#ctx0" brushRef="#br0" timeOffset="81947">12920 11430 15373,'-23'-1'3254,"5"0"-2497,16 1-438,-8 1 179,-7 3-16,-2-1-29,-1 1-346,8-1-57,3-1-145,5 0-6,3 0 151,4 3 74,7 4 217,25 5-150,19-4-144,-1-5 1,8-2-39,-6-2 0,6-2 1,-1 0-150,1 1 1,0-1 0,4-1 118,-11 1 1,5 0 0,1-1 0,-2 1 0,-5 0-181,6-1 1,-4 1 0,1-1 198,10 1 0,2-1 0,-7 0 10,-5 1 1,-5 0-18,-1 0 1,-1 0 22,-9 2 0,-1 1 11,0 0 1,-1 1-15,19 8 377,-10-3-377,-1 1 659,-21-5-586,-9-2-772,-7-2-9143,-10-8 7707,0 4 1,0-4 0,0 6 0</inkml:trace>
  <inkml:trace contextRef="#ctx0" brushRef="#br0" timeOffset="83389">15240 11301 13099,'1'-5'7707,"0"1"-7371,-11-28 0,-8-3 196,-19 17-325,1-11 1,-5 9-15,-5 36 0,0 17-87,9-4 1,0 6 0,1 3-286,-1 9 0,1 4 0,3 3 181,3 4 0,3 2 0,7 2 16,6-2 1,7 0 0,11-1-14,11-4 1,11-2-1,8-7-22,1-14 0,5-4 1,5-3-1,2-4-223,7 0 1,4-5 0,2-2-1,0-5 224,2-2 1,2-5 0,0-3 0,-1-4 30,-4-3 0,-1-4 1,-1-3-1,-2-3 3,-3-4 0,-2-2 1,-2-4-1,-2-3 25,-3-2 1,-2-4-1,-1-2 1,-3-1 24,-1 0 1,-2-1 0,-1-1-1,-4-1-12,5-11 0,-4-1 1,-7 0 21,-6 3 1,-6 0-1,-10 1-54,-11 3 0,-9 1 1,-7 4-186,-12 0 1,-10 5 0,-4 5 148,7 9 1,-4 2 0,-2 4 0,-1 3-72,-5 1 0,-1 4 0,0 3 0,0 3-14,1 3 0,-1 3 1,2 4-1,0 2-400,5 2 0,1 3 0,1 2 0,2 3 205,-7 10 0,4 3 1,5-1-1,1-1 0,7 0 1,-2 21-1</inkml:trace>
  <inkml:trace contextRef="#ctx0" brushRef="#br0" timeOffset="83979">15412 11640 16616,'22'-61'2087,"0"0"1,2 3 0,5 14-1988,18 32 7,-7 41-141,-29 28 1,-13 11-9,-2-12 0,-6 0 49,0-8 0,-3 1 1,-4-5 34,-10-3 0,-3-6 42,1-8 0,0-4-39,-14 5 128,35-14-77,59-14-113,-4-3 0,5-3-190,6-2 0,3-1 207,-4-2 0,3-3 0,-8 3 0,-12 2 0,-4 1 0,9-3 0,-1-1 0</inkml:trace>
  <inkml:trace contextRef="#ctx0" brushRef="#br0" timeOffset="85227">15046 12446 8965,'6'-3'4915,"20"-22"0,3-4-1212,-15 12-3482,14-11 0,-5 3 143,-21 20-112,-7 13 23,-25 30-211,1-1 0,-6 5-34,1-3 0,-3 5 0,-1 0-433,4-6 1,-1 2 0,-1 0 0,0 1 434,-2 2 0,-2 0 1,1 0-1,-1 1-11,-1-2 0,1 0 0,-1 0 0,-1 1-680,-2 2 1,-1 1 0,0 0 0,2-2 684,5-4 1,2-2-1,0-1 1,0 1-3,-9 12 0,0 0 1,6-4-6,0 3 1,7-3-9,9-8 1,4-4 10,0 3-957,-1 5-2364,11-29 3015,-4 2 1,9-15 0,1-2 0</inkml:trace>
  <inkml:trace contextRef="#ctx0" brushRef="#br0" timeOffset="86035">13362 13897 19921,'24'-50'575,"0"-1"0,2 6 0,5 9-463,4 24 0,3 10-73,2 5 0,-1 11-2196,0 19 1,-6 8 2114,-10-10 0,-8 3 374,-13 27 0,-18 1-363,-12-19 0,-9-4 109,-6 8 1,-4-4 293,3-9 1,2-8-109,-5-5-85,29-34-162,25-5 3408,23-5-3391,-6 25 33,32 25-73,-26-5 1,1 7-1203,-2 3 1,1 5 0,-2-2 1103,2 2 1,-7 2-85,-8 18 1,-18-3 161,-23-22 1,-12-6-194,-17 4 1,-6-8-972,8-11 0,1-10 1190,0-12 0,6-7 0,10-7 0,15-8 0</inkml:trace>
  <inkml:trace contextRef="#ctx0" brushRef="#br0" timeOffset="86587">13562 13493 11536,'-46'-1'2266,"1"0"1,3 11 0,-2 5-1957,-2-4 0,-5 1 0,2 7-349,2 10 0,3 8 0,1 3 225,1 4 1,1 4 0,2 5-112,11-12 0,-1 3 0,2 3 0,1 1 0,4 1-80,1 4 1,4 4-1,1 0 1,3 0 0,1-2-245,-1 4 0,1-1 0,5-1 0,9 0 186,7-4 0,7 2 0,5-1 1,5-4-1,4-7-75,10-4 1,7-8 0,4-4 0,3 0-7,-4-2 1,3-1-1,2-1 1,1-4-1,-1-3 210,-1-5 0,1-2 0,0-4 0,-1-3 0,-1-4 130,9-7 0,-1-4 0,-3-6 0,-6-3-6,0-5 1,-5-6 0,-5-7-30,-8-7 0,-3-9 0,-4-3 0,-4 4-42,-3-1 1,-5 1 0,-1-4 0,-1 1 0,-1-4 1,-2 0-1,-6 4-37,-5 0 0,-6 2 1,-10 2-45,-7 9 0,-7 1 0,-6 2 1,-1 3-53,-4 6 0,-4 3 1,-2 3-1,-2 1-308,-8 1 1,-3 1 0,-1 4-1,3 2-2956,-8 1 0,3 4 0,6 2 1694,0 1 1,9 2 0,-5-2 0,49 9 0</inkml:trace>
  <inkml:trace contextRef="#ctx0" brushRef="#br0" timeOffset="87816">12061 12251 18543,'-9'-28'930,"2"8"-571,7 23 268,2 1-207,-2-1 285,4 4-369,-2 1 236,8 20-3639,9 19 3128,0-9 1,3 3-157,3 3 0,3 3 117,1-3 1,3 2-1,0 0-15,-3-3 1,-1-1 0,1 0 3,0 0 0,-1 0 0,2 3-424,0 3 1,2 3 0,0 0 0,-3-5 440,-4-8 0,-2-3 0,2 2-14,5 7 0,3 5 0,0 0 0,-2-6 21,-4-5 0,-1-3 0,-1-2 12,11 17 1,-3-3-34,-11-15 0,-1 2 129,4 18 0,-3 0 1003,-10-20 1,0 0-1117,7 15 1,1-1 350,4 10-292,-6-24 3431,1 1-3486,-6-11 30,-4-4 160,-4-12-117,0-7-1407,4-10 1300,-4-2 0,1 1 0,-6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44:40.8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2315 2532 13194,'0'-6'7808,"0"2"-7332,-17-28 0,-8-4-50,5 18-412,-12-12 0,-7 10 3,2 41 0,-1 18-1,3-6 1,0 3 0,0 2-106,-1 7 1,1 1 0,4 2 73,4-3 0,4 0 0,12-2-1801,20 13 1,18-8 1442,11-16 1,12-10-661,3-11 1,9-6-1,-1-6-2122,-2-6 1,0-6 0,-1-2 3154,-3 2 0,-2-2 0,-4-1 0,4-4 0,-9 1 0,-8-1 0</inkml:trace>
  <inkml:trace contextRef="#ctx0" brushRef="#br0" timeOffset="405">2732 2607 22375,'-41'-16'364,"7"33"-359,22 24 1,10 11-57,5-4 1,8-3 36,7-7 0,9-7 42,8-10 0,5-11 45,2-14 0,-1-11 165,1-16 0,-5-7 58,-10 1 1,-6-2 134,-4-7 1,-7 2 195,-8-2-481,-5 18-157,-9 50 47,0 13 1,0 9-51,0 0 1,1 3 0,0 4-413,1-2 1,1 2-1,-1 2 1,2 0-633,0 5 1,1 0 0,1 1 0,1-1 1057,3-4 0,1 0 0,0-2 0,1-3 0,-2 20 0,3-9 0,3-25 0,1 0 0</inkml:trace>
  <inkml:trace contextRef="#ctx0" brushRef="#br0" timeOffset="1632">3634 2548 20464,'-44'24'180,"0"1"0,-1 0 1,1-1-1,-10-10 1,5 7-1627,12 21 0,1 18 0,6 2 0,11-10 1144,11-10 0,10-2 65,7 26 0,15-6-2040,21-31 1,13-15-664,-8-11 0,4-7 1,-2-2 2412,10-3 1,-3-8 881,-16-5 0,-1-7 0,-9 2 3386,1-13 3288,-6-11-5477,-37 42-63,-19 38-1203,6 17-174,3 12 2632,50-14-2402,34-45-261,-21-8 0,4-9-3,-6-9 1,1-10 0,-4-1-21,-7 4 0,-4-2 0,-1-6 37,-1-5 0,0-5 0,-3-3 0,-4 1-412,-2-9 1,-7 1-1,0 0 414,-1 5 0,0 2 0,-3 1 183,-1-20 0,-9 20-5,-7 45-264,3 3-10,-5 31 0,-4 33 1,-1 11-1,3-9-106,3-12 1,2-3 0,0 6-22,-2 5 1,-2 9 0,1 3-1,3-3 1,8-7-1093,11 2 1,7-6 0,0-3 1785,-7 16 0,11-13-5484,40-24 1,2-19 4046,-27-16 1,0-2-1,-5 0 1,-23 2-1</inkml:trace>
  <inkml:trace contextRef="#ctx0" brushRef="#br0" timeOffset="2042">4765 2731 21086,'-38'-5'1037,"10"14"-903,45 33 62,16-12 34,19-12 38,8-39-30,-35-4 0,-5-7-73,-2-3 1,-5-4 30,-4-4 0,-8 0 157,-17-15-169,-15 25-117,-3 44 1,-2 13-68,9 0 0,3 6-8,0 7 1,1 6-1,5 1-112,7 17 0,10 2-726,5-16 0,4 2 0,5-4-4070,14 13 1,6-6 4730,-2-11 1,1-7-1,15-3 1,-27-22-1</inkml:trace>
  <inkml:trace contextRef="#ctx0" brushRef="#br0" timeOffset="2464">5835 2345 13233,'0'-5'4279,"-29"-17"0,-15 8-3769,-4 45 0,-4 7-490,2-41 0,1 3-13,14 26 0,2 13 1,11-3 3,13 12 34,16-2 117,16-7 34,21-38-140,-13-11 202,-9-24 0,-6-8 100,-11-4-249,-2 9 0,-7 4-86,-21 10-113,-16 45-411,17 4 0,2 9-4415,2 17 1,3 4 4914,5-11 0,3-2 0,3-4 1,3-7-1,4-10 0</inkml:trace>
  <inkml:trace contextRef="#ctx0" brushRef="#br0" timeOffset="2786">5790 2888 15165,'1'-3'7949,"-63"13"-7781,28 16-157,-4-13 0,3 6 0,21 16 1,12 2 32,27 8 85,3 6 174,21-47 89,-20-34 67,-13-20-90,-25-10-341,-22 16-4293,-4 17-4086,2 27 7784,19 7 0,9 4 0,5-6 0</inkml:trace>
  <inkml:trace contextRef="#ctx0" brushRef="#br0" timeOffset="3343">2176 3923 8101,'-50'5'1080,"-1"0"0,1 0 0,-1 0 0,4-1 0,3 0 0,4 1 205,-12 2 1,22-1-1151,35-4-85,32-2 0,20-2 3,-9-1 0,7-1 1,4 0-1,3 0-52,-12 0 1,2 1 0,2 0 0,1 0 0,3 0 0,3 0-315,-7 0 0,3 0 0,1-1 1,3 1-1,0 0 0,2-1 0,0 1 1,0-1-1,-1 0 274,-1 1 1,1-1 0,1 1 0,0-1 0,0 0 0,1 1 0,0-1 0,-1 0 0,1 0 0,0 0 25,0 0 0,1 0 0,0 0 0,-1 0 0,1 0 1,0 0-1,0 0 0,1-1 0,-1 1 0,1-1-44,-5 0 0,2 0 0,1 0 0,0 0 0,0-1 0,-1 1 0,0 0 1,-2-1-1,-1 1 0,-2 0 0,-3 0 61,10 0 1,-4-1 0,-2 1 0,-1 0 0,-1-1 0,0 1 0,1 0 163,0-1 0,3 0 0,0-1 1,-2 1-1,-2 0 0,-5 1 1,-5 0-149,7 0 1,-8 1-1,0 0-512,-1 0 1,0 0-1,-3 1 492,7-1 0,-7 2 0,-2-1 0,-23 2 0</inkml:trace>
  <inkml:trace contextRef="#ctx0" brushRef="#br0" timeOffset="4977">4654 4823 13709,'0'-5'7522,"0"1"-6485,-7-51-947,4 49 212,-13-4-123,-1 50 1,0 27-147,4-21 1,1 2-1,-1-1-24,0-3 1,1-2-1,0 0 64,-1 14 0,5-10 1198,10-21-565,12-64-633,-4 8 7,-1-19 1,1-15-1,-1 8-35,-3 21 0,0 1 7,1-14 0,1-6 0,-1 9 116,1-1-168,-1 12 6,-9 50 16,-9 41-53,3-4 1,1 5-354,1-4 0,2 1-2033,8 10 1,6-5 1737,4-25 1,2-5-1,11 15 1,-5-30 0</inkml:trace>
  <inkml:trace contextRef="#ctx0" brushRef="#br0" timeOffset="5295">5112 5061 17882,'-10'2'6285,"2"-1"-5865,16-9-180,13-1 18,6-6-23,6 2-66,-12 5-141,-9 3-712,-7 2 684,13-3 0,-13 3 0,13-3 0</inkml:trace>
  <inkml:trace contextRef="#ctx0" brushRef="#br0" timeOffset="6366">6210 4672 8343,'-8'-39'4915,"1"1"0,-11 14-2882,2-11 1,-4 9-1656,-19 52 0,-3 21-331,5-9 1,8 9-271,20 7 1,9 13-1,7 0 1,6-10-1829,15-1 1,13-7 794,-4-8 0,7 4 0,3-6 0,0-17 48,5-21 0,1-16 0,-4-2 934,3 5 1,-7-10 3088,-10-21 1,-4-13-1,-11 8 232,-12-2-2439,5-16 0,-9 20-210,-37 79-365,19 12 367,10 0 0,12-1-353,27-16 1,10-11 8,0-11 0,1-9 115,13-14 0,-5-12 16,-20-4 1,-7-6 352,-7-1 1,-6 0 725,-4-8-1132,-9 14-78,-20 68 0,-7 27-62,8-15 1,-1 4 0,1 8-879,4-6 1,1 9 0,0 4 0,1 2 0,0-4 0,3-6-1575,-1-1 0,3-5 1,0-1-1,2 2 1728,-1 12 0,-1 6 1,4-7-1,8-21 1,14-16-1,-16-23 1</inkml:trace>
  <inkml:trace contextRef="#ctx0" brushRef="#br0" timeOffset="7347">7567 4736 19328,'-55'-4'1268,"0"0"1,13 17-1,0 7 1,5 7-1258,6 9 0,6 7 0,1 2-22,-2 8 0,1 4 0,12-3-85,15 8 1,12-5-84,0-10 0,12-9-749,20-22 0,13-12 0,-4-5 827,-5-5 0,-2-8 161,4-6 0,5-5 0,-11-2 262,-16-1 0,-7-1 356,10-14 851,-62 47-1333,7 16-138,-3 7 1,7 4 25,25 6 40,33-6-74,9-39 0,6-11-36,-14 6 0,1-6 14,2-11 0,1-8 0,-4-3 17,-7-4 0,-5-3 0,-1-1-236,2 0 1,0 0-1,-1-3 296,-7 6 0,0-3 0,-2 1 0,-2 2 43,-2 1 0,-3 1 0,-1 2 27,3-19 1,-3 5-45,-7 20 1,-4 5-59,-6-2-62,-24 67-10,10 2 0,-4 12 1,1 4-1,2-2-18,-2 7 0,3-1 1,0 5 8,2-11 0,-1 5 0,0 1 1,5-1-1,9-5-67,13 12 0,11-4 1,4-9 362,6-4 1,7-12-281,25-10 1,4-20 8,-13-28 0,-4-15 12,-14 10 1,-2-3 0,-3-1 88,3-8 0,-5 0 109,-6 7 0,-6 5-64,-9 7-197,-10 21 51,-7 35-45,-1 8-261,4 2 1,2 3-684,7-9 0,4-1-966,1 3 0,4-2 1090,21 8 0,-13-26 0,-4-11 0</inkml:trace>
  <inkml:trace contextRef="#ctx0" brushRef="#br0" timeOffset="7547">9002 4580 23775,'-29'-16'-1615,"11"1"0,41 55 1,-7-22-1</inkml:trace>
  <inkml:trace contextRef="#ctx0" brushRef="#br0" timeOffset="7828">9473 4648 15676,'6'-7'8474,"-2"2"-7673,-4 5-583,-83 14-2905,37 24 0,-2 6 2694,9-24 1,-3-1-1,5 6 195,-1 21 1,6 10 0,14-5-215,20-9 1,14-3-813,22 9 0,12-9 15,-3-18 0,5-10 809,2-9 0,5-6 0,-10-1 0,6-3 0,7-9 0</inkml:trace>
  <inkml:trace contextRef="#ctx0" brushRef="#br0" timeOffset="8733">10794 4259 15961,'0'-4'7186,"0"0"-6922,-10-32 240,-22 67-331,1-12 1,-3 6-126,-2 20 1,-1 13-1,3 0-48,5-8 0,2 0 0,1 0 5,-4 4 1,2 1 0,15-2-20,26 10 0,16-8 33,-2-20 1,7-8-2,5-7 1,7-3 0,-2-10 82,9-13 0,-4-12 33,1-14 1,-7-8-15,-17 5 1,-7-3 52,-7-7 1,-8 2 56,-11-6 123,2-2-314,21 20-3392,32-10 3353,-2 23 8,-11 19 1,-3 8-43,3 27 40,-16 3 0,-4 4-18,-8-8 1,-3 1-17,0 4 0,-1 5-1745,-1 19 1,4-2-3144,9-26 1,1-1 4618,-3 18 0,2-7 0,17-25 1,-19-19-1</inkml:trace>
  <inkml:trace contextRef="#ctx0" brushRef="#br0" timeOffset="10029">11547 4760 23579,'-9'-40'806,"-1"0"0,8 1-803,16 61 0,7 17-31,1 7 0,-2 4 22,-2 1 1,-4 0 16,-3-7 0,-9-5 68,-23 7 21,-21-42-58,16-24 1,8-9-116,14-15 17,19 10 0,12 3-26,18 11 1,8 6 33,8-3 1,3 1 41,-21 4 1,0 0-1,-2-1 56,12-6 1,-4-3 86,-14 2 0,-8-2 222,-4-20-168,-27 15-74,-21 10-100,-18 37-17,8-3 0,6 7 0,1 8-65,7 19 1,7 3 36,5-16 0,4 1 45,2 15 0,11-10 5,37-37 102,2-39-1678,-21-7 1,-2-4 1805,-6 7 0,-2 2-149,-2 0 1,-3 4 14,-2 7-112,-12 30-12,-8 31-123,4-8 0,0 6-949,1 20 0,6 4-625,6-6 0,12-4-3213,27-4 1,11-14 4848,-10-22 1,1-13 1709,-5-8 0,1-8 0,-7-6 678,-1-17 1,-8-5-743,-6 2 1,-3 1-185,2-13-1103,-8 35-259,-12 36 3426,-5 43-3431,0-16 0,-2 6-1164,-2 3 0,-1 5 0,-1-1 1130,1-9 0,1-1 1,-1-2 41,-6 21 1,1-10 97,0-16-156,15-87 2,7 14 0,6-5 3,0-5 1,3-5-1,2 0 32,5-3 0,1 0 0,1 1 3,-2 2 1,1 1 0,2 2-4,4-1 0,2 1 0,0 8-7,4 5 0,2 9-19,13 8 0,0 11-17,-13 14 0,-5 10 1741,1 10 0,-14 6-1699,-36 8 0,-18 0-73,-1-9 0,-6-5-235,2-8 1,-3-2 0,1-5-696,-2-7 1,5-6 988,8-13 0,21 7 0,17-5 0</inkml:trace>
  <inkml:trace contextRef="#ctx0" brushRef="#br0" timeOffset="10478">13327 4322 25416,'12'43'285,"0"1"1,-2 15 0,-6 5-260,-5-16 0,-2 1 0,-2 0-19,0 5 1,-2 0 0,1-6 3,-3-4 0,1-6 126,-2 3 0,5-16 188,16-41-274,13-14-35,7-11 1,6-4 0,-4 9 0,6 4-1412,2 6 0,4 3 1,-2 3 1394,-7 2 0,1 9 268,9 15 0,3 11 1,-8 5-289,-17 4 1,-5 6-712,4 13 1,0 8 0,-8-3 730,-14 4 0,-6-3 0,4-5 0,-2-6 0,-13 7 0</inkml:trace>
  <inkml:trace contextRef="#ctx0" brushRef="#br0" timeOffset="11748">4318 6671 20649,'35'-24'2330,"-31"31"-2022,-42 22-118,8-8 1,-5-5 288,-3-21 0,2-9-250,-5-20-131,29-7 0,10-3-48,14 8 1,6 2-43,2 1 1,5 5-37,28 2 6,-11 42-6,-23 19 0,-10 11-12,-13-2 1,-7 4 0,-5 2-523,-1-2 0,-4 1 0,-4 1 0,-1-2 545,-5 1 0,-3-1 1,-3-1-1,0-3 52,-1-5 0,-2-1 0,0-3 0,2-5 71,-18 10 1,3-16 2,11-22 0,8-13-58,15-22-40,37-28-11,3 30 0,25 18 0,5 10-17,-3 17-1514,-3 5 1,14 8 0,2 1 0,-8-4 1320,2-1 0,-2 0 0,1 7 0,4 5 0,-10-11 0,1-17 1</inkml:trace>
  <inkml:trace contextRef="#ctx0" brushRef="#br0" timeOffset="11963">4817 7047 22828,'6'-37'-759,"23"11"0,10 5 759,5 7 0,2 3 0,-3-1 0,-2 1 0,18-6 0</inkml:trace>
  <inkml:trace contextRef="#ctx0" brushRef="#br0" timeOffset="15496">7657 6652 10842,'6'-9'4915,"1"-27"0,-5-4-3476,-10 17-1246,2-15 1,-5 7 13,-28 40-53,10 3 0,-3 7 49,-5 9 1,-4 7-1,3 3-258,5 0 1,3 3-1,0 1 60,-4 4 1,1 1 0,7 0-3,5 13 0,18-4-6,29-11 0,15-9-325,12-12 1,5-8-293,-1 1 1,4-8 147,-9-14 0,3-6 0,-10 0 0,3-3 0,-16 1 0,0 0 0</inkml:trace>
  <inkml:trace contextRef="#ctx0" brushRef="#br0" timeOffset="16088">8026 6672 13597,'0'-6'9349,"0"0"-8218,0 6-840,0 0 728,-7-25-990,6 19-97,-6-17 107,1 50-10,-4 13-7,2 22-16,10 0 22,23-11-34,19-14-5,8-13-9,-2-17 1,1-9 69,-1-16 0,-10 1 1,-7-6 207,-19-31 151,-9 3-169,-2 20-133,-1 16-68,-11 37 11,-15 30 1,-6 12-210,6-10 1,-1 6 146,2-6 1,-4 7 0,1 2 0,4-4-415,4 2 1,3-2 0,1-1-82,-1-5 1,0 0 0,8-3-4410,13 11 1,7-12 2833,2-21 0,15-10 1,-27-18-1</inkml:trace>
  <inkml:trace contextRef="#ctx0" brushRef="#br0" timeOffset="17267">8994 6743 10203,'3'-9'9830,"-2"2"-6525,2-57-2387,-10 40-714,1-13 1,-6 7-15,-32 37-100,-14 19-37,13 8 0,1 8-28,8-1 1,4 4-21,8-8 1,3 3 0,5-1-48,6 13 0,11 0-306,11-5 1,12-5-1230,16-6 1,8-9-882,-2-8 1,3-8-2459,15-8 1,1-10 4408,-10-9 1,-5-4 1043,-9 3 1,-6-3 7550,9-18-5573,-46 25 1831,-43 18-2917,8 20-1278,-4-5 566,30 11-151,38-26-290,5-8 0,4-7-223,18-17 0,3-12-211,-14 3 1,0-5 0,-2-3 173,-9 7 1,0-3 0,-2-2 0,-2 0-4,4-13 0,-3-1 0,-3 0 33,-6 8 1,-3 0 0,-3 2 51,2-11 1,-3 4 105,-7 12 1,-2 4 7,-1-6-251,-10 30 73,-30 54-23,10-3 0,-1 7-13,5-2 0,0 3 1,3 3-1,1 3 0,2 2 0,5 0 96,3 0 0,5-1 0,3-1-104,4-3 1,3-2 0,4-3-36,10 10 1,6-6-7,5-12 1,5-9-12,6-15 1,3-11 44,3-14 0,-2-12 14,4-11 0,-3-8 57,-16 11 0,-1-2 1,-4 1 17,1-4 1,-4 2 59,-3 4 0,-7 6-9,-10 15-123,-7 13 17,-16 42 97,10-15 1,0 5-152,-3 24 1,2 0 2,4-24 1,3 0-687,7 16 0,8-6 720,22-10 0,-10 0 0,4-16 0</inkml:trace>
  <inkml:trace contextRef="#ctx0" brushRef="#br0" timeOffset="17483">10366 6596 20358,'-1'39'0,"-1"-8"0</inkml:trace>
  <inkml:trace contextRef="#ctx0" brushRef="#br0" timeOffset="17762">10814 6655 23091,'-55'28'410,"-1"0"0,0 0 0,12-1 0,2 2 0,4 3-392,2 7 1,3 4 0,9-1-25,9 7 1,9-3-7,2-10 1,13-6-2235,34-8 0,21-9 0,-8-4 1638,-23-6 1,1-1 0,17 3 0,8 1-1,-17-5 1,-21-7 0</inkml:trace>
  <inkml:trace contextRef="#ctx0" brushRef="#br0" timeOffset="18995">12079 6442 18235,'14'-50'1900,"-1"-1"1,-2 5 0,-9 14-1817,-16 28 73,-28 30-103,5 8 0,-5 10 0,0 0-381,5-5 0,1 0 0,-2 4 331,0 0 0,-3 4 0,2 1 0,5-1 3,2 3 1,5-1 0,10 0 118,10 16 1,16-2-136,20-6 1,13-8-1,5-12 1,6-9 27,9-10 1,-3-7-3,-2-7 151,-13-24 0,-6-7-50,-19 2-1589,-4-12 0,-7-2 1572,-27 5 715,-12-17-670,18 12-124,25-2 23,33 6-28,-12 19 0,2 3-15,1 3 1,0 3 3384,25 1-3359,-2 22-17,-19 11 8,-16 0 1,-3 3-25,1 18-4911,-3 12 1,-3-1 2948,-5-18 1,0 5 0,0-11 0,-6-34 0</inkml:trace>
  <inkml:trace contextRef="#ctx0" brushRef="#br0" timeOffset="19881">12785 6811 23696,'11'-62'1417,"8"29"-1389,16 82-9,-8-17 1,1 2-43,6 5 1,-3 2-6,-8 1 0,-7-1 28,-12 21 6,-19-31 0,-7-6 358,-21-4-263,16-20-82,44-27 1,19-9-29,5 1 1,6 0 0,-6 4 1,2-1 0,0 3-216,12-3 0,-1 4 206,-9 8 0,-3 2 40,18-5 89,-15 2-51,-33 1-61,-22 7-5,-31 9 10,-4 27-19,9 9 0,3 8-17,9 1 1,8 3-10,10 8 1,9-2 429,14 10-404,10-40 0,4-9 59,15-26 90,-2-22-54,-24 6 0,-3-4 235,-2-7 1,-4 0-99,-2-10-184,-1 8-34,-10 55 5,-11 32-5,1 12-185,2-14 1,3 2-713,6-5 1,5-2-1342,5 1 1,7-4 1389,26 13 0,-11-22 0,-5-22 0</inkml:trace>
  <inkml:trace contextRef="#ctx0" brushRef="#br0" timeOffset="20410">13805 7085 9307,'17'-37'4915,"1"1"0,-7 14 1403,18-30-6161,-41 100-90,3-9 0,0 5-8,-2 15 0,2 4-1454,3-15 0,1 2 1,1-1 1382,0 10 1,1-1 457,3 1 1,0-6-385,-2-2 0,-3-30-68,-3-39-1140,2-17 1,3-8 1131,5-4 0,2-3-14,3-9 0,4-1 1089,9-2 1,7 3-1051,3 7 0,4 3 17,3 0 0,3 4-37,1 8 1,3 5 8,5 7 0,0 6 11,-10 8 1,-1 6-15,4 9 0,-6 8-53,-6 33 39,-23 6 36,-43-5 1,-15-3 1570,15-19 0,-3-4-2251,-8 2 0,-7 0 0,7-8-133,-17-14 1,6 2 0,50-15-1</inkml:trace>
  <inkml:trace contextRef="#ctx0" brushRef="#br0" timeOffset="20919">14597 6561 17176,'3'-6'8475,"0"1"-8486,-3 5 151,25-19-6,-33 82-61,11-29 0,-1 2-45,-9 8 0,-5 6 0,-1-1-6,2 1 1,-1 1-1,1-2 11,-4 17 1,0-5-23,4-11 1,1-4 116,-2-7 1,10-14 387,50-51-488,1-11-15,-12 7 0,6-4 0,-2 3 1,4 0 0,0 3-6,7-1 1,-2 8-18,-13 14 1,-3 9 13,23 24 6,-35-1 1,-4 6-29,-3 5 0,-5 2-748,-4 4 1,-5 0 764,-6 0 0,-2-4 0,-1 9 0,-3-15 0</inkml:trace>
  <inkml:trace contextRef="#ctx0" brushRef="#br0" timeOffset="24955">17294 1589 12096,'0'-6'8307,"0"1"-8184,-4-42 151,-15 79-218,-14 0-170,19 6 0,2 11 1,3 0-102,-1-3 0,1 0 1,5 1-556,7 6 1,4 0 0,5-4-2656,7 3 0,4-6 2574,2-2 1,1-7 0,7-6 0,-21-24-1</inkml:trace>
  <inkml:trace contextRef="#ctx0" brushRef="#br0" timeOffset="25522">17248 1181 10634,'-56'-5'1069,"-1"-1"1,1 0 0,-1 0 0,-1 6 0,0 3 0,0 4 0,3 7-815,2 8 0,2 6 0,1 5 0,2 3-512,8-4 1,0 3 0,1 3 0,3 1 0,1 1 323,3 3 0,1 1 1,3 2-1,3 1 0,3 0-46,-1 11 0,5 2 0,4 0 0,8-1-45,8-3 0,5 1 1,6-3-1,5-2 28,7-4 0,6-2 0,5-3 1,4-4 45,4-2 0,5-4 1,4-4-1,0-4 72,4-3 0,3-4 0,1-4 0,0-4-2,2-4 0,0-6 1,0-3-1,0-3 1,-1-4 1,-1-3 0,0-3 0,-2-5-26,-2-3 1,-1-5 0,-1-2 0,-3-3-12,-3 0 1,-2-3-1,-3-2 1,-3-2 18,-6 2 0,-2-3 1,-3 0-1,-6-2 23,-1-10 0,-6-2 0,-9 0 3,-9 6 0,-8 0 0,-7 2-91,-8 3 0,-6 3 0,-5 3-43,-4 3 0,-5 4 1,-3 4-68,-1 3 0,-2 4 0,0 3-183,3 4 0,0 2 1,1 5-1714,-17 5 1,3 7 1966,16 6 0,5 3 0,-9 8 0,31 1 0</inkml:trace>
  <inkml:trace contextRef="#ctx0" brushRef="#br0" timeOffset="26422">17622 1864 7431,'-5'-3'7986,"0"1"-6624,5 2 88,18-10-1125,14 6 1,8 2-60,17-5 0,8 1-555,-5 3 1,4 1 0,3 0 330,-11 0 0,2 0 0,1 1 0,0-1-33,4 1 1,1-1 0,1 1 0,-1 0 19,0 0 1,-1-1-1,0 1 1,-2-1 30,-7 1 0,-1 0 0,-2-1 1,-3 1 579,21-1 1,-10-2 133,1-6-668,-46-1-1383,-14 4-6945,5 6 8222,1 5 0,-2 0 0,-1-2 0</inkml:trace>
  <inkml:trace contextRef="#ctx0" brushRef="#br0" timeOffset="26973">19479 1748 13149,'-3'0'8071,"1"0"-7730,-10-32 1,6-13 12,30 3-253,-11-8 0,6 2-71,11 31 1,4 8-45,4 3 0,-2 9 42,8 46-34,-31-19 1,-9 5 10,-9 4 1,-9 4 0,-5 0-12,-11 6 0,-7-2 1,0 0 3,2-4 0,0-1 0,0 0 4,-4 2 0,0-1 0,6-3-16,6-6 0,10-1 104,21 16-107,37-25-149,15-19 1,10-10-336,-18 0 1,1-4 0,2 0-720,9-2 0,1-1 0,2-2-653,-13 0 1,1 0 0,-1-2 0,-1 0 1479,7-4 0,-2-1 0,-3 2 0,6-3 0,-6 2 0,-18 4 0,-1 1 0</inkml:trace>
  <inkml:trace contextRef="#ctx0" brushRef="#br0" timeOffset="27505">20610 1574 11698,'-49'-37'436,"1"0"0,0 0 0,-1 0 1,4 9-1,-3 1 0,-1 1 0,0 6 1,1 6-30,-3 7 1,1 9-1,0 3 1,-1 0-727,-7 1 1,-1 1-1,-1 2 1,1 5 518,9 0 1,0 3-1,0 2 1,1 3-1,2 2-15,-8 11 0,2 4 0,3 3 0,3 0-110,5-4 1,2 0 0,3 3-1,6 4 0,3 10 1,5 6 0,7 2 0,10-5 0,12 3 1,12-4-1,6 0-51,0-7 0,6-1 1,3-1-1,3-5-33,10 2 1,5-6 0,3-4-38,-5-10 1,3-1 0,1-4 0,-1-5 115,4-2 0,0-6 0,1-3-593,-8-4 0,2-2 1,-1-3-1,-1-4 595,11-8 0,-2-7 0,-3-3 29,1-4 1,-2-4 0,-4-8 171,-12-2 1,-2-6-1,-4-2 1,-7 1-109,-6-1 0,-7-1 0,-11-3-77,-11-2 1,-11-7 0,-6 4 0,-3 8-311,-3 11 1,-5 8 0,-3 3 220,-16-5 0,-4 4 0,10 8 0,-3 3 0,15 21 0</inkml:trace>
  <inkml:trace contextRef="#ctx0" brushRef="#br0" timeOffset="28171">19746 2823 15997,'5'-42'1576,"0"0"1,-7 28-1976,-6 34 1,-4 28 0,-2 17 0,0 2 0,2-12 400,2-2 0,2-4 0,-2 9-696,1-10 1,-3 9 0,0 6 0,-2 3 0,1-2 0,1-3 0,2-8 0,3-10-3965,0 7 0,1-3 4658,0 9 0,-2 12 0,0-9 0,2-30 0,4-27 0,1-2 0</inkml:trace>
  <inkml:trace contextRef="#ctx0" brushRef="#br0" timeOffset="29066">19325 4302 10634,'32'-47'2457,"0"0"1,0-1-1,-7 1 1,3 18-1605,21 39 1,10 23-1,-19 5-859,-30 1 1,-17 7 129,-13 3 1,-12 9 0,-5-3-1,1-13-48,-2-11 0,-4-11-60,-12-4 1,-6-3 0,31-10-11,57-17-23,23 19 0,8 9 8,-13 0 1,0 4-18,-2-2 0,0 2 0,-8 5-75,-8 12 0,-17 2-42,-35 4 1,-18-4 10,-8-5 0,-9-7-117,7-7 1,-5-5 0,1-7 248,5-12 0,2-8 0,5 1 0,4 4 0,7-2 0,-11-27 0</inkml:trace>
  <inkml:trace contextRef="#ctx0" brushRef="#br0" timeOffset="29646">19572 3934 10360,'-43'-30'3019,"1"0"0,-8 1 0,0 10-2554,19 21 0,-4 9-178,-11 12 0,-9 10 0,-2 3 0,8-4-1655,-5 1 0,3 2 1387,3 2 1,-6 6 0,2 3 0,11-1 26,14-3 1,8 0 0,1 2 21,-1 6 0,3 3 0,3 3-82,5-6 0,1 2 0,4 0 0,5-1-2,5-2 1,5 0 0,3-2 0,4-3-15,11 13 0,6-5 0,7-4-597,0-14 0,5-4 1,3-3-1,-4-3 638,-1 0 0,-2-5 0,4-5 22,0-6 1,5-5 0,0-3 0,-3-6-385,7-12 1,-3-6 0,-2-2 415,-6 7 1,-2-1-1,1-6 127,1-7 0,4-7 0,-3-2 1,-9 3-76,-4-7 1,-5-1-25,-1 2 0,0-3 0,-8 0-51,-12-10 0,-11 1-20,-7 11 1,-6 0 0,-1 1-53,1 5 0,-1 1 0,-6 0-595,-4 0 1,-5-1-1,-2 1 1,3 5-4292,-11-9 1,1 5 3955,-4-3 1,4 6-1,8 9 1,28 22 0</inkml:trace>
  <inkml:trace contextRef="#ctx0" brushRef="#br0" timeOffset="30730">17256 2508 7083,'2'-3'4498,"0"0"-2605,-2 3-364,41 88-683,-27-57 0,2 3-342,6 11 0,5 7 0,1-4-135,7 7 1,3-4-217,-6-14 0,3 0 0,1-1-225,3 1 1,0 0 0,2-1 123,-1 0 0,1 1 1,0-1 8,-4-2 1,0 0-1,0 1 55,-3-2 0,-1 0 0,1 1 10,-1-1 1,0 0 0,1-1-125,-1 1 0,0-2 1,1 1 36,-2 0 0,1 0 0,-1 0 9,11 12 0,0 1 118,-3-4 1,0-2 1,-3-4 0,1-1 24,-4-3 1,0-1-121,-3-3 1,0-1 201,-6 0 0,-1-1-204,-1-1 0,1-1 97,0-1 0,1 0-119,1 0 0,-1 0 11,21 18-14,-18-5 56,-13-8-28,-10-6-34,-4-11 84,0-3-47,-1-6 1,0-1 0</inkml:trace>
  <inkml:trace contextRef="#ctx0" brushRef="#br0" timeOffset="35263">18247 900 15789,'48'-30'578,"-1"0"1,-2 3-1,1 4-784,5 8 0,-1 4-135,7-1 314,0 3 1,2 1 61,-20 6 1,1 1 9,19-2 0,3 1-17,1 3 0,-1 1-224,-4 0 1,-1 1 256,-4 0 1,-2 2 8,-3-2 0,0 0 2,7 0 1,-1-1-23,-2 0 1,-2 0-12,1-1 1,-1 1 60,-4 0 1,-2 1 50,-5-1 1,-1 0-24,2 1 1,1 0-51,-3 0 1,1 0-18,10 2 1,-1 1-54,-11-1 1,0 0 5,9 1 0,0 1-11,-7 1 0,-1 0 11,1 1 0,-1 1-6,2 2 0,0 2-2,-1 1 0,-2 0 5,1 4 0,0 1-3,2 1 1,0 0 24,0 0 1,0 0 11,2 1 0,-1-1-31,-11-6 0,0 1 11,1 2 0,-2 1 126,16 18-72,-19-13 0,0 2 7,1 3 1,0 1 14,4 6 0,-2-1-48,-5-7 0,-1 0 25,0 3 1,-2-1 50,6 16-23,-2 9 12,2 3-57,-14-27 1,1-1 8,1 3 0,0-1-31,8 20 6,-3 3 17,-8-10 27,-2 6 1,-4 3-6,0 3 28,-1 3 33,-1 1-97,-2-27 0,0 0-37,0 22 25,-1-18 1,0-1-9,0 16-6,0-16 0,-1 0 18,-1 27-1,0-27 0,-1 1-11,0-6 0,0 2 5,-1 7 1,0 2 22,1-2 0,1 0-42,-1-5 0,1 1 28,0 14 0,1-2 3,0 0-9,-1 6 1,0 2 2,-3 8 5,1-21 1,0 10 0,-1 1 0,1-6-26,-2 2 1,0 0 0,0 7 1,0 7 0,-3-7 38,-1-7 0,-6 1-2,-3-7 1,-6 6-1,-1 0 1,2-2-45,1 3 0,1-3 0,-5 6-2,0-7 0,-5 6 0,-4 4 1,1-1-1,1-2 0,5-5 0,3-1 0,3-5 1,0 0-1,-2 1-10,-5 7 1,-2 2-1,-2 0 1,1 0 5,4-8 1,-1 3 0,-1-2 0,3-3 0,3-5-8,-2 3 0,-3 0 16,-1-4 1,-8 9 0,-5 3 0,-1 0 0,3-5 0,8-9-23,-6-1 1,0-2 19,1-1 1,-8 7-1,-2 2 1,3-4-1,8-8-11,6-8 0,0-2 23,-20 11 0,-7 3 0,8-7 8,-1-2-23,4-2 0,-8 2 50,-5-5 1,-5-1 0,8-3-57,18-4 1,1 0-1,-17 5 1,-7 1 0,8-3 22,16-6 0,2-2-23,-18 5 1,-4 0 2,-1 0 1,-5-1-834,11-3 1,-5-1 0,-1 0 0,6-2 844,-6-1 0,1-2-13,6 0 0,-3 0 1,7-3-524,9-1 0,-1-4 553,-14-6 1,-13-5 0,-1-1 0,8 2-5,15 6 1,4 0 0,-6-2-3,-1-2 1,-8-4 0,-4-1 0,0-1 0,6 2-1,10 3-14,-7-4 0,2-1-15,-2-3 1,-10-5 0,2 1 0,9 3-3,6 4 0,1-1-2,-2 0 1,-8-4 0,1 0 0,7 3 17,1-3 1,3 1 951,-2-3 0,-3-2 0,3 0-963,-4-5 1,0-2-8,4 1 0,-2-3 0,2 2 815,-6-3 1,-1-5-800,11 2 0,-4-7 0,0-2 0,6 5-1,6 5 0,3 3 0,0-4-9,-1-3 0,-1-4 1,0-1-1,5 4-126,4-2 1,3 3 0,2 0 121,-6-15 0,3-1 1,6 19 1,0 0 0,2-1 9,1-5 1,1-1-1,0 3-28,-2-6 0,0 1 22,1 8 1,1-1 0,0 5-6,-9-20-11,8 17 0,4-1 11,5-11 14,2 15 0,2 3-9,7-4 360,2-13-382,-6 18 45,2-14-28,-3 12-11,2 7 0,2 1 61,1 0-5,-2-3-68,-2 1 46,-4-2-12,0 0-11,0 7-11,0-2-12,-2 8 51,-3 0-22,2 5-23,-2 6-11,2 7-22,-1 3-85,-3 0 91,-3 0-1,-12 3 17,-9 7-73,-18 13 62,13-1 0,-2 4 11,-2 4 0,0 0 14,5-2 0,1-1-45,1 3 0,4-2 37,2-1 33,1 4 0,-1 3-1721,7-7 0,1 1 1701,-4 3 1,2-1-9,-3 12 68,17-30 162,3-6 173,1-5-28,4-10-481,16-35 3482,-1 7-3404,16-9 0,3 0 34,3 3 2,8 1 1,1 3-9,-5 9-17,-3 6 1,5 1 44,6 6 0,1 3-8,-11 2 0,3 1-1,7 2 0,6 1 0,-8 3-2,-16 3 0,0 2 8,25 2 0,-1 3 4,1 13-10,-19 5 1,-2 4-3,9 13 3,-19-1 0,-4 4 8,-5-1 0,-4-1-8,-2-8 0,-1 1-6,2 8 0,-1-3-1475,-2-2 630,2-2 0,-7-15 0,0-12 0</inkml:trace>
  <inkml:trace contextRef="#ctx0" brushRef="#br0" timeOffset="44806">12714 3499 10623,'-7'0'5876,"2"0"-3523,-46-13-1665,45 5-184,-17-20-283,56 7 1,23 0-151,-15 2 0,4-1 1,2-2-1,-1 1-155,0-1 1,-1 1 0,2-2 0,2-1 116,3-2 1,5-3 0,0-1-1,-1 0 1,-4 2-210,-5 2 0,-2 1 0,-1-1 1,-1 1 211,1-1 0,0-1 1,-1 0-1,-6 2 249,16-10 1,-17 0-185,-27-10-118,-46 6 20,-13 21 0,-12 6 8,9 7 0,-2 2 1,-1 3 47,4 1 1,0 2 0,0 1-36,-5 3 1,-1 2-1,7 1 439,6 1 0,7 0-452,-18 6 163,58-13-115,30-5 0,14-4-45,0 1 0,4 1-14,4-1 0,5 1 0,2 3-371,1 7 0,1 5 1,-1 1 366,-5 0 0,0 1 1,-2 6-25,5 9 0,-2 6 0,-12 7-1287,-22 5 0,-10 6 1,-3-3 1314,4 7 0,-8-2 0,-14 2 0,-6-10 0,-3-19 0</inkml:trace>
  <inkml:trace contextRef="#ctx0" brushRef="#br0" timeOffset="46710">7051 8222 19809,'8'-59'907,"28"30"-832,8 47 1,6 19 2,-6-5 1,2 4 0,1 3-524,-4-4 1,0 1 0,2 1 0,1 1 445,-6-5 0,1 1 0,0-1 1,1 1-1,-1-1 6,11 6 0,0 0 0,0-1 0,-2 0-2,-5-4 1,-1-1 0,-2 1-1,-3-1 205,2 4 0,-4-1 0,-8 1-138,-6 8 1,-14-2 141,-20-7 0,-11-5-158,-14-5 0,-7-6-14,-12-6 0,-4-6-20,14-7 1,-3-4-1,0-2-133,-5-3 1,0-2-1,-1-2 191,-1-3 1,1-2 0,0 0 16,4 0 0,0-2 0,3 1 501,-15-9 1,5 1-473,13 4 0,5 1 149,-10-7-695,23 12 313,27 36 219,33 25-56,1-13 0,7 0-17,-1-10 1,5-1-1,3-5-95,9-1 0,5-5 1,0-5 99,-11-3 1,0-4 0,1-2 0,0-2 6,-1-3 1,-1-1 0,1-3 0,-3-2 43,11-7 0,-3-3 1,-2-4-124,-4-2 0,-3-4 0,-5 1 120,4-6 1,-5-2-32,-4-2 1,-4 1-28,0-8-689,-12 16-9176,-19 17 8091,-6 17 1,-4 2-1,5-1 1</inkml:trace>
  <inkml:trace contextRef="#ctx0" brushRef="#br0" timeOffset="48218">10073 10917 12466,'3'-49'1966,"0"0"0,-1 0 0,2-3 0,0 0 0,3 11-420,5 8-1496,2-2-19,-12 59 0,-2 18-15,2-1 1,2 4 0,-2 0-3,1 15 0,0 3-1244,-1-9 1,0 7 0,0-1-1,0-6-501,0 9 1,0-4 1730,1-12 0,0 1 0,1-9 0,0 4 0,5-23 0</inkml:trace>
  <inkml:trace contextRef="#ctx0" brushRef="#br0" timeOffset="48866">10064 10454 12668,'-55'-32'3960,"0"1"0,3 11-3839,3 2 0,-10 0 0,5 12-122,1 25 1,3 13 117,11-7 1,-3 4-1,0 2 1,3 1-319,-9 10 1,3 2 0,1 4 236,6-4 1,0 4-1,2 0 1,7 1-32,4 7 1,8 1 0,7 1 9,7-8 0,5 2 1,5-1-1,5 0 6,9 2 0,6-1 0,4-1 0,5-2-12,-4-8 0,4-1 0,2-1 0,3-3 0,1-1 63,3-3 1,3-2 0,2-2 0,0-3 0,-2-3 9,1 0 1,0-3 0,-1-4-1,2-6 6,1-5 0,2-6 1,-2-5-1,-4-5 26,4-9 0,-5-8 0,0-4-11,-8 2 1,-1-2 0,-1-3-1,-2-1 28,1-4 1,-3-2 0,0-2 0,-3 0-20,-1 0 0,-1-2 0,-3-1 0,-2 1-6,3-13 1,-3 0 0,-6 1 75,-4 7 0,-5 1 0,-9 1-158,-13 1 0,-10 2 1,-1 5-11,-2-2 0,-7 6-14,-7 7 0,-6 2 0,1 6-51,0 5 1,-1 6-2023,-14-1 1,0 4 512,12 8 0,2 5 1166,2 5 0,5 2 0,0 5 0,17-1 0</inkml:trace>
  <inkml:trace contextRef="#ctx0" brushRef="#br0" timeOffset="51458">10709 11115 7615,'-6'-1'4734,"2"1"-2405,4 0-531,-23 1-862,11 0-348,-17 1-387,19 1-94,3-1-281,4 0 252,10 0 1441,42 4-1237,7-4 1,10-1-241,-20 0 0,3 1 0,2-1 0,2 1-344,9 0 1,3 0 0,2 0 0,-1 0 317,-12 1 1,1-1 0,1 1 0,-1 0 0,-2 0 4,11 2 0,-1 0 0,-1 0 0,-2-1-64,7 1 0,-2 0 0,-6 0 373,7-1 1,-10-1 991,2-1-526,-42-2-634,-14-2-1036,7-8-4555,21-5 5429,-3-2 0,3 6 0,-18 7 0</inkml:trace>
  <inkml:trace contextRef="#ctx0" brushRef="#br0" timeOffset="52641">12324 11127 13799,'-12'0'3915,"-4"-28"0,7-10-3225,29-7-531,-9-4 1,9 2-88,22 19 1,9 9-56,3 3 0,2 7-23,4 8 1,-2 10-12,-8 9 0,-7 11 31,-10 12 0,-13 8-11,-16-7 1,-10 3 0,-4 0-155,-8 6 0,-6-1 0,-3 0 162,-5 0 0,-4-2 1,0-2 1,3-8 0,1-3 0,2-3 23,-1-2 1,6-5 35,1-4 124,31-19 17,37-2-190,21-4-40,-24 1 0,6-2 0,3-2-304,-4-1 0,3-1 0,1 0 1,0-1 185,11-4 1,0 0-1,1-2-63,-8 0 1,3 0-1,-2-3 1,-5-3-245,4-8 0,-6-5 0,-2-1 311,-7 3 0,-3 0 1,-4-5 86,-1-7 0,-5-4 0,-11-1 86,-17 4 1,-10 1 0,-5 1 17,-2 3 0,-4 3 0,-8 2-167,-8 4 0,-8 2 0,-5 3 0,-1 4 198,5 7 1,-3 3 0,-2 2 0,0 2 0,0 1-59,-8-3 1,0 2-1,-1 2 1,0 3 39,6 2 1,-1 2 0,-1 1 0,2 4 0,2 4-31,-5 8 1,2 5-1,3 3 1,1 2-36,4-1 1,2 2-1,2 2 1,1 6-3,5 0 1,-1 5 0,2 3 0,4 2 0,5 1-16,1 11 1,7 4-1,4 1 1,4-2 3,1-5 1,4 0 0,3-1 0,8 0 23,7 5 1,7 1 0,7-3 0,8-7-34,8-9 0,10-7 0,3-4 0,1-2-9,0-1 0,2-2 1,1-3-1,1-3 6,2-3 0,1-2 1,0-4-1,0-6 22,-1-5 1,0-6 0,-2-3 0,-2-3-29,6-6 0,-4-5 0,0-3 77,-12 4 1,1-2 0,-2-3-1,-1-2-54,0-6 1,-1-4-1,-2-2 1,-4 0 178,1-5 0,-4-1 0,-3-1-69,2-5 0,-2 0 1,-9-3 132,-11 1 1,-8-1-1,-8 2-223,-6 10 1,-7 3 0,-3 0-34,-3-4 0,-3 1 0,-6 3-62,-11 2 0,-7 4 1,0 6-458,7 7 0,-1 5 0,-2 1-2501,-4 2 1,-3 2 0,4 4 2668,-5 6 1,6 5 0,-10 7 0,34-1 0</inkml:trace>
  <inkml:trace contextRef="#ctx0" brushRef="#br0" timeOffset="53566">12360 12384 10069,'-1'-5'9830,"1"2"-8528,8-26 0,6-7-915,7 10-343,7-14 1,6 6-42,-2 29 0,3 9-37,8 7 1,0 8-65,0 11 0,-5 9-65,-7 11 1,-11 5 55,-14 7 1,-11 1 92,-8-5 0,-10-3 70,-7-13 0,-7-1 0,2-5 120,-1-5 1,1-4-26,-5 3 0,2-11 857,0-30-352,23-2-880,10-8 179,33 13-56,25 25 0,5 12-11,-20-7 0,-2 5 69,-2 7 0,-1 6 0,-13-1 7,-19 1 0,-16-1-32,-20 2 1,-15 0 0,-1-7-2100,-8-7 1,-3-7 2166,3-6 0,-3-3 0,9-4 0,15-5 0,6-5 0,-12-16 0</inkml:trace>
  <inkml:trace contextRef="#ctx0" brushRef="#br0" timeOffset="54373">12642 12215 13614,'-51'31'451,"-1"-1"1,0 1 0,1-1 0,-1 1 0,1 0 0,-1-1 0,1 1 0,-1 0 0,0-1 0,1 1 0,-1-1 0,16 18 0,6 2 0,5 2 0,4 1 0,3 2 0,1 1 0,-2 0 0,-1-1-681,-7 5 0,-5 2 1,-2 2-1,2 0 0,4-1 1,9-2-1,10-3 0,15-4 344,15-5 1,13-1 0,10 0 0,8-3 0,5-2-1,2-4 1,-2-5 0,-4-6 0,-7-6 134,7-4 1,-4-9-1,1-9 1,6-7-113,-8-5 0,7-6 0,5-6 0,2-5 0,1-1 1,-3-2-1,-4 0 0,-6 3 0,-8 2-226,10-9 1,-12 0 0,3-11 136,-11 9 1,4-8 0,3-6 0,1-4 0,0-1 0,-3 1 0,-3 3-1,-6 6 1,-7 7 37,4-20 0,-15-1-5,-8 10 0,-5-11 0,-2-6 0,-4 1 0,-3 7 1,-1 11 406,-15-6 0,-12 8-497,0 10 0,-11-3 1,-4 1-1,1 4 0,7 11 24,-5 6 0,-3 9-1983,6 4 1,-10 3 0,-4 0 0,5 2 0,12 0 737,4 1 1,3 2-1,-15 2 1,-4 1 0,22-1-1,30-3 1</inkml:trace>
  <inkml:trace contextRef="#ctx0" brushRef="#br0" timeOffset="56124">12735 12186 18476,'8'-27'2935,"1"-5"-2303,1 8 8,-1 3-176,-2 8-363,-5 9-358,-1 5 335,0 18 51,3 21-34,0 23-28,-2-23 0,-1 1 0,-4 1 1,-2 0-21,-1-1 1,-2-1 8,-1-5 0,-1-4-50,-5 13-40,7-24-2963,6-14 2997,2-7 0,0 1 0</inkml:trace>
  <inkml:trace contextRef="#ctx0" brushRef="#br0" timeOffset="75095">6177 6933 9817,'6'-44'4354,"1"0"1,-1 3-3635,2-11 0,-1 3 495,-4 21-885,-2 7-576,-1 13 240,-3 49 29,-1 21 1,1-21 0,0 5 1,-1 1-106,0 5 0,-1 0 1,0 0 96,1-5 1,0 0 0,0-1 14,-4 22 0,0-7 115,2 1 896,0-21 526,5-33-1395,2-51-145,3 1 0,3-7-24,0 1 0,1-4 0,3-1-16,2-6 1,4-1 0,3-1 25,-2 12 0,4-2 0,0 2 0,1 3-109,2-4 1,2 4 0,2 3 107,4-1 0,2 3 0,2 7-22,10 4 1,1 11-6,-4 7 0,-1 10 164,6 19 1,-5 13-196,-12 18 1,-9 9 38,-7-12 0,-3 4 1,-3 0-8,-4 2 0,-4 0 0,-2-1-154,-2-2 1,-2-1 0,0-4-330,-3 3 1,0-4-659,2-7 0,-2-6-3265,-5-9-2933,-18-19 5801,-31-13 2077,22 5 0,-2 0 527,-1 1 1,-1 2 602,4 1 1,3 0 584,-9-6-349,16-6-928,26-11 224,29-14-735,-2 13 1,3 1-228,12-6 1,3 1-135,7-3 1,4 3-71,-12 11 1,2 2-1,-2 1-19,9-4 0,-1 3 16,2 3 1,-6 4 624,-7 4 152,-14 1-264,-20-6-459,-4-4 5,0-5 264,0 1 128,0 10-324,-2 4-208,1 3-167,-2 7 285,0 32-51,3-12-5,7 13 0,6 2-17,19 6-14,-4-1 1,0 1-127,5 7-739,-26-12 0,-12-1-1944,-29-7 2161,0-17 1,0-5 0,-2-4-1,2-15 1</inkml:trace>
  <inkml:trace contextRef="#ctx0" brushRef="#br0" timeOffset="75270">7065 6763 9038,'-5'33'9830,"1"-16"-10388,-10 23 0,-6 15 0,3-11 0,3-7 0,-6 11 0,0 0 0</inkml:trace>
  <inkml:trace contextRef="#ctx0" brushRef="#br0" timeOffset="102613">7558 6606 10494,'7'-6'8750,"-1"1"-7227,-25-4-510,-2 5-262,-25-5-191,-6 11-367,21 4 1,-2 2-91,-4 3 1,0 3-62,-2 6 0,0 3-20,1 3 1,3 4-7,3 3 1,3 4-9,6 0 1,3 1-6,7-1 0,6 0-12,9-1 1,7-2-26,9-4 1,8-4 61,11-1 0,8-7 14,14-4 0,5-8-7,-17-5 1,1-3-1,-1-2-11,1-1 0,0-2 1,-3-2-11,15-5 0,-5 0-3,-15 3 0,-6 1-11,3-1 68,-21 8 49,-15 3 40,-8 5-84,-27 17-51,4-6 1,-4 1 7,-10 3 1,-3-1 28,0-3 0,0-4 8,6-7 0,1-4-22,4-7 0,0-4-6,-1-3 0,0-2 0,-3-2 1,1-2 24,3 0 0,4-2-78,5-4 0,7-4-6,14-5 1,10-4 10,10-7 1,8-2 44,5-3 1,5 0-37,1 2 0,1 3 0,-3 6 0,-1 3-23,-2 6 1,1 4 0,0 5 0,1 4-23,21-8 50,-15 13 46,-19 8-62,-22 10 44,-25 23-22,-11 13-53,-1 0 0,-5 4 45,2 0 0,-2 0 2,10-10 1,-2 1 0,4-1-6,-8 15 0,5-1-23,9-11 1,8 0-45,16 3 0,12-1 53,10-12 0,7-5 28,8 3 0,7-6-14,16-9 0,6-10 33,-13-6 1,1-4-1,0-1-5,16-3 0,-3-3 73,1-5 0,-9-2 191,-12-3-191,-26 4-17,-37 11-140,-11 8-483,-11 13 539,-6 16 0,24-10 0,2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46:35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2216 2207 13004,'-4'-37'3548,"1"0"0,-2 10-2857,-1-19 1,-4 4-58,-6 29-556,-29 18-14,2 24 1,-3 13-48,6-1 0,0 7 0,0-1-21,2-4 0,2 1 0,6 4-75,11 0 1,2 5-1,8-1 1,14-9-98,18-7 1,14-8 0,4 0-27,6 7 0,4 0 1,7-13 122,-10-17 1,6-9 0,2-4-1,-2-4 1,-5 1-171,12-7 1,-5-3 0,-2-3 378,0-4 1,-2-2 0,-14-4 381,-17-9 1,-15 4-468,-15 9-1526,-29 48 1,-5 21 1454,20-2 1,17 2-254,35 2 1,23 1 0,-3-11 368,-15-15 0,4-9-51,11-3 0,10-5 0,-2-5 0,-17-8 53,-16-12 1,-19-7 325,-25 0 1,-22-5 0,-6 2 0,7 9-405,8 8 0,-2 11-2258,-20 13 0,-8 11 0,21 10 2347,37 10 0,12 9 1,-5 7-1,1 6 0,7-17 1,20-18-1</inkml:trace>
  <inkml:trace contextRef="#ctx0" brushRef="#br0" timeOffset="437">3346 2325 12242,'0'-4'4245,"-18"26"1,-8 21-5349,9 0 1,1 5 0,-1-1 1107,-11 9 1,0 1 411,11 0 0,2 4 1,5-12 125,7-8 1866,2-2-1984,11-60-218,9-39-127,-2 20 1,4-5-1,6 1 526,5 7 0,6-1 1,2 3-1,-2 3-608,-3 1 0,0 3 1,2 5 6,13-2 1,3 6 0,-10 16 2,-15 27 0,-9 13-940,-5 9 1,-5 9 0,-2-5 931,3-2 0,-3-1 0,-3 19 0,-3-9 0,-1-26 0</inkml:trace>
  <inkml:trace contextRef="#ctx0" brushRef="#br0" timeOffset="1350">4097 2508 18992,'10'-44'1657,"0"1"1,9-17-1445,-10 97-115,-5 6 0,-1 6-67,1 2 0,-1 2-16,-2-8 0,-1 3 0,0-4 46,-1 2 1,0-4 447,0 22 141,-4-42-308,-8-56-208,3-16-42,7-3 1,4-4-49,4 15 1,5 0 5,9-12 1,6 4-26,1 18 1,3 6-21,4 3 1,3 7-23,-3 13 0,0 8 28,1 14 1,-4 6-40,-6 0 0,-3 5-799,-2 10 0,0 8 0,-1-5-2419,5-2 0,1-1 2567,5 15 1,-1-6 0,8-12-1,-16-26 1</inkml:trace>
  <inkml:trace contextRef="#ctx0" brushRef="#br0" timeOffset="1813">4971 2615 15389,'-2'0'7792,"-27"23"-7406,46-5-184,-5 8-180,19-24 1,7-8-9,-5-3 0,-1-4 16,3-10 1,-5-5 0,-6-2 0,-5-2 30,-2-7 1,-6-2 106,-12-20-84,-14 15-61,-15 31-29,-2 30 0,-2 11-5,-8 20 0,4 5 0,3 6-51,14-5 1,6 4-1782,6-12 1,2 2 0,4-2-676,5 10 1,6-4 2517,7-4 0,4-8 0,8-8 0,-4-17 0</inkml:trace>
  <inkml:trace contextRef="#ctx0" brushRef="#br0" timeOffset="2118">5715 2671 12914,'13'-56'3276,"0"0"1,-6 8 0,-11 12-2067,-41 35-1143,-12 32-42,22 7 0,4 10-21,10-8 0,3 4 0,2 0-4,-7 13 0,7 2-34,19 8 0,10-7-89,14-11-4793,27-20 1,6-10 4363,-9-11 0,-10-2 1,-6-2-1,-21-4 1</inkml:trace>
  <inkml:trace contextRef="#ctx0" brushRef="#br0" timeOffset="2936">6403 2340 9996,'-3'-51'1966,"0"-1"0,-1 0 0,1 1 0,-1 1 0,0 12 2811,-4 11-4704,1 2-6,-5 46-11,-5 25-25,6-15 0,-1 8-10,-2 11 0,-3 11 0,1 4 0,3-7-1245,6-5 0,3-3 0,-1 4 1032,-3 6 0,-2 6 0,2-1 1,5-7-592,9-7 1,4-5 0,1-4-949,0-2 0,-1-5-845,5 21 1680,-15-42 957,-26-35 1,-7-16 4486,2 0-3159,-4-1 0,10-4-695,36 8 1,11 3-655,14-12-196,8 15 1,13-2 0,-3 4 102,-5 5 0,0 2 36,0 0 0,4-2 1,-5-1 130,2-12 1,-9-1 120,-16 9 0,-4-1 429,-2-6 0,-6 1-339,-14 6-196,-4 16-107,-2 33 3201,-7 33-3414,13-16 1,4 6-1,2-1-1382,10 11 0,4-1 1573,4 9 0,3-7 0,19-13 0,-22-30 0</inkml:trace>
  <inkml:trace contextRef="#ctx0" brushRef="#br0" timeOffset="3119">7128 2271 24027,'-22'-32'32,"1"1"0,3 30 1,22 16-1,13 37 1</inkml:trace>
  <inkml:trace contextRef="#ctx0" brushRef="#br0" timeOffset="3577">7560 2343 17109,'2'-3'3207,"-29"5"0,-14 9-2936,13 8 1,-2 4-181,-6 0 1,-5 2-1,7 3-55,-1 22 1,11 4 10,9-1 1,11-2 11,16-6 0,12-7-9,9-10 1,8-10 94,8-17 1,2-12 8,-7-8 0,-6-12 27,-13-9 0,-6-8 1,-6 1 30,-6-5 1,-9 0-79,-7-14 1,-10 9-40,-5 28 0,-5 10-139,-28 5-141,24 31 0,4 12-1197,5 11 1,8 6-1616,4 8 0,8 2 2342,6-7 0,5-5 0,7-2 1,-8-34-1</inkml:trace>
  <inkml:trace contextRef="#ctx0" brushRef="#br0" timeOffset="4021">7866 2504 19216,'8'-34'3346,"0"1"1,-1 4-3263,9-33-23,1 86-77,0 38-2127,-6-9 1,-2 4 2150,0-3 0,-3-1 433,-4-5 0,-1-4-301,3-2-78,1-27 64,17-40 0,8-18-48,-5 11 1,2-2-71,4-10 0,5-1 9,3 9 0,6 1 0,-2 8-12,-2 11 1,-1 5 2,19-13 1,-3 10 1684,-21 23 0,-8 11-1713,-12 14 1,-7 8-816,1 8 1,0 4 834,3 10 0,-1-3 0,-6-21 0,1-4 0,10 21 0</inkml:trace>
  <inkml:trace contextRef="#ctx0" brushRef="#br0" timeOffset="4634">9274 2428 15883,'1'-5'7875,"-1"1"-7326,-18-55-421,-4 64-44,-23-14-39,17 65-28,6 2 78,48-1 62,9-41 213,17 0-9,-33-41 1,-8-10 63,-12-19-503,-19 6-12,-8 44-1039,11 32 1,4 15 1128,5 1 0,2 0 0,-2-10 0,1-2 0,5 27 0</inkml:trace>
  <inkml:trace contextRef="#ctx0" brushRef="#br0" timeOffset="4981">9460 3018 24089,'-19'35'238,"0"-1"1,-13 18 660,86-62-569,-33-11-64,-1-3-140,-44 2 0,-16 3-227,8 12 0,-3 3-4815,-21-5 1,0 2 2965,-5 10 0,25 5 0,32-6 0</inkml:trace>
  <inkml:trace contextRef="#ctx0" brushRef="#br0" timeOffset="5711">1785 4220 15950,'-28'13'2296,"19"2"-1074,46-11-553,13-3 0,13-3-1687,-13-2 0,5-1 1,6-1-1,2-1 1044,-13 3 1,3-2-1,2 1 1,2-1-1,1 0 1,2 0-1,1 0-18,-4 1 1,1-1 0,1 0 0,1 1-1,2-1 1,1 0 0,1 0 0,0 0 0,2 1-6,-7 0 0,1 0 0,0 0 1,2 0-1,0 0 0,1 0 0,1 0 1,0 0-1,2 0 0,0 0 1,0 0-1,2 1-109,-10-1 1,2 1 0,1 0 0,1-1 0,1 1-1,0 0 1,0-1 0,1 1 0,0 0 0,0-1 0,0 1-1,0 0 1,-1 0 0,0 0 0,-1 0 0,0 0 107,4 0 0,0 0 1,1 0-1,-1 0 1,-1 1-1,1-1 0,-1 0 1,0 1-1,0-1 1,-1 1-1,-1-1 0,1 0 1,-2 1-1,0-1-51,3 0 0,-1 0 1,-1 0-1,-1 1 1,-1-1-1,1 0 0,-1 0 1,1 0-1,0 1 1,0-1-1,2 0 0,0 1 55,-2-1 1,3 1 0,1 0 0,1 0 0,1 0 0,0 0 0,0 0-1,-2 0 1,0 0 0,-2 0 0,-3 0 0,-2 0 0,-4 0 0,-3 0-171,16-1 0,-9 0 0,-5 1 0,1-2 0,3 1 0,9-1 189,-13 0 1,5 1 0,5-1 0,4 0 0,2-1 0,1 1 0,0-1 0,-1 0 0,-1 0 0,-4 0 0,-4 0-1,-5 0 1,-6 0-44,13-2 1,-8-1-1,-5 0 1,-1 1 0,2-1-1,7 0 1,5 0-1,-3-1 1,-6 1 0,-13 2-1,12-7 1</inkml:trace>
  <inkml:trace contextRef="#ctx0" brushRef="#br0" timeOffset="6584">3251 5467 15227,'15'-59'1828,"-1"1"0,0-1 0,0 1 1,-1 2-1,-6 31-1721,-8 35-7,-9 35-94,3-16 0,-1 5-6,-5 20 0,-2 8 0,3-5-364,3-11 0,2-2-986,-3 4 1,0 3 0,10-12 1349,25-10 0,-12-19 0,9-8 0</inkml:trace>
  <inkml:trace contextRef="#ctx0" brushRef="#br0" timeOffset="6933">4026 5437 16829,'-5'1'7399,"0"3"-7186,61-22-146,1 2-2176,-8 0 0,1 0 2120,-15 5 1,-3 1 730,14-5-8617,-4 11 7307,-16 1 1,1 3 0,-18 0 0</inkml:trace>
  <inkml:trace contextRef="#ctx0" brushRef="#br0" timeOffset="7896">5855 5119 14023,'3'-53'2429,"-1"1"1,1-1-1,-6-10 1,-11 25-2386,-19 65 1,-12 36 0,4-3-48,6-12 1,4 4-1425,6 0 1,-2 10 0,4-1 0,9-11 1420,9-14 0,9-2 347,11 8 0,10 4 0,8-11-564,15-18 1,10-12 0,2-2 198,-12 3 0,0 0 1,2-3-1,1-7 64,-1-6 0,2-7 1,0-2-1,-2-4 1,-6 1 324,7-9 0,-6-4 0,-6-3-33,1-15 0,-5-3 0,-26 19-119,-69 40-202,19-1-43,15 35 1,3 22-1,16-7-44,24-13 1,12-5 69,10 7 1,8-13 27,12-31 1,0-18 52,-15-7 1,-5-6-26,-5 2 1,-7-3 94,-5-13 1,-17-2 195,-41-1 1,-15 7-280,15 14 0,-4 8-59,-8 10 1,-7 6 0,6 11-29,3 17 0,14 15-2565,18 14 0,13 12 0,6-7 2590,9-14 0,4-1 0,-3 3 0,1 3 0,3-14 0,17-17 0</inkml:trace>
  <inkml:trace contextRef="#ctx0" brushRef="#br0" timeOffset="8350">7011 5254 13620,'10'-43'2457,"1"-1"1,-1 0-1,5-19 1,-5 27-801,-13 69-1640,-1 7 0,1 7-6,-3 3 0,1 4-7,0 5 0,0 5 0,1-8 119,-1-12 1,4-7 301,19 16-336,2-79 1,4-19-76,-1 2 0,2-4-1074,4-3 1,4-6-1,-3 8 1096,-4 13 1,-1 3-12,13-15 0,1 11-30,1 36 10,1 43-25,-23 2 1,-4 4-219,0 1 0,-2 0-322,-4 3 0,0 0 560,3-4 0,0-6 0,-4-6 0,9 7 0</inkml:trace>
  <inkml:trace contextRef="#ctx0" brushRef="#br0" timeOffset="8829">7860 5176 19154,'17'-57'5987,"-3"49"-8770,-16 57 1,-9 25 2810,5-18 0,-1 1 460,-1-12 0,-1 0 1,1-5-214,-4 14 1015,3-20-1122,21-85-123,1 2-17,3 9 0,6-12 0,2-1 0,-3 8 22,3 4 1,1 2 1089,0-10 0,4-4 0,2 18-1132,6 27 1,-1 14 24,16 20-33,-15-6 0,-1 7-26,-11 10 0,-2 9 0,-5-3-425,-3-2 0,-4 2-2826,3 6 0,1 4 0,-5-8 819,-6 7 0,1-7 1,-3-42-1</inkml:trace>
  <inkml:trace contextRef="#ctx0" brushRef="#br0" timeOffset="9262">8738 5314 16812,'0'-3'7702,"0"1"-7495,25 10-56,5 3-56,8-3 1,3-2-35,21-4-27,0-4 184,-28-26 1,-9-8-12,-9-12 62,-8 2 0,-9 1-123,-25 8-96,-15 14-33,11 37 0,1 12-15,8 2 1,1 3-3,-3-1 0,3 3-172,9 9 1,5 6-1,8-5-3810,15-4 1,6-2-935,1 17 1,4-4 3277,1-23 1,1-9 0,9-8-1,-32-9 1</inkml:trace>
  <inkml:trace contextRef="#ctx0" brushRef="#br0" timeOffset="9846">9862 5129 22190,'-46'2'675,"0"1"1,1-1-1,-9 13 1,0 8-1,10 4-656,16 5 1,6 6-12,-14 18 1,14 3 5,33-8 0,15-5-56,6-13 0,9-6-121,-1-8 1,6-3-1,-1-5-123,11-7 1,2-11-306,-12-2 0,4-6 1,0-2-1,-4-3 230,-1-6 1,-5-2-1,3-5 354,0 1 0,4-4 0,-3-2 0,-5-1 126,-2-9 0,-6-3 0,-5-1 472,-4 2 1,-4-1 0,-4 2 10,0-10 1,-5 1 204,-6-2 0,-3 7-473,0 5-279,-3-2-38,-6 87 8,0 6 1,1 5-1525,0-2 1,1 7 1101,4-5 1,0 8-1,2 4 1,-1-1-1,2-9-933,-1 14 0,3-1-1128,0-7 0,1 7 1,1-3-1,-1-13 234,2 4 1,2-17 0,-7-33 0</inkml:trace>
  <inkml:trace contextRef="#ctx0" brushRef="#br0" timeOffset="10467">10425 5515 8382,'-32'-26'4915,"0"-1"0,-2-5-1252,-3 1 1,8 0-3457,25 3-210,28 17 1,15 4-572,9-1 1,12 1-1,4-1 1,-7 0 356,-2-2 1,-3 0-1,3 0 122,1 3 1,5 2 0,-3-2-1,-11-4 201,-3-10 1,-19-1 128,-26 4 17,3-10 802,-59 23-964,27 9-18,-16 22-27,42 6 816,27 23-873,2-30 1,6-4 22,11 1 1,7-6 40,-6-13 0,3-5 1,-3-4 31,2-3 0,-4-5 261,4-7 0,-11-7-267,-26-36-10,-28 13 27,-20 2-56,-22 30-22,4 29-15,23 12 1,4 7-3,10 6 0,5 3-1710,-3-1 0,9 4 1172,22 21 1,17-1-1681,11-21 1,11-5 2217,-2-2 0,5-2 0,-3-4 0,0-6 0,-3-7 0,-6-7 0,0-1 0</inkml:trace>
  <inkml:trace contextRef="#ctx0" brushRef="#br0" timeOffset="10954">12057 5492 11967,'13'-33'4915,"-1"-1"0,-13 7-3263,-12-7 1,-10 5-1541,-7 29 0,-5 11-82,-18 3 1,1 8-28,15 8 1,9 5-2119,11 0 1,10 0 2114,15-3 0,11-4 415,24-5 0,9-11-395,-6-12 0,0-9 13,5-4 1,-4-9-6,-15-5 0,-7-9 58,-6-16 0,-4-13 0,-4 1-572,-4 7 1,-3 0 0,0-2 672,0 5 1,1-3-1,-2 1 1,-1 4-30,-3 0 1,0 3 0,-2 7 2339,-5-20-2448,8 67-50,2 13-6,4 15 1,1 15 0,1 2-87,-3-2 1,1 3-1,-1 2 1,1-3 70,1 6 1,1-2-1,-2 3-143,-1-2 0,-1 2 1,0 1-1,-1-4 164,0 2 0,0-4 0,-1-4 0,-1-6 0,0-2 0,2 18 0,1 0 0</inkml:trace>
  <inkml:trace contextRef="#ctx0" brushRef="#br0" timeOffset="13762">16818 3335 8912,'12'-51'1966,"1"0"0,-1 0 0,0 0 0,1-10 0,0 3-719,-1 11 0,1-2 0,-5 15-1213,-7 20 128,-12 37 1,-6 21-130,2-3 1,-2 6 0,-1 2-83,2-2 0,-1 2 0,0 2 0,1 3-941,2-1 1,0 5 0,0 0 0,2 0 0,3-5 519,4-1 1,2-3 0,1-1-1,0-1 1,-4 11 0,1-2 0,5-8-1,9-16 1,1 0 0</inkml:trace>
  <inkml:trace contextRef="#ctx0" brushRef="#br0" timeOffset="14284">17118 2593 13015,'-59'-24'818,"0"0"1,0 0-1,0 1 1,-3 8 0,-1 3-1,0 7 1,2 10-698,12 9 0,1 7 0,1 5 0,1 5 0,1 1-59,3 2 1,1 3-1,1 2 1,1 4 0,2 1-1,1 1-340,0 5 0,2 3 0,1 2 0,3 1 1,2 2-1,3-1 304,3 1 0,2 1 0,3 1 0,2 1 0,4-1 1,5-1-52,2-3 1,4 1 0,2 0-1,5-2 1,3-1 0,5-4-43,7 4 1,6-2 0,5-3 0,4-4 0,5-5 15,0-9 1,6-3-1,3-4 1,2-3 0,1-4-1,-2-3 37,9-2 1,1-5 0,1-5-1,0-3 1,-1-3 35,2-3 1,1-2-1,-1-5 1,-2-3-1,-2-5 42,-4-5 0,-2-5 0,-1-3 0,-4-2 0,-3-1 25,0-4 0,-4-2 1,-3-2-1,-1-3-2,-5 2 1,-1-4-1,-2-1 1,-3-2-1,-5 1 238,-2-9 1,-6-2 0,-6 1 0,-4 0-234,-3 4 1,-5 1-1,-5 1 1,-6 2-51,-5 5 0,-6 1 0,-4 4 0,-3 6-39,-14 1 1,-4 8 0,-2 6-215,3 5 0,-1 6 0,2 8-4705,-13 18 1,6 8 3144,-3 4 0,27 16 0,32-43 0</inkml:trace>
  <inkml:trace contextRef="#ctx0" brushRef="#br0" timeOffset="14906">18384 3594 10962,'-62'9'1966,"0"-1"0,0 1 0,13-3 0,2 1 0,10-2-896,-3 1-881,65-6 0,33-4 0,12-2 0,-10 1-723,-10-1 1,-4 0-1,7 0 541,2 0 1,9 0 0,2 0 0,-3-1 0,-7 0-152,2-1 1,-5-1-1,-5 1 144,9 0 0,-7 0 0,10-3 0,-29 8 0</inkml:trace>
  <inkml:trace contextRef="#ctx0" brushRef="#br0" timeOffset="15486">19063 3315 16532,'39'-40'1145,"0"0"0,1-1 0,4 0 0,1 3 0,-3 24-1119,-2 40 0,-4 26 0,-10 1-6,-17 6 0,-9 6-22,9-3 0,0 5 0,-15-2 35,-22-12 1,-14 0 0,-3-3-1,11-10 43,15-9 0,1-3 19,-26 29 0,19-9 151,62-33-629,-1-17 0,14-8 1,9-4-1,3-3 0,-2 0 1,-9 3-797,-1 1 0,-6 1 0,1-1 0,6-3 1179,1-1 0,8-4 0,5-2 0,0-1 0,-3 1 0,-7 2 0,-10 2 0,13-6 0,-11 0 0,-4-5 0,0 0 0</inkml:trace>
  <inkml:trace contextRef="#ctx0" brushRef="#br0" timeOffset="15909">20431 3169 7364,'-38'-37'983,"0"0"0,0 0 0,0 0 0,-11 20 0,-10 5 0,-5 5 0,-4 3 0,1 3 0,4 3 0,8 1 25,-6 4 0,7 3 1,0 6-1,-5 3-985,8-1 0,-5 2 0,-5 3 0,0 2 0,1 2 0,3 1 1,8 0-1,8 1-16,-1 7 0,8 1 0,9 4 0,9 6-103,12 8 1,10 9 0,8 6 0,5 0 0,3-6 0,1-9-793,2-9 0,4-7 0,3-3 0,4 4 855,1 4 0,3 7 1,4 2-1,2-5 1,2-8-1,2-13-286,11-16 1,5-14 0,2-9 0,-3-4 0,-7 2 357,3 0 0,-6-3 0,3-9-47,-11-1 1,4-5 0,2-4 0,-3-4 0,-5-2 0,-10-1 124,-3-16 1,-9-4 0,-11-2 0,-10 1-65,-10 10 1,-8-1 0,-8 0 0,-4 3 0,-3 4-54,-4 4 0,-5 4 0,-3 2 0,-3 4 0,1 5 0,-10-1 0,-2 6 0,0 5 0,3 6 0,-2 15 0,0 0 0,1-1 0</inkml:trace>
  <inkml:trace contextRef="#ctx0" brushRef="#br0" timeOffset="16974">17799 3672 13144,'-54'-3'1782,"-1"0"1,5 1 0,3 2-1276,12 3 1,2 2 18,-19 0 140,-5 4-330,34-7-168,10-1-95,13-1 28,-1 0 252,7 2 81,47-1 1,20-1-2165,-16-2 0,7-2 1730,-11 2 0,9-1 0,4-1 0,-3 1 0,-10-1 0,10-1 0,-5 0 0,-7 0 0,-1 0 0,1 0 0</inkml:trace>
  <inkml:trace contextRef="#ctx0" brushRef="#br0" timeOffset="17741">19515 4807 11850,'1'-4'9830,"-1"0"-9124,31-42 44,-23 75-1902,-5 11 0,-3 12 0,-2 3 1174,-4-7 0,-4 2 1,0 3-1,-1 3-33,2-6 1,-1 4 0,0 2 0,0 0 0,0-2 0,2-3-393,-2 9 0,2-4 0,1-2 0,1-2 403,1 5 0,2-4 0,2-5 0,2-3 0,4-9 0,5-5 0</inkml:trace>
  <inkml:trace contextRef="#ctx0" brushRef="#br0" timeOffset="18410">19072 6310 17750,'21'-43'626,"-1"0"0,1 0 0,4-5 0,4 6-562,8 10 1,5 12-1967,1 19 1,-2 10 1924,15 12 711,-24-6 1,-6 7-758,-15 37 1,-17 7 468,-10-21 0,-3 0-446,10-3 0,2 3 0,-8-5 136,-14-3 0,-7-6 1,3-8 884,-5-7-946,4 3 1,7-10 3484,27-37-3526,32 10-40,16 17 1,5 6 16,8 5-28,-20 11 0,3 7 0,-11 1-5,-9 20-59,-21-3 1,-7 9 0,-9-3-25,-7-14 1,-8-2 0,-2 0 12,0 10 1,-3 1-1,-7-9-2185,-3-15 1,-8-6 0,0-6 0,7-5 2276,2-8 0,2-5 0,-24 5 0,12-7 0,35-17 0</inkml:trace>
  <inkml:trace contextRef="#ctx0" brushRef="#br0" timeOffset="18927">19210 5848 16600,'-53'32'700,"0"0"0,0 0 0,0 0 0,0 0 0,0 0 0,-2-1 1,3-4-1,3 3 0,0 7-655,7 3 1,0 6 0,0 4 0,3 1 0,5 0-1,6-3-303,5 2 1,6-1 0,5 0 0,3 3 202,4 2 0,2 3 0,4 2 1,3-2-1,3-3-307,6 2 0,3-2 0,5-3 0,6-1 158,3-8 0,6 1 0,3-3 0,3-5 0,2-6 29,13-4 0,3-9 0,3-6 0,-2-3 196,-5-2 0,0-2 0,0-6 0,3-10-200,-10-5 0,3-7 0,2-6 0,0-4 0,-2-1 0,-4-2 0,-6 1 422,0-6 0,-7-3 0,-3-1 1,-2-1-1,3 0-206,1 3 0,2-1 1,0-1-1,-2 0 1,-5 0-1,-8 2-2,-4-8 0,-6 0 0,-8 2 0,-9 4 204,-14-4 0,-12 5 0,-1 3-97,-9-6 1,-6 4 37,4 9 0,-4 0 0,2 8-169,5 11 0,0 3-1593,-5 1 1,-5-1 0,10 3-8250,1-2 9537,-5 0 1,9 2 0,32 7 0,3 4 0</inkml:trace>
  <inkml:trace contextRef="#ctx0" brushRef="#br0" timeOffset="20440">22926 3338 15895,'5'-44'1324,"1"0"1,-1 1 0,2-15 0,-1 11 78,-6 27-1272,-27 56 1,-13 30-660,12-20 1,-1 2-1,0 3 526,2-3 1,-2 2 0,2 1 0,3-1 10,-6 15 0,4 0 1,19-12 191,26-15 1,14-12 295,5-14 1,8-14-350,-6-13 1,6-12 0,-1-3-1,-5 2-75,6-8 0,-3 1-34,9-14 0,-15 23 315,-43 68 0,-13 21-357,5-18 0,2 7-237,4-1 0,0 12 1,2 4-1,1-3 0,4-9-491,6 8 1,8-5-159,7 5 0,8 2 0,7-26-441,22-47 0,6-24 1070,-20 9 1,-1-5-1,0-8 384,-7-2 0,1-7 1,-1-4-1,-5-3 1,-6-1 389,-9-4 0,-7-4 0,-5-1 1,-2 0-1,0 1-383,1 3 0,0 0 0,-2 0 0,-4 2 0,-7 2-34,-5 1 1,-5 0-1,-5 2 1,-4 6-1,-4 8 21,-11 6 0,-7 9 0,-4 7 0,-2 5-132,4 6 1,-2 6 0,-2 4 0,-1 4 0,1 4 82,2 2 0,-1 3 0,1 3 0,-1 4 0,1 5 0,0 5-46,12-2 0,-2 6 0,1 3 0,0 4 0,1 1 0,2 1 0,0 0 0,3-3 1,3-2-31,-9 5 0,0-2 1,2-2-1,6 2 1,9 3-1,12 3-83,12 2 1,10 7-1,7 4 1,6 1-1,5-2 1,5-6-1,3-8 1,2-13-156,13-7 1,8-15 0,6-9-1,3-2 1,1 4-24,-9 2 0,3 3 1,3 0-1,2-1 1,0-1-1,-1-4 1,-1-3-1,-3-7 272,-1-5 0,0-6 0,-1-3 0,-1-4 0,-2-2 0,-1-1 0,-3 0 95,1-3 0,-2-2 0,-2-2 0,-2 0 0,-1-1 0,-1 0 19,3-1 1,-1 0 0,-2-1 0,-2-1 0,-2-2 144,6-11 0,-2-3 0,-4 0 1,-7 3-974,-1-9 1,-8 2 893,-3 0 1,-17-1 103,-29 7 1,-20-4-1,-8 2 1,6 8-418,10 12 0,1 5 0,-4-2-250,1-4 0,-4-6 1,-2 0-1,0 6 1,2 13 378,-9 18 0,1 14 0,10-2 0,-5-3 0,11 10 0,0-1 0</inkml:trace>
  <inkml:trace contextRef="#ctx0" brushRef="#br0" timeOffset="21644">25713 3323 20974,'7'-47'1826,"-60"32"-1731,3 33 0,1-1 1,-3-2 66,10-10 1,2-3-74,-16 3-134,-4-4 57,47 3 66,4 30 0,2 11-47,-2-15 0,-2 3 34,-9 21 0,-5 9 1,2-7 37,2-12 1,0-4 554,-10 16 1,4-9-295,10-24 241,14-49-600,14 4-15,19 1 1,14-1 0,-1 6-19,1 6 0,2 11-867,1 9 1,8 8 0,-2 4 0,-15 3 813,-13 6 0,-12 7-145,-7 11 0,-8 8 0,-13-8-898,-18-14 0,-12-8 0,0-1 919,-7 11 1,-2-10-49,8-18 0,-2-7 0,11-2 1,9-2-1,-26-25 0</inkml:trace>
  <inkml:trace contextRef="#ctx0" brushRef="#br0" timeOffset="22125">25499 3081 13586,'-62'12'869,"0"0"1,0-1 0,0 1 0,0 0 0,15 20 0,3 10 0,3 5 0,-1 2 0,-1-1 0,-5-5-858,-2-9 0,-5-3 0,-3-2 0,0-1 0,2 3 0,4 2 0,7 6-693,1 11 0,2 4 0,4 4 0,6 1 0,10 0 1,11-3 607,13 4 0,14 1 0,8-2 0,4-3 0,0-7 48,10 3 1,4-8 0,3 1 52,-5 4 0,0 4 0,6-5 0,10-14 78,-5-21 1,8-9-1,6-6 1,3-6-1,-2-2 1,-3-1-1,-9 0-36,4-2 0,-8-3 0,0-3 0,7-3-40,-10 4 1,6-1-1,4-1 1,3-2-1,0-2 1,-2-1-1,-2-1 1,-4-1 0,-8-2 9,9-14 0,-7-3 1,-6-2-1,-2-2 0,-1-1-220,0 0 0,-1-3 0,-3-1 1,-4 0-1,-4 2 199,0-2 1,-2 0 0,-9 2-1,-17 2-131,-20 4 0,-18 0 0,-10 2 0,-4 5 0,5 6 58,2 8 1,0 8 0,-2 2 0,-4-1 221,-2-5 0,-4-4 0,-1 2 1,-1 6-1,1 9-1220,4 11 0,-1 9 0,0 4 0,5 3 0,5-1 876,1 3 1,6 2-1,-1 1 1,-10 3 0,-1 2-1,10-2 1,1 18-1</inkml:trace>
  <inkml:trace contextRef="#ctx0" brushRef="#br0" timeOffset="22808">24074 4020 16230,'-53'7'1601,"-1"1"1,8-2 0,8-2-1260,12-4-191,4-2-123,11 2 286,-28 4-113,28-2-116,-15 3 150,36-5 34,20 1-107,14-5 1,15-2-1,-4 0-61,-1 1 0,2-1-6,5-1 0,6-1 1,-12 1 357,1-1-302,-25 3-268,-30 4-1037,12-7 1154,18-5 0,-10 4 0,7-1 0</inkml:trace>
  <inkml:trace contextRef="#ctx0" brushRef="#br0" timeOffset="23886">22503 4972 11984,'2'-58'3215,"0"-1"0,-2 14 0,2 9-3103,1 19 56,-5 35 107,-3 15 0,-4 20 1,-2 14-1,-2 8 0,0 2 1,2-5-1,2-10-222,1 5 0,3-7 1,-1 0-1,0 10-168,-1-15 0,-1 8 1,-1 4-1,0 3 1,0 1-1,0-2 1,1-4-1,1-7 1,3-8 140,0 15 0,2-11 0,3-5-114,3 15 1,4-26-6365,12-59 5687,-1-2 0,-1-10 0,-12 24 1</inkml:trace>
  <inkml:trace contextRef="#ctx0" brushRef="#br0" timeOffset="24594">22632 6878 13161,'-53'-5'2694,"0"0"0,9 16 0,-3 4-2430,3-3 1,-6 0 0,0 1 0,5 4-129,3 5 0,5 2 1,0 7-205,-5 7 1,-2 7-1,1 3 1,7-2 89,5 0 1,5 0-1,0 1-28,-11 8 1,-1 2-1,16 1-48,25 0 0,15 0 0,5-9 40,9-14 0,6-6 23,-2 3 1,3 0-1,2-14 142,4-20 0,1-13 1,-7-3 492,13-22-594,-15 8 0,-15-3 108,-40 0 1,-16 4-98,-18 3-84,0 26 1,-12 9 0,7 7-292,3 11 1,4 8-552,0 0 1,0 6 0,11 1-4052,17 6 1,12 0 4030,10 15 1,18-28 0,-7-25 0</inkml:trace>
  <inkml:trace contextRef="#ctx0" brushRef="#br0" timeOffset="25108">22581 6816 10808,'-51'-38'1638,"0"-1"0,0 1 1,0-1-1,-11 18 0,-1 10 1,-3 3-1764,9-1 1,-3 1-1,0 7 1,4 10 189,1 17 1,2 11 0,3 8 0,7 0-33,9-4 1,5 2 0,3 4-1,1 5-514,4-2 1,1 7-1,1 3 1,1 0 0,2 0-1,3-5 458,-2 8 1,2-4 0,5 0 0,5 4-78,5-7 0,3 4 0,3 2 0,3-2 0,6-5 1,4-8-81,11-3 1,7-8 0,5-5-1,4-3 12,2-1 0,6-3 0,3-4 0,1-3 0,-2-4 200,-5-5 1,-1-2-1,1-5 1,0-5 0,2-7 175,-1-7 0,4-7 0,1-6 0,0-5 0,-2-2 0,-4-3 0,-6-1-141,-9 0 1,-3-3-1,-5-3 1,-1-1 0,-2-2-1,0 0 1,0 1-3,1 0 1,2-1-1,-2-1 1,-1 0 0,-2 0-1,-4 1 1,-5 0-46,0-12 0,-3-2 0,-6 2 0,-9 4 1,-12 6-16,-14 9 1,-13 4-1,-7 5 1,-2 4 0,2 4-128,-1 3 0,0 6 0,-1 2 1,-1-1 32,-6-5 1,0 0-1,-1 1 1,1 5 88,1 5 0,-3 4 0,5 1 0,12 2 0,-5-1 0,2 1 0,1 1 0</inkml:trace>
  <inkml:trace contextRef="#ctx0" brushRef="#br0" timeOffset="26620">20221 3813 7666,'-5'0'8726,"1"0"-7757,-3-5-470,16 4-2465,37 7 2615,15-2-32,-6 1 1,9-1-569,-17-5 0,5-1 0,1-2 0,-2 1-36,6 1 0,-2 0 0,2 0-13,-5-1 0,1 0 0,1 0 0,-1 2-68,-3 2 0,0 1 0,-1 1 1,0-1 93,9 0 0,0-1 0,1 0 658,-9 1 0,1 1 0,1 0 0,-1-2-654,14-1 0,1-2 0,-4 1-17,-11 0 0,-2 0 0,-1 0 57,18 0 0,-5 2-14,-15-1 0,-6 1 50,14 3 87,-20-5 1,-2 0 355,-7 1-71,16 0-388,-47 1 673,-7 2-690,9-2 55,0 2 24,-4 2-1,-17 4-4346,-27 3 3347,13-5 0,-5 0 0,35-7 0</inkml:trace>
  <inkml:trace contextRef="#ctx0" brushRef="#br0" timeOffset="32492">13733 4970 18812,'-51'5'939,"0"1"0,-2 9 0,4 14-812,20 7 1,3 11 0,2 5-1,2-4-571,-3 1 1,2 0 0,2 2 446,0-1 0,0 2 0,3 1 0,10-4-5,12 0 0,9-2 0,5-4-7,17 10 1,10-7 17,-10-15 1,5-2-1,2-6 126,4-7 1,1-6 0,-2-4-2,-3-6 1,-3-6-18,-1-2 1,-11-7 224,-33-44-138,-3 28 1,-4-2-46,-3-5 1,4-1 330,9-2 1,10 2-413,10 7 1,5 5 305,24-14-387,-12 38 0,-2 12 43,7 40-113,-16-9 0,-3 5-571,-2 7 0,-4 0-1418,0 0 1,0-2 2061,0-7 0,0-5 0,0 9 0,-2-24 0</inkml:trace>
  <inkml:trace contextRef="#ctx0" brushRef="#br0" timeOffset="33790">14273 5619 20929,'-7'-43'790,"0"1"0,33-6-779,27 76-6,-12 3 1,-3 8-6,-13 5 0,-6 2 6,-4-5 0,-6 0 97,-10 1 1,-7-5 327,-21-4 17,-7-22-291,11-30-196,31-27-9,14 15 0,8 1-16,12-4 0,7 2 49,-9 10 0,3 1 0,0 2 3,1 0 1,1 2 0,-1 0 33,15-7 1,-4 1 61,-12 5 0,-5 1 134,2-10-27,-38 10-107,-30 14-28,-27 28-54,20 0 1,1 6-3,1 8 0,5 4-6,5 2 1,8 0-18,12-5 1,10-4 50,28 10 68,22-40-12,-23-18 0,-3-9 61,-3-11 1,-4-4 19,-3-6 0,-4-1 70,-6 5 1,-3 2 145,1-15-409,-6 29-6,-6 44-38,-4 36-307,4-11 1,1 4-781,2 10 0,6 0-219,12-5 0,8-6-504,6-7 0,8-11 1926,5-17 1,3-13 711,-4-13 0,-3-11 672,-3-13 1,-6-6-272,-5-3 0,-3-2-536,-6 8 1,-2 3 179,5-13-824,-15 49 79,-8 46-48,1-4 1,0 6-1,-1 13 1,0 5-15,1-14 0,2 1 1,-1-4 5,-1 3 0,0-5 137,0-3 0,-2-19-63,-8-62-58,11-8 1,4-20 0,4-9 0,1 0 0,1 11-40,3 1 1,3 7 0,1-7 11,-5 8 1,-2-11-1,1-3 1,3 6 0,3 13-1,7 22-249,20 28 1,7 23 0,-14 5-1584,-23 26 1843,-14-6 0,-6 8 0,-9-11 0,-12-20 0,-7-8 0,-10-3 0,0 0 0</inkml:trace>
  <inkml:trace contextRef="#ctx0" brushRef="#br0" timeOffset="34584">15951 5079 15042,'-1'58'1966,"0"0"0,0-1 0,1 1 0,-1 0 0,21 2-1611,-24-8 1,-7 15 0,1-9 0,10-31-332,19-51 1,9-31-1,-1 7-19,-9 17 1,6 7-14,22 0 1,10 4 0,-8 15 18,3 41-1144,-16 1 1,2 8-1,-9-3 1127,-13-10 1,-6 3-1061,-3 14 0,-2 7 0,-5-9 1066,-11 1 0,8-9 0,-2-4 0,-5-18 0</inkml:trace>
  <inkml:trace contextRef="#ctx0" brushRef="#br0" timeOffset="36828">3140 7689 13345,'0'-6'4369,"0"1"-3585,23-8 107,-28 28-191,-5-4-6,-40 22 102,-7-13 0,11-29-85,23-33-493,16 7 1,6-4-138,5-6 0,5-2-50,3 0 0,5 3-23,7 6 0,7 7-22,3 9 0,4 10-25,3 13 0,-2 11 30,-2 14 1,-7 11 11,-9 18 0,-12 8-338,-14-9 1,-7 4 0,-6 0 307,-1-8 0,-4 2 1,-3-1-1,-2-2 31,-2 1 0,-3-1 1,-2-2-1,0-3 55,-11 6 1,-1-3 0,0-9 125,-10-1 0,3-19-17,14-25 0,7-12-82,12-12 1,9-5-56,13-5 0,10 2-42,8 4 0,9 6-37,12 9 0,6 11 37,5 12 0,1 10-17,2 10 0,-3 7-177,-3 9 1,-2 3-1311,-3 0 0,1-2 1025,2-10-1,-3-5 1,7 6 0,-4-24 0</inkml:trace>
  <inkml:trace contextRef="#ctx0" brushRef="#br0" timeOffset="37078">3845 7885 15238,'-11'-2'6436,"2"0"-6212,23-22-471,24 5-1170,-8-1 0,3 0 1417,4 9 0,-1 3 0,11-6 0,-19 9 0</inkml:trace>
  <inkml:trace contextRef="#ctx0" brushRef="#br0" timeOffset="48547">5328 7614 16695,'-2'-51'1596,"-1"0"0,1 0 1,-1-23-1,1 31-1467,4 83-110,-3-8 1,-1 5-106,-3 12 0,-2 6 1,0 2-866,2 2 1,0 1 0,-1-1 11,-1-4 1,-1-1 0,2 0 938,5 1 0,2 1 0,0-11 0,2 0 0,5 5 0</inkml:trace>
  <inkml:trace contextRef="#ctx0" brushRef="#br0" timeOffset="48918">5195 7828 16062,'-6'-48'1143,"0"-1"1,0 1 0,25-4 0,9 2-1,0 7-1115,-6 7 0,5 8 20,18 6 1,11 6 0,-2 14-36,-10 14 0,-3 11 0,-6 10 19,-11 12 1,-7 12-1,-3 3 1,0-5-20,8-4 0,-1-3 0,-13 5 27,-18 0 0,-12 8 1,-7 0-1,-4-6 0,-1-14-634,-6-13 0,-3-12 1,0-1 593,-20 14 0,6-11 0,-2-26 0,63-21 0</inkml:trace>
  <inkml:trace contextRef="#ctx0" brushRef="#br0" timeOffset="49574">6049 7828 23926,'-3'11'-1473,"1"19"-709,8 20 0,3 6 2182,-4-15 0,0-6 0,2 8 0,-2-28 0</inkml:trace>
  <inkml:trace contextRef="#ctx0" brushRef="#br0" timeOffset="49789">6121 7500 16129,'-4'-4'4123,"-35"-31"-4123,56 58 0,-47-47 0,55 54 0</inkml:trace>
  <inkml:trace contextRef="#ctx0" brushRef="#br0" timeOffset="50205">6525 7548 13586,'0'-3'8660,"-23"-13"-8599,15 28 113,-16 4 11,25 43-121,4-23 1,2 2-46,-1-6 1,4 0-54,22 10 1,7-3-79,-9-15 0,3-4 28,8 5 0,-4 1-1838,-2 25-4553,-70-6 2482,4-1 3314,-3-23 1,2-7-1,14-8 1,0 0 0</inkml:trace>
  <inkml:trace contextRef="#ctx0" brushRef="#br0" timeOffset="50444">6476 7770 13110,'-25'-21'4915,"10"49"0,-2 14-5091,-10-13 1,-1 3 40,3 19 1,2 10 0,1-2-660,4-15 1,0-2 0,0-1-2484,1 2 0,0-1 0,2-4 1198,-7 23 0,15-34 0,7-28 1</inkml:trace>
  <inkml:trace contextRef="#ctx0" brushRef="#br0" timeOffset="51440">7165 7589 12287,'0'-5'9830,"0"0"-7982,-12-49-1837,-33 81-3,4-1 1,-1 9-19,14 3 1,3 8 0,4 3-83,2 12 1,6 5 0,10-8 4,11-6 0,16-10-33,13-14 1,11-8 0,0-8 40,14-14 1,1-12 147,-7-5 0,2-7 0,-6 0-8,-7-3 1,-6-5 68,-11-1 1,-4-5 0,-6 4 799,-5-17-897,-8 1-77,-26 64 44,-5 47-12,13-26 1,3 1-1794,9 22 0,11-3 1665,19-9-897,21-29 1,5-15 1098,-26-13 0,-1-8-15,17-11 1,-6-10 159,-24-13 0,-12-2-11,-3 21 1,-6 2 38,-21-17 0,-8 9-319,-12 28 5,3 21 1,3 13 845,23 9 1,8 6-2628,2 12 0,5 1 1860,6-6 0,3-3 0,5 17 0,0-29 0</inkml:trace>
  <inkml:trace contextRef="#ctx0" brushRef="#br0" timeOffset="51935">8091 7667 17815,'0'-3'6833,"-8"-41"-6883,5 34 95,-15 33-20,6 21 0,2 11-42,-2 6 0,1 3 17,3-19 0,-1 0 0,3-4 14,1-2 0,4-4 160,3 14 555,4-29-455,5-41-1886,2-16 0,2-7 1634,-1 4 1,3-2 5,6-15 0,4 1-14,2 14 0,2 5-6,-8 9 1,4 3-23,14-4 0,1 18-98,-17 41 0,-5 22 0,1-6-166,6-18 1,-2 2-2181,-8 16 0,-2 12 1,-2 0-1,-4-12 1177,2 3 0,8 13 0,-13-55 0</inkml:trace>
  <inkml:trace contextRef="#ctx0" brushRef="#br0" timeOffset="52398">8792 7714 17104,'0'-3'7214,"0"0"-6923,-10 22-168,3 40-2168,-4-12 1,-1 3 2103,3 6 0,0 0-17,-1-7 0,-1-5 1204,-6 6-613,18-112-605,7 21 106,5-10 1,7-12-1,-1 10-106,-3 21 0,3 4-20,15-26 1,6 14-54,-6 40 0,0 14-14,0 13 1,-2 10 1292,0 14 0,-3 6-3578,-12-10 1,-2 2 0,-3-3 1664,-1-2 1,-1-4 0,8 22-1,-12-52 1</inkml:trace>
  <inkml:trace contextRef="#ctx0" brushRef="#br0" timeOffset="52901">9484 7875 24917,'-20'25'140,"16"1"-5756,46-2 5628,-14-11 821,16-31 0,0-17-542,-26-8 1,-4-3-801,11 4 1,-3 1 589,-13-1 1,-12 9-49,-14 24 6,-27 35-35,19 5 0,-1 10 0,3 2-178,4 2 0,4 2 1,1 1-227,0 8 0,2 1 1,11-3-518,11-10 1,9-3-1,6-7 917,21-6 0,2-9 0,-17-5 0,-1-4 0,25-6 0</inkml:trace>
  <inkml:trace contextRef="#ctx0" brushRef="#br0" timeOffset="53371">10524 7851 12421,'-1'-5'9830,"0"-46"-6049,-2 38-3607,-27-36-135,-28 71-1911,21 1 0,-5 6 0,4-1 1872,-1 1 0,3 4 460,2 3 1,2 5-1,10-2-471,17-2 0,7-2 384,1 1 1,5-1-699,13 3 1,6-5-450,1-13 1,3-6-843,2 0 1,2-5 1615,2-5 0,-2-3 0,-2-1 0,0-2 0</inkml:trace>
  <inkml:trace contextRef="#ctx0" brushRef="#br0" timeOffset="53749">11023 7529 18067,'-5'-39'4052,"-1"1"1,-3-23-4034,4 90 1,1 20 8,-1 0 0,1 2-56,0 5 0,2 3-109,0-10 1,0 2 0,2-1-357,3-3 0,0-1 0,1-1-3327,3 18 1,1-4 3819,-1-20 0,0-4 0,2 11 0,-7-35 0</inkml:trace>
  <inkml:trace contextRef="#ctx0" brushRef="#br0" timeOffset="54934">10818 8085 15384,'2'-45'8581,"17"23"-11504,17-13 1,9 0 2798,2 15 1,5 3-326,-8-1 1,2-1-1,-2 1 421,7-4 0,-5 1 623,-5-3 0,-6 0-271,7-12 449,-18 5-538,-19 12-100,-24 21-102,-16 38 2230,7 15-2221,21-14 0,8 0-92,25 14 1701,5-29 0,7-8-1665,7-12 0,1-7 59,-3-3 0,-2-5 41,0-3 1,-5-8 81,-10-12 0,-8-5 287,-2-22-293,-20 25 0,-8 4-111,-23 6-46,-13 46 1,0 17-6,20-12 0,4 5-82,-1 6 0,1 5 0,13-1-885,26 7 1,16-4-703,7-4 0,9-6-320,-2-13 1,5-3-1,1-6 206,-2-6 0,2-4 1,-1-5 1164,0-3 1,-1-3 0,-2-3 2381,7-3 0,-4-4 216,-5-6 0,-5-3 1286,4-20-706,-23 2-1860,-45 12-454,-35 32-204,13 13 0,0 8-1151,-3 14 0,5 6 1064,11-5 0,5 1 251,4 0 0,11-1-436,46 18 18,18-38 198,-12-10 0,3-9 30,8-23 1,-3-11 28,-11 2 0,-3-9 122,-12 2 0,1-11 0,-2-4 0,-2 1 0,-2 7 1,-2 3 0,-3 5 0,-1-5-100,2-8 1,0-7 0,-3 3-1,-5 10 1533,-6 11 1,-4 8-1602,0 4 2656,-1 7-2662,3 44 1,1 16-1691,2-6 0,0 0 1693,-2 10 1,3 5-132,6-6 1,5 7-1,1 0 1,-1-5-492,3 8 1,0 0-1245,-2-8 1,1 6 0,0-1-1,-3-7 1869,0 0 0,-3-7 0,-2 6 0,-5-27 0</inkml:trace>
  <inkml:trace contextRef="#ctx0" brushRef="#br0" timeOffset="56034">14123 7996 10186,'7'-46'2457,"1"0"1,0 0-1,-14 3 1,-3 6 1754,-3-10-4195,-15 57 0,-5 18 3,7 4 1,1 8-1,2-1-17,-5 7 0,2 2-3,2-2 0,0 4 0,10 1-15,15 6 0,11 0 0,0-4 15,-4-3 0,7-3-25,15 5 1,11 1 0,1-15 7,2-23 1,2-10 41,15-1 0,-1-10 53,-16-10 1,-6-7-1,-9-2 1,-10-6 259,-23-32 1,-12-1-260,8-1-68,-16 13 0,10 3 6,51 9 5,15 16-44,2 0-1702,-11 31 0,-5 11 1741,-11 20-391,-3-8 0,-1 3 399,-11 14 0,-5 0-86,6 14-7,-7-20 1,4-2-1327,6-6 0,5-8 887,26-9 1,-8 12 0,-5-35 0</inkml:trace>
  <inkml:trace contextRef="#ctx0" brushRef="#br0" timeOffset="56864">14949 8189 14953,'-4'-4'8486,"1"1"-7551,-13-57-655,19 44-17,53 29-280,-25 10 0,0 7-6,5 6 1,1 6 0,-9-1 89,-13-2 1,-11-3 273,-23 12 97,-26-48-399,20-26-62,38-12 1,14-2 27,-3 15 1,5 1-9,18-9 1,6 1-4,-13 12 0,1 1 1,-3 2 24,4-3 1,-4 0 97,1-7 1,-16 4-79,-31 14-27,-45 14-10,24 13 1,3 6-6,-2 6 1,3 4 2,2 5 0,7 2-48,10 1 0,5-3 32,8 11 13,15-22 0,9-12 50,11-34 1,1-15 19,-12 10 1,-2-3 2,13-23 0,-9-5 148,-26 10 0,-6 3 124,2-5-286,-2 13-67,-3 40 16,0 5-120,-2 34 1,0 12-477,5-15 0,0 2 294,-5 13 0,6 2-2980,12-15 0,5-1 0,-2-8 1310,1-6 1,7 7 0,-2-10 0,-19-26 0</inkml:trace>
  <inkml:trace contextRef="#ctx0" brushRef="#br0" timeOffset="57441">15907 8428 10674,'24'-49'4915,"0"1"0,18 16-1986,-23 82-2885,-10-6 1,-1 8 0,-2-1-1156,-1 7 1,-1-1 1115,2 7 1,-1 0 1,-2-16 1,-2-3-50,-6-8 0,0-8 204,0-16-150,-8 0 493,10-39 1,6-18-514,1 2 1,2-5 0,0 0 18,1-17 0,0-1 0,1 10 0,2-1 1,-1 4 1379,1-4 0,3 4-1402,9-2 0,4 5 914,-6 15 1,7 5-916,30 3 1,5 13-54,-24 14 1,-2 7 30,23 11 1,-7 8 67,-17 26 2,-34-14 1,-12-1-4,-30 6-50,-2-25 0,-11-3 1,3-4-256,0-2 1,0-4-4645,-15 0 1,9-9 4028,24-21 0,30 6 0,19-2 0</inkml:trace>
  <inkml:trace contextRef="#ctx0" brushRef="#br0" timeOffset="57945">16527 7827 15888,'12'-55'3276,"0"0"1,0 1 0,-4 22-2784,-8 32-409,3 22-11,4 20 0,1 14-29,-2-5 1,-1 7 0,0 2 0,0-2-1440,-1 7 0,-1-1 1,-1 2 1412,1-10 0,1 4 0,-2-4 1,-3-10 90,-3-7 0,-1-12 1366,3-14-1402,9-51 5,4 3 1,1-3-32,1 0 1,3 0-20,12-12 0,5 5-14,-4 18 0,4 8-45,23 8 1,1 12-15,-19 5 0,-3 11-605,-3 19 1,-2 13-1,-9-2 650,-12-4 0,-6 0 0,4 15 0,-5-7 0,-12-20 0</inkml:trace>
  <inkml:trace contextRef="#ctx0" brushRef="#br0" timeOffset="59801">9231 10429 18733,'-7'-43'3069,"1"0"1,-1 12-3143,-1-14 1,-1 15 189,0 79-92,2-10 1,1 6-368,-1 6 1,0 7-1,1 1-110,0 2 0,1 0 1,2 0-1566,2 1 1,3-1 0,1-3 1521,6 8 1,2-8 0,-2-22 0,3-8 0,6-10 0</inkml:trace>
  <inkml:trace contextRef="#ctx0" brushRef="#br0" timeOffset="60273">9415 10221 12466,'-55'-31'1299,"0"0"0,0 0 1,0 1-1,-3 8 1,-2 3-1,-1 10 1,2 15-1077,10 18 0,0 15 0,0 9 0,2 5 1,1-3-1,4-6-450,-4-5 0,4-4 1,2 3-1,2 9 232,10-4 1,-1 8 0,0 6-1,1 2 1,3 1 0,5-1 0,6-5-1,6-7-962,11 5 1,9-6 0,5-2-1,0 4 903,-4 2 0,-1 4 1,3 1-1,5-5 0,8-8-60,12-6 1,9-7 0,6-5 0,1-6 0,-1-3-340,9-5 0,1-8 0,1-5 0,0-2 406,-7 0 0,0-2 0,1-3 0,-1-3 0,-2-4 96,-2-4 1,-1-5 0,-1-2-1,-3-4 1,-3-2 179,-5 0 1,-2-2 0,-3-3 0,-2-3 0,-3-2 99,1-10 0,-3-6 0,-2-1 1,-3 0-1,-2 6-275,0 7 1,-2 3 0,-3 1 0,-6-4 121,-5-13 0,-7-6 1,-4 4-1,-6 12 999,-7 13 0,-8 5-1153,-9-4 1,-8-1 0,-2 6-136,0 11 1,-2 6 0,-2 2 691,-3-1 0,-2 2 0,2 5-579,2 8 0,1 4 0,7 0 0,-20 0 0,18 13 0</inkml:trace>
  <inkml:trace contextRef="#ctx0" brushRef="#br0" timeOffset="61431">11879 10296 20800,'16'-46'1176,"-5"10"69,-3 34-8,20-43-1186,-8 18-46,23 14 1,17 5 0,-8 7 229,3 15-234,-11-4 1,7 3 0,-15 9 6,-21 20 1,-23 9 140,-17-9 0,-17 6 0,-8 2 0,5-2 0,14-6-110,12 7 0,9 1-300,-4 1 1,-2 8-1,6-4 1,17-20-814,40-28 1,20-15 160,-9 10 0,10 1 0,-1 1 0,-11 1-1329,-9 4 1,-2-2 2241,14-11 0,8-6 0,-14 1 0,-8 0 0,2-6 0,-1 0 0</inkml:trace>
  <inkml:trace contextRef="#ctx0" brushRef="#br0" timeOffset="61902">12790 10108 7358,'-51'-22'1228,"0"0"1,1 0 0,-1 0 0,0 1-1,-11 0 1,0 2 0,0 3 0,0 6-328,-2 5 1,0 5 0,1 4 0,2 3-765,11-2 0,2 2 0,1 4 0,2 11 47,2 12 0,-1 10 0,1 8 0,3 3 0,4 1 0,6-3-974,2-1 1,-1 2 0,7-1-1,13-2 1,17-5 670,16-15 0,15-3 0,13-1 1,9-3-1,5-1 0,3-1 0,-1-1 1,-4 0-1,-7-1 0,-11 2 201,6 13 1,-12 2 0,1-6 0,14-11 66,-9-15 0,13-4 0,8-4 0,7-4 0,3-3 0,1-3 0,-3-3 1,-4-3-1,-9-2 0,-10-2 0,-14-3 0,-16-1 178,-17-17 1,-22-9 0,-15-4-1,-8-1 1,-1 4 0,4 7-690,-2 1 1,-3 7 0,-2 1 0,-5-1-1095,4-1 1,-4-5 0,-3 0-1,0 3 1,0 9 0,2 12 1455,-4 15 0,0 12 0,3 7 0,8 0 0,-4 9 0,12 1 0,14-6 0</inkml:trace>
  <inkml:trace contextRef="#ctx0" brushRef="#br0" timeOffset="63284">11833 12807 17115,'-6'-38'1824,"0"1"0,9 0 0,4-2-1684,-1-12 0,7 0-28,17 6 0,10 7-59,1 13 1,4 9-49,13 8 1,-2 8 5,-19 2 0,-5 9 28,3 24 1,-13 9-26,-23-6 0,-9 2 2,0 10 1,-5 0 19,-3-11 1,-6-3-983,-15 0 1,0-5 1163,8-6 427,-24-7-561,59-36-73,12-11-22,39-5-14,-18 25 0,2 5-15,7 0 1,0 8 1609,3 15 0,-8 13-1736,-21 12 1,-9 6 120,-1-8 1,-8 2-1184,-18-1 0,-10 2 0,-4-8 892,-6-5 0,-3-6-1203,-7 5 0,-1-9 1539,10-22 0,4-6 0,2-2 0,12-17 0</inkml:trace>
  <inkml:trace contextRef="#ctx0" brushRef="#br0" timeOffset="63869">12093 12184 14180,'-51'-16'1874,"1"-1"1,2 8 0,-4 3 0,3 6-1564,-5 13 1,1 10-492,11-4 0,-3 4 0,0 3 0,1 5 262,5 4 1,1 6 0,1 2 0,2 2 0,1-1-328,2-2 1,2 1 0,1 0-1,1 2 1,2 2 237,1 1 1,-1 2-1,1 3 1,3 0-1,4-1 1,5-1-109,2 12 0,6 0 0,7-2 1,9 1-507,10-5 0,9 1 1,5-1-1,3-3 1,-1-5 573,-3-3 1,0-5 0,4-3 0,6-4 3,8-1 1,9-1-1,3-5 1,0-6-1,-4-10 24,-2-10 0,-2-8 0,-1-8 0,2-4 256,-2-3 1,2-7-1,0-3 1,-2-2-1,-3-1-148,-7 4 1,-2-1 0,-2-1 0,-2-2-1,-1-3-24,1-8 0,-2-3 0,-2-2 0,-2 0 0,-4 0-7,0-3 1,-4 1 0,-3-1 0,-3 0 56,-1-2 0,-2-2 0,-4 1 0,-5 1 69,-4 4 0,-2 0 1,-6 2-1,-9 3-142,-9 1 0,-10 2 0,-5 4 0,-1 5 162,-12 3 1,-4 7-1,-3 5-263,7 4 0,-4 3 1,-1 3-1,4 4 59,-8 8 0,4 5 0,4-1 0,5-6 0,5 3 0,5 10 0,0-1 0</inkml:trace>
  <inkml:trace contextRef="#ctx0" brushRef="#br0" timeOffset="65340">15964 10270 14796,'14'-46'2107,"1"0"1,-1-1-1,5-7 1,-6 11-1083,-14 21-818,-16 68-2302,3-5 0,-3 8 2117,1 1 1,-1 5-1,2-2-32,4-9 1,1-1 0,4 0-440,2 4 0,3 0 0,7-8 650,25 10 3,23-64 1,6-23-3,-22 3 0,-2-5-19,0-2 0,1-3 0,-6 7-206,3-4 63,-19 49-49,-17 42 1,-9 15-18,7-17 1,-1 2 605,-2 0 0,-1 5 0,4-1-2500,7 0 1,3 1 0,4-6 1543,8-1 0,1-2 1,-3 14-1,3-13 0,17-39 1</inkml:trace>
  <inkml:trace contextRef="#ctx0" brushRef="#br0" timeOffset="65866">16790 9907 8231,'-45'-31'1228,"0"-1"1,0 1 0,0 0 0,-7 15-1,-4 6 1,-4 3 0,2 4 0,2 1-533,-2 0 0,2 3 0,1 4 0,-4 8-1527,4 4 1,-4 4-1,-1 5 1,1 5 0,4 6-1,7 6 820,13 1 1,5 8-1,3 5 1,3 4 0,2 2-1,1-1 1,2-1-1,-1-4-117,-2 4 0,2-2 0,1-2 1,2 2-1,2 0 0,2 3 0,2-5 0,-1 3 1,0 3-1,2 1 1,4-3-1,3-2 1,6-6-1,7-8 93,14 9 0,11-7 0,7-9 0,3-11-191,7-14 1,7-12 0,2-8-1,-1 0 156,1-1 0,-1-3 0,1-4 0,2-2-17,-11-1 1,3-2 0,0-2-1,1-2 1,-2 0 0,-3 0 204,2-2 1,-2 1 0,-1-1 0,-2-2 0,1-4 198,-6 1 0,1-4 1,0-1-1,-2-2 0,-2 0 1,-2 1-148,8-12 1,-3 0 0,-3-1 0,-4-3-101,-8 7 1,-1-2 0,-3-1-1,-3-1 1,-3 2 351,-3-8 1,-4-1 0,-3 3 0,-1 4-328,8-16 0,-16 5 43,-25 15 1,-15-2 0,-6 5 0,5 10-128,-1 9 0,-6 10-11,-3 1 0,-14 0 0,-4 2 0,4 2 0,15 4 0,9 5 0,4 3 0,-8 5 0,1-1 0,-1 0 0</inkml:trace>
  <inkml:trace contextRef="#ctx0" brushRef="#br0" timeOffset="67266">19174 9971 6731,'6'-4'4150,"-1"1"-745,54-16-1433,-33 12-861,7-4 1,-3 2 821,-20 9-908,-18 2-762,-1 2 395,-27 5 1,-10 3-528,12-2 1,-2 1-43,-8 0 1,-4 2 0,1 0 27,-8 2 1,3 0-1666,5-2 1,4-1 1619,-11 2-94,30-9-28,23-5 27,2 3 124,4 29-67,-2 12-6,1 9 0,0 6 25,-3-14 0,-3 1 70,-2 12 0,-4-2 31,-3-21 0,-1-4 429,-9 8 274,10-34-846,13-14 0,18-18 1,7-4 10,13-4-37,8 5 0,13-2 0,-5 8-19,-12 13 1,0 5 27,1-9 1,3 0-1,-9 14-89,-8 33 0,-15 10 3196,-28 19-3372,-3-21 0,-5 4 0,-3-5 38,-7-4 1,-6-5-565,-1-5 0,-6-2 0,4-9-9034,-19-15 7373,7 0 0,30-15 1,20 13-1</inkml:trace>
  <inkml:trace contextRef="#ctx0" brushRef="#br0" timeOffset="67827">19302 9803 14281,'-60'12'1025,"0"0"0,0 0 0,0 0 0,0 1 0,15 11 0,8 5 0,-1 3 0,-7 0-1204,-2-5 0,-8-1 0,-5 1 0,0 2 1,3 2-1,7 3 0,11 4 193,7 15 1,10 7 0,8 2-1,3-1 1,-1-5 119,-10 8 1,4-4 0,23-1-251,17-21 0,16 3 1,10 2-1,8-2 1,4-1-1,0-5 1,-4-6-1,-8-7 53,6-7 0,-5-10 0,2-4 0,8 3-240,-3 3 0,9 3 0,4 1 0,4-1 0,-1-1 0,-4-4 0,-6-5 0,-10-5 398,0-11 1,-8-5-1,-4-6 1,1-3 95,1-3 1,2-6-1,-1-2 1,-4 0 0,-4 1-634,0-10 1,-6 1 0,-1-1 539,6-3 1,0-2 0,-9-2 203,-11-7 0,-9-3 1,-10 4-212,-10 13 1,-9 2-1,-2 1-132,1-9 0,-2-1 0,-9 7 28,-4 17 1,-8 4-1,-1 4 1,5 4 1065,-4-1 1,-3 7-1336,3 7 1,-8 4-1,-2 3 1,3 6 281,7 7 0,1 6 0,1 2 0,1-4 0,-5-6 0,2-3 0,1 4 0,1 10 0,0 0 0,0 1 0</inkml:trace>
  <inkml:trace contextRef="#ctx0" brushRef="#br0" timeOffset="68835">16310 13030 19574,'-42'-40'1495,"0"-1"1,-22 36-1,0 20-1448,32 1 1,2 11-383,3 7 1,-5 11 0,0 8 0,0 3-1,6-3 1,7-6 248,7 3 0,7-4 1,4 6-626,-4 1 1,0 8 0,3 1-1,6-4 1,12-13 723,28-3 0,14-14 0,0-7 60,-14-6 0,0-6 0,-2-6 502,25-12 1,-18-13-504,-45-20 253,-27-4 0,-13 3-202,-19 12-106,0 3 0,-6 13-857,2 37 1,4 15 732,13-12 1,7 7-1265,15 14 1,7 9 0,12-7 1370,17-16 0,5-3 0,-2 17 0,2-6 0,17-22 0</inkml:trace>
  <inkml:trace contextRef="#ctx0" brushRef="#br0" timeOffset="69385">16535 12929 18117,'-59'-5'530,"1"0"1,-1 0-1,0 0 1,1 0-1,-1 0 1,-9 4-1,-1 0 1,1 4-1,6 5 1,8 8-446,2 19 1,9 11 0,2 7-53,6-7 1,0 6 0,1 3 0,1 1-1,2-2-698,3-4 1,1-2-1,2 2 1,2 0-1,3 2 636,-1 9 0,0 4 0,4 0 0,9-3 0,16-8-528,14-11 0,14-4 0,7-4 0,5-3 0,-3-3 426,0-1 0,2-3 0,1-4 0,3-2 0,2-3-83,2-4 0,3-3 0,3-3 0,-1-2 1,0-2-1,-5-1 49,12-3 1,-3-3 0,-3-3 0,-3-2 259,3-7 0,-3-3 1,-6 0 24,-2 2 0,-2-7 412,-7-9 0,2-11 1,-1-4-1,-3 4-213,-3 0 0,-4 1 1,3-6-110,-8 8 0,4-4 0,0-3 0,0-1 0,-2 2 0,-4 5-123,7-13 1,-5 5 0,-5-3 11,-8 6 0,-2-4 1,-7 2-1,-9 6-34,-27-8 0,-15 7-58,7 9 1,-4 1-1,-4 3-129,-4 4 1,-4 5 0,-1 2-438,2 5 1,-1 3 0,2 2 558,4 5 0,1 1 0,4 2 0,2 1 0,5 1 0,-15 4 0</inkml:trace>
  <inkml:trace contextRef="#ctx0" brushRef="#br0" timeOffset="70754">10112 10689 10248,'-49'11'4904,"-1"-1"0,-3 2-4311,-6 1 1,6-1-533,32-4 214,46-10-189,19-5 1,10-3-62,1 0 1,6-2-29,-7 1 0,8-3 0,1 0 0,-3 1-858,-9 1 1,-1 1-1,-1-1 1,1 1 854,3-2 1,1 0-1,0 0 1,-2 0 12,14-3 1,-1 0-1,-7 2-742,-1-1 1,-4 2 776,1 0 0,-5 2 815,3-2-846,-34 10-95,-18 3-89,-2 2 2642,-1-1-2732,1 5 2322,4-3-2899,4 2 840,7-9 0,-8 4 0,1-3 0</inkml:trace>
  <inkml:trace contextRef="#ctx0" brushRef="#br0" timeOffset="71715">12576 10842 21091,'-26'21'1042,"9"12"0,4 9-868,2 17 0,3 8-114,1-16 0,-2 6 0,1 1 0,1 1-1433,0 3 0,1 1 0,1 0 0,-1-1 1417,0-6 1,0-1 0,1 0 0,-1 1-4,1-3 1,1 2-1,-1 0 1,0-3-1,1-6 691,-2 13 1,0-3-690,-1 5 0,-2 5 0,2-9 7,3-14 1,1-2 471,-2 17 0,2 1-402,4-16 1,0-3-48,0-4 0,0 0 13,-1 17 1,0-3-76,-1 6-8,3-16 0,2-3 3429,5-11-3443,4-8-1015,-4-14 1026,-4-8 0,-4 2 0,0-5 0</inkml:trace>
  <inkml:trace contextRef="#ctx0" brushRef="#br0" timeOffset="72991">17002 10597 8209,'-4'0'9830,"1"0"-8541,-38 3-1228,32-2 286,-27 5 818,67 1-5024,9-2 4073,5-4 1,12-2 0,-3-1-173,6-2 0,2-2 64,-10 2 0,5-2 0,1 0 1,-3 0-104,-1 0 1,-3-1 0,0 0-3,1 0 1,0 1 0,2-2 6,-6 1 1,2 0-1,0-1 1,-1 0-2,8-2 1,-1-1 0,0 0 27,1 1 1,0 0-1,-5 0 175,2-2 0,-9 2-14,-12 3-56,-28 6 3110,-4 1-3110,8-1 678,8-2-1955,-4-2 1137,-11 2 0,-4 0 0,-10 2 0</inkml:trace>
  <inkml:trace contextRef="#ctx0" brushRef="#br0" timeOffset="73890">16204 11422 20599,'12'-1'2772,"1"38"-2646,-5 11 0,0 10-5,-2-12 1,-1 1-1,0 1 17,-1-5 0,-1 0 1,-1 4-16,-1 3 0,0 4 0,-1 1 1,-1-2-189,0 10 1,-1-2 0,-1 1 132,1-5 1,-1 1 0,1 0 0,0-5 19,-1-2 1,1-4-1,1 0-45,1 5 0,0 1 0,2-4 55,1 7 0,2-4 2,0 2 1,0-4-84,1-16 0,-1-3 156,4 17-61,-5-32 57,1 1-169,4-55 0,-6 24 0,3-25 0</inkml:trace>
  <inkml:trace contextRef="#ctx0" brushRef="#br0" timeOffset="116742">10953 14463 6596,'55'-15'2843,"1"0"1,-13 1-1,-19 4-2854,-56 12 0,-27 4 37,15-2 1,-4 1 0,-5 0-1,-3 1-754,5 0 0,-3 0 1,-3 0-1,-2 1 0,-1 0 1,-1 0 747,8-1 0,-2 1 0,-1 0 1,-1 0-1,0 0 0,-2 1 1,1 0-1,-1 0-113,3 0 0,-1 0 1,0 0-1,-1 1 1,0 0-1,0 0 1,0 0-1,0 0 0,0 1 132,-1 0 0,1 0 0,-1 0 1,0 0-1,1 0 0,-1 1 1,1-1-1,1 1 0,0 0 19,-4 1 1,1 0 0,1 0 0,-1 0 0,2 1 0,-1-1 0,2 1 0,0 0-10,-5 1 0,0 0 1,1 1-1,1 0 0,1-1 1,2 0-1,3 0-4,-4 1 1,2-1 0,3-1 0,2 1 0,0-1 1,-4 2 1,0 0 0,5-1 0,10-2-530,-16 8 1221,91-24-522,5-5 0,14-4 0,9-3 0,4-1-247,-14 5 1,4 0 0,5-2 0,2 0 0,2 0 0,1 0 0,-1-1 0,0 1 48,-7 0 1,0 1 0,0-1 0,1 0 0,0 0 0,1 0 0,2 0 0,2 0 0,2-1 35,-11 3 1,2-1 0,2 1 0,2-1 0,1 0-1,0 0 1,2-1 0,-1 1 0,0 0 0,-1 0 0,0 1-1,-2-1 1,-1 1 0,-3 1 9,9-3 1,-2 1-1,-1 1 1,-1-1-1,-2 1 1,1 0 0,-1 0-1,0 0 1,1 0-1,0 0-76,1 0 0,1 0 1,1 0-1,-1-1 0,1 1 1,-2 0-1,0 0 1,-1 1-1,-1-1 0,-3 1 31,11-2 1,-2 1 0,-1 0 0,-2 0 0,-2 0 0,-1 1 0,-2 1-131,8-1 1,-3 1 0,-2 0-1,-1 1 1,-3 0-240,3 0 1,-3 0-1,-2 1 1,-3 1 348,6 1 0,-3 1 0,-11 2 0,6 1 0,-28 4 0</inkml:trace>
  <inkml:trace contextRef="#ctx0" brushRef="#br0" timeOffset="117838">15629 14898 10478,'-64'9'987,"0"0"1,0 0 0,11-2 0,3-1 0,8 1 956,-14 11 275,105-10-2051,-8-9 0,10-3 0,7-2 0,2 0-931,-10 2 1,4 0 0,2 0 0,3-1-1,2 1 1,1-1 0,1-1 789,-7 1 0,2 0 1,2-1-1,0 1 1,2-2-1,1 1 1,1 0-1,0 0 1,0 0-1,0 0-34,-6 1 1,0 0-1,0 0 1,1 0 0,0 0-1,1 0 1,0 1-1,1-1 1,0 0 0,1 0-1,0-1 1,1 1 32,-2 0 0,2 0 0,2 0 0,0-1 0,1 1 0,1-1 0,-1 1 0,0-1 0,0 1 0,-2-1 0,-1 1 0,-1 0 0,-3 0 0,-2 1 34,9-1 0,-2 0 0,-2 0 1,-1 1-1,-2-1 0,-2 1 0,0 0 1,-2-1-1,0 1-83,19-2 1,9 0 0,-3 0-1,-11 0 1,-21 2 0,-29 2-23,-41 2 0,-31 2 0,-18 1 0,-4 0 39,30-1 0,-6 0 1,-4 0-1,-3 1 1,-3-1-1,-3 1 1,-1 0-1,0 0 1,-1 0-1,1 0 1,1 0-1,2 1-129,1-1 1,0 0 0,0 1 0,0-1 0,0 1 0,0 0 0,0 0 0,-1 0 0,0-1 0,-1 1 0,-1 0-1,0 0 139,2 0 0,-1-1 0,-2 1 0,0-1 0,-1 1 0,0-1 0,-1 1 0,1 0 0,0 0 0,1 0 0,2 0 0,0 0 0,3 1 0,1 0-17,-8 2 1,1 0 0,1 0 0,1 1-1,2 0 1,1-1 0,2 1 0,2 0 0,2-1-1,3 0 269,-20 2 0,6-1 0,3-1 0,4 2 0,2 1-167,-3 3 1,-3 2-1,15-1 1,28-5-91,43-7 1,35-6-1,20-2 1,7-3-1,-8 1 34,-20 2 1,-1-1 0,0 0-1,3-1 1,5 0 0,4-1-1,8-1-135,-28 5 0,4-1 0,4-1 0,4 1 0,2-1 0,3-1 0,3 1 1,1-1-1,1 1 0,2-1 0,0 0 0,0 0 0,0 0 0,-1 0 0,0 0 1,-2 0-1,-2 1 0,-2-1 0,-3 1 0,-2 0 0,-4 0 0,-4 0 102,22-2 0,-5-1 0,-6 1 0,-3 0 0,-1 0 0,0 0 0,2 0 0,3 0 0,6 0 0,-11 2 0,9-1 0,6-1 0,5 0 0,3 0 0,2-1 0,0 1 0,-2 0 0,-3 1 0,-5 0 0,-7 0 0,-8 2 0,-11 0 0,-11 2 0,-14 1 0,-15 2 0,-13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49:53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3527 2587 15065,'-12'-48'1733,"1"-1"1,0 0-1,-15-14 1,-11 20-1605,-20 51 0,-6 22-109,23-13 1,1 4 0,0 5-190,2 3 1,0 6 0,1 2 0,6 2 155,-2 14 0,7 3 0,4-1-2,5-6 0,4-1 0,10 0-2,10 0 0,10 0 1,9-11 42,12-14 0,10-11 0,-1-3 86,14 1 0,0-8 238,6-10 0,-16-12 42,-42-27-247,-24 18-114,-23 17 0,-10 13-3,1 23 0,2 9-59,1-2 0,3 5-22,2 16 0,16 3-412,25-14 0,17-5-2812,14-15 0,12-7 0,-3-1 2221,-3 2 0,1-5 1,23-10-1,-12-4 1,-37 1-1</inkml:trace>
  <inkml:trace contextRef="#ctx0" brushRef="#br0" timeOffset="350">4228 2740 20957,'-44'5'290,"0"-1"0,1 1 0,-16 2 0,5 9-643,21 13 0,5 9 0,0 1-945,0-4 1,-1 0 0,1 0 1286,-15 16 0,0-10 1445,-17-20-57,46-51-681,16-5 1,7-1 401,19-14-1008,3 32-96,24 44-375,-13 7 0,3 8 381,-2 2 0,3 4 0,-3-4 0,1-2 0,-4-3 0,0 3 0,-1 1 0</inkml:trace>
  <inkml:trace contextRef="#ctx0" brushRef="#br0" timeOffset="601">2751 4173 19854,'-56'11'1568,"1"0"1,30-5-1443,51-12 1,36-8 0,6-1-123,-21 5 1,6-1 0,3-1 0,3 0 0,0 0-1,0-1-419,-3 1 1,0 0 0,2 0 0,0-1 0,1 0 0,1 0-1,2 0 415,-6 1 0,3-1 0,3 0 0,-1-1 0,1 1 0,-2 0 0,-2 1 0,-4 0 0,-5 1 0,17-3 0,-8 1 0,-2 1 0,1 0 0,1-1 0,1 0 0,0-1 0,0 1 0</inkml:trace>
  <inkml:trace contextRef="#ctx0" brushRef="#br0" timeOffset="8234">9269 4599 13043,'0'-7'3397,"6"-28"0,1-5-1947,-3 19-884,-4-8-339,-17 65 0,-7 31-206,8-25 0,0 4 0,0 3 0,0 1-524,-2 8 0,0 3 0,2 1 1,2 0-1645,1 1 1,2 1-1,2-1 1,2-4 1765,1 1 0,3-4 0,1-5 0,5 7 0,2-12 0,1-20 0</inkml:trace>
  <inkml:trace contextRef="#ctx0" brushRef="#br0" timeOffset="9552">9327 4229 7638,'-62'-6'983,"0"-1"0,0 1 0,0-1 0,1 1 0,6 8 0,-1 2 0,0 2 0,2 4 0,1 5 0,5 8-568,1 9 0,3 7 1,4 6-1,1 5 1,1 3-1,0 2-991,7-8 0,1 5 0,0 2 0,0 2 0,2 2 0,-1-1 0,2 0 0,1-3 0,0-2 579,-6 9 1,0-4 0,2-1 0,1 1 0,5 1-1,4 4-10,7-6 1,1 5 0,3 3 0,3 0 0,2-1-1,4-4 1,2-6 0,4-8 473,10 6 1,7-10 0,5 0-473,-2 4 1,4 2 0,6-5 0,13-16 7,-9-20 0,10-9 0,6-7 0,6-5 0,4-6 0,1-2 0,0-3 1,-1 0-1,-3 1 0,-6 2 0,-6 3-178,4-2 1,-7 1 0,-3 1 0,-1-3 0,4-3 0,6-5 236,-9 5 0,5-3 0,5-3 0,3-2 0,2-2 0,2-2 0,0-1 0,-1-1 0,-2 0 0,-4 0 0,-3 0 0,-5 1 0,-7 2 0,-7 1 84,10-20 1,-10 2 0,-9-1 0,-8-2 0,-8-4-71,-8 6 0,-6-5 0,-6-4 1,-4-1-1,-4 1 0,-2 4 0,-1 5 1,-1 9-86,-7-4 1,-2 9-1,-6 6 1,-10 3-555,0 7 1,-10 2 0,-8 1 0,-3 3-1,-1 3 1,2 4 0,7 4 0,9 6 562,-16 12 0,11 11 0,-2 1 0,-1-3 0,-5 0 0,5 1 0,17 1 0,1 18 0</inkml:trace>
  <inkml:trace contextRef="#ctx0" brushRef="#br0" timeOffset="11255">13305 4930 7223,'-29'2'9830,"8"-3"-7057,-17 0-1821,33-48 0,11-10-885,1 16-64,15-3 1,11-7 0,2 22-37,26 44-26,-12 8 0,-10 13-10,-29 8 0,-13 9 0,-6 2 18,-1-6 1,-5 2 0,-4 1-1,-1-2 48,-5 3 0,-4 0 1,-2-1-1,-2-2 152,-3 0 1,-3-1 0,0-3 0,4-4 13,-10 11 0,6-12-102,-2-11-55,83-52 5,7-11-278,0 21 0,10 4 0,-1 2-975,-13 1 1,-1 2-1,3 0 1242,7-2 0,5 0 0,0 0 0,-7 1 0,6-1 0,-7 2 0,-14 0 0,0 1 0</inkml:trace>
  <inkml:trace contextRef="#ctx0" brushRef="#br0" timeOffset="11745">13684 4394 9879,'-60'11'436,"-1"-1"1,1 1 0,-1 0 0,1 0 0,0-1 0,-1 1 0,1 0 0,-1 0 0,1-1 0,-6 4-1,-1-2 1,0 1 0,1 0 0,3 2 0,3 2 0,5 4 0,6 3-715,-1 10 0,7 5 0,5 3 0,4 3 0,1 1 411,2 4 1,2 3-1,4 2 1,3 2-1,5 2-101,5-6 1,5 2 0,2 2 0,3 0 0,2 0-1,1-2-66,1 6 1,1 0-1,3-1 1,5-1-1,5-2-50,4-5 1,4 0 0,3-1 0,4-2 0,3-4 0,1-6-37,6-4 0,3-5 0,4-5 1,1-2-1,1-3 117,6 1 1,2-3 0,2-4 0,1-3 0,-1-6 70,1-7 0,1-6 1,0-3-1,-2-3 0,-3 2-738,-3 2 0,-4 0 0,-1-3 0,2-10 900,-2-7 1,3-10 0,0-6 0,-1-2-1,-4 0 1,-7 4-16,-3 0 1,-8 1 0,-1 0-1,4-6-2,1 1 1,5-3 0,1-3-1,-1-2 1,-6-1 0,-7 1-156,-8 2 1,-6-2 0,-3-1 0,-4 1 0,-3 2 0,-1 3-76,-5-6 0,-4 3 0,-4 2 1,-2 0-33,-1-7 0,0-2 0,-7 5 0,-12 12-822,-8 17 1,-11 9-1,-5 6 1,0 4 0,7 1 683,-7 4 1,5 4 0,-3 1-1,5-4 1,-5-1 0,4 2-1,8 2 1,7 9 0,1-1-1</inkml:trace>
  <inkml:trace contextRef="#ctx0" brushRef="#br0" timeOffset="13208">9360 8727 12191,'11'-45'977,"-1"-1"1,1 1 0,9-11-1,6 21-907,3 45 0,1 14 22,-6 4 1,-8 6-4,-12 18 1,-16 5 1209,-17-14 1,-10-1 0,2-4-858,10-4 0,0-4-322,-21 0 1,14-16-82,51-37-33,18-6-15,-1 25 1,5 7-3,8 9 0,1 9-59,-6 0 1,0 6 0,-8 4-60,1 24 1,-26 4-1607,-38-18 0,-23 1 0,-7-3 0,9-4-3181,5 7 1,-4-6 4736,-9-11 0,-14-1 1,7-6-1,29-14 0,31-11 1,2 2-1</inkml:trace>
  <inkml:trace contextRef="#ctx0" brushRef="#br0" timeOffset="13696">9247 8197 6731,'-49'39'578,"-1"1"0,0 0 0,1 0 0,-1 0 1,1 0-1,-1-1 0,0 1 0,1 0 1,-1 0-1,-4 2 0,-3-1 0,0 0 1,1-1-1,3 0 0,6-2 0,7 0 1,11-2-320,-1 13 0,15-3 1,15 6-265,13-10 1,11 5 0,9 5 0,6 1 0,3 0 0,2-4-1,-1-5 1,-4-7-167,11 4 0,-1-10 1,5-5-1,10 0 315,-13-8 1,7 0-1,7 1 1,4-1-1,2-1 1,0-3-1,-1-2 1,-4-4 0,-6-5-1,-6-4-353,4-8 1,-6-7 0,-4-4-1,-1-6 1,3-4 360,-3 1 1,3-5-1,2-5 1,1-2 0,-4-1-1,-3 0 1,-7 2 0,-9 3-611,4-15 0,-13 3 0,-17-8 547,-14 14 1,-11-7 0,-9-4-1,-5-1 1,-4-1 0,1 2-1,1 4 1,6 6-211,-3-7 1,3 7 0,-3 2-1,-9-2-211,4 9 0,-7-5 0,-6-1 1,-2 1-1,0 2 0,2 6 0,4 8 1,6 9 331,-9 14 0,5 12 0,6 1 0,3-6 0,7 4 0,0 16 0</inkml:trace>
  <inkml:trace contextRef="#ctx0" brushRef="#br0" timeOffset="14692">13222 7949 13233,'-17'-59'9830,"1"16"-9707,11 2 1,-4 13-66,-13 44 1,-2 18-748,-6 11 0,10 12 723,19-10 1,7 9 0,6 4 0,1-5-1,0-12 16,2-1 1,9-9 145,22 6 1,13-4 0,-7-23 27,-9-45 0,-8-13-285,11 4 31,-46 70 1,-14 31-1,-4 10 1,6-11-904,5 5 1,3 3 499,-1-12 1,-2 9-1,2 3 1,4-5 0,8-12-2089,20 1 1,10-11 2130,7 0 0,1-7 0,9-4 0,-14-25 1</inkml:trace>
  <inkml:trace contextRef="#ctx0" brushRef="#br0" timeOffset="15277">14030 7618 8382,'-63'10'409,"0"0"1,1-1-1,-1 1 1,0 0-1,1 0 1,-1-1 0,0 1-1,1 0 1,-1 0-1,0-1 1,0 1 0,5 12-1,-2 2 1,-1 3-1,-1 1 1,0 3-1,1 1 1,1 1 0,4 1-1,2 1 1,5 0-1,4 0 1,6 0 0,6 0 3,-5 20 0,13 1 1,8 1-1,2 2 1,-4 5-431,0-12 1,-5 5 0,0 1 0,0 3 0,3-1 0,6-1 0,7-3 0,10-3-571,16 8 0,12-2 0,10-1 0,4-5 0,1-4 0,-5-6 557,1-5 1,-1-8 0,2-3 0,4 4 27,-4 1 0,3 5 0,2 1 0,2-3 0,1-7 0,3-10 61,7-14 1,6-11 0,2-7 0,-1-4 0,-6 0 0,-9 4-29,-6 5 1,-8-1 0,8-8 196,-5-2 1,8-6-1,6-5 1,4-5-1,3-2 1,-1-3 0,-2-2-1,-4 1 1,-6-1-1,-9 2-45,1-10 0,-9-2 0,-6 0 0,-2-3 0,-1-1 0,3-4-129,-1 9 0,4-4 0,2-2 0,0-2 0,-3 0 1,-3 0-1,-7 1 0,-7 2 0,-10 2-410,-12 1 1,-10 1 0,-8 0 0,-5 2 0,-4 1 0,0 3 0,2 2-1,3 3 277,-1-6 1,1 2 0,0 5 0,-4 3-1,-8 5-953,-4 8 1,-10 3 0,-6 4 0,0 2-1,3 4 1,7 4 0,12 2 887,0 7 1,6 3-1,-18-2 1,5 0-1,19 5 1</inkml:trace>
  <inkml:trace contextRef="#ctx0" brushRef="#br0" timeOffset="16850">9995 4905 7279,'-4'0'6100,"1"0"-4386,-51 10-1059,28-2-1473,-33 5 2740,90 7-1502,21-14-1636,-12-2 0,7-1 1,0-1 1323,-4-4 0,0-2 1,7-1-119,1-1 0,7-1 1,5 0-1,2-1 1,-2 0-1,-5 1 59,-3 0 0,-3 1 1,-2 0-1,2 0 1,3-1-21,2 0 1,4 0 0,2-1 0,-2 1 0,-4 0 0,-6 2-14,4-1 1,-7 1 0,0 1-470,11 0 0,1 1 0,-10 1 475,2-1 51,-4 3 0,9 0 0,-8 1 1712,5 1-1752,7 3 43,-3-10 0,1-4-32,-22 2 1,-1-1-20,19-4 1,-1 1 844,-17 1 0,-4 3-881,0 1 11,9 2 6,-10 7 3431,12 2-3415,-10-1-17,11-1 17,-2-4 1,2-1-17,-8 0-1,-1 0-5,9 0 0,0 1 11,-6-2 1,-8 1 94,-12 1 527,12-1-633,-65-4 0,25 4 0,-27-4 0</inkml:trace>
  <inkml:trace contextRef="#ctx0" brushRef="#br0" timeOffset="18618">13422 6575 9436,'0'-3'4915,"0"-33"0,-1-7-3538,1 18-1021,1-15 0,-3 1 1112,-9 19-970,5 3-302,-5-4-17,8 5-246,3 14 112,6 26-23,-3 6-24,-1 15 0,-1 15 1,-1-1 4,1-7 1,0-2 0,-1 7-679,1-1 0,-1 7 0,0 2 0,0-1 0,1-7 684,-1 2 0,1-5 1,1 4-7,0-3 0,2 7 0,0 1 0,0-6 0,-2-9 36,0-4 1,1-4-24,1 11 1,1 4 0,-2-10 62,-2 2 72,-2-12 0,-1-1-56,0 10-84,-1 12 269,1-45-22,2-8 3344,0-2-3142,-57-15-455,29-1 1,-3-2 16,-23-6 1,0-1 82,24 6 1,2 1-89,-21-14-1,39 23-16,0 0 45,0-8-11,-3-1-34,1-3 0,0 5-34,9 9-100,3 5 123,12 19 33,29 24 0,13 2-1687,-9-21 0,3-1 1667,-4 7 0,3 3 0,5-16-391,-5-25 0,6-13 0,1-9 1,-3 0-1,-9 6 417,4 0 0,-2-3-44,3-4 0,9-6 0,-5-1 0,-21 8-437,-22-2-9378,-14 14 8427,1 7 1,-3 11-1,6 1 1</inkml:trace>
  <inkml:trace contextRef="#ctx0" brushRef="#br0" timeOffset="19687">12165 4639 9425,'1'-4'8026,"0"1"-5570,-39-32 0,-17-8-1537,16 19-740,5-3 0,-5-6 0,9 12-285,14 15 145,17 8 6,29 8 0,24 5 0,-2 0-1733,-1 2 0,1 2 1699,9-2 0,4 2 1,-13 10 63,-25 7 1,-10 7-1,-12 3 6,-15-3 0,-13 4 1,-4 0-1,4-3-324,7 4 1,2-3 0,-6 0 249,-18 11 1,-7-1-1,15-17 10,22-21-840,-2 5 823,7-11 0,0-1 0,4-9 0</inkml:trace>
  <inkml:trace contextRef="#ctx0" brushRef="#br0" timeOffset="21500">10660 9325 7811,'-9'-2'3470,"-19"3"0,-11 3-1190,-21 11 0,-2 1-2054,16-9 1,2 0-20,-19 10 1,17-4 732,40-12-822,3-1 341,-4-3-341,2 1-79,-1-1-11,4 2 50,-5 1-44,-5 0 269,-32 0-79,19 0 17,-21 0-118,33-1 68,1 1-57,8-1-168,4 0 12,10 1 78,27-1-42,1 1 0,10 1-5,3-1 1,9 1 0,3 0 0,-1 0-2,-6-1 1,0 1-1,1 0 1,6 0-498,-11 0 0,6 0 1,2 1-1,2-1 1,-2 1-1,-3-1 1,-5 0 479,6 1 1,-6-1-1,0 0 1,5 0-387,0 1 0,5-1 0,3 1 1,-1-1-1,-7 1 0,-8-2 395,9 1 0,-4-2-24,2-2 0,7-2 1,-1 0-1,-11-3 46,-13-2 1,-3-2 48,9-3 0,4-3 0,-6 2-29,-12 1 0,-1 1-20,17-9 0,-4 3-27,-12 4 510,18-5-437,-33 18 171,-1 0-206,-14 3-990,-1-1 957,-1-2 0,0 2 0,0-2 0</inkml:trace>
  <inkml:trace contextRef="#ctx0" brushRef="#br0" timeOffset="22726">9753 9470 13945,'37'-37'608,"0"0"1,0 1-1,0-1 1,7-6 0,-1 2-1,-6 9-417,7 4 941,2 9-936,-30 15 134,14-2 1249,-7-2-1170,10-8-112,-3-1 320,-6 1-556,-15 10 253,-21 20-34,-14 17-62,-4-2 1,-5 4-102,-11 8 1,0 1-113,10-11 1,3-2 39,-2 0 0,9-6 39,19-14-23,6-5 6,1-4-95,3 7 56,5 8 45,23 20-6,6 7-42,0 7 1,1 2-698,-13-23 0,2-1-7,15 13 1,-3-6-1,-13-17 1,8-16 0</inkml:trace>
  <inkml:trace contextRef="#ctx0" brushRef="#br0" timeOffset="24431">8477 6281 11548,'-12'-61'3674,"5"35"-970,20 75-2545,-4-10 1,2 5 482,3 14 1,1 2-441,-2-1 0,-2 4 7,-4-2 0,-2 5 0,0-3 35,-1-13 1,1-1-1,-1 1-190,-1 12 0,1 2 1,2 1 753,5-1 0,2-1 0,-1-1-659,-3-10 0,-1-2 1,1 0-135,2-3 0,0-1 0,0 1 85,0 10 1,0 1 0,-1-8-6,7 12-21,-7-20 1,2 6 0,-1-2-1667,2 6 0,-3-5 1611,-2-14 1,-2-1-12,1 7 1,-1-2 148,-1 0-90,-2 1-33,-1 14 27,1 1-38,-1-18 66,3 6-5,-3-25-5,-1 14-79,-1-15 5,0-2 51,2 10 3325,-1-2-3375,2 7 16,-1-12 45,1-11 342,-1-4-319,-1-1-2678,-20 2 2588,3 1 0,-5 0 0,9-1 0</inkml:trace>
  <inkml:trace contextRef="#ctx0" brushRef="#br0" timeOffset="25526">8035 6310 9895,'0'-5'6425,"28"11"-5531,-28 31 0,-13 21 1,5-6-747,13-18 1,0 1-105,-12 16 1,-7 7 0,-1-8 263,1-17 0,2-5 302,-5 26-434,5-18 1,1 0 53,-3 20 2240,6-68-2352,12-23-51,9-22 0,6-7-39,-2 17 0,6 0-12,10-2 1,8-2 0,2 7-25,-6 16 1,2 5 0,2 1 7,7-6 0,1 1 0,2 7-6,2 8 1,1 7-1,-3 5 0,-1 7 1,-2 4-1060,16 4 1,-3 3 1064,-25-4 0,-3 1 0,16 9 0,-23-24 0</inkml:trace>
  <inkml:trace contextRef="#ctx0" brushRef="#br0" timeOffset="26667">10818 4326 12881,'-2'-44'2457,"-1"1"1,1 0-1,0-5 1,0 1-2128,-1-7 0,0-2 1,1 30-152,1 34-452,2 39 306,1 15 1,0 6 19,1-24 1,1 0 324,-2 8 0,1-5 322,-1-11-565,-12-53-1755,-2-35 0,2-12 1625,1 13 1,1-3-534,2 7 0,0-7 1,1 1-1,2 8 533,-2-1 1,6 11 86,16 8-86,-9 48-286,-4 16 0,1 20 0,-2 9 0,0-5 1,-1-16-7199,1 4 7478,-3 13 0,-2 12 0,1-38 0,1-52 0,0 9 0</inkml:trace>
  <inkml:trace contextRef="#ctx0" brushRef="#br0" timeOffset="27859">14232 6812 17171,'-40'-10'4895,"8"-4"-4379,32-1-2997,2-15 1,4-5 2615,15-25-113,3 26 0,8-3 1,0 7 687,0 5 0,3 12-766,26 29 0,-8 20 469,-37-7 0,-12 8-417,-11 5 1,-8 10 0,-6 4-1,-2-2 1,1-9-93,-1-5 0,-1-6 0,-4 2 89,-5 9 0,-5 6 0,1-3 0,8-10-4,-5 7 3253,20-20-3158,76-38-335,-24 0 1,5-6 0,3 0-339,11-3 1,4-2 0,0-1-1268,-14 5 1,2-1 0,-3 0 0,-2 2 1855,0-1 0,-3 2 0,-5 2 0,21-11 0,-39 19 0</inkml:trace>
  <inkml:trace contextRef="#ctx0" brushRef="#br0" timeOffset="29778">11237 10306 10366,'-4'-4'4915,"-5"-26"0,6-9-4316,26-6-479,-7-4 0,7 6-75,17 33 0,2 10-23,13 4 82,-45 50 0,-20 10 22,-9-30 0,-6-2-48,-4 23 0,-4-8 1323,-25-32-1356,58-24-17,-13-8-31,42 10 0,17 7 11,-7 11 1,3 6-56,0 0 1,3 2-1,-5 2 30,7 10 1,-23 3 16,-60-1 0,-35 2 0,10-6 0,33-10 0,-1-3 0,-25-4 0,-1-1 0,0 0 0,1 0 0</inkml:trace>
  <inkml:trace contextRef="#ctx0" brushRef="#br0" timeOffset="31327">7149 8167 15065,'4'-51'2005,"0"0"0,0 0 0,-1-6 1,-2 25-1978,-5 65 0,-3 27 5,3-5 1,1 5 0,1-5-4,0 1 1,6-5 851,11 1 0,6-20-433,28-70-298,-16 4 0,-2-5 87,-2-6 0,-3 3-81,5 2-163,-7 19 74,-14 45-21,1 27 1,1 7-6,-3-21 0,1 3-395,8 14 0,4 8 0,3-11 353,4-16 0,1-5 0,-4 8 0,0-6 0,16-10 0</inkml:trace>
  <inkml:trace contextRef="#ctx0" brushRef="#br0" timeOffset="34998">4168 11816 18852,'0'-5'3831,"-8"-24"-3703,5 49-66,-7 16-65,8 13 0,0 11-332,0-13 1,-1 2 0,0 1-2244,-1 1 1,1-1 0,0-1 2577,-1 11 0,0-6 0,1-17 0,1-7 0,2-6 0</inkml:trace>
  <inkml:trace contextRef="#ctx0" brushRef="#br0" timeOffset="35331">4075 12043 13569,'-5'-35'3758,"0"0"1,7-20-3614,-1 8 1,7-1 50,15 11 0,8 6-90,6 10 1,6 6-107,14 7 0,4 10-49,-17 9 1,1 6-1,-3 5-149,-1 7 0,-3 4 1,-5 5 211,-4 6 1,-6 3 0,-9 2 50,-12 2 1,-8 0-1,-8-1-11,-10 0 0,-7-2 1,-4-5-227,-6-6 0,-5-4 1,1-5 171,-17 0 0,4-8 0,20-10 0,4-5 0,0-10 0</inkml:trace>
  <inkml:trace contextRef="#ctx0" brushRef="#br0" timeOffset="35866">5033 12148 17535,'0'-3'6912,"1"1"-6666,-1 2-280,1-13 85,-5 53-762,1 5 711,2 6 0,1 1 0,-1 7 0,4-11 0</inkml:trace>
  <inkml:trace contextRef="#ctx0" brushRef="#br0" timeOffset="36105">5103 11941 18767,'-5'-7'2929,"-18"-31"1,-1-5-3087,11 21-249,-13-22 0,9 14-4731,32 54 5137,-1-1 0,5 7 0,-9-16 0</inkml:trace>
  <inkml:trace contextRef="#ctx0" brushRef="#br0" timeOffset="36535">5410 12045 22021,'-21'-20'2319,"22"3"-2347,46 58-181,-28 10 0,-5 13 0,-8-11 1699,-13-9-1404,9 16 1,0-19-36,-12-89 0,12-27-1159,24 39 1,14 5 0,0 1 622,-4 2 1,-1 1-1,1 6 1,17 2-1,-5 9 1,-5 14-1</inkml:trace>
  <inkml:trace contextRef="#ctx0" brushRef="#br0" timeOffset="37217">6097 12152 18958,'34'-32'2569,"-1"0"0,1 0 0,-6-1-2510,2-8 1,2-9 0,-20 22-15,-55 53 0,-14 20-79,22-3-364,15-2 0,-2 14 1,5 2-1,13-12-1244,21-8 0,11-5 1642,6 9 0,7 2 0,-2-12 0,21-12 0,-24-13 0,1-1 0</inkml:trace>
  <inkml:trace contextRef="#ctx0" brushRef="#br0" timeOffset="38366">6798 12025 15389,'-22'-47'7635,"-24"29"-7601,22 37-54,19 22 0,7 21 1,9 1-1,9-20-453,30-30 1,4-1 0,-29 27-1,-6 17 1,0-3 0,5-23-1,27-48 1,0 1 0</inkml:trace>
  <inkml:trace contextRef="#ctx0" brushRef="#br0" timeOffset="38748">7309 11736 10203,'0'-4'4915,"-7"-28"0,-1-4 630,2 19-5399,-2-20 0,0 10-286,5 30 151,-3 21-1716,0 22 1,1 8 1695,1-17 1,1 3 17,-1 12 1,1 7-1,2-4-15,2 4 1,2 0-214,0-6 1,1 4-1,0-6 28,-1-2 1,2-1-203,8 21 1,1-12 0,-8-35 0,11 24 0</inkml:trace>
  <inkml:trace contextRef="#ctx0" brushRef="#br0" timeOffset="40157">7172 12162 23377,'28'-19'37,"0"0"0,11 2 1,4 4-243,20 9 1,4 4-656,-2-2 0,-2 1-1053,-9 0 1,-4 0-298,-10-1 1,-3 0 427,14-6 3149,-19-1 2991,-14-3-762,-15-2-2689,-5 3 415,-7-2-196,3 3-605,-1 1-135,-4 2-224,-11 10-61,-13 14-65,4 19 1,6 7-20,14 15-15,-1-15 1,10-5-19,56-7-1,4-30 70,-21-11 0,-2-4 21,18-14 4,-29-2 0,-6-4 236,-10-25-112,-14 0-146,-25 13-56,-2 27 16,-23 24 1,13 18-23,15 4 1,3 7-6,6 7 0,4 4 11,3 1 0,6 1-87,8 0 0,10-1-882,17-6 0,7-5-742,2-6-1,2-4 480,4-3 0,2-5-2921,2-7 0,0-7 2100,1-11 0,-1-4 2053,2 1 0,0-3 0,8-10 0,-1-4 3982,-13 2 1,-2-1-435,1-5 0,-4-2-2358,-10 3 1,-4 1-105,9-25 69,-45 5-976,-13 24-118,-8 15 1,-5 7-23,-13 14-31,8 8 1,0 7-18,15-1 1,4 3-29,-4 5 1,7 3-53,13 25-287,47-15 31,0-31 1,5-9 313,-4-4 1,0-7 94,8-10 0,-6-11 65,-11-20 0,-9-8-12,-3 0 1,-4-6 52,-7 7 0,-2-5 0,-3 3 20,-4-7 1,-4 2-46,0 6 1,-3 3 246,-10 8 0,-1 7-436,3 7 10,-10 14 3,20 53 0,8 20 11,-1-8 1,0 4-93,0 2 0,-1 4 0,1 0-859,0-3 0,0 0 1,-2-2 485,-2-2 0,-1-2 1,0-3-1,1 6 1,-1-5-1,-10 11 1</inkml:trace>
  <inkml:trace contextRef="#ctx0" brushRef="#br0" timeOffset="41778">6930 12046 18947,'-5'-23'3904,"-5"5"-3580,-31 20-217,15 0 139,-34 9-145,26 0-107,-4 5-3335,-10 20 3363,19-7 1,-7 9 5,12-1-12,8-8-10,1 3-2258,3 10 2280,9-14 552,30 28-424,11-28-58,-1-10 0,5-3-34,6-9 1,1-5 38,0 0 1,-1-2-12,-11-1 1,-2-1 2452,23-10-2545,-49 7 2900,5-2-2883,-10 7 17,7-4-23,0 1 292,14-6-62,-14 6-174,1-1-1809,-19 3-8089,-2 2 9286,-1-2 1,5 2-1,3 0 1</inkml:trace>
  <inkml:trace contextRef="#ctx0" brushRef="#br0" timeOffset="43268">10080 12460 15575,'-12'-47'2569,"1"0"0,1 4 0,0 10-2463,6 26-78,-12 31-9,3 3 1,-1 6-5,-1 7 0,0 6 0,3-1-10,-3 8 1,13-2 75,28 3 1,16-17 24,2-37 1,4-15-29,-6 5 0,1-4 1,-5-8 167,-6-18 0,-7-10 1,-6 4-1697,-7 8 1,-5 1 1525,3-15 0,-10 10 80,-27 29-172,-6 44-32,7 10 0,4 5-11,8-10 1,7 0 7,3 12 0,15-6-27,38-23 0,10-10 66,2 2 57,-3-23 0,11-13 0,-15-5 31,-25-2 0,-6-4 1146,10-1 0,2-3 0,-10 0-1065,-14-7 0,-10 2-29,-5-16 12,-12 13-229,6 33-5848,-11 29 5089,14 1 0,-5 11 0,9-16 0</inkml:trace>
  <inkml:trace contextRef="#ctx0" brushRef="#br0" timeOffset="44100">11148 12231 7437,'-9'-4'8816,"1"1"-6053,8 3-2461,-33-12 650,18 26 167,-32 4-811,29 34-2958,9 9 3020,35-16-1947,7-15 1680,6-28 1,2-7 30,8-10 163,-8-13 0,-6-7-837,-18 7 0,-8-4 868,-1-22 0,-8 0-219,-9 19 0,-5 3-76,-5-5 1,-7 11 730,-13 21 0,-1 18-777,10 21 0,5 15 0,2-2-29,-5 4 0,7 2-91,10 6 0,7 5 1,13-9-680,29-10 0,11-10-799,-6-8 1,1-6 1306,7-4 1,-3-5 0,-3-7 0,-16-5-1</inkml:trace>
  <inkml:trace contextRef="#ctx0" brushRef="#br0" timeOffset="44729">11815 12249 21276,'-4'-33'2835,"-2"-12"-2533,3 31-112,-2-10 690,4 8-622,-1 5 111,-2-5-189,0 9-108,1 2-49,2 4-18,0 1-49,0 1 66,-6 28 0,-3 13-5,-3 13-37,3-9 1,0 1-172,4-14 1,4 0-908,1 12 0,7-3-8733,29 4 7906,-6-22 1,3-18 0,-27-6-1</inkml:trace>
  <inkml:trace contextRef="#ctx0" brushRef="#br0" timeOffset="44958">12022 11873 23500,'-31'28'-2476,"2"-12"1,37-4-1</inkml:trace>
  <inkml:trace contextRef="#ctx0" brushRef="#br0" timeOffset="45536">12624 12063 20067,'0'-3'2355,"-35"-17"0,-18 3-2252,19 20 1,-3 7-101,-19 0 1,-8 4 0,10 6-46,15 13 0,8 6 64,-6 8 1,20-7 112,67-21-1784,-17-27 1,0-9 1754,4-4 1,-3-4-20,-10 1 0,-5-3 523,5-28-632,-22 66 22,-2 26 0,-3-1 0,-3 10-98,0 3 1,-2 12-1,-2 5 1,-1-1 0,0-8-66,-3 0 0,-2-5 1,-3 5 55,1-5 1,-3 7-1,-1 2 1,-2 0 0,0-7-1,0-11 59,-17 9 1,-3-15 746,-10-8 0,7-23-2640,26-42 0,13-18-1336,10 8 0,6-4 0,-1 3 2277,-1-9 0,2 4 0,7 2 0,-1 12 1,-9 26-1</inkml:trace>
  <inkml:trace contextRef="#ctx0" brushRef="#br0" timeOffset="46443">12875 11838 16896,'20'-56'2705,"-1"-1"1,0 4-1,-6 23-2638,-13 53-25,0 13 0,0 6-25,-1-9 0,-1 4 9,-2 7 0,-1 6 0,-4 4-5,-7 3 0,-6 5 0,0 0 0,4-5-25,3-2 1,3-4-1,1 0 178,-3 4 0,-1-1 0,14-25-124,20-36-11,5-27 0,6-20 1,-3 5-21,-2 7 1,0 2-23,8-6 0,1 4-8,6 7-12,5 53 1,0 15 22,2 8-1140,-6-5 0,7 7 0,-8-8 1157,4 3-457,0-18 0,-3-15 462,-17-33-173,-3-3 0,3-9 0,-2-1 185,3-15 0,-3-5-65,-4 7 0,-1-3 0,-2 1 91,-5 6 0,-2 1 0,-3 0 957,-5 2 0,-3 1 0,-1 4-905,-1 2 0,-1 5 1178,-9-20-1430,4 71 897,-1 38-765,5-2 0,2 6 242,2-1 0,3 0-248,1 2 0,6 0-145,4-14 1,5 0-1,0-3-362,4 1 1,1-3 150,4 10 0,3-6-1873,5-18 0,0-9-7588,5-11 8098,7 0 0,-28-13 1,-14 5-1</inkml:trace>
  <inkml:trace contextRef="#ctx0" brushRef="#br0" timeOffset="46651">13470 12034 22179,'60'-21'-53,"0"-1"0,-16 10 0,2 1 0,-6 3 1,21 5-1,-1 4 0</inkml:trace>
  <inkml:trace contextRef="#ctx0" brushRef="#br0" timeOffset="47316">14213 11936 15053,'-10'0'8128,"2"1"-7697,8-1 51,-12-18-583,8 13 90,-14-6 123,7 20 22,0 3-61,1-2 33,7-3 174,17 16-95,17-4-28,27 6-93,-24-19 1,1-4 21,1-7 1,-3-5 121,13-21-68,-35-2 0,-8-4-61,-11-13 30,-28 13 0,-8 10-98,-4 19 0,2 8 1,2 11-52,6 40-44,26-12 0,4 8 0,2-3-115,0-2 1,7 1-906,12 9 1,10 6 0,5-13-1821,12-16 0,8-10-353,2-1 0,5-2 0,-4-5 2589,-4-5 1,-3-5-1,2-4 1,-12-2 0,-26 3-1</inkml:trace>
  <inkml:trace contextRef="#ctx0" brushRef="#br0" timeOffset="47961">15022 12058 9520,'3'-47'2457,"-1"0"1,0 0-1,-32 8 1,-14 15 401,-12 22 0,-5 20-2852,11 10 1,-1 11 0,13-1-3,19-9 1,10 2 5,7 16 0,14-2-34,20-22 1,8-7-9,-1 1 1,3-7-2113,19-13 1,-1-12 2142,-22-4 0,-4-9 25,6-21 0,-6-9 300,-20 18 1,-5-3 0,-3-3-122,-1-4 1,-3-5 0,-1 0-1,-1 3-57,0 2 1,-2 3 0,0-2-40,-3-7 0,0 0 1,1 7 126,-4-16-56,6 20-33,2 16 3464,-1 11-3543,0 12-61,0 4-113,-2 5 102,2 17 27,0 32-25,1-19 1,0 6-28,3 16 0,1 9 0,1 0-753,2-5 1,0 0-1,1 1 727,-2-9 0,1 1 0,0 1 0,2-1-1756,2 4 1,3 2-1,0-3 1,-2-7 1811,3 8 0,-1-6 0,3 7 0,-1-9 0,-7-20 0</inkml:trace>
  <inkml:trace contextRef="#ctx0" brushRef="#br0" timeOffset="51992">16989 11574 10707,'0'-4'9360,"0"1"-8674,-18-20 0,-8-3-104,-10 14-433,-1-10 0,-3 7 30,1 27 0,0 12-59,-5 8 1,0 7-93,11-9 0,1 4 0,3 2-27,1 5 1,3 2 0,16 1-32,27 1 0,17 0 1,0-3-69,-6 1 0,7-6-236,6-15 1,11-4 0,1-4-1,-9-6-940,-2-7 0,-5-8-3642,6-5 1,-5-9 3280,-20-11 0,-7-6 1635,2-9 0,-2-2 1969,-2-4 0,1 2 33,0 11 0,1 2 1869,14-18 150,-13 15-3635,-6 18 758,-5-3-366,-6 20-425,2-1-297,-2 4-45,3 3 11,1 0 57,4 17-1,6 43-73,-4-26 1,1 2-9,4 18 1,4 0 30,-1-16 0,2-3-28,9 16 123,7-39 0,3-12 90,11-34-42,-9 5 0,-2-4-20,-11-9 1,-5-2 198,-5 4 0,-4 1 8,-1-10-257,-6 20-71,-9 72 1,-3 27-281,3-29 0,-1 3 212,-1 8 0,-2 9 0,1 3 1,1-5-768,1-2 0,1-3 0,0-1-248,-1-3 0,0 0 0,2-3 1053,4 9 0,1-10 0,1-22 0,3-8 0</inkml:trace>
  <inkml:trace contextRef="#ctx0" brushRef="#br0" timeOffset="52641">17874 11369 20929,'0'-45'2013,"-1"0"1,0-20-1745,6 96-177,-2 11 1,0 6-68,0-5 1,-1 5 11,-3-3 1,-1 6 0,-2 2 0,0-6-305,-3 14 1,-2-2 273,2-9 1,-2 2 0,2-6 116,-1-5 1,2-7 463,1-8-454,5-28-55,5-29-18,2-12 1,0 6 373,0 12-413,-6 18 6,0 6 39,-1-2-67,0 1-129,0 1-991,1 0-7578,-1-5 8698,0 2 0,0-2 0,0 4 0</inkml:trace>
  <inkml:trace contextRef="#ctx0" brushRef="#br0" timeOffset="54147">18022 11374 9436,'5'-6'9830,"12"-23"-6341,-17 20-2867,3-17-423,-26 37 0,-10 18-52,5 13 0,0 11 1,0-4-300,-8-4 0,2 3 167,12-3 1,0 7-1,6 1 1,9-9 17,14-4 1,11-5 47,21 13 0,11-6-1719,-7-16 1,3-11 1637,-2-14 0,3-7 0,-7-2 0,7-9 0,-11-17 0</inkml:trace>
  <inkml:trace contextRef="#ctx0" brushRef="#br0" timeOffset="54800">18166 11378 12040,'-3'-6'9830,"-33"-17"-8273,15 24-1241,-29 13 1,-6 11-191,21 1 0,0 8-84,2-1 0,-4 6 0,1 1 0,5-4-34,0-2 1,5 2-1855,1 15 0,1 9 1,10-10 1929,17 6-479,-6-10 0,6 0 487,16-8 1,6-7 1173,22-3-1278,5-12 1,2-7-84,8-8-1297,-2-24 1,-4-4-99,-25 6 1490,5-7 0,-4 2 0,-21 14 0,5-8 0</inkml:trace>
  <inkml:trace contextRef="#ctx0" brushRef="#br0" timeOffset="55668">18288 11995 22212,'43'-25'402,"-1"0"0,0 0 0,-5-4 0,-2-2 1,-4-2-359,4-15 1,-6-7-220,-13 10 1,-1-7 0,-2 0 0,-2 3 295,-2 3 0,-2 3 1,0-2-48,3-12 1,1-4 0,-4 1 145,-6 4 1,-2 0-1,-1 6-119,0 7 0,-1 2 119,0-15 0,-3 6 88,-6 11-2268,2 40 1926,-3-2-820,-1 34 1,2 26-1,2-2 859,1-4 1,0 4-5,-1-5 1,-1 6-1,0 2 1,1-3-513,2 3 0,1-2 0,0 0 494,0 2 0,1 1 0,2-3-52,3-6 0,1-2 0,5-2-147,9 15 1,11-11-102,9-23 0,7-11 710,7-11 0,2-11-337,0-8 0,-2-10 70,-3-11 0,-5-7 1216,-7-4 0,-6-3-1093,-6-1 0,-6 1 1685,-5 6 0,-4 2-1592,-5-16-163,-7 24-123,-1 16-28,0 31-28,1 14-1705,6 12 1,3 3 1687,3 16-50,3-13 0,6 1-3045,9-9 1,1-5 2544,4 12 0,10 0 0,-33-43 0</inkml:trace>
  <inkml:trace contextRef="#ctx0" brushRef="#br0" timeOffset="55891">19329 11235 24497,'-30'11'-476,"17"11"0,21 15 0,5-8 0</inkml:trace>
  <inkml:trace contextRef="#ctx0" brushRef="#br0" timeOffset="56204">19802 11376 17300,'0'-7'3945,"-30"11"1,-11 10-3430,-8 18-390,16-4 0,-7 8 0,2 2 0,9-3-121,5 6 1,9 2-19,1 5 0,4 4 0,13-10-66,25-14 1,11-10-810,9-2 1,3-8 887,4-10 0,-3-5 0,9-2 0,-16-8 0</inkml:trace>
  <inkml:trace contextRef="#ctx0" brushRef="#br0" timeOffset="62483">21556 11164 7811,'0'-7'9830,"1"1"-6598,-2-46-2386,-5 38-779,-20-23 19,-2 53 1,-6 17-44,2-4 0,-3 4 0,1 2-149,-6 7 1,0 2 0,3 2 73,3-1 0,3 2 0,6-1-131,4 15 1,16-4-149,24-12 0,15-8 95,20-9 1,11-11 181,-15-10 1,4-5-1,-1-4-30,0-4 0,1-5 0,-3-3 144,-5-3 1,-2-3-1,-5-3 110,8-12 1,-8-4 114,-14 3 0,-7-1 362,-5-18-22,-21 23-668,-17 36 30,-13 41-119,20-11 0,4 5 105,2 7 1,7-1-118,12-4 1,10-4 72,10-9 1,8-8 140,7-11 0,3-10 114,2-11 1,-3-10 30,-5-8 0,-7-8-42,-8-5 1,-8-4-12,-7 1 0,-8-1-37,-7 3 1,-7 3-59,-11 6 0,-6 6-90,-1 9 0,-2 8-42,-12 11 0,1 10-112,7 9 1,4 7-396,2 7 1,8 4-752,8 2 1,11 1-3614,19-1 1,7-3 3423,13 12 0,12-17 0,-33-25 0</inkml:trace>
  <inkml:trace contextRef="#ctx0" brushRef="#br0" timeOffset="63451">22321 11353 8864,'1'-4'9830,"0"1"-6632,-1 3-2945,14-16-35,-17 42-139,4 13-54,-8 4 0,-2 4-8,0 2 0,1-2 36,2-8 0,2-5 815,-2 7-140,10-40-386,9-41-222,-1 7 1,2-3-40,4-9 0,3 1-8,1 1 0,3 3-43,4 5 1,2 5-25,14-2-40,5 29-22,-19 40-87,-16-7 1,-2 3-393,0 9 0,-2 1-1185,-2-1 1,1-2-6571,12 20 2017,6-37 6273,4-44 2617,-15-7 0,-2-5-736,-1 2 1,0-3-644,7-19 1,-1 3-601,0 7-453,8-7 190,-16 100-274,-5 10-62,-2-4 0,0 1 28,-3-17 1,-2-3 833,0 12-592,0-85-175,13-6 1,8-9-1,-2 2 1008,-7 0 1,5 6-1216,37-1 1,2 26-298,-32 41 0,-2 14 370,11 4 0,4 6 0,-7-5 0,-15-8 0,-1-4 0,7-2 0,-1-1 0</inkml:trace>
  <inkml:trace contextRef="#ctx0" brushRef="#br0" timeOffset="63947">23509 11443 9257,'40'-38'3276,"1"0"1,0 0 0,8 14 3298,-77 67-7536,15-13 1,1 8 151,-3 10 0,-1 12 1,3-2-1,11-16 1,23-7-1,7 1 1</inkml:trace>
  <inkml:trace contextRef="#ctx0" brushRef="#br0" timeOffset="66370">23729 11474 17854,'10'9'1798,"5"1"-1081,12-7-135,17-9-128,10-10-45,1-9 0,-11 0 258,0-9-348,-16 6-5,5-11-46,-13 5 74,-3-5-258,-8 13 95,-2-5-106,-7 16 17,-1-10-34,-3 11-17,-4-4-17,-8 6-44,-16 0 39,-4 4 16,-8 1-44,10 7-39,3 4 55,1 8-61,-4 13 28,5 5 45,5 2 17,5-1-74,0-2 35,0-3 10,-2 3-5,6-2-22,4-3-6,4-3 39,1 8 6,-1 6-51,0 2 62,-2 3-16,6-17-12,0-4-40,5 4 57,6 1 6,1 3-7,3-1-77,0 0 44,-2-6 39,5 6-33,-3-10 67,5 3-17,2-7 45,22-1-112,7-8 31,-15-2 0,1-3-1713,-1-4 0,-1-2 1609,13-5-2996,-3-14 3097,-26 9 0,-4 1 0,-6 7 0</inkml:trace>
  <inkml:trace contextRef="#ctx0" brushRef="#br0" timeOffset="66939">24567 11167 13609,'3'-8'8423,"-1"1"-7100,19-33-618,-17 28-402,9-30-281,-27 43 17,-21 15-33,-13 17 5,23-12 0,1 4 0,-8 15 1,4 4-21,9-10 1,2 2 2,-2 12 1,3 0-18,8-13 1,5-2-17,14 27-29,28-24-125,-7-24 0,2-6-445,29-4 638,-10-13 0,-3-2 0,-14 3 0,19-11 0</inkml:trace>
  <inkml:trace contextRef="#ctx0" brushRef="#br0" timeOffset="67302">24987 10993 13633,'11'-52'4915,"1"1"0,-3 9-4178,2-5 0,-3 11-479,-8 33-11,-20 56-168,9-18 1,1 5-47,-1 6 1,-1 7 0,1-3-46,0 12 1,2-1-12,4-15 1,1 2 0,1-3-155,0 6 1,2-3-303,0-1 0,1-2-1009,0-8 0,1-5 1488,5 6 0,-2-19 0,2-18 0</inkml:trace>
  <inkml:trace contextRef="#ctx0" brushRef="#br0" timeOffset="68076">24858 11330 20375,'17'-9'1680,"38"1"-1795,2 4 0,5-1 106,-11-2 1,-1-1 30,1 0 1,-4-5 170,-14-10 1,-7-3 512,2-14 181,-13 9 1,-6 1-737,-16 3-106,-15 11 22,-27 52-78,13 8-62,11-10 0,9 3-1839,23-4 1,12-4 1782,36-4 135,-16-18 0,3-8 78,1-18 0,-5-8 268,3-24-83,-12-5-17,-23 12-117,-11 17 95,-8 3-85,-51 31 3298,9 14-3466,5 18 1,4 9 2,23-16 1,6 2-63,3 20 1,9-1-159,16-6-1805,15-7 0,8-5-7786,20-9 8005,-23-6 1,-2-3 0,6-14 0,-30-3 0</inkml:trace>
  <inkml:trace contextRef="#ctx0" brushRef="#br0" timeOffset="68637">25807 11276 9061,'9'-43'3276,"0"-1"1,3 6 0,-10 10-177,-36 30 0,-10 14-3044,15-1 0,2 5-138,-21 21 1,6 5 3,16 6-4,29-16 1,10-7-19,20-18 21,11-20 1,2-10 156,4-20 0,-7 0 1,-3-7 66,-19-3 1,-7-3 154,-1-10 0,-4-2 41,-4 4 1,-3 2-110,-3 6 1,-4 4-3,-7-9-40,1 26 101,2 12-364,5 14 62,-1 66 19,5-27 1,0 5-24,-1 7 0,0 7 0,3 2-690,3-1 1,2 3 0,2 0 0,-2-3 704,0 1 0,-1-3 0,1 1 0,3 5 0,1 0 0,-1-11 0,3 0 0</inkml:trace>
  <inkml:trace contextRef="#ctx0" brushRef="#br0" timeOffset="81467">5556 14097 20537,'-28'-42'896,"0"-1"0,-6 11 1,-2 16-844,-2 35 0,-1 16-33,6-7 1,0 4 0,1 1-55,2 1 0,1 2 1,2-1-57,-4 8 1,9-4 330,20 3 279,42-50-223,-11-8 0,0-5 50,2-6 0,-1-4-148,-5 1 1,-4-1 24,2-7-219,-13 17-50,3 29 57,20 35-18,-5-6 0,2 8-35,-4-2 0,1 5 0,-3 3-354,-7-5 1,-1 2 0,-2 2 0,-2 1 293,-3 1 0,-1 2 0,-4 0 1,-3-1 111,-4-2 0,-3 1 0,-3-2 1,-4-3-6,-8 6 0,-6-3 0,-4-9 103,-19 2 0,-4-18-56,3-23 1,4-17-88,7-21 0,11-14-30,16 7 1,8-5 0,5-2-336,6-7 1,6-2-1,6 1-158,4 0 1,5-1 0,4 2 14,-6 15 0,1 1 0,2 0 1,2 1-1466,6-3 0,3 1 0,1 1 1,-2 2-147,3-3 1,-1 2-1,1 1 2153,6-4 0,1 1 0,-5 4 351,-5 2 1,-4 3 3221,12-13 2855,-40 23-2059,-26 17-2521,-5 2-151,-2 4-371,15 0-1253,5 0 50,6 11-140,10 29 6,9 8 19,2-5 1,4 3-54,7 5 0,2-1 31,-5-3 0,-3 0 45,0 7 0,-10-2 58,-23-15 1,-7-5 123,-22 15-6,4-32 0,0-11 17,-9-34-296,27-22 21,21 18 1,12-2-18,7 4 1,9 0 0,2 2 1,3 2 1,1 2 0,3 0 7,3-3 0,3 0 1,1 2 14,4 0 0,1 1 0,-4 3 85,0-2 0,-4 2 72,0 2 1,-9-1 154,-20 0-224,-45 18 5,-16 12-47,7 11 0,-1 8-3,6 8 0,4 3-20,0-3 1,4 2-54,5 8 0,12-3-173,29 1 201,12-10 106,2-35 1,4-11 55,-10-6 1,-3-7 246,4-27 1,-8-6-124,-13 22 0,-4 1-20,-5-10 0,-5 8-210,-9 19-89,4 44-628,2 34 0,6 11-521,8-18 1,4 0 320,-6 1 1,1 2 0,11-23 1366,26-43 0,13-30 0,-8 4 757,-16 15 0,-2-3-785,14-23 0,3-10 1,-16 18-356,-23 29 0,-3 48 1,-5 38 0,0-1-186,0-21 0,0-1 1,0 3 101,2 5 1,2 8 0,-2-9 0,-7-21 358,-10-26-312,11-37 0,3-20 12,0 1 1,1-9-1,2-2 1,2 6-44,6-16 0,12 5-14,5 18 0,11 0 1,2 4-1,-2 11-14,11 8 1,-2 18 91,7 25 1,-16 16-51,-39 3 0,-19 4-339,-18 0 0,-15 1 1,2-12-2269,7-18 0,-1-10 2582,-8-1 0,9-10 0,29-14 0,14 2 0</inkml:trace>
  <inkml:trace contextRef="#ctx0" brushRef="#br0" timeOffset="82855">7676 13864 15866,'-7'-57'2860,"0"1"0,1 6 1,2 10-2033,2 18-833,2 26 55,10 31 1,5 28-15,-3-19 1,1 3 38,-1 9 1,-2 1-6,-2-6 0,-3 1-17,-4 7 1,-3-1-10,-3-5 1,-1-4 717,-5 10-566,2-24-84,14-86-104,1 18 1,2-3 13,3-9 0,3 0 17,0 9 1,3 2-26,2 6 0,2 3 19,15-2-1718,11 33 1,1 10 1673,-5 4-9,3 13 0,-6 7-372,-22 12-985,-4 8 1377,-16-5 0,0-29 0,-6-7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51:31.0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1191 2857 22111,'-24'2'1048,"69"-25"-1047,-9 9 1,8-1 0,3-1-445,-1 1 0,4-1 1,2 0-1,-1 1 244,-1 1 0,2-1 1,-2 2-1,-1 1-595,6-1 1,-2 1 0,-7 4-379,0 2 1,-18 8-6906,-36 20 8077,-32 5 0,0-3 0,19-12 0</inkml:trace>
  <inkml:trace contextRef="#ctx0" brushRef="#br0" timeOffset="265">1542 2828 23399,'-1'-44'706,"2"37"-689,-1 30 0,0 20-113,-1 9 1,0 6-180,0-14 1,-2 2 0,1 0-313,-2 0 1,0 0 0,0-1-3049,-3 16 0,0-4 2784,2-16 1,1-5 0,-2 7 0,6-30-1</inkml:trace>
  <inkml:trace contextRef="#ctx0" brushRef="#br0" timeOffset="533">1497 3469 12360,'-44'0'2147,"0"0"1,0 0 0,-9 0 0,8 0-982,8 2-645,40-9-359,45-10-129,-13 6 1,5-1-31,9-3 0,4 1-160,5 0 0,2 1-407,-15 4 0,1-1 0,-2 0-923,9-2 0,-3 0 808,-1 1 1,-7 2 0,-12 0-1,-19 6 1</inkml:trace>
  <inkml:trace contextRef="#ctx0" brushRef="#br0" timeOffset="1364">2119 3131 16437,'-8'-5'6744,"2"1"-6677,10-10 112,-2 36-22,2 14-101,-5 5 0,-1 5-20,0 2 1,-1 1 27,0-6 1,-2-2 523,0 11 129,-2-33-504,1-39-123,1-33-74,5 14 1,3-3 0,3-2 0,3 0-12,4 2 1,5 2-15,3 9 1,5 3 11,4 7 0,3 5-31,1 7 0,1 7-9,0 7 1,-3 8 5,-5 8 0,-4 6 17,-7 7 0,-5 3 19,-5-1 1,-3 0 84,-7 23 78,0-29-67,-3-62-67,20-11-34,1 2 0,4 0-3,3 10 0,7 7-20,27 6 1,2 18-51,-26 22 1,-3 9-1276,12 10 1,-8 6 668,-23 4 1,-9-1 0,-7 10 0,5-39-1</inkml:trace>
  <inkml:trace contextRef="#ctx0" brushRef="#br0" timeOffset="2999">3161 3408 9968,'-1'-39'4915,"1"-1"0,0 14-630,1-36-4235,2 101-3,-3 9 1,-2 6-34,1-9 0,-2 5-676,-1-3 1,-3 9-1,0 4 1,0-4-1,0-9 690,-2 4 0,-1-3-168,-2 13 0,-3 5 0,0-32 179,3-43 19,3-39 1,7-16-48,4 19 1,2-1-7,-1 3 1,0-2 0,0 2-1,-1 1 1,8-1 29,16-3 0,13-7 0,3 3 0,-5 10-69,-5 12 1,1 2 308,5-12 1,8-11 0,-5 8 0,-14 29-282,-21 41 1,-11 28-1,-8 6 1,-1-16-23,-22 2-37,12-6 1,-5 13 0,0-4-1,0-20-2563,-21-32 2628,-3-2 0,43 3 0,8-6 0</inkml:trace>
  <inkml:trace contextRef="#ctx0" brushRef="#br0" timeOffset="4055">3529 3646 11032,'0'7'7802,"0"-2"-5225,0-5-1905,60-28-216,-30 1 1,1-4-180,15-6 1,-2-5-163,-17 2 1,-4-3 0,-4-2-174,0-17 0,-5-2 121,-5 15 1,-1-1-1,-2 0-17,-1-3 1,-2 0 0,0 1-10,-2 4 1,0 1-1,0 2 112,-2-16 1,-2 3-8,0 14 1,-2 5-47,-5-2-236,-1 35 151,2 40-14,4 10 0,1 7 8,2-8 1,0 1 0,1 3-87,0 10 1,0 3 0,1 0 68,1 1 1,1-1 0,1-1-34,1-2 0,1 0 1,2-3-373,2-1 1,3-2 0,1-5-1203,7 4 0,4-7 968,5-9 1,1-9 0,3-10 0,-7-14-1</inkml:trace>
  <inkml:trace contextRef="#ctx0" brushRef="#br0" timeOffset="4610">4216 3315 9570,'-3'0'9830,"0"0"-7068,3 0-2661,-14-3-51,21 8 118,1-2 319,38 1-235,3-14-98,-17-4 0,-2-6 75,-7-8 1,-6-6 30,-6-14 1,-7-1-152,-5 13 1,-5 2-60,-8-4 0,-6 9-16,-14 18-31,5 27 0,2 12-9,2 9 0,4 4-1698,-4 2 0,4 2 1662,3 15 0,9 0-90,11-19 0,5-3-100,2 4 0,8-3-1253,18-6 1,9-11-3432,7-15 1,2-7 4778,-4 1 0,-2-4 0,-8-6 0,-7 0 0,-10 1 0</inkml:trace>
  <inkml:trace contextRef="#ctx0" brushRef="#br0" timeOffset="5344">4804 3222 9733,'0'-10'9791,"0"1"-7580,0 9-1258,-14-61-880,9 49-23,-11-25 46,7 84-49,4-12 1,-1 2 13,-1 5 1,-1 0-20,0-3 0,0-1 20,-5 21 268,5-24 426,3-22-498,5-36-180,2-31-42,3 17 1,3-3 41,1-7 1,4 3-51,0 9 0,3 3-23,4 2 1,5 6-40,28 3 51,-19 17 0,3 8-37,8 18 1,-3 7 10,-12-7 1,-3 4-18,2 22 1,-9 5 45,-19-16 0,-7-1-15,0 5 1,-4-2 100,-12 13-5,4-32-70,19-47 0,7-14-26,4 8 1,2-2 22,6-22 0,5 0-20,0 19 1,4 5 2,0 6 0,2 5-22,6 5 0,2 8 5,3 10 0,-1 8-1696,-3 5 1,-3 7 1692,-5 4 1,-7 7-101,-10 9 0,-9 4-2955,-11-2 1,-4-1 2609,4-5 0,-2-4 1,-15 16-1,17-39 1</inkml:trace>
  <inkml:trace contextRef="#ctx0" brushRef="#br0" timeOffset="6865">5872 3213 9313,'-5'-1'9297,"1"0"-6844,4 37-2005,9-20 158,13 25-29,24-39-336,4-14-157,-18 0 0,-2-6 190,0-13 0,-3-2-184,5-5 330,-27-10 0,-11 4-409,-7 24 39,-27 0 1,-5 12-3449,10 34 3401,-1-3 0,3 6-17,16 5 0,6 5-31,3 6 0,6 2-36,7-2 0,5-3-70,6-1 0,6-5-247,12-10 0,6-8-462,7-11 0,2-7 2270,-6-1 1,0-10-1338,-4-15 0,-1-11 0,-4-1 333,-2-6 0,-4-5-52,-5 3 1,-2-4 0,-2 6-145,-6 5 0,-2 6-75,5-9-102,-8 61-22,-6 27 1,-4 8 2,1-15 0,-1 1 84,-5 25 0,-2-6 255,-1-22-17,8-55-258,23-27-39,-3 6 0,3 1-33,16-5-17,-4 41 0,1 12 44,-12 14 1,0 6-37,22 14 0,1 1 8,-22-10 1,4-8 22,28-14 0,2-17-8,-28-13 0,-1-7-6,14-9 0,-2-9 27,-14-12 0,-5-10 0,-4 3 22,-6 18 1,-2 1-1,-1-3 98,1-8 0,-1-5 0,-1 1 1,-2 9-137,-1-3 0,-7 21-36,-22 45 28,17 26 0,4 14-27,-1-1 1,-1 5 0,5 1-203,7 2 1,4 2 0,3-3-1945,2-6 1,3-2 0,2-3-1122,0-8 0,2-2 0,0-5 2033,3 1 1,-2-10 0,-1-18-1,-19-8 1</inkml:trace>
  <inkml:trace contextRef="#ctx0" brushRef="#br0" timeOffset="7774">7024 3195 21388,'48'-10'-31,"0"-1"0,0 0 0,0 1 1,8-3-1,-2 1 0,3 2 28,-5 5 0,2 2 1,0 1-1,-4-1 33,0-2 0,-3-1 0,-3-1 121,9-1 0,-11-6 1827,-21-28-1429,-51 24-443,-4 6 0,-6 8-100,-3 21 0,3 8 2,10-7 0,6 6-47,4 37 0,16 2 33,31-13 12,-13-4 0,5-12 44,19-41 0,0-17 112,-16-4 1,-4-6-12,9-9 1,-5-2 24,-11 8 0,-6 2 206,1-10-332,-7 28-39,-1 16-8,-3 28 0,1 14-20,0 14 6,5 1 0,7-1 16,9-20 1,8-6 2,13-4 1,5-8-7,-2-10 1,0-9-6,12-12 1,-5-13 38,-11-12 1,-6-8-19,-8 5 1,-1-4 0,-4 2-11,2-4 0,-5-3 15,-4-11 0,-3-9 0,-5 10 153,-5 21 1,-1 1-23,5-36 0,-9 22-132,-18 65-5,11 39-38,9 1 1,3 12-1,2-4-29,3-2 0,5 1-1156,6 2 1,6 6 0,2-10 880,6-10 1,3-6 164,-1-2 1,2 0-3384,11 2 0,-5-8-3875,-15-20 7418,24 15 0,-45-36 0,-1 1 0</inkml:trace>
  <inkml:trace contextRef="#ctx0" brushRef="#br0" timeOffset="8139">8247 3130 13648,'-5'-17'9701,"61"7"-9704,-5-2 0,5 1 10,-14 7 1,2 1 0,1 0-8,6-3 0,1-1 0,-5-1 86,1-5 1,-6-3 210,-6-3 0,-7-3 621,1-20-273,-34 9-303,-19 13-247,-1 20-84,-1 26-11,15-3 5,2 24 1,9 6-155,17-15 1,5 0-1890,-5 16 1,7-3 2037,26-12 0,2-9 0,-10-6 0,13-9 0</inkml:trace>
  <inkml:trace contextRef="#ctx0" brushRef="#br0" timeOffset="8348">9113 2810 19052,'-37'5'-381,"0"1"0,1 14 0,42 17 0,17-10 0</inkml:trace>
  <inkml:trace contextRef="#ctx0" brushRef="#br0" timeOffset="8810">9431 2921 9487,'5'1'9830,"-1"0"-7303,-30 17-2163,-6 20-179,6-4 0,0 3-174,6-5 0,5 3 25,7 21 1,13-1 91,13-22 1,8-4 5,8 10 1,6-7-1350,6-21 0,1-12 1598,-5-10 1,-5-10-95,-10-12 0,-6-5-205,3-20 102,-22 16 1,-6-6 0,-3 7 76,-15-12-241,5 4 1,-5 8-130,-22 25-831,13 36 0,1 7 3764,-2 1-4686,11 15 1,14 0 1011,37-10 0,-13 4 0,12-22 0</inkml:trace>
  <inkml:trace contextRef="#ctx0" brushRef="#br0" timeOffset="9229">10013 3017 24794,'-6'-14'123,"0"9"-106,-2 52 0,0 28-2817,0-19 1,0 0 2818,0 2 1,0-2 917,1-15 0,2-11-763,7-25 965,16-35-1010,13-21-34,5 3 1,6-1-49,-9 13 1,3 1 1709,6-7 1,2 8-1733,-2 23 0,-1 10-36,15 17-107,-13 13 1,-3 9-410,-10-1 1,-2 5 102,-4-1 0,0 3 0,-2-5 0,-3-9 0,-2-2 0,-3 5 0,1 0 0</inkml:trace>
  <inkml:trace contextRef="#ctx0" brushRef="#br0" timeOffset="9928">11257 3008 12830,'2'-5'4526,"-1"0"-1216,4-28 0,-2-6-3091,-8 20-197,4-18 0,-4 9 40,-26 50-51,5 0 11,-3 20 1,6 6 27,18-2 163,-1-4 0,8-7 129,29-25 78,11-35-123,-19-26-194,-14 17 1,-5-1-93,-4-10-195,-11 9-1183,-17 59-2106,0 15-1443,10-3 1,1 1 2688,-2 12 0,9-11 0,8-29 0</inkml:trace>
  <inkml:trace contextRef="#ctx0" brushRef="#br0" timeOffset="10235">11272 3398 16331,'3'4'7124,"-1"0"-5836,-2-4-795,-38 20-342,48-12-16,-16 14 64,36-23 0,10-8 81,9-7 28,-3-25-67,-58 0-351,-24 17 1,-10 7-2521,10 11 1,-2 5 1950,-11-1 1,5 5-1,10 16 1,25-11 0</inkml:trace>
  <inkml:trace contextRef="#ctx0" brushRef="#br0" timeOffset="11545">835 4258 10360,'14'42'1215,"0"-1"0,33-10 1,18-7-1,3-8-2339,-19-11 1,1-5-1,4-4 1,8 1 1216,-12 1 1,6-1-1,5 0 1,3-1-1,3 0 1,1 0-1,0-1 1,-1 1-1,-2-1 1,-4 1-86,5-1 0,-1 1 1,-2-1-1,0 1 1,-1-1-1,1 0 0,0 0 1,2 0-130,-6 0 0,1-1 0,-1 0 0,1 0 0,1 0 0,0 0 0,1 0 0,2 1 0,1 0 122,-4 1 1,2 1 0,2 0 0,2 0 0,1 0 0,0 1 0,0 0 0,-2 0 0,-1 0 0,-3 0 0,-3 0 0,-4 1-75,15-1 1,-8 1 0,-4 0-1,1 0 1,5 0 0,10 0 87,-24 0 0,4-1 1,4 1-1,3-1 1,3 0-1,2 0 1,2 0-1,1 0 1,0 0-1,1 0 1,-1 0-1,-1 0 1,-2 0-1,-2 1 1,-2-1-1,-4 1 1,-3 0-40,12-1 0,-4 1 0,-4 0 0,-2 0 0,-1 1 0,0-1 0,2 0 0,2 1 0,5-1 36,-8 0 1,3 0 0,2 0 0,3 0 0,1 0 0,0 0-1,1 0 1,0 0 0,-1 0 0,-2 0 0,-1 1 0,-4-1 0,-2 1-1,-4 0-1,13 0 0,-5 1 0,-3-1 1,-3 1-1,0 0 0,0 0 1,3 0 5,4 1 1,1 0-1,1 0 1,-1 0 0,-1 0-1,-1 0 1,-3 0 14,6 0 1,-3 0-1,-1 1 1,0-1-1,1 0 81,-6 0 1,2-1-1,-1 1 1,1 0-1,-1-1 1,-1 1-71,5-1 1,-2 1 0,0 0-1,0-1 1,1 1 305,-5 0 0,-1 1 0,2-1 1,-1 0-1,2 0 0,-1 1-257,5 0 0,0 0 1,0 0-1,1 0 1,-1 0-1,0-1-56,-4 0 1,-1 0-1,0-1 1,0 0-1,2 0 1,1-1-26,1 1 0,2-1 0,1 0 0,1-1 1,-1 1-1,-2-2 0,-2 1 0,9-2 0,-2 0 1,-2 0-1,-1-1 0,0 0 34,-2 0 1,-1-1 0,0 1 0,-2-1 0,-1 1-41,4 0 1,-2-1 0,-2 1-1,-3 1 832,4-1 1,-4 2 0,0 0-833,0 1 1,-2 2 0,-6 0 2122,19 2-2568,-21 2 1,-3-3-360,-4-4 1,-13 1 0,-3-4 0</inkml:trace>
  <inkml:trace contextRef="#ctx0" brushRef="#br0" timeOffset="12869">2383 5989 13077,'-3'-44'4083,"0"0"0,8-9-3907,-8 5 0,3 3 1012,14 19-1064,-6 52-82,-2 4 0,-2 6 11,-2 16 0,-2 3 14,-1 8 0,-1-4-1696,-1-17 1,1-5 2087,-2 13 538,1-106-877,0 22 1,0-2-51,0-13 0,0-3 64,1-12 1,1 4 44,3 4-162,1-9-84,3 66 106,-3 51-50,-3-10 0,0 5-149,-1 12 0,1 3 982,4 0 1,6-3-823,8-13 0,2-5 0,5 8 0,11-29 0</inkml:trace>
  <inkml:trace contextRef="#ctx0" brushRef="#br0" timeOffset="13263">2948 6070 14947,'-35'6'4226,"0"0"0,12-2-3968,-31 8-118,80-17 0,29-6 0,-4 1-2246,-11 4 0,0-1 2120,15-3 1,6-1 0,-7 1-675,-18 5 1,-6 2 676,4-2-286,-11 4 269,-17 3 0,-5-2 0,5 2 0</inkml:trace>
  <inkml:trace contextRef="#ctx0" brushRef="#br0" timeOffset="14391">4656 5915 18207,'-3'-42'2907,"-1"-1"0,-2-22-2812,5 88-5,-2 37-60,-1-17 1,0 6-5,-3 3 0,-2 5 1,1-6-19,0-6 1,0-3 150,-5 19 1,-1-12 327,3-37-313,-4-27-101,6-16 2,5-24 1,5-9-23,5 13 1,2-2-2,1 2 0,0-2 0,3 2-7,7-6 0,5 5-3,9 6 0,3 9-70,21 5 14,-20 31 0,0 13 8,-8 19 1,-4 13-1,-3-2 6,-1-5 0,-3 0 0,10 20 0,-10 1 11,-20-22 1,-5-3-3393,-1 13 3392,1-13 0,0-2-16,5 1 27,6-17-28,2-4 6,-2-4 28,0 0-28,-4-6 23,2 2 3369,-2-1-3370,0 2-39,1 7 40,0-3-12,-1 3-5,1-3-12,0 21 6,0 1-17,1 13-2027,7-16 2044,4-13 0,-2-8 0,-2-7 0</inkml:trace>
  <inkml:trace contextRef="#ctx0" brushRef="#br0" timeOffset="14876">4756 6224 11088,'-4'0'9830,"1"0"-8749,-44-24-347,33 18-34,-34-19-633,46 25-39,2-1 319,33-17-327,9 3 0,3-1-18,-11 2 1,1 0 0,15-2 0,-6 3 47,-15 5-16,-16 4-57,-3 1-1382,-10 3 1405,0-1 0,0-1 0</inkml:trace>
  <inkml:trace contextRef="#ctx0" brushRef="#br0" timeOffset="15644">5554 6146 23635,'9'-7'291,"-19"14"-244,-15 36 1,-6 12 39,-2-14 0,-1-4-9,4-3 0,1-9 662,-11-20-634,43-34-1704,8-16 1,6-4 1644,-2 15 1,2-1 27,11-20 0,1 3 45,-10 24 1,1 2-82,1-2 0,2 7-5,27 22-17,-15 17-12,-7 18 1,-3 9-6,-10-14 0,-4 4-2,-2 19 0,-3 10 0,-6-2 2,-5-16 0,-4-2 0,-4 3-16,-1 4 1,-3 5 0,-2-1 0,-4-7 847,-7-4 1,-3-5 0,0-5-1917,-8 11 1,0-17 1083,-15-36 0,42-9 0,10-13 0</inkml:trace>
  <inkml:trace contextRef="#ctx0" brushRef="#br0" timeOffset="15893">5736 5770 24357,'-30'0'-400,"10"-10"1,12 26 0</inkml:trace>
  <inkml:trace contextRef="#ctx0" brushRef="#br0" timeOffset="19159">5329 6011 7492,'0'-5'5741,"0"1"-3876,0 4-263,-17-25-902,1 18 191,-24-11-330,7 29-153,-7 10-144,1 4-124,12-2 179,-8 14-17,7 8-190,1 5-59,14-19 1,3 0 69,2 19 22,7-2 152,7-12 179,7-15 270,16-23-388,2-15-67,-3-7 0,0-5-157,-6 3 1,-1-3 30,5-13 1,-2-3-7,-8-1 1,-4 0-104,-1 2 0,-3-1 30,-4-6 1,-3 1 53,-2 2 0,-1 2-25,0 6 0,0 1-84,1 5 0,-1 2 142,2-14-83,-1 22-51,0-2-11,1 14-67,-1 6-12,0 10 51,-7 28 22,0-1 1,-1 6-21,-1 11 0,0 7 0,0-2-11,-1 8 1,1 2-853,4-13 1,0 6-1,1 1 1,2-6-163,3-3 0,2-4 0,0-1-720,0 17 1,1-3 1742,2-10 0,1-13 0,-4-28 0,-1-2 0</inkml:trace>
  <inkml:trace contextRef="#ctx0" brushRef="#br0" timeOffset="20015">6170 6150 11766,'-7'-5'9830,"-42"-13"-9383,33 24-82,-32 1-163,41 23-62,3 2 101,8-12 655,36-36-611,-1-21-126,-9 4 1,-3-3 2,-10 0 1,-5 0 72,-3-25 34,-28 5-218,-26 30-28,-17 36-49,25 9 1,6 12-115,14 21 0,9 13 0,8-5-1968,8-11 0,9-2 646,7 3 0,7 3 1,5-17 1083,15-26 0,2-12 0,-12 2 0,-5-3 0,7-7 0</inkml:trace>
  <inkml:trace contextRef="#ctx0" brushRef="#br0" timeOffset="20398">6841 5913 9912,'-3'-2'9830,"-50"3"-10751,28 20 1,-1 5 993,-13-6 0,-1 4 659,10 16 1,6 6-694,5 1 0,5 0-48,4-11 1,5 2-33,15 19 1,12-6-2632,2-27 0,6-6-2244,8 8 1,2-7 3855,16-17 1,-30-4-1,-19 0 1</inkml:trace>
  <inkml:trace contextRef="#ctx0" brushRef="#br0" timeOffset="21582">7238 6150 10528,'3'-6'4915,"-4"-26"0,-4-4-2142,-10 9-1984,-22-25-616,8 73 1,1 16-162,-9 7 97,39 8 0,17-7-3,38-40-16,-8-5 0,-1-11 58,-13-23 0,-13-11 107,-26-6 1,-10 0-212,-5-8-44,-25 56 0,-3 18-11,14 31-21,13-4 1,1 8-1,8-4-380,14-8 0,6-1-171,-4 11 1,8-6-3683,32-12 0,10-15 1764,-11-15 0,1-8 2678,-2 0 1,2-3-1,-4-6 1576,7-20 0,-5-7 512,-1-3 1,-5-3-283,-5-4 1,-3 3-1329,-10 15 0,0 6-386,7 1-174,-21 68-67,-7 16-10,-3-6 1,0 8 0,0-6-28,3-15 1,1-1 151,-7 28 0,10-17 215,31-62-111,0-21-1309,-5 6 0,6-6 1,-3 5 1103,-5 8 0,0 1-36,13-15 0,-3 15-1,-1 54 0,-17 3 1,-1 4-3,0-5 0,3-2-6,18 7 0,5-12 15,20-29-10,-26 2 1,-2-9 75,-2-26 1,-4-14-1,-6 0-30,-6 0 0,-4-3 1,0 4 0,3-7 0,-2-1 0,-4 5 104,-6 2 0,-4 3 0,-1 2 143,-1-20 1,-3 7-291,-2-4-28,-6 51-1093,5 44 0,6 24 1092,1-10 1,3 4 0,2 3-137,3 9 1,3 3-1,2-2-101,0-6 1,2-1 0,5-6-1403,6-11 0,4-4 1,0-8 1661,1-9 0,0-6 0,20 3 0,-26-20 0</inkml:trace>
  <inkml:trace contextRef="#ctx0" brushRef="#br0" timeOffset="21845">8242 5873 23019,'52'-6'187,"1"1"1,0-1-1,-1 1 1,9-2 0,-2 0-1,-1-2-184,-5-3 1,-2-2 0,-4 0-166,5 1 0,-6 1-4767,4 2 4444,-21 8 0,-20 2 0,-8 2 0</inkml:trace>
  <inkml:trace contextRef="#ctx0" brushRef="#br0" timeOffset="22881">10278 5840 23842,'1'57'115,"0"-1"1,1-10 0,-2 0-103,-4-3 0,-2 3 0,1-4 29,-1 0 0,1-5 496,-1 7-45,-9-81-448,12 1 0,3-4-29,-5-5 1,2-6 108,8-8 0,5-6 1,1 6-40,2 14 1,3 1-69,2-7 1,3-4 0,3 9-16,1 15 0,5 9-17,9 8 0,2 9 14,13 19-1713,-19 5 0,-3 9 1698,-11 8 0,-5 8 0,-2 0-74,2 8 1,-5 2 82,-3-7 1,-2 3-1,-6-6 57,-14 18 38,-7-60-2235,18-58 2163,9 6 0,6-3-6,3 1 0,5 3 1087,10 1 1,7 8-1099,1 16 0,4 8-42,-4 7 0,0 6 16,3 7 1,-4 12-59,-11 19 0,-5 13 0,-3-1-266,4 0 0,-4 1 73,-4-1 0,-2 4 0,4-6 277,11-4 0,-1-9 0,-8-7 0,26-1 0</inkml:trace>
  <inkml:trace contextRef="#ctx0" brushRef="#br0" timeOffset="23607">11876 5939 12729,'1'-5'4915,"-24"-35"0,-17 1-3397,-15 44-1403,-2-23 0,0 8-68,14 41 1,8 13-37,3-6 0,10 4 31,17 8 0,13-4 81,21-14-31,3-18 1,2-13-1630,-4-29 1,-4-11 1673,-5 4 1,-2-2 120,-3-6 0,-3 3 61,-3-1-308,-4 17 0,-6 49-11,-2 17-6,2 3 1,9 4 22,17-2 0,8-4 1698,-4-7 1,5-9-1728,18-10 1,3-18 39,-13-20 0,-5-12-3,-1-15 1,-6-11 20,-14 7 0,-3-8 0,-2-1 1,-2 4 37,0 2 0,-2 2 0,-1-1-58,0-10 0,-1-3 0,-2 12 128,-4 12 0,-3 20-165,1 26 11,-4 37 19,2 4 1,3 9-99,5-3 1,3 7 0,2 2-1,-1-5-1259,-1-2 0,1-3 1,2 2 867,3 2 1,2 3 0,1-1 0,2-9-4447,8-1 1,0-9 2694,8 20 1,-8-30-1,-23-24 1</inkml:trace>
  <inkml:trace contextRef="#ctx0" brushRef="#br0" timeOffset="24372">12165 5895 16527,'0'-2'2898,"34"-18"1,17 0-2910,12 18-1857,-18-6 0,6-5 0,-5 7 1957,-6 11 1,-3 0 2808,24-20-2315,-45-3 386,-21-22-526,-7 22 539,-1 4-965,17 16-11,4 7-9,9 14 0,4 10-48,3 13 1,2 8 0,-2-3 38,3 0 1,-2 0 3,2 5 1,0 4 0,-20-21 125,-28-29 3391,10-32-3475,-8-31-34,25 13 0,10-1 19,8 4 1,4 3-1,1 0 1,0 3 19,0 6 1,-3-1 503,10-27-179,-22 26-252,-5-3-118,-10 27-5,-4 24-3375,-2 32 3374,1 10-8,4-21 1,5 1-270,9 6 1,6-2-1230,-1-11 1,2-1 1517,6 3 0,0-5 0,2-6 0,-11-19 0</inkml:trace>
  <inkml:trace contextRef="#ctx0" brushRef="#br0" timeOffset="24604">13269 5624 23937,'-2'15'-142,"-9"-27"0,23 42 0</inkml:trace>
  <inkml:trace contextRef="#ctx0" brushRef="#br0" timeOffset="24855">13796 5826 25214,'-47'43'504,"3"-1"-954,9 2 0,-6 11 0,5-3 450,7-4 0,1 0 0,-2-6 0,-2 2 0,8-6 0,6 5 0</inkml:trace>
  <inkml:trace contextRef="#ctx0" brushRef="#br0" timeOffset="25160">13476 5957 17894,'-39'-51'969,"27"34"347,29 37 0,15 15-1294,11 4 1,7 4-1,-1-1-57,-11-10 0,-2-1 0,2 1-692,11 7 1,4 2 0,-6-6 441,-8-7 1,-6-4 0,2 2 0,-12-12 0</inkml:trace>
  <inkml:trace contextRef="#ctx0" brushRef="#br0" timeOffset="31049">2442 7429 20504,'-5'14'1865,"-20"5"-1434,-23 13-258,16-18 1,-2-3 353,-30-2-253,16-21-89,13-43-151,22-8-29,11 26 1,5 0-12,12 2 1,8 5-12,4 12 0,5 6 6,5 1 0,2 9-65,6 19 0,-6 13 42,-12 11 1,-11 8 12,-11-3 1,-6 5 0,-7 1-285,-12 7 1,-9 1 0,-4-3 299,4-13 1,-2-1 0,-2-2 0,-2-2 93,-8 4 1,-2-3 0,1-6 64,-10-1 0,3-15-65,13-21 1,6-11-60,9-10 1,7-5-45,8-4 0,9 1-8,15 2 0,9 6-18,13 9 1,5 10-14,13 16 0,1 11-145,-16-2 0,-1 5 0,-1 3-493,-1 4 0,-1 3 1,-1 0-2587,0-2 0,0-2 0,-3-1 1746,-2 3 0,-2-5 1,16 5-1,-37-30 1</inkml:trace>
  <inkml:trace contextRef="#ctx0" brushRef="#br0" timeOffset="31331">2891 7867 22677,'34'-12'147,"0"1"1,-2 0-1,0 1-220,0 0 1,0 2-2919,25-7 2991,-18 5 0,-14 5 0,-12 2 0</inkml:trace>
  <inkml:trace contextRef="#ctx0" brushRef="#br0" timeOffset="32177">4756 7409 22218,'-1'35'604,"-9"2"1,-5 8-594,-1 10 0,-1 8 1,0-1-297,1-1 1,1-1-1,2-2 285,5-6 0,2-1 0,5-4-3,7 5 1,8-7 163,7-15 1,5-10-137,9-16 0,3-10 112,6-12 0,-1-9-8,2-11 0,-4-6 69,-5-1 1,-4-2 106,-11 8 1,-5 1 108,-1-8-23,-12 27-452,-8 41 49,-1 22-10,2-11 0,1 2-270,0 3 1,2 0-1484,7 23 927,7-12 0,-5-26 0,1-11 0</inkml:trace>
  <inkml:trace contextRef="#ctx0" brushRef="#br0" timeOffset="32384">5335 7635 13233,'-2'17'0,"1"-4"0</inkml:trace>
  <inkml:trace contextRef="#ctx0" brushRef="#br0" timeOffset="32779">5638 7824 15950,'-44'33'2220,"57"3"0,20 11 0,-11 2-5069,-28 0 1,-11 2 0,10 0 2848,28 8 0,10 0 0,-22-17 0,-68-22 0,31-21 0</inkml:trace>
  <inkml:trace contextRef="#ctx0" brushRef="#br0" timeOffset="33065">5750 7708 15877,'-30'43'817,"0"0"1,0-1 0,0 1 0,-8 4-1,0 0 1,10-3 0,-4 6 0,3-1 0,4-11-1,-14 13 1</inkml:trace>
  <inkml:trace contextRef="#ctx0" brushRef="#br0" timeOffset="34011">6102 8299 23175,'22'-48'227,"0"0"1,0 0 0,0 0 0,0 0 0,-1-9-1,0-5 1,-2 1 0,-2 3 0,-5 8-49,-2-11 1,-6 4-24,-1 2 1,-2-1 0,-5 13-235,-7 14 64,-2 53 0,1 15 20,7 12-34,6 3 0,2 17 0,3 3 0,0-13-166,2-6 1,4-1-1030,1 2 1,3 9-1,2-2 1,-1-16 374,13 3 0,4 1 0,-24-49 0</inkml:trace>
  <inkml:trace contextRef="#ctx0" brushRef="#br0" timeOffset="34607">6266 7905 7246,'-30'12'9830,"17"-11"-3115,-10 14-6687,22-15 650,-1 1-135,-21-1-459,5 1-84,-10-1 23,15 0 5,11 0-236,2 0 309,15 0-56,39-6-34,-17 3 0,3 0-3,6-2 1,1 0 5,2 0 0,0-1-11,1 0 0,-3-1 86,18-3 198,-7 1-343,-50 7-1468,-9 1 1524,-6-4 0,4 2 0,-4-1 0</inkml:trace>
  <inkml:trace contextRef="#ctx0" brushRef="#br0" timeOffset="36030">5784 7900 18823,'-18'-61'2548,"1"15"-1993,0 29-342,0 9-179,-6 3-17,-1 4 33,-16 14-39,16-3-5,-11 15 22,22-12 11,-2 5-39,8-3-5,2-5-7,2 5-10,2-2 28,3 5 5,2 1 6,5 4 11,-1-4-51,6 10 40,5 3 0,-2-5 28,13 8 22,-8-13 6,5 11-34,-9-7 0,-6 0-33,-7-11 78,-3 0 95,-1-2-78,-2 4-12,-1 1 113,-2-5-135,1-2 560,-15 11-352,-2-4-180,-8 8-6,3-7 203,6-4-52,4-8-150,-1 0-17,-2-3 28,1 0-57,4-1 18,4 0 17,8-3-684,1 1 0,0 0 0</inkml:trace>
  <inkml:trace contextRef="#ctx0" brushRef="#br0" timeOffset="40398">15411 5939 12561,'-21'-32'3162,"1"0"1,4 0 0,-1-1-2499,-7-9 0,1 3-1073,1-8 532,12 101-81,7-12 0,2 5 6,1-4 1,2 2 0,3-2 161,6 15 0,10-7 90,7-19 0,9-12-123,22-21 1,10-18-128,-24 2 1,2-6 0,1-3 0,2-1-328,-3 0 0,2-2 1,1-2-1,0 0 1,0 0 298,3-2 1,0-1-1,1 0 1,-1 0-1,-2 2-33,7-4 0,-1 1 1,-3 1-1,-2 3-351,-1-1 0,-3 3 1,-5 6-1012,-4 8 1,-13 12-8459,-42 51 9720,-11 6 1,8-24 0,1-4 0,2-3 0</inkml:trace>
  <inkml:trace contextRef="#ctx0" brushRef="#br0" timeOffset="41182">8933 8283 18341,'-31'14'322,"0"1"1,-13 19-3,42 12 0,15 0 505,10-19 0,9-11-497,7-18 0,8-13 0,2-4-190,3-3 0,3-4 1,2-4-1,2-1-409,-12 6 0,2-1 1,1-2-1,0-1 1,1 1-1,-1-1 292,1-1 1,1 0 0,1-1 0,-2 0 0,0 1 0,-1 2-7,1-1 1,1 0 0,-2 1 0,-3 2 0,-2 1-14,7-6 1,-4 2 0,-8 8-4540,5 11 3825,-48 28 0,-10 7 0,5-9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3:59:58.75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10301 2983 21629,'-3'-65'1350,"-1"0"0,0 2 0,2 27-1344,5 53 22,6 31-185,-1 4 0,-1 10-1787,-2-5 1,-1 6-1,0-4 1336,-1-12 1,0-3 0,-1 0 0,-1 24-1,-1-11 1,-2-29 0</inkml:trace>
  <inkml:trace contextRef="#ctx0" brushRef="#br0" timeOffset="466">10367 2384 18235,'-39'-24'1047,"0"1"1,-1-1-1,-9 8 1,-4 5-1,1 10-965,5 14 0,1 11 1,-1 4-370,6-2 0,-2 3 0,1 5 0,3 6 326,2 6 0,2 8 1,1 4-1,4 2 0,3-2-356,6-4 0,4 1 0,2 0 0,3 1 0,2 1 314,-1 5 1,1 1 0,3 0 0,7 0 0,9-4-44,10-3 0,9 0 0,7-2 0,4-5 0,1-6-44,9-1 1,5-8-1,3-5 1,1-1 80,-7-5 0,2-1 0,2-3 0,-1-4 0,0-7 73,10-7 0,0-7 1,-2-8-1,-5-7 97,-7-7 0,-4-7 1,-4-5-1,-3-3-6,-1-6 1,-5-4-1,-3-4 1,-3-2-66,-7 5 1,-2-4 0,-3 0 0,-3-1 0,-4 2 43,-3-9 1,-6 0-1,-4 1 1,-5 3-58,-2 6-1,-4 2 1,-5 2 0,-5 6-228,-15-4 1,-7 7-1,-5 7-279,-2 9 1,-5 8 0,0 4 429,3 7 0,-2 5 0,6 1 0,2 1 0,5 2 0,-10 8 0</inkml:trace>
  <inkml:trace contextRef="#ctx0" brushRef="#br0" timeOffset="1333">14655 3102 21237,'7'-53'695,"1"0"1,-1-1 0,2 5 0,3 1-1,5 7-653,14 5 0,7 9-50,-1 7 0,0 11-40,-1 18 0,-5 11 14,-5 14 1,-9 8 38,-9 14 1,-13 6 14,-7-16 1,-7 1 0,-3-1-10,-5-1 0,-4-1 1,-1-2 1,1-4 0,0-1 0,2-3-2,-6 3 0,6-3 6,-1 7 117,30-24 202,30-10-249,2-10 1,5-4-32,14-3 0,5-3-51,-11 1 1,3-1-1,1-1-147,1-1 1,1-1 0,0 1-712,-2 0 0,0 1 0,-3-1 299,13-4 0,-6 1 0,-18 8 0,-7 1 0,1-4 0</inkml:trace>
  <inkml:trace contextRef="#ctx0" brushRef="#br0" timeOffset="1854">15153 2440 19983,'-54'-16'544,"1"0"0,0 0 0,0 1 0,-4 4 0,-2 2 0,0 5 0,1 5-480,-2 8 1,0 7-1,0 3 1,2 5-381,11-3 1,0 3-1,0 3 1,3 2-1,2 3 354,3 2 0,1 4 0,2 2 0,3 2 0,4 1-20,2 3 0,3 2 0,3 2 0,4 1 0,4 1-9,4 1 0,3 2 0,4 1 0,4-1 0,4 0-24,3-1 1,4 0-1,3 0 1,5-2-1,4-3-220,5-2 0,4-1 1,5-2-1,3-4 1,1-3 203,5-3 1,4-3 0,2-4 0,2-3 0,1-5 36,1-4 1,3-5 0,1-3-1,0-5 1,-1-3 15,0-3 1,0-4-1,0-4 1,-1-4-1,-3-3 45,-3-3 0,-1-5 0,-2-2 1,-2-3-1,-2-3 20,-2-2 0,-2-3 1,-1-2-1,-3-2 1,-3-1 21,-3 1 1,-2-1 0,-3-2 0,-2-1 0,-4 1 48,1-10 1,-4-1 0,-5-1 0,-7 2-96,-7 4 0,-5-1 0,-5 2 0,-7 3-69,-6 3 0,-7 3 1,-5 3-1,-3 3-331,-8 1 0,-6 4 1,-3 4-1,-2 4-599,6 8 1,-4 4-1,0 2 1,0 3 0,3 0 743,-1 2 0,1 2 0,2 1 0,3 2 0,-8 3 0,2 3 1,11 0-1,-3 7 0</inkml:trace>
  <inkml:trace contextRef="#ctx0" brushRef="#br0" timeOffset="6466">12129 1058 9531,'-2'-3'9830,"1"1"-8430,-14-26 1,-4-8-875,10 0-381,-2-15 1,8-1-106,39-1-43,-11 25 0,4 3-28,10 6 0,3 8-22,-7 11 0,0 8 22,5 8 0,-4 8 9,-8 8 0,-7 6 33,-7 7 0,-8 2 20,-7-6 0,-7-1 120,-9 0 0,-5-4 689,-5 0-392,-2-13-207,21-35-213,11-5-34,12-4-22,43 13 5,-19 13 1,3 6-34,9 5 0,-3 6-42,-8 5 0,-11 6-48,-20 5 1,-14 1-118,-24 3 0,-15-5-298,5-12 1,-6-3 0,-1-3-2717,-4-4 0,-1-4 0,2-2 3035,-4-2 0,4-4 0,-12-9 0,50-1 1</inkml:trace>
  <inkml:trace contextRef="#ctx0" brushRef="#br0" timeOffset="6932">12311 502 11872,'-56'-7'1641,"1"-1"0,-1 1 0,-4 6 1,-2 3-1,2 8-1285,6 9 1,2 7-1,0 6-556,9-2 0,0 5 0,2 4 0,2 1 333,2 6 0,1 4 0,4 2 1,4 2-262,3 3 1,4 2 0,5 2-1,5 0 128,7 1 0,5 1 0,6-1 0,4-2-45,3-5 0,4-2 1,6-3-1,8-2-68,7-5 1,8-2 0,6-3 0,2-3 0,0-5 75,-3-5 0,1-5 0,2-3 0,1-3 0,1-2 80,-3-2 0,2-2 0,2-2 0,0-2 0,-2-4 0,-2-4 78,2-4 0,0-4 0,-3-4 0,-1-4 1,-5-3 69,6-11 1,-5-5 0,-3-5 0,-6-4-89,-5-4 1,-4-4-1,-5-3 1,-5-1-9,-3-3 0,-4-1 1,-6-1-1,-5 1-9,-7 1 1,-5 0 0,-6 2 0,-5 4-43,-6 4 1,-6 3 0,-4 4 0,-6 5-90,-6 5 0,-6 6 1,-3 4-1,-2 4-366,11 7 0,-3 4 0,-1 3 0,1 2 0,1 2 186,-8 4 0,0 5 0,2 1 0,5 0 0,2-2 0,5 1 0,5 2 0,4 9 0,0 0 0</inkml:trace>
  <inkml:trace contextRef="#ctx0" brushRef="#br0" timeOffset="9200">11320 5850 18442,'-16'-34'1098,"4"6"-1366,12 28 4429,0 0-4161,3 0 78,4-1-38,32-10-35,-21 7 34,27-7-11,-30 7 51,33-14-62,-26 10 263,21-10 576,-38 17-794,0-2 145,-5 3-2497,0 0-46,-2 2 2336,2-1 0,-1 2 0,1-2 0</inkml:trace>
  <inkml:trace contextRef="#ctx0" brushRef="#br0" timeOffset="10576">11474 5699 9246,'2'-3'9830,"-1"0"-7921,13-35-458,-10 28-1316,10-28-113,-14 36 12,0 2 16,-4 5 23,-3 4 212,-27 35-234,14-14 44,-3 14 0,3 5-5,16 12 288,28-7 0,8-4-233,0-4 56,10-35 1,13-10 0,-8-7-62,9-23-970,-6-6 0,7-8 0,-9 6 926,-1-2-4,-4-2 0,-12 9-42,-30 30-72,-2 44 27,-1-1 0,-1-2 1,1 8-58,-2 13 0,-1 7 0,1-5-97,1-10 1,1 0-28,-4 10 0,-1 7 1,16-15-2432,25-19 0,8-13-1331,18-12 1648,1-12 0,1-9 2290,-24-10 0,-6-3 0,13-6 0,-20 12 0</inkml:trace>
  <inkml:trace contextRef="#ctx0" brushRef="#br0" timeOffset="11022">12538 5647 11658,'-39'-35'920,"0"0"0,0 0 1,0-1-1,0 1 1,-5 0-1,-2 0 1,-2 1-1,-1 6 1,-1 7-565,0 10 0,-2 6 0,0 5 1,-2 4-1,-1 0-794,3 0 1,-1 3 0,-2 1 0,0 3 0,1 1-1,0 4 482,-2 2 1,-1 2 0,1 3 0,0 3 0,4 3 0,3 2-12,4 3 1,2 4 0,3 2-1,2 2 1,5 2 0,4 2-104,3 7 1,4 4 0,6 1 0,6 2 0,4-1 57,6 0 1,6 2 0,4 1 0,6-3 0,4-1-33,4-1 0,4 1 0,6-3 1,5-4-1,8-6-14,2-12 0,9-4 1,6-3-1,2-4 1,1-2-1,-4-1 1,-4-1 64,-3 1 1,-2-2 0,-3-2 0,2-4 0,4-3 9,5-3 1,6-2 0,2-3 0,-2-4 0,-5-5 0,-9-6 80,-4-9 0,-7-7 0,-5-4 0,-1-2 35,0-4 0,-3-2 0,-1-4 0,-2-3-66,-1 0 0,-1-4 0,-1-2 0,-3-2 1,-3 0 87,-1-4 1,-2-2 0,-4-1-1,-6 0 1,-8 1-93,-10 9 1,-6 0-1,-5 0 1,-3 0-1,0 3 1,1 3-85,0-8 0,1 3 0,-4 3 0,-8 6-39,-4 9 1,-7 3 0,-4 3-1,-1 6 1,1 6-576,-3 7 1,-1 7 0,0 6-1,1 0 452,-13 6 1,1 4 0,2-2 0,9-4 0,2-2 0,4 3-1,1 11 1,0-1 0</inkml:trace>
  <inkml:trace contextRef="#ctx0" brushRef="#br0" timeOffset="12787">15302 5225 21948,'-36'-7'396,"1"0"1,-8 6-1,-5 2 1,7 2-263,-16 6-115,6-1 1,1 4 22,14 0 0,6 3-42,-2 10 12,-9 13 21,32-5 1,5 2 16,0 16-14,4-13 1,0 2 13,2-3 1,-1-3 10,-3 16 74,-2 3 778,-2-31 45,3-12-281,6-9-559,4-9-101,25-17-51,23-2 3,-14 11 1,3 4-10,9 8 1,0 7 0,0 7 0,-5 9-68,-6 16 1,-11 7 25,-13 1 0,-15 3-74,-22 1 0,-15 3 0,0-5 76,6-6 1,-6-5-641,-18 4 0,-11-2 0,11-20 719,-2-49 0,13 39 0,5-4 0,16-38 0</inkml:trace>
  <inkml:trace contextRef="#ctx0" brushRef="#br0" timeOffset="13197">15186 5083 13457,'-36'-48'1649,"0"0"1,0 0 0,8-2 0,-6 9-1260,-21 18 0,-15 10 0,5 11-202,20 8 1,3 7-1,-3 7-83,2 2 1,-4 5 0,-2 4-1,-1 3 1,3 1 0,4-1-935,-5 8 0,4 2 0,3 2 0,0 4 847,6-5 1,-1 2 0,0 3 0,2 1-1,5 1 1,7 1-1,5 6 0,7 2 0,5 0 0,4 0 0,3-2-134,3-5 0,3-1 1,3-2-1,4 1 1,4-2 47,7 6 1,3 0 0,5-1 0,5-4 0,5-7-232,-1-13 0,5-4 1,4-3-1,1-4 1,1-3-1,-3-2 337,4-1 0,-1-3 1,1-3-1,1-5 0,1-5 113,1-5 0,3-5 0,1-4 1,0-3-1,-5-3 0,-5-1-132,3-9 0,-6-2 0,-3-5 0,-1-4 88,-7 5 0,-1-4 1,1-2-1,-3-2 1,-3 0-1,-4 0 12,-2-2 1,-3 0 0,-4-1 0,-4-1 0,-5-1-70,-3-6 1,-5-2-1,-4-1 1,-7 2-1,-9 4-494,-10 4 1,-10 3-1,-7 3 1,-2 2-1,-1 4 444,0 4 0,-2 2 0,-2 4 0,-1 2 0,2 3 0,-9 0 0,-1 3 0,2 4 0,5 5 0,-6 8 0,-1 0 0</inkml:trace>
  <inkml:trace contextRef="#ctx0" brushRef="#br0" timeOffset="24311">10736 2917 15552,'-22'-6'2448,"2"2"-1266,6 12-420,3-4-572,4-3-280,2 2 107,2 1 1685,1 0-1657,9-17 22,10-14-33,13-17-15,-9 16 1,2 0-3,5-3 0,1-2 22,4-5 0,2-2-17,5-7 1,2-1 5,-13 14 0,0 0 1,1 0-5,0-2 0,-1-1 1,2 1-11,4-4 1,1 0 0,-2 2-4,11-11 0,-2 1 9,-10 13 1,0-2 0,-2 3 79,3-7 1,-3 2 14,-4 2 1,-4 0 105,4-20 354,-15 16-120,-4 8 7,9-1 338,10-3 402,-5 10-216,-3 7 62,-14 14-22,-4 5-373,-1 1 41,0-5-352,2-3-210,1-2-457,0-1 43,-2 7 141,0 19 0,-1-10 0,0 13 0</inkml:trace>
  <inkml:trace contextRef="#ctx0" brushRef="#br0" timeOffset="31532">10519 3847 10567,'-7'2'7410,"2"0"-4637,10-9-1580,-3 4-403,4-7-23,-31-4-632,19 7-158,-19-6-66,24 17 111,9 22-5,19 28 3,-7-17 1,4 5-1,0 2-3,5 7 0,1 2 0,0 0-1,-2-4 1,1-1 0,3 2 30,3 1 1,3 2 0,1-1 0,-2-5 8,-2-5 0,-2-4 0,2 2-30,-2-3 1,2 2-1,-1 1 1,-1-3 16,2 4 0,-1-1 0,-5-3-29,-5-3 0,-1 0 45,4 7 1,3 4 0,-4-5-10,8 13 0,-3-6 1,2 4 114,0 1 1,-2-3-116,2 2-14,-3-4 1,-1-2 80,-4-5-94,-6-10 27,8 15 1,-14-22-12,-1-2 129,-3 9-117,-5-6-18,0 10 91,-1-13-124,-5-27 0,-1-10 0</inkml:trace>
  <inkml:trace contextRef="#ctx0" brushRef="#br0" timeOffset="38738">10480 3536 7878,'-1'-21'8509,"22"1"-8397,23 2 2,0 4 1,15-2 0,8 0 0,1 0-763,-11 5 0,3 0 0,3 1 0,1 0 0,-2 0 1,-2-1 652,0-2 1,-2-1-1,-1 1 1,2 0 0,4 1 18,-3 1 0,5 2 0,2-1 0,1 1 0,-3 0 0,-5 2 0,-7 1-470,10-1 1,-8 1-1,0 1 450,5-1 0,1 0 0,2-1-270,-1 0 0,6 0 0,-4 1 0,-14 0 300,8-1-180,-14 3 0,13-3 0,4 1 1,-4 0-1,-13 1 168,14 0 63,-9 0 1,15 0-1,-1 0 1,-15 0 27,4-1 344,6-2 0,12-1 1,-11 1-346,4-1 797,-7 0 1,6-2-731,-8-1 0,2-1 1,-7 3-138,-15 4 0,1 0 801,17-7 1,8-2 0,-8 4-704,-16 7 0,-5 2 235,21-4-127,-2 1 3394,12 0-3562,-48 4 464,32-4-287,-26 5-184,-12 0-5,11 0-113,-36 9 0,11-7 1,-15 6-1</inkml:trace>
  <inkml:trace contextRef="#ctx0" brushRef="#br0" timeOffset="40814">14876 4399 7055,'-2'-2'9209,"-12"-57"-9008,11 42 1177,-5-26 0,4-3-907,10 18 430,-5-14 1,-1-2-863,6 11 294,-7-7 1,-3 2-284,2 21 303,0-21 0,0 0 297,2 17-146,-1-26-894,-1 80 1,-1 27 385,3-8 0,2 5 1,-1 1 5,-2-3 0,0 0 0,2 4 7,2 2 1,3 6 0,0-2 0,-1-11 4,1-4 0,0-4-7,0-1 1,2 2-1,-2-6-1,0 8 27,-2-16 1,0 0 22,-1 14-22,2-2-6,-7-2 235,2-34 426,-5-3-846,3-10-4979,-2-7 5136,3 3 0,1 3 0,0 3 0</inkml:trace>
  <inkml:trace contextRef="#ctx0" brushRef="#br1" timeOffset="1.07251E6">1872 5357 18498,'-6'-48'1757,"0"-1"0,2 6 0,-1 12-1527,3 26 122,5 8-156,-2-1-123,3 4-34,0 9-11,10 3-5,14 3 33,8-7 112,-6-9 134,-11-4-156,-16-2-112,-17 1 0,-9-1-1,-15-2 6,-12-1-33,16 3 0,-3 1 33,-3 4 0,-1 2-22,4-1 0,3 1-1,-13 7 96,31-7-5,15-6-79,1 0-101,2 7 34,2 11 39,4 24 22,-5-1 1,-2 4 27,-5 1 0,-2 2-50,-1-4 0,-3 2 0,0-1-8,-5 16 0,1-2-4,1-9 1,6-2-51,11-2 1,14-6-771,24-17 0,11-11-1019,-1-1 0,2-6 1366,-8-6 0,2-2 1,-6-2-1,-7-1 1,-5-1-1,9-5 1</inkml:trace>
  <inkml:trace contextRef="#ctx0" brushRef="#br1" timeOffset="1.07278E6">2472 5478 25976,'-12'-41'470,"4"34"-481,6 45 0,4 24-1090,-4-1 1,-1 1-3653,1 1 0,1-4 3902,-1-13 1,2-7 0,5-10 0,0-21 0</inkml:trace>
  <inkml:trace contextRef="#ctx0" brushRef="#br1" timeOffset="1.07327E6">2820 5320 18840,'52'-17'959,"-1"0"1,0 0-1,1 0 1,-1 0-1,3-12 1,-4 0-1,-5 24-930,-9 32 0,-1 23 0,-4 12 0,-6 1 1,-10-9-68,-12-3 1,-10-4 0,-5 7-435,-1-2 0,-4 9 0,-4 4 1,-1-1-1,1-6 0,1-11 1,-8 10-1,-7-13 0,-15-20 1,0 1-1,0 0 0</inkml:trace>
  <inkml:trace contextRef="#ctx0" brushRef="#br1" timeOffset="1.07414E6">3869 5620 20229,'51'-13'736,"0"1"0,0-1 0,1 0 0,-3-5 0,1-3 1,-6-1-1,-11-2-50,-15-10 0,-2 7-697,33 26 0,-11 14-62,-45 2-459,6 21 1,4 20-1,2 3 1,0-13 0,8 12-1,-35 1 1,0-1 0</inkml:trace>
  <inkml:trace contextRef="#ctx0" brushRef="#br1" timeOffset="1.07528E6">4281 5240 17882,'-38'-31'2076,"0"1"0,3 2 1,12 10-2038,23 17-177,25 21 1,12 12-109,-8-5-2394,-2 14 0,5 12 0,-9-7 2640,-9 8 0,-3-6 0,-3-5 0,-8-23 0</inkml:trace>
  <inkml:trace contextRef="#ctx0" brushRef="#br1" timeOffset="1.07685E6">5481 5228 9022,'0'-4'9554,"0"1"-8774,0 3 793,-14-21-1416,7 15-84,-12-15 78,-6 26-123,12-2 0,-11 4 117,12-1-94,6-4 5,0 2 11,11-4-61,-1 0-6,3 0 432,-5 1-57,0 0-185,-12-1-156,2 1 39,-11 0 330,-39 1-258,24-1-10,-31 1 274,24-8-325,19 1 89,-15-8-89,28 7 6,-3-1-96,10 5 286,1 1-257,0 1-7,-4 4 29,1-1 263,-6 2-218,4-4-40,-1 0 135,-1-2-140,5 0 6,-1 0 10,4 1-100,0 5 34,0 3 5,0 10 22,2 26 0,0 7 6,0 12 11,-2-18 0,-1 10 1,1 2-1,-2-6-3,-1 8 1,-2-1-30,1-1 1,0 5-1,1-2 15,0-6 1,0-2 0,2-4-15,0-1 0,3-2 14,4 1 1,2 2 0,5-8-1,25 0-44,8 5-1166,-6-42 0,13-12 1,3-4-1,-8 1 1188,7-4 0,-2-1 0,8 2 0,5 0 0,-12 0 0,0-7 0</inkml:trace>
  <inkml:trace contextRef="#ctx0" brushRef="#br1" timeOffset="1.07844E6">6191 5479 8830,'-3'0'4915,"-11"-30"0,3-12-2086,19 4-2566,19-25 0,11 18-311,4 69 1,1 19 106,-4-15 0,-6 5 11,-8 26 1,-21 1 307,-31-16 0,-9-15-54,8-27 360,8-15-656,36 3-28,34 18 0,11 13 11,-17 4 0,-2 4-15,1-5 0,0 2 1,-21 3-202,-51 23 1,-21-3-2378,-1-13 2093,7-17 1,-10-2 0,13-7 0,16-12 0,19-4 0</inkml:trace>
  <inkml:trace contextRef="#ctx0" brushRef="#br1" timeOffset="1.07891E6">7135 5824 24301,'12'-18'218,"-8"58"-1226,-15 15 1008,-5 2 0,-3-3 0,0-20 0,-10 8 0</inkml:trace>
  <inkml:trace contextRef="#ctx0" brushRef="#br1" timeOffset="1.07982E6">7756 5276 12191,'17'-59'3276,"0"0"1,-3 5 0,-2 22-1585,-4 49-1527,-26 37 0,-8 9-157,18-27 1,-1 2 21,-13 21 0,-5 8 0,12-12 244,27-3-179,-15-11 1,8-8 380,55-31-191,-21-30 1,1-9-213,-5 11 0,2-1-12,10-17 1,-1 11 22,1 36-56,-11 17-9,-27 28 1,-8 8-26,-2-15 1,-2 2-697,0 5 0,0 6 0,4-6 702,9-2 0,2-4 0,-8-2 0,2-4 0,19-2 0</inkml:trace>
  <inkml:trace contextRef="#ctx0" brushRef="#br1" timeOffset="1.08007E6">8541 5700 18722,'9'9'6357,"-12"54"-7166,-9-3 0,-1 3 1,6-20-1,-1-1 1,-8 6-1,-1-1 1</inkml:trace>
  <inkml:trace contextRef="#ctx0" brushRef="#br1" timeOffset="1.08165E6">9114 5366 20011,'24'-45'697,"0"0"0,0 0 1,25 1-1,-10 26-697,-40 62 0,-9 20-3,19-18 1,-6 1 18,-30 9 1,-16 3 0,4-11 5,16-20 1,1-4 58,-14 14 0,17-9 302,60-26 1,20-12-773,-19 5 0,5-1-2069,6-4 0,9-2 1,1 0-1,-8 1 2436,2 0 1,-5 1 0,8-1 0,-10 1 0,-29 5 0</inkml:trace>
  <inkml:trace contextRef="#ctx0" brushRef="#br1" timeOffset="1.08223E6">9717 4843 18112,'33'-23'1657,"0"0"1,15-12-1389,-6 27 0,4 8-101,-11 6 1,-2 2-124,10-2 489,-11 38 1,-8 9-350,-7 6-135,-3-11 1,3 10-1,-2-2-22,-3-12 0,-2-2 0,0 0-6,1-1 1,0 1-1,-4 3-56,-7 3 1,-5 5-1,-2-1 1,-3-5-1023,-6 11 0,-8-3 679,1-13 0,-5 4 0,-1-2 0,4-7 0,2-6 1,-1-6-1,-6-4 0,-1-1 0</inkml:trace>
  <inkml:trace contextRef="#ctx0" brushRef="#br1" timeOffset="1.10026E6">1603 7094 18308,'4'-13'4117,"-1"3"-3815,-13 11-279,-27 7 5,-25 6-12,19-4 1,0 0-6,7-2 1,2-1 5,-28 5-1,32-10-32,11 1-40,10-2-6,8 1 101,1 11 28,-2 18-19,-3-1 0,-3 5-23,-4 9 0,-1 5-27,2-2 0,0 3 0,1-2 16,-3 10 0,3-1 0,3 8 0,7-1-3,8-17 1,4-5 55,12 16 11,-4-29 1,6-8-370,34-20-2647,-14-12 0,2-4 2938,-8 1 0,-2-1 0,-3-1 0,-5 2 0,-9 4 0</inkml:trace>
  <inkml:trace contextRef="#ctx0" brushRef="#br1" timeOffset="1.10905E6">2141 7417 13429,'-19'1'9830,"-14"5"-9102,-22-8-375,39-39 0,18-3-459,45 21 89,-14-22 0,-8 15-80,-22 55 1,-8 30 0,-7 15 0,-3 0-1,-2-16 167,-13 1 0,-9-5-798,3-1 1,-5 8-1,-1-7 1,5-21 727,-15-29-986,88-12 0,41-6 1,-10 10 836,-36 14 1,2 6-21,12 4 1,13 6-1,4 3 1,-8-1-1,-17-6 1,-11 5-1,5 3 1,1 1-1</inkml:trace>
  <inkml:trace contextRef="#ctx0" brushRef="#br1" timeOffset="1.11015E6">2779 7186 18817,'-40'-3'2437,"35"0"-2353,54 8-42,-8-7 0,1-4 47,14-4 713,3-9-589,-37 11 106,-9 6-157,-8 18-72,6 16 50,5 28-116,-5-19 0,3 6 1,-2-3-25,-1 0 0,-1 2-13,1 9 0,2 6 0,-4-9 13,-4-19 0,-4-1 8,-5 34 0,-6-4 4,-9-12-1,-22-6 0,-13-9-2605,5-29 1,-2-9 2027,3 9 1,1-3 0,7-8 0,11-3-1,23 3 1</inkml:trace>
  <inkml:trace contextRef="#ctx0" brushRef="#br1" timeOffset="1.11102E6">3760 7492 10578,'-52'6'2740,"1"0"1,7-1 0,17 2-1676,53 10-946,18-9 1,15-6 0,2-1-85,-1 0 0,1-2 1,1 0-28,-12 1 1,2 0-1,-2-2 1,-4-4 190,6-4 1,-5-5 0,-17-5 651,-34-42-509,7 14-118,-21 18 0,-7 3 1238,-6-2-1277,16 16-135,-4-6-72,20 21 38,42 44-41,-19-20 0,2 4-56,3 6 1,1 4 0,-7 3-3048,-15 22 0,-8 0 3128,7-17 0,-6-4 0,-19-2 0,-4-9 0,10-21 0</inkml:trace>
  <inkml:trace contextRef="#ctx0" brushRef="#br1" timeOffset="1.11229E6">5651 7191 18846,'-37'3'645,"-1"-1"1,-14 2 0,1 1-489,15 0 0,2 0 25,-13 0 0,4-1 608,-2-6-678,18 1-112,15 1 68,9 23 178,-1 29-98,-2 0 1,1 8-50,1-12 0,0 1 0,0-1-88,-1 7 0,1 0 19,1-6 0,0 3 0,1-11-30,3-9 28,-2 15 0,11-3-2521,36-26 0,9-8 1927,-19 3 1,0-2 0,20-3 0,-5-6-1,-13-14 1</inkml:trace>
  <inkml:trace contextRef="#ctx0" brushRef="#br1" timeOffset="1.11318E6">6455 7263 16460,'2'-19'5130,"-1"3"-10482,-45 22 5452,17-3 781,-5-1 1,-2 1-434,-14 0 803,-6-1-1049,21 0-129,9 2 173,-13 20-213,19 12 1,2 5-3,-6-10 0,1 1 1735,4 23 0,5-1-1665,-3-1 44,3-14 393,10-19-236,28-34 1,6-10-309,-7 11 4,15-4 0,13-4 0,-10 8 2,-7 14-22,23 12 0,-3 14 5,-39 16 0,-8 6 20,6-7 0,-6 0-54,-16 9 1,-15-14-4866,-22-40 1,-4-12 4529,-5 7 1,12-11 0,10-2 0,28 9 0</inkml:trace>
  <inkml:trace contextRef="#ctx0" brushRef="#br1" timeOffset="1.114E6">6907 7094 21047,'28'-13'268,"8"7"1,5 2-82,3 1 1,1 0-73,-2 1 1,-2 0 511,0-2 0,-9 0-352,-22 2 16,-6 1-302,-4 3 44,0 6 45,-1 26 1,1 8-51,1 12 11,1 5 0,2 5-1671,0-3 1,1-2 1636,-1-16 1,0 1-347,-1 4 0,0 5 1,-2-6 337,-2-13 0,-2-1-6,0 18 1,-4 0 14,-9-6 0,-4-5-247,-9 8-641,-7-16 0,-10-8 882,-6-17 0,-1-5 0,18 1 0,1 0 0,-7-1 0,1 0 0</inkml:trace>
  <inkml:trace contextRef="#ctx0" brushRef="#br1" timeOffset="1.12628E6">1711 8951 21539,'-50'-23'336,"10"16"1,-3 8-334,-9 9 0,-3 6 8,-7 0 0,0-1 67,10-2 1,5-2 22,-9 3-79,39-12 34,25 5 34,3 17 95,1 29-96,-8-10 1,-3 4-32,-4 11 1,-3 3-44,1-17 0,-1 1 0,-2 2 3,-2 12 1,-3 4 0,2-7-19,2-7 0,1-2-6,-8 18 1,10-8-650,23-31-5971,37-14 6626,-19-15 0,0-4 0,25-10 0,-21-3 0</inkml:trace>
  <inkml:trace contextRef="#ctx0" brushRef="#br1" timeOffset="1.12693E6">2111 9226 21999,'-22'-54'1104,"4"16"-1116,60 12 63,1 14-46,-1 10-30,-11 30 0,-4 8 19,2-2 6,-11 17 0,-11 9 34,-24-5 0,-6-4-20,13-14 0,-1-1 361,-14 16 0,0-11 291,15-31-464,17-19-208,9 2 31,19 2 1,7 10-178,7 25 1,-1 7 112,-5-19 0,-10 4-530,-24 41 1,-28-5 83,-31-47 1,-11-8-1,8 25 1,2-3-1,6-29 1,-1 1-1</inkml:trace>
  <inkml:trace contextRef="#ctx0" brushRef="#br1" timeOffset="1.12788E6">2892 9031 9789,'11'-21'4915,"22"9"0,8 0-3109,-11-3 0,2 0-1776,11 1 0,6 4 0,-8 11-2005,-13 26 1,-4 4 2019,35-9 304,-38 25 0,-8 20 0,-1-8-327,-2-20 1,0 2-513,0 6 1,2 12 0,-1 3-1,-1-2 1,-5-11 413,-4 3 1,-8-3-917,-3-1 1,-3 6 0,-4-4 0,-4-14 991,-38-11 0,20-11 0,5-3 0,7-8 0</inkml:trace>
  <inkml:trace contextRef="#ctx0" brushRef="#br1" timeOffset="1.12861E6">4004 9277 20895,'55'-4'374,"0"1"1,0 0 0,0 0 0,-1 0-1,1-1 1,11-7 0,2-1 0,-12-5-1,-27-5-41,-34-10 1,-16-4-250,0 0 0,-3 3-42,-8 4 0,11 13-98,22 17 78,50 31-36,-3-5 0,1 9-287,-15 6 1,-4 7 0,-9 1-2456,-12-7 0,-7 1 1,-3-1 2755,-1 20 0,-12-7 0,-23-20 0,1-11 0,24-16 0</inkml:trace>
  <inkml:trace contextRef="#ctx0" brushRef="#br1" timeOffset="1.12975E6">5973 8936 18201,'0'-10'2666,"0"2"-2436,0 8 16,0 1 258,-19-1-397,0 1 207,-27 1-84,6-1 22,-2 0 0,-2-1-107,-8-1-92,13 0 1,1 0 349,-10-4-313,25 2-23,-4 0-90,27 6 29,0 1 5,2 16 48,-3 16 0,-2 5 8,-3 22-39,-1-12 0,-1 6 13,1-13 0,-2 2 0,2-4-24,3-2 0,0 0-12,-7 15 1,10-1-29,23-18 1,6-8-73,-6-12 11,4 5 0,7-6-401,10-20 0,7-11 1,-9 3-1,0 4 1,20-9-1,1 1 1</inkml:trace>
  <inkml:trace contextRef="#ctx0" brushRef="#br1" timeOffset="1.13003E6">6407 9075 15844,'3'-12'8776,"5"29"-8703,-6 0 28,5 35-23,-8-1 1,-1 3-477,1-15 0,1 2-311,3 4 1,2 5-1,-1-8 1,-1 1-1,14-4 1</inkml:trace>
  <inkml:trace contextRef="#ctx0" brushRef="#br1" timeOffset="1.13064E6">6910 8947 15956,'-3'-4'6951,"23"-36"-9748,17 34 0,6 3 2803,-15-16 0,1 0 779,27 16 1,-5 6-484,-24-3 883,2 0-1185,-26 0 39,-3 17 0,5 12 39,7 13 1,5 12-1,-1-4-67,-5-12 1,1 0 1116,6 9 1,2 5 0,-5-1-1126,-5 10 0,-4-5-31,-4-22 0,-2 1-96,-3 15 1,-3 7 0,-6-8 117,-8-11 1,-4-6-68,0 6 0,-5-8 73,-12-18 0,0-10 0,11-5 0,-15-13 0</inkml:trace>
  <inkml:trace contextRef="#ctx0" brushRef="#br1" timeOffset="1.13282E6">1647 10802 12051,'-1'-9'-5757,"1"4"8753,0 6-341,-5 1-1983,2-2-554,-2-1-3803,2 1 3685,1 1 0,2-1 0,-1 2 0</inkml:trace>
  <inkml:trace contextRef="#ctx0" brushRef="#br1" timeOffset="1.13352E6">1651 10780 15704,'7'-3'2719,"-33"9"0,-15 4-2618,0-3 40,1 1 1,-8 0 0,5-4 200,8-7 0,4-1-202,-32 3-173,34-11-63,28 12 57,1 20 151,-2 29-9,-4-1 1,-4 15 0,0 3 0,2-9-82,3 2 0,0 0-14,-5-4 1,-4 8-1,5-2 1,12-12-149,23-10 0,8-11-410,14-1 65,7-22 1,13-9-1,-11-2 1,2-5-1,-2-11 1,-1 0-1</inkml:trace>
  <inkml:trace contextRef="#ctx0" brushRef="#br1" timeOffset="1.13405E6">2095 10894 23030,'3'-34'610,"-1"1"1,-5 24-572,-4 36 0,-2 24-24,0 0 0,-1 6 0,0-4-21,1-3 1,1-1 61,0 17 0,12-17 268,24-47-173,9-27 0,9-18 1,-6 5-110,-14 14 0,0-1-14,12-20 0,4-7 1,-13 28 4,-19 44-58,-8 10 0,-2 7-1297,2 25 0,2 4-1711,3-14 0,2-1 2354,-2 2 1,4-11 0,11-25-1,-11-13 1</inkml:trace>
  <inkml:trace contextRef="#ctx0" brushRef="#br1" timeOffset="1.1345E6">2948 10864 22979,'50'-18'68,"1"0"0,-1 0 1,-1 0-1,-1 0 1,-8 5-4553,7 6 4556,-11-2 1326,-36 23-1345,2 36 0,1 8 818,-1-3-888,4-4 0,3 14 1,0 4-1,-5-9-51,-4-14 1,-2-4 0,-7 3-140,-6 2 1,-6 5 0,-3 2 0,0-3 0,4-7 0,-2 15 0,-6-10-1,-12-19 1,0 0 0,0-1 0</inkml:trace>
  <inkml:trace contextRef="#ctx0" brushRef="#br1" timeOffset="1.13528E6">4321 11090 21327,'53'1'228,"1"-1"1,-1 1 0,1 0 0,5 0 0,-3-3-1,-9-10 346,-2-25 0,-5-5-484,16 17 0,-13-3 38,-41-18 1,-17 1 1081,-17 4-1159,15 21-163,41 35 104,3 14 1,6 11-1,-2 0-174,6 8 0,1 1 99,-6-9 1,1 2 0,-8-1-1531,-8 5 0,-10-4 1613,-10 3 0,5 6 0,-10-30 0</inkml:trace>
  <inkml:trace contextRef="#ctx0" brushRef="#br1" timeOffset="1.136E6">6269 10655 21523,'-48'-1'84,"-1"0"0,1 0 0,8-3 0,0 1-38,-9 7 1,-6 4 0,12-2-53,10-2-162,-2 2 353,36 27-78,1-7 204,1 21 0,0 4-93,0 6-62,0-10 1,2 8 0,-2-6-123,0-12 0,0 0 20,3 13 0,3 6 0,-1-9-4,8 11 9,12-6 0,8-7-317,-8-29 1,5-7-167,20-3 0,11-3 0,-9-2 0,-20-1 0,-1-2 0,24-7 0,0-1 0</inkml:trace>
  <inkml:trace contextRef="#ctx0" brushRef="#br1" timeOffset="1.13668E6">6817 10864 12752,'0'-4'9830,"-3"-28"-7624,1 32-2183,-7 46-93,7-15 0,3 4-788,1 9 1,1 5 0,2-4 857,4-5 0,2-4 0,7 25 0,-5-39 0</inkml:trace>
  <inkml:trace contextRef="#ctx0" brushRef="#br1" timeOffset="1.13721E6">7274 10656 22873,'37'-21'271,"-1"-1"1,15-11-261,-3 26 1,0 6 77,-2-2-72,-7-1 11,-24 3 213,-6 23-168,-3 5-17,3 9 0,3 10-38,2 6 1,3 7 0,-1-3-31,2 3 1,-1 3-888,-4-1 1,0 9 0,-1 0 0,-4-15 884,-1-15 0,-6-3-70,-11 21 0,-8 7 0,-10-12-2849,-18-20 1,-7-9 2932,4 11 0,1-4 0,3-12 0,7-8 0,17-8 0</inkml:trace>
  <inkml:trace contextRef="#ctx0" brushRef="#br1" timeOffset="1.1387E6">1544 12553 17664,'31'-17'808,"0"0"1,8 2-1,-14 9 519,-53 37-1243,25-15 143,-46 10 0,-16-6 412,0-12-149,11-4 0,3-2-339,7-5 0,18-8-184,25 24 44,5 10 25,0 9 1,-3 8 44,-8 14 0,-1 1-59,6-12 1,-1 0 61,-9 10 0,-3-3 319,-1 12-313,2-15-26,3-12 1,1-3-26,3-14 218,-2 4 360,9-21-516,0-1 39,-2 2-140,2-1 11,-1 4 11,-2 18-5,-1-6-28,-4 34 22,19-10-28,-1-1 28,14-18 1,9-6-1032,20-14 1,5-7-729,-13 4 1,1-2 1181,-1-5 1,2-3 0,-9 0-1,0-3 1,-5-2 0</inkml:trace>
  <inkml:trace contextRef="#ctx0" brushRef="#br1" timeOffset="1.13938E6">2586 12744 23819,'-59'-14'201,"0"-1"1,26 0 0,-1 4-129,-25 15 0,4 7-51,25-4-16,-9 12 16,23 28 34,5-7 0,3 10 0,0 3 6,-1 5-40,2-11 1,0-2 397,-2-6-73,4-12 325,15-36-616,10-13-44,28-22-12,2 36 0,4 6-12,-18-6 1,1 7-118,3 16 0,2 10 1,-9 0-51,-8 17-348,-30 8 0,-15 0-140,-7-25 1,-7-5 100,-4-1 1,-6-1 0,5-4 0,-19 0 0,5-14-1</inkml:trace>
  <inkml:trace contextRef="#ctx0" brushRef="#br1" timeOffset="1.13991E6">3037 12589 21920,'45'-19'1053,"-5"10"1,0 2-786,9 4-167,12 3 140,-21 23-174,-27 2-28,3 17 1,1 12-29,-2-1 0,0 4 0,-1-1-8,-2-11 1,-1-2 0,-1 5-880,-3 10 0,-1 9 0,-3-3 0,-2-12 856,-2-16 1,-5-3-361,-12 19 0,-7 7 0,-2-14-5731,-21-11 6111,11-3 0,2-5 0,0-16 0,21-9 0</inkml:trace>
  <inkml:trace contextRef="#ctx0" brushRef="#br1" timeOffset="1.14062E6">4167 12825 18526,'-7'2'2602,"51"-3"0,36-5-2545,-28-1 0,5-1 1,2-1-1,-2 1-45,-5 2 1,-2 1 0,0 0 0,1-2 134,12-3 0,5 0 0,-10-4 0,-27-6-7,-50-41-95,12 19 268,-29 5 1,-5 6-22,19 18-343,-2-3 15,47 36 1,26 21 0,-7-4-55,-2 1-1523,-6 0 0,10 12 0,-2 1 0,-14-10 1613,-12 8 0,2-5 0,-5-6 0,-15-22 0</inkml:trace>
  <inkml:trace contextRef="#ctx0" brushRef="#br1" timeOffset="1.14134E6">6428 12284 22111,'-45'-4'113,"0"1"0,0-1 0,-7 2 1,0 1-1,6 3-5633,-12 6 5531,-2 2 1454,37-3-1157,29 15 166,-1 19 0,0 14 0,0-5-410,0-9 1,1 2 184,-1 7 1,0 10 0,2 1 0,3-7-230,4-10 1,2-4 0,-1-1-13,1 18 1,6-5-375,9-19 0,8-5 0,2-12 366,1-18 0,2-12 0,-2 3 0,4 7 0,-1 0 0,3-14 0,1 0 0</inkml:trace>
  <inkml:trace contextRef="#ctx0" brushRef="#br1" timeOffset="1.14179E6">6884 12450 23467,'30'-43'106,"-1"-1"0,13 6 1,-1 16-113,-3 33-5,-5 19 0,-14 12-6,-33-1 0,-18 4 0,2 0 51,8 13 0,-4 0-25,-13-10 0,-8 1 1,12-7 34,16 11-66,18-20-1446,54-30 1,23-15 1467,-23 0 0,1-5 0,-2 1 0,-6 4 0,-1 1 0,-1-1 0,12-7 0,0 0 0</inkml:trace>
  <inkml:trace contextRef="#ctx0" brushRef="#br1" timeOffset="1.14232E6">7740 12239 21147,'44'-30'950,"-14"13"0,0 1-206,16-1-699,-6 3 34,-23 14 122,-9 34 1,-6 10-180,3-6 21,3 6 0,3 12 0,1-1-1157,0-6 0,0 0 0,1 0 1104,-2-5 1,0-1 0,-1 3-75,8 18 0,-2 4 0,-18-10-568,-26-24 1,-13-7 0,1 0-1392,1 16 1,-6-6 2042,-1-19 0,-9-6 0,-1-3 0,10-2 0,5-4 0,5-2 0,-1 0 0,-1 0 0</inkml:trace>
  <inkml:trace contextRef="#ctx0" brushRef="#br1" timeOffset="1.16191E6">1526 14854 10702,'0'-4'9158,"0"1"-8190,-31-44-173,5 36-610,-5-7 0,-3 4-44,-18 36-105,15 3 1,0 5-43,8-2 0,3 2-8,-1 1 0,5 2 3,11 2 0,9-1-85,27 25 29,8-9-20,12-17 0,5-5 50,-20-11 1,-1-2 33,16 7 1,-7 4 97,-23 24 79,-54 1-110,-1-19 1,-7-6-234,-12-7 1,0-10-2137,15-11 1,5-7 1456,-17-20 0,47-2 0,9 15 0</inkml:trace>
  <inkml:trace contextRef="#ctx0" brushRef="#br1" timeOffset="1.16337E6">2117 14876 20229,'-7'-48'1344,"1"0"0,0 2 1,0 15-1446,2 28 135,2 42-201,4 6 1,2 11 0,0-4-89,0 3 1,0 0 15,0 3 0,1 3 0,2-6-868,2-7 1,0-5-922,-1-9 1,-1-1-4269,4 25 7176,-55-59 256,21-6 583,-13-14 1,0-4 2588,0-13-2656,8-13-1725,36 3-62,26 21 1,19 3 0,-3 3 97,-3 2 1,2 2 36,4-1 0,5-1 0,-6 1 246,-3-3 1,-9 1-107,-1 1 185,12-13 734,-73 23-941,4 10-34,-21 5-28,9 24 0,3 8-51,1 2-30,9 11 0,15-5 221,63-32-123,-8 4-29,-15-26 1,-2-11 498,-15-10 1,-6-2-236,2 2 291,-6-19-615,-23 73-13,4-3 15,4 14 0,10 3-48,18-12 1,5-4 66,3 25 57,11-44 0,-1-13-23,-21-10-17,9-17 1,3-1-34,15 3 0,-3 0 8,-16 51 0,0 13 11,3 4 1,-1 2-20,-8 2 0,5-10 63,12-25 0,8-15 0,-10-13 95,-20-16 0,-13-16 0,-3-5 0,6 8-52,14 4 1,4 5-1,-8-4 65,-20-27 1,-11-3 0,6 42-600,17 71 0,5 40 1,-3-10-246,-8 0 684,10-20 0,10 12 0,3 4 0,0-8 0,-6-17 0,5-9 0,5 3 0,0 0 0</inkml:trace>
  <inkml:trace contextRef="#ctx0" brushRef="#br1" timeOffset="1.16368E6">3287 15004 17535,'50'-22'-112,"1"0"0,-1 0 0,0 0 0,5-4 0,-2 1 0,-14 9 0,-14 10 0</inkml:trace>
  <inkml:trace contextRef="#ctx0" brushRef="#br1" timeOffset="1.16386E6">4064 14814 16840,'54'-9'1369,"-1"0"0,-29 4 0,32-4 0,-1 0 0</inkml:trace>
  <inkml:trace contextRef="#ctx0" brushRef="#br1" timeOffset="1.16413E6">4234 14997 9134,'-6'4'9830,"-37"31"-5501,49-32-4329,27-4 0,19-5 0,-5-2 0,9-8 0,-1 1 0,0 0 0,0 0 0</inkml:trace>
  <inkml:trace contextRef="#ctx0" brushRef="#br1" timeOffset="1.16446E6">5045 14576 26038,'-20'-62'750,"14"91"-717,9 2 1,3 8-17,-1 11 0,0 8 0,1 0-19,2 1 0,0 1 0,-1-6-211,-1-1 0,1-3 213,1 13 0,2-20 0,-7-42 0,-1-1 0</inkml:trace>
  <inkml:trace contextRef="#ctx0" brushRef="#br1" timeOffset="1.16626E6">8683 3002 19423,'-48'-8'1276,"48"48"1,17 14-988,10-3 0,13-7-1644,8-12 0,10-6 0,-8-16 1436,-15-23 1,-1-14 9,3-7 0,6-11 0,-1-4 0,-5 3 410,-6 1 0,-3 1 1,2 0-2397,1 3 1,4-2-1,-2 2 1,-3 5 1894,-1-4 0,-3 7 0,21-8 0,-46 50 0</inkml:trace>
  <inkml:trace contextRef="#ctx0" brushRef="#br1" timeOffset="1.19797E6">18292 1126 10987,'10'-42'3276,"0"1"1,-1 1 0,-1 9-1759,-6 20-1810,0 8 450,0 31-69,-2 22 1,0 11-25,-1-19 1,-1 1-1,-2 10-23,0-6 0,-2 8 0,-2 5 0,0 4 0,-1 3 0,0-1 0,0-2 0,1-3-7,1 0 0,-1-2 0,1 0 1,-1-1-1,1 1 0,-1 0 1,-1 2-553,0-1 1,-1 2 0,0 2 0,0 0 0,0-1 0,0-2 0,1-3 0,0-3 523,1 5 1,0-5 0,1-2 0,0-1 0,0 0-197,-1 12 1,1 0 0,-1-4 0,3-10 210,0-13 1,1 2 52,0 8 0,0 13 0,-1 4 0,1-1 0,0-9 63,0-5 0,1-6 0,-1 2-110,2 9 0,0 1 0,-2 1 52,-4 9 0,-2 1 1,2-12-75,-2 5 29,5-13 0,-2 12 0,1 0 0,1-12-24,2 8 750,-1 2 1,-1 12 0,0-7-748,1-12 0,-1-1-67,0-3 1,-1 3 0,1-3-97,-1 4 1,0-3-1518,-1-2 0,1-5 1666,6 0 0,-4-10 0,8-8 0</inkml:trace>
  <inkml:trace contextRef="#ctx0" brushRef="#br1" timeOffset="1.19952E6">20884 1259 9078,'0'-6'8647,"1"1"-7493,4-32 0,3-9 784,0 10-1798,-1-10 0,0 6 157,-2 29 246,-4 49-397,-2-7 0,-1 6-34,-1 15 0,0 9 0,-1-3-62,0 3 0,-1 3 13,-1-7 0,-1 6 0,0 5 0,-1 2-557,1-12 1,0 3 0,0 3-1,0-1 1,0-3 0,0-4 501,0 1 0,0-6 1,1 1-1,-1 6 24,0-1 0,0 7 0,0 4 0,-1 2 0,2-4 0,0-6 0,2-10 60,0 16 1,1-4-56,0-12 0,-2 7 0,0 3 0,0-2 0,1-7-15,0 0 0,2-5 1,-2 3-1,-3 13 1,-1 4-1,1-3-4,2-10 1,1-2 0,0-2-8,-1 6 1,0 1 12,1 0 1,1 4-1,-3-4 43,-8 8 0,-1-4-56,5-8 1,0 1-1,-7 13 0,2-8 0,8-22 28,-1 8 1,1 2-12,-3-2-6,-3 7 1,-1 0-12,1-8 1721,1 2 1,1 2-1722,5-12 0,0-2 3,1-1 0,-2 2 39,-6 17 0,1-4-58,3-16-785,-10 26 790,11-44 0,5-5 0,-4-1 0</inkml:trace>
  <inkml:trace contextRef="#ctx0" brushRef="#br1" timeOffset="1.20678E6">23084 1289 7554,'0'-3'5276,"0"1"-2969,0 2-1141,-51 30-578,1-8-323,10-5 0,-7 2 0,2-3-10,-6-3 0,2-2-90,-4 0 0,2-3 56,14-8 1,4-2 30,-1-7-50,8-3 117,16 2-213,5 6-122,-2 3 88,-14 17-44,-8 10 17,-8 24 53,17-15 0,1 4 47,-4 11 1,2 3-34,-2 7 0,2 1-23,1-1 1,3-2-23,4-5 1,6-4 58,7-10 0,7-5 59,30 18-524,-3-33 0,7-6-4577,18-4 1,1-5 3764,-17-1 1,-2-2-1,2-2 1,-9 0 0,-23 0-1</inkml:trace>
  <inkml:trace contextRef="#ctx0" brushRef="#br1" timeOffset="1.20843E6">28036 1638 15188,'-43'-22'3828,"-8"10"-3389,47 14 2633,14 29-2798,38-18 1,10-3-58,-23 6 0,-2 2 56,20-1 0,-9-2 7,-31-5-119,-18 25 1,-13 16-1,5-5-170,9-12 1,0 3 29,-1 11 0,-1 13 0,-2 6 0,-4-4 0,-7-12-21,-14-8 0,-8-9 0,3 2-3277,7 14 0,3 2 0,-5-13 1310,-30-17 1,4-22 0,15-32 0,43 28 0</inkml:trace>
  <inkml:trace contextRef="#ctx0" brushRef="#br1" timeOffset="1.21332E6">19177 4255 15535,'1'-3'6985,"11"-60"-6128,-7 39-303,6-39-391,-9 54 122,-6 26-100,-11 29-121,2-7 1,0 5-23,-2 11 0,-1 4-27,5-16 0,0 1 0,1-2 13,-1 11 0,1-3 53,0 1 0,2-4 149,-4 10 0,2-7-202,5-24-56,2-11-3944,4-22 3124,2-2 0,0-1 0,-1 3 0</inkml:trace>
  <inkml:trace contextRef="#ctx0" brushRef="#br1" timeOffset="1.21492E6">23486 1726 9778,'2'-17'9830,"-22"39"-8974,2-6-582,-8 22 1,-1 4-152,2 0 294,-6 9 1,3-1-238,14-17-94,-5 2 1,9-8 1767,26-26-1311,10-59-434,-6 5 0,-1-5-36,-1 1 0,-1 2-87,-6 4 0,-2 22 14,-3 56 0,-2 18-6,-3-10 1,0 3 206,0 14 1,-1 7 0,1-13 39,-1-10-107,3-15-4363,-24 6 0,-6-6 4229,7-18 0,-7 31 0,4 2 0,14-23 0</inkml:trace>
  <inkml:trace contextRef="#ctx0" brushRef="#br1" timeOffset="1.24901E6">12876 8005 14813,'-1'-4'6906,"-3"-44"-6834,6 49 203,2 6-247,-1 29 1,1 15-38,2 6 0,2 1 68,4-2 0,2-5 149,3 9 760,22-55-671,-7-56-171,-7 11 0,1-3-84,-5 5 0,0 0-23,5-4 1,1 3-92,20-2-690,4 11-2296,-3 29 3058,-10 28 0,-20-8 0,-5 1 0</inkml:trace>
  <inkml:trace contextRef="#ctx0" brushRef="#br1" timeOffset="1.24997E6">13564 8158 20935,'43'-6'1865,"9"-19"-1747,-29 9 69,-3-10 1,-4-5 260,-7-30-227,-6 29 0,-3-1 25,-7-2 1,-6 4 28,-24 5-287,0 21 18,-10 46-6,32-10 0,4 4-3,-2 8 0,3 3-36,9 7 0,9 0-34,11-7 0,3-4 67,-7-8 1,3-4 2,12-2 1,1-12 91,-4-24-58,0-13 0,-2-5-3,7-19-12,-7 1 1,-1 0 17,8-3-34,-10 18 0,2 3-22,16-2 22,2 26 5,-11 14-19,-8 16 0,-2 6-8,6 15 24,-6-11 1,2-1 11,0-11 0,0-4-2,6 4 59,-3-45 0,6-25 1,1-8-1,-8 7-10,-6-4 1,-3-4-10,6 0 0,4-9 0,-1 0 0,-11 7 315,-11-10 0,-11 18-143,-8 30-202,-4 7-883,17 35 1,10 30 0,5 14 0,2 1 0,-2-14 860,1-9 0,0-7 0,1 5 0,1 15 0,1 9 0,0-4 0,-1-16 0,12-3 0</inkml:trace>
  <inkml:trace contextRef="#ctx0" brushRef="#br1" timeOffset="1.25077E6">14458 8049 9817,'59'-25'1966,"1"-1"0,-1 1 0,0-1 0,-2 7 0,-4 13-245,1 19 0,3 12 1,-21 4-1728,-36 26 362,50-56 0,2-23-107,-43-11 0,-9-5-160,1-5 1,-6 17-152,-15 58 1,-6 26-212,2-3 0,0 8 1,15-2 272,22-8 0,12-2 0,-1-6 0,-10-3 0,4-9 0,18-20 0,0 0 0</inkml:trace>
  <inkml:trace contextRef="#ctx0" brushRef="#br1" timeOffset="1.25179E6">15935 7758 22565,'-33'24'49,"0"1"0,-10 15 0,-4 8 0,4-3-1839,4 3 1,1-1 845,-1-2 1,-2 2 0,8-10-1,5-7 1,16-22 0</inkml:trace>
  <inkml:trace contextRef="#ctx0" brushRef="#br1" timeOffset="1.25204E6">15581 7706 13306,'0'-3'8362,"0"1"-7767,7 12-439,11 21 1,7 16 0,-2-6-157,11 9-133,-10-13 0,7 10 0,3-1 0,1-7-291,4-10 0,1-6 0,-2 0 0,2 9 0,0-2 0,6-4 0,0 0 0</inkml:trace>
  <inkml:trace contextRef="#ctx0" brushRef="#br1" timeOffset="1.25237E6">16490 7603 16717,'-6'0'5865,"-29"0"-5798,33-1-67,48-1 0,20 1 0,-25 0 0,5 0 0,1 0 0,0 0 0</inkml:trace>
  <inkml:trace contextRef="#ctx0" brushRef="#br1" timeOffset="1.25267E6">16503 7949 23763,'-21'18'305,"55"-18"1,19-7-306,-16 2 0,2-3-12,8-1 1,5-1 0,-6 0-171,-10 2 0,-3 0 182,0 1 0,-1 0 0,11-3 0,-10 3 0</inkml:trace>
  <inkml:trace contextRef="#ctx0" brushRef="#br1" timeOffset="1.25354E6">18038 7480 15664,'0'-6'3929,"-1"-30"1,-1-5-3650,2 18-152,-1-23 1,2 15 207,3 51-2210,-1 25 1,-2 8 1906,0-21 1,0 4 64,-2 10 1,-1 10-1,-1 0 1,0-9-80,1-10 1,-1 0 23,-2 16 0,-1 9 1,1-10-4960,4-16 1,0-5 4357,-3 30 0,4-38 1,1-23-1</inkml:trace>
  <inkml:trace contextRef="#ctx0" brushRef="#br1" timeOffset="1.27441E6">6439 4317 15188,'0'-5'4420,"0"2"-3816,-10-26 1,-4-6 61,1 8-520,-1-9 0,2 2 246,6 15-84,6 12 230,0 1 168,-3 6-533,-3-2 102,-9-12-208,4 1 28,-2-17-17,11 7-27,0 2-169,2 9 51,0 14 78,4 19 34,6 35-51,-2-2 1,0 8 10,-1-6 1,0 5 0,-1-3-1,-1-11 1,0-2-1,0 1-9,1 7 1,-1 1-1,1-7 4,3 11 17,-4-22 0,-2-2 106,-5-1-84,-8-9-28,-37-23 6,-4-6-14,17 2 0,0-1 19,-1-3 1,2-3 10,-25-20 6,15 3-22,6-20 0,24 21 0,1-5-6,8 15-56,2 6 6,1 7 17,8 18 10,10 15 35,15 18-18,7 0-8,-9-24 1,3-3 21,-2-9 1,2-4-3,3-1 0,3-9 11,0-12 0,3-8 0,-5 2-34,19-12 8,-21 6 0,5-6 0,-8 5 42,4-3 24,6-8-12,-17 13-1048,-14 14-6093,-4 3 7085,-3 5 0,-2 3 0,0 0 0</inkml:trace>
  <inkml:trace contextRef="#ctx0" brushRef="#br1" timeOffset="1.30636E6">18384 5040 16342,'-5'-61'1280,"28"18"0,21 1-1216,-2 16 0,12 2 1,8 0-1,5 0 1,-1 1-1,-5-1-46,-6 2 1,-2 1 0,1-1 0,-1 1 0,2-1-1,1-1-9,-1 1 1,3-1 0,1 0-1,0 0 1,-2 0 0,-3 2 0,-4 2-44,7-4 0,-1 2 1,-8 3-1,-13 4 34,-5-1 0,-8 0 0,-22 15 0</inkml:trace>
  <inkml:trace contextRef="#ctx0" brushRef="#br1" timeOffset="1.30777E6">18910 3359 18504,'7'-51'646,"0"0"0,20-5 0,7 10-584,10 18-48,6 10 0,0 6-31,-14 16-2168,-1 16 1,-5 5 2156,-12 7 516,-6 6 1,-10 3-184,-21-11 0,-6-3 48,-3 19 700,-19-13-857,67-47-179,0 5-6,25 0 1,6 3-7,7 12 1643,8 8 1,-10 15-1557,-51 19 1,-9 4-77,14-16 1,-6-1-196,-35 16 0,-12-11 179,1-32 0,10-4 0,25-9 0</inkml:trace>
  <inkml:trace contextRef="#ctx0" brushRef="#br1" timeOffset="1.31027E6">24095 1886 9083,'0'-6'8133,"0"1"-7526,5-24 1,3-7 14,4 0-474,8-9 1,5 1-82,21 14-84,8 8-59,-16 36 1,-3 10 58,-6 5 70,-10 22 1,-11 3 7,-20-6 177,-18 4 0,-2-7 1252,13-30-1434,-14 10-39,71-47-34,3 20 0,3 5-11,19 2 33,-28 20 1,1 13 0,-13-3 50,-20 19-12,-9 5 1,-15-5-949,-23-33 0,-7-10 904,16 1 0,1-4 0,-4-4 0,9-5 0,21-6 0</inkml:trace>
  <inkml:trace contextRef="#ctx0" brushRef="#br1" timeOffset="1.31928E6">19351 2317 8433,'0'-4'4391,"8"-30"1,3-8-3396,-2 15-662,3-13 0,-1 4 237,-5 26-67,-8 16-67,-19 22-180,-12 22-193,14-17 1,2 2-1,1 4 1,3 2 7,5 1 1,3 0 45,5 22 100,9-7 264,9-38-117,21-24-147,17-24-137,-22 5 0,0-1 11,2-2 1,-2 1-9,-5 3 0,-3 2 73,8-7-168,-17 15 56,-11 19 39,-2 25 72,-1 28-97,-5-18 0,-1 2-23,-3 4 1,-1 1-18,-3-4 1,-1-1-143,2-4 0,-1-3-4482,-4 19 4605,7-20 0,4-17 0,3-11 0</inkml:trace>
  <inkml:trace contextRef="#ctx0" brushRef="#br1" timeOffset="1.3238E6">25267 1809 10046,'1'-6'7142,"0"2"-6605,9-56-234,-12 53 49,-2-31-105,-16 66 0,-6 21-144,-1-4 1,0 1-12,-3 9 1,5 1 181,7-4 1,11-5 380,24 4 28,27-21-274,2-43 0,5-13-98,-6-2 0,-1-3-171,6-7 0,-2 0 67,-13 7 0,-6 4-134,-3 4-78,-11 14 122,-16 48-109,-2-8 1,-1 4-1,-1 12 1,-3 4-133,1-6 1,-1 2 0,-1-1-3311,-6 13 1,0-2 2754,1-3 1,2-5 0,-7 7 0,12-40-1</inkml:trace>
  <inkml:trace contextRef="#ctx0" brushRef="#br1" timeOffset="1.32655E6">19365 1475 6585,'-24'-16'9830,"21"-4"-8201,-2-20-1489,24 8 224,21-11-285,2 17-158,3 2 51,2 22 68,-10 41 62,-47 11 1,-19 16 0,5-4 40,14-3 0,1 0-89,-12 1 0,-4 2 0,22-18-71,32-28 1,17-14 16,1-7 0,11-9 0,4-3 0,0-1 0,-10 4 0,-4 1 0,-5 1 0,3 0 0,9-3 0,-1 1 0,1 0 0,0-1 0</inkml:trace>
  <inkml:trace contextRef="#ctx0" brushRef="#br1" timeOffset="1.32844E6">26192 1956 9475,'-1'-4'7965,"1"1"-6985,16-33 0,8-9-828,-3 15-119,13-22 1,6 9-146,18 47 67,-8 14 51,-7 30-4,-40 1 1,-14 5 19,-7-6 1,-7 1 12,-2-2 1,-4 3-1,1-6-4,-4-2 0,-1-5 176,-10 3 0,11-8 79,30-20-140,40-12-456,13-8 0,13-5 0,-1 1 310,-6 1 0,0-1 0,-1 1 0,4 0 0,0 0 0,-7 2 0,-13 1 0,0 1 0</inkml:trace>
  <inkml:trace contextRef="#ctx0" brushRef="#br1" timeOffset="1.34682E6">17486 3431 6803,'-10'-3'9175,"-48"-23"-9309,45 21-79,-31-11 448,100 32-201,-23-5-1,8-4 1,14-1-1,-2-4-13,-7-6 1,-1-4 0,1 0 7,1 5 0,1 0 0,0-3 498,4-8 1,0-3-1,-14-2-263,-15-8 34,-17-20-79,-31 26 1,-9 4 56,-13-11 181,10 8 1,4 3-1039,19 13 582,-4-1 0,62 43 0,-10-9 14,-1 2 1,7 8 0,-6-5 13,6 15-39,-2 0 0,-13 5 11,-49-4 0,-10-5 0,17 4 0,-15-14 0,1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4:09:58.2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1386 3151 22134,'-4'-49'716,"0"0"1,1 0 0,-1-1 0,1-3 0,0 3 0,0 8-756,-5-5 45,14 67 27,0 16 1,-1 9-8,-3-3 0,0 4 0,-2 1-141,-1 6 0,-1 1 0,-2-1 141,-2-5 0,-2-1 1,-1-5 238,-2 7 1,-4-16 25,-9-32-260,13-32 0,6-17-24,-1 0 1,1-5-1,1-3-172,1 8 0,-1-2 0,2-1 1,-1 1 177,1-14 0,-1 1 0,5 3-30,0 9 0,4 2 1,5 6-62,15-3 0,11 11 55,22 17 1,9 13 18,-13 9 0,2 6 1,-2 5-42,0 5 0,-1 6 0,-8 6 24,-10 3 1,-6 5 0,-11 2 42,-18 22 1,-20-1-1,-5-24 0,-9-4 1,-3-4 12,-2-5 1,-3-4-1,0-6 12,-11-4 1,3-11-3,-10-24 647,39-17-753,39 6 87,41 20-40,-8 19 0,5 8-3,-14-1 0,2 3 0,-2 5-24,-3 2 0,-1 5 0,-8 3 187,-2 16 0,-17 3-194,-28 0 0,-16-5-352,-18-6 0,-9-10-1799,-1-12 0,1-9 2199,14-6 0,6-6 0,-5-12 0,37 6 0</inkml:trace>
  <inkml:trace contextRef="#ctx0" brushRef="#br0" timeOffset="1633">2252 2859 20974,'-3'4'4016,"1"-2"-3949,27 23-45,9 23-16,-12-13 0,-2 4-4,-3 12 1,-8 0 28,-11-9 0,-6-3 106,-4-3 1,-6-9 198,-31-16-17,5-47-244,25 4 1,6-4-59,6-2 0,9 1-45,13 1 0,11 4-107,17 6 1,10 7-328,-9 7 1,3 4 0,2 2-1711,6 2 1,2 2 0,-2 1-1761,11 2 0,-6 2 2546,-9 2 0,-9 1 10073,-17 2-1904,-32-8-4756,-16-6-1348,-6-3-467,8 4-206,11 14-17,22 19 16,32-1-22,-13-12 1,4-4 21,13-8 1,2-9 69,-5-8 1,-2-6-6,-8 1 0,-5-4 19,-7-9 1,-11-3 101,-38-18-46,-26 15-123,16 27 1,-2 11-23,-8 19 0,4 9-28,12-1 0,6 5-39,2 17 0,16 2-597,32-4 0,16-5-14,4-5 1,9-6 139,-10-15 0,6-2 0,1-3 1,-2-5 432,4-5 1,-2-6-1,1-2 192,2-1 1,1-2 0,-6-4 318,-1-8 1,-8-7 424,-9-6 1,-13-3 288,-22-18-599,-37 5-437,5 39 0,-5 10-59,-3 11 1,2 8-24,3 8 1,6 6-42,10 4 0,10 3 190,23 26-128,33-29 55,20-41-45,-32-10 1,-3-7 50,-4-6 0,-4-4 31,-4 3 0,-3 1 126,1-13-252,-7 20-1,-11 31-55,2 27-274,9 15-1407,14-9 1,10-2-247,12-10 0,7-6 1338,-11-5 1,2-2-1,2-5 742,10-10 0,2-6 0,-2-5 1244,7-6 1,-3-7-405,-17 2 0,-2-2 0,-5-3 23,0-10 0,-10-1 178,-11-27-719,-49 23-327,0 34 1,-6 10-57,-9 12 0,1 10-39,-2 11 0,5 7-34,11 2 1,13 3 19,20-5 0,13-3-3,19-11 0,11-11 45,12-15 0,4-13 34,2-11 0,-3-12-138,-22-1 1,-3-6 0,-4-4 126,0-7 0,-4-5 1,-3-2 47,-3-2 1,-4-2 0,-3 1 97,-3 4 0,-3-1 0,-3 5 63,-3-10 1,-4 9-124,-14-2-123,5 68-3,10 24 0,4 13-40,0-3 0,0 5 1,2 3-1249,2-6 0,1 2 0,1 1 0,0-2 1291,1 12 0,1-1 0,0-4 0,3 3 0,0-8 0,2 2 0</inkml:trace>
  <inkml:trace contextRef="#ctx0" brushRef="#br0" timeOffset="2615">5075 2671 22918,'-16'-51'1137,"-1"-1"0,3 8 0,4 18-1115,11 69-22,5 7 0,1 10-92,-3-5 1,0 5 0,-1 2-698,0-8 1,0 2-1,-1-1 1,-1-2 437,-2 4 0,-3-3 0,-2-3-41,-8 19 0,-9-20 925,-25-44-326,21-25 0,4-12 143,3-15 0,7-7-65,6-4 1,9-1-219,6 5 1,9 3-54,11 6 0,9 7-28,14 6 0,7 6-5,-16 9 0,2 2 1,-1 0 701,20-5 0,-4-3-591,-15-4 1,-9-4 332,2-22 349,-30-12-237,-12 25-436,-1 14-129,0 49 47,2 27 1,0 11-18,0-20 0,-1 2 0,0 1-119,-1 18 1,-1 4 0,0-4 119,-1 1 0,1-6 95,-3-8 0,8-14 182,16-28-221,3-30 0,3-16-29,8-8 1,3-3 8,4-4 1,2 3-38,-5 11 1,1 9 163,-1 14 0,1 12-194,-3 17 0,-3 11-401,-2 15 1,-4 9 428,-4 15 0,-4 1 0,-6-24 0,-3-2 0,-4-3 0,0 0 0</inkml:trace>
  <inkml:trace contextRef="#ctx0" brushRef="#br0" timeOffset="3316">7085 3175 20543,'-6'-57'1459,"0"0"0,-1 0 0,-1-11 0,-2 9-1392,-8 4-27,19 93-29,5 6 0,2 11-219,-3-3 1,1 7 0,-1 4 0,-2-3-661,0-6 0,-2 0 0,0-1 0,-1 2-655,0 5 1,0 1 0,-1-1 0,-2-7-3394,-4 19 1,-4-23 3949,2-42 1498,3-32 0,1-21 1925,0 0 1,-1-8-1,-1-4 1,-1 2-1634,-1 2 1,-2-1 0,0 1-1,-1-2-357,-3-6 1,0-1 0,0 0 0,-1 0-114,-1 3 0,0 1 1,1 0-1,4 5-424,4 0 0,5 4 0,4 0 38,2 0 0,5 0 0,12 9-147,20 8 0,13 9 0,0 11-499,-5 12 0,0 9 0,1 6-2438,5 5 0,0 6 1,-8 5 2696,0 18 0,-12 2 0,-19-16 0,-6-6 1,-7-12-1</inkml:trace>
  <inkml:trace contextRef="#ctx0" brushRef="#br0" timeOffset="3515">6996 3272 24928,'28'-49'-265,"1"0"1,-1 0 0,7 4 0,4 3 0,5 8-855,10 12 1,7 9 0,-1 3 475,-1-1 1,-1 2 0,-5 2 0,-3 1 0,-6 1 0,15 1 0</inkml:trace>
  <inkml:trace contextRef="#ctx0" brushRef="#br0" timeOffset="3700">7760 2832 25461,'-13'28'17,"5"17"-1903,10-5 1,4 3 1885,1-7 0,2-4 0,8 10 0,-4-26 0</inkml:trace>
  <inkml:trace contextRef="#ctx0" brushRef="#br0" timeOffset="3899">7804 2577 22979,'40'10'0,"-7"-2"0</inkml:trace>
  <inkml:trace contextRef="#ctx0" brushRef="#br0" timeOffset="4550">8138 2779 24967,'32'-16'28,"0"1"0,31 15-36,-31 34 0,-8 14 33,-11-5 0,-11-2 70,-16-6 0,-8-6 112,-5-8 1,-3-10 274,-24-26-359,34-18-98,27 2 1,13-2-26,10 5 0,7 3-40,12-3 1,6 2 16,-14 11 1,1 1 0,0 1 5,19-4 0,-3 2 34,-8 1 0,-6-1 50,11-14 73,-35 0 79,-24 1-1,-10 9-168,-2 9-55,3 14 5,8 17 0,13 24 5,3-11 1,3 2-6,8 5 0,3 1 0,0 0 0,0 0 3,-3-6 0,-8-1-15,-26 20-201,-16-35 1,-8-8-3219,-12-9 1,-2-8 2785,11 2 0,3-3 1,-17-15-1,46 12 1</inkml:trace>
  <inkml:trace contextRef="#ctx0" brushRef="#br0" timeOffset="4949">9181 2956 26704,'18'-57'191,"0"1"1,-7 10 0,-2-1 0,-2-1-153,-3-4 0,-2 0 1,-3 1 57,-1 1 0,-1 1 0,-2 3 43,-1-9 0,-2 8-134,-10 0-18,2 58 4,10 18 0,4 12-2,1 1 1,1 6 0,0 2-269,2 10 1,0 4-1,1 0-95,0-14 1,0 1 0,0-1 0,2 0-1688,1 12 1,1-1 0,1-6 1522,4 4 1,0-8 0,-5-15 0,1-8 0,5-13 0</inkml:trace>
  <inkml:trace contextRef="#ctx0" brushRef="#br0" timeOffset="5133">9090 2804 18532,'-3'0'5724,"0"-1"-5660,28-17 1,20-7-488,-2 11 0,5 1 423,1-6 0,4-2 0,-5 4 0,-1 6 0,-5 3 0,19-2 0</inkml:trace>
  <inkml:trace contextRef="#ctx0" brushRef="#br0" timeOffset="5700">10637 2528 19910,'2'-6'4744,"-1"2"-4344,-32-26 1,-16-1-194,-9 21-173,-6-14 0,3 10-15,30 34 1,9 9-37,8 32 17,36-17 0,16 1-6,6-10 1,9-1-1,-2 0-7,-13-5 0,-2 1 0,-1 1 16,8 4 1,-2 1 0,-22-3 24,-33-1 0,-17-5 19,-25-2 1,-12-10-33,18-9 0,-1-4 0,-1-5-266,-6-9 1,0-6 0,11-6-2937,15-10 0,8-5 2508,4 1 1,9 2 0,35-12-1,-9 36 1</inkml:trace>
  <inkml:trace contextRef="#ctx0" brushRef="#br0" timeOffset="6767">11064 2630 21058,'0'3'4262,"0"-1"-4149,-35 49 77,54-23-55,-17 31 35,35-49 1,9-14 5,-14-6 1,-2-6-74,2-3 1,-7-5 16,-14-11 1,-10-4 2,-18-17-28,-23 7-83,-9 35-32,16 27 0,4 10-14,8 7 1,6 6-65,1 17 0,11 4-224,20 2 0,15-1-120,0-19 1,8-3 0,5-4 329,7-3 0,5-6 0,1-5 41,2-5 0,2-6 0,-2-6 86,-6-5 0,-1-6 0,-4-6 67,-8-6 0,-3-5 0,-6-1 38,3-9 1,-8-4 128,-8-5 1,-13 1 282,-32-11-434,0 33 0,-5 8-82,-7 11 1,-3 10-6,0 11 1,4 8-26,4 8 0,9 5 216,9 3 1,12 0-225,15-8 0,11-6 50,10-10 0,5-11-9,7-11 1,-1-11 38,-5-8 1,-6-7 5,-8-5 1,-7-2 24,-5 3 1,-7 1 95,-7-15-179,-11 30-6,-11 41-11,3 30 2,13-13 1,8 2-29,12 2 1,10-2 25,10-6 0,6-7 30,4-8 1,3-9 2,-2-11 1,-3-9 10,11-31-14,-37 7 1,-7-4 11,-3-5 0,-4-1 5,-1 0 1,1 1 2,1 6 0,4 4-56,13-7 17,11 26-5,10 31 2,-16 3 0,-2 5-8,2 10 0,-2 3-51,-2 5 1,-1 0-572,-3-1 0,2-3 633,5-7 0,1-5 0,-3 5 0,13-18 0</inkml:trace>
  <inkml:trace contextRef="#ctx0" brushRef="#br0" timeOffset="7415">13104 2622 25993,'-56'9'77,"-1"-1"0,1 1 1,8 3-1,2 4 0,11 9-144,7 31 0,21 7-603,25-4 1,19-6-616,1-22 1,9-6-1,3-7-584,6-4 0,4-9 1,0-6 1444,-2-7 0,0-8 0,-6-7 1152,-7-10 0,-4-7 1,-6-5 663,-5-8 1,-6-5 0,-5-2-380,-4-2 1,-4-2 0,-2 2-420,-2 3 0,-1 1 0,-2 3-110,-1-6 1,-2 6 9,-2-4-506,-1 60 15,0 27 0,2 18-13,-1-3 1,1 4 0,0 3-153,1 13 1,0 3-1,1-1 164,-1-3 0,0 0 0,0-4 16,1-10 1,0-3 0,0-6 222,3 17-129,11-75 88,0-11 0,3-6-181,12-11 1,5 0-20,4 4 0,5 6 11,1 8 0,2 12-6,-4 14 1,-2 13 187,-7 14 1,-6 10-1911,-5 15 0,-6 6 1717,-6-1 0,-5-2 0,-2-12 0,-3-4 0,-1 4 0</inkml:trace>
  <inkml:trace contextRef="#ctx0" brushRef="#br0" timeOffset="8215">2045 3916 18733,'-50'2'45,"0"0"1,0 0 0,1 0 0,-12-1 0,2 1 0,27 6 430,32 8 320,58-2-479,-8-8 0,10-2 0,5 0-771,-15-2 0,2 0 0,3 0 0,1-1 0,3 1 490,-7-1 1,3 0 0,2 1 0,0-1 0,2 0 0,1 0 0,1-1-267,-1 1 0,2-1 1,1 0-1,1 0 1,1-1-1,0 1 0,1-1 1,2 0 249,-8 0 0,2-1 0,0 0 0,0 0 0,2 0 1,0 0-1,1 0 0,0-1 0,1 1 0,0-1-153,-6 1 0,2 0 1,0-1-1,0 1 0,1-1 1,0 1-1,1-1 1,0 1-1,0-1 0,1 0 1,0 0-1,0 1 145,-5-1 0,1 0 1,0 1-1,0-1 1,0 0-1,1 0 1,0 1-1,1-1 1,-1 0-1,1 0 0,0 1 1,0-1-1,0 0 1,0 1-71,-1-1 0,0 1 1,0-1-1,0 1 1,1-1-1,-1 1 1,1 0-1,0-1 1,0 1-1,0 0 0,1-1 1,-1 1-1,0 0 1,1 0-1,-1 0 85,1 0 0,1 0 0,0 0 1,-1 0-1,1 0 0,0 0 1,0 0-1,0 0 0,0 1 1,0-1-1,0 0 0,0 0 0,0 0 1,0 0-1,0 0-28,0 1 0,0-1 0,0 0 0,-1 0 0,1 0 0,0 0 0,0 0 0,0 0 0,0 0 0,0 0 0,0 0 0,-1 0 0,1 0 0,0 0 0,-1 0 21,1 0 1,-1 0 0,0 0 0,0-1 0,0 1 0,0 0 0,0 0 0,0 0 0,0 0 0,0-1 0,0 1 0,0 0 0,-1-1-1,1 1 1,-1 0 0,0-1 0,-1 1 1,0-1-1,0 1 0,0-1 1,-1 1-1,1-1 0,0 0 1,-1 1-1,1-1 0,0 0 1,-1 0-1,1 1 0,1-1 1,-1 0-1,2 0 0,0-1 0,1 1 1,0 0-1,0 0 0,0-1 0,1 1 1,-1-1-1,-1 1 0,1-1 1,-2 1-1,0-1 0,0 1 0,-2 0 1,-1 0 14,4-1 1,-1 1 0,-2 0-1,0-1 1,-1 1 0,0 0-1,-1 0 1,0-1 0,0 1 0,1 0-1,0 0 1,1 0-29,3 0 0,1-1 1,1 1-1,1-1 1,-1 1-1,1 0 1,-1-1-1,-2 1 0,-2 0 1,-1 1-1,-4-1 1,-2 1-7,16 0 1,-5 0 0,-4 0 0,-1 1 0,-1 0 0,2 1-993,1 1 1,3 0-1,0 2 1,-3-1-1,-6 1 1,-8 0 1016,18 4 1,-12 1 0,-8 1 0,-15 2 0,-27-6 0</inkml:trace>
  <inkml:trace contextRef="#ctx0" brushRef="#br0" timeOffset="11148">11078 5455 21853,'-18'-52'1507,"0"0"0,5 10 0,1 11-1552,4 26 73,10 62-98,1 4 0,1 8-326,-1-21 0,1 0 0,2 3-2062,3-2 0,1 3 1,1-1-1,-1-6 2223,5 12 1,0-8 0,1-6 0,-3-11 0,-7-22 0</inkml:trace>
  <inkml:trace contextRef="#ctx0" brushRef="#br0" timeOffset="11849">11398 4972 16801,'-39'-40'1333,"0"-1"0,0 1 0,-16 9 0,-5 7 1,-1 16-1194,16 15 0,-1 12 0,0 5 0,0 2-610,2-1 1,-2 1 0,1 4 0,1 3-1,2 5 484,1 5 0,1 6 0,1 4 0,2 2 0,4 1 0,4-2-248,2 4 1,4 0 0,4 0 0,3 2 0,3 0 200,-1 4 1,1 1-1,5 1 1,7-2-1,11-4-160,15-5 1,10-1-1,9-4 1,4-4-1,0-5-71,0-8 1,3-6 0,3-3 0,1-3-1,1-1 146,-5-3 1,2 0-1,1-1 1,1-4-1,-1-4 1,0-4 186,1-7 0,1-3 0,1-5 0,-2-3 0,-3-3 0,-4-3 98,7-8 1,-5-5 0,-3-4 0,-3-3 1,2-3 0,-1-2 1,-5-5-1,-10-3-41,-9-6 0,-8-6 1,-8 0-1,-5 3 114,-7-2 1,-9 2 0,-4 1-207,3 12 1,-1 0-1,-5 2 1,-5 5-65,-8 6 0,-8 4 0,-1 5 0,1 3-190,-2 1 1,0 4 0,0 6 217,-3 4 0,-1 5 0,7 2 0,-20 3 0,41 23 0</inkml:trace>
  <inkml:trace contextRef="#ctx0" brushRef="#br0" timeOffset="12349">11860 5612 12533,'-8'1'4509,"-30"3"0,-5 2-3321,17-2-953,-15 2 0,14-2 280,89-6-472,-11-4 0,9-1 0,5-1-557,-10 1 1,4 1 0,3-1 0,1 0 0,1-1 516,-3 0 1,1 0 0,2-1 0,0 0 0,0-1 0,-1 1 2,-3 1 1,1-1-1,0 0 1,-1 1-1,-1-1 1,-3 0 60,13-2 0,-3 0 0,-3 0 0,-5 1 37,-5 1 1,-5 0 0,-8 0 152,9-4-789,-61 10-4564,-21 8 5096,-3 0 0,10 1 0,19-3 0</inkml:trace>
  <inkml:trace contextRef="#ctx0" brushRef="#br0" timeOffset="12633">13170 5297 22235,'-34'-28'974,"-1"1"1,0 0-1,-11-6 1,11 5-975,23 10-11,30 31 39,14 3 0,8 2-25,0 1 1,4 2 0,2 0-251,-2-2 1,2 1 0,2 0 0,-3 1 107,14 7 1,-2 2 0,-6 2-419,-13-1 1,-4 2 0,-12 2-32,-15 14 0,-13-3 0,-19 11 0,-23-17 0</inkml:trace>
  <inkml:trace contextRef="#ctx0" brushRef="#br0" timeOffset="13616">14251 5483 19400,'-14'-43'1142,"0"1"1,0-1 0,11-16 0,16 7-1121,27 19 0,12 11-17,-9 10 1,4 6 0,-2 6 27,21 12 1,-8 14 30,-18 11 1,-15 9-29,-28 9 1,-17 2-6,-1-18 1,-5-2 0,-2-1-13,-17 11 1,2-5-6,9-8 0,7-3 70,14 10 0,61-19-126,5-19 0,10-6-7,-5-3 1,5-3 0,1-2-389,-7-2 0,2-1 0,1-3 1,-1-1 285,-9 1 1,1-1 0,-1-2 0,0-1 0,-3-2 60,9-5 1,-2-3-1,-3-2 1,-5-2-31,5-9 1,-5-3 0,-13-4 59,-15 3 0,-10-2 0,-12 2 60,-16 1 0,-12 2 0,-9 6 8,0 8 1,-8 4-1,-4 4 1,-3 3-253,2 4 0,-4 3 1,-2 2-1,-2 4 1,0 2 313,4 3 0,-2 3 0,0 2 0,-1 2 0,0 2 0,0 3-18,6 1 0,-2 3 0,0 2 0,1 1 0,0 2 0,3 1 0,2 0-38,-10 5 1,3 0-1,3 2 1,2 3 0,4 4 9,3 3 1,0 5 0,4 2-1,8 1 1,13 0-189,12 17 1,17 1-1,14-2 173,6-18 0,10-1 0,7-2 0,3-2 0,0-3-28,1-2 0,1-2 0,2-4 0,3-1 0,4-2-58,-5-6 0,4 0 0,2-2 1,2-1-1,-1-3 0,0-1 1,-3-3 80,-1-2 1,-1-2 0,-2-2-1,1-3 1,-1 0 0,0-3 18,1 0 0,0-1 1,1-3-1,-2-1 0,-1-2 1,-3-3-44,3-5 1,-2-1 0,-1-4 0,-4-3 0,-3-2 76,3-9 0,-3-5 1,-6-2-1,-8-4 220,-7-1 0,-6-4 0,-7-1 0,-9 3-275,-9 4 1,-9 2 0,-6 1 0,-3 3-61,-5-1 1,-4 3 0,-5 3 0,-4 5-1910,-2 10 1,-5 4 0,-3 3 0,1 3 0,6 1 1949,-6-2 0,4 3 0,1 2 0,-2 2 0,1 2 0,12 2 0,15 3 0</inkml:trace>
  <inkml:trace contextRef="#ctx0" brushRef="#br0" timeOffset="14316">16220 5467 18548,'-46'2'1190,"0"-1"1,1 1-1,-11 0 1,24-3-1051,93-10-111,-15 5 1,9 0 0,1 0-395,-8 0 1,2-1 0,2 1 0,3-1 382,0 0 0,3-1 0,2 1 0,-2-1 0,-2-1 21,-2 0 0,-3 0 0,0 0 1,-2-2 64,16-1 1,-2-2-1,-10-6 308,-9-14 1,-21-5-371,-35 4 0,-16-1 70,-10-5 0,-10 5 90,2 13 0,-5 3 0,3 4-85,4 1 1,3 3 17,1 2 1,16 5-119,71 17-26,-1 3 1,8 3-4,0 1 1,5 1 0,0 3-122,-13-4 0,0 1 0,-1 1 0,-3 2-19,7 6 1,-4 1 0,-7 2-505,-2 9 1,-16 1-4261,-31 4 1,-12-5 3268,-12 2 1,-11-3 0,43-37 0</inkml:trace>
  <inkml:trace contextRef="#ctx0" brushRef="#br0" timeOffset="14883">17891 5144 24671,'15'-55'89,"1"1"1,-6 9-1,9 10-95,32 24 1,10 15-6,-9 8 0,-1 8-34,5 6 0,-5 8-53,-6 5 0,-11 6 98,-17 2 0,-15 0 73,-21-5 0,-14-5 114,-11-5 1,-6-8 187,1-8 1,0-6 212,-15-11-515,53-16-73,36 5 0,16 4-9,1 2 1,5 3 10,2 5 0,5 4 0,-1 3-34,-8 3 0,-2 2 0,-2 4-58,16 12 1,-12 7-32,-27 3 1,-16 1-118,-26-2 0,-17-5-141,3-12 0,-5-5 0,-1-5-581,-3-4 0,-1-6 1,2-4 393,-9-11 1,6-4 0,15 4-1,7-3 1,8-14 0</inkml:trace>
  <inkml:trace contextRef="#ctx0" brushRef="#br0" timeOffset="15302">18489 4575 17955,'-54'-6'591,"-1"0"1,1 0 0,-1 0 0,1 0 0,-3 7 0,0 1 0,-1 4 0,2 3 0,3 6-532,3 6 1,2 5-1,2 4 1,2 3-1,2 2-471,1 3 1,1 3-1,3 3 1,4 2 0,5 2 432,5-1 0,3 3 1,5 2-1,5 0 1,6-1-49,7 1 0,6 1 0,6-1 0,4-1 1,5-3-67,8 2 0,8-2 0,4-2 0,4-3 1,2-2-166,-3-7 1,3-1-1,3-3 1,2-2-1,1-2 1,0-2 252,3-3 0,2-1 1,1-3-1,1-3 0,-1-2 1,1-3 43,-2-3 0,2-2 0,0-3 0,-1-3 0,-2-3 0,-1-3 39,4-6 1,0-4 0,-3-5-1,-3-3 1,-4-5 6,-7-3 0,-1-4 1,-4-4-1,-6-2 0,-7-3 3,-3-13 1,-9-4 0,-9-3 0,-10 3-45,-8 11 1,-7 0 0,-7 0 0,-4 2 0,-5 4-234,-6 0 0,-6 2 1,-5 3-1,-3 4 1,-1 3-68,6 7 0,-4 3 0,0 3 0,-2 2 1,0 1-1,1 3 126,-8 0 0,-1 3 0,0 3 0,3 1 1,5 1-1,-9 0 0,5 2 0,5 3 0,0 6 1,1-1-1</inkml:trace>
  <inkml:trace contextRef="#ctx0" brushRef="#br0" timeOffset="16320">18474 6392 18649,'11'-47'2106,"-1"0"0,4 73 0,-1 20-2078,-9-1 0,-5 12-753,0-14 0,0 10 0,-1 8 0,0 4 0,-1 1 0,0-2 0,0-5 0,0-7 684,0 4 1,-1-6-1,0-2 1,-1 6 18,0 4 1,-1 7-1,-1 2 1,0 0-1,0-6 1,-1-8 475,-1-2 1,-1-6 0,-2-6-455,-1 3 0,-6-17 11,-24-48 0,-3-23-6,20 16 1,1-5 284,-2-15 1,-1-8-1,-2 5-219,0 15 0,-2 4 0,3 5-26,-13-18-76,1 10 0,6 14-126,24 28 227,21 33 0,12 11 14,6 2 1640,-2 5 0,12-2-1657,8-30 0,10-7 1,-4-4-46,-6-1 1,2-4-20,8 1 1,6-2 0,0-6-200,-4-10 0,0-7 0,-4 1 196,2 0 0,-1-1 0,-9 4 0,1 0 0,-8 1 0,-2-2 0</inkml:trace>
  <inkml:trace contextRef="#ctx0" brushRef="#br0" timeOffset="17334">18046 8417 20520,'13'-63'1632,"0"-1"0,0 6 0,-6 24-1666,-13 47 101,-6 26 1,-1 12-57,-4 9 0,1 4-11,4-16 0,1 0 0,3-1 14,0 15 0,10-10 132,43-7-89,-4-47 1,9-14 0,-3-3-24,4 0 0,-1-6 139,-8-1 1,3-6-1,-2 0 1,-9 6-51,6-10-117,2-6-1,-64 80 12,3-1 0,-2 6-17,2 2 0,-1 6 0,2 0-25,1-4 1,2 1 0,4 1-161,2 5 0,3 1 1,13-7-875,25-3 0,12-11-39,2-11 0,8-13 206,0-15 0,4-12 0,-2-8 679,-14-1 0,-3-8 0,-2-2 0,-1-1 31,8-10 0,-3-2 0,-4-5 350,-10 5 0,-3-4 1,-5-2-1,-8 1 140,-9 3 0,-7-1 0,-4 1 0,-3 2-40,-2-11 1,-5 2 0,-8 3-48,-4 11 1,-6 0-1,-5 5 1,-4 8-33,-8 10 0,-6 9 0,-3 6 0,2 2-136,0 1 0,1 3 0,-1 4 1,-2 7-232,11 2 0,-3 3 0,-1 3 0,2 4 0,1 3 1,5 4 206,3 4 1,3 5 0,2 3 0,2 3 0,2 0 0,2 1-39,1 1 1,1 1-1,2 1 1,3 1 0,2 1-1,4 1-23,-2 9 1,4 2 0,4 0 0,6 0 0,10-2-120,10-2 1,9 2 0,7-3 0,4-4 0,1-6-24,5-4 0,3-6 1,4-4-1,5-3 102,3-3 0,7-1 1,2-4-1,2-6 1,-2-8 112,-3-10 0,0-8 1,1-5-1,-2-3 1,-2-1 76,-3 2 1,-2-1 0,0-3 0,-3-3 0,-2-6 25,3-7 1,-2-7-1,-2-4 1,-5-2 0,-8-1-197,-10 1 0,-5-2 0,-5-2 0,-4 1 0,-2 1 129,0-7 0,-5 1 0,-5 2 0,-7 0-37,-5 7 1,-7-1-1,-4 1 1,-4 4-1,-3 7-256,-15 1 1,-7 7-1,-3 6 1,1 1-787,4 1 1,-1 3 0,0 3 0,0 3 698,-2 4 1,-1 5-1,2 1 1,9 2 0,-3 2-1,9 3 1,-11 14-1</inkml:trace>
  <inkml:trace contextRef="#ctx0" brushRef="#br0" timeOffset="18383">17481 9451 21769,'-22'2'944,"-22"16"0,-12 13-869,9-2 1,-5 6 0,-4 3-1,-1-1-489,13-9 1,-2 0-1,-1 0 1,0 1 0,-1-1-1,1 0 457,-9 5 1,-1 0 0,0-1 0,1 0 0,1-1-31,4-1 0,0-1 1,1 0-1,1-1 1,1-1-42,-5 2 1,1 0 0,2-2 0,2-1-1193,-6 4 1,2-1 0,4-3 1219,-7 4 0,7-5 0,-5 4 0,40-21 0</inkml:trace>
  <inkml:trace contextRef="#ctx0" brushRef="#br0" timeOffset="19233">15935 10363 17356,'0'-6'4687,"0"2"-4320,-40-7 1,-21 4-195,11 9 1,-4 2-138,8-5 1,-5 0-1,-1 0 1,3 3-17,-3 5 1,3 3-1,1 1-34,-11 2 0,5 2 11,20-5 1,6 4 97,0 18 112,21 12-28,6 20-126,2-27 1,1 1 2,0-1 0,1-2-23,5 21 382,0-23 840,1-21-779,7-34-325,8-22-135,-2 13 1,4-1-20,8 1 1,4 5 4,6 6 1,3 10-17,6 13 0,0 11-22,-5 9 0,-8 11-32,-11 12 1,-15 6-191,-24 10 1,-19 1-400,-3-19 0,-8-2 0,-5-4-482,-9-3 0,-5-4 0,0-6 684,5-8 0,0-5 1,4-2-1,-2-2 1,8-6-1,-5-19 0</inkml:trace>
  <inkml:trace contextRef="#ctx0" brushRef="#br0" timeOffset="19650">15500 9987 16073,'-35'-10'1876,"1"1"0,-19 14 1,-6 8-1634,12-4 1,-6 1 0,-1 3 0,1 6-710,6 3 0,-1 5 0,0 3 0,1 2 0,1 3 544,-2 4 1,1 3-1,1 3 1,2 1-1,4 3-62,1 2 1,3 2 0,2 2 0,4 1 0,5 1-86,4 0 1,3 2-1,4 1 1,6-1-1,8-2 46,10 7 1,9-1 0,8-3 0,9-6-21,2-12 0,7-4 1,5-4-1,3-4 1,2-5-102,-2-6 0,3-4 0,2-3 0,2-4 0,0-3 0,0-3 181,3-3 0,3-4 1,-1-3-1,1-4 1,-2-4-1,-1-2 53,-10-2 0,0-3 1,-1-3-1,-1-2 1,-2-1-1,-2-2 1,-4 0-16,7-8 0,-3-2 0,-3-2 0,-5-3 0,-3-3-15,-7 3 1,-2-4 0,-2-2 0,-5-1-1,-6 0 1,-7 3-185,-9-4 0,-10 0 0,-5 0 0,-4 3 0,-1 1 139,-4-6 1,-4 1-1,-5 4 1,-7 4-97,-4 8 0,-7 3 1,-3 3-1,-3 5 1,1 6 80,4 8 0,-3 6 0,0 3 0,2 2 0,3-1 0,-12-4 0,4 2 0,3 3 0,11 8 0,0-1 0,0 1 0</inkml:trace>
  <inkml:trace contextRef="#ctx0" brushRef="#br0" timeOffset="21235">14930 6365 11480,'0'-53'1638,"0"0"0,0 0 1,0 0-1,-1-1 0,0 2 1,1 7-1082,1-2 1,1 22-508,1 31 146,1 41-123,-2 9 0,1 11-61,-1-21 1,0 4 0,0 1-1,-1 1-316,1 0 0,-1 0 0,0 2 0,1 3 314,-1 4 0,1 3 0,0 2 0,0 0 0,0-3-232,1-7 0,-1-3 0,1 1 1,-1-1-1,1 2 233,1 5 0,-1 0 0,1 2 1,0-1-1,1 1 49,1 0 1,0 1-1,1-1 1,0 1-1,1 1-9,-1-9 0,1 1 1,1 0-1,-1 0 1,1 0-1,0-1-21,1 8 0,0-2 1,0 0-1,0 1 1,1 1-2,-1-6 1,1 2 0,-1 0 0,1 0 0,-1-1 0,-1-2-201,0 2 0,-1-1 0,-1-1 1,0-1-1,0-1 193,1 6 1,-1-2-1,-1 0 1,-1 0-64,-2 0 0,-2 0 1,0-1-1,-2-5 35,-2-2 1,0-4 0,-2-2 19,-1 9 0,-2-4 348,-1-8 0,-4-6-222,-26 2 1377,-3-10-1408,0-19 0,-1-4-103,2-3 659,4-5 0,1-4-648,-6-3 153,1-1 1,-3-2-93,8-2 1,0-2 2,-1-3 1,4-2-26,2-11-112,23 12-185,9 16 286,12 20 36,14 23 0,4 6-59,4 3-5,-9-9 0,4 6 0,-2-5 33,-6-9 1,5-3 122,13-5 1,14-1 0,1-2 0,-8-2-113,0 3 1,0-5-18,1-7 1,8-1 0,0-6 0,-6-7 95,-3-12 0,-5-9 0,-2-2-224,-4 3 0,-2-2 0,0-1 134,8-5 1,0-1-1,-14-1-1331,-21-5 0,-12 4-562,-6 7 1843,-49 23 0,46 16 0,-9 6 0</inkml:trace>
  <inkml:trace contextRef="#ctx0" brushRef="#br0" timeOffset="23766">19235 5743 21999,'55'31'131,"0"0"1,-6 1 0,2 4 0,5 5-122,-10-6 0,4 4 0,2 1 0,1 2 0,-1-1-608,-6-4 1,1 1 0,0 0-1,1 0 1,0 0 0,0-1 603,2 1 1,0 0-1,1 0 1,0-1-1,0 0 1,1-2 3,0 0 0,0-1 0,1-1 1,0 0-1,0-2 0,0 0-13,-1-2 0,0-1 1,0 0-1,0-1 0,-1-1 1,-2 0 23,3 0 0,-1 0 0,-1-1 1,-2 0-1,-5 0-2745,9 7 0,-4 0 0,-9-1 2724,-4-2 0,-13-2 0,-21 3 0,-10-23 0</inkml:trace>
  <inkml:trace contextRef="#ctx0" brushRef="#br0" timeOffset="24416">21940 7647 13889,'10'-45'2415,"0"0"1,0 0-1,-2-13 1,-14 19-2173,-24 42 1,-9 18-168,2 6 1,-2 9-1,1 4-472,4-1 1,0 5 0,1 2 0,2 1 396,-1 3 0,2 3 1,3 0-1,2 0 4,5-3 1,1 1 0,5 0 0,6-3 159,7 5 1,6-1 0,9-7-141,21 6 1,11-12 194,6-18 1,2-15-81,-3-15 0,-6-13-28,-13-10 0,-13-7-70,-19-3 0,-14 1 394,-18 5 0,-10 9-419,-10 10 0,-4 11-28,-3 12 0,3 13-99,9 6 1,8 8-532,13 4 0,15 2-2880,21-6 1,12-3 3520,8-8 0,4-6 0,26 1 0,-17-17 0</inkml:trace>
  <inkml:trace contextRef="#ctx0" brushRef="#br0" timeOffset="24833">22366 7300 15720,'-43'-39'1062,"-1"-1"1,1 1 0,0 0-1,-2 7 1,-1 1 0,-2 7 0,-2 9-923,-1 13 0,-2 8 0,0 8 0,1 5-736,5 3 1,0 5-1,1 5 1,1 4-1,2 2 607,2 2 0,2 3 1,1 3-1,1 2 0,2 2 1,3 1-23,0 3 1,1 2 0,2 2-1,3 0 1,3 2 0,4-1-38,5-2 0,2 2 1,3 1-1,4-1 1,5-2-1,5-2-54,7 4 0,6-1 0,5-2 0,5-4 0,6-7 131,5-6 0,7-4 0,4-5 1,3-6-1,0-5 0,4-5 0,3-6 0,2-5 0,0-6 1,-2-5 18,0-5 0,0-5 0,-2-5 0,-1-5 0,-4-4-15,-1-5 1,-3-6 0,-3-3 0,-3-4-1,-4 0 7,-3-1 1,-3-3-1,-4-2 1,-4 0-1,-6-1 8,-5 3 0,-5-2 0,-3 0 1,-7 2-1,-5 1-5,-9-6 0,-8 1 0,-8 3 1,-4 6-156,-8 5 0,-7 5 0,-4 5 0,-2 4-906,8 9 1,-3 3 0,-1 3 0,0 2 0,3 2 699,-16-3 0,2 4 0,5 3 0,-7 3 0,12 4 1,21 3-1</inkml:trace>
  <inkml:trace contextRef="#ctx0" brushRef="#br0" timeOffset="25566">18541 9704 15659,'0'-48'3442,"0"0"0,1-15-3090,8 104-111,-1-3 0,2 8 0,0 4-164,-2-2 0,-1 3 0,0 3 0,1 2-457,-1 1 0,1 3 0,0 2 0,-1 0 1,0 1 432,-1-10 0,-2 1 0,1 1 0,-1-1 1,0 1-1,0 0-33,0 2 1,0 0-1,0 0 1,-1 1-1,1-2 1,0-1-15,0 3 1,0 0 0,0-2 0,1 0 0,0 1-1884,1 0 1,0 2-1,1-1 1,0-3 0,-1-6 1540,1 2 0,-1-6 0,1-1 0,3 21 0,0-14 1,-5-33-1</inkml:trace>
  <inkml:trace contextRef="#ctx0" brushRef="#br0" timeOffset="26001">18335 12247 18464,'19'-38'1285,"0"1"0,14 7 0,7 0-921,-2-4 0,5-1 0,3 7-172,1 10 0,3 8 0,-1 9-47,3 13 1,0 10 0,-3 5-98,-8 1 1,-3 3 0,-3 7-220,-7 2 1,-1 7 0,-4 2-1,-3 0 81,-2 10 1,-4 2-1,-3 0-424,0 3 1,-3 1 0,-3-2-2764,-4-8 0,-2-1 0,0-5 3052,0 1 0,-1-7 0,-1 2 0,3-41 0</inkml:trace>
  <inkml:trace contextRef="#ctx0" brushRef="#br0" timeOffset="26621">18561 12774 16314,'-6'-6'5489,"1"2"-4929,-16-29 0,10-12-386,50 9 0,7-2-160,-42-12 0,6 2-122,28 23 0,21 5 1,10 4-1,0 3 1,-9 0-194,0 2 0,-4 2 1,5-4-101,-10-3 1,5-4-1,3-3 1,-1 0 0,-4 1-1,-7 3 377,5 1 0,-7 3 0,-7-11 150,-5-18 0,-3-12 0,-11-4 0,-17 8 261,-25 14 1,-17 4 0,-6 2 0,8-4-323,11-14 0,6-3 1,-16 8-54,-3 22 0,-11 2 0,-7 3 0,-5 4 0,-1 5 1,1 5-1,5 6 98,-3 11 0,2 11 0,0 6 0,1 3 0,0-3 0,-1-5-252,3-11 1,-1-5 0,0-2-1,0 2 1,2 6 0,2 11 157,9 7 0,-2 9 0,0 7 0,1 5 0,2 1 1,4 1-1,4-3 0,5-6 0,8-6-18,0 5 0,10-6 1,9 10-11,5-3 0,4 11 0,4 6 0,4 4 0,5-1 0,5-4 0,5-8 0,7-12 25,8-12 0,10-10 1,6-7-1,6-5 1,1-3-1,1 1 0,-3 3 1,-4 5-180,0 9 1,-2 5 0,-2 2 0,0-1 0,2-3 0,3-5 0,3-9 207,-9-8 0,5-4 0,4-2 1,2-3-1,1-3 0,0-3 0,-2-3 1,-4-3-1,-4-3 0,-5-3 1,-8-3-18,-1-12 1,-7-7-1,-7-6 1,-4-2 0,0-1-1,0 2 1,3 4-13,9 3 0,4 2 0,1 2 0,-5-1 0,-8-3 0,-14-4-9,-14-8 1,-10-6 0,-9-4 0,-8-1 0,-7 4 0,-4 7 0,-4 9-1186,-8 12 0,-9 9 1,-7 6-1,-3 4 1,-2 2-1,3-2 1,5-3 1180,2-5 0,2-1 0,1-1 0,0 1 0,0 3 0,-1 3 0,-6 4 0,-5 2 0,-1 2 0,5 3 0,9 1 0,16 4 0,-2 3 0</inkml:trace>
  <inkml:trace contextRef="#ctx0" brushRef="#br0" timeOffset="27710">21283 9266 9296,'29'-55'1228,"1"-1"1,-1 1 0,1 0 0,0-1-1,2-5 1,2-1 0,-5 6 0,-9 11 1683,-7-3-2660,-32 66 1,-9 15-178,2 0 1,-2 5-501,-4 8 1,-3 7 0,-3 5 463,9-13 0,-1 3 1,0 2-1,-2 2 0,-1 3-209,6-10 1,-1 2 0,-1 2 0,0 1 0,-1 1 0,0 2 0,0-1 0,1 1 218,-1 0 0,1 2 0,-1 1 0,1 0 0,-1 1 0,1 0 1,-1-1-1,2-1 0,-1-1-331,0 1 0,0-1 0,0 0 0,0 0 0,1-2 0,0 0 0,1 0 0,2-1 298,-3 7 1,1-2 0,1 0 0,1-1 0,0 1 0,-2 0 27,2-4 0,-1 1 0,0 0 0,0 0 0,0-2 0,2-2 0,1-4-150,-2 5 1,2-5 0,0-1 0,-3 6 135,2-4 0,-3 6 1,-2 3-1,-1 0 1,2-2-1,2-4 1,4-9 75,-11 19 1,5-10-88,-1 6 1,9-24-9851,18-45 8716,9-5 0,12-36 0,-15 48 1</inkml:trace>
  <inkml:trace contextRef="#ctx0" brushRef="#br0" timeOffset="29102">19641 11582 14488,'-3'-5'9186,"1"2"-8548,-16-52-296,-4 78-129,-13-12-146,25 36 0,15 16-9,7-18 0,7 2 0,4-5-39,13 11 1,8-8-138,-3-13 0,6-4 1,0-7 117,12-9 0,-3-6 0,-17 0 0,-4-2 0,17-13 0</inkml:trace>
  <inkml:trace contextRef="#ctx0" brushRef="#br0" timeOffset="29821">21470 6789 17955,'-43'-34'2991,"1"0"0,12 11-2930,-4-3 1,9 11 53,42 40 0,14 19-76,-9 3 0,0 6 0,-4 2-82,-1-1 0,-3 1 1,-8 2-1357,-10-3 0,-7 2 0,-4-1 0,-2-6 1399,-13 10 0,-6-8 0,-6-5 0,1-9 0,12-17 0</inkml:trace>
  <inkml:trace contextRef="#ctx0" brushRef="#br1" timeOffset="40069">6148 5978 13325,'59'-7'238,"0"1"0,1-1 1,-1 0-1,0 1 1,1-1-1,-1 0 0,-1 1 1,2 0-1,3 0 1,1-1-1,1 1 0,0 0 1,-1 0-1,0 0 1,-3 0-1,-2 1-1009,9-1 1,-5 0 0,-1 1 0,0 0 0,1 0-1,3-1 1,5 1 773,-16 0 1,2 0 0,1 1 0,3-1 0,1 0 0,1-1 0,1 1 0,1 0 0,0 0 0,1-1 0,-1 1 0,1 0 0,-2-1-60,-1 1 1,1 0 0,1-1 0,-1 1 0,2-1 0,-1 1 0,0-1 0,1 1 0,-1-1 0,1 1 0,-1-1 0,1 1 0,-1-1 0,-1 1 71,0 0 0,-2 0 1,0 0-1,0 0 1,0 0-1,0 0 1,0 0-1,0 0 0,1 0 1,0 0-1,0 0 1,2 0-1,0-1 1,2 1-7,-8 1 0,0-1 0,2 0 0,0 0 1,1 1-1,0-1 0,1 0 0,0 0 1,0 0-1,0 0 0,1 0 0,0 1 0,-1-1 1,1 0-1,-1 0 0,1 1 0,-1-1 1,-1 0 25,1 1 0,-1-1 1,1 1-1,-1 0 1,0-1-1,1 1 1,-1 0-1,0 0 0,1-1 1,-1 1-1,1 0 1,-1 0-1,1 0 1,0-1-1,0 1 1,0 0-1,1 0 0,-1 0-75,0 0 0,0-1 0,0 1 0,-1 0 0,2 0 1,-1 0-1,0 0 0,0-1 0,1 1 0,0 0 1,-1 0-1,1 0 0,1 0 0,-1 0 0,1 0 0,-1-1 1,1 1-1,1 0 0,-1 0 45,-2 1 0,1-1 0,-1 0 0,2 0 0,-1 0 0,1 0 1,0 1-1,0-1 0,0 0 0,0 0 0,1 1 0,-1-1 1,1 0-1,-1 1 0,0-1 0,0 0 0,-1 1 0,1-1 0,-1 0 1,0 1-1,-1-1-3,3 1 0,1-1 0,-1 0 0,0 1 0,-1-1 0,1 0 0,-1 1 0,1-1 0,-1 1 0,0-1 0,-1 1 0,1-1 0,0 1 0,-1-1 0,1 1 0,-1-1 0,1 1 1,-1-1-1,1 1-7,-2 0 0,0-1 1,0 1-1,1-1 1,-1 1-1,0 0 1,0-1-1,1 1 1,-1 0-1,-1-1 1,1 1-1,-1 0 1,1-1-1,-2 1 0,1 0 1,-1 0-1,-1-1 1,0 1-1,0 0-25,4 0 1,-1-1 0,-1 1-1,1-1 1,-2 1 0,0 0-1,0-1 1,0 1 0,-1 0 0,0 0-1,1-1 1,-1 1 0,1 0-1,-1-1 1,1 1 0,0 0-587,2 0 1,0-1-1,2 1 1,0 0 0,0-1-1,1 1 1,0-1-1,-1 1 1,-1 0 0,-1-1-1,-1 1 1,-1 0 0,-2 0-1,-3 0 1,-1 0-1,-4 1 544,16-2 1,-5 1 0,-3-1 0,-3 1 0,-1 0-1,0 0 1,0 0 0,1 1 0,10-2 0,5 1 0,1 0-1,-3 0 1,-7 0 0,-10 1 0,-16 0 0,3 1 0</inkml:trace>
  <inkml:trace contextRef="#ctx0" brushRef="#br1" timeOffset="40950">6392 9613 13989,'60'-18'-5,"0"0"0,0 1 1,0-1-1,1-1 1,-3 1-1,11 1 87,-18 7 0,9 0 0,4 0 0,4 0 0,0 1 0,-1 0 0,-3 0 0,-7 1-932,5-1 0,-7 1 0,-2 0 0,4 0 1,7-1 974,-10 1 1,5 0-1,4-1 1,2-1-1,3 1 1,0-1-1,-1 1 1,-1-1-1,-2 1 1,-4 0-188,7-1 0,-4 0 0,-3 1 0,0 0 0,2-1 0,3 0 0,6-1 114,-18 3 0,2-1 1,2 1-1,2-2 1,2 1-1,1-1 1,1 1-1,1-1 0,0 0 1,0 0-1,0 0 1,0 1-1,-2-1 1,0 1-85,-1 0 1,-1 0 0,-1 0-1,0 0 1,-1 0 0,1 0 0,0 0-1,1 0 1,0 0 0,2 0 0,1 0-1,1-1 1,2 1 0,2-1 44,-11 1 0,2 1 0,2-1 1,1 0-1,1 0 0,2-1 0,1 1 1,0-1-1,1 1 0,1-1 0,0 0 1,-1 0-1,1 1 0,0-1 0,-1 0 1,-1 1-1,-1 0 0,0 0 0,-2 0 1,-1 0-1,-1 0 0,-2 1-83,9-2 1,-1 1 0,-3 0 0,-1 0 0,-1 0-1,-1 1 1,0 0 0,-1-1 0,1 1 0,0 0 0,1-1-1,1 1 1,2-1 0,1 0 0,3 0 84,-10 1 0,1 0 0,2-1 1,1 1-1,1-1 0,2 1 1,0-1-1,0 0 0,1 0 1,1 1-1,-1-1 0,1 0 1,-1 0-1,1 0 0,-1 1 1,-1-1-1,-1 1 0,0 0 1,-2 0-1,0 0 0,-2 1 1,-2-1-14,7 0 1,-2 1 0,-2-1-1,-2 1 1,0 0 0,-2 1-1,0-1 1,0 1 0,0-1 0,1 1-1,0-1 1,2 0 0,1 1-1,2-1 1,2 0 0,2 0 15,-13 1 1,2 0 0,2 0-1,1 0 1,1 0 0,2-1-1,1 1 1,0-1 0,1 1-1,1-1 1,1 1 0,0-1-1,0 1 1,0-1 0,-1 1-1,1-1 1,0 1 0,-2 0-1,0-1 1,0 1 0,-2 0-1,-1 0 1,0 0 0,-3 0-1,-1 1 1,-1-1 0,-2 1-25,15-2 0,-2 0 1,-2 1-1,-3 0 1,-2 0-1,0 0 1,-2 0-1,0 0 1,1 1-1,0-1 1,1 0-1,1 0 1,3 0-1,2 0 1,2 0 14,-11 1 0,2 0 0,1-1 0,2 1 0,2 0 0,0-1 0,2 1 0,0-1 1,1 1-1,1-1 0,0 1 0,0-1 0,0 0 0,-1 1 0,1-1 0,-2 1 1,0 0-1,-1-1 0,-2 1 0,0 0 0,-3 0 0,-1 0 0,-2 0 0,-2 0-1,12-1 0,-3 0 1,-2 1-1,-2 0 1,-3 0-1,0 0 1,-1 0-1,0-1 1,0 1-1,1 0 1,0 0-1,3-1 0,1 0 1,2 0-77,-4 0 0,1 0 0,1-1 0,2 1 0,1-1 1,1 1-1,0-1 0,1 0 0,1-1 0,-1 1 1,0 0-1,0 0 0,-1 0 0,0 0 0,-2 0 1,0 0-1,-2 0 0,-1 1 0,-2-1-262,9 0 1,0-1 0,-2 1 0,0 0 0,-2 0 0,0 0 0,-2 0 0,0 0 0,-1 0 0,0-1-1,-1 1 1,-1 0 0,1-1 329,9-1 0,2 0 0,1-1 0,-1 0 0,-1 0 0,-3 1 0,-4 0 0,-6 0 0,-6 1 0,-8 1 0,26-5 0,-17 2 0,7 0 0</inkml:trace>
  <inkml:trace contextRef="#ctx0" brushRef="#br1" timeOffset="41795">5449 13141 8816,'65'-6'92,"-1"0"0,1 0 0,0 0 0,0 0 0,-1 0 0,1 0 0,0 0 0,-1 0 0,1 1 0,0-1 0,0 0 0,-1 0 0,1 0 1,0 0-1,-1 0 0,1 0 0,0 0 0,0 0 0,-1 0 0,1 1 0,0-1 0,-1 0 0,1 0 0,0 0 0,0 0 0,-1 0 1,1 0-1,0 0 0,-1 0 0,1 0 0,0 1 0,0-1 0,-1 0 0,1 0 0,0 0 0,-1 0 0,1 0 0,0 0 0,0 0 0,-1 0 1,1 0-1,0 1 0,-1-1 0,1 0 0,0 0 0,0 0 0,-1 0 0,1 0 0,0 0 0,-1 0 0,1 0 0,0 0 0,0 1 1,-1-1-1,1 0 0,0 0 0,-1 0 0,1 0 0,0 0 0,0 0 0,-1 0 0,1 0 0,0 0 0,-1 1 0,1-1 0,7 0 1,-1 0-1,-2 1 0,-1 0 0,-2 0 0,0 0 0,-2 1 0,-1-1 0,-1 1 0,0 0 0,-2-1 0,0 1 0,0 0 0,-1 1 0,0-1 1,-1 0-1,1 0 0,-1 1 0,0-1 0,1 0 0,0 0 0,0 1 0,0-1 0,1 0 0,1 0 0,0 1 0,1-1 0,1-1 1,1 1-1,1 0 0,2 0 0,0-1 0,2 0 0,2 1 0,1-1 0,2-1 0,1 1 0,3 0-124,-27 1 1,1 0 0,1 0-1,2 0 1,0 0 0,1 0-1,1-1 1,1 1 0,1 0 0,1-1-1,1 0 1,0 1 0,1-1-1,1 0 1,1 0 0,0 0 0,2 0-1,-1 0 1,2 0 0,0 0-1,0 0 1,1-1 0,1 1 0,0-1-1,1 1 1,0-1 0,0 1-1,1-1 1,0 1 0,1-1-1,0 0 1,0 1 0,1-1 0,-1 0-1,1 0 1,1 1 0,-1-1-1,1 0 1,-1 0 0,1 0 0,0 0-1,0 1 1,0-1 0,0 0-1,0 0 1,0 0 0,-1 0 0,1 1-1,0-1 1,-1 0 0,0 0-1,0 0 1,0 1 0,0-1-1,-1 0 1,0 1 0,0-1 0,-1 0-1,0 1 1,0-1 0,-1 1-1,0 0 1,-1-1 0,0 1 0,-1 0-1,0-1 1,-1 1 0,-1 0-1,0 0 1,0 0 0,-2 0 0,0 0-1,-1 1 1,0-1 0,-2 0-1,0 1 1,-1-1 0,-1 1-1,0 0 1,-2 0 0,0 0 0,-2 0-1,0 0 1,-2 0 0,0 0-1,-2 1 1,0-1 0,-2 1 0,-1-1-1,0 1 1,-3 0 0,0 0-1,37-2 1,-4 0 0,-3 0 0,-3 1-1,-2-1 1,-3 1 0,-1 0-1,-3 0 1,-2 1 0,-1-1-1,-1 1 1,-1 0 0,-1 0 0,0 0-1,-1 0 1,0 0 0,0 0-1,1 1 1,0-1 0,1 1 0,1-1-1,1 1 1,2-1 0,1 1-1,3-1 1,-3 2 0,0 0 0,0-1-1,1 1 1,-1 0 0,0 0-1,1-1 1,-1 1 0,0 0 0,1-1-1,-1 1 1,0 0 0,1-1-1,-1 1 1,0 0 0,0 0-1,1-1 1,-1 1 0,0 0 0,1-1-1,-1 1 1,0 0 0,1-1-1,-1 1 1,0 0 0,0 0 0,1-1-1,-1 1 1,0 0 0,1-1-1,-1 1 1</inkml:trace>
  <inkml:trace contextRef="#ctx0" brushRef="#br1" timeOffset="43750">2279 6261 10763,'11'-63'1966,"0"0"0,0 0 0,-2 8 0,-1 0 0,1 6-303,3-3 1,-1 7-1261,-1-7-671,-8 46 374,-8 43 0,-5 25-89,0-5 0,-1 6-194,4-16 0,-1 5 1,0 1-1,2-3 171,-1 4 1,1-3-1,2-1 6,2 17 0,7-6-44,8-22 0,9-9-993,17-17 1,9-12 1036,6-11 0,4-7 0,-4 0 0,-4 2 0,-3-1 0,13-8 0,0 0 0</inkml:trace>
  <inkml:trace contextRef="#ctx0" brushRef="#br1" timeOffset="44001">3218 6130 22509,'43'-21'-2728,"0"-1"0,6 1 0,2 3 2728,-5 8 0,-2 2 0,-7 1 0,-7 1 0,-11 3 0</inkml:trace>
  <inkml:trace contextRef="#ctx0" brushRef="#br1" timeOffset="44217">3939 5711 17126,'0'-3'6705,"0"0"-6621,-21-6-140,3 59-364,1-13 0,1 6-1556,8 7 1,4 7-1,2-1 1368,1-4 1,2-1 0,0-3 0,0 8-1,1-6 1,7 1 0</inkml:trace>
  <inkml:trace contextRef="#ctx0" brushRef="#br1" timeOffset="44768">3082 9136 18481,'2'-58'1348,"-1"0"1,1 1 0,0-14-1,-1 17-1588,-3 38 338,-1 49 0,-3 23-62,-4-3 0,-3 9-24,3-7 0,-3 10 1,-1 4-1,0-2 1,3-9-585,0-6 0,1-6 0,-1 4 560,-2 9 1,-4 6 0,6-3 0,12-17-185,39-5-60,0-36 0,14-10 0,3-2 0,-10 5 1,-5 10-1,-1-1 0,19-19 0,0 0 0,0 0 1</inkml:trace>
  <inkml:trace contextRef="#ctx0" brushRef="#br1" timeOffset="44988">4003 9355 18677,'-5'0'1423,"23"-32"-2492,5 20-1824,15-11 0,6 1 2893,-8 12 0,0 4 0,-1-2 0,-4 1 0,10-2 0</inkml:trace>
  <inkml:trace contextRef="#ctx0" brushRef="#br1" timeOffset="45367">4584 9070 23248,'-39'-23'194,"0"0"0,22-18 1,17 4-274,43 17 0,1 7 1,10 3 0,-5 6 36,-10 8 0,-3 10-44,3 13 0,-1 12 0,-19 4 118,-36 3 0,-24 5 1,-7 2-1,11-4-32,19-4 0,5-1 0,-3 1 2,-11 3 1,-9 4 0,9-5 0,24-15-1970,33-22 1,24-15 0,14-9 0,0 0 0,-11 7 1062,-4 8 0,-5 4 1,5-5-1,1-5 0,9-5 1,0-1-1,-9 1 1,-19 4-1,-17 4 0</inkml:trace>
  <inkml:trace contextRef="#ctx0" brushRef="#br1" timeOffset="53835">2903 13399 18061,'-8'-17'3266,"-23"68"-3160,13-3 0,0 11 1,1 3-353,3-12 0,0 1 1,0 2-1,3-2 220,-3 15 0,4-1 0,7-2 14,7-11 1,7-2 0,7-7 55,22 2 1,11-15-796,-6-22 1,5-10 0,-1-4 750,-2-2 0,0-5 0,-4-2 0,9-7 0,-7-1 0,8-9 0</inkml:trace>
  <inkml:trace contextRef="#ctx0" brushRef="#br1" timeOffset="54224">3746 13594 11458,'-4'2'8575,"0"0"-8300,-10 3-695,29-13-981,-1-2 1401,18-8 0,4 0 0,-2 0 0,10-5 0</inkml:trace>
  <inkml:trace contextRef="#ctx0" brushRef="#br1" timeOffset="54799">4234 13178 12349,'-4'-1'3324,"12"-38"0,12-12-2926,3 22-242,-2-22 1,7 6-9,13 36 1,2 14-283,16 11-96,-4 9 1,-12 12 506,-45 21 0,-16 5 45,11-16 0,-7-2 163,-14-7 0,-8-2 1,3-11 707,-13-15-1148,21-12-79,52-4 1,22 1-146,11 14 0,4 7 24,-16-10 0,-1 0 0,-14 12-1166,-21 21 1,-15 11 0,-8-6 1320,-15-8 0,-8-5 0,-4 5 0,-5 2 0,3-10 0,-22-8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4:10:56.93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1505 2228 18308,'-2'-4'5248,"1"0"-5203,-9 0-3,9 30 0,2 17-109,-5 8 0,0 9-390,4-4 0,1 8 1,0 1-1,0-6 289,0-5 0,-1-5 0,0 3-831,0 2 1,-1 6 0,-1-5 0,0-14-1103,-3-7-156,-17-16 2517,5-49 1,0-29-1,1 0 559,2 17 1,1 1 0,-1-5-111,-3-11 0,-1-8 1,0 1-1,6 6-351,4-9 1,10 6-345,5-4 0,18 13-84,17 36 0,15 11 0,5 8 0,-6 2-792,-2 6 1,-3 6 0,2 2 815,5-6 0,6 0 0,-5 5 0,-18 12 497,-20 18 0,-13 14 0,-12 2 0,-11-10-308,-13-16 0,-13-7 0,-5-2 0,5 4-1232,8 8 1,2 5 0,0-3 0,-5-10 1088,-19-5 0,-4-12 0,13-13 0,11-32 0,41 16 0</inkml:trace>
  <inkml:trace contextRef="#ctx0" brushRef="#br0" timeOffset="1131">2461 2687 15081,'-1'-5'4697,"-21"-22"0,-8 3-4585,3 27-79,-9-20 1,5 7-9,26 46 0,13 11-36,19-5 5,-10-5 1,5-6 7,10-23 1,2-9 48,0-9 10,14-11 317,-85 14 1,-10 6-435,36 3-325,-27 30 0,13 13-1006,58 1 1,27-16 1520,-12-41 1,8-21 0,1-4-1,-7 10 905,8 17 0,-3-2-916,1-33 0,1-10 1,-17 34-119,-29 61 1,-14 37-1,-7-4 1,0-40 109,-5-81 0,2-1-104,5 83 0,3 31 0,13-27-34,20-56 1,16-34 0,6-13-1,-3 8 1,-12 28 22,0 40 0,1 14 0,-15 6 0,-46-6 0,-23-3 0,-8-11 0,0 0 0,0 0 0</inkml:trace>
  <inkml:trace contextRef="#ctx0" brushRef="#br0" timeOffset="3184">2438 2795 10371,'-8'-3'9416,"2"1"-8420,-11-10-128,11 38-677,-11-18 930,36 46-125,21-71-800,-3 16 6,-9-41 0,-7-13-46,-9-8-78,-7 13 1,-5 0 47,-7 17 0,-3 3-98,-5-11-17,-8 17-33,-11 42 22,12 0 5,-5 16 1,2 5 17,6 7 10,1 7 1,7 7-1,16-10 1,4-1-20,-6-4 0,5-2 0,21 7 0,7-9-25,2-21-37,-7-5 1,3-5-632,9-15 1,-4-3-1,-5 4 1,27-12 0</inkml:trace>
  <inkml:trace contextRef="#ctx0" brushRef="#br0" timeOffset="4236">3112 2875 9722,'0'-5'9830,"0"2"-8103,-8-27 1,0-6-1207,5 11-2618,-3-18 1,1 3 2180,8 28 1493,0-3-1577,-5 22 899,-8 52-899,5-11 11,1 2 0,0 12 0,0-1-6,1-3 1,1 0 0,-1-1-3,2 3 1,-1 0 0,1-1 3,0 2 1,-1 0 0,3-8 118,1-14 0,1-5 137,2 18 3415,-5-66-3656,-5-17-16,0 1 0,-1-7 1,0-7 0,0-8 0,-1-3 0,1 7-13,-1-6 0,1-2 2,-2-2 0,0-9 0,2-1 0,5 8-13,9 8 0,5 5 0,-1 3 14,-4-9 1,6 3-13,10 10 0,7 1 0,-2 11-13,17 9 36,1 10 1,4 10-35,-8 21 1,-3 7 22,-2-5 1,-6 7 27,-9 25 0,-19 3 3,-25-19 0,-10-3-23,-2 5 1,-5-5-34,-14-10 0,-3-13-3916,9-19 1,4-6 3095,-18 3 0,16-19 0,42 25 0</inkml:trace>
  <inkml:trace contextRef="#ctx0" brushRef="#br0" timeOffset="5282">3833 2365 18852,'-5'0'5483,"-6"-31"-5525,13 60 0,7 38 0,1 14 0,-2-12-935,-5-17 1,-1-3-1,-1 1-110,5 18 1,-1 2-1,-11-21-3808,-27-24 9418,4-55 0,2-20-4238,-4-2 1,17-3-583,41 6 0,23 0 0,-2 3 319,-7-2 1,4 3 183,-2 13 0,9 1 0,-2-1 0,-11-1 530,-11-29 1,-9 24-413,-1 59 1,-4 18-241,-10 14 0,-5 7-58,7-2 0,1 5 1,-3-1 184,-8 0 0,-3 0 0,-1-13 164,-2-5-231,27-69 0,11-29 0,-2 5-139,-12 19 1,2 1-6,16-15 0,11-11 0,3 7 0,-5 22-20,0 33 1,-3 18-1096,0 13 0,-1 11 1,-5-2 1114,-3-4 0,-8 2 0,-8 23 0,-11-8 0,-8-38 0</inkml:trace>
  <inkml:trace contextRef="#ctx0" brushRef="#br0" timeOffset="6479">6501 2393 10976,'-31'-49'1638,"0"-1"0,15 71 1,2 29-1,2 18 0,-1 5 1,-2-5-1846,0-13 1,-1 3-1,-1 1 1,0 1 0,0 2-1,1 0 1,2 0 228,3-4 0,2 2 1,2 2-1,0-1 1,-1 0-1,-1-2 1,-3-3-1,-4-5 314,-11 18 0,-7 4 0,-2-8 0,4-19 0,8-29-247,5-47 1,5-24-83,-4 4 1,-1-5 0,14-5-97,17 12 0,10-5 1,8-3-1,2 1 0,1 2 1,-5 8-60,3-9 1,0 6 0,6-2-204,-3 9 1,5-4 0,3-2 0,1 2 0,-1 5 0,-6 9 268,22-5 1,-4 9 288,-11 6 0,1-1 1,-8-1 1492,-11-2 0,-7 1-1152,-3 2 444,-36 41-746,23 38-207,1-14 0,2 4-366,6 5 0,2-3-8338,2 10 8665,-5-6 0,-10-40 0,0-10 0</inkml:trace>
  <inkml:trace contextRef="#ctx0" brushRef="#br0" timeOffset="6669">6870 2361 20464,'-18'-38'1036,"27"48"-1036,-11-24 0,18 36 0,-9-11 0</inkml:trace>
  <inkml:trace contextRef="#ctx0" brushRef="#br0" timeOffset="7235">7183 2532 14796,'-12'-56'9617,"48"84"-9617,-24-50-19,12 60 0,5 38 1,-9-11 57,-17-10-19,4-8 1,1 7 0,-13-17 281,-46-31-1257,59-37 0,17-20 0,-7 8 854,-22-2-360,26 9 0,16-8 1,6 2-1,-5 12 461,1 14 0,-2 8 0,2-4 0,-3 0 0,13-1 0</inkml:trace>
  <inkml:trace contextRef="#ctx0" brushRef="#br0" timeOffset="7568">7836 2371 14034,'-62'10'4915,"57"27"0,14 7-3649,15 6-1286,0-10 0,9 9 1,-7 1-1,-19-9-2540,-51-6 1,-8-2 2559,47 11 0,-3-3 0,-50-16 0,-1-20 0,41-23 0</inkml:trace>
  <inkml:trace contextRef="#ctx0" brushRef="#br0" timeOffset="7796">7898 2365 16258,'-2'-6'2421,"-27"24"1,-21 27 0,4 5-2937,15 4 0,5 6 1,-4-2-1,-3-18 1,-5-2-1,2-1 0,6 2 1,11 8-1,0 1 1,0-1-1</inkml:trace>
  <inkml:trace contextRef="#ctx0" brushRef="#br0" timeOffset="8273">8203 2732 17423,'23'-32'2423,"0"0"0,-7-18 1,-1-5-2382,10 0 0,-4-6 326,-18 8 0,-7-8 1,-3 2-1,0 9-166,0 10 0,-1 2-212,-4-13 1,-1-3 0,3 29 17,7 67 0,4 23-19,1-31 0,1 3-62,2 16 0,1 13 0,1 2 1,-1-10-256,1 4 1,2-3 327,1-9 0,2 5 0,1-2 0,-3-8 0,-3-8 0,0-4 0,5 3 0,1 0 0</inkml:trace>
  <inkml:trace contextRef="#ctx0" brushRef="#br0" timeOffset="8490">8154 2461 19132,'49'-21'464,"1"1"0,0-1 0,0 0 0,0-3 0,-3 0 1,-8 8-1,3 11 0</inkml:trace>
  <inkml:trace contextRef="#ctx0" brushRef="#br0" timeOffset="9240">9726 2345 20509,'-46'-9'696,"0"0"0,0-1 0,-17 6 0,13 14-685,28 50-2,46-10 1,22 6-1,-4-6-12,-11-16 1,-8 1 326,-15 32 1,-20-10-420,-22-48-3182,-17-9 0,-14-6 0,17-3 1167,23-7 0,1-10 0,24 25 0</inkml:trace>
  <inkml:trace contextRef="#ctx0" brushRef="#br0" timeOffset="10486">10116 2586 18672,'10'2'4867,"5"-9"-4469,27-4-76,-20-13 0,-1-5-137,27-11 81,-36-4 0,-11-1-148,-13 13-73,-22 21 0,-6 11-23,-4 32-34,14-2 1,-3 7 0,7-1-23,7-4 1,10 2-572,14 16 0,14 8 0,14-15-1853,18-28 0,17-17 1,6-6-1,-8 7 669,-3 13 1,-4 3 0,4-10 2743,-10-9 1,7-5 0,0-5-1,-9-5 1,-16-3 3155,-11-26 0,-19-1-2632,-14 1-1048,-5 11 1,-10 10-96,-13 31 0,-9 16 0,6 1-342,-15 13-5,17-9 0,-3 4 0,14 2-3,23 5 0,14-3 39,13-3 0,8-13 319,19-44 1,4-12-65,-19 31 0,-3-3-286,11-50 1,-18 17-6,-34 72 0,-7 14 28,5-5-44,15 4 1,9 9 0,6-15 37,40-21 34,-2-37 0,-1-14-20,-22 10 0,-6-7-8,-9-8 0,-3-6 0,4 9 19,17 7 1,3 19-1753,-11 34 0,1 6 1694,11-22 0,-2 4-340,-11 44 1,-8 9 361,-4-29 0,-2-4 0,5 26 0,4-12 0</inkml:trace>
  <inkml:trace contextRef="#ctx0" brushRef="#br0" timeOffset="11261">11840 2490 19367,'-63'10'194,"1"0"0,16-16 0,9 11-197,13 46 1,12 26 0,20-17-1611,29-36 0,7-3 1304,-19 21 1,-4 7 0,7-21 607,14-36 1,9-24 0,1-11-1,-10-4 1181,-13-6 0,-8-10 0,-4-2 0,4 5-1377,3 12 1,4 4 0,-2 0-1,-6-2 282,-6-30 1,-6-2-1,0 42-214,5 70 0,-1 26-730,-6-8 0,-2 5 0,1 0 568,4-5 1,1 0-1,-1 3 35,-7-2 1,-2 5 0,-1-5 0,2-13 510,6-3-505,-2 20 17,16-80 0,3-14-50,11-8-8,0 16 1,10 0-1,-1 14-113,10 29 1,-1 12-326,3-12 1,-5 9 428,-24 12 0,-7 10 0,-6-7 0,-6 4 0,-13 1 0</inkml:trace>
  <inkml:trace contextRef="#ctx0" brushRef="#br0" timeOffset="13634">13567 2391 10746,'1'-4'9819,"-1"1"-8245,13-24-1053,-18 22-325,0-4-84,-22 47-112,15-4 0,6 4 84,14-6 0,5-2 112,10 21 34,30-39 414,-6-51-426,-22 9-47,-7-3 0,-6-2 36,-24-3-140,-18 4-190,-9 27-980,-12 34-1121,29-1 1,4 5 2223,2 4 0,4 0 0,-4 13 0,14-14 0</inkml:trace>
  <inkml:trace contextRef="#ctx0" brushRef="#br0" timeOffset="13983">13729 2788 22375,'-31'40'253,"1"0"1,3-13 0,12-1 32,42 17 414,15-37 112,0-22-504,-10-4 51,-53-36-376,-1 31-412,-7 4 1,-2 2 428,-1 8 0,5 2 0,15 7 0</inkml:trace>
  <inkml:trace contextRef="#ctx0" brushRef="#br0" timeOffset="15004">653 4204 15793,'64'-7'85,"-1"1"0,1 0 0,-1-1 1,1 1-1,-1 0 0,1-1 1,-1 1-1,1 0 0,-1-1 0,1 1 1,-1 0-1,1-1 0,-1 1 1,1 0-1,-1-1 0,1 1 0,-1 0 1,1 0-1,-1-1 0,1 1 1,-1 0-1,1-1 0,-1 1 0,1 0 1,-1-1-1,1 1 0,-1 0 1,1-1-1,-1 1 0,1 0 0,-1-1 1,9-1-1,-3 0 0,-4 0 1,-1 0-1,-3 0 0,-1 0 0,-1 0 1,0 0-1,-1 0 0,1 1 1,0-1-1,2 1 0,2 0 0,2 0 1,3 0-1,3 1 0,3 0 1,5 0-79,-29 3 0,2 0 0,2 0 1,2 0-1,1 0 0,2 0 1,1 1-1,2-1 0,2 1 1,0 0-1,2 0 0,1-1 1,0 2-1,2-1 0,1 0 1,0 0-1,2 0 0,-1 1 0,1-1 1,1 1-1,0 0 0,0-1 1,1 1-1,-1 0 0,1 0 1,0 0-1,-1 0 0,0 0 1,0 0-1,-1 0 0,0 0 1,-1 0-1,0 1 0,-1-1 1,-1 0-1,-1 0 0,-1 1 0,-1-1 1,-1 0-1,-1 1 0,-2-1 1,-1 0-1,-2 1 0,-1-1 1,-2 0-1,-2 1 0,-1-1 1,-3 0-1,-1 0-196,27 0 1,-6 0 0,-4 1 0,-4-1-1,-3 0 1,-2 1 0,-2 0 0,-1-1-1,-1 1 1,1 0 0,1-1 0,2 1-1,2 0 1,3-1 0,4 0 0,5 1-1,6-1-4,-30 0 0,3 0 0,2 0 1,2 1-1,3-1 0,1 0 0,1 0 1,3 0-1,0 0 0,3 0 0,1 0 1,1 0-1,1 0 0,1 0 0,1-1 1,2 1-1,0 0 0,0 0 0,1 0 1,1-1-1,0 1 0,1 0 0,0-1 1,0 1-1,-1 0 0,1-1 0,0 1 1,-1 0-1,0-1 0,0 1 0,-1 0 1,-1-1-1,0 1 0,-1 0 0,-1 0 1,-1-1-1,-2 1 0,0 0 0,-2-1 1,-1 1-1,-2 0 0,-1 0 0,-2 0 1,-2 0-1,-1 0 0,-3-1 0,-2 1 1,-1 0-1,-4 0 0,-1 1 0,-3-1 17,40-1 0,-8 0 0,-7 1 1,-6 0-1,-3 0 0,-3-1 1,0 1-1,2-1 0,2 1 1,6-2-1,5 1 0,-11 0 1,6-1-1,7 0 0,4 0 1,5-1-1,3 1 0,2-1 1,1 0-1,0 0 0,-1 0 1,-2 0-1,-3 0 0,-4 0 0,-6 1 1,-6 0-1,-6 0 0,-10 0 1,-8 1-1,-11 1 0,-11 0 1,-12 1-1,-12 1 0</inkml:trace>
  <inkml:trace contextRef="#ctx0" brushRef="#br0" timeOffset="17729">9955 4877 13049,'-5'-46'3276,"-1"0"1,2 2 0,0 10-2432,2 20-744,0 12 364,2 52-247,-3 14-103,-1-14 1,0 9 0,0-5-91,0-4 1,0 0-10,-1 3 1,1 5 0,1-7-6,5-10 1,1-5-21,0 4 1,0-4-2081,2 4 2089,-12-33 0,1-6 0,-4-10 0</inkml:trace>
  <inkml:trace contextRef="#ctx0" brushRef="#br0" timeOffset="18342">9779 4375 10853,'-52'14'983,"0"1"0,0-1 0,0 0 0,0 1 0,0 9 0,-3 4 0,0 3 0,3 3 0,6-1 0,8 0-276,6 8 1,10 1 0,-2 2-687,-7-2 0,-4 1 0,4 2 0,13 5-15,16 1 1,10 6 0,7 1 0,2-4-1,0-8-45,9 10 0,10-4-533,-2-10 0,8 7 0,7 4 0,1-3 0,-1-5 1,-5-12 584,3-8 0,-3-10 0,4 1 173,3 5 0,3 3 0,2-5 1,0-14-47,-6-14 0,1-12 0,0-5 0,-3-2 0,-7 4-3,11-8 0,-1-4-31,-12 7 0,8-5 1,3-4-1,-1-2 1,-7-2-1,-10 0 90,-9-12 0,-13-3 0,-3 0 0,3 3-183,11 0 0,2 3 1,-14-2 14,-20-7 0,-15-6 0,-6 5 0,1 16-73,1 20 0,-7 7-307,-4-5 1,-9-2 0,-2 3-1,5 8 352,-18 13 0,4 6 0,8-9 0,3 3 0,15 10 0,-1 0 0</inkml:trace>
  <inkml:trace contextRef="#ctx0" brushRef="#br0" timeOffset="19872">9806 6096 8797,'5'-51'2457,"1"0"1,-1 0-1,-1 11 1,0 8 2090,2 6-4415,-9 48 0,-4 32 0,-1 15 0,1-4-125,3-9 0,1 3 0,1 2 0,-1 0 0,-2-3 22,1 9 1,-1 1 0,-4-6 0,-11-9 101,-23 0 1,-12-11-1,7-23-121,17-30 1,-1-12 16,-13-9 0,-10-11 0,1 6 0,17 24-39,12 42 63,50-17 1,28-2-1,15-3 1,2-1 0,-13-3-53,-4-2 0,-5-3 0,7 1 0,-3 5 0,10 3 0,3 1 0,-2-2 0,-7-5 0,-13-8 0,-8-22 0,1 0 0</inkml:trace>
  <inkml:trace contextRef="#ctx0" brushRef="#br0" timeOffset="20642">9555 7421 10959,'3'-44'2457,"1"1"1,0-1-1,-3-8 1,11 16-1911,25 39 0,12 20 1,-14 8-501,-33 26 1,-12 10-37,18-18 0,3 3 0,-12 0 6,-21-1 0,-15 3 0,-2-3 0,10-11-29,-3 13 26,24-6 0,17-9-419,23-34 0,18-18 1,8-7-1,-3 2 405,1 1 0,1-1 0,0-1 0,-1 0 0,-4 2 0,1 1 0,-2-1 0,-5-1 0,-6-1 0,-1-1 0,1 1 0</inkml:trace>
  <inkml:trace contextRef="#ctx0" brushRef="#br0" timeOffset="21173">9940 6916 7386,'-64'3'1404,"0"1"0,-1-1 0,1 1 1,10 2-1,1 0 0,2 5 1,-2 9-1039,4 7 1,-2 8 0,0 5 0,1 4 0,4 2 0,6 0-780,2 6 0,7 2 0,3 2 0,2 2 0,-1 0 415,0-7 0,-3 2 0,1 0 0,3 1 0,9-1 0,10 0-47,12 1 0,8 2 0,7 0 0,7-3 1,4-5-1,5-9 39,5-9 0,8-8 1,5-6-1,3-3 1,-1 0-1,-2 2 26,4 6 0,-1 1 0,0-2 1,2-4-1,2-9 44,-6-6 0,4-4 0,1-4 0,1-4 0,-3-5 0,-3-6 0,-7-5-142,-5-9 1,-5-10 0,-3-6 0,-4-4 0,-1 1 0,0 3-1,1 6 160,12-4 1,1 6 0,-5-1 0,-6-9-16,-13 4 0,-1-9 0,-2-5 0,-5-1 1,-5 3-1,-7 9 0,-8 11 256,-18 5 1,-11 11 0,-5 2-491,-4-5 0,-5 1 1,-3 3-1,0 6 167,3 10 0,-2 5 0,2 4 0,3-1 0,1-1 0,3 0 0,2 3 0,-5 9 0,0 0 0</inkml:trace>
  <inkml:trace contextRef="#ctx0" brushRef="#br0" timeOffset="22728">9797 8530 12118,'6'-57'2457,"1"-1"1,-4 87-1,0 32 1,-1-3-1187,-1-11 1,0 6-1253,-1-7 1,-1 10 0,1 6-1,-1 1 1,0-2 0,0-8-20,1 2 0,-1-5 0,0-2 0,0-3 0,0 19 0,0-5 0,2-7 0,0-1 0</inkml:trace>
  <inkml:trace contextRef="#ctx0" brushRef="#br0" timeOffset="23281">9437 9620 12953,'-11'-59'2457,"-1"1"1,0 0-1,-2 3 1,6 25-2055,7 56 1,13 18-157,24-10 1,17 3 0,7-3 0,-8-6-173,4-1 1,3-7-26,1-6 1,11-2-1,-1-5 1,-13-13-9,-2-26 0,-10-7-152,-13 18 1,-4 1 109,-4-16 0,-26 35 0,-5 5 0</inkml:trace>
  <inkml:trace contextRef="#ctx0" brushRef="#br0" timeOffset="23917">9730 10196 8651,'19'-46'3276,"1"0"1,-1 0 0,34 31-1218,12-6 0,-10 18-2005,-50 40 0,-17 22 0,0 0 181,10-8 0,1-1 1,-9-6-29,-44 10 0,17-20-1889,77-35 0,17-13 1660,-1-4-11,-10 19 1,14 5 0,-3 7 0,-20 7-128,-21 18 1,-21 5-351,-31 1 0,-21 0 0,0-12 510,4-19 0,-3-7 0,6 6 0,-8 3 0,4-5 0,16-12 0,8-46 0</inkml:trace>
  <inkml:trace contextRef="#ctx0" brushRef="#br0" timeOffset="24492">10132 9644 9206,'-65'7'1228,"1"1"1,-1 0 0,1-1 0,8 14-1,0 5 1,0 5 0,4 1 0,3 0-781,3 0 0,3-1 0,3 6 0,3 8-677,6 3 0,-1 9 0,2 7 0,3 2 1,3 1-1,7-4 0,7-7 147,7 6 1,10-5 0,7-1 0,6 4-22,-1-7 1,3 7 0,4 3-1,4-2 1,5-5 0,3-9 0,6-14-236,7-15 0,8-14 0,6-9 0,2-6 0,0-1 0,-1 2 1,-5 6 368,-3 9 1,-1 5 0,-2 1-1,0-3 1,-1-7 0,0-11 160,-3-10 1,4-8-1,2-7 1,-2-5 0,-4-3-1,-5-2 1,-9 1 0,-11 2 104,-10-14 0,-16-3 0,-6 0 0,2-1-272,9-2 0,2-1 1,-3-1-1,-11 1-166,-11 4 1,-8-1 0,-6 0 0,-2 5 0,-1 6 140,-2 7 0,-3 6 0,-1 4 0,2 1 0,-2-3 0,1 3 0,2 4 0,-1 6 0,1-1 0</inkml:trace>
  <inkml:trace contextRef="#ctx0" brushRef="#br0" timeOffset="25298">10543 7582 16549,'55'-11'733,"1"0"0,-1 0 0,1 0 0,-1 0 0,1 0 0,1-2 1,-6 1-1,8 0-705,-2 3 1,10 0 0,5-1 0,-1 2 0,-7 0 0,-12 2-1693,5 1 1,-10 1 327,1-1 0,-7 2 824,-9 3 0,-27 0 0,1 0 0</inkml:trace>
  <inkml:trace contextRef="#ctx0" brushRef="#br0" timeOffset="26079">12135 7275 8786,'35'-55'4915,"0"0"0,-7 75-641,-29 1-4237,-9 25 1,-7 24 0,1 4 0,10-15 334,14-16 1,3-4-314,-13 14 1,-3 5 0,14-24 128,27-43 1,14-24 0,-5-3-142,-6-1 1,-1-3-22,2-9 0,3-2 0,-13 30-63,-20 53 1,-10 15 20,-6 6-211,-5-5 0,-5 14 0,6-1 0,18-13 227,39-18 0,21-15 0,-15 8 0,-33 27 0,2-6 0,36-39 0,1 0 0,0 1 0</inkml:trace>
  <inkml:trace contextRef="#ctx0" brushRef="#br0" timeOffset="26596">13140 7187 8192,'-41'-50'1092,"1"0"0,-1 0 0,0 1 0,-8 20 1,-7 4-1,-6 4 0,0 3 0,1 4 1,6 3-610,0 3 0,4 3 0,0 7 1,-5 9-377,8 3 0,-8 5 0,-4 4 0,-2 5 0,0 3 0,5 4 0,7 2 0,9 3 0,14 2-50,14 9 0,16 6 1,10 4-1,8 3 1,1 2-1,-1-2 1,-7-2-1,-10-4-60,-18 5 0,-12-1 0,-5-3 1,4-1-1,13-3 0,21-3 57,16-13 1,13 2-1,11 1 1,9-1-1,6-2 1,4-3-1,2-4 1,-2-7-1,-4-6 1,-5-9-1,-8-10 138,1-17 0,-6-16 0,-3-11 0,-1-6 1,0-2-1,3 5 0,5 9-288,4 12 0,5 5 0,4 4 0,2 2 0,-3-2 1,-3-3-1,-6-5 0,-9-8 192,-4-14 1,-6-10 0,-4-6 0,-6-1 0,-6 1 0,-6 6 0,-7 11-44,-13-16 0,-22 8-1020,0 18 0,-10-3 0,-7 0 0,-3 1 1,1 5-1,5 7 967,-10 4 0,2 8 0,-4-1 0,-4-9 0,-5-4 0,2 4 0,14 12 0,18 20 0,0 0 0</inkml:trace>
  <inkml:trace contextRef="#ctx0" brushRef="#br0" timeOffset="28075">9976 11090 18789,'1'-19'1549,"-1"49"0,0 27-1295,-1-12 0,-2 8 1,0 5-1,0-1 1,1-4-190,1 12 0,1-4 1,-2 3 27,-1 0 1,-2 7 0,1-6 0,2-20-61,1-15-33,3-23 0,-2-8 0,3-13 0</inkml:trace>
  <inkml:trace contextRef="#ctx0" brushRef="#br0" timeOffset="29182">10120 12230 8237,'-7'-36'9830,"-20"27"-7533,-15-13-2275,2 28 0,-8 10 1,4-2 5,4-2 0,1 0 14,-20 6 0,7 4 120,18 12-44,24-4 52,3 13 1,1 4-25,-2 5 792,2-7 1,1-6-654,2-20 57,18-33-180,28-23-171,-15 16 1,5 9-20,25 26 0,0 16 0,-20-3 0,-11 8-41,-19 9 0,-10 8 0,-7-7-214,-3-11 1,-9-5 282,-15-4 0,-9-4 0,7-7 0,2-11 0,1-8 0</inkml:trace>
  <inkml:trace contextRef="#ctx0" brushRef="#br0" timeOffset="29844">10011 11861 14409,'-55'14'720,"-1"1"1,1-1 0,0 1 0,4-5-1,4-1 1,-2 13-566,11 5 0,-5 11 1,0 6-1,-1 4 1,2 1-1,5-3 0,5-6-135,-6 12 1,9-3 0,-1 8-49,7-13 0,-3 7 0,-2 4 0,3 2 0,3-1 0,6-3 0,10-5-509,12 8 0,13-5 0,4-1 0,-1-1 518,-6 0 1,-1 1 0,5-3 0,11-9 174,9-11 1,10-5 0,6-5 0,3-4 0,-1-5 0,-5-5 216,9-5 1,-4-8 0,0-8 0,3-9-14,-12 2 0,4-7 0,4-5 1,-1-3-1,-2-4 0,-4 0 0,-7-2 1,-9 2-311,-5-13 0,-12-2 1,-7-1-1,0-2 1,5 2-55,7 5 0,6-1 0,1-1 1,-4 2-1,-11 3 0,-15 5-225,-22 1 1,-16 3-1,-9 4 1,-3 7-1,6 9 229,-4 11 0,1 11 0,1-1 0,-1-8 0,0-2 0,3 4 0,-4 9 0,0-1 0</inkml:trace>
  <inkml:trace contextRef="#ctx0" brushRef="#br0" timeOffset="31255">9842 13444 14925,'-1'62'2128,"0"1"1,1-1-1,-4-13 1,1 3-2170,1-3 1,0 11 0,1 6 0,-1 2 0,1-6 0,0-9-769,1 1 0,0-7 1,0-3-1,0 15 1,1-9-1,7-12 0</inkml:trace>
  <inkml:trace contextRef="#ctx0" brushRef="#br0" timeOffset="31746">9367 14350 19899,'29'14'1789,"1"1"1,12-29-1714,-19 50 1,0 22-1,10-16 301,23-39 0,12-19 1,-5 1-266,0 14 0,-1-5-90,-11-10 0,5-7 1,-4-1-1,-13 6-22,-4 1 0,-12-2 0,-27 30 0</inkml:trace>
  <inkml:trace contextRef="#ctx0" brushRef="#br0" timeOffset="32486">10069 15027 12163,'-33'-51'4915,"-3"63"0,-5 7-4369,3-25 1,-1 3-542,-6 27 1,-3 18 0,6 10-40,15-5 0,4 10 1,3 3-1,2-1 1,1-8-22,-1-2 1,2-5 0,6 5 40,5 14 0,4 10 0,8-7 0,11-24 36,23-28 1,8-20 341,-2-9 0,1-8 0,-20-4 106,-41-24-459,19 10 1,-9 7-533,-35 27 0,-17 15 0,7 2-2789,-10 16 2631,11 1 1,7 2 0,20-7-1,10-4 1</inkml:trace>
  <inkml:trace contextRef="#ctx0" brushRef="#br0" timeOffset="33052">10257 14753 9565,'-48'-28'1966,"1"-1"0,-1 1 0,-3 10 0,-2 6 0,-2 18-1510,11 16 1,-3 15 0,-2 9 0,-1 8 0,3 2 0,3-1 0,5-5-441,2 3 1,5 0 0,4 0 0,-1 3 0,-2 2-75,-3-5 0,-6 4 0,-2 2 1,2 0-1,6 0 0,11-2 1,14-3 20,20 8 0,17-1 0,10-3 0,3-5 0,-2-9-228,4-4 1,2-11-1,7-1 277,-7-7 0,7 2 0,3-2 1,2-2-1,-3-4 0,-6-6 147,12-4 1,-5-9 0,2-15 101,-15-4 1,3-9-1,3-7 1,-2-5-1,-3-3 1,-5 1 0,-9 2-223,-3-14 0,-10-2 0,-8-2 0,-3-5-39,-3 14 0,-3-6 0,-2-3 0,-3 0 0,-2 2 0,-2 4 0,-2 6 0,-6-3 0,-2 5 0,-5 6 0,-6 4 0,-14 13 0,0 0 0,1-1 0,-1 1 0</inkml:trace>
  <inkml:trace contextRef="#ctx0" brushRef="#br0" timeOffset="36885">6560 5075 18296,'-14'38'784,"0"0"1,3 10-1,14-6-132,23-21 1,9-5-210,21 16-236,-17-31 0,8-9 1,-2-7-78,6-11 1,-2-10 0,1-1-435,2 0 0,-1-2 0,2-2 346,-4 1 0,2-4 0,-1 1 0,-2 2 4,1-1 1,-2 2 0,0 1-21,-3 3 0,0 1 1,-4 4 61,-1 2 1,-4 7-565,3 2-1648,-36 47-2530,-16 14 4028,5-9 0,0 1 0,-8 6 0,5-11 0</inkml:trace>
  <inkml:trace contextRef="#ctx0" brushRef="#br0" timeOffset="37214">7643 4690 9044,'-46'-39'3276,"0"-1"1,11 16 0,-2 1-2163,-10-7 1,-5-4 0,4 7-799,5 10 1,3 6-312,-17-2 113,54 31-70,33 6 1,24 4-1,-1 2-59,-8-2 0,-1 1 0,-1 9-376,-6 6 1,0 10-1,-1 4 1,-2-3-1,-3-9 1,15 3-1,-10 0 1,-29 7-1,1 0 1,-1-1-1</inkml:trace>
  <inkml:trace contextRef="#ctx0" brushRef="#br0" timeOffset="39920">8635 5359 11262,'-18'51'728,"0"-1"0,-4 2-448,7-3 0,0 13 0,2 6-262,6-12 0,2 5 0,1 3 0,1 2 0,-2 0-6,0-7 0,-1 1 0,0 0 0,0 2 0,0 3 1,1 6 36,0-16 0,1 2 1,0 2-1,0 1 1,0 3-1,0 1 1,0 3-1,0 2 0,1 2 1,-1 2-1,1 3 48,1-22 0,1 1 0,-1 2 0,1 1 0,0 2 0,0 2 0,0 1 1,0 1-1,0 1 0,1 0 0,-1 2 0,0 0 0,1 1 0,-1 0 0,0 1 1,1-1-1,-1 1 0,0-1 0,0 0 0,0 0 0,0-1 0,-1 0 0,1-1 1,-1-2-193,0 1 1,-1-2 0,1 1 0,-1-1 0,1 1 0,-1-1 0,0 0 0,0 0 0,-1 0 0,1 0 0,0 0 0,0 0 0,-1 1 0,1-1 0,0 1 0,0 0 0,0 0 0,0 0 0,0 1 0,0 0 0,1 1 0,-1-1 0,1 2 0,0 0 115,1-6 0,-1 1 0,1 1 1,0 0-1,0 2 0,0-1 0,0 2 1,1-1-1,-1 1 0,1 0 0,-1 0 1,1 1-1,0-1 0,0 1 0,-1-1 1,1 0-1,0 0 0,0 0 0,-1-1 1,1 0-1,-1-1 0,1 0 0,-1-1 1,1 0-1,-1-2 0,0 0 0,0-1 1,0-2-1,-1 0 17,1 12 1,-2 0 0,1-1-1,0 0 1,-1-1 0,0-1-1,1-1 1,-1 0 0,0-1-1,0 0 1,0-2 0,0-1-1,0 0 1,1-1 0,-1-2-1,1 0 1,0-2 0,0-1-1,0 0-112,0 13 0,1-1 0,0-1 0,0-3 1,0-1-1,0-1 0,1-2 0,-1-2 1,-1-1-1,1-2 0,-1-1 100,-1 17 0,-1-4 0,1-3 0,-1-2 1,-2-1-1,0-1 25,-3 4 1,-1-1-1,0-1 1,-2-4-1,1-5-98,-2 6 1,-1-7-1,0-2 177,0-7 0,1-2 0,0 0-99,3 2 1,1 0 0,1 3-43,2 15 0,1 3 0,0-6 16,0-10 1,-2 2 84,3 0 1,0 12 0,0 3 0,-1-2-1,0-10-70,-5 10 0,0-2-129,6-3 1,3 7-1,-1 1 1,-1-10 133,-5-2 0,2-2 390,10 8 0,5 5 0,-1-9-387,-6-18 0,-1-2 194,8 17 0,0 6 1,-15-17 225,-25-30 0,-6-6-470,-4 31 42,-8-43 1,-14-17 0,3-3 21,18 6 1,3-1 0,-3 0 45,-13-2 0,-3 1 0,3-5 44,6-10 1,4-4-1,6 5-236,8 7 1,5 11 3347,-14 32-3163,57 15 0,30 16 0,9 4 1,-10-6 333,-4 6 0,7-8-368,0-21 1,15-2-1,7-3 1,0-4 0,-6-4-1,-14-6-42,1-12 1,-4-9-9,7-1 0,11-6 1,-5 6-1,-22 15-47,-24 25 27,-30 3 21,-16-10 0,-20-1 0,-12-1 1,-5-3-1,0-3 0,9-5 98,4-8 0,2-7 1,2-3-1,-2 0 1,-3 5-85,-6 7 0,-6 3 0,-3 2 0,4 0 0,8-2 1,15-3 1,0-9 0,24 3 19,49 9 1,38 8-1,14 4 1,-8 1-26,-16 4 1,-3 5-1,3-2 1,6-8-1414,-5-10 1,9-4 0,4-5-1,0-3 1,-2 0 0,-7-1-1,-11 3 1338,0-2 1,-9 0 0,2-3 0,11-5-1,9-6 1,-11 4 0,-29 9 0,-24 13 0</inkml:trace>
  <inkml:trace contextRef="#ctx0" brushRef="#br0" timeOffset="41221">9680 16462 9811,'61'-6'1576,"1"0"1,-1-1 0,0 1 0,-45 19-1597,13-12 0,21-6 0,14-5 0,11-4 0,3-2 0,0 0 1,-6 1-1,-12 2 0,-17 5 76,3-1 0,-15 5-420,-2 6 431,-50 6 0,-33 6 0,-19 3 1,-5 0-1,9-1-275,10-3 0,2 0 1,-2 0-1,-1 1 0,-3 1 365,3-1 1,-4 2 0,-4 1-1,1 0 1,2 0 0,6-2-1,7-3-104,-10 3 1,9-3-1,8 0 614,-16 7-606,85-25 1,24-8-39,-4 2 1,10-2-1,7-3 1,3 0-1,0 0-410,-9 3 0,3-1 1,2-1-1,1 0 1,-1 1-1,-1 0 0,-4 0 434,7-1 0,-3 0 1,-2 1-1,-1 0 0,-1 1 76,15-4 0,6-1 1,-16 4-1,-36 8-85,-41 11 0,-27 8 1,-17 3-1,-9 3 0,1-2 1,11-2-2,0 0 1,3-2 0,-1 1 0,-7 1 19,7-1 0,-8 3 1,-5 0-1,-2 1 1,2-1-1,5 0 1,8-3-1,11-2-234,-6 2 1,9-3 623,-20 4 0,23-8-436,74-15 0,33-8 24,-17 2 1,10-3-1,8-2 1,1 0 0,-4 0-1,-7 3-83,-6 2 0,-6 2 0,0 0 0,5-1 103,9-3 0,14-4 0,3-1 0,-8 3 0,-20 6 0,-30 10-189,-60 21 202,-5-2 1,-15 2-1,-9 2 1,1 0 108,16-5 0,-4 0 1,0 0-1,-2 1 0,2-1 1,1 0 461,-9 3 1,-3 1 0,2-1-1,11-3 1,18-6-707,16-8 67,42-7 0,31-6 0,13-2 0,-7 0 0,5-3 0,-1 0 0,-1 1 0,-7 4 0,-1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4:17:33.46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1249 2317 20543,'-14'-61'1039,"-1"-1"1,1 0-1,-4 8 1,-2 2 0,-8 14-1001,-22 14 0,-8 19-22,13 12 0,-1 9 0,3 6-275,-1 11 0,3 7 1,7 4 230,6 5 1,6 5 0,11-2 1,13-4 1,8-1 0,8-4 180,20 7 0,10-15-13,5-24 0,-1-18 167,-12-18 1,-8-13-79,-9-13 0,-9-5-95,-6-2 1,-4 2-29,-2 9 0,-2 5-198,1-2 489,10 67-420,0 22 1,-1 15-25,-5-16 1,1 5 0,-2 3-1,-2 2-353,-1 0 0,-2 3 0,0 2 0,-2 0 0,-1 0 236,-1-1 1,-1 1 0,-2-1 0,0-1 0,-2-3 172,-2 5 1,-2-1 0,-1-5-1,-2-5-116,-9 20 1,-3-29-866,-11-72-105,29-5 1,7-12-1,3-2 186,3 2 0,3-3 1,3-1-1,1 0 272,1-3 0,2 0 1,2 0-1,3 2 445,3 2 0,3 2 0,3 1 0,0 3 232,9-6 1,2 3 0,2 3 561,-1 4 1,2 3 0,-1 1 669,-5 4 1,-1 1 0,-3 1-70,4-6 0,-7 4-451,-3-7 384,-22 35-1123,14 46-51,1-1 0,3 5-61,3 16 0,-3 4 69,-3 0 1,-10-2 446,-17-7 1,-10-7-142,-21 2 22,-14-42-291,53-40-84,35-11-31,8 12 1,9 1 2,-10 10 0,2 1 0,1 0 44,-3 1 1,0 1 0,1-1 26,4 0 0,0-1 0,-4 2 91,-1-2 1,-5 2 100,18-12 11,-49 10-5,-62 24-149,26 3 1,-2 6-18,-18 15 1,4 9-20,18-5 0,7 4-6,0 2 1,10 0-23,32 11 140,40-40 39,-25-17 1,-1-6 21,1-6 1,-5-7 145,-8-9 1,-7-2 128,-6-15-460,-6 13-21,-10 42-152,1 47-330,4-17 0,1 4 515,6 7 0,3 5 0,-1-6 0,1 19 0,3-21 0,0 0 0</inkml:trace>
  <inkml:trace contextRef="#ctx0" brushRef="#br0" timeOffset="515">2446 2372 18347,'0'-8'7159,"0"1"-7131,-29-24-19,22 64 0,7 31 1,-5-2-22,-18-5 1,0 1 22,17 7 0,6 5 1,-4-10 144,-9-14 1,2-23-70,10-52 0,6-39 0,3-12 0,-4 15-65,-6 9 0,3-2 11,5 1 1,4-18 0,2-6 0,3 7-1,1 18 1,2 32-387,23 62 0,-15 4 353,-70-83 0,49 73 0,13 30 0,-17-11 0,-58-24 0,1 0 0</inkml:trace>
  <inkml:trace contextRef="#ctx0" brushRef="#br0" timeOffset="1020">3088 1857 20867,'12'57'2354,"-1"-1"1,1 0-1,47-39-2869,-40 19 1,-5 21-1,0 11 1,-1 0-1,1-12 1,4-24-1,33-23 1,-23 49-1,0 0 1,1 1-1</inkml:trace>
  <inkml:trace contextRef="#ctx0" brushRef="#br0" timeOffset="2458">2461 2290 7498,'-10'47'3276,"0"1"1,-1-1 0,-33-73-402,38 69 0,10 28 1,-1-34-2852,-6-63 0,-2-32 0,2 1-24,4 13 0,2 0 0,0 0 0,-1-23 0,12 8-56,35 18 0,11 17 45,-25 22 0,1 7-14,13-1 1,6 4 0,-9 6 18,-11 7 1,-15 8 27,-31 19 1,-20 0 5,0-19 0,-10-5-167,-9-3 1,-9-2 0,5-8-795,7-9 1,5-9 253,3-11 1,7-3 0,6 0-1,18-6 1</inkml:trace>
  <inkml:trace contextRef="#ctx0" brushRef="#br0" timeOffset="3285">3168 2117 9061,'-15'-54'2457,"1"0"1,-1 0-1,1 1 1,2 7 3467,-4-14-5873,22 73-13,10 24-10,-2-2 0,0 8 48,-4 2 1,-1 5-1,-1-1-50,4 12 0,-3 0 12,-3-4 0,-2 3 1,-1-6-12,0-4 0,0-5 14,0 2 0,0-5 492,1 3 256,1-69-762,-2 7-9,2-15 1,2-4 64,16-22-31,-8 26 0,6 1-53,22-8 0,7 5-6,-15 16 1,3 6 22,22 10 0,-2 10-34,-5 14-14,-17 14 0,-8 8-78,-20-11 0,-7 2-570,4 25 1,-4 0 0,-11 1-1,-4-4 1</inkml:trace>
  <inkml:trace contextRef="#ctx0" brushRef="#br0" timeOffset="3901">571 3504 21847,'60'-6'71,"1"1"0,-1-1 0,1 1 1,-1-1-1,0 1 0,1-1 1,-1 0-1,1 1 0,-1-1 0,-1 1 1,-8 1-1,-2 0 0,3 0 1,10-2-368,-14 2 0,6 0 1,4-1-1,4 0 1,2 0-1,2 0 1,2 0-1,0-1 1,0 1-1,-2-1 1,-1 1-1,-4-1 1,-2 1 290,7-1 0,-2 1 0,-1-1 0,-1 0 0,-1 0 0,-2 0 0,1 1 0,-1-1 0,0 1 7,1-1 0,-1 1 0,-1 0 0,0 1 0,0-1 0,1-1 1,1 0-1,2 0-60,0-1 1,3-1 0,4-1 0,1 0 0,0 0-1,-1-1 1,-4 1 0,-3 0 0,-7 1 0,-6 0-1335,20-3 0,-12 0 1,3-1 1391,6-1 0,5-1 0,-4 0 0,-15 4 0,7-4 0,-15 4 0</inkml:trace>
  <inkml:trace contextRef="#ctx0" brushRef="#br0" timeOffset="4418">4993 1706 18789,'-58'7'1016,"1"1"1,9 9 0,0 7 0,12 2-894,18 3 1,8 4 88,-9 12 1,12-3 291,37-6-101,27-38 3,-30-23 0,-4-5-259,1-9 58,-50-16-242,3 54-1099,-6 23 0,3 11 1147,16 0 0,4 3 0,-5 0 1,2-2-1,5 12 0</inkml:trace>
  <inkml:trace contextRef="#ctx0" brushRef="#br0" timeOffset="4750">4956 2340 23114,'-45'32'201,"0"1"1,10-8 0,15 0 27,41 8 1,14-5 55,4-11 424,-2-30 0,-9-11-676,-34-11-4949,-9 2 1,-6 4 3557,-10 14 1,-3 11 0,28 4-1</inkml:trace>
  <inkml:trace contextRef="#ctx0" brushRef="#br0" timeOffset="6535">2814 4246 11362,'11'6'9830,"3"-29"-8335,-46 13 1,-12 1-1479,4-22 0,-3 25 0,-12 5 0,5 3-6,2 2 0,2 3-25,1-4 0,6 8 19,11 17 1,11 6 56,18 16-27,3-7 1,2 9-1,-1-5-21,-1-8 0,-2 1 17,-3 13 1,-3 8 0,-1-2 0,-1-9 0,-2-2 0,0-1-27,-3 16 1,4-2-15,10 11 1,16-16-846,29-51 0,11-14-3302,0 6 0,2-4 3671,-14-7 0,-1-4 1,-5 1-1,-6 0 1,-7 1-1,-4 2 1</inkml:trace>
  <inkml:trace contextRef="#ctx0" brushRef="#br0" timeOffset="6850">3211 4479 16476,'-1'-3'8256,"0"1"-8099,-8-41-62,8 44 45,-5-16-62,3 43 1,3 32-1,1-5-193,-1-11 1,1 1-2118,-2 16 1,0 6 0,0-11 2231,1 0 0,0-3 0,0-43 0</inkml:trace>
  <inkml:trace contextRef="#ctx0" brushRef="#br0" timeOffset="7402">3649 4251 19059,'-4'-2'5046,"26"-29"-5012,10 26-12,-1-8 0,2 1 23,20 14 56,-14-3 0,0-2 229,13-9 388,-2 2-606,-28 5-65,-18 40 1,-7 12-48,3-11-851,6 12 0,5 19 0,1 0 1,-3-13 855,-1-22 1,-2 0-16,2 19 0,1 13 0,-3 0 1,-9-14-70,-12-16 1,-6-4-191,-4 18 0,-7-4-1930,-24-21 1,-6-13 2198,15-9 0,2-4 0,-2 3 0,5-2 0,0-11 0</inkml:trace>
  <inkml:trace contextRef="#ctx0" brushRef="#br0" timeOffset="8070">4689 4563 16504,'-49'5'3629,"-1"-1"1,39 3-3599,37-7 0,34-8 0,13-2 0,-9 2-18,-1 1 0,-2 0 0,4-3 20,-11 1 1,6-2-1,0-1 1,-5-2 0,-9-1 321,6-12 1,-9-2-311,-6 10 0,-14-2 153,-36-7 1,-13 3 183,-21 8-226,4 2 1,0 1-84,3 3 414,5 1-515,88 19 34,6 9-9,1-4 0,-2 14-404,-33 12 0,-7 12 0,-4-5-638,1-8 1,-8 0 478,-12 10 1,-9 6 0,-3-14-1,-13-13 1,3-3 0</inkml:trace>
  <inkml:trace contextRef="#ctx0" brushRef="#br0" timeOffset="8872">6496 4028 12258,'0'-4'9763,"-14"-24"-9544,-23 44-62,-10-10 0,-5 0 277,-4 10 0,0 2-286,6-2 1,3-5 147,9-11 1,10-7 0,21-7-179,4 10-79,4 20 84,-1 26 0,-3 11-69,1-9 0,-1 2 1,0 2-16,1 13 0,1 4 0,3-1 4,4 1 0,2 1 1,7-5-18,3-11 0,4-4 0,6-5-68,7-5 1,6-5 0,2-8-3236,3-12 0,3-7 0,-4-3 1910,5 1 0,-4-6 0,-6-6 0,-11 0 0,-22 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4:32:10.367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7257 4363 20800,'-6'-55'709,"-1"-1"1,4 4 0,9 8-693,33 20-23,9 16 9,-8 21 0,-2 11-34,-9 4 0,-6 5 31,2 6 0,-7 2 28,-10 1 0,-9-2 84,-10-6 0,-7-3 213,-17 13 235,-14-17 0,20-35-431,14-6-101,23-4 17,53 12-26,-17 13 1,3 3-34,10 3 0,-1 6-34,0 14 1,-14 7-12,-29-4 0,-12 1 20,-11 4 0,-13-3-191,-14-11 0,-12-6 1,1-4-1687,-8-1 1,1-7 1915,1-2 0,6-4 0,6-9 0,38-5 0</inkml:trace>
  <inkml:trace contextRef="#ctx0" brushRef="#br0" timeOffset="217">8175 4639 22711,'-18'53'-729,"1"0"1,4-8 0,2-11 0,3-23 0</inkml:trace>
  <inkml:trace contextRef="#ctx0" brushRef="#br0" timeOffset="935">8702 4233 17832,'-5'-51'2233,"-1"1"0,4 9 0,-3 7-2121,-5 12 0,2 43-40,-2 41-61,4-14 1,1 5-7,1 7 1,3 0-1,4-6 1,6-4 50,3-11 0,8-10 252,36-12-159,-22-33 0,-1-10-9,0-7 0,-3-4 22,-3-4 0,-5 0 141,3-19-314,-15 35 61,-4 47-39,-2 42-28,-1-15 1,-1 4-180,-2 9 0,-2 1-1317,0 1 1,1-2 1512,4-11 0,1-4 0,-3 13 0,12-32 0</inkml:trace>
  <inkml:trace contextRef="#ctx0" brushRef="#br0" timeOffset="1135">9439 4581 19983,'0'-9'4766,"0"2"-4676,0 7-348,-27 63-5495,30-8 5753,-12-12 0,2-2 0,19 1 0,-4-32 0</inkml:trace>
  <inkml:trace contextRef="#ctx0" brushRef="#br0" timeOffset="1573">9831 4345 21243,'1'-49'761,"0"0"1,0 0 0,4-15 0,10 10-687,11 24 1,6 11-54,5 11 1,1 10-32,3 16 1,-3 10-31,0 13 0,-8 9 19,-8 11 0,-14 4 37,-14-21 0,-8 1 0,-5-3 31,-7-2 1,-6-3-1,-3-2 23,1-6 0,-2-3 0,1-2-40,-8 3 0,9-2 92,11 10-106,50-21 0,17-6-325,4-1 0,6-4-2441,7-5 1,7-4 0,-4-1 2748,2-2 0,-4-1 0,-2-1 0,-9 0 0,-19 2 0</inkml:trace>
  <inkml:trace contextRef="#ctx0" brushRef="#br0" timeOffset="2090">10755 3840 17395,'-4'-3'6374,"1"0"-6338,14-26 1,14-5 125,15 18 1,4 2-119,-13-22 1,0 5 86,16 26 1,-4 20-70,-25 22 0,-9 15-27,1-5 0,0 7 0,-1 4 0,-3 0-17,-3 6 0,-3 2 0,-1 0 0,2-2-22,2-8 0,0-3 0,1 1 0,-1 1-121,1 8 0,1 4 1,-2-5-1,-6-14-687,-19 5 327,-6-11 1,-10 5-1,1-12 1,-22-16-1,-4-10 1,1 0-1</inkml:trace>
  <inkml:trace contextRef="#ctx0" brushRef="#br0" timeOffset="5718">2615 5974 14947,'0'-4'7478,"0"0"-6890,-2-27-319,-5 25-208,-40-7-36,4 25 1,-7 9-4,8-6 0,-2 0 1,-1-1 57,-2 0 0,-1-2 1,5-1 98,-3 1 0,7-3 62,-7-6-219,42-4-78,4 3 112,4 22 23,-4 35-60,-2-9 1,-2 7-17,0-9 1,1 3 0,-1 2-84,-2 2 0,1 2 1,2-1 77,3-3 0,2-1 0,4-3-104,9 14 0,12-11-751,14-20 0,12-13 857,1-19 0,5-9 0,-4 0 0,-6 1 0,-3-2 0,10-11 0,0 1 0</inkml:trace>
  <inkml:trace contextRef="#ctx0" brushRef="#br0" timeOffset="7088">3267 6220 20453,'4'-1'2812,"-11"5"-2364,-5-1 269,-14-8-448,3-17-1,0-28-150,21-11-68,25 3-100,4 34 0,7 8 30,9 12 0,1 9-11,0 12 1,-5 9 4,-7 7 1,-15 9 22,-27 0 0,-16 9 1,-10 0-1,0-7 79,-11-2 1,-4-6 0,1-2-44,8-5 1,0-2 0,12-4-107,12 4-1776,44-16 1,27-3 0,10 0-1,-10 2-2413,8 9 0,-4 7 4262,-6 8 0,0 7 0,-19-12 0,-25-18 0,-3-6 0</inkml:trace>
  <inkml:trace contextRef="#ctx0" brushRef="#br0" timeOffset="7618">4006 5950 11995,'-4'-2'9830,"-4"-16"-9398,15 12-102,20-17 12,16 17-180,20-1-134,-22 3 90,3 19 173,-27 19-179,1 6-13,-11 13 0,-3 16 0,-2-4-92,0-20 1,-1-2-1,1 4-3,0 7 0,1 5 1,0 2-1,-4-5-284,-3 2 0,-4-2 0,-4-6 280,-15 4 0,-3-6 0,11-6 0,-1-8 0,-31-7 0</inkml:trace>
  <inkml:trace contextRef="#ctx0" brushRef="#br0" timeOffset="9300">5035 6263 16376,'48'-11'1730,"0"1"1,-43-1-1716,23 3 0,25 1 0,13 1 0,4-1 0,-6 0 0,-17-3 659,-3-8 1,-5-2-550,8 5 0,2 0 0,-18-4 498,-39-26 407,-42 12-235,10 8-882,64 34 1,15 12-455,0 24 1,-2 9-1596,-10-16 0,-1 1 0,-3 1 2136,5 23 0,-16-7 0,-44-11 0,24-38 0</inkml:trace>
  <inkml:trace contextRef="#ctx0" brushRef="#br0" timeOffset="9937">6934 5778 14090,'-54'-9'3691,"0"0"0,15 5-3565,-3 5 0,-15 1 0,0 2 0,17 4-47,6 14 209,-15 19 1,9 5-87,37 1-4,0 10 1,1 8-82,2-20 1,1 0 0,0-2-101,-1 6 0,-1-2 16,1 11 1,5-4 330,17 0-314,-8-27-633,26-12 1,19-5 0,-2-6 582,-1-9 0,-1-4 0,-4 4 0,2 0 0,-7 0 0,-11-1 0,1-1 0</inkml:trace>
  <inkml:trace contextRef="#ctx0" brushRef="#br0" timeOffset="10610">7826 5818 14958,'0'-3'6503,"0"0"-6156,0 3 158,-62-32-402,28 33 1,-5 4-33,-10-11 0,-8-3 0,5 5 13,2 10 0,4 4-25,-2-1 0,10 0-26,21-3 40,23 17 196,1 37-160,-8-17 0,-1 3-3,-1 17 1,-1-2-82,-3-19 0,0-4 109,1 0 1,1-10 1215,5-22-1098,9-17-216,15-10 1,3-4-37,3-9-6,8 6 1,7 8-18,-1 23 1,-1 8-235,-7-6 0,-1 2 220,14 8 1,-9 10-2083,-30 16 1,-10 1 1821,1-5-669,-19 6 0,-11-5 650,-27-22 0,13 1 0,5-12 0</inkml:trace>
  <inkml:trace contextRef="#ctx0" brushRef="#br0" timeOffset="11125">8384 5712 21231,'50'-21'631,"1"-1"0,0 1 1,-12 7-570,-30 13 122,28 29-111,-22-6-17,16 26 5,-21 12 1,-1 8-188,5-7 0,0 2 49,-5-12 1,-1 2 0,1 0-485,3 4 1,1 0 0,-2-10 67,-2 11-1120,-21-14 0,-12 6 0,-6-10 1613,-23-16 0,-4-6 0,7 15 0,0-4 0,6-21 0,0 1 0</inkml:trace>
  <inkml:trace contextRef="#ctx0" brushRef="#br0" timeOffset="12340">2356 7666 12595,'2'-3'8272,"0"1"-7756,-13-48-438,-47 47-64,31-17 0,-5 2 23,-21 20 1,-11 13-1,9-1-132,-6-1 235,2 2 0,14 9 516,49 32-385,-5-2 1,-2 11-243,1-7 1,1 8-1,0 1 1,2-7-103,-3-4 0,1-4 0,13-2-2385,15 0 0,13 1 1,5-7-1,-4-14 2127,3-19 1,2-12 0,9-1 0,5-2-1,-14-4 1,-15-5 0</inkml:trace>
  <inkml:trace contextRef="#ctx0" brushRef="#br0" timeOffset="12919">2810 7831 12752,'25'-39'3267,"0"0"0,9 43 1,5 2-3285,6-35 0,1 6-13,-9 39 0,1 17 1,-10 2 71,-14 5 0,-10 2 243,-6 6 1,-9-1-29,-3-13 1,-7-9-2911,-27-18 2664,39-15-8,37-9 0,17 1-3,4 16-17,-2 0 0,8 1 1,-14 13-158,-23 31 0,-15 10-67,-4-13 1,-9-1-886,-14-2 0,-10 0 0,-2-8 1126,-12-7 0,1-11 0,-10-4 0,46-13 0</inkml:trace>
  <inkml:trace contextRef="#ctx0" brushRef="#br0" timeOffset="13407">3930 7626 21427,'22'-33'729,"10"2"-410,17 18 309,10-1-561,-13 7 146,8 41-166,-36 1 1,-4 10-26,-1 12 0,-1 9 1,-2-3-20,-2-18 1,0-3 0,-3 5-88,0 7 0,-1 6 0,-4-1 0,-8-8-1477,-13-9 0,-8-6 0,4 0-613,8 18 0,-4-6 2174,-27-10 0,1-16 0,26-20 0,1-1 0</inkml:trace>
  <inkml:trace contextRef="#ctx0" brushRef="#br0" timeOffset="14073">5252 7939 14566,'26'-20'1603,"17"7"0,21-2 1,5 1-1,-12-2-833,-1-5 1,-4-4-454,11-4 1,4-4-1,-30 2-154,-56-11 184,-30 14 0,12 11-297,64 23 1,16 10-68,8 7 0,-2 12-939,-18 8 0,-4 10 0,-2-3-3275,11 3 0,-15-1 4231,-28-7 0,-12 1 0,-2-11 0,-16-9 0,17-13 0</inkml:trace>
  <inkml:trace contextRef="#ctx0" brushRef="#br0" timeOffset="14913">7145 7549 13004,'0'-4'4915,"-26"-18"0,-11 0-4456,0 17-444,-5-1 1,-16-1-1,-1 1 1,12 4 17,-17 11-18,8-5 0,-7 0 0,28 6 13,42 13 70,2 16 0,1 11-1188,-1-9 1,1 3-1,-1 0 1079,1-1 0,0 0 0,-2 3 34,-6 4 1,-3 6 0,1-2 0,6-9-80,13-6 0,4-3-76,-6 28 1,13-11-3146,25-44 0,17-20 0,-9 0 2123,-22 6 0,-2-3 0,12-3 1,4-2-1,-16 3 0,-25 5 1</inkml:trace>
  <inkml:trace contextRef="#ctx0" brushRef="#br0" timeOffset="15140">7786 7586 24598,'-17'25'16,"9"4"1,3 6-331,4 12 1,3 3-1527,2 9 0,2 0 1840,3-9 0,0-5 0,5 7 0,0-29 0</inkml:trace>
  <inkml:trace contextRef="#ctx0" brushRef="#br0" timeOffset="15546">8240 7524 17624,'-3'-5'3025,"24"-23"0,11-3-2952,-8 15 36,19-15 0,5 3 109,-6 23-38,20 14-108,-29 2 18,-14 17 0,-3 13-92,-1 10 0,-3 8 0,-1-3-9,3 3 0,-7 3-302,-9-13 1,-3 8-1,-4 1 1,-3-4-1,-3-10 313,-17-2 0,-4-5 0,7 4 0,-1 2 0,1-11 0,-20-11 0</inkml:trace>
  <inkml:trace contextRef="#ctx0" brushRef="#br0" timeOffset="16450">2647 9434 17081,'-31'-32'1693,"-1"-1"1,7 7 0,-4 7-1711,-10 16 0,-9 10 0,2 0 199,-17-1 0,2 1-165,7 2 0,2 1-26,8-10 1,9 8 193,19 34 0,9 7-73,-3 2-1122,2 2 1,0 12 0,3-8 1059,3-21 1,6 1-18,4 11 1,5 12-1,6-2 1,9-15-1928,18-18 1,12-14 0,-1 4 1893,-14 8 0,1 5 0,0-3 0,-1-9 0,12-13 0,0-10 0,-7-3 0,-11-6 0,0 1 0</inkml:trace>
  <inkml:trace contextRef="#ctx0" brushRef="#br0" timeOffset="16908">3186 9415 14460,'0'-4'8704,"-19"-6"-8592,-3 56-3,1-17 1,2 5-1492,8 11 0,5 6 0,0-4 1402,-2-6 0,2-2 69,3 10 1,12-15-252,36-59 1,6-18 262,-12 18 123,3-15 0,8-10 1,-10 20-124,-15 29-113,20-23 9,-36 60 1,-6 21-2499,5-15 1,2 3 0,-1-2 2500,1 9 0,0-3 0,2 6 0,1-13 0,-3-33 0</inkml:trace>
  <inkml:trace contextRef="#ctx0" brushRef="#br0" timeOffset="17324">4054 9480 16112,'-1'-3'6621,"0"1"-6509,32-25 0,14-4 56,-8 11-51,18-15 1,1 4-28,-10 23-40,3 13 23,-28 22 0,-5 7-51,2 3 28,-7 3 1,-2 12-1,-1-2-33,-1 13 0,-3-1-37,5 2 1,-12 2-1744,-18-19 1,-11 3 0,-3-3-1,5-11-349,6-10 1,-3-4 2111,-18 9 0,-8 1 0,16-12 0,24-17 0,2-1 0</inkml:trace>
  <inkml:trace contextRef="#ctx0" brushRef="#br0" timeOffset="18041">5408 9701 22212,'62'-16'32,"0"-1"0,-1 1 0,1-1 0,0 1 0,-9 0 0,-6 0 0,5 1 25,5 4 0,12 1 0,-2-1 1,-13-2-1,-28-6 435,-50-19 1,-8-2 157,51-14-247,-72 10 0,5 10-436,54 27 44,19 17-25,23 17 0,5 15 14,-29-3 0,-3 9 0,-2 2 0,3-8 0,19 5 0,-3-1 0,-23 5 0,0-1 0,0 1 0</inkml:trace>
  <inkml:trace contextRef="#ctx0" brushRef="#br0" timeOffset="18669">7253 9173 14477,'-4'-3'7942,"1"1"-7953,3 2 672,-52-23-521,36 18 182,-20-7 0,-5 0 137,-17 5-426,11 9 1,0 0-28,-17-7-124,7 12 202,63 51-28,-4-23-14,0 19 0,3 10 68,2-13 0,0 3 1,0-3-95,-3 5 1,2 1-61,3-5 1,3 9 0,3-4 0,3-13-1249,8-14 1,5-8 725,22 19 1,2-11 0,5-29 0,-27-9 0,-1 1-1</inkml:trace>
  <inkml:trace contextRef="#ctx0" brushRef="#br0" timeOffset="18928">7816 9329 25303,'-9'51'-40,"0"1"0,0-1 0,4-3 1,3-1-1,-1 3 0,1 3 0,3-9 1,10 1-1</inkml:trace>
  <inkml:trace contextRef="#ctx0" brushRef="#br0" timeOffset="19415">8222 9253 18179,'26'-27'2574,"0"0"0,9 6-2489,-1 0 1,8-4 0,-5 6 631,13 7-728,4-2 89,-36 66-56,-9-12 1,-1 8-1,-1-3-16,0 3 0,0 4 1,4 1 0,2 8 0,-2 2 0,-6-7-405,-9-7 0,-4-5 1,-1 1 397,0 9 0,0 0 0,-2-4 0,-6 7 0,-4-13 0,-16-20 0</inkml:trace>
  <inkml:trace contextRef="#ctx0" brushRef="#br0" timeOffset="20372">3106 11048 8948,'1'-3'4915,"-27"-19"0,-15-2-1773,-9 13-3122,11-1 1,-7-2 0,-3 7 48,-12 11 0,-3 7 1,7 2-146,10-3 0,1 2 81,-3-1 1,-4 3 0,20 7 109,34 19 0,12 4-31,-9-7 0,-1 4-6,0 10 1,0 8-1,6 1-388,7-9 1,5 1-1,1 0 1,-1-5-660,-3-4 0,-2-4 0,7-1 403,19 13 1,9-1 0,-6-20-1,5-33 1,2-7 0</inkml:trace>
  <inkml:trace contextRef="#ctx0" brushRef="#br0" timeOffset="21005">3729 11116 21254,'-53'-2'522,"0"1"0,0-1 0,-5-4 0,-1 0 0,10 7-3361,16 10 1,4 1 2782,-36-7 830,67 29 1,10 13-576,-12-4 1,-4 4 0,4-2 752,5 7 1,6-4-521,0-9 1,11-5-536,16-15 1,14-5 0,3-4 0,-8-2 12,-4-5 1,-1 3 55,21 18 1,6 10-1,-33 0-216,-47-5 1,-17-5 249,-16-17 0,-3-5 0,-9 14 0,20-21 0,0-1 0</inkml:trace>
  <inkml:trace contextRef="#ctx0" brushRef="#br0" timeOffset="21503">4044 11108 22375,'56'-29'295,"-1"0"1,1 0 0,-8 3-1,-2 1 1,-8 9-212,-2 14-22,-16 19 66,3 39-61,-10-12 0,2 7 1,1-1-57,6 8 0,3 4-53,-4-15 1,6 7 0,0 3-1,-7-2 1,-10-7-396,-18 2 0,-11-6 1,4 2-916,13 7 0,4 0 0,-13-9 786,-22-17 1,-12-8 0,5-8 0,-10-8-1,39-3 1</inkml:trace>
  <inkml:trace contextRef="#ctx0" brushRef="#br0" timeOffset="22186">5565 11304 23545,'53'-17'20,"0"0"1,0 0-1,0 0 1,1 0-1,-1 0 1,4-1 0,-2 1-1,-5-2 1,-12-4 124,-2-20 1,-24 2 218,-33 18 0,-12 4-98,-10-11 0,3 4-227,9 8-54,66 34 0,38 19 0,-10-3-24,-29-18 0,-3 4-1443,7 19 1,6 13 0,-5 1 0,-21-10 1481,-38 7 0,1 2 0,-1-6 0,2-29 0</inkml:trace>
  <inkml:trace contextRef="#ctx0" brushRef="#br0" timeOffset="22758">7272 10933 19619,'-3'-34'2335,"1"1"1,23-3-4210,14 14 0,14 2 1,-5 8 1867,21 14 485,-21 13 0,4 8 0,-22 9-461,-39 12 0,-28 11 0,-7 1 1,11-6 408,11 2 0,8-1-345,5 8 0,4 4 0,21-22-168,28-36 1,20-23 0,9-9-1,-4 7-627,-9 8 0,0 3 1,0-1-1,-1-2 389,7-5 0,2-4 0,-5 2 0,-15 3 0,-2 1 0,-21 7 0</inkml:trace>
  <inkml:trace contextRef="#ctx0" brushRef="#br0" timeOffset="23372">7018 10683 15429,'-17'1'7388,"-18"18"-7287,3-7 0,-5 0 223,-2-1 1,1-2 308,-20 0-319,22-14-309,48 12-5,8 12 64,3 31 1,-1 17-63,-12-11 1,-3 8 0,0 2 0,2-5-11,4 3 1,2-5 0,10 1-302,3-13 1,9 4-1,4-2 1,-2-7 0,-6-11-1,-1-10 1,2-9 0,19-9-1,1 0 1,-1 0 0</inkml:trace>
  <inkml:trace contextRef="#ctx0" brushRef="#br0" timeOffset="23871">8392 10677 16381,'-3'-3'6895,"23"-42"-6736,27 27 1,7 3-112,-17-11 0,1 2-9,21 12 0,-3 17 50,-29 17 1,-7 8 39,-1 10 0,-4 6-114,0-4 0,0 3 0,-1 4 11,-1 0 1,-1 4-1,-2 0 1,-3-1-3304,-4 11 0,-5-2 0,1-1 1969,5-6 0,1-1 0,-7-6 1,-12 1-1,-1-16 0,10-28 0</inkml:trace>
  <inkml:trace contextRef="#ctx0" brushRef="#br0" timeOffset="28568">18300 1491 16594,'4'-62'2554,"-1"0"0,2 12 0,0 5-2179,6-11-347,-3 54 28,-9 27 0,-7 16-230,-2 16 1,-1 6-1130,3-10 0,0 2 0,2 0 818,1-3 0,1-1 1,0-4-1,0 2 1,2-7-1,9 6 1</inkml:trace>
  <inkml:trace contextRef="#ctx0" brushRef="#br0" timeOffset="29001">18457 959 16096,'-60'-6'800,"0"-1"1,0 0 0,0 0 0,-1 9 0,0 4 0,1 5 0,4 7-661,1 10 0,4 9 0,2 4 1,3 5-622,8-5 0,1 5 0,3 2 0,2 2 0,5 1 550,3 1 0,2 2 1,3 1-1,6 1 1,7-2-40,8 11 1,7 1 0,9-3 0,9-5-87,3-14 0,8-4 0,4-2 0,5-4 0,2-4-93,-2-5 1,5-4-1,2-2 1,2-3-1,1-3 1,0-1-56,1-3 1,2-2 0,0-3 0,1-2-1,-1-2 1,0-3 249,-3-1 1,1-2 0,-1-2 0,-1-3-1,-1-2 1,-3-3 49,4-5 1,-1-3-1,-3-2 1,-3-4 0,-5-4 76,3-10 0,-5-4 1,-6-5-1,-7-1-60,-9-3 1,-6-3-1,-8-1 1,-8 0-98,-8-1 1,-10 0 0,-7 1 0,-5 4-552,-1 13 1,-5 1 0,-4 3 0,-2 2 0,0 4 534,-7-3 0,-4 4 0,1 4 0,2 3 0,-3 1 0,1 5 0,6 5 0,9 9 0,0-1 0</inkml:trace>
  <inkml:trace contextRef="#ctx0" brushRef="#br0" timeOffset="32419">17305 2141 11222,'38'-40'1870,"0"1"1,0-1 0,-2 3 0,-1 1 0,-7 6-689,0-1-476,-53 45-521,-6 6 0,-9 8 0,-2 1-469,4-2 1,0 1-1,-3 2 1,-2 1 325,-3 2 1,-2 3-1,-2 0 1,-1 2 0,0 0-152,4-3 0,0 1 0,-1 0 1,0 0-1,0 0 0,1 0 118,0-1 0,0 0 1,-1 0-1,2-1 1,-1 0-1,1 0-40,-6 4 1,0 0 0,0-1 0,2-2 0,3-2-1592,1-2 1,2-2-1,3-3 1,5-3 1621,-2 0 0,6-3 0,-6 5 0,38-24 0</inkml:trace>
  <inkml:trace contextRef="#ctx0" brushRef="#br0" timeOffset="33172">15424 3497 20492,'0'-47'403,"0"0"0,0-1 1,10-14-1,12 9-383,24 18 0,10 11-68,-2 10 0,2 11-33,-3 10 0,-5 12 39,-10 10 0,-10 9 5,-13 8 1,-13 5 94,-15 4 1,-12-2 128,-2-19 0,-5-1 0,-1-5 297,-11 3 1,-1-6-174,6-8 0,3-9 125,2-20-464,24 0-145,27 1 139,30 17 6,-2 4 0,4 3-56,1 5 0,-4 4-143,-4 3 1,-18 5-141,-42 8 0,-20 0-56,-9-6 0,-11-5-44,14-9 1,-6-2 0,-1-1 0,3-5 466,2-4 0,1-3 0,4-1 0,-8 4 0,7-4 0,4-12 0</inkml:trace>
  <inkml:trace contextRef="#ctx0" brushRef="#br0" timeOffset="33622">15775 2945 12853,'-54'-9'1092,"-1"0"0,1-1 0,0 1 0,-4 5 1,-2 2-1,2 5 0,3 8-955,7 7 0,2 7 0,3 5 1,-1 3-602,5-1 0,0 3 0,1 3 0,2 2 0,3 2 463,3 4 0,1 2 0,3 3 0,4 0 0,2 2-3,4 0 1,2 2 0,4 1-1,4-1 1,6-1-7,8 11 1,6 0 0,8-3 0,9-4-43,5-13 1,9-2-1,6-4 1,2-3 0,0-4 48,-3-4 1,1-3 0,1-3 0,3-5-1,2-4 91,-4-6 1,3-4 0,3-4 0,1-2 0,-1-2 0,-3-3 0,-5-1 21,16-4 1,-5-4 0,-4-6-1,-2-10 5,-13-5 0,0-9 0,-2-6 0,-3-2 0,-4 3 0,-5 6-85,3-3 0,-8 4 0,-7-7 33,-10-3 1,-6-9 0,-5-3 0,-6 5 0,-5 11-38,-12 8 0,-8 10 0,-4-3-259,-1-4 1,-4-2 0,-2 0 0,2 4 232,-7 0 0,0 5 0,3 3 0,-11-5 0,7 7 0,6 3 0</inkml:trace>
  <inkml:trace contextRef="#ctx0" brushRef="#br0" timeOffset="34371">19168 1745 19031,'56'18'527,"0"-1"0,1 1 1,-12-4-1,1 1 1,2 0-1,5 1-494,-1 0 1,4 0 0,2 0-1,4 2 1,3 1 0,3 2-295,-16-4 0,3 2 1,4 2-1,3 0 0,1 2 1,1 0-1,0 0 0,-2-1 1,-1 1-1,-3-2 0,-3-1 1,-5-1 272,11 4 0,-6-3 0,-4 0 0,0 0 0,2 1 0,5 3-360,-5-2 1,6 3 0,4 1 0,2 2 0,0 1 0,-1-1-1,-5-1 1,-6-3 0,-8-2 0,-10-3-1548,7 5 1,-15 0 1894,-3 23 0,-32-47 0,0 0 0</inkml:trace>
  <inkml:trace contextRef="#ctx0" brushRef="#br0" timeOffset="43836">21928 3040 8567,'1'-10'9830,"-1"2"-8752,5-22 1,0-5-150,2 14-517,-1-15 0,0 4 98,-2 27-292,-3 4-44,-9 20-12,-9 17-103,4-5 0,0 3-9,-4 6 1,1 1-9,1 2 0,2 1-6,2 2 1,2-1-21,3-7 1,1-1 6,5 22 111,13-24 96,19-28-74,23-23-89,-21 0 1,0-5 13,0-4 0,-1-3 14,-4 0 1,-4 0 139,11-21-84,-12 13-134,-10 17-12,-5 11-10,-3 20 38,-3 20 7,-9 26-18,-1-17 0,-3 2-8,-3 7 0,-1 1-20,-2 3 1,1 0-12,2-2 1,0-1-404,3 1 0,1-2-728,3-16 0,3-1 1148,2 20 0,2-35 0,3-11 0</inkml:trace>
  <inkml:trace contextRef="#ctx0" brushRef="#br0" timeOffset="44441">22439 2762 13424,'-29'-36'2380,"0"-1"1,-4 16-1,-5 1-1988,-8-5 0,-6-3 0,0 9-543,-11 10 1,-2 12 318,9 6 0,-2 6 0,1 6-52,14 2 0,2 5 1,0 2-1,2 1-247,-11 9 1,3 3 0,2 3 169,6-1 0,1 3 0,3 2 1,6 1-1,9-2 0,6 0 0,3 2 1,3 0-25,3 0 0,2 0 1,4 1-1,3-2-3,2 0 1,2 0 0,5-2 0,6 0-5,11 5 0,8 0 1,4-3-1,-1-6 3,2-2 0,0-6 1,4-1-7,-2-2 1,3 0 0,3-3-1,0-10 49,13-9 0,1-11 1,-1-6 15,-2-4 1,-2-5 0,0-4-7,-13 2 1,0-2-1,0-3 1,-2-4 86,0-7 0,0-4 0,-4-3 1,-3-1-50,2-9 1,-6-2 0,-2-3-30,-1-2 0,-2-2 0,-8-1-1,-10 0 1,-8-1 0,-8 1 40,-8 4 1,-8 1-1,-6 2-228,-1 10 0,-5 1 1,-4 3-1,-2 3 115,-3 4 0,-3 3 0,-2 3 0,4 2 0,1-2 0,1 3 0,2 6 0,-7 10 0,-1 0 0</inkml:trace>
  <inkml:trace contextRef="#ctx0" brushRef="#br0" timeOffset="45720">18474 2365 12225,'-1'-53'3276,"-1"-1"1,1 14 0,-1 6-1160,2 10-2094,0 25 492,0 58-385,0-12 0,0 13 0,0 4 1,-1-2-82,-1-8 0,-1-2 0,0 3 0,0 5-14,2-5 0,-1 6 0,0 4 1,1 1-1,-1-1 0,1-3 1,0-7 4,0 5 1,0-6-1,1-2 1,-1 4 43,1-2 0,0 4 0,0-1 0,-1-5 0,-1-8-84,-4-3 0,-1-6 0,3 27 0,-18-68 0</inkml:trace>
  <inkml:trace contextRef="#ctx0" brushRef="#br0" timeOffset="47337">18405 4190 9890,'4'-35'4915,"0"0"0,17-5-3412,13-15 1,8 19-1462,1 64 0,-6 22 22,-20-17 1,-11 5-47,-16 10 0,-12 10 1,-4 1-1,3-7-1361,-1 10 0,-4-7 1359,-11-15 1,-6-3 0,28-8-426,54-14 0,29-9 0,-8-5 432,-1-7-2012,-9-1 1,15-3-1,-2-1 1,-18 1 1988,-13-2 0,10-2 0,-10 1 0,-30 11 0</inkml:trace>
  <inkml:trace contextRef="#ctx0" brushRef="#br0" timeOffset="48426">18891 3816 8909,'-63'-15'2457,"0"-1"1,19 19-1,0 5 1,-5 1-1582,-10-3 1,-7 0 0,1 2 0,5 4-795,6 4 0,5 4 0,1 6 69,5 2 0,-1 6 1,3 1-1,8-4-87,5 2 1,5 3 9,-7 16 1,1 10 0,11 1 52,20-4 0,11 0 0,-1-1-92,-9-5 0,-1-2 1,9 0 6,14 1 0,8 2 0,8-3 0,2-9 32,3-14 0,6-8 0,0-3 1,-2 2-40,5 10 1,-1 1-1,7-11 54,-11-15 1,8-5 0,3-5-1,0-3 1,-4-2 0,-8-1 18,6-8 0,-8-4 1,2-3-73,2 3 1,5-1-1,-3-2 1,-7-5 125,-4-8 1,-7-5-1,-10-2-13,-13-3 1,-9-2-1,1 1-96,8-12 0,-7-2 7,-15 5 0,-11-4 0,-7 8-25,-7 16 1,-7 7-1,2 0-35,9 1 0,1 1 0,-4 1-153,-16-8 0,-6 2 0,2 9 153,-5 16 0,4 4 0,14-9 0,1 3 0,2 14 0,-1 1 0</inkml:trace>
  <inkml:trace contextRef="#ctx0" brushRef="#br0" timeOffset="50291">18649 5180 10242,'-1'-5'9830,"-6"-50"-7976,6 44-1137,-3-26-140,8 65-90,-1 36-316,-2-29 0,-1 2 78,-1 15 0,0 6-48,-1-6 1,0 3 0,-1-2-101,-1 10 0,0 0-55,0-15 1,1 1 0,-2-2 135,-3 14 0,-1-6-123,5-18 0,0-1 28,-1 13 0,0-3-43,5-10 270,2-14-258,-2-21-118,2 0-8653,-6 2 8715,2-1 0,-2 1 0,3-1 0</inkml:trace>
  <inkml:trace contextRef="#ctx0" brushRef="#br0" timeOffset="52570">18747 6342 10987,'-5'0'9830,"1"0"-8592,-5 3-1148,-5 0 117,-40 8-118,9-2 1,-1-1-42,8 0 0,0-2 321,-14 2 1,6-2-135,21-4 34,-2-2-325,24 0 11,2-1 28,-15 55 34,9-31 36,-8 28 0,-2 6 3,7-24 0,0-3-42,-1 6 0,1-2 373,-6 15 66,13-40 1116,6-7-1547,21-23-44,2 7-6,5 0 0,5 5-17,17 19 0,1 6 11,-13-8 1,-1 3-23,4 6 0,1 6 0,-14 4 17,-26 12 0,-8 1 28,16 13-324,-40-22 1,-17-1 0,0-10 334,1-19 0,1-5 0,-9 15 0,4-3 0,-4-23 0</inkml:trace>
  <inkml:trace contextRef="#ctx0" brushRef="#br0" timeOffset="53391">18733 6259 9979,'-58'-23'1404,"1"0"0,0 0 0,4 16 1,-7 4-1,0 3 0,4 3 1,10 3-375,2 8 1,1 7-868,-3 1 1,-9 4 0,-4 5-1,4 1 1,10 1-78,7 8 0,9 3 0,-1 1-75,-1-8 0,-2 0 0,3 3 1,8 4 83,9 14 0,9 7 0,6 0 0,0-10 3,2 2 0,7-3 103,5 0 1,7 8 0,6-3 0,9-10-908,14-16 1,13-11 0,1-3 0,-6 3 725,-9 10 1,-3 1 0,7-7 31,3-12 1,9-3-1,3-5 1,-4-4 0,-11-6 143,6-14 0,-5-9-65,-7 5 1,6-5 0,-1-1 0,-7 3-99,7-6 1,-5-4 111,-2-10 1,-1-6 0,-12 7-12,-12-3 8,-10-3 0,0-13 0,-6 10-114,-9-12 48,-5 10 1,-5-10-1,-5 7-31,-13 6 0,-5 3-38,11 6 1,-2-1-1,-1 4-27,-9-2 1,-5 6 1348,-3 7 1,-6 7-1330,8 14 0,-4 5 0,4-1 0,1-6 0,2 1 0,-12 8 0,0 0 0</inkml:trace>
  <inkml:trace contextRef="#ctx0" brushRef="#br1" timeOffset="79987">19588 874 32122,'-34'-16'-3958,"20"29"2631,41 42 1059,-10-25 1,6-6 664,23-15 0,7-15-392,-12-12 1,-1-10-1,3-1-10,-2 3 1,4-2-1,-2-1 1,-3 0-39,-1-4 0,-3-2 1,0 4-773,18-14 1,-5 20 814,-8 52 0,-7-25 0,-6 31 0</inkml:trace>
  <inkml:trace contextRef="#ctx0" brushRef="#br1" timeOffset="113645">24230 669 21477,'-46'9'-67,"0"-1"0,0 1 0,0-1 0,0 0 0,3-2-347,-3 2 0,3-3 381,5 0 0,4-2-157,-8 0-274,27-3 63,13 4 587,-2 25-966,-11 32 838,3-14 1,0 4-9,-1 9 1,0 3 22,1 0 1,2 0 40,3-3 1,2-3 0,1-7 0,3-3 13,3-8 1,5-5-5,22 10-746,2-32 0,5-6 622,4-5 0,-1-4 0,21-1 0,-21-4 0</inkml:trace>
  <inkml:trace contextRef="#ctx0" brushRef="#br1" timeOffset="115151">31030 527 13149,'-38'-15'5450,"19"3"-4688,11 20-541,38-14 1,16-5-217,0 4 9,3-5 0,-5 1-42,-25 9 64,4 28 1,-4 8-3401,-4-2 3378,-1 2 0,-1 8 64,-7 17 1,-5 10-1,2-9-70,0-19 1,2 1 10,0 5 0,4 13 0,-1 3 0,-4-4 0,-6-13-67,-11-7 1,-6-4-277,-1 6 0,-4 4 0,-3-12 0,-33-11 0,21-15 0,0 0 0</inkml:trace>
  <inkml:trace contextRef="#ctx0" brushRef="#br1" timeOffset="124862">24513 946 22241,'-12'1'5941,"4"-51"-9087,15 30 2576,1-14 1,2 2-424,3 19 8,27-8-24,-3 36 450,8 6-523,-22 14 0,-10 7 775,-14-2 0,-9 1 568,-12 16 0,-8-2-1060,0-17 1,-4-4 984,5-4 1,1-8 210,2-13-509,71-20-44,11 13 74,-6 6 1,0 5 61,-16 2 1,-7 5 41,-10 12 1,-13 2 1695,-21-8 1,-11-2-1941,-11 5 1,-4-5-458,-2-9 1,2-4 0,-13 1-1,25-14 1</inkml:trace>
  <inkml:trace contextRef="#ctx0" brushRef="#br1" timeOffset="125327">25327 1285 24637,'1'56'55,"-8"-10"0,-3 6 0,2-10 1,2-5-1,-6 14 0,0-1 0</inkml:trace>
  <inkml:trace contextRef="#ctx0" brushRef="#br1" timeOffset="141334">1285 10236 6932,'-8'-3'9248,"1"0"-8744,-15-22 0,-1-8 156,12 9-638,-15-12 1,8 11 106,26 28-28,9 35-54,-4-5 1,1 2-37,0-1 0,1-2 23,2 3 0,2-6 302,13-7 185,-3-36 0,1-10-381,8-10-93,-8-10 1,-3-4-68,-11 16 1,0-2-995,5-5 0,4-4 0,-1 4 1014,0 1 0,-1 3 0,6-10 0,-4 8 0,-6 20 0</inkml:trace>
  <inkml:trace contextRef="#ctx0" brushRef="#br1" timeOffset="155720">1167 8683 14202,'-4'-3'1849,"1"0"-1387,-28-16 0,-7-2 193,10 10-734,-11-11 1,4 9 95,26 37 22,20 39-45,1-16 1,5 1 24,4 1 1,5-3 198,-1-7 1,4-12 526,32-31-588,-19-24-62,-15-8 1,-3-6-40,-3 3 0,2-3-2403,2 0 1,5-5 0,1-1-1,-4 7-1386,0-4 0,0 3 3370,6-6 1,2-2 0,-10 17 0,-15 24 0,-4 3 0</inkml:trace>
  <inkml:trace contextRef="#ctx0" brushRef="#br1" timeOffset="180533">25963 1048 14415,'-10'-40'1094,"0"0"0,0 5 0,0 4-713,-3 4 73,-1 2 162,2 0-72,4 4-169,4 6-470,2 8 11,0 19 89,4 17 1,3 7 24,4 5 1,2 4-13,-2-4 1,0 3 0,2-1 3,5 15 1,0-3 10,-3-6 1,-3-2 81,-3-2 0,-2-5 19,-1 3 230,-4-9-157,-3-38-50,-6-46-101,5 19 0,-2-4-34,-3-15 1,-2-4 5,2 1 0,-1 1 5,0 5 1,0-1 67,-1-7 0,1 3-84,-1-4 78,3-3 17,7 50-336,1 2 241,10 56 2,-1 1 1,1 8 0,1-1 1,0 6-1,-1-4-6,2 7 0,0-5 14,-1 3 0,-3-15-3931,-5-37 3903,-2-4 0,0-6 0,-1-2 0</inkml:trace>
  <inkml:trace contextRef="#ctx0" brushRef="#br1" timeOffset="202530">13882 9736 17266,'7'-57'1755,"-1"0"0,-1 4 0,-6 4-1352,-8 15 1,-5 5-191,-27-6-104,-15 36 0,-7 17-68,20 1 0,1 6 0,-1 2-174,-6 4 1,0 3-1,4 3 131,7 4 0,4 2 1,10 2 45,11 10 1,13-2-48,9-8 0,11-7 31,20-4 0,9-15 53,9-30 1,0-13-40,-12 7 0,-3-7 12,-8-14 0,-3-10 0,-6-3-372,-8-5 1,-6-4 0,-1 0 363,1 1 1,-1 0 0,-1-2 69,-2 5 0,-2-4 0,0 2 0,-1 6 104,1-12 0,0 5-150,-2 5 0,1 8-53,0 7-29,5 67 48,-4 9 1,-1 7-32,1 15 1,0 7-196,-3-17 0,0 5 0,-1 0 0,1-1 40,-1 8 1,1-2-1,-1 1-524,1 5 0,0-1 1,2-1 391,3-8 0,2-1 0,-1-8-1,-3-11 1,1-5 0,13 30 0</inkml:trace>
  <inkml:trace contextRef="#ctx0" brushRef="#br1" timeOffset="203116">14783 9185 22991,'-20'-41'854,"0"1"0,-27-4-815,30 66 0,2 19-28,1 5 0,0 12 0,0 3 1,2-8-10,-5 9 1,3 1-94,4-7 0,2 8 0,2 0 0,5-7-1181,8-8 1,5-6 0,-5 1-1597,-5 2 0,-5 0 1,-4-2 1349,-16 16 0,-6-9 1530,-16-4 1956,-5-76 1,7-23 559,35 10 1,13-5-1748,7 2 1,7-6-1,3 0 1,-1 6-883,2-7 0,8 4-323,8 11 0,11-3 0,0 5 0,-11 10 0,4 4 0,-2 5 0,-1 0 0</inkml:trace>
  <inkml:trace contextRef="#ctx0" brushRef="#br1" timeOffset="203601">15365 9186 15081,'-43'-5'2274,"0"-1"0,34 50 0,16 26 1,-1-3-2236,-4-4 0,-7 1-39,-7-11 0,-6 8 0,-2-4 0,2-14 0,-11 4 0,-36-49 0,0 1 0</inkml:trace>
  <inkml:trace contextRef="#ctx0" brushRef="#br1" timeOffset="204672">15918 9045 7940,'-5'55'578,"0"-1"0,0 1 0,0-1 0,0 1 1,43-30-1,14-11 0,-12 13 0,-30 18 1,-14 18-1,-7 7 0,1 1 0,7-11 1,14-20-1,32-28 0,-1 0 0,1 0 1</inkml:trace>
  <inkml:trace contextRef="#ctx0" brushRef="#br1" timeOffset="205968">16172 8957 8959,'-3'-9'9830,"2"1"-7416,1 8-2033,-12-18 466,-8 40 149,-26 11-621,18 9 1,3 9-150,-1 8 1,4 3-136,11-19 1,2 2 0,9 2-38,10 0 1,8 3-1,2-2 1,-2-5-52,-2 8 0,7-4-392,17 2 1,12 0 0,-7-16-2855,1-23 3243,0-3 0,-2-4 0,-17-6 0,-3-7 0</inkml:trace>
  <inkml:trace contextRef="#ctx0" brushRef="#br1" timeOffset="206870">16640 9279 19115,'4'-60'1756,"0"0"1,-3 1 0,2 25-1522,4 46 0,-1 23-28,0 19 1,1 5-164,-3-19 1,-1 1 28,0 9 0,0 5 0,-4-6-3,-4-6 0,-1-4-76,2 0 1,0-3-4616,-6 3 4621,20-46 0,-5 2 0,7-7 0</inkml:trace>
  <inkml:trace contextRef="#ctx0" brushRef="#br1" timeOffset="207432">17040 8955 15529,'-23'-39'9830,"22"31"-9185,3-17-589,30 35 0,12 19-1425,1 8 1,2 9-1,-3-1 1391,-8-16 1,-3 0-1,-7 8 54,-11 10 1,-6 12 0,-4 4 0,-7-4 0,-5-9-77,-20 5 0,-9-3 0,6 6 0,0 5 0,-1-16 0,-19-15 0</inkml:trace>
  <inkml:trace contextRef="#ctx0" brushRef="#br1" timeOffset="208965">15360 10338 11138,'0'-44'3276,"0"1"1,0 76 0,0-1 358,0-79-3553,0 76 0,0 32 1,0-4 65,0-12 1,0-2 16,0 1 1,0-1 114,-1 1 0,0-8-280,-1-22 0,-1-3 0,2-19 0</inkml:trace>
  <inkml:trace contextRef="#ctx0" brushRef="#br1" timeOffset="210907">12665 10979 13323,'-16'7'4094,"31"-3"-3503,22-3 0,12-2-300,-5-1 1,6-2-1,2 0-671,-3 0 0,4-1 0,1-1 0,2 1 451,-6-1 1,2 1 0,1-1-1,1 0 1,1 0-22,-2 1 0,2-1 1,1 0-1,0 0 1,0 1-1,-1-1 2,9 0 1,-1 0 0,0 0 0,-1 0 0,1 0-19,-2 0 1,1 0 0,-1 0-1,1 0 1,0 1 13,1-1 0,2 1 0,-1 0 1,-1 0-1,-2 1-27,2-1 0,-2 1 0,-1 0 0,3 0-1,-1 1 0,4 0 0,0 0 1,-4 0-1,-5 1-19,-2 0 1,-5 1 0,2-1 1,-3 2 0,4-1 0,-1 1 0,-1 0 209,5-1 1,-3 1 0,3-1-201,-8 0 1,2 0 0,0 0 0,-1-1 0,13 1 0,-2 0 0,0-1-8,-5 0 1,-1 0 0,-4 0 16,2 1 1,1-1-9,8 0 1,5-1 0,-3 0-11,-18 1 0,-3 0 0,1 0-397,15-2 1,2 0 0,-7 0 381,-10 0 0,-2 0 5,15 0 0,7-1-284,-9 1 1,7 1 0,0-1 0,-4 1 289,-4-1 0,-4 1 0,3-1-378,7 0 1,6 0 0,-3 0-1,-9-1 381,-11 1 0,-2-1-22,15-2 1,8-1 0,-9 1 15,-18 2 0,1 0 5,22-2 0,8-2 0,-15 2 9,-16 1-182,0 1 0,-4-1 1,-20 4-1,0-2 1</inkml:trace>
  <inkml:trace contextRef="#ctx0" brushRef="#br1" timeOffset="211987">12658 11116 9128,'-1'-6'9830,"1"2"-5484,-5-49-4122,2 40-123,-2-7 22,13 79-70,-5-24 1,0 6-54,1 14 0,3 14 0,-1 0 0,-1-13 0,-2-17 0,0-1 0,1 26 0,0 0 0,0-1 0</inkml:trace>
  <inkml:trace contextRef="#ctx0" brushRef="#br1" timeOffset="213988">11812 12852 9918,'0'-6'4915,"-17"-28"0,-9-6-2922,-11 3-1500,-5-6 0,-2 3-375,-5 20-76,13 21 0,-2 11-25,-5 23 0,3 7-9,7-11 0,2 4-16,3 3 1,0 5 0,11-3 4,14-3 0,8-2 43,13 25 30,10-40 0,7-11 56,8-23 0,1-12-6,-3 1 0,-2-6 5,-8-4 0,-3-6 1,-4-1-44,-6-3 0,-5-1 0,-2 0 49,3-16 1,-4-1-7,-5 16 0,-2 0 0,-1 2 57,-1 1 0,-1 1-3,-2 1 1,0 3-6,-2-12-23,-3 17-140,4 24-22,2 6-67,1 5 5,1 18 79,9 26 10,-1 10 4,0-1 0,-1 6 8,-5 0 0,-1 3-21,-1-6 1,0 4-1,0 0-41,1-2 1,0 0-1,0-3-190,0 11 0,3-4-4692,13-3 1,4-10 2457,-1-19 0,9 3 1,-25-32-1</inkml:trace>
  <inkml:trace contextRef="#ctx0" brushRef="#br1" timeOffset="214535">12397 12363 9150,'-1'-3'9830,"-53"-24"-5797,35 29-3935,-29 26 0,3 12-87,29 3-2,9-2 1,1 13 0,4 2 0,5-6-10,20 8 0,5-2-8,-10 1 1,-1 4 0,-3-3-31,-3-12 1,-2-2 0,-3-5-86,-8 26 123,-38-40 0,-4-11 0,22-9 0,-37-9 0</inkml:trace>
  <inkml:trace contextRef="#ctx0" brushRef="#br1" timeOffset="215189">12185 12778 15894,'26'-29'1150,"23"1"0,2 4 0,-19 13 0,10-5 0,1 0 1</inkml:trace>
  <inkml:trace contextRef="#ctx0" brushRef="#br1" timeOffset="215805">12943 12438 20464,'-46'-8'933,"0"0"1,-11 26 0,9 11-951,22 11 37,35 5 1,16 11 0,1-10-30,2-19 1,-1 0 615,4 33 1,-16-6-647,-29-34 39,-44-12 0,-7-12 0,31-11 0,-22-11 0</inkml:trace>
  <inkml:trace contextRef="#ctx0" brushRef="#br1" timeOffset="216739">13313 12337 21366,'-29'-13'1229,"-2"49"1,5 21-1199,8-2 0,12 8-125,9-6 0,5 8 0,9-3 0,8-14 94,16-19 0,11-12 0,-3 3 0,-7 14 0,-2 2 0,2-13 0,18-31 0,-1-1 0</inkml:trace>
  <inkml:trace contextRef="#ctx0" brushRef="#br1" timeOffset="217712">13753 12446 8349,'-5'0'9830,"1"-47"-6660,11 24-3011,0-10 1,6-1-104,19 15 0,5 6-56,13-7 0,-10 12 0,0 7-39,8 25 64,-27 9 0,-2 4-13,9 7 77,-26 13 1,-16-2 661,-33-14-558,23-13 0,0-2-75,-20-10 380,28-28-391,18-5-127,26 5 1,9 3 30,22 0-30,-12 13 0,7 7 1,-8 2 1,10 13 42,-26 12 0,-17 4-140,-53-10 1,-17-3-152,24-2 0,-2-3-300,-9-14 1,-5-6 0,11-4-1,10-6 1,-5-18 0</inkml:trace>
  <inkml:trace contextRef="#ctx0" brushRef="#br1" timeOffset="218316">14346 12108 12931,'-8'-2'9830,"-8"-25"-8956,13 20-813,30-8-38,17 33-35,-9-1 1,6 3 0,-1 3 16,1 1 1,-1 1 0,-8 11-400,-12 14 1,-9 13 0,-6 3-1,-2-6 394,-4-4 0,-4-3 0,-4 2 0,-3-5 0,-2 3 0,-3-3 0,-3-9 0,-12-10 0,-1 0 0</inkml:trace>
  <inkml:trace contextRef="#ctx0" brushRef="#br1" timeOffset="220987">11985 13629 16096,'9'-53'2722,"1"-1"0,-4 8 0,0 12-2621,0 25-17,-6 25 16,1 32-2,-2-4 0,-1 5-14,-1-4 0,-2 4 0,0 0-169,-2 6 0,0 1 1,-1 0 136,0 2 1,-2 0-1,2-2-28,1-5 1,1-1-1,1-2-27,0 12 1,2-5-1645,5-17 0,2-6 1647,2 4 0,0-25 0,-4-11 0</inkml:trace>
  <inkml:trace contextRef="#ctx0" brushRef="#br1" timeOffset="222533">10478 14665 7263,'-5'0'4161,"1"0"1435,54 5-4376,9-9-1645,-20 0 0,13-2 0,8-1 1,4-1-1,1 0 0,-4 1 0,-8 0 432,1 0 0,-5 1 0,0-1 0,9-1 1,-8 1 0,8-1 0,4-1 0,4 0 0,1-1 1,0 1-1,-3 1 0,-5 0 0,-5 1 215,17 0 0,-7 1 1,-3 1-1,3-1-223,-8 1 0,1 0 0,1-1 0,0 1 0,-1 1-442,2 0 1,2 0 0,-2 1 0,-2 0 0,-7 0 452,-1-1 0,-6 1 0,4-1 1,3 0 1,4 0 0,0-1 0,-7 0-13,10-4 0,-6 1 0,-12 1 0,2 1 5,7-1 1,5-1-1,-6 2 2264,15-3-2264,-19 3 1,10-1-1,1 0 1,-10 1-3,-8 1 0,-1 1-427,17-3 0,8-1 0,-7 1 424,-16 2 0,-3 0 0,5 0 0,-4 1 0,-3-2 0</inkml:trace>
  <inkml:trace contextRef="#ctx0" brushRef="#br1" timeOffset="223717">10441 14765 8007,'-2'-9'9830,"7"49"-6021,2 12-3809,-4 6 0,1 14 0,-1-10 0,1-24 0,-1-2 0,-2 9 0,0 0 0,0 0 0</inkml:trace>
  <inkml:trace contextRef="#ctx0" brushRef="#br1" timeOffset="225773">10193 16143 7738,'1'-4'9830,"-1"1"-8956,-4-27 0,-5-10 392,-12-11-880,7 4 1,-4 2-107,-23 3-224,-6 28-28,0 18-40,-9 17-38,12 19 33,22-10 0,3 5 3,4 7 0,5 3 8,2 2 1,5 0-9,7 2 0,6-4 25,11 15 348,24-28-157,-8-42-76,-8-17 0,-1-8-48,-8-1 1,-2-4 3,-1-1 0,-2-3 0,-1 1 108,-3-14 1,-4 0-6,-2 13 0,-2-1 0,-2 3-76,0 2 0,-1 2 148,-4-6 1,0 6-140,0 15 44,-1-6 1,3 21-57,0 3 73,2 2 40,-1 0-112,0 0-96,0-1 28,0 0-185,1 4-106,0 6 308,6 28-34,-2-5 1,1 7-1173,1 4 1,2 5 0,0-1 1140,0 5 1,1 1-801,1 1 1,1 3 0,-2-5 262,0-9 0,-1-2 242,5 25 1,-1-5-1,-3-16 1,-1 2 0</inkml:trace>
  <inkml:trace contextRef="#ctx0" brushRef="#br1" timeOffset="226333">10743 15708 20823,'-19'-30'1288,"0"-1"0,-19 1-1282,31 41 12,3 32 1,4 21 0,2-10-19,2 0 3,4 4 1,4 12 0,2-11-15,3-21 0,1-4 5,1 5 1,-4 6-1482,-13 2 1,-6 5 0,0-9-1012,-2 8 2498,-10 0 0,2-18 0,14-34 0,0-2 0</inkml:trace>
  <inkml:trace contextRef="#ctx0" brushRef="#br1" timeOffset="226737">10433 16098 12483,'39'-37'8155,"-3"6"-7621,17 3 1,2 3-535,-16 6 0,7-3 0,-10 6 0,-35 15 0</inkml:trace>
  <inkml:trace contextRef="#ctx0" brushRef="#br1" timeOffset="227311">11317 15659 7179,'-44'-28'9830,"1"42"-4694,-11-27-5041,17 67-84,36-40 40,13 43 7,27-14 1,-4 4-667,-42 5 1,-2 0 0,40-2 0,-7-6-1,-49-16 1,0 1 0</inkml:trace>
  <inkml:trace contextRef="#ctx0" brushRef="#br1" timeOffset="229620">11331 15649 13721,'-34'-18'7594,"-20"7"-7448,18 25-152,-2-3 46,9 25 144,18 25-122,8-28 0,1 0-1,2 8 1,7-1 173,12-7 1,5-4-46,15 7-98,-9-12 1,-3-2-31,-7 0 649,-14 31-392,-11-36 420,-46 17-649,16-33-12,-7 0 1,-2-1 150,-14-2 97,6 0-80,21-5-173,22-1-28,-2-4-79,6 4-67,-1 2-420,5 4 331,16 7 206,-1-1-16,43 4 0,-20-5 22,11-6 1,-1-3 44,-7-2 67,-6-4 1,-5-1-50,-15 0-1,-4-17-62,-10 6-5,1-35 5,-2 26 90,-3-23-72,-8 30-46,0 1 40,-12-3-34,6 12-23,-9-6 40,12 12 33,-1-1-22,9-6-28,1 4 17,-3-13-39,7 14 11,-2-2-29,10-4 52,-3 12-12,6-8-163,-3 10 146,-1 3-16,17-2-181,-7 3-9617,7 17 7373,-13-10 0,-6 12 1,-3-17-1</inkml:trace>
  <inkml:trace contextRef="#ctx0" brushRef="#br1" timeOffset="230496">11793 15522 11553,'9'-47'3276,"0"1"1,1 4 0,-6 17-2574,-22 57 0,-7 22-572,10-21 1,1 6-20,-2 5 0,-3 9 0,-1 6 0,3 0 0,8-6-194,8 9 0,8-4 0,1 0-307,-2 8 1,1 0 0,16-11-36,20-20 0,14-10 0,-4-9 0,-11-10 0,-2-8 0,9-6 0,1-1 0</inkml:trace>
  <inkml:trace contextRef="#ctx0" brushRef="#br1" timeOffset="233307">12318 15684 15912,'4'-51'1951,"0"-1"0,-1 8 0,0 7-1176,-3 10-926,0 19 515,-3 48-291,-2 11 20,-2 1 1,-1 4-80,1-12 0,0 0-3,0 0 1,0-4 559,-1 6-112,6-32-230,5-33-137,0-14 1,0-5-42,3-26-46,-2 6 1,0-1 39,1-5 53,-2 28 0,0 3-110,2 4 12,-3 30 14,0 37 0,-4 16 3,0 4-9,2 6 1,0 2-93,-1-30 0,0-5-151,1 17-3064,-2-10 3299,1-36 0,-1 0 0,2-2 0</inkml:trace>
  <inkml:trace contextRef="#ctx0" brushRef="#br1" timeOffset="234001">12727 15245 23187,'-15'-28'845,"4"14"-794,19 33 21,9 27-24,-2-9 0,2 0-20,6 18 33,0-3 1,-1 5 19,-7-2 0,-3-1-70,3-10 1,-2 2 23,-5 5 0,-2 6 1,-10-5-434,-21 0 1,-9-4-169,2 6 1,-1-2 0,-1-10-1,0-9 1,-9-16 0</inkml:trace>
  <inkml:trace contextRef="#ctx0" brushRef="#br1" timeOffset="238564">11152 16715 8018,'0'-3'9830,"0"0"-7634,3-30-857,-3 24-1166,3-24-22,-3 43 85,0 33-91,-2 10-94,0-9 0,0 3-9,1-5 0,0-1 0,0 2 0,0-1-23,2-6 1,1-1 165,0 18 246,1-22 118,-4-15-342,-4-24-45,-7-34-117,6 12 0,2-5-9,-2-10 1,1-3 13,4-1 1,1 0 33,0 3 0,-1 2 30,0 6 1,-1 3 98,-2-14-168,-1 24-219,2 17 107,3 41-689,5 14-1003,0 16 1759,1-18 0,0-4 0,-2-10 0,2 12 0</inkml:trace>
  <inkml:trace contextRef="#ctx0" brushRef="#br1" timeOffset="240020">9328 17364 7559,'-7'1'4857,"1"1"-3709,6-2-1092,0 0 2156,1 19-1920,6-13 718,20 6 1,11-2-641,20-14 0,6-5-337,-21 6 1,1 0 0,5-1-65,-1-3 0,5-1 0,2-2 0,2 1 0,-2 1 41,-2 1 0,0 1 0,0 0 0,0 1 0,-1-1-12,8-2 1,-2 0 0,1 1 0,3 0-5,-1 1 0,5 1 1,-1 1-1,-4-1 1,-9 2-12,3-2 0,0 0-5,-9-1 1,9-1-1,4-2 1,2 0 0,-2 1-1,-5 0 43,5-1 0,-4 1 0,-1 0 0,2-2-20,-4 2 0,1-2 0,1 0 1,1 1-1,-1-1 23,3 1 1,2 0 0,0 0-1,-5 1 1,-8 1 0,0-1 1,2 1 5,5-2 0,14-2 1,3 0-1,-2 0 0,-11 3-39,4 0 0,0 1 36,-11 1 0,8 0 0,3-1 0,0 0 0,-4 1 29,-1-1 0,-2 1 1,-1-1-1,-2 2-39,7 0 1,-2 1 0,3-1 52,-8-1 0,4 0 1,2-1-1,-2 0 1,-4 1-46,11-3 0,-5 1 0,0 1-30,-1 1 0,0 1 1,2-2 17,-3 0 0,4-2 0,-2 1 0,-7 2 8,3 2 1,-3 0-10,-7-1 0,2 0 0,1 0 321,9 0 0,2 1 0,-10-1-295,5-2-39,14-4 0,-9 1 0,-42 4 0,6-4 0</inkml:trace>
  <inkml:trace contextRef="#ctx0" brushRef="#br1" timeOffset="243332">8815 5058 9363,'-4'0'8009,"1"0"-6905,-53-2-796,48 1 426,-7-8-675,51 1 0,24 1-51,-10-1 0,2 0-8,-6 1 0,1 1 0,-4 1-28,-6 1 0,-6 2-67,7 2-118,-75 19 188,-6-2 0,-9 1 2,7-2 1,-4 0 0,1 1 12,3-1 1,-1 0 0,3 0-185,-9 2 1,8-1 277,8 5 359,66-19-404,10-10 0,9-5-39,-8 1 0,4-1 0,0-2-492,4-1 0,0-1 1,-1 0 491,12-5 0,-5 2 0,-21 8 0,-5 1 0,-2 2 0</inkml:trace>
  <inkml:trace contextRef="#ctx0" brushRef="#br1" timeOffset="245638">9507 17664 7750,'1'-4'7387,"0"0"-189,-8-50-6408,5 39-919,-7-38 146,30 114 5,-14-34-8,7 22 0,-1 10 179,-11-2 1,-1-2-116,1-18 1,0-4-79,-6 31 0,2-67 0,-1-26 0</inkml:trace>
  <inkml:trace contextRef="#ctx0" brushRef="#br1" timeOffset="247135">9360 18333 10035,'-29'-20'4789,"0"0"0,-23-7-4716,19 30 0,-1 10 341,-20 20 1,2 7-460,14-12 0,3 2 45,-13 16 0,9 0-67,27 5 56,7 2 83,14-11 1,4 0-129,-4 0 106,10-2 1,9-12 175,13-44 1,1-17-1455,-12 1 0,-3-3 1329,14-13 0,-8-5 47,-27-8 1,-12-4 175,-2 3 1,-4 4-286,3 18 1,1-1 116,0-3 1,-1-3 0,2 9 39,-1 7 87,-3-9 0,-1 2 3316,1 13-3543,-2-3-73,9 21-218,4 12 193,8 26 0,4 8 64,1 10-58,0 1 1,4 10 0,-1-4-27,0-7 1,2 1-107,3 7 0,2 6 0,-2-7-185,-3-14 0,-1-3-4563,9 12 1,-4-9 3065,-14-25 1,1-1 0,-8-16-1</inkml:trace>
  <inkml:trace contextRef="#ctx0" brushRef="#br1" timeOffset="247679">9920 18013 8410,'-6'-13'9830,"-25"-40"-5051,12 42-4880,-27-13 11,29 53 1,4 14 47,2-13 0,2 4-37,4 13 1,4 7-1,6-1-185,10-8 1,6-1 0,-2-1-1612,-2 18 0,3-4 1698,10-7 1,0-2-4221,-12-3 0,-7-6-1898,-7-5 6295,3 5 0,-4-4 0,-9-25 0,2-4 0</inkml:trace>
  <inkml:trace contextRef="#ctx0" brushRef="#br1" timeOffset="248054">9685 18678 7587,'-5'-40'4752,"0"0"1,9-9-4557,-5 4 0,4 0 241,12 16 0,6 2 109,23-14 1,4 2-491,-21 14 0,2-1 196,20-14 0,8-4 0,-9 8 2128,-2 4-2220,-5 2 0,-4 4-222,-22 17-7158,-17 14-2611,1-2 9789,-2 2 0,3-4 1,0-1-1</inkml:trace>
  <inkml:trace contextRef="#ctx0" brushRef="#br1" timeOffset="248539">10367 17960 11659,'2'-4'9416,"-1"1"-9052,-1 3 1042,1-37-728,-9 27-684,5-27-151,-18 53 124,10 42-57,11-10 0,5 4 90,-2-3 0,4 2-394,9 2 0,5 2 0,7-13 394,15-23 0,1-3 0,-14 22 0,-2-7 0,35-43 0</inkml:trace>
  <inkml:trace contextRef="#ctx0" brushRef="#br1" timeOffset="249351">10999 17848 21063,'-47'5'543,"0"-1"1,0 1-1,-18 6 1,19 9-510,49 29-46,1-6-27,9 3-6,2 2 62,11 8-34,-9-14 20,6-14 0,3-5-3384,-6-6 3387,18 16-1,-15-16 7,-17-10 559,-12 20-174,-51-17-338,22-2 0,-2-4-59,-8-12 0,3-4 0,-3 0 0,20-9 0</inkml:trace>
  <inkml:trace contextRef="#ctx0" brushRef="#br1" timeOffset="250657">10342 18012 16157,'-4'-29'4705,"-3"8"-4504,-10 23-173,0 3-50,-4 16 67,11-1-59,3 10 0,7 5 19,22 2 1,5 0-17,-11-2 0,1-1 16,12-3 1,4-5 22,18 6 11,-31-16 45,3 9 0,-2 3-67,-10-6 50,4 9 0,-5 1 964,-23 5-818,9 0 258,-47-14-427,15-21 12,3 1 0,-2-1-484,0-3 0,2-1-1567,-11-3 1995,15-20 0,31 12 0,9-6 0</inkml:trace>
  <inkml:trace contextRef="#ctx0" brushRef="#br1" timeOffset="251415">10890 17872 9195,'4'-7'9830,"-1"2"-6016,-9-15-3405,3 14 112,-20-2-459,-7 48-23,0-6 8,7 9 1,2 3-59,4 4-15,4 1 1,6 6 28,17 2 0,5-2-12,-12-11 1,6-2 60,15-3 0,8 0 1,-2-12-53,8-11 8,-4-4 1,1-5 35,0-21 1,-2-6 23,22-15-68,-2-5 0,-2-1 0,-6 3 0,-21 12 0,1-1 0</inkml:trace>
  <inkml:trace contextRef="#ctx0" brushRef="#br1" timeOffset="252208">11304 17848 22094,'-6'-31'2050,"-12"40"-2050,9 25-53,1 24 0,8 5 16,10-22 1,4-1 5,-2 9 0,8-13 98,13-33 1,1-17 72,-11-18 0,-5-14 0,-1 2 398,6 0 0,-3 0-541,-3-24 0,-2 25 14,-3 65-87,6 35 0,1 10-198,-8-24 0,0 1 274,2 15 0,2 5 0,-5-13 0,-8-16 0,0 19 0</inkml:trace>
  <inkml:trace contextRef="#ctx0" brushRef="#br1" timeOffset="252613">11771 17606 24665,'-35'-45'196,"59"59"0,13 14-168,-4 0 0,4 5-33,2 0 1,7 4 0,-4 6 0,-13 4-1963,-22 2 1,-12 6 0,-6 3 0,0-1 0,6-8 1755,11 1 0,3-6 0,-8 3 1,-15 10-1,-10 8 0,-3-8 0,6-19 1,4-20-1</inkml:trace>
  <inkml:trace contextRef="#ctx0" brushRef="#br1" timeOffset="262399">7661 17642 13525,'-33'-31'1761,"0"1"1,1-1-1,-9-6 1,7 7-1382,14 13-503,19 17 112,33 19 11,0 2 0,6 4 15,0-1 0,5 2 0,2 0-242,-4-2 1,2 0-1,1 0 1,0 0 223,-1-2 0,0 1 1,1-1-1,1 0-24,7 3 1,3 0-1,-1 0 1,-3-1-81,-1 1 1,-3 0-1,-2 2-2292,-2 5 0,-2 3 0,-7-1 2399,-10-5 0,-8-1 0,-11 21 0,-13-38 0</inkml:trace>
  <inkml:trace contextRef="#ctx0" brushRef="#br1" timeOffset="262949">7692 17595 8158,'-6'-1'3685,"-34"-1"1,-8 5-2907,10 19-516,-18 3 1,-1 8-127,28 10 0,6 6-59,-5 6 1,0 1 1047,-1-3 0,1-5-695,-1 5 515,6-23-722,14-50-188,2-21 1,0-4-31,-4-5 22,4-7 0,8-3 137,15 17 0,9 3-132,14-3 1,5 3-56,-4-1 0,3 5 33,8 14 0,3 6-8,-1 4 0,4 0-343,-12-2 1,4-2 0,1 0 0,-5 2 0,10-1-1,-1 0 1,-8-2 0,0 1 0,1-1 0</inkml:trace>
  <inkml:trace contextRef="#ctx0" brushRef="#br1" timeOffset="270564">26542 1176 18638,'-8'34'2246,"-17"18"-2627,4-16 1,-4 3-1917,-3 4 0,-1 1 2297,5-7 0,2-2 0,-7 9 0,22-26 0</inkml:trace>
  <inkml:trace contextRef="#ctx0" brushRef="#br1" timeOffset="271414">27106 783 12488,'1'-11'7889,"0"3"-6443,-2-28-1017,0 24 19,-2-29-74,1 35-457,-1 1-300,-2 7-74,-13 28 541,-6 12-28,1 0 0,-1 5-26,0 8 1,1 3-31,4-8 0,3 0 11,4 7 1,8-4 111,18-3 196,13-14 107,33-46-331,-30-4 0,-1-3-53,6-5 0,-1-1 36,-4 0 1,-3 1 10,9-6-117,-13 12 40,-6 21 72,-8 29-40,-4-2 1,-2 5-14,0 12 0,-3 4-20,-3 8 0,-3 2-226,1-20 1,-1 1-1,0-1-4701,-4 19 1,-1-5 3356,4-18 0,0-5 1,-3 13-1,9-42 1</inkml:trace>
  <inkml:trace contextRef="#ctx0" brushRef="#br1" timeOffset="276714">3810 16284 8752,'-1'-9'4358,"-13"-23"0,-6-4-2118,-8 2-1800,4-3 0,-4 4 97,-26 15-453,2 37-90,20-2 1,2 6-7,-3 15 1,5 7-9,6 12 1,6 3 5,1-8 0,8 2-174,13 12 1,10-6 36,18-6 232,-4-29 0,4-11 95,-2-24 1,-1-14 125,0-21 1,-5-8-43,-3 0 1,-7-6-50,-11-1 0,-7-6 0,-3 3-71,-2 13 0,-2 3 0,-1 0-45,-2-5 0,-1 1 1,1 2 97,-3-9 0,3 6 115,2-8-308,5 22-22,12 37 44,12 24 1,5 14-29,1 9 0,2 6-4,-1-3 1,2 4 0,-1 0-448,-2-1 0,0 1 1,-1-2-702,1-2 0,0-1 1,0-3-1678,9 5 1,1-6 2834,-3-13 0,-1-6 0,2-5 0,-12-17 0</inkml:trace>
  <inkml:trace contextRef="#ctx0" brushRef="#br1" timeOffset="277349">4371 15502 5919,'-5'-8'3999,"1"2"212,4 6-1824,-7-3 167,-3 1-1160,-9-1-554,3 2-89,-6 2-583,3 12-67,-1 19-37,12 0 1,5 4-9,6 14 0,6 4-58,0-12 0,3 2 0,5 1-84,13 9 0,7 0 1,0 1-1084,-9-13 0,1 1 0,-1-2 0,0-2 900,6 2 0,0-3 1,-4 1-847,-2 5 1,-4 1-1,-10-2-3117,-14 6 1,-14-6 3525,-23-7 0,-5-5 706,20 1 0,-2-11 1787,-25-29 0,5-23 1329,31-24 1,11-6-2814,-7 26 0,3-3 201,6-8 0,5-8 0,3-2 0,4 6-2954,7 5 1,4 5-1,-1-1 2450,-4-8 0,0 0 0,1 3 0,13-6 0,-5 14 0,-15 23 0</inkml:trace>
  <inkml:trace contextRef="#ctx0" brushRef="#br1" timeOffset="277772">4958 15178 21752,'-26'53'257,"1"1"1,-1-1 0,23 0 0,8 5 0,5-2 0,5-13-264,9-10 0,7-5 38,22 19 0,7 6 0,-34-15-32,-82-19 0,72 18 0,-59-37 0,-1-1 0</inkml:trace>
  <inkml:trace contextRef="#ctx0" brushRef="#br1" timeOffset="278171">5480 14743 22162,'6'58'60,"0"0"1,0-1-1,0 1 1,0-1-1,0 1 1,10-6-1,3-2 1,4-8 0,6-10-1,16-8 1,6-14-1,-2-11 1,-8-23-1,-1 0 1,0 0 0</inkml:trace>
  <inkml:trace contextRef="#ctx0" brushRef="#br1" timeOffset="279041">6219 14624 17977,'-17'-45'5669,"3"10"-5717,33 66 1,11 23-735,-8-13 0,1 1 174,11 11 1,-2-2 0,-13-18 0,-1-3-1,1-4 1,1 1 0</inkml:trace>
  <inkml:trace contextRef="#ctx0" brushRef="#br1" timeOffset="279518">6555 14178 12371,'-30'-24'4915,"0"0"0,12 10-3549,-13-12 1,6 6-1462,25 20 55,3 1 69,20 13 0,21 15 0,9 8 1,0 1-1,-11-5-24,4 9 1,-5 9-249,-16-8 1,2 13 0,0 7 0,0 3-1,-3-2 1,-4-6 0,-5-11 0,-1 10-1,-12-2 1,-16 3 0,0 0 0,0 0-1,0 0 1</inkml:trace>
  <inkml:trace contextRef="#ctx0" brushRef="#br1" timeOffset="286432">27940 1358 18341,'-8'24'-896,"-1"20"-4020,0-3 1,0 0 4446,-2 16 0,-8-12 1,16-40-1</inkml:trace>
  <inkml:trace contextRef="#ctx0" brushRef="#br1" timeOffset="287149">28613 1087 19255,'-11'-42'476,"0"0"0,-1-1 0,-4-13 0,10 8-437,31 14-45,18 13-33,19 11 5,-25 14 1,0 7-49,-2 7 1,-4 9 61,-6 12 1,-9 7 10,-12 8 1,-10 2 19,-5-14 1,-4 0-1,-3-2 5,-5 0 1,-3-1 0,-1-2 11,-12 11 0,0-3-28,8-10 0,4-4 6,-4 8 100,27-22-22,29-16-123,14-10 0,11-7 0,-4 3 19,-10 3 1,1 0-34,18-7 1,9-3 0,-1 1-1885,-11 5 1,-1 1 0,-2 1 1936,11-3 0,0 1 0,-15 2 0,1 1 0,-9 3 0,-1 2 0</inkml:trace>
  <inkml:trace contextRef="#ctx0" brushRef="#br1" timeOffset="294081">4071 14439 14225,'-4'-5'7186,"1"1"-6295,-34-47-667,27 38-437,-27-34 331,59 79-102,12 18-83,3 0 0,3 5-275,-4-4 0,-1 2-725,2 1 1,-3 1-3850,-13-6 1,-5-4 3933,-2-1 1,-11-7 0,-3-35-1</inkml:trace>
  <inkml:trace contextRef="#ctx0" brushRef="#br1" timeOffset="294548">4023 14334 14090,'-3'-2'3669,"1"1"-3389,-19 32-34,6 24-95,-5-9 1,-2 4 36,2 7 0,-1-1 111,-3-6 1,-3-4 212,3-9 1,-3-11 142,-22-17-73,7-55-417,26 7 1,6-5-85,6-8 1,8-1-32,7 0 0,8 3-42,8 4 1,8 5-15,5 3 1,7 7 8,7 8 0,4 6-214,-15 8 0,1 2 0,-1 3-36,17 2 0,-1 4-3657,2 5 0,-4 2 3904,2 3 0,-12 0 0,-40-10 0</inkml:trace>
  <inkml:trace contextRef="#ctx0" brushRef="#br1" timeOffset="295556">2846 14157 12410,'-56'10'1090,"0"0"1,0-1 0,0 1-1,0 0 1,-8-14 0,4-4-1,14 20-1072,19 30 0,10 22 1,12 1-1,13-21 164,22-21 0,12-16 117,17-21 1,-9-24 41,-39-11 1,-16-17 0,-6-5 0,5 8-286,9 10 0,1 3 0,-7-2 103,-18-10 1,-12-8 0,4 10 0,20 28-121,20 30-56,27 36 0,9 18-33,-12-11 0,3 4-773,-6-7 1,5 8 0,3 2 0,-3-4 0,-5-7-1010,3 2 0,-2-5 1443,2-2 1,2 0 0,-7-13 0,-8-19 0,-2-8 0</inkml:trace>
  <inkml:trace contextRef="#ctx0" brushRef="#br1" timeOffset="296384">3182 13554 8074,'-30'13'4915,"0"0"0,-25-43-5103,60 53 1,18 27 0,12 15 0,4 4 0,-2-8 0,-10-17-1,-6-13 1,1-2 0,11 21 0,0 0 0,0 0-1,0 0 1</inkml:trace>
  <inkml:trace contextRef="#ctx0" brushRef="#br1" timeOffset="296590">3177 13973 7576,'22'-59'1092,"0"-1"0,0 0 0,0 0 0,-14 0 1,3 5-1,20 9 0,0-1 0,1 1 1</inkml:trace>
  <inkml:trace contextRef="#ctx0" brushRef="#br1" timeOffset="297615">3584 13149 8030,'-32'-20'9830,"22"13"-8161,-10 60-1552,52-24 1,25 0 0,-9 2-113,-14 14 1,-7 6 104,5 1 0,0 3 1,-21-11-873,-53-5-4154,-9 1 1,-4-9 2879,4-29 0,19-10 1,29 6-1</inkml:trace>
  <inkml:trace contextRef="#ctx0" brushRef="#br1" timeOffset="298546">3980 12883 20638,'-25'-7'605,"7"45"-507,22 8 1,12 13 0,0-4-155,0 4 0,7-2-283,0-15 0,6 4 1,3-4-1,2-12-2319,22-12 1,4-14 1713,3 0 1,-3-5-1,-18-6 1,-7-4 0,-6-5-1</inkml:trace>
  <inkml:trace contextRef="#ctx0" brushRef="#br1" timeOffset="299055">4421 12855 8909,'-3'0'9830,"-43"-45"-7847,40 20-1969,5-17 0,9 2-70,25 17 8,15 4 1,1 17 156,-21 50 0,-7 13-78,3-29 0,-5 3 66,-11 18 0,-8 11 0,-4-11 4,-8 5-45,-1 4 5,17-45-1571,23-32 1,17-23 0,-5 3 797,-12 14 0,1-2 671,10-9 1,8-9-1,-1 0 1,-10 10-1,3-3 1,-12 8 0,1 0-1</inkml:trace>
  <inkml:trace contextRef="#ctx0" brushRef="#br1" timeOffset="299367">4719 12368 21416,'-10'-44'880,"11"9"-790,55 47-68,-15 0 1,4 3-12,-3-3 0,1 2 0,-1 9-11,-5 14 0,-3 11 0,-1 2 0,-1-10 0,11-6 0,-4 0 0,-20 15 0,0-1 0,0 1 0</inkml:trace>
  <inkml:trace contextRef="#ctx0" brushRef="#br1" timeOffset="800767">2344 13076 15564,'-49'-43'2139,"1"0"0,5 6 1,7 8-1753,14 13-639,12 12 336,36 30-37,9 9 1,6 5-34,2 0 0,4 2-196,-4-3 0,5 3 0,-3-3-720,-8-10 0,-2-3 1,-1-1 901,16 10 0,-5-4 0,7 3 0,-26-20 0</inkml:trace>
  <inkml:trace contextRef="#ctx0" brushRef="#br1" timeOffset="801384">1934 13034 11161,'-5'0'3848,"1"0"-3036,4 0-319,-25 51-62,28-3-143,-12-1 1,2 4 41,12-12 1,3-2 633,0 22 234,-9-29-795,-15-47-22,-5-38-157,7 10 0,1-1-121,3 4 1,3 2-71,2 4 1,8 3-31,22 2 0,6 5-31,16-3-263,8 3 0,7 1 291,-9 8 0,-4 2 0,-12 3 0,-2 2 0,27-9 0</inkml:trace>
  <inkml:trace contextRef="#ctx0" brushRef="#br1" timeOffset="802517">821 12944 8584,'-39'48'3276,"0"0"1,39-8 0,7 3-2826,-17 21 0,8-4-272,25-23 1,0-21 180,-17-47 0,-8-28 0,-5 6-346,-1 21 0,-6-2 110,-5-5 0,-8-13 0,-4-5 1,-1 0-1,2 6 0,5 12 30,0 5 0,-1 4 17,-5-10 0,-6-8 0,1 3 0,12 18-232,11 19 66,46 44 2,-5-9 1,6 4 0,4 1-308,2-1 0,5 1 0,1 0 0,-1-3 300,10 2 0,0-3 0,-3-2 0,9 6 0,-7-9 0,4-17 0</inkml:trace>
  <inkml:trace contextRef="#ctx0" brushRef="#br1" timeOffset="803219">958 12239 10517,'-4'-1'8979,"-35"44"-8901,53-4 0,18 7-54,0-1 1,7 3-1,4-2-31,-6-14 0,3-2 0,2-1 0,0 1-98,12 3 0,6 0 0,-7 1 0,-17 3-4811,-22 33 1,-21-25 11699,-15-77-6221,-9 4 1,-11-6 0,8-8-564,13-11 0,7-10 0,5-3 0,1 5 0,-1-2 0,3 3 0,4 6 0,3 3 0,0 0 0</inkml:trace>
  <inkml:trace contextRef="#ctx0" brushRef="#br1" timeOffset="803669">1240 11785 8276,'-49'43'4915,"52"-9"0,7 3-4433,-16 4 0,8-1-185,40 2 0,15-10-177,-13-20 0,4-6-57,-1-2 1,3-2 0,-5 3 78,1 9 1,-6 4 5,2 2 1,-16 6-3787,-46 13 0,-16 1 3638,1-2 0,-8-13 0,5-12 0,29-20 0</inkml:trace>
  <inkml:trace contextRef="#ctx0" brushRef="#br1" timeOffset="804315">1346 12243 17344,'6'-57'-1405,"0"0"1,0 1 0,-1 1-1,0 3 1,-1 23 0,-4 28-1</inkml:trace>
  <inkml:trace contextRef="#ctx0" brushRef="#br1" timeOffset="804773">1358 11373 10136,'12'61'2457,"0"0"1,0 0-1,2-21 1,9-4-2230,12-1 1,14 6-1,7-1 1,-1-8-1,-8-15-228,12-22 0,-1-14 0,-10 10 0,7-1 0,-5-2 0,-13-4 0,-3-35 0</inkml:trace>
  <inkml:trace contextRef="#ctx0" brushRef="#br1" timeOffset="806206">1336 11860 8237,'-10'-5'5932,"2"2"-4521,-21-1-716,17 11-191,-24 6 201,21 17-38,-1 8-365,8 8-240,5-13 190,28 17-95,3-14-39,4-1 0,2-2 38,5 0 194,-1-14 0,5-11-132,-1-25 1,-1-7-197,-9 13 1,0 0 103,12-9 0,-7 5-93,-22 18 96,11 15 381,-20 4-449,2-4 175,-22 34-197,1-27 64,-7 6 1,-1 0-42,0-7 16,-9 8 208,-1-10-179,15-12 33,-12 9-157,22-17-168,1 1-499,4-3 684,11-31 0,-7 23 0,7-23 0</inkml:trace>
  <inkml:trace contextRef="#ctx0" brushRef="#br1" timeOffset="807387">1736 11188 17008,'-53'15'728,"22"2"0,6 3-442,10 11-95,-2 10 268,24-10 57,9 4-242,7 4 0,3 1-165,-6-14 1,0 0 217,3 10 1,-3-15 899,-4-68-1205,-15 24-28,7-12 1,8 6-15,25 33 1,1 17-2636,-6 25 2655,-5-23 0,-7 0 0,-37 16 0,-5-37 0</inkml:trace>
  <inkml:trace contextRef="#ctx0" brushRef="#br1" timeOffset="807776">1611 10933 11060,'56'13'3120,"-16"-8"0,6-1 0,0 5-3083,1 10 0,-1 5 1,0 4-108,7 0 1,-2 4 0,-11 8 69,-20 18 0,-14 8 0,-2-6 0,0-8 0,-4-3 0,-12 7 0,1 1 0</inkml:trace>
  <inkml:trace contextRef="#ctx0" brushRef="#br1" timeOffset="809181">3801 7513 15042,'1'22'3905,"22"-2"-3620,-3 10 1,4-5 856,33-35-910,-33-44 1,-5-14-197,-1 17 1,2-3-161,-2-6 1,1-7 0,3 11 123,5 15 0,0 6 0,-11-1 0,0 5 0,20 9 0</inkml:trace>
  <inkml:trace contextRef="#ctx0" brushRef="#br1" timeOffset="810816">29663 1334 18140,'5'-41'1626,"0"0"0,0 0 1,-1 17-1482,-4 24-66,-10 52-393,0 1-2963,1-9 0,-1 7 0,1-6-6554,-4 16 9781,4-15 0,1-10 0,7-31 0,0-2 0</inkml:trace>
  <inkml:trace contextRef="#ctx0" brushRef="#br1" timeOffset="811642">30434 596 7643,'8'-9'9830,"-17"18"-8367,-13 9-1141,-33 10 0,-7 1-272,9-2 106,8-11 1,-7 1 0,14-4-78,18-5 234,-13 21 118,36 8-201,8 18 0,1 2-197,-3 1 112,5-1 1,-1-8 583,-7-37 386,41-43-970,5-6-168,3 17 1,2 9-3,-17 9 0,-12 13-352,-35 33 0,-24 20 0,5-9 0,17-23 0,-4-1 0,-30 12 1,1 0-1,-1 1 0</inkml:trace>
  <inkml:trace contextRef="#ctx0" brushRef="#br1" timeOffset="811991">30432 526 12293,'47'-22'4673,"0"0"1,-19 4-3901,33-5 1,-6 5-741,-44 14-33,-8-2 0,-7 6 0,-10 0 0</inkml:trace>
  <inkml:trace contextRef="#ctx0" brushRef="#br1" timeOffset="1.37163E6">6976 6011 15445,'-23'-26'4437,"4"7"-4095,19 16-258,0 3-236,0 5 399,0 10-57,2 17-106,4 18-56,3-10 0,0 2-3,0-6 0,0 0 45,3 8 0,0-1 31,2 13-67,-3-16 67,-4-18 621,-3-17-240,-2-19-224,0-18-168,-8-8-6,-8-21-23,-6 2-30,9 27 0,2-1 30,-5-30 12,4 9 0,0 8-28,1 11-6,2 12-28,4 11-156,1 8 83,1 10 79,1 15-28,0 15-62,3 20-1456,4-13 0,1 1 1529,5 18 0,2-5 0,-8-39 0</inkml:trace>
  <inkml:trace contextRef="#ctx0" brushRef="#br1" timeOffset="1.37247E6">7183 6449 7151,'0'-8'4430,"1"1"-1019,-1 7-1523,0 0-791,-9-21 293,3 13 239,-11-19-1601,10 26 92,9 35 1,2 19-121,-17 5 0,-1 3 0,17-4 0,0-1 0,-18-9 0,0-1 0</inkml:trace>
  <inkml:trace contextRef="#ctx0" brushRef="#br1" timeOffset="1.7991E6">19207 2107 24575,'0'40'0,"0"-9"0,0 6 0,0 22 0,0 7 0,0-10 0,0 6 0,0 5-1008,0-16 0,0 5 0,0 3 0,0 1 0,0-1 0,0-2 1008,0 2 0,0-2 0,0-1 0,1 4 0,-1 4 0,0-12 0,1 5 0,-1 2 0,1 3 0,-1 0 0,1 0 0,0-2 0,-1-3 0,1-3 0,-1 15 0,1-5 0,0-2 0,0 1 0,0 3 0,-1-7 0,1 2 0,1 2 0,-1 0 0,0 0 0,0-3 0,0-2 0,1 5 0,-1-3 0,1-2 0,-1 2 0,1 2 0,1 0 0,0 3 0,0 2 0,1 0 0,-1-3 0,0-4 0,0 8 0,0-4 0,-1-1 0,1 2 357,0-1 0,1 4 0,-1-1 0,0-3 1,0-8-358,-1-5 0,0-7 0,-1-1 0,1 20 0,0-4 487,1-18 0,1-3-487,3 25 0,-3-23 0,1-3 3288,-5-21-3288,0-4 0,0-1 0,0-3 0,0 1 0,0 0 0,0 3 0,0 5 0,0 4 0,0 6 0,0 6 0,0 13 0,0 12 0,0-10 0,0 1 0,0-14 0,0 0 0,0 9 0,0-2 0,0-1 0,0-7 0,0-6 0,0-3 0,0 0 0,0 0 0,0 11 0,0-12 0,0 3 0,0-13 0,-2-4 0,0-5 0,-3-6 0,-16-13 0,8 5 0,-9-6 0,5 3 0,10 6 0,-13-7 0,-3 5 0,-23-7 0,11 6 0,6-3 0,30 11 0,17 0 0,6 7 0,-4-3 0,13 4 0,-10-6 0,1-1 0,4 0 0,12 0 0,15-13 0,7-4 0,-11 7 0,3-1 0,-9-2 0,6-4 0,-1 0 0,-3 2 0,15-4 0,-4 1 0,-4 0 0,-4 2 0,4-3 0,-46 17 0,-5 0 0</inkml:trace>
  <inkml:trace contextRef="#ctx0" brushRef="#br1" timeOffset="1.80288E6">15621 2142 12163,'-57'31'1101,"0"-1"0,0 1 1,11-7-1,3-2 0,16-7 653,19-9-1344,38-20 1,36-21 0,4-3-835,-22 14 1,1-2-1,3 0 1,3-2 0,4-2 437,-13 6 0,5-2 0,1-1 1,3 0-1,0-2 0,1 1 1,-1 0-1,-2 0 0,-2 2-345,6-4 0,-1 0 0,-1 0 0,-1 1 1,-1 0-1,1 0 0,-1 0 336,1 0 1,2-1 0,-1 1-1,0 0 1,-3 0 0,-2 2-1,-5 1-71,9-5 0,-3 1 1,-7 2-1,-10 3 298,5-17 1,-21 23 0,-47 23 0</inkml:trace>
  <inkml:trace contextRef="#ctx0" brushRef="#br1" timeOffset="1.80321E6">15477 1855 16090,'-2'-4'3260,"0"1"-2865,-12 24 0,-7 16 94,-9 11 1,-6 7-1069,4-11 0,-4 5 0,-1 1 1,1-1 701,1-2 0,1-2 1,0 1-1,1 1-119,0 0 0,-2 1 1,7-2-1,12-4 358,15 7 0,20-12-1304,26-23 1,19-14 0,0-4 688,-4-1 0,0-5 1,0-2-1,3-4 0,-1-2 1,-9 1-1,-21 7 0,1-1 1</inkml:trace>
  <inkml:trace contextRef="#ctx0" brushRef="#br1" timeOffset="1.80426E6">20015 1341 28086,'-48'-31'230,"0"-1"1,0 1 0,1-2 0,6 6-1834,-12 2 1708,104 65 1491,-12-17 1,8 2-1638,-7-5 1,7 3 0,5 2 0,0 0 0,0-2-785,0 0 0,1-1 1,1 0-1,1 1 1,5 2 787,-9-2 0,4 1 0,2 1 0,2 1 0,0 0 0,-1 0 0,-3-1 1,-3-2-252,10 4 1,-4-2 0,-2 0-1,1 0 1,3 2 230,-7-3 1,3 2 0,2 2 0,0-1 0,-2 0 0,-3-2 0,-5-1-70,7 2 1,-5-1 0,-2-2 0,2 2-128,4 2 1,1 1 0,-2 0 0,-5 0 218,-3 2 0,-4 0 0,-8-1-540,6 21 795,-64-35 1,-17-8-421,-8-14 0,-7-8 88,1 2 1,-6-3-1,-1-3 140,12 1 0,-2-2 1,1-1-1,4 2-84,2 0 1,4 2 0,-4 1 165,-6 0 0,-7 1 0,4 2 0,14 5-139,5 7 76,71 28 0,24 6-43,-25-21 1,7-3-145,8 0 1,15 2 0,8-1 0,2-2 0,-6-2 0,-12-5 138,-7-7 0,-7-5 0,3 2 0,6 3 0,5 1 0,-3-1 0,-10-1 0,18-18 0</inkml:trace>
  <inkml:trace contextRef="#ctx0" brushRef="#br1" timeOffset="1.80551E6">18778 5857 13295,'-62'3'875,"0"0"0,0 0 1,-1 1-1,1 7 1,0 3-1,1 2 1,2 0-840,11-5 0,1-1 1,1 4-1,0 10 26,1 6 1,-5 8-1,-2 6 1,2 4-1,8 4 1,10 2-1,15 0-445,19-4 1,13 3 0,12 3 0,7 2 0,4 0 0,1 1 0,-3-1 0,-6-1 0,-10-3 387,-11 10 1,-11 0-1,-5 0 1,4-3 0,11-4-1,18-4 39,3-21 0,11 1 0,7-2 0,7 0 0,6-2 0,4-1 0,3-3 0,1-1 0,0-3 0,0-3 0,-4-4 0,-3-2 0,-6-5 0,-6-4 66,15-6 1,-6-8-1,-4-7 1,-1-6-1,1-4 1,2-4-1,-9 3 1,4-5-1,2-4 1,1-3-1,0-3 1,0-2-1,-3 1 1,-3 0 0,-5 1-1,-5 3 1,-7 4-89,9-15 0,-7 4 1,-13-1-1,-14-7-22,-14 8 1,-9-7 0,-9-6-1,-6-2 1,-7 0 0,-4 3-1,-3 6 1,-2 9 0,-1 11-1,-2 13 0,-7 12 0,-4 7 0,-4 7 0,-1 2 0,-1 1 0,1-1 0,2-6 0,4-6 0,1-8 0,2-6 0,1-4 0,0-1 0,1 1 0,0 3 0,0 4 0,-1 7 0,-1 17 0,1 1 0,0-1 0,-1 1 0,1-1 0,0 0 0,-1 1 0,1-1 0</inkml:trace>
  <inkml:trace contextRef="#ctx0" brushRef="#br1" timeOffset="1.80675E6">16693 5322 15592,'-52'16'1965,"1"0"1,-1 0 0,13 37 0,26 0-1837,56-12 56,-5-7 0,8 3 0,0-11 114,11-18 1,5-20-153,-19-6 1,6-10-1,4-6 1,0-4 0,-3 1-1,-4 2-49,4-4 0,-6 0 0,0-1 0,2-2-571,3 1 1,4-4 0,0 1-1,-7 1 1,-13 6 0,-7-14-1,-14 22 1,-9 45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4:43:55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12938 7691 8914,'-9'-34'4915,"1"0"0,-21-20-3064,4 11 1,-6 7-1552,-8 20 0,-6 13-159,5 12 1,-2 10 0,0 6-11,2 4 1,0 6 0,0 3 0,1 4-346,5-2 1,0 3 0,1 2-1,3 2 1,5 1 247,3 1 1,2 2 0,3 1 0,7 0-1,8-3 1,8 7 0,10 0 0,7-4 0,9-8-9,13-6 1,12-7 0,5-7 0,1-8 59,-7-8 0,3-6 0,1-4 1,-1-6-1,-2-2 29,-3-4 1,-1-3-1,-1-5 1,-4-3 0,-6-4-6,0-10 1,-5-6-1,-8-3 1,-9-3-51,-11-2 0,-9-4 0,-9-1 1,-5 3-40,-8 1 0,-7 2 0,-6 2 0,-4 5-107,-5 2 1,-4 4-1,-4 6 1,-1 7 85,-1 11 0,-3 7 0,1 5 0,4 1 0,-16-4 0,7 10 0,15 16 0,-1 0 0</inkml:trace>
  <inkml:trace contextRef="#ctx0" brushRef="#br0" timeOffset="1119">13108 6017 13299,'9'-61'1618,"0"0"1,-1 1 0,1-5 0,-2 10-730,1 2-391,-12 85 1,-6 28-438,2-17 1,-3 5 0,0 5-1,-2 4 1,-1 1-460,2-8 0,-1 2 0,-1 3 0,0 1 0,-1 2 0,0 1 0,0-1 0,1 0 279,0-3 1,0 2 0,0 0 0,-1 1-1,1 0 1,0-1 0,0 0 0,0-1-1,0-1-2,-2 9 1,0 0-1,0 0 1,0-2 0,0-1-1,2-3 1,0-4 0,-2 14-1,0-3 1,3-6 0,3-10-1,6-10 1,0 0 0</inkml:trace>
  <inkml:trace contextRef="#ctx0" brushRef="#br0" timeOffset="3334">12705 8038 25556,'-8'50'-41,"0"-1"1,0 1 0,-8-9 0,4-4 0,21 0 0,-1 0 0</inkml:trace>
  <inkml:trace contextRef="#ctx0" brushRef="#br0" timeOffset="4287">13160 5200 20744,'40'27'766,"1"-1"0,0 1 1,24-36-1,7-15 0,-23 25-793,-43 39 1,-22 24-1,1-1 1,20-23-460,40-30 1,20-23 0,0-16-1154,-22-3 1,2-13-1,-1-8 1,-1-2 0,-3 1-1,-3 8-222,0 5 0,-4 5 1,-2-1-1,-2-6 1847,4-11 0,4-9 0,-5-1 0,-13 5 0,-22 13 1980,-27 17 0,-20 10 0,-11 5 0,0 4 0,8-1-995,1-2 0,5 4 0,-9 4-687,8 4 0,-8-1 0,-5 2 0,-2 4 0,3 4 0,4 5 0,8 8-159,6 13 0,6 10 0,5 7 1,2 2-1,0-1 0,-2-6-116,-7-4 0,-4-4 0,3 0 0,6 3 0,12 6-2,13 4 0,8 7 0,6 5 1,5 1-1,7-3 0,4-8 1,4-11-8,11-7 0,7-10 0,6-6 0,5-4 0,3 0-329,-4-3 0,6-2 0,4-1 1,3-3-1,0-1 0,-1-2 1,-2-2-1,-6-2 401,2-1 1,-3-1 0,-2-2 0,-1-4 0,-1-6 0,0-7 32,-7-6 0,3-7 0,-1-7 0,1-3 0,-3-3 0,-2-1 1,-5 1-1,-6 3 0,-6 5-193,-1-8 1,-8 4 0,-8-1 0,-8-7 84,-7-1 1,-8-10 0,-5-4-1,-5 0 1,-5 4 0,-5 8 0,-2 12 2,-11 11 0,-8 13 0,-5 6 0,0 2 0,2-5 0,3-6 0,-2-2 0,2-1 0,1 5 0,2 6 0,-11 14 0,0 0 0,1 0 0</inkml:trace>
  <inkml:trace contextRef="#ctx0" brushRef="#br0" timeOffset="5241">13246 8350 20615,'47'18'190,"0"1"1,0-1-1,0 1 1,2-2 0,3 0-1,1-1 1,0-1-1,0-1-175,9 0 1,-1-3-1,2-1 1,1 0-554,-4 0 1,2 0-1,1-1 1,0 0-1,-3-1-32,7 0 0,0-1 1,-3-1-1,-3-1-2044,2 0 0,-4 0 0,-8-3 2614,-6-1 0,-10-1 0,-7 0 0,-31 0 0</inkml:trace>
  <inkml:trace contextRef="#ctx0" brushRef="#br0" timeOffset="5884">15473 8258 21075,'-46'-25'457,"1"0"1,-1 0 0,0 0-1,-5 6 1,-2 1 0,1 7 0,6 12-421,0 17 0,6 13 1,3 11-551,5 5 1,1 11 0,4 6-1,3 1 1,4-4 524,6 0 1,5-3 0,3 2-1,3 3-7,0 0 1,-1 5 0,5 0 0,6-3-1,10-7-2,11-13 1,8-4-1,5-3 1,5-5-1,-1-3 3,2-5 1,2-4 0,2-3 0,2-3 0,1-2 22,-1-3 1,2 0 0,1-3 0,1-2 0,-2-4 0,-1-5 7,8-3 0,1-5 0,-3-4 0,-4-8 0,-7-8-10,-12-5 0,-4-9 0,-4-5 0,-5-3 0,-4-1 0,-5 2-16,-5-3 0,-7-1 1,-5 0-1,-3-1 0,-4 1-4,0-5 0,-2-3 0,-5 2 0,-9 4 0,-12 7-158,0 21 0,-9 2 1,-6 3-1,-6 3 0,-4 3 1,0 2-1,0 3 0,4 3 1,3 2 150,-7 3 0,1 7 0,2 5 0,0 0 0,-1 0 0,-2-3 0,0-5 0,-4-2 0,0-2 0,0 0 0,2 3 0,4 2 0,7 6 0,4 12 0,0 1 0,1-1 0,-1 0 0</inkml:trace>
  <inkml:trace contextRef="#ctx0" brushRef="#br0" timeOffset="6293">12805 8765 21556,'-37'45'82,"0"0"0,0 0 1,1 0-1,-1 1 0,0-1 1,1 0-1,5 3 0,-2 6 1,-1 5-1,-1 2 1,1 3-1,-1 0 0,2 0 1,2-2-1,1-3 0,4-5 1,2-5-1,5-7 0,-7 18 1,9-11-1,-4 9 1,-1-1-1,1 0 0,0-1 1,-1 1-1,1 0 0,0 0 1,-1 0-1,1 0 1</inkml:trace>
  <inkml:trace contextRef="#ctx0" brushRef="#br0" timeOffset="6877">11754 10668 15350,'-58'24'864,"0"0"1,1 1 0,-1-1 0,1 0 0,-1 0 0,15 12 0,5 2 0,4 4 0,1 3 0,0 5-873,2-5 0,-5 6 0,-1 4 1,1 2-1,5 0 0,8-2 1,11-5-1,14-5-542,20 2 1,19-3 0,13-3 0,6-6 0,1-5 0,-3-7 627,2-2 0,3-6 1,1-8-1,-1-11 1,-1-13-17,-17-9 1,3-10 0,2-9 0,0-8-1,-2-4 1,-3-3 0,-4-1 0,-5 2-1,-8 3 1,-9 6-67,-5-12 1,-12 2 0,-9 1 0,-8-1-1,-4-2 4,0 11 0,-5-4 0,-4-3 0,-4-1 0,-2 1 0,-3 4 0,0 4 0,-1 7 0,2 9 0,-22-2 0,-2 13 0,-2 9 0,-1 4 0,5 10 0,1 1 0,0 0 0,0-1 0,0 1 0</inkml:trace>
  <inkml:trace contextRef="#ctx0" brushRef="#br0" timeOffset="7309">10761 8267 15883,'60'4'167,"1"-1"0,-1 0 1,0 1-1,0-1 1,0 1-1,1-1 0,-1 1 1,0-1-1,0 0 1,0 1-1,1-1 0,2-5 1,2 0-1,-2 7 1,-1 0-1,1 0 1,0 1-1,0-1 0,0 0 1,0 1-1,0-1 1,0 0-1,0 0 0,0 1 1,-1-1-1,1 0 1</inkml:trace>
  <inkml:trace contextRef="#ctx0" brushRef="#br0" timeOffset="8220">9758 8074 19238,'26'-58'955,"-1"0"0,0-1 0,-5 10 0,7 12-1019,28 19 1,13 13-1,-22 20 104,-40 22 1,-19 19 0,-7 5 0,5-8 79,-2 2 1,12-2 176,21-11 1,12 5 0,7 0 0,0-2 0,-4-8-365,5 8 0,7-8 39,3-16 0,15-4 0,2 0 0,-11 2 0,-23 6-101,-36 35 0,-35 0-590,0-32 1,-12-6 0,-5-4 0,2-2 292,8-5 1,-1-3 0,2-1 0,-1-2 0,-19 5 0,1-2 0,12-9-1,23-14 1,0 1 0</inkml:trace>
  <inkml:trace contextRef="#ctx0" brushRef="#br0" timeOffset="8569">10249 7413 17423,'-54'36'187,"-1"-1"1,1 1 0,0 0 0,0-1 0,0 1 0,-1-1 0,1 1 0,0 0 0,0-1 0,0 1 0,-1-1 0,1 1 0,0 0 0,0-1 0,0 1 0,-1-1 0,15 16 0,0 4-1,2 3 1,2 3 0,3 0 0,2 2 0,4-1 0,2-1 0,5-2 0,4-2 0,5-5 0,5-3 0,5-6-790,8 12 0,10-7 0,9-4 0,9-4 1,8 1 640,-5-12 0,9 2 0,8 1 0,5-1 1,5-1-1,2-1 0,2-3 0,0-3 0,-1-5 1,-3-4-1,-5-5 0,-6-7-80,9-9 0,-4-9 0,-2-7 0,-3-5 1,1-4-1,0-2 0,2-1 109,-6 6 0,1-3 1,2-3-1,0-1 0,0-1 1,0-2-1,-3-1 1,-1 0-1,-3 0 0,-4 1-20,8-9 0,-1 1 0,-2-2 0,-3 0 0,-8-1 0,-8-3 0,-10-2-53,-11-6 0,-9-6 0,-7-3 1,-8 1-1,-7 3 0,-7 9 1,-6 10-61,-6 15 1,-10 9 0,-7 7 0,-4 4-1,-3 3 1,0 0 0,4-2 0,5-3 0,-3-8-1,3-3 1,3 0 0,-1 1 0,0 5-1,-3 6 1,1 16 0,1 0 0,0 1 0,0-1-1,0 0 1,0 1 0,-1-1 0</inkml:trace>
  <inkml:trace contextRef="#ctx0" brushRef="#br0" timeOffset="9890">14521 5190 14241,'-58'10'1789,"1"-1"1,45-17-1581,41-3 0,35-4 1,6-2 56,-16 2 1,4-2 0,3-1-1,3-1 1,0 0-666,-10 3 1,1-1 0,1 0 0,2-1 0,0 1 0,0-1 0,0-1 481,-4 3 0,0-2 1,1 1-1,0-1 0,0 1 1,0-1-1,0 0 0,-1 1-64,7-2 0,1-1 0,-1 1 1,0 0-1,-1 0 0,0 1 1,-2-1-228,2 1 1,0-1 0,-2 0 0,0 2 0,-3-1-1,-2 2-27,9-3 1,-3 1 0,-3 1 0,-5 1 0,11-2 0,-11 3 0,-13 1-1</inkml:trace>
  <inkml:trace contextRef="#ctx0" brushRef="#br0" timeOffset="10448">18019 3947 14303,'-27'-48'320,"0"1"0,-1-1 0,-22 18 1,-14 5-1,-3 7 0,5 8 51,3 7 1,3 9 0,-9 6-657,17 0 0,-6 3 1,-6 4-1,-1 2 0,-1 1 1,3 1-1,5-1 1,6-1 411,-6 6 0,8 0 1,2 2-1,-5 5-70,7-5 1,-6 2 0,-1 3-1,0 2 1,4 2 0,4 2-1,9 2-106,6 8 0,7 5 0,6 3 0,3 0 0,2-2 0,0-4 58,-5 6 1,0-4 0,7 0 0,12 3-1,12-5 0,9 5 0,7 2 0,6-1 0,4-3 1,3-6-1,-1-10 38,2-8 1,3-7 0,2-6 0,4-5-1,4-2 1,4-1 16,-11-4 0,5-1 0,5-3 0,2-1 0,3-2 0,1-1 1,1-1-1,-1-1 0,-1 0 0,-3-1 0,-3-1 0,-5 1-43,4-1 1,-4 0 0,-3 0 0,-1-1 0,-1-2-1,1-2 1,2-4 0,3-4-1,-6 0 0,4-3 0,3-3 0,1-2 0,2-3 0,0-1 0,-1-2 1,-1 0-1,-2-1 0,-3 0 0,-4 1 0,-6 0 0,-5 1 177,9-11 0,-6 1 1,-6 0-1,-5-3 0,-4-2 1,-3-6-243,-6 0 1,-2-6-1,-4-4 1,-2-2 0,-4 0-1,-3 3 1,-5 3-1,-2 6 26,-6-13 0,-6 6 0,-10 4 0,-16 6-174,5 21 1,-11 2-1,-8 2 1,-6 1-1,-5 2 1,-2 2-1,0 1 1,1 3-1,4 2 1,5 1 0,8 3-43,-19-2 0,10 7 0,0 4 0,-10 2 234,12 2 0,-9 2 0,-6 2 0,-3 2 0,0 0 0,4 1 0,6 1 0,10-1 0,13 0 0,-3 5 0,9 3 0,-8 5 0,1 0 0,-1 0 0</inkml:trace>
  <inkml:trace contextRef="#ctx0" brushRef="#br0" timeOffset="13043">14207 2359 8903,'5'-61'4915,"0"0"0,-7-1-4341,-13 80 1,-3 21-392,1 4 1,0 10-1,-1 7 0,-1 3-754,4-11 1,0 3 0,-1 3 0,0 2 0,-1 3 0,1 3 0,1 2 397,3-13 1,0 3 0,0 3 0,0 3-1,0 0 1,0 2 0,1-1 0,-1 1-1,1-1 1,0-2 0,1-1 0,0-3-377,-1 4 0,0-1 0,1-2 0,0-1 0,1-1 0,-1 0 0,2 2 1,0 0-1,0 3 549,1-2 0,1 4 0,0 2 0,0 2 0,1 0 0,0 0 0,1-3 0,0-4 0,1-3 0,0-7 0,1-6 0,1 20 0,1-12 0,2-1 0,5-1 0,-1-1 0,0 1 0</inkml:trace>
  <inkml:trace contextRef="#ctx0" brushRef="#br0" timeOffset="13760">14543 1223 11732,'-62'-1'867,"0"0"1,0 0 0,0 0-1,0 0 1,-1 0 0,7-5-1,1-5 1,3 1 0,1 9-1,3 16-785,9 13-1,0 14 1,2 11 0,1 6 0,3 3 0,4-2 0,3-3 0,4-9-1457,3 1 1,7-5 0,2 0 0,-2 7 1385,-4 3 0,-5 7 0,-1 4 0,1 2 1,5-2-1,8-6 0,12-9 43,18 3 1,13-8 0,8-6-1,4-4 96,-5-8 0,5-4 0,3-3 0,2-2 0,1-3-37,0-1 0,2-1 0,2-3 0,1-3 0,0-3 1,-2-4 13,2-5 1,0-4 0,0-3 0,-2-5 0,-1-2 0,-4-4-44,4-8 0,-2-4 0,-3-5 0,-5-4 0,-5-2-80,-7-3 1,-3-4-1,-5-3 1,-8-1-1,-8 1-98,-10-1 0,-9-1 0,-6-1 0,-8 4 0,-5 5-355,-10 3 1,-9 5 0,-6 3 0,-3 5 0,0 3-1519,0 5 1,-3 4 0,0 4 0,-1 3 0,2 3 1488,-10 3 0,0 4 0,3 3 0,10 4 1,-12 7-1,32-2 0,42-8 0</inkml:trace>
  <inkml:trace contextRef="#ctx0" brushRef="#br0" timeOffset="14169">11470 3855 7834,'-9'-53'2457,"0"0"1,-1 0-1,13 2 1,11 18-1355,18 39 1,12 20-2148,-4 3 0,9 11 1,3 6-1,0 0 1,-4-4 1064,-1-3 0,-3-2 0,1 2 0,8 4-48,-15-11 0,4 2 0,3 3 0,3 2 0,1 1 0,1 1 1,0-1-1,-1-1 0,-1 0 0,-3-3-30,5 2 0,-1 0 0,0-1 1,-1 0-1,-1-1 0,0-1 1,-1 0-1,-1-1 0,7 5 1,0 0-1,-1 0 0,-2-2 1,-1-1-1,-2-2 0,5 2 1,-1 0-1,1 0 0,-1 0 1</inkml:trace>
  <inkml:trace contextRef="#ctx0" brushRef="#br0" timeOffset="14759">10911 2980 17736,'-18'62'295,"0"0"0,0 0 0,0 0 1,0 0-1,0 0 0,-1 0 0,1 0 1,-11-13-1,1-11 0,12 11-200,17-3 0,5 14 0,7 8 1,4 4-1,5 0 0,4-4 1,2-9-1,4-13 0,1-17 152,18-16 0,8-18 0,4-14 0,1-9 1,-5-3-75,-10 2 1,3-7-1,0-6 1,-2-3 0,-8-2-1,-8 1 1,-13 1-464,-13-11 0,-16-2 0,-10 0 1,-3 0-405,3 1 1,-2-4-1,-5 2 1,-6 9 0,-10 13 360,-10 17 0,-14 12 1,-6 9-1,-1 6 0,5 3 1,12 0-1,1 5 1,8 5-1,5 3 0,1 8 1,0 1-1</inkml:trace>
  <inkml:trace contextRef="#ctx0" brushRef="#br0" timeOffset="15237">10806 5534 12981,'-3'-40'1973,"0"0"1,-11 4 0,14 6-1855,18 21 1,15 5 0,12 4 0,11 4 0,9 4 0,7 2 0,5 2-1,4 2 1,2 0 0,0 1 0,-3-1 0,-2-1 0,-7-1 0,-6-3-1,-10-2-1524,10 0 1,-7-2 0,-5 0-1,-2-1 1,2 1 0,4-1-1,7 2 1396,-10-1 1,5 1 0,6 1-1,3 0 1,3 0 0,1 1-1,0-1 1,-1 1 0,-2-1-1,-4-1 1,-4 0 0,-6-1 0,-6-2-1,-9 0 1,18-2 0,-13-1-1,-8-1 1,13 0 0</inkml:trace>
  <inkml:trace contextRef="#ctx0" brushRef="#br0" timeOffset="16110">10395 5214 9178,'49'-23'1404,"-1"0"0,-71 2 0,-33-6 1,-17-3-1,0 2 0,18 3 1,35 7-472,50 7 1,41 7-1,21 4 1,-2 3-1,-20 0 1,-43 0-1267,-42-1 0,-28 1 0,-19 1 0,-12 0 0,-4 1 0,1 0 0,11 1 0,17 1 0,-9 6 0,3 6 0,1 4 0,0 0 0,0 0 0,-1 0 0,1 0 1,0-1-1</inkml:trace>
  <inkml:trace contextRef="#ctx0" brushRef="#br0" timeOffset="17290">9219 9289 20117,'-27'56'-280,"-1"0"0,1 0 1,-1 0-1,0 1 0,1-1 1,-1 0-1,1 0 0,-1 0 1,3-1-1,0 0 0,0 0 1,1 1-1,0-2 0,0 1 1,1-2-1,0 0 0,0-2-100,-2 5 0,0-1 1,0-1-1,0-1 1,2-1-1,1-2 1,1-2-1,-6 17 1,2-1-1,3-6 1,5-11-1,7-13 1,0-1-1</inkml:trace>
  <inkml:trace contextRef="#ctx0" brushRef="#br0" timeOffset="18041">8171 11285 15143,'-14'-42'1541,"1"-1"1,-1 1 0,-34 12 0,-12 7-1399,13-8 1,-3-1 0,-2 21-119,9 30 1,-3 20 0,0 11 0,2 3 0,6-6-31,5-7 1,4-1 0,2 3 0,3 4-98,-3 8 0,-1 6 0,3 3 0,9-1 0,14-3 113,17-4 0,13-1 1,8-1-1,2-4 0,-4-7-202,0 3 0,0-7 0,12-6 286,-2-12 0,10-1 0,6-3 1,3-3-1,0-4 0,-4-7 1,-7-7 83,-1-10 0,-4-9 0,-4-6 0,-1-6 1,0-3-63,-2-4 1,1-7-1,1-4 1,-3-4 0,-4 0-1,-5 2 1,-6 4-111,-3-9 0,-6 3 0,-10 1 0,-11-2-72,-7 9 1,-8-4-1,-6 0 1,-6 4 0,-5 7-1,-2 12-125,-7 13 1,-7 11 0,-5 8-1,-1 4 1,2 0 0,5-4-1,-6-6 1,5 0 0,0 1-1,0 5 1,-3 9 0,0 1 0,0 0-1,0 0 1</inkml:trace>
  <inkml:trace contextRef="#ctx0" brushRef="#br0" timeOffset="18506">7226 8106 20722,'56'9'35,"0"1"0,0-1 0,0 0 0,0 0 0,-3 3 0,3 0 1,1 2-1,1 1 0,1 0 0,0 1 0,-1 0-35,2 2 0,1 0 0,0 2 0,0-1 0,-1 1 0,-2-1 0,-2 0 0,4 2 0,-2-1 0,-2 0 0,0-1 0,1 0 0,3-1 0,-1-1 0,1 1 0,-1-1 0,1 1 0</inkml:trace>
  <inkml:trace contextRef="#ctx0" brushRef="#br0" timeOffset="19387">6952 7521 15423,'-37'45'555,"-1"0"1,1 0 0,-1 0 0,1-1 0,-1 1 0,0 0 0,23 12 0,7 4 0,6 2 0,5-1 0,3-3 0,2-6-532,1 3 0,2-2 0,8-7 0,13-9 260,10-14 0,16-6 0,9-5 0,3-5 0,-1-6 0,-7-6 0,-14-5-163,7-16 0,-13-11 1,-17-11-180,-23 4 0,-12-11 0,-10-5 0,-5 0 0,-4 5 1,1 11-16,-12-3 0,-7 13 0,-13 4-231,13 12 0,-10 1 1,-8 3-1,-3 1 0,1 2 1,4 3-1,9 3 0,11 3 1,-7 8-1,8 9 1,3 7-1,-1 1 0,1 0 1</inkml:trace>
  <inkml:trace contextRef="#ctx0" brushRef="#br0" timeOffset="20013">9157 6878 14247,'27'56'520,"-1"0"1,1 0-1,0-1 1,-9 3 0,-3 1-1,0 0 1,3 2-1,4-7 1,4 3 0,1-1-1,-2-1 1,-5-3-1,-7 9 1,1 0 0,0 0-1</inkml:trace>
  <inkml:trace contextRef="#ctx0" brushRef="#br0" timeOffset="20824">9155 6788 12769,'-28'-26'4688,"-1"-1"0,3 20-4478,-18-2 0,-6 9 50,9 32 1,4 10-40,10-17 0,1-1 87,-8 10 0,8-14-123,20-37 78,-35-3-266,7 39 1,3 17-1680,12 16 0,6 6 1684,-10-1 1,14-2 38,31-7 0,18-2 0,12-16 27,-3-26 0,12-15 0,5-10 1,3-3-1,-3 1 0,-9 8-161,-4 7 1,-6 5 0,1-2 0,4-9 178,-3-5 0,10-5 0,4-6 1,1-2-1,-4-4 0,-7 0 0,-13-1 1,-17 0-26,-20-13 1,-22-3-1,-8-1 1,9 1-60,16 1 1,6-1 0,-4 3 0,-17 8-59,-20 9 0,-18 6 0,-10 4 0,-4 5 0,3 5 0,10 7-294,-4 8 1,6 11 0,-5 7 156,9-2 1,-8 5 0,-1 4 0,1 1 0,7-2 0,10-1-1,0 7 1,8 1 0,-5 16 0,-1 0 0</inkml:trace>
  <inkml:trace contextRef="#ctx0" brushRef="#br0" timeOffset="22733">16176 7542 10136,'8'-51'2457,"0"0"1,0-1-1,3-14 1,-12 25-2385,-16 51 1,-13 23-1,-9 19 1,-6 12-1,-2 5 1,0 1-1,4-6 1,8-11-74,3-4 0,4-5 0,1 0 0,0 0 0,-5 5 0,2-5 0,-5 5 0,-2 2 0,-1 1 0,1-1 0,3-3 0,4-5 0,7-7 0,-2 13 0,0-1 0</inkml:trace>
  <inkml:trace contextRef="#ctx0" brushRef="#br0" timeOffset="23741">16736 6860 8500,'-62'3'1966,"-1"0"0,1 0 0,0 0 0,-6-10 0,9 19-1436,31 19 1,-1 19-1,2 11 1,5 7-1,6-1 1,9-5-1,11-12-1033,23 2 1,19-8 0,10-5 0,-1 0 563,-6 2 1,1 2-1,3-3 1,5-8 0,5-14 33,-10-16 0,5-8 0,5-8 0,2-5 1,1-4-1,-2-3 0,-2 0 0,-5 0 0,-6 3-68,6-5 0,-7 0 0,-3-2 0,-3-3 0,1-7-21,0-3 0,7-7 1,0-5-1,-4-1 1,-9 1-1,-16 3 1,-20 8-250,-25 6 1,-21 4-1,-16 4 1,-8 2 0,-4 2-1,5 1 1,10 0-735,4-2 0,5 1 0,1 2 0,-3 3 0,-7 5 793,0 6 1,-8 2 0,-5 3 0,-2 3 0,1 2-1,5 3 1,7 2 0,11 2 0,-2 9 0,11 5 0,3 0-1,-3 5 1,-1 0 0</inkml:trace>
  <inkml:trace contextRef="#ctx0" brushRef="#br0" timeOffset="24782">15367 9412 18391,'-37'45'211,"0"0"1,0 1-1,0-1 1,0 0-1,0 0 1,0 0 0,2 1-1,-3 2 1,0 1-1,0 1 1,2-1 0,2-2-1,3-2 1,5-4-1194,-6 19 0,7-6 0,1 1 341,-1-4 1,-2 3 0,3-3 0,7-6-1,8 1 1,7-8 0,7-10 0</inkml:trace>
  <inkml:trace contextRef="#ctx0" brushRef="#br0" timeOffset="25449">14731 10777 11799,'-57'-29'2421,"1"0"0,0 0 0,14 22 0,-3 7-2324,-2-3 1,-10-3-1,-4 4 1,4 6 0,10 12-880,8 21 1,10 13-1,4 8 1,0-3 772,-3-4 1,-1 1-1,5 1 1,9 5-10,8 2 0,3 8 0,9 0 0,10-6 0,14-14 196,12-20 1,15-11-1,11-6 1,6-6 0,0-2-1,-4 0 1,-9 3-80,7 7 0,-7 0 1,0-5-1,5-12-57,-10-8 0,8-7 0,4-6 0,1-4 0,-4-4 0,-6-3 0,-11-1 0,-15-1 217,-8-17 1,-16-7-1,-14 0 1,-11 3-532,-10 15 0,-11 1 1,-9 2-1,-4 1 1,2 4-1,4 3 272,1-1 0,2 3 0,-1 5 0,-5 4 0,-7 5 0,-7 4 0,-2 3 0,7 5 0,14 5 0,-6 16 0</inkml:trace>
  <inkml:trace contextRef="#ctx0" brushRef="#br0" timeOffset="25976">15894 9180 20699,'52'26'-91,"0"-1"0,1 1 1,-1 0-1,0 0 1,0 0-1,1 0 0,-1 0 1,0 0-1,6 2 1,2 1-1,0 0 0,0 0 1,-2-1-1,-2-2 1,-3-1-1,-5-3-475,11 3 0,-5-3 0,-4-2 0,-1 0 0,7 2 0,-2-2 0,-9-1 0,-14-5 0,-1 0 0</inkml:trace>
  <inkml:trace contextRef="#ctx0" brushRef="#br0" timeOffset="26485">17954 10035 13161,'3'-54'2236,"1"-1"0,-1 1 0,2-7 0,-14 7-1777,-23 18 1,-14 5-1,-6 16-376,7 19 0,-7 14 0,-2 8 0,2 7 0,6 2-70,3 10 0,4 8 1,4 5-1,2 1 1,2-3-59,0-8 0,-4 1 0,5 0 0,12-2 0,17 0 69,21-3 1,17 3 0,14 0 0,8-3 0,3-4 0,-1-7 0,-6-9-422,1-10 0,0-10 0,0-7 1,2-2-1,4 0 433,0 5 0,8 1 0,3 1 0,0-4 0,-5-5 0,-9-8 0,-12-11-271,-14-13 1,-8-13 0,-8-6 0,-5-3 0,-3 4 0,-1 8 125,3-2 1,-5 6 0,-14-2 36,-13 6 1,-13-5-1,-8-3 1,-5 1 0,-1 5-1,3 6 1,6 12 0,-22 5-1,-2 14 1,5 2-1,0-1 1,0 1 0,0 0-1</inkml:trace>
  <inkml:trace contextRef="#ctx0" brushRef="#br0" timeOffset="27934">11031 12138 5662,'36'-44'1638,"0"0"0,0 0 1,0 0-1,2 4 0,-3 2 1,-18 6 2936,-36-9-4476,-8 48 0,-14 17 0,-9 13 0,-4 6 0,0 1 1,6-5-161,4-5 0,0 0 1,2 1-1,-1 0 0,0 1 1,0 2-843,-5 4 0,-2 3 0,0 1 1,2-1-1,4-3 0,7-5 395,-3 7 0,6-3 0,20-23 46,33-36 0,25-28 0,10-12 0,-6 2 1384,-13 11 0,0-4 0,0 0 0,-1-2 0,2 2-596,1-2 0,1-2 0,0 1 0,0 2 0,-3 4-80,-3-2 1,-2 0-1,1 9 1,7 16-8,6 24 1,6 16 0,4 10-1,0 3 1,-1-5-265,-2-3 0,-1-1 1,0 1-1,3 2 1,3 2-364,-8-2 0,4 2 1,3 1-1,0 2 0,0 0 1,0 0-1,-3-2 0,-2-2 388,11 7 0,-2-2 0,-2-1 0,-3-2 0,-3-2 0,13 6 0,-5-3 0,-8-4 0,-15-6 0,-1-1 0</inkml:trace>
  <inkml:trace contextRef="#ctx0" brushRef="#br0" timeOffset="28718">10692 12732 15322,'-41'-21'1196,"0"1"0,-1-1 0,-2 28 0,-4 12 0,-2 4 0,1-8-1193,-15-16 1,0-8 0,3 18-11,13 19 0,-4 14 1,5 7-1,13 0 0,23-7 52,33-3 0,27-4 0,6-1 0,-11 1 35,-21 7 0,-6 1 0,12-12 141,20-19 1,17-11 0,6-10 0,-6-8 0,-16-6-32,-14-22 1,-14-12-1,-3-3-117,4 10 0,1-2 0,-7 0 0,-17 6-1756,-26 5 1,-18 3-1,-7 5 1,8 4 648,0-2 1,-3 11 1033,-16 20 0,-8 11 0,21 5 0,29 9 0,11 10 0</inkml:trace>
  <inkml:trace contextRef="#ctx0" brushRef="#br0" timeOffset="29265">12729 12498 12981,'-10'-62'3276,"1"0"1,-3 18 0,-11 15-3029,-19 35 0,-16 22 0,-2 14 0,13 2-227,20 3 0,11 8 0,2 2 0,-5-2-12,-16-1 1,-8 0 0,7-1 0,23-2 13,28 1 1,18 2 0,11-9 0,5-20-847,-3-27 0,9-17 0,4-12 0,1-6 0,-3 2 0,-6 8 838,17 4 0,-7 2 0,-14-16 207,-23-16 1,-7-18-1,-10-5 1,-12 5-1,-13 17-222,-24 20 0,-18 14 0,-8 5 0,3-6 0,13-8 0,-2-5 0,1-1 0,1 4 0,2 10 0,-5 18 0,0 0 0,0-1 0</inkml:trace>
  <inkml:trace contextRef="#ctx0" brushRef="#br0" timeOffset="29698">10282 10659 22043,'-1'-42'94,"1"1"0,27 32 0,18 9 1,14 7-1,9 5 0,6 4 1,0 2-1,-4 0 0,-8-3 0,-13-2 1,9 3-1,-11 0 0,11 3 1,3-1-1,-1 0 0,1 0 1,-1 0-1,1-1 0,-1 1 0,1 0 1,-1 0-1,1 0 0</inkml:trace>
  <inkml:trace contextRef="#ctx0" brushRef="#br0" timeOffset="30370">10002 10427 14745,'0'-3'2322,"-34"-15"1,-30-8 0,7 12-2312,22 21 0,-1 7-11,-14-6 0,-11-2 0,5 6 0,22 10 32,35 26 0,24 14 0,-4-3-2,-23 10 1,14-13 361,31-37 0,25-10 0,9-9 1,-5-10-1,-21-10-206,-23-23 1,-17-15 0,9 1-162,25 10 0,15-2 0,-9 4 1,-31 7-26,-48 6 0,-25 6 0,5 7 0,-12 2 0,10 48 0,-1 1 0</inkml:trace>
  <inkml:trace contextRef="#ctx0" brushRef="#br0" timeOffset="31002">12157 10951 15210,'20'42'1791,"22"-38"0,22-14 0,7-5 1,-8 8-2013,-10 11 0,-4 4 0,8-5-1184,-3-7 1,11-5 0,6-3-1,1-1 1,-2-1 0,-7 2-1,-12 3 217,16-4 0,-6 2 0,10-1 0,4 0 0,-30 6 0,-39 6 0</inkml:trace>
  <inkml:trace contextRef="#ctx0" brushRef="#br0" timeOffset="31350">13570 10494 19451,'0'-5'1249,"-34"13"0,-28 17 0,9 2-1151,23-2 0,2 3-42,-20 14 0,-6 7 0,31-8 151,50-10 0,21-8-25,6 1 0,7-12 100,-6-18 0,4-11 0,-6-6 76,3-15 1,-20-10-290,-35 7 0,-15-5 0,-1 4-103,6 2 1,-11 7-575,-35 10 1,-21 9 0,16 9-1,18 9 1,-5 11 0,0 0 0</inkml:trace>
  <inkml:trace contextRef="#ctx0" brushRef="#br0" timeOffset="33216">25845 5777 8483,'35'-46'1404,"1"0"0,-1 0 0,1 0 1,-7 3-1,0-1 0,-4 0 1,-5 1-780,-1-8 1,-7 1 0,-10 4-324,-17-7 1,-17 11-93,-27 23 0,-11 19-706,26 10 1,-3 7 0,0 5 0,2 3 506,-7 9 0,0 5 1,2 4-1,4 3-15,11-6 1,2 2 0,2 3-1,4 0 1,4 1-24,0 11 1,3 2-1,9 0 1,13-3 3,19-1 1,14 0 0,8-5-1,1-6 49,-3-10 1,2-5 0,4-5 0,4-3 29,1-4 0,5-3 0,2-4 0,0-5 0,-3-8 106,8-10 1,-1-9-1,-3-7 1,-5-4-84,-8-1 1,-4-5 0,-4-4 0,-2-2-59,0-3 0,-2-3 0,-5-2 0,-10-3 18,-11-1 0,-10-4 1,-7 1-1,-6 4 0,-6 6 1,-6 3-1,-6 3 1,-3 2-158,-10-1 0,-7 4 1,-2 3-1,1 6-1514,-7 2 0,-1 7 1,2 6 1244,4 7 0,2 3 0,7 6 0,-9 16 0,37-4 0</inkml:trace>
  <inkml:trace contextRef="#ctx0" brushRef="#br0" timeOffset="34043">25805 6771 16538,'5'-49'1822,"-1"1"0,0 0 0,0 19-1009,-1 79-690,-3-20-40,-4 5 0,-3 15 0,-3 10 0,-1 5 0,0 0 1,2-6-43,0 4 0,1 0 1,1-1-1,-1 1 1,-1 2-199,-1-4 0,-1 2 0,-1 1 0,1 0 0,0 1 0,1 0 91,2-6 0,0 4 1,1 0-1,1 0 1,-1-4-1,2-6 1,0-8-199,-1 15 1,0-4 263,0 3 0,-2 10 0,0-4 0,2-18 0,2-9 0,-1-2 0,0 0 0</inkml:trace>
  <inkml:trace contextRef="#ctx0" brushRef="#br0" timeOffset="34666">25573 9140 8422,'-35'-43'1638,"0"0"0,0 0 1,0 0-1,-18 11 0,-3 10 1,-6 17-2007,13 15 1,-4 12-1,-3 9 1,0 3 0,4 1-1,6-2 380,-4 0 1,4-1 0,7 5 0,14 9-7,15 7 0,8 12 1,8 7-1,8 3 1,7-4-1,6-9 0,6-14 15,7-18 0,10-10 1,6-7-1,5-4 1,1-1-1,-1 2 1,-5 6 28,-4 6 0,0 7 1,-1 2-1,-1-1 1,1-5-1,-1-8 0,2-11 162,7-12 1,8-9-1,2-9 1,-4-5-1,-8-5 1,-15-4-1,-20-2-537,-24-2 0,-21-6 0,-14-5 0,-11-3 1,-3-1-1,1 0 0,7 3 0,12 4-1273,10-4 1,10 2-1,1 1 1,-4 1-1,-11 1 1598,-10 3 0,-11-4 0,-7-1 0,-4 1 0,1 5 0,3 6 0,7 11 0,12 12 0,-21 23 0,26 2 0</inkml:trace>
  <inkml:trace contextRef="#ctx0" brushRef="#br0" timeOffset="35965">26675 5785 20481,'62'-3'-259,"0"-1"0,0 1 0,0 0 1,0-1-1,1 1 0,-1 0 1,0-1-1,0 1 0,0 0 1,0-1-1,0 1 0,1 0 1,-1-1-1,0 1 0,0-1 1,0 1-1,0 0 0,6-2 0,-3 0 1,-3 0-1,-2-1 0,-2 1 1,0 0-1,-1 1 0,0-1 1,1 2-1,0 0 0,10 1 1,7 0-1,2 1 0,1 1 1,-4 0-1,-7 0 0,-10 0 0,-13 1 1,-16-1-1,-12 0 0</inkml:trace>
  <inkml:trace contextRef="#ctx0" brushRef="#br0" timeOffset="36275">23741 5326 21226,'58'7'47,"0"-1"1,0 1 0,0 0 0,0-1 0,0 1 0,0 0 0,1-3 0,-4-2 0,0 0-1,1 3 1,6 5-48,-8 3 0,7 5 0,2 3 0,3 2 0,0 2 0,-2-2 0,-4 0 0,-6-3 0,-7-3 0,12 3 0,-11-4 0,5 2 0,4 1 0,-1 0 0,1 0 0,0 0 0,-1 0 0</inkml:trace>
  <inkml:trace contextRef="#ctx0" brushRef="#br0" timeOffset="36649">25956 3912 21080,'4'-42'966,"-1"71"1,-1 27-1144,-1-13 0,0 8 0,0 5 0,0 2 0,0-1-295,1 2 0,0 3 1,0 0-1,1-2 0,0-4 1,1-2-1,0-3 0,1-3 1,-1-4-1,1 10 0,1-1 1</inkml:trace>
  <inkml:trace contextRef="#ctx0" brushRef="#br0" timeOffset="37507">25453 10572 10416,'21'-54'3276,"0"-1"1,-1 1 0,21 92-1863,-36 13 1,-10 17-2084,3-21 1,-1 8 0,0 6 0,0 3-1,-1 1 1,1-3 0,-1-4 668,1 3 0,-1-2 0,0-2 0,1-1 0,-1 0 0,0-2 0,1 1 0,-1-2 0,1-1 0,0-3 0,0 8 0,0-1 0,1 1 0</inkml:trace>
  <inkml:trace contextRef="#ctx0" brushRef="#br0" timeOffset="38167">25336 11989 16448,'-16'-45'1186,"0"0"0,0 0 0,-29-6 0,-10 22-1048,9 37 1,-7 18 0,0 12 0,6 8-48,15-1 0,2 11 0,2 6 1,3 5-1,4 0 0,3-2 1,4-5-590,2 2 1,5-3 0,4-1 0,6 1-1,5 3 525,2-7 0,1 7 1,3 3-1,4-1 1,5-2-1,5-6 0,5-10 1,8-12 97,2-16 1,9-9 0,6-9 0,6-5-1,3-5 1,2-4 0,1-2 0,-2-1-1,-2 2 1,-5 1 0,-7 5-111,12 2 1,-6 2 0,-2 0 0,-3-2 0,1-7 0,2-8-5,-6-4 0,6-6 0,4-6 1,1-3-1,-1-4 0,-5-1 0,-7-1 1,-11 1-1,-13 2 0,-15 2-130,-19 0 1,-18-2 0,-12 1 0,-10 0-1,-5 1 1,-3 2 0,3 1 0,5 4 118,2 1 0,-1 3 0,0 3 0,-1 0 0,0 2 0,-2 0 0,-1-1 0,0 0 0,-3-3 0,-1-1 0,-1 2 0,1 2 0,1 4 0,3 7 0,3 7 0,-10 25 0,-1-1 0,0 0 0,0 1 0</inkml:trace>
  <inkml:trace contextRef="#ctx0" brushRef="#br0" timeOffset="38787">23566 8979 19792,'55'28'-19,"1"0"1,0 0-1,-1 0 1,1 1-1,-1-1 1,1 0-1,-4-6 1,-8-5-1,5 5 1,2 7-1,-1 1 1,0-1-1,1 0 1,-1 0-1,1 0 1</inkml:trace>
  <inkml:trace contextRef="#ctx0" brushRef="#br0" timeOffset="39210">27331 8976 15663,'-57'29'0,"1"0"0,0 0 0,-1 0 0,1 0 0,-1 0 0,1 0 0,0 0 0,-1 0 0,1 0 0,0 0 0,0 0 0,1-1 0,0 0 0,0 1 0,0-1 0,0 1 0,0-1 0,0 0 0,-1 1 0</inkml:trace>
  <inkml:trace contextRef="#ctx0" brushRef="#br0" timeOffset="40593">25561 13227 20347,'-1'53'214,"1"0"0,-1 1 0,0-1 0,0-1 0,-1 5 0,0 2 0,1 0 1,-1-5-1,1-5-2601,0 3 1,0-6 0,0 3 1973,0 8 1,-1 6 0,1-3 0,2-14 0,8 3-1,-4-24 1</inkml:trace>
  <inkml:trace contextRef="#ctx0" brushRef="#br0" timeOffset="41607">25424 14741 15855,'-63'-12'991,"1"0"0,-1 0 1,0-1-1,11 30 1,3 10-1,1 8 1,-2 5-956,7-4 1,-3 6 0,-1 4 0,0 3 0,4 1-1,5 0 1,6-2-119,1 6 0,2 3 0,7-2 0,13-2 0,18-5 146,18-12 1,15 0 0,14 0-1,10-3 1,5-4 0,2-5 0,-2-5-1,-4-9 1,-10-8-595,3-16 1,-5-15-1,-2-9 1,0-4-1,3 2 1,5 10 530,-5 14 1,9 6 0,5 4 0,2 1 0,-2-1 0,-6-1 0,-10-5 0,-12-5 0,-18-9-167,-19-17 1,-18-12 0,-16-8-1,-8-2 1,-6 3 0,1 9 0,5 13-268,-14 6 1,-2 14 0,-10-1 304,16 3 0,-9-4 0,-6-2 1,-1 1-1,0 1 0,4 2 0,8 4 1,11 6-1,-8 6 0,8 4 0,0 1 1,-1 0-1</inkml:trace>
  <inkml:trace contextRef="#ctx0" brushRef="#br0" timeOffset="42170">23151 11932 20599,'54'30'26,"0"-1"0,1 1 0,-1 0 0,1 0 0,-1 0 0,0 0 1,1 0-1,-3-5 0,-6-4 0,-1-1 0,3 5 0,-1 5 0,1 1 1,-1-1-1,1 1 0,-1-1 0,1 1 0</inkml:trace>
  <inkml:trace contextRef="#ctx0" brushRef="#br0" timeOffset="42599">27708 11920 14264,'-65'6'1580,"0"0"1,0 1 0,18-7 0,3 0-1,-7 12-1580,7 10 0,-8 11 0,-4 7 0,-2 6 0,1 1 0,2-1 0,5-5 0,8-8 0,-5 4 0,8-7 0,-5 5 0,-5 3 0,-1 1 0,0 0 0,1-1 0,-1 1 0</inkml:trace>
  <inkml:trace contextRef="#ctx0" brushRef="#br0" timeOffset="44657">26623 15216 21534,'0'-6'1179,"16"29"0,2 19-832,-23 6 1,-3 6-236,14-10 0,5 3 0,-5-1 213,-16 13 0,7-11 442,44-19-715,-4-35 0,10-15 1,4-3-51,-7 5 0,3-2 0,4-2 1,2-1-1,1 0-426,-4 1 1,2-1 0,1-1 0,2 0-1,1-1 1,2 1 0,1 0 424,-3 2 0,3-1 0,1 1 1,1-1-1,0 0 0,1 1 1,0 0-1,-2 1 0,-1 0-6,0 0 0,-2 1 0,0 0 0,-1 1 0,1 0 1,-1 1-1,2-1 0,2 1-265,-1 1 1,4-1-1,2 0 1,1 0-1,-2 1 1,-1 1-1,-3 1 1,-6 2 0,-5 2-727,8-2 0,-8 2 1,-4 2-1,1 2 996,15-1 0,-1 2 0,-33 6 0,-51 9 0,-22 11 0</inkml:trace>
  <inkml:trace contextRef="#ctx0" brushRef="#br0" timeOffset="45671">24525 13584 13194,'-2'-64'1943,"1"0"1,-1 0 0,2 6-1,0 3 1,-5 30-1832,-12 54-56,6 6 0,10 4 551,33 7 1,15-6-418,-9-17 1,7-10-192,-3-13 1,7-6-1,6-6 1,2-3-1,-1-2 41,-4-2 1,3-4 0,2-4 0,1-1 0,-3 0 0,-2 3 0,-6 3-2098,4 0 0,-5 2 0,-2 2 0,4-2 2057,6-4 0,9-5 0,-2 2 0,-15 7 0,-27 14 0,-57 34 0,14-13 0</inkml:trace>
  <inkml:trace contextRef="#ctx0" brushRef="#br0" timeOffset="46820">23402 11515 8819,'-53'34'614,"1"1"0,-1-1 1,0 0-1,1 0 0,-1 1 1,0-1-1,1 0 1,-1 0-1,0 0 0,31 21 1,13 3-1,9 4 0,4 2 1,0 0-1,-4 0 1,-8-1-696,-14-3 0,-9 1 1,-7 1-1,0-1 1,3 0-1,9-3 1,12-2-1,19-4 232,14-9 1,13 1 0,9 1 0,9 0-1,5-3 1,5-2 0,2-6 0,0-5 0,-2-7-1,-4-9 1,-6-9 85,2-15 0,-2-13 0,0-11 0,-1-9 1,-1-4-1,0-2 0,-1 1 0,-1 4 1,1 8-234,5 5 0,4 5 0,0 3 0,-2-1 0,-6-3 0,-9-5 0,-10-9-20,-14-4 0,-6-10 0,-5-6 1,-6-4-1,-5-2 0,-6 0 1,-4 3-1,-4 5 0,-5 8 1,-3 11 15,-13 5 0,-11 11 0,-7 8 0,-5 5 0,-3 2 0,0 1 0,3-3 0,4-5 0,0-8 0,0-3 0,2-3 0,0 2 0,1 2 0,1 6 0,-1 7 0,0 19 0,0-1 0,1 1 0,-1 0 0,0-1 0,0 1 0</inkml:trace>
  <inkml:trace contextRef="#ctx0" brushRef="#br0" timeOffset="54184">26757 11091 12897,'48'-24'1006,"0"0"1,0 0 0,-1 0-1,-1-4 1,-1-2 0,-3-2 0,-1-3-890,-3-5 1,-3-3-1,-2-2 1,1-2-612,-5 4 0,-1-2 0,0-1 0,1-1 0,0 1 480,4-5 1,0 1-1,0-2 1,1 1 0,1 0-200,1-2 0,1 0 0,1 0 0,0 0 0,0 0 229,-5 9 0,1 0 0,0 0 0,-1 1 0,1-1 0,-1 0 16,5-7 1,0 0-1,-1 0 1,0 0-1,-1-1-13,-1-1 0,-2 1 0,1-1 0,-2 0 0,-1-1-14,0 0 1,-2 0 0,0 0 0,-1-1-1,0 1 3,-2 1 0,-1 0 1,0 0-1,-1 0 1,-1 0 26,-1 3 1,0 0 0,-1 0 0,-1 1 0,-1 0 3,2-7 0,0 0 1,-2 1-1,-1 0-95,-3 4 0,-2 1 0,-1 0 0,-2 0 115,1-12 1,-2 0 0,-2 0 46,-3 2 1,-1 1-1,-1 0-41,0 5 1,0 1-1,0 1 228,0 4 0,0 1 0,0 2-290,2-13 0,-2 2 686,-4 8 1,-6 1-766,-8 5 1,-6 2 557,-9 1 0,-6 3-479,-2 3 0,-1 4 226,8 6 0,2 3-1046,-8-2 835,20 30 66,-6 26-53,3-9 0,-2 1-9,-2 2 1,1-2 66,-18 11 432,21-19 135,15-18-387,6-21 106,5-20-314,10 8 1,9-1-42,22-8 0,9 4-26,1 8 0,6 8-191,-8 13 1,5 6 0,-5 9-1446,-10 11 1,-4 9 0,-2 1 1095,9 9 0,-6 1 0,-13-4 1,-9-5-1,-14-15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6D89-F6AB-89B4-7714-9D172E576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D808C-E924-D14D-9ADF-61358D39A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73F86-6B5F-B265-7DB9-A6385157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A5F04-BF80-6397-35BD-38602F50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84364-B030-8A38-C9A1-9497EABB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0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7BA9-6A40-E3AB-8AE2-886DE4B6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91C05-8B73-FC6D-FB09-8A92BD05C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0F9A5-C7E7-9A23-E628-1782A916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54077-1662-0C5A-C485-83FC0A08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24652-DE78-C797-6C44-3D02941D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8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85B2-E887-75CD-1946-8C20F0ED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16C3C-0AE2-535C-7246-F69A30462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89263-D3FD-FD7A-7FD8-7A53121A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E603-20B3-BC88-A8FC-86C9A177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C72A7-1D1E-2FC0-5B5A-D7B72DC5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0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C3F4-EE40-789B-3C12-3EDD6D44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89782-E323-903E-78D7-D17BAA5D5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2B74D-A751-0D50-1A00-E35BCAF13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82344-5A88-6E6B-BF5B-C6C76BA6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E0B16-F110-2664-D430-F7F244DE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87693-A656-260C-BAA8-FFA7CF27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0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1147-6CAD-2551-CCBE-1D919632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C786D-FA73-6AFF-5FF7-BEF48027A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487DF-02F8-C46D-2348-879B5608A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7E0A1-56A1-771A-B23D-D2E36BF45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607B2-8E5C-1338-52D6-97F0DEDE7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8604B-F787-A26D-2B5E-9262CDA9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A10E2-064C-B94A-7B64-BF5B8DF5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F47DCC-6A49-947B-FE68-30FE3100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8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74C7-C21E-F10E-6E96-4B7CF1A9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2BC3F-DCA3-20D3-454B-721DA138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3E5FF-B967-8AC4-05AC-21AEB986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6F107-5F33-9017-CF2D-DBAD6920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34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165DC-7FA5-953D-7A89-919C7199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B6D6D-AC06-86FC-D6CF-292C2FB5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2F146-6582-532F-8BBC-C88C5802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8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010D-725C-149F-39EF-2B6A2D2E7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C0056-DB9D-65FB-1949-237416987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62866-23D1-94D1-B4FB-715364006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E6044-997A-F2CF-AC83-66D400B8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408EC-F0BC-85EB-5162-3F54EF3B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6A8BC-DA40-AF6F-1D6D-0F46E38F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2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D73F-4906-E89F-8660-4EDCE82F0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4C3C44-B05F-ACAE-A2A2-05C757588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17122-06E3-863C-4FA4-D4DC458F8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79D58-3AF3-E6B1-680B-256875C8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7E55A-3FAB-FF90-D2EA-08F26EF6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8DE0-DA35-EFD0-01C1-FA51B3E9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6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BD10-593D-0C43-592F-F471B992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48039-0C78-68E0-5EE5-6F3A0589D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2B870-88CC-07BB-FFD2-D5C52D1F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868F6-5CA5-3EBB-F15A-942E019C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C40FD-9CF6-B73B-0038-8D99BFA7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33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F7140A-5A51-1C0C-EB1C-8CF9F0D30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441B6-ED6D-7C2D-4D43-227A58321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BF6E2-181A-FABD-9B20-5190333A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41C7E-CF3C-F5A0-DCCA-8A5A794C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5B6B-5F18-74BB-C11B-653E7E03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2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F8D01-368E-D3CE-9B2E-97D02094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9F564-FBD0-70A8-D85A-D1BA66AEC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13A9C-DECC-D628-2A19-767188757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13C2F-F477-B94D-B1F6-30CF9DE03093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EC8E5-FAC7-B20B-C359-5EBAFAF9F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894BB-73AE-2D5C-6B71-DDD0B3D12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DD03B-D59E-1B4D-B253-6A9300484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0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1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1F030-3633-9A72-8953-0C0BC8FF56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1CC29C-3058-F3CC-0B65-6D2F22FB58F2}"/>
                  </a:ext>
                </a:extLst>
              </p14:cNvPr>
              <p14:cNvContentPartPr/>
              <p14:nvPr/>
            </p14:nvContentPartPr>
            <p14:xfrm>
              <a:off x="448200" y="725760"/>
              <a:ext cx="3334680" cy="3975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1CC29C-3058-F3CC-0B65-6D2F22FB58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840" y="716400"/>
                <a:ext cx="3353400" cy="399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435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85DCA-0519-E57E-0C2C-1733DE502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C25BE8-352D-9C46-5713-137E4797C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2E00B-F7EB-810A-A837-A3B92AE1D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8A3D1F-5679-9EB3-5970-F837387C68B9}"/>
                  </a:ext>
                </a:extLst>
              </p14:cNvPr>
              <p14:cNvContentPartPr/>
              <p14:nvPr/>
            </p14:nvContentPartPr>
            <p14:xfrm>
              <a:off x="227520" y="816480"/>
              <a:ext cx="4398480" cy="2728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8A3D1F-5679-9EB3-5970-F837387C68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160" y="807120"/>
                <a:ext cx="4417200" cy="27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53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4C4F7-782D-978A-092A-0DEB8B24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C78796-11ED-CBFF-E7DE-5833DDD47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A04F1D-8FFB-3F72-FFEA-4D33FCA7A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702A70-ACB5-0027-AEF1-D236900E2F22}"/>
                  </a:ext>
                </a:extLst>
              </p14:cNvPr>
              <p14:cNvContentPartPr/>
              <p14:nvPr/>
            </p14:nvContentPartPr>
            <p14:xfrm>
              <a:off x="504000" y="300240"/>
              <a:ext cx="8414280" cy="505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702A70-ACB5-0027-AEF1-D236900E2F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4640" y="290880"/>
                <a:ext cx="8433000" cy="506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710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940A5-2964-A692-6987-D70199FD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0783E7-6000-6DF5-19FF-C7583D41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44726-26FD-CA55-DA35-80E6EC72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9C865B-908C-BFDE-8A4A-F6F24DFED523}"/>
                  </a:ext>
                </a:extLst>
              </p14:cNvPr>
              <p14:cNvContentPartPr/>
              <p14:nvPr/>
            </p14:nvContentPartPr>
            <p14:xfrm>
              <a:off x="659160" y="387720"/>
              <a:ext cx="7086960" cy="503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9C865B-908C-BFDE-8A4A-F6F24DFED5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9800" y="378360"/>
                <a:ext cx="7105680" cy="505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337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48ECC-ACED-F380-C3D6-3B7EBD90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E624D-CE79-8811-EADD-1BA5A2083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7C429-7271-BCB5-3420-90BF070A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7C0349-B047-3019-7A5C-4840B8611AE9}"/>
                  </a:ext>
                </a:extLst>
              </p14:cNvPr>
              <p14:cNvContentPartPr/>
              <p14:nvPr/>
            </p14:nvContentPartPr>
            <p14:xfrm>
              <a:off x="633960" y="261720"/>
              <a:ext cx="7117200" cy="4734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7C0349-B047-3019-7A5C-4840B8611A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600" y="252360"/>
                <a:ext cx="7135920" cy="475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567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98E70-F6B2-4DDD-2FC0-95FA1EDD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4EFFE3-E874-5E28-EA54-F00FF2DC6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32016-47BA-BAD9-549C-D9E6FF2725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DC19AE-5826-2147-080D-4D8069D48440}"/>
                  </a:ext>
                </a:extLst>
              </p14:cNvPr>
              <p14:cNvContentPartPr/>
              <p14:nvPr/>
            </p14:nvContentPartPr>
            <p14:xfrm>
              <a:off x="629280" y="717840"/>
              <a:ext cx="8849880" cy="470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DC19AE-5826-2147-080D-4D8069D484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920" y="708480"/>
                <a:ext cx="8868600" cy="471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4468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D7523-0043-C9A5-145A-0B9D2BBF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B98416-B293-9D59-BA42-C588EB756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C220F-70E8-63ED-E441-C5DBBCC9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109203-DB6A-9E1B-8C62-F892EE41744D}"/>
                  </a:ext>
                </a:extLst>
              </p14:cNvPr>
              <p14:cNvContentPartPr/>
              <p14:nvPr/>
            </p14:nvContentPartPr>
            <p14:xfrm>
              <a:off x="941400" y="840600"/>
              <a:ext cx="8408160" cy="463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109203-DB6A-9E1B-8C62-F892EE4174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2040" y="831240"/>
                <a:ext cx="8426880" cy="46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5772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CAE9E-F3DC-2B05-2F4B-F495A7569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AADCB71-133B-3BD6-9E6E-5D232DC6A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7B4D8-194F-5C1C-C04E-66A5750FE7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EF3610-5BEF-5F1A-091D-78FA9E343F73}"/>
                  </a:ext>
                </a:extLst>
              </p14:cNvPr>
              <p14:cNvContentPartPr/>
              <p14:nvPr/>
            </p14:nvContentPartPr>
            <p14:xfrm>
              <a:off x="300600" y="915480"/>
              <a:ext cx="5680800" cy="213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EF3610-5BEF-5F1A-091D-78FA9E343F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240" y="906120"/>
                <a:ext cx="5699520" cy="215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636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0F598-BA38-B73E-10B2-E236C354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C0AEFB-E13F-D1E1-3184-A59EC360B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A87F5-261E-D526-4B03-3DF7A8ED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F55BFC-CBA5-9541-A3CF-BC84A49D1F72}"/>
                  </a:ext>
                </a:extLst>
              </p14:cNvPr>
              <p14:cNvContentPartPr/>
              <p14:nvPr/>
            </p14:nvContentPartPr>
            <p14:xfrm>
              <a:off x="388440" y="172440"/>
              <a:ext cx="9775440" cy="5394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F55BFC-CBA5-9541-A3CF-BC84A49D1F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080" y="163080"/>
                <a:ext cx="9794160" cy="541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63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24770-17A8-CA6B-4C80-7F995B2E9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E58B57-B38F-0650-6836-1E4BB8DBC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90AA5-EFE5-DBE0-9D5B-4C314F953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4CC975-D815-EC19-B76E-24BB171B8051}"/>
                  </a:ext>
                </a:extLst>
              </p14:cNvPr>
              <p14:cNvContentPartPr/>
              <p14:nvPr/>
            </p14:nvContentPartPr>
            <p14:xfrm>
              <a:off x="448920" y="775080"/>
              <a:ext cx="7857000" cy="4347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4CC975-D815-EC19-B76E-24BB171B80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560" y="765720"/>
                <a:ext cx="7875720" cy="43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9955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BD765-3093-11FD-4056-980A6AFE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D7EACA-D552-A28D-1EE3-AA821B139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ADB03-EB8B-C290-A543-A839440FBF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13FB08-1797-3B27-4A8B-1AFA7CD248F7}"/>
                  </a:ext>
                </a:extLst>
              </p14:cNvPr>
              <p14:cNvContentPartPr/>
              <p14:nvPr/>
            </p14:nvContentPartPr>
            <p14:xfrm>
              <a:off x="235080" y="725760"/>
              <a:ext cx="4722120" cy="526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13FB08-1797-3B27-4A8B-1AFA7CD248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720" y="716400"/>
                <a:ext cx="4740840" cy="528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8784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2EBA3-DC50-59DF-3DD6-D2F0318FC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80235F-688F-3BEC-B67F-CDEE43621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DF15F-BC91-938C-E632-243238244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B7ABF6-B9BC-D362-6513-5B8BD656DCD5}"/>
                  </a:ext>
                </a:extLst>
              </p14:cNvPr>
              <p14:cNvContentPartPr/>
              <p14:nvPr/>
            </p14:nvContentPartPr>
            <p14:xfrm>
              <a:off x="205560" y="614160"/>
              <a:ext cx="2162880" cy="1224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B7ABF6-B9BC-D362-6513-5B8BD656DC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200" y="604800"/>
                <a:ext cx="2181600" cy="12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88D28D-1A8E-EAC0-0DE8-72DA90C92681}"/>
                  </a:ext>
                </a:extLst>
              </p14:cNvPr>
              <p14:cNvContentPartPr/>
              <p14:nvPr/>
            </p14:nvContentPartPr>
            <p14:xfrm>
              <a:off x="145080" y="148680"/>
              <a:ext cx="11133000" cy="6620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88D28D-1A8E-EAC0-0DE8-72DA90C926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720" y="139320"/>
                <a:ext cx="11151720" cy="663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8471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E4596-3DE3-AAB4-0805-1750CBB0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15F8D2-0ED9-4372-44E5-39C42E603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0C714-7D36-2B02-5D11-2ACAD4D1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F9002C-8E8E-718D-BA79-A70B5F0F0004}"/>
                  </a:ext>
                </a:extLst>
              </p14:cNvPr>
              <p14:cNvContentPartPr/>
              <p14:nvPr/>
            </p14:nvContentPartPr>
            <p14:xfrm>
              <a:off x="2289240" y="428040"/>
              <a:ext cx="8277120" cy="520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F9002C-8E8E-718D-BA79-A70B5F0F00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9880" y="418680"/>
                <a:ext cx="8295840" cy="522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061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2026-04-14T05:29:19Z</dcterms:created>
  <dcterms:modified xsi:type="dcterms:W3CDTF">2026-04-15T15:04:50Z</dcterms:modified>
</cp:coreProperties>
</file>