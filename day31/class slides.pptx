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2T13:36:21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1196 4320 21439,'-56'-4'310,"1"0"1,6 1-1,7 0 39,13-3-5131,10 2 4935,9 0 1284,4-1-1597,8 0 288,20-6 53,5 1 694,22-6-853,-7 5 0,3 1-1053,-7 1 1,1 1 1012,18-3 1,0 0-22,-11 3 0,-1 2 643,1-1 0,2 0-985,-5 3 0,1-1 0,1 1-1781,18 1 0,-1 0 1082,-2-1 1,-2 2-564,-11 2 0,-6 1-3489,1 4 3147,-11 2 1945,-10 0 1,-11-2-1,-5-3 1</inkml:trace>
  <inkml:trace contextRef="#ctx0" brushRef="#br0" timeOffset="333">1521 4536 17623,'-45'18'1101,"0"-1"1,5-1 0,7-2 0,8-3-607,12-4-142,7-1-39,5-3-440,9-1-31,5-2 326,11-2-210,27-10-137,-13 0 1,6-4 0,-3 1-1023,2-2 0,1 0 1147,-1 0 1,4-2 0,-8 2-110,13-11 348,-3 1 101,-7 0-34,-3 0 11,2-12-2687,-13 9 2573,-2-9-1817,-17 13 1632,-6 0-114,-6 1-96,-4 1-50,-6 2-65,-3 0 86,-1 1 1164,-1 2-258,-6-5 2219,1 2-2764,2 2 3445,6 5-3155,6 8-187,4 2-78,1 2 49,3 3 239,4 4-450,2 3-32,12 12 38,8 12-41,9 15-1442,-4-3 1378,-5 5 13,-13-9-513,-5 4 669,-6 3-80,-8 3-981,-3-12 1,-2 0-6138,-10 18 3093,8-21 0,-1-1 4216,-2 1 0,7-16 0,5-8 0</inkml:trace>
  <inkml:trace contextRef="#ctx0" brushRef="#br0" timeOffset="2916">3269 4332 21194,'-18'-26'-309,"3"10"230,15 31 309,0 4-49,1 5 144,1 4-86,1 2-170,2 2-13,0 1 112,-1 0 15,-1-2-89,-1-3 16,-2-1-138,0-4 44,-2-1-3235,-1-3 3402,-3-1 36,0-3 14,0-3 38,-1-1 36,2-2 54,1-3 63,1-2 2,0-2 3435,2-1-3275,0-1-473,-2-2-203,1-3 1,-3-3-20,0-2-17,0-2 21,-1-3-83,0-4 30,0-2-3290,0-6 3546,0-3-19,-1-7-280,1-5 264,0-7-443,1-3 459,2-4-21,2-1 2,1 0-686,5 3 682,2 2 4,5 3-20,-2 19 1,2 0 49,8-12 2608,8-6-2786,4 15-17,-7 11 326,7 0-355,-9 13-22,-2 3-25,0 3 572,-2 2-609,0 5 1319,-2 4-1116,-2 7 134,-1 4-141,1 21 12,-7-5 95,0 16 24,-6-10 17,-7 2-1947,-3 1 2003,-7 0 31,-3-1 27,-5-2 15,0-3-107,-2-4 25,-11 6 3,10-14-17,-5 3 16,13-15-46,2-4-13,4-3-36,3-3 1958,2-2-2027,3-2-14,1 0-74,1 0-42,2 0-167,7 0 153,2-1 20,10 1 2,0 0 27,5 1 23,4 1-3365,5 1 3356,2 2 123,2 0-232,3 0 75,17 3 240,-13-2-48,12 3-123,-20-5-241,-1 1-12,-2-2-1295,7-1 469,-12 0-1663,5-1-455,-13-2-2023,-2-1 1823,0-3 3227,-2-5 1,-7 5 0,-1-1-1</inkml:trace>
  <inkml:trace contextRef="#ctx0" brushRef="#br0" timeOffset="3275">3938 4379 26950,'-39'-21'-236,"0"0"0,1 0 1,13 9-186,25 12 877,0 1-818,3 3-167,2 2 165,2 1 194,4 0-253,1 0 430,11 2 77,5-2-248,1-1 436,9-3 292,-14-4 116,6-3-95,-10-3 81,1-2-47,-2-1-3445,0-2 3407,-2-2-1491,-2 0 1366,-3-1-311,0-7-188,-7 7-203,0-6-81,-5 8-57,-7-6-346,-1 7 2640,-13-6-2628,5 11 2687,-7-1-2092,3 7 171,0 0 79,-1 4 207,0 2 190,0 4 186,1 3-58,2 2-115,1 3-114,-2 12-243,5-4-58,1 10-149,7 3-172,4-9-157,6 10-187,4-13-190,7 0-115,5-1-79,5 0-1207,21 4-193,-7-8-2455,16 0 4774,-9-9 1,-31-9 0,-3 0 0</inkml:trace>
  <inkml:trace contextRef="#ctx0" brushRef="#br0" timeOffset="4839">4553 4221 21400,'-36'-51'-780,"2"16"470,13 58 1266,-1 4-416,2 3 239,1 0-567,2 3-769,3-1 643,3 0 298,5 0-2873,2-1 2200,3-1-14,5-2 85,3-1-343,15 6 5,-1-10-28,11 2 99,-3-11-352,5-5 563,4-2 10,4-3 48,3-2-5,3-3 151,0-4 112,2-3 51,-2-6 43,-1-3 38,-4-4 82,-1-4 38,-7-1 70,-4-4-8,-6 1-72,-5-1 187,0-13-235,-10 12-28,0-10-37,-8 17-238,-2 0 384,-1 4-429,-3 1-3,-2 4 3128,-2 2-3162,0 2-14,0 3-15,0 3 181,2 1 754,1 2-722,2 1-24,0 1 122,2 4 63,0 1-33,1 7-42,0 2-45,2 4-34,1 2-101,4 3-8,1-1-82,2 1-100,8 7 69,-2-8-240,6 3 259,-6-10 123,1-3 62,-1-2 167,0-2 74,0-3 106,-1-2 154,4-1 80,-7-2 99,3-4 316,-7-1-70,0-3-169,0-1-7,1-4-239,-3 2-131,0-3-120,-4 4-267,0 1-141,-2-1-364,1 0 73,-1 1 4,0 0 59,-1 0 13,0 1-29,-2-1 48,1 3-26,0 0 138,1 3-145,1 2-308,-2 0 314,1 6 436,0-2-72,-1 3-93,2-2-407,0-1-575,0 1-5193,1 0-325,0-2 6530,2 0 0,-1-1 0,-1 0 0</inkml:trace>
  <inkml:trace contextRef="#ctx0" brushRef="#br0" timeOffset="5375">5119 4180 15693,'0'-4'4972,"0"2"-476,0 2-4225,-3-40-419,2 34-15,-4-28 120,3 46 193,-2 5-151,0 2 156,0 4-25,1 2-182,1 1 154,2 1 44,3-2-116,2 1-224,6-2-98,3-1-67,3-3 8,2-2 134,3-2 140,14-1 104,-8-6 117,10-1 144,-12-7 168,1-2 135,-3-2 55,0-4-20,-3-2 38,-1-3-49,-3-1-7,-2-2 18,-1-10-363,-6 5-145,-1-10-113,-5 8-182,-2-2-100,-3 2-141,-3-2-23,-8-6-109,2 7 106,-4-3 26,4 10 29,2 2 93,0 2 10,1 1 90,-1-1 15,4 5 126,0-1-82,4 7-234,1-1 137,5 9-144,2-1-187,6 7-324,0-2-554,2 1-1426,2 0-1734,1 2 3736,2 2 0,-8-7 0,-2-1 1</inkml:trace>
  <inkml:trace contextRef="#ctx0" brushRef="#br0" timeOffset="6707">5883 4114 20354,'-3'-3'1560,"2"0"948,1 3-2092,-30-18-465,26 20 538,-20-11-477,42 39-179,-2-4-108,4 10-3073,-4-6 3364,-1 1-297,0 1 193,-1 3-387,-3 1 352,-2 0 192,-3 1 44,-3-3 14,-1 7-2220,-5-16 2304,0 2 2286,-5-17-2204,-6-5-59,3-3-21,-4-6-125,6-3-76,1-6-95,2-3 97,2-13-105,2 5 25,2-8-51,3 10 59,3 0 72,4 0 77,3 1 49,4 1-62,4 1-66,4 1-55,4 1-114,4 0-110,3 2-123,3 0-237,2 1-106,-10 5 0,1 0-292,17-3 361,-18 4 0,2 0-3562,26-3 1659,-15 4 284,9-2 17,-10 2 2184,-14 1 453,3-1 473,-16 2 407,-6-1 296,-4 1 151,-3-2 1267,-1-2-1753,-2 1 3128,-1-2-2739,-2-3-1086,-1 4-121,-1-5 463,-1 0-691,0 3 15,-1-2-9,0 5-55,1 0-12,0 2-11,0 0-4,1 1-41,1 2 42,0 0-13,0 2-25,1 0-14,-1 0-31,2 1-5,0 0 169,0 0-179,0 0-67,2 0 27,-2 0 58,0 1-3,1 0 59,0 0-55,0 0-7,0 0-5,1 1 11,-2-1 768,2 0-802,-2 0 12,2-1 6,-2 2 5,0 0 0,0 0-6,1 2 0,-2 1 12,2 1-6,-1 2 6,1 6-18,1 5 24,1 2-1,2 2 17,6 4-39,1-6 5,3 8 0,-2-8 1,1 0 5,2 1 0,1-1 0,3 0-11,2 0 5,1 0-328,1-2 323,-1-1-17,-3-2 6,-3-2-1,-4-1-49,-3 3-1,-5-4-22,-2 2-241,-6-2 39,-1-3-179,-4 2-314,0-6-493,-1-2-724,-2-2-2295,-1-1 4302,-4-5 0,9 3 0,-1-2 0</inkml:trace>
  <inkml:trace contextRef="#ctx0" brushRef="#br0" timeOffset="6926">6527 4074 24827,'-9'1'286,"-1"6"-269,-4 23-1338,-1 2 1321,1 4 81,-1 3-115,0 1-792,1 3 653,1 1-124,1 1-443,5-12 1,0 0-560,-1 16-129,-1 14-388,7-25-989,4-5-948,4-5 3753,5-4 0,-3-12 0,0-2 0</inkml:trace>
  <inkml:trace contextRef="#ctx0" brushRef="#br0" timeOffset="7149">6838 4268 14294,'1'-8'3669,"0"1"-1540,-1 7-1272,0 0 465,8-68-505,-7 44-484,3-13 0,-2 3-187,-4 25 122,0 7-263,1 1 644,0 1-649,0 7 11,1 1-33,0 20 10,2-6-21,2 12-29,3-6-27,3 0-91,1 2-100,4 0-134,1 1-2886,2-2 2331,2-1-611,2-2-1223,0-2-1319,2-4 3497,3-1 0,-19-12 0,-1-2 0</inkml:trace>
  <inkml:trace contextRef="#ctx0" brushRef="#br0" timeOffset="7346">6991 3889 21898,'-27'-15'-2369,"9"8"-202,31 31-1467,1 2 2975,5 4 0,-10-15 0,1 1 0</inkml:trace>
  <inkml:trace contextRef="#ctx0" brushRef="#br0" timeOffset="7749">7518 4086 18341,'0'-3'3333,"0"1"-1059,0 2-2184,-67-7-34,42 12-28,-15-5 0,3 3 5,20 13-16,2 4 0,3 0-11,3 2-1,2 0-5,4 1 0,1 0-5,6-1 5,2-1 0,5-2 5,4-2-5,3 0 0,2-4 0,4-1 0,4-2 6,2-2 11,2-2-664,1-2 675,1-2 28,11-3-6,-12-4 12,5-4 27,-17-3 18,-5-1-1,-4-3 12,-4-2-17,-3-2 55,-7-13-88,-5 5-1,-7-9-6,-4 9-882,-4 1 888,-2 0 90,-13-6-73,8 8-11,-8-3-1,12 12-21,0 4-45,2 2 22,2 5-23,3 3-38,-1 5-1,4 3-145,-2 15 17,9-2-97,1 11-676,8 8 140,5-8 623,6 12-1307,6-14-699,4-1-2078,5-2-28,3-4-852,-2-4 5136,-3-5 0,-11-6 0,-7-3 0</inkml:trace>
  <inkml:trace contextRef="#ctx0" brushRef="#br0" timeOffset="8091">7991 4183 12909,'2'-8'4179,"0"1"-1237,-2 7-1581,0 0-862,13-59-108,-10 40-237,5-14 1,-3 4 895,-5 24-938,-1 3 389,0 0-501,1 7 1555,0 9-1544,0 4 12,0 8-23,1-2 11,1 4-3403,3 0 3392,1 2-1206,0 1 1195,1-1 6,-1 12 5,0-12 5,0 6 18,-2-17-12,-1-6 0,0-4 17,0-4 2806,-1-3-2772,1-1 1813,0-3-1797,2-3-10,2-4 16,2-5 11,2-3 11,1-4 6,2-3-11,2-2-1018,0-2 1006,2-2 96,13-12-112,-6 11-6,10-7 28,2 8-72,-7 10-18,8-1-10,-13 11 10,1 4-5,-2 3 0,1 1-3058,1 6 3041,0 2-945,0 7 906,2 3-659,-1 4 519,0 4-1295,-2 3 1060,-3 3-169,-1 3-335,-3 3-878,-2 4-3189,-1 2 4796,-3 9 1,-6-25 0,-1 1-1</inkml:trace>
  <inkml:trace contextRef="#ctx0" brushRef="#br0" timeOffset="12034">2814 5329 13818,'-43'-2'323,"0"0"1,0 1 0,-12-1-1,9 0-1841,22 1 667,14 1 859,11 0 1409,21 3-447,6-1-3454,26 1 2795,-23-2 0,2 0-28,7-1 1,5-1-305,8-2 0,7 0 0,-1-1 211,-9 1 0,0 0 1,3 0-438,-1-1 0,3 0 0,2 0 1,2 0 369,-5 0 0,2 0 0,2-1 0,-2 1 0,-1 0-346,1 0 0,-2 1 0,1-1 0,6 0 285,-8 1 1,6 0 0,4 0 0,0-1 0,0 1 0,-3 0 0,-4 0-33,-1 1 0,-3-1 1,-2 1-1,0 0 0,4 1 15,1-1 1,4 0 0,1 0 0,0 0-1,-2 1 1,-2-1-110,10 1 1,-4-1 0,0 1 0,0 0 30,-11 0 1,0 1 0,1-1 0,-1 0 0,1 1-28,0-1 1,0 0 0,0 1 0,1-1 0,-1 1 20,1-1 0,0 1 0,-1-1 0,1 1 0,0-1 2,0 1 1,-2 0-1,1-1 1,2 1 0,2 0 5,-5-1 1,2 1 0,2 0 0,1-1-1,0 1 1,0 0 0,0-1-6,2 0 1,-1 1 0,1-1 0,0 0 0,1 1 0,-1-1 0,0 0 10,-1 0 0,1 0 0,0 0 0,0 0 0,-1 0 1,0 0-1,-1 0-5,7 0 1,-1-1 0,0 1 0,-2-1 0,-1 0-1,-4 1 18,8-2 1,-3 1-1,-3-1 1,1 1-21,-1-1 1,0 1 0,-1-1 0,0 1-77,-2-1 1,0 1 0,-1-1-1,0 1-113,-2-1 0,0 1 0,-1 0 0,0-1-679,13 1 1,-1-1-1,-2 0-1606,-6 1 1,-2 0-1,-2 0 2472,15-1 0,-7 1 1,5-1-1,-29 2 0</inkml:trace>
  <inkml:trace contextRef="#ctx0" brushRef="#br0" timeOffset="12577">9423 4115 16498,'0'-7'2313,"0"1"-1575,0 6 2724,0 0-3446,16-37-49,-13 27 1,12-26-113,-15 37 54,-1 2 7,0 1 153,0 1-58,-1 2 6,0 1 39,1 7-6,0-4-28,0 3 6,2-5-5,2-2-12,1 1 28,2-3 23,-1-1 22,1-1 78,-1-2 73,-1-1 90,-1 0 73,-1 0-57,0 0-49,0-1-18,2-7-218,0-1-22,1-5 10,-2 1 1,0-1 22,-2-1-16,0 1 39,-4-5-34,0 6-17,-4-3-11,1 8-5,0 2-46,1 2-27,0 1-62,2 2-29,0 0-44,1 1-22,0 3-3487,-1 2 3173,0 6-431,1 3-4381,0 13-3432,0-6 8765,2 5 0,0-16 0,0-5 0</inkml:trace>
  <inkml:trace contextRef="#ctx0" brushRef="#br0" timeOffset="12872">9606 4426 14265,'-42'29'125,"0"1"0,3-3 1,11-4 2487,23-13-2518,3-1 1270,2 0-1202,4-1 748,3-1-703,4 0 2641,2-1-2664,3-2-17,2-1-11,1-2-1,2 0 7,-1-1 16,1 0 34,0-2 28,-2-1 22,-3-2 17,-2-2-6,-4 0-39,-1-2-27,-3 0-40,-2-1-22,-2-2 67,-3-8-129,-3 4-28,-3-6 0,-2 7-17,-1 0-34,-2 4-167,-5-1-152,4 6-582,-6 0-3042,5 8 3090,-4 7 0,8-4 0,1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2T13:36:41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1410 2864 18134,'-4'-8'2565,"1"0"-1825,3 8-91,-17-65-2857,12 38 2443,-4-12 1,1 0 156,6 17-56,1 2 753,0 3-881,1 3 399,0 2-518,0 4-44,1 4-23,0 1 1476,2 3-1487,2 1-5,2 4 5,5 6 0,1 4 12,3 5-1,1 5 0,0 5-1036,0 3 1031,-4 4-6,-2 3-420,-3 0 431,-4 0-10,-2-2 4,-2-2 7,-4 0-2916,-2-4 2921,-2-3-542,-2-3 559,-1-4 531,0-6-480,2-3 316,0-5-277,1-4 3045,1-2-3068,0-5 899,1-3-943,1-4 136,-1-16-171,3 2-10,1-13 5,3 6-17,1-5-1029,2-2 1046,2-7-16,0-3 4,-1-6-10,1-2 11,0-2-6,-1 1 17,1 2-11,1 2-6,1 5-5,3 4-12,2 5 6,4 4 0,3 6-11,3 3 5,4 6-5,2 4 5,2 3 1,1 5-12,0 4-3042,0 2 3054,0 3-29,-2 5-5,6 14 11,-10-1-559,3 12 587,-15-6-22,-6 3 625,-3 4-609,-9 2-10,-5 4 10,-10 2 2785,-7 3-2779,-7 0-482,-4-1 493,-5-1 65,-1-3-76,0-2 5,0-4 7,3-4 4,3-6 7,5-5 16,3-5-11,6-5 6,5-4-561,5-1 566,5-2 260,2 0-288,4 0 475,1 0-486,7-1 6,1 0-23,10-2 17,4 1-6,7-1-2353,5 1 2354,6 0-12,2 0 109,4 0-120,0 1 22,1 0-1059,1 1 993,-2 0-40,0 0-84,-2 0-45,-1 1-1918,0-1 1134,13 1 331,-15-1 1634,8-3-1831,-19 0 1,-2-4 112,-3-1 206,-4 0 387,-2-2 226,-5 0 485,-3-2 12,-3 1 520,-4-5-483,-1 4 24,-2-2 1039,-2 5-1276,-2 2 3320,-3 1-3659,-1 0 637,-5-1-457,2 2 50,-2 0 20,5 2 35,1 1 24,1 2 32,2-1-104,1 1-60,2 0-40,2 2-269,3 1 23,3 3-27,2-1 11,3 0 12,0 0 29,4-1-9,0-1-92,2-1 268,0-1-49,1-1 13,0-1-32,0-1-25,-3-2 0,1-3 7,1-5 137,-5 2-24,0-4-28,-7 2-68,-2 1 5,-1-1-66,-2-1-20,-1 1-51,-1-2-39,-3 1-12,-1 0 1,-3 1 22,-1 0 16,-2 2 47,0 1-3406,-1 3 3431,-2 1-131,-1 3 150,-2 1 31,-2 4 27,-1 4 3,-2 4-27,0 4-2218,0 2 2206,1 4-652,3 2 866,3 3-21,4 2-32,3 1-136,5 2 90,1 0-20,6 0-26,3-1-289,7-1-53,5-3-53,5-2-24,5-2-118,5-4-247,-4-7 0,1-2-636,20 4 64,-15-6 1,0-2-3415,20-2 4722,-23-3 1,-1 0 0,2 0-1,0-1 1</inkml:trace>
  <inkml:trace contextRef="#ctx0" brushRef="#br0" timeOffset="757">3004 2590 15659,'0'-4'3814,"0"1"370,0 3-4061,-51-44-33,29 34-57,-9-13 1,-1 5 11,11 24-12,0 5-5,-8 12-11,7-3-11,-4 10-1,11-6 7,2 2-12,3 1-34,2 16-5,4-9-12,3 10-16,6-15-123,11 10 39,2-12-51,9 6-39,-2-15-408,3-2 364,4-4-18,2-3-235,19-1 292,-11-5 66,13-2 68,-17-5 45,-1-3 78,0-4 12,-3-2 27,-1-3 45,-4-1 40,-3-1 38,-4-1 225,2-8-207,-8 5-6,1-6 190,-6 3-151,-4 5 11,0-1 34,-5 9 6,-1 5 312,-1 3-419,0 2-23,0 1-117,-3 2-5,-1 3-12,-5 9-11,4 1-6,-2 6 1,5-2-12,4 6 6,3-5 5,4 4 1,3-9-7,2-2 18,4-1-6,3-1 28,3-3-22,2 0-1,4-3 6,1-2-5,2 0 28,13-8-1,-14-1-285,9-6 308,-18 0 33,-3-1 135,-1-9-117,-7 5 10,-2-7-10,-8 7 22,-2-1-17,-2 1-16,-1 0-1,-4 2-17,-2-1-5,-3 2 0,-1 2 11,-8-3-51,4 6-21,-3-2 279,2 6-313,6 2-57,-1 1-66,7 2-107,4 1-259,1 0-418,2 3-1043,3 0-3226,4 3 5198,7 1 0,-6-3 0,0 0 0</inkml:trace>
  <inkml:trace contextRef="#ctx0" brushRef="#br0" timeOffset="1406">4098 2538 21489,'-1'-3'2095,"0"0"-465,1 3-1636,13-7 6,-2 13 6,14-4-34,-5 16 22,2 1-11,0 2-16,7 12-29,-9-4-27,2 11-40,-14-9 6,-3 2 11,-5-1 33,-5-3 40,-10 5 61,2-14 29,-6 1 22,6-14 16,1-4 141,-2-4-124,6-4 17,-1-3-16,7-3 0,0-3 55,6-9-111,1 4-29,6-7 6,11-3-22,11-1-3398,2 1 3369,5 4 1,-8 10-29,4 1-21,1 0-242,4 1 166,-10 5 0,2 0-48,2 0 0,0 0-364,1 1 1,-1 0 268,27-5-1,-21 5 2884,-5-1-2799,-3 2 78,-4-2 90,-6 2 72,-4-1 63,-6 1 21,-5 0 146,-4-2 17,-10 0 347,-7-3-397,-3 3 1369,-3-1-1100,-1 0-264,6 2-33,-3-1 212,4-1-234,4 5-7,0-2-33,5 3-39,1 1-23,2 1-66,2 7-7,2-2 1,3 7 5,2-1-5,2 2-6,2 2 0,2 1-12,3 3 12,2 2 0,3 0 23,14 14-18,-9-9 7,10 9-46,-5 2-28,-7 4-3380,-3 0 3380,-11-2-1428,-8-13 1339,-6-1-404,-10 10-442,-10-1-689,-16 3 168,5-12-1496,-3-8-5801,14-10 8815,2-2 0,11-3 0,4-1 0</inkml:trace>
  <inkml:trace contextRef="#ctx0" brushRef="#br0" timeOffset="2033">5612 2726 17764,'-6'-9'3159,"1"2"-2313,5 7-123,0 0-101,-42-62-101,26 40-747,-8-13 1,1 2 601,14 23 120,3 4-322,0 1-101,3 3-73,2 1-39,-1 1 5,2 2 704,-1 4-675,1 5 10,0 5 6,0 20-11,0-5-689,1 15 650,0-10-68,2 1-100,1 1-202,2-2-279,2-2-421,1-1-796,3-4-1859,1-1 2973,2-1 0,-6-12 0,-1-2 1</inkml:trace>
  <inkml:trace contextRef="#ctx0" brushRef="#br0" timeOffset="2208">5598 2374 15412,'-6'2'0,"0"-1"0</inkml:trace>
  <inkml:trace contextRef="#ctx0" brushRef="#br0" timeOffset="2618">6120 2637 18941,'1'-8'2750,"0"2"-1960,-1 6 1260,0 0-1899,-69-2-2664,39 10 2552,-13-5 1,1 4 21,13 13 242,3 3-292,4 0-6,4 1 1,4 0-23,4-1 17,6 0 6,1-3-17,7 0 5,3-3 12,7-2 5,4-3 0,5-2 6,3-3-6,5-3-5,2-2-1,4-1-223,-1-2 235,0-3 6,-3-2 10,-3-4 23,-4-1 6,-3-2 27,-6-1 13,-3-1-7,-5-2 1842,-4 0-1876,-2-4 1,-4-3-34,-4-2 126,-4-2-115,-4 0 6,-3 1 11,-3 1 0,-1 4 0,-1 0-3171,-2 5 3166,-1 2 182,0 3-221,-6 3-12,8 4-2,-2 2-59,11 7-40,3 2-78,3 5-40,1 3-95,4 1-117,1 3-135,5 0 24,3 1-466,6 0-320,3 0-486,2-1-718,4-2-1417,2-2 3949,4 0 0,-13-7 0,1-1 0</inkml:trace>
  <inkml:trace contextRef="#ctx0" brushRef="#br0" timeOffset="2975">6472 2639 24143,'23'-26'11,"-1"1"0,19-4 1,-35 46 16,6 11-6,0 1-16,1 4-1,2 3-5,-1 2 0,-1 0 11,-1 0-11,-1-2-3423,-2-3 3411,-1-2 620,-2-3-597,-1-5 1034,0-5-1045,-1-4 516,-1-5-466,-1-3 2974,0-4-2945,0-2 1264,0-4-1303,2-3-12,0-4 0,1-4-3,5-11 3,4-10-17,0-1 6,3-2-6,-4 11-338,2 1 332,0 2 7,0 2-12,0 4 0,0 2 0,0 5-12,1 3 1,6 4-6,-4 2-16,6 4-29,-8 4-22,2 4 305,-1 4-512,8 12 62,-5-5-63,3 9-133,-6-8-1043,8 10 180,-6-8-1093,8 7-2575,-8-11-3939,-1-3 8895,-2-4 0,-8-6 0,-3-3 0</inkml:trace>
  <inkml:trace contextRef="#ctx0" brushRef="#br0" timeOffset="3348">7760 2485 18173,'-4'-3'2655,"1"0"-347,3 3-2061,-68-3-46,43 7-753,-15-4 1,2 2 652,23 8-34,2 0-39,3 2 0,2 0-5,5 2 329,2 4-319,4-4 18,4 4-1,3-7 12,4-1 5,1 0-17,2-2-11,1-3 12,3-1-12,-1-3 0,0 0 90,6-7-51,-8 1 6,4-6 6,-10 1-6,-2-1 34,-1-1-6,-3-1 22,-1-1 7,-3-1 16,-1 0 5,-2 1 140,-4-5-201,0 5-34,-5-1-5,0 8-28,0 1 929,-3 3-940,0 1-12,-1 1-34,-1 3 7,1 3-18,1 2-100,-2 12-12,7-4-100,-1 9-746,10 5 73,5-4-497,5 7-1223,5-9-2497,2-1 5136,5 3 0,-11-13 0,0 1 0</inkml:trace>
  <inkml:trace contextRef="#ctx0" brushRef="#br0" timeOffset="3641">8036 2868 19176,'-3'0'2750,"1"0"-817,2 0-1177,-65 16-925,37-7 273,-12 3 0,1 1 160,13 3-147,4 3-15,2 0-46,5 2-11,3 0-6,6 1-11,2-1 11,5 0 0,4-2 34,11 4-6,0-8 6,8 1 11,-5-10 28,0-2-17,1-3 1,-1-5 367,9-8-407,-7-1-3341,13-15 3358,-16 10-17,2-7 5,-10 8-10,-4 0-29,-3 1 17,-3 1-16,-3 1 16,-7-5-50,-1 6-17,-6-2-208,-4 4-783,-5 4-247,-1 1-1703,-3 3 2969,5 3 0,11 0 0,1 0 0</inkml:trace>
  <inkml:trace contextRef="#ctx0" brushRef="#br0" timeOffset="4164">1237 3581 14533,'-43'-4'114,"1"-1"1,-1 1 0,-22-2 0,7 0-453,13 1 634,-13 1 2,26 3-467,4 1 125,12 1 10,13 1 391,6 2 366,6 3 133,8 2-32,11 3-130,14 0-3442,16 0 2977,-21-6 1,2-2-60,8 1 1,2 0-769,5-2 1,5 0 662,-12-1 1,4 0 0,2-1 0,-2 1-622,6-1 1,-2 0 0,4 0 576,-2 0 0,5 0 0,-1 0 0,-2 0-1,3 0 1,-3-1 0,8 0-151,-17 0 0,5 0 0,4 0 0,2-1 0,1 1 0,-1 0 0,-2-1 167,-3 0 1,-1 1 0,0-1-1,0 0 1,1-1 0,3 1 0,2 0 5,-4 0 0,4 0 0,1-1 0,2 1 0,1 0 0,1-1 0,-2 1 0,0 0 0,-3-1 0,-3 1 2,9-1 0,-3 0 0,-1 0 0,-2 0 0,0 0 0,0 0 0,1-1 1,2 1 1,0 0 0,1-1 0,-1 1 0,-1 0 0,-2-1 0,-1 1 61,-4 0 1,-1 0-1,-2 0 1,-1 1 0,1-1-1,0 0 0,1 0 1,1 0 0,-1 0-1,1 0 1,-1 1 0,1-1-1,-1 0 0,1 0 1,0 1-1,0-1 1,0 0-1,-1 1 2,0-1 0,0 0 0,-1 1 0,1-1 0,1 1 1,3-1-25,-4 0 1,1 0 0,3 1-1,0-1 1,1 0 0,0 0-1,0 0 1,0 0-33,0 0 1,1 0 0,-1 0-1,1 0 1,0 0 0,0 0 0,0 0-1,-1 0-24,0 0 1,1 0 0,-1 0 0,0 0 0,0 0-1,0 0 1,-1 0 0,-1 0-44,4 0 0,1-1 0,-1 1 0,-1 0 0,-1 0 0,-2-1 0,-2 1-12,2 0 0,-2 0 0,-3 0 1,0 0-1,1 0 41,-2 1 1,1-1 0,-1 0 0,0 0 0,-1 1-111,12-1 0,-1 0 0,-1 0 0,0 0-102,-3 1 0,1 0 0,-1-1 0,-1 1-374,-2 0 0,-1 0 1,0 0-1,-1 0-2420,10 0 0,-2 0 1,-3 0 2970,-6 1 0,-3-1 0,-4 1 1,-5-1-1,-6 1 0,8-1 0</inkml:trace>
  <inkml:trace contextRef="#ctx0" brushRef="#br0" timeOffset="5717">9331 4540 17484,'0'-7'2801,"0"1"-2191,0 6-1728,-5-65 1561,1 41-236,0-14 1,0 3 192,-1 18-75,0 3 349,1 2-417,0 3-44,1 2-90,1 3 716,0 1-945,1 2 140,-1 1-146,1 6 84,-1 1 73,0 9-17,-1 5-12,0 4-10,0 4-12,1 2 12,0 2-985,2-3 967,0 0-475,3-4 487,3-3-95,3-4 95,3-2 0,2-3 11,2-3 28,3-1 11,1-5 96,13-2-68,-5-5 920,8-4-920,-8-6 118,9-12-72,-9 4 16,6-9 16,-16 6 12,-2-1 534,-4 0-528,-4 1 5,-3 2 104,-3 3 59,-2 1-236,-2 9-44,-3 1-40,-2 6-22,-3 3 0,-1 3-5,-2 3-6,-1 4-1,1 4-4,3 0-7,2 2-5,3 0 6,2 0 5,4-1 6,3-1 11,4-2 0,4 0 0,5-2 11,3-2-5,4-1-1,3-1-16,4-3 0,4-2 11,3-1 5,4-2-343,2 0 350,2-3-1,-1-3 6,-3-4 11,-2-2-672,-6-3 689,-6-2-6,-7-1 23,-5-3-417,-6-2 394,-6-2 1,-2-1-24,-4 0-206,-4 0 207,-3-1-12,-5 1 7,0 0-1,-3 2 0,0 2 6,0 2-6,-5-2-28,6 8 101,-4-2-448,12 10 414,1 2-857,5 3-1407,2 1-576,1 5 2790,3 1 0,-1 1 0,1-2 0</inkml:trace>
  <inkml:trace contextRef="#ctx0" brushRef="#br0" timeOffset="6824">10252 4005 17764,'0'-11'3154,"0"2"-2146,0 9-117,-13-67-4039,7 43 3461,-2-15 1,-1 3 748,3 25-732,1 3 568,1 5-892,1 1-46,2 7 29,0 3 2091,1 9-2058,0 6-5,3 8 11,1 8 302,3 6-307,3 6-1354,0 3 1342,2 4-5,1 1-6,0 0 6,0-2-6,1-3 0,0-5 11,0-5-34,0-6 35,-1-7 4,-1-6-2861,-1-6 2873,-1-5 0,-2-3 45,-2-4 240,-1-3-111,-2-3 935,0-2-980,0-3-79,1-4-16,1-4-23,0-4 0,1-4 6,0-5-45,0-3-515,0-3 548,-1-2 12,0 0 11,1-1 0,0 3 11,0 1-5,2 3 27,0 2-49,1 3-7,1 3-5,0 3-17,1 3 1,1 3-1,2 2-6,2 2-21,3 2 16,4 2-12,1 1 1,20 6 0,-10 2-6,15 5-22,-14 4 5,1 2-38,-2 4-35,-1 0-50,-3 3 2659,0 0-2815,-3 0-91,-1 2-100,-1-2 659,-2 1-894,-1-2-95,-3-1-858,7 2 796,-9-10-45,4 2 33,-9-13 136,-2-1 268,-1-3 291,-3-3 213,0-2 168,-3-6 134,-1-2 163,-1-4 129,-1 0 84,0-1 39,-1 0-17,0 3-6,-1 0-44,-2 3 376,1 3-494,-1 1 235,-2 2-504,2 3-106,-1 1-45,3 1-78,1 1 5,6 0 17,1 0 6,9 0-1,2 0-16,5-2-6,5-2 12,17-6-23,-9 0 5,10-4 6,-18 3 12,-3-1 5,-5-1 11,-3-2 0,-4 1 0,-2-2-11,-4-1 0,-3 1 57,-4-7-68,-3 7-17,-5-3 45,-10 5-29,2 5 7,-8 0-3382,5 6 3393,-1 2-796,-1 0 795,2 1 40,-7 5-67,9-1-6,-6 6 5,6 5-22,4-1-11,-2 8 6,7-4 0,2 4-12,1 1 0,3 1 2945,4 12-2967,6-8-5,5 8-74,17-4 23,-2-9-17,12 4-27,-6-12-46,3-5-23,1-2 1178,3-5-1200,-1-4 7,1-3-2822,0-4 2849,-2-4-2401,-2-2 2524,-3 0-417,-4-4 507,-4 1 12,-5-2 16,-5-1 16,-3-1 24,-4 0 38,-2 0 34,-3 1 22,-2 2 18,0 2-1,-1 3-6,-2 2 2,0 2 1712,-2 2-1735,0 2 3049,0 2-3128,2 2 908,0 0-1025,1 2-1,0 2 6,0 4-3381,1 3 3392,0 6-2037,2 2 2042,1 3-1299,3 1 1294,2 2-355,2-1 344,0 0 11,2 0 5,0 1-10,1-2-1,1 1 1547,7 5-1552,-5-10 2034,5 2-2011,-9-11 2495,-3-5-2473,-1-2 1011,-2-3-983,3-10-29,-1-1 1,3-10 33,2-12 0,3-7-33,2 0 16,-1 0-1548,-3 15 1537,1 0-5,-1 4-6,2 4-12,-2 3-16,17 6 0,4 5-33,-3 2-4,4 0 1,0 5-373,3 18-89,-8-3-2075,-3 0 0,0 1-575,8 6 3148,15 11 0,-31-23 0,0 1 0</inkml:trace>
  <inkml:trace contextRef="#ctx0" brushRef="#br0" timeOffset="7431">14224 4386 12741,'9'-10'3551,"-3"3"-4667,15-24 1,3-5 2006,-5 0-527,9-7 0,-3-2 599,-11 5-459,-6 2 838,-5 2-1001,-4 2-55,-7 2 167,-15-9-133,-13 7-1556,-2 4 1331,-3 15-22,12 11 1718,2 5-1762,1 5 1073,3 5-1096,1 6 5,3 5-2075,1 5 2081,4 3 424,2 3-430,3 2-34,3 15 11,8 2 7,4-1-1,7-7-1622,4-18 1628,2-4 1261,3-4-1244,2-4 1558,11-5-1536,-8-3 6,7-7 39,-12-6-11,-1-5 0,0-4 28,0-2 22,-1-5 137,-1-1-14,1-15-140,-7 8 3102,-1-10-3079,-7 14 749,-3 2-654,-1-2-140,-1 8 163,0 1-225,0 11 1,0 3-74,0 2-5,0 1 28,0 7 23,3 0 10,2 8-38,5 1-29,3 4-95,5 2-162,4 2-258,4 1-459,3 3-1014,3 1-4760,2 2 6810,5 5 0,-18-16 0,-2-2 0</inkml:trace>
  <inkml:trace contextRef="#ctx0" brushRef="#br0" timeOffset="8341">17170 3912 13134,'5'-58'1196,"1"0"1,-1 3 0,-2 5-312,-9-13-73,-4 5-61,-6 7-113,-2 9-123,-1 10-111,0 9 1425,3 9-1723,2 6 513,4 5-670,2 7 340,2 6-277,0 9 10,0 10-16,-1 8-554,2 11 554,0 7 5,2 8 3,2-29 0,1 1-9,-1 1 1,1 4-958,2 0 0,0 4 0,1-1 952,0 9 0,1 2-4,0-6 1,0 2-1,1 2-660,1 6 1,0 2 0,-1-2 622,0-11 0,-1-1 0,1 1-448,1 15 0,-1 3 0,1-4 399,-3-15 1,0-3-1,0 1-208,0 0 0,-1 0 1,0-1 84,1 21 0,-2-1 322,1-4 1,-2 0-342,-1-14 1,0 1-1,-1-4 495,-1 2 0,0-3-244,-2 5 1,-3-6 58,-9-9 1477,-3-13-1505,-6-10 2336,-19-23-2352,8-4-18,11 0 1,1-3 470,-13-22-431,10 3 0,2-3-534,5 9 1,1-2 516,-6-13 1,2-2-1,9 11 0,2 1-985,2-1 1,1-1 987,2 0 0,2-1-3,2 1 1,2 1-288,0 0 0,2 1 279,3 2 0,1 1-6,1 2 0,1 1-8,2 2 0,1 0 11,13-27-23,4 5-1208,6 4 1197,5 5-10,5 2 430,4 3-436,3 3-6,4 1 14,-26 19 0,1 0-25,27-13 0,1 1-6,-1 2-6,-1 2 1,-1 1 13,-19 8 1,0 0 3,14-8 24,-19 9 1,-1 1-3,3-4 5,-5 3 1614,-4 3-1558,-2-1 795,-7 6-750,-2 0 2806,-8 4-2789,-2 2 2032,-1 1-2133,-5 2-5,-1 2 22,-5 4-6,-2 2-5,0 5-11,-1 1-12,1 3 6,2 1-11,2 1 5,5 1-5,1-1 0,3-1 22,4 1 0,3-2 6,6 0 11,2-2-6,5-2 1,3-1 33,4-3-17,3-4-243,4-3 265,1-3-771,3-3 789,-1-4 27,0-4 17,-2-4-5,-2-2 33,-4-2 168,5-13-134,-12 7-17,2-9-11,-14 10 0,-4-1-17,-3 0 0,-1 2 101,-5-5-151,0 9 218,-3-4-257,1 12 784,-1-2-841,3 6-44,0 0-62,2 5-656,1 0 303,5 6-212,0 1-320,7 6-482,1 1-1030,2 1-2079,2 2 3740,1 3 0,-8-9 0,-1 0 0</inkml:trace>
  <inkml:trace contextRef="#ctx0" brushRef="#br0" timeOffset="8725">18472 3868 24755,'-22'-3'39,"5"5"-17,17 21-11,0 1-5,1 2 5,2 1-11,1 0 11,1-1 6,1-2-6,-1 4 1,-2-8 4,-1 1 7,-2-11 38,0-4 35,0-2 88,0-3 517,0 0-578,1-8-61,0-1-23,1-8 6,0 0 5,0-4-3352,5-13 3358,-1 6 0,3-11-859,-1 12 887,2 2-172,-1 2 127,1 3-11,0 3 0,-1 4-17,2 2-5,1 2-17,12 1 0,-4 3-1,11 1 1,-7 6-17,2 3 11,0 5 2871,-1 5-2899,-2 2-45,-2 5-33,-2 1-90,-1 4-520,6 13 77,-5-9 927,7 11-1923,-4-14-1614,3 1 2854,7 0 1,-15-14-1,1-1 1</inkml:trace>
  <inkml:trace contextRef="#ctx0" brushRef="#br0" timeOffset="9206">19507 3871 23819,'-2'-40'453,"0"-1"1,0 4 0,-1 8-156,-6 18-97,-2 1-72,-2 4-67,0 1-29,-2 3-10,-2 1 16,0 4-28,-3 2-11,0 6-45,-10 12 45,9-2 6,-5 10-12,11-4 17,3 3-16,3 2-1,3 3 1,3 18-12,5-12 0,4 12-5,6-17-275,5-3 258,5-1 0,7-2-11,5-3 5,5-3-9,-8-10 1,2-3-278,3-1 1,1-3 316,-1 1 0,0-2 8,-1-5 0,-2-2-5,10-6-3060,14-15 3099,-17 0 17,-9-1 0,-1-2-17,0-10 6,7-15-233,-22 18 1,-2 0 226,7-23-11,-7 18 0,-2-2 11,3-20 6,-2-3 10,-1 0 12,-3 0 17,-2 2-6,-3 3 34,-2 5 0,-5 5 140,-7-6-124,-2 18-5,-5-2-5,5 20-23,2 7 126,2 2-210,3 6 296,1 1-324,1 4 3164,0 5-3136,-2 22-2654,1-1 2648,-1 20-2268,5-3 2263,1 6-1311,5 6 1294,3 3-541,-2-29 0,0 0 527,3 2 0,0-1-40,0 0 1,2 1 310,0 0 1,3 1-715,8 13 1,1 1 145,-4-12 0,1 0-50,6 8 0,2 1-771,0-7 1,-1-3 162,-7-9 0,0-2-751,4 4 1,-2-2-2678,2 0 4425,-5-7 0,-10-10 0,-3-3 0</inkml:trace>
  <inkml:trace contextRef="#ctx0" brushRef="#br0" timeOffset="9582">20219 4195 18243,'-28'-33'738,"1"1"0,0-1 0,-11-11 0,7 6 338,14 13-488,2 1-123,2 4-90,2 0-95,2 3-67,2 2-45,2 3-51,1 1-44,2 4-67,2 2-17,0 1 55,8 2-78,1 0 51,11 2-73,2 0-17,6 4-3231,3 0 3186,3 3-16,2 0-23,0 1 0,0 0 6,0 0-79,13 0 113,0-3 83,-2-1 23,-8-6 22,-17-2 23,-1-3 22,-5-3 22,-2-1-2240,-2-3 2285,-3 0 2442,-2-10-2385,-3 5 4,-2-6 29,-2 9-6,0 2 276,-2-3-226,-1 6 18,-1-2-29,0 6-28,1 1 3348,1 2-3454,-1 1-34,2 2-139,0 1-23,-1 4 61,1 1 29,-2 8-12,2 2 6,0 6-56,3 16-123,7 10 11,2 1-73,7 0-521,8-2 174,-5-11-218,10 7-2560,5-7-1418,-8-12 4547,14 4 0,-26-18 1,0-2-1</inkml:trace>
  <inkml:trace contextRef="#ctx0" brushRef="#br0" timeOffset="9773">20867 3526 18680,'-6'-6'2229,"1"1"-1147,5 5-976,0 0-486,-54-6 46,42 15-383,-37-2-498,60 17-1054,5 1 2269,15 16 0,-17-22 0,8 8 0</inkml:trace>
  <inkml:trace contextRef="#ctx0" brushRef="#br0" timeOffset="10166">21240 3779 22129,'-47'-13'95,"-1"0"0,4 1 0,8 6-55,13 16 1150,3 1-1168,3 4 413,4 2-446,3 3 5,3 1 6,3 12 11,4-7 206,5 9-233,12-1-12,1-9 711,10 9-756,13-6-22,7-1 83,-17-14 1,0-2-676,17 3 726,-6-10 6,-18-8 0,-1-2 5,-3-5 29,-4-2 100,2-11-73,-8 2-38,0-8-1,-7 3-11,-2-1-318,-3-3 324,-2-1 691,-2 1-685,-3 1 44,-2 2-12,1 2-4,-2 4-18,-1 3-22,-2 4-11,1 4 0,-9 1-51,6 5-11,-4 2-5,7 6-6,2 2 347,1 5-370,1 2-16,3 2-56,1 2-292,5 13 79,4-6-107,5 9-945,14 1 279,-1-7-561,10 6-1720,-3-10-839,4-4-437,3-1 4666,8-3 0,-20-7 0,0-1 0</inkml:trace>
  <inkml:trace contextRef="#ctx0" brushRef="#br0" timeOffset="10500">21708 3931 7536,'2'-7'6609,"0"2"-3101,-2 5-2332,0 0-2818,11-64 2415,-8 40-468,3-13 0,-1 1 1237,-5 21-1094,0 4 920,0 2-1087,0 3-147,0 2-83,0 2 3285,0 1-3342,0 6 17,-1 3-11,0 7 6,-1 3-1,2 5-5,-1 3-11,0 2 0,1 1 11,0 1-11,0-1 5,0 0-11,0-2 1,0 5 16,0-11 11,1 1 17,0-14 39,1-4 23,-1-3 10,2-1 1,2-3-22,2-3 5,3-6 16,3-2-3385,4-5 3380,2-2-2279,4-3 2268,2-1-908,17-12 874,-7 10-520,12-6 470,-11 15-6,1 3 12,2 5-1,0 3 7,1 4-24,-1 3 1180,-2 5-1184,-2 4 2137,-4 7-2165,-5 4-35,-4 2-16,-7 3-23,-4 0-22,-4 2-28,-3-1-61,-2 1-90,1 0-169,0 1-358,3 1 568,3 0-4707,3 0 4985,5 3 0,-8-15 0,1-1 0</inkml:trace>
  <inkml:trace contextRef="#ctx0" brushRef="#br0" timeOffset="18612">24853 3737 21288,'-11'-44'341,"0"-1"1,1 5 0,-1 8-107,-1 19 964,-2 1-1065,-1 4-67,-2 2 340,-2 2-396,-4 3 0,-4 5-22,-4 5 6,-3 7-353,-4 7 347,-2 4 11,0 4-17,1 4-17,3 1-38,4 3-29,4 0-115,14-10 1,2 1-177,0 14-90,0 14-11,17-22 40,6-2 27,10-4-28,7-4-2754,8-5 2502,6-2-22,7-6-995,5-3 1100,6-5 125,-29-3 1,2-2 287,1-1 0,0-2 70,2 0 0,0-2-648,1-1 1,0-1 798,0-1 0,-1 0 51,0-1 0,-2-1 804,-1 0 0,-2 0-508,25-10 124,-9 0 140,-11 1 744,-4-7-733,-15 7 870,-3-5-1055,-11 11-56,-2 1-56,-2 2 526,-2 1-604,-1 1-62,-2 2-39,-2 1-56,-1 1-34,-2 2 6,-12 1-45,2 5 3232,-12 3-3232,6 6-11,-5 2 5,1 3-11,0 2-11,2 0 466,4 1-489,5-2-66,2 6 49,10-7-4,2 3 10,7-9 17,4 0 17,5-2 6,5-2 22,3-4 22,18-1-11,-6-6 23,25-9-257,-22 0 268,9-8 39,-16 6 16,-6-2 24,-2 0-1,-6 1 0,-4-1 6,-3 2 0,-3 0-1,-1 4-10,-1 0-22,-2 2-29,0 3-33,-3 2-29,0 0 218,-2 2-256,0 1-1,-1 2-5,-2 2 5,-1 4 1,-1 5 5,0 2-11,1 1-12,2 2-5,2 0 6,3 1-6,2 0 11,2 0 11,3 0-16,2-1 22,4 0-11,4-1 5,4-3 1,4-1-1,3-4 6,4-2 6,1-5-277,2-1 282,2-6 11,0-3-10,0-6 10,2-4-5,0-3-6,0-3 11,-1-4-10,-2-3 10,-1-2 6,-3-5-1501,-2-2 1495,-3-5 12,0-3-886,-1-3 891,-1-4 23,-1-2-12,-1-2 17,-2 0-5,-2 1 5,-3 1 23,-2 5 50,-3 5 39,-4 6 6,-1 9-31,-3 1-25,-2 13 189,0 2-256,-2 11 1294,-2 3-1373,-7 9-2261,-2 4 2283,-8 11-5,2 4 26,-3 8-26,6-4 0,0 4 6,-9 19-201,10-15 0,1 1 190,-2 19-510,3 2 493,5-1 10,4-1-4,3-1-7,5-3-16,5-2 1900,5-3-1901,5-3-4,3-3 21,5-3-38,2-3-2423,5-4 2445,4-3 0,5-2-762,-9-14 0,1-1 790,19 4 102,-19-9 0,2-2-88,0-6 0,-2-3 8,18-7-30,-18 2 1,-1-2 35,11-13-1,-2-5 1677,-3-4-1688,-3-5 12,-2-4-17,-1-6 8,-11 9 1,1-2 529,-6 8 0,-1 0-530,5-12 0,-1 0-2,-6 12 0,-2 0-471,-1 0 0,0-1 482,-1 1 0,-1 0 419,5-29-397,-3 3 11,-3 4-495,-3 5 495,-1 6 23,-2 6 0,0 7 5,-1 7 1401,-1 6-1367,-2 4 1381,1 6-1516,0 2 594,1 4-599,-1 4 1170,-2 4-1142,-2 9 11,-6 7-484,-3 9 473,-4 7-774,-4 8 780,-2 6-957,12-25 0,0 2 953,1-1 1,-1 3-14,-4 12 0,0 2-1170,5-11 0,0-1 1189,-2 11 1,1-1-15,-2 14-694,4-2 712,3-4-218,5-4 195,3-3 721,5-6-738,3-3-17,7-4 23,6-3 0,4-5-1,5-2 34,4-5-33,24-4 22,-13-6 1343,18-6-1343,-18-8 5,0-6 6,1-7 1,-2-4 794,0-4-800,-3-4 10,-4-3-8,-13 9 1,-2-1 14,9-16 182,3-11-177,-18 17 16,-5 4 299,-5 0-304,-3 3 23,-2 2-23,-3 2 17,-2 1 0,0 4 1158,-1 2-1135,2 3 718,0 4-713,1 2 989,2 4-1023,-1 2 183,2 2-289,-1 1 50,1 6 1,-1 1 5,1 7 11,1 4-11,1 5 28,3 5-23,9 19-5,0-8-1405,9 14 1399,0-13-22,1-1-37,-5-11 1,0-1-48,9 13-791,5 10 662,-16-19-95,-7-1-128,-4-3-169,-10-1-286,-6-2-902,-11-1-2475,-7-2 3997,-13-1 1,19-10 0,-1-1-1</inkml:trace>
  <inkml:trace contextRef="#ctx0" brushRef="#br0" timeOffset="19369">28579 3893 20951,'1'-6'2516,"-1"0"-1755,0 6 606,0 0-1372,0-38 5,-1 37 5,-1-26-10,-1 50-29,1 3-185,0 17-39,3-7-508,3 11 167,3-14-225,5 0-217,1-2-287,2-3-3483,6 4 486,-5-11 4325,4 2 0,-14-17 0,0 0 0</inkml:trace>
  <inkml:trace contextRef="#ctx0" brushRef="#br0" timeOffset="19709">28938 3553 22652,'-39'-12'18,"0"-1"1,3 5 0,8 9 94,23 31-79,1 10-12,6-8 7,5-4-7,2-11 6,2-3 70,5 3-19,-5-7 61,3 0 308,-6-8-202,-3-2 10,0-3-100,-3-3 12,1-3 157,-2-9-34,1-5-179,-2-1-28,-2-2-5,-2 6-28,0 0-6,-1 1-12,0 2 1,-2-1-67,2 5-78,-1 3-113,3 5-42,-1 3-121,-1 2-168,-2 4-1748,-4 12-203,4 0-7325,-3 17 9007,7-16 1,1 1-1,2-15 1</inkml:trace>
  <inkml:trace contextRef="#ctx0" brushRef="#br0" timeOffset="20045">29291 4025 23383,'2'-61'354,"-1"0"1,1 4 0,-1 7-199,1 10-1897,1-5 1875,1-5 1,1-5 10,0-5 6,0-3 18,0 0-840,-2 2 867,0 4 17,-1 6-17,0 6 179,-1-5-218,-1 17-34,-3-2 585,1 20-635,-2 5-34,2 4 6,0 4-62,0 1 844,0 1-844,0 2 6,-1 4 1275,-2 5-1247,-1 8-23,-2 7-5,1 7 11,-1 9-3202,2 7 3191,2 7 5,2-24 1,1 0-334,1 2 0,-1 0 308,2 3 1,0 0-24,1 0 1,0 0-614,1 0 0,1 0 541,0-1 0,2 0-73,-1-2 0,1 1-59,0-3 1,0 0-465,1-1 0,-1 0-269,6 27-507,0-4-586,-1-5-7747,1 8 8793,-6-22 1,1-3 0,-6-24-1</inkml:trace>
  <inkml:trace contextRef="#ctx0" brushRef="#br0" timeOffset="20210">29134 3915 21853,'5'-42'15,"0"0"0,-1 2 0,5 10-99,12 17-84,6 1-174,6 3-262,6 2-478,4 2-1068,5 2-2298,2 2-3981,-5 0 7291,-6 1 0,-18 0 1,-10 0-1</inkml:trace>
  <inkml:trace contextRef="#ctx0" brushRef="#br0" timeOffset="20467">29959 3656 18453,'-3'-2'3215,"0"1"-324,3 1-2774,-62-22-1645,45 17 1547,-17-7 1,5 2-8,26 10 499,2 2-500,1 1 261,0 4-260,0 2-1,1 3 6,3 3-6,4 3 0,2 2 0,3 2 0,2 2-16,2 2-1,2 1-5,1 2-23,3 2 140,1 0-207,3 1-73,0 1-78,0-1-67,-2-1-146,-5-1-316,-3-4 36,-6-3-336,-6-4-655,-2-4-1737,-8-5-4789,-1-3 8262,-4-3 0,4-2 0,2-2 0</inkml:trace>
  <inkml:trace contextRef="#ctx0" brushRef="#br0" timeOffset="20659">29839 3758 23075,'-4'7'352,"-3"4"-335,-13 13 0,-1 2-51,1 3-781,1 1 328,1 2-566,3 0-1087,2 1-2408,4-1 4548,4 4 0,3-19 0,2 1 0</inkml:trace>
  <inkml:trace contextRef="#ctx0" brushRef="#br0" timeOffset="21277">30351 3923 24457,'-26'-34'112,"6"6"740,24 25-841,2 0 295,0-1-300,2-1 125,2 1-120,0-2-5,1 0 5,1-2 493,1 0-476,6-9-11,-3 4 17,3-7-6,-6 5-6,-1-1 17,-2 0-16,-1-1 10,-2 1-3374,-2 0 3374,-1 2 18,-3 1 10,0 2-10,-1 1 5,0 2-34,-2 1 6,0 1-6,-2 2-10,2 2 3380,-1 0-3415,1 2-5,-1 0 11,-2 3 6,-1 1 6,-8 15-7,2-1 7,-5 11 5,4-4-6,2 3 17,0 2-16,3 2-1,1 2 1,3-1-12,1 0 6,3-2-1,10 11-906,2-13 918,10 7-269,3-16 263,2-3-16,5-3 5,3-4 6,1-3-12,2-3 23,1-6 6,0-3 16,15-13-5,-14 0-609,8-10 604,-19 2-1,-5-4 0,-2-5 0,-3-4 0,-2-5-5,-2-4 13,-6 10 1,0-2-15,-3 9 1,-1-2 11,2-25 0,-1-1-840,-4 23 0,0 1 837,0-12 0,-1 1 31,-3-14-12,-1 6 1,-2 6 419,-1 8-408,-1 6 232,0 7-221,1 7 551,0 5-607,2 7 1957,0 2-1968,1 6 338,1 3-333,-3 5 18,-2 7-7,-3 7 1,-3 8-18,2-1 1,-1 3-574,-6 23 573,5-15 1,0 1-975,4-7 1,0-1 954,0 1 0,0 1-20,1 1 1,0 0-1307,1-1 1,0 1 1238,1-1 1,1-1-51,1 0 0,1-1-191,1-1 0,1 0-420,4 29-326,6-3-474,9-4-2000,8-3 3579,-7-24 0,1-2 0,1 1 0,2-1 0</inkml:trace>
  <inkml:trace contextRef="#ctx0" brushRef="#br0" timeOffset="21543">31605 3612 18548,'-23'-37'56,"-1"-1"0,2 2 0,5 13 1864,10 27-1909,1 3 1346,-1 5-1346,0 6 787,0 4-787,1 7-745,1 5 751,3 5-6,1 5 247,2 3-247,3-9 0,2 1 6,4 23-548,-1-20 0,1 1 533,0-12 1,0-1-11,0 2 0,3 1-48,6 14 0,3 2-146,1 4 0,1 1-34,0-1 1,-1 0-804,-1-1 1,-3-4 372,-8-15 0,-2-2-1894,2 29-1202,-10-8 3762,-16-1 0,7-25 0,-5-4 0</inkml:trace>
  <inkml:trace contextRef="#ctx0" brushRef="#br0" timeOffset="21727">31232 4393 14499,'36'-51'728,"-1"0"0,-2 4 0,-1 7-263,5 9-56,4 4 1056,3 1-1213,3 2-28,2 3-72,2 1 27,-1 3 992,-1 2-1059,-1 1-11,-4 2-39,-4 0-18,-5 2-10,-5-1-45,-6 3-1180,-6-1 1085,-4 2 1279,-5 2-1593,-5 2 624,-2 1-1123,-6 1-137,-2 1-8775,-16 3 9281,5-2 0,-1 2 0,12-2 0</inkml:trace>
  <inkml:trace contextRef="#ctx0" brushRef="#br0" timeOffset="23797">1602 6108 19848,'0'-10'1988,"0"3"-1131,-3-26 1,-2-5-472,1 13-218,0-16 0,-2 2 140,1 25-28,1 3-39,-1 3-73,2 3-73,0 2-89,1 2-62,0 1-12,0 1 18,0 4 44,-2 5 23,0 8 0,-2 6-17,-2 6-6,0 5-245,1 4 245,1 1-626,2 2 632,2-2-5,2-2 5,4-5 0,3-4 0,5-5-242,3-5 242,2-5 11,1-4 23,2-4-17,0-3 51,1-4 11,2-4 21,0-5 74,14-12-84,-9 2 5,9-9 0,-12 7 235,-4-2-223,-4 1-1,-2 0 6,-5 2-39,-1 1 628,-4 2-656,-1 2 258,-2 2-269,-2 2 7,0 1-29,0 3-12,0 0-17,0 3-45,-1 1-72,0 1-141,1 2-2346,-1 0 1467,3 4-504,2 1-947,5 2-1853,3 0 4458,5 1 0,-8-4 0,1 0 0</inkml:trace>
  <inkml:trace contextRef="#ctx0" brushRef="#br0" timeOffset="24404">2239 5954 24329,'-28'12'45,"6"2"-28,19 10-23,1 0 12,1 4-1,1 0 6,0 17 6,1 3-2000,0-1 2000,-1-7-17,0-18 627,0-3-616,0-3 314,0-3-297,0-4 56,-1-3 112,1-4 1866,0-1-1815,1-7-124,1 0-39,2-7-11,2-1-17,1-3 11,1-2 6,2-1-1,2-1 1,1-3-11,0 2-12,1-2-5,0 3-23,0 1 1,0 4-6,-1 1-23,1 4 0,1 1-5,0 4 6,0 1-12,1 3 11,0 0-5,2 3 0,1 3 0,0 4-6,1 6 11,0 2-11,0 4 12,-1 3-1,-1 2 6,0 0 0,-3-2 0,0-1-11,1-3 5,0-2 6,2-3-5,1-4 44,3-2-39,1-4 11,4-2 6,2-2-34,3-5 28,3-4-5,2-6-257,-1-5 263,0-4-453,-2-3 469,-3-3-6,-4-3 6,-3-1 11,-4-2 6,-5 0-6,-3-4 23,-5-1-40,-1-4 1,-4-1-7,-1-1-10,-3 0 22,-3 1 6,-3 4-1,-4 3 6,0 5 1,-1 7 21,1 6-5,1 6-11,2 5-17,2 5-34,2 2 6,1 3 244,2 3-238,-2 3-1,1 8-10,-2 9 21,1 6-22,-1 9 11,3-5 1,0 1-6,0 22-406,1-17 1,1 0 371,1 17-27,3 1-85,3 0-61,2-1-177,0-16 1,2-1-1404,7 20 1423,-4-22 0,1-1-574,5-4 0,1-3-301,15 13 293,-11-17 0,1-4-3417,12 1 4363,5-8 0,-21-7 0,-1-4 0</inkml:trace>
  <inkml:trace contextRef="#ctx0" brushRef="#br0" timeOffset="24773">2971 6160 25057,'15'-47'-39,"26"3"5,4 33-798,16-3 776,-29 7 0,0 1-786,15-2 763,13-3 7,-23 4 10,-3-1 23,-3 0 5,-3-1 29,-5 1 21,-4-1 406,-4 0-243,-2-5-50,-6 3 22,-1-3 51,-4 4 34,-2 1 410,0 1-338,0 0 797,0 1-836,-2 1-34,0 1-73,-2 1 101,-1 0-195,1 2-1,0 1-45,1 1-16,2 0-12,-1 2 17,-1 3-11,0 5-5,-2 5-6,1 5-34,-1 15-50,2 9-12,1 1-621,2-1 454,3-12-140,3 0-213,2 0-304,3-2-519,0-3-1468,1-3 2918,1 0 0,-6-12 0,-1-2 0</inkml:trace>
  <inkml:trace contextRef="#ctx0" brushRef="#br0" timeOffset="24970">3669 5666 18738,'-41'-23'20,"0"0"1,3 1 0,10 8 2367,24 14-2478,1 2 1111,2 3-1268,1 4 432,2 4-947,3 3-298,12 11-8771,9 3 8791,-2-3 1,-5-8 0,-14-15 0</inkml:trace>
  <inkml:trace contextRef="#ctx0" brushRef="#br0" timeOffset="25321">3838 6307 25997,'14'-37'78,"0"-1"1,-3 5 0,0 3-29,9-15-5,-4 6-6,-3 8 0,0-2-2053,7-20 2036,-7 16 1,-1 0 16,3-18-5,-5-4-6,-2 2-6,-5-1 12,-2 4 0,-5 3-6,-2 5 11,-4 6 442,-3 6-431,0 5 12,-1 5 11,0 5 511,3 6-539,2 5 130,4 4-175,0 2 1265,3 3-1277,-2 4 362,0 5-344,-2 7-6,-2 8 0,-1 6-759,0 9 765,0 6-1001,2 8 1007,1 7-7,5-29 1,0 2-18,2 17 1,2 1-1017,0-12 0,1 0 1014,3 14 0,1-1-6,-1-16 1,2-2-423,1-1 1,1 1 354,0-3 1,2-1-77,1-1 1,1-1-359,18 25-420,6-5-1092,5-5 1918,-17-21 0,-1-2 0,2 1 0,0-1 0</inkml:trace>
  <inkml:trace contextRef="#ctx0" brushRef="#br0" timeOffset="26956">6431 6266 20489,'0'-50'838,"0"0"0,0 10 0,-1 5-440,-1 6-73,-1 18 931,-1 3-1088,0 5 255,1 1-412,0 2 153,1 3-186,-2 5 22,-1 7-23,-2 8 12,-1 8-28,-1 5-475,0 4 419,1 3-73,3-1-555,1 18 34,3-14-347,4 14-465,5-21-801,5-4-2302,5-3 3842,5-5 0,-10-14 1,1-2-1</inkml:trace>
  <inkml:trace contextRef="#ctx0" brushRef="#br0" timeOffset="27317">6738 5824 18008,'-42'-10'257,"1"0"1,2 2 0,8 4 1347,13 11-1504,2 3 688,1 3-738,2 2-7,2 2 364,3 1-386,3 1 0,2 0 1096,2 1-1101,2-1-6,1 0 23,4-2 133,1-2-117,4-2 34,0-3 34,2-2 39,0-4 33,2-2 17,0-2-5,2-4-17,0-2-6,-1-6-6,1-2 7,-2-3 4,-1-1 7,-3-1-11,-2 1-18,-4 0-28,-1 0-27,-3 1-18,0 1 1,-3 0-23,-1 4-5,-2 2-12,-1 2-33,0 3-28,0 2-45,0 2-17,0 0-39,-1 4-17,0 3-56,-1 5-90,1 5-122,0 4-191,3 2-247,2 3-324,1 1-404,4 3-896,2 1-1977,4 3-5395,1-3 9388,-2-4 0,-3-12 0,-2-6 0</inkml:trace>
  <inkml:trace contextRef="#ctx0" brushRef="#br0" timeOffset="27647">6910 6487 25657,'10'-42'188,"0"0"1,-1 3-1,-1 6-42,-3 14-12,1-3-16,0-2-34,1-3 50,2-22-78,-1 9-1758,1-18 1736,-3 13-12,-2-2-5,0-3-17,0 0 11,-2-1 6,1 2 5,-1 4 12,-1 4 27,0 7 101,-1 7-61,-1 8 0,0 5-40,-1 7-33,-1 4-17,-1 2 1280,0 7-1296,-3 3 10,-1 11-10,-3 5 16,-1 9-5,-1 6 5,0 7-456,3 7 456,1 5-17,5-28 1,1 1-4,1 0 1,0 1-12,0 1 1,2-1-37,-1 0 0,2 0-23,1-1 1,1 0-191,5 29-162,7-4-230,4-3-353,3-2-341,6-3-494,2-2-2033,3-3 3102,6 2 1,-18-22 0,-1-2 0</inkml:trace>
  <inkml:trace contextRef="#ctx0" brushRef="#br0" timeOffset="27830">6906 6477 22655,'-25'-46'498,"0"-1"0,2 5 1,6 6-230,13 17-95,2 1-62,2 2-90,5 0 6,5-1-4960,7 1 4926,6-1 1,6 0 1283,6 3-1384,6 1-130,6 3-1156,4 1 491,4 2-2625,-15 3 0,2 1 3526,-5 0 0,-2 1 0,25-2 0,-28 2 0</inkml:trace>
  <inkml:trace contextRef="#ctx0" brushRef="#br0" timeOffset="29567">8930 6355 26654,'-11'-30'145,"0"8"-100,6 35-11,-1 3-12,-1 4-11,1 0 12,-1 10-23,4-7 0,3 4 0,4-10 0,4-3 11,5-2 6,1-1-6,4-3 0,0-2 0,3-3 0,0-1 40,14-8-23,-9 0 11,8-7 0,-11 0 62,5-10-45,-8 3 11,3-6 6,-13 6-6,-2-2-16,-4-1-1,-1 0 34,-5-12-34,-2 9-10,-3-8-7,-1 12 12,-1 2 0,1 1-6,0 2 6,2 4 0,0 0-12,2 5-5,2 2-39,0 2-28,1 2-17,0 0 45,7 2 11,2 2-12,7 1 7,3 2-1,5 2 1,2 0-12,4 1-6,0 0 1,1-1-328,0 0 333,-1-1 6,-2-2-1,-1-2-4,-1 0-75,-3-2 91,-1-3 0,-3-2 6,-2-4 5,-2-2 39,2-8-5,-5 2-17,0-5 325,-6 4-325,0 0 94,-2-1-78,-1 0-10,0 0 5,-2 3-11,0 1 34,-2 1 95,-2-1-96,0 6 6,-1-1-16,2 6-29,0 2-22,1 2-11,0 0 0,0 4 5,-2 3 40,1 5-40,-3 4-5,2 3-23,1 3-22,0 2-5,3 2-3410,-1 1 3359,2 3-44,2 1-404,3 2 275,2 0-96,3 0-118,3 0-111,2-2-73,4-1-57,2-4-22,5-3-16,4-4 16,2-6 95,3-5 135,3-4 174,0-6 168,2-3 156,-1-5-406,-3-4 703,-4-2 129,-5-2-10,-6 0 150,-6-1-28,-5 0 2878,-6 0-2934,-3-1-23,-1 1 456,-3 0-517,-2 0-17,-3 1-39,-2 2 805,-1 2-895,-1 3 115,0 2-193,-1 3-28,0 2-39,2 2-29,1 1-55,2 1 17,3 0-12,1 1-5,2 2 17,0 2-18,3 3 1,2 0 0,4 2 5,4-1-10,3 0-46,14 0 28,-4-3-408,10-1 414,-8-4-5,3-2 10,0-2 12,-1-3 11,-1-3 22,-3-2-16,-3 0 84,0-8-40,-9 3 17,0-5-22,-9 4 5,-3-1-5,0-1 0,-4 0 403,-2 0-398,-4 0 1,-3 1-18,-2 2 18,-1 2 10,-2 2-5,-2 4 28,-13 2-45,7 4 1,-9 3-394,11 5 370,0 5-16,3 3-5,0 3 16,4 3-28,3 3-11,4 2-11,3 4-428,3 1 378,4 2-35,5 1-32,4-1-46,6 0-67,4-2-67,3-2-61,7-2-119,5-2-173,7-2-1317,9-3 892,7-3-156,-25-9 1,1-2 521,1 0 1,2-1-102,3-1 0,0-2-41,1 1 0,0-1 164,1-2 1,0-2-523,-1 1 0,-1-2 1030,-1-1 0,-1-1 302,-2-1 0,-2-1 509,26-9 426,-9-1 510,-11-2-22,-9 0-62,-8-2-202,-8 1 623,-6-13-1172,-5 7-89,-4-8-90,-4 11-89,-4 2-51,-4 1-78,-3 3-39,-2 1-40,-4 4-16,-3 3-23,-2 5-16,-5 2-35,-1 3 142,-2 5-208,0 2-12,1 7-28,2 3-10,2 4-7,3 3-5,4 3-11,3 1 0,4 1 1227,2-3-1227,5 0 11,2-4-5,4-1-18,1-3 1867,4-2-1872,3-2-11,3-2 107,4-3-79,1-2 931,4-4-909,1-1 93,2-2-43,13-8-33,-7 0-409,8-8 404,-12 1 44,-1-1 6,-3 0 44,-3-2 6,-3 1 1,-2-1 16,-3 0-23,-1 1-5,-2 1 6,-2 1-23,0 3 6,-1 2-12,-1 4 371,-1 2-443,0 3-118,0 0 56,0 5 6,0 2-11,0 7-23,0 2 0,2 3-28,1 2-28,3 0-39,2-1-56,2 2-95,2-1-140,0 1-280,2-1-533,0 1-969,2-1-3091,1 1 5332,4 0 0,-9-10 0,-1-1 0</inkml:trace>
  <inkml:trace contextRef="#ctx0" brushRef="#br0" timeOffset="30198">11898 6121 21752,'-44'-37'209,"0"0"0,3 1 0,5 12-63,5 28-29,1 2-44,0 6-17,3 4-17,1 4-16,2 4-23,0 5 11,2 3-11,2 1-11,1 2-12,2-1-33,3 0-28,4-3-44,4 0-74,5-2-117,8 0-336,5-2-219,9-1-303,7 0-799,7-4 407,6-4-643,8-4-880,4-7-1090,3-4 1611,2-8 1031,-1-5 1523,-1-7 868,-3-6 571,-5-3 349,-4-4 239,-5-4-27,-4-2-21,-5-4-360,-2-6-269,-3-3-1597,-1-7 1211,-2-3-536,-11 28 1,-1 0-34,-2 0 1,0-1-32,0 1 0,-1 0-1076,2-28 1328,-5 20 1,-2 0-68,-2-15 39,-2 22 1,-1 1-202,-6-3-68,-2 7 313,-1 7-419,0 5-45,1 5-44,2 5 1611,2 2-1695,2 2-18,1 4 1,1 3 3252,-1 6-3247,0 7-5,0 6 5,0 7-1001,1 8 1002,0 5 4,0 6-16,0 6 6,-1 3-6,0 2-3,1-30 0,0 0 3,-3 30-22,-1-1 11,1-5 5,1-5-5,1-7-6,3-5 12,3-6-480,3-5 485,2-7 6,3-5-1,1-6 23,-1-5-5,2-2 5,1-6 5,3-3-10,3-5 5,1-4 16,1-3 1,1-4 6,-3-1 16,0-3 28,3-14-1954,-6 9 1904,4-10-11,-7 12 429,0 3-440,0 2-12,0 3 11,-1 3-16,1 4 5,0 1-11,1 4-6,1 0-5,3 4-6,1 2 12,3 1-40,2 2 6,2 3-28,0 3-12,1 6-33,-2 2-5,0 3-23,-3 2-51,-2 1-50,-1 2-83,-2-1-124,-2 0-247,-1-2-330,-1-1-543,0-1-802,1-1-1629,-1-2-936,1-3-968,-1-2 5903,-1-3 0,-7-3 0,-1-2 0</inkml:trace>
  <inkml:trace contextRef="#ctx0" brushRef="#br0" timeOffset="30749">13087 6236 13631,'0'-3'6363,"0"0"-717,0 3-5601,-16-27-6,12 20-17,-12-20 34,19 27 6,1 0 0,4 0 27,6-2-50,2 0-3408,6-2 3391,2 0-5,1-3 0,-1 0 0,-1-3 16,-3 1-5,-2-3 39,4-8-33,-8 2-28,2-9 38,-8-5 3057,-5 7-3056,0-7-6,-6 13 6,-2 0-17,-5 3 28,-2 3-11,-3 1 0,-3 4 22,-2 1-11,0 5 17,0 0 44,-6 4-94,8 1 10,-2 4-5,8 3-11,2 3 11,1 3-17,1 4-5,1 4-6,2 3-11,2 5 0,3 19-801,6-9 812,4 12-22,6-18-728,5-3 716,4-3-22,3-3 23,4-4-2781,-1-4 2791,2-3-108,-2-4 86,13-5 23,-10-3 348,8-5-343,-13-4 6,0-4 471,-2-2-421,-1-2-17,-3-2 23,-1-3 0,-4-3-6,-2-4 17,-3-4 50,0-24-61,-5 10 33,-2-18 12,-4 17 22,-2 2 1716,0 2-1682,-1 3-114,-2 3 321,-2-5-208,1 14 508,-1-7-601,3 20-5,0 1-47,1 8 1487,1 2-1487,0 9 364,3 1-364,7 21 0,0-4-615,6 13 615,-1-6 0,2 3 0,2 2 0,1 1 0,2 1-24,0 1-127,0 0-84,-3-1-101,-3-1-1014,-5 13-134,-11-13-3008,-10 11 4492,-16-15 0,11-17 0,-2-2 0</inkml:trace>
  <inkml:trace contextRef="#ctx0" brushRef="#br0" timeOffset="31199">15318 6062 17238,'10'-52'488,"-1"0"0,1 0 1,-1 3-1,0 2 1,-3 4-148,-1 3 1,-2 3-45,0 2 0,-2 0 247,-2-25-91,-5 9-78,-5 10 1322,-4 11-1439,-2 7-62,0 8-67,-1 6 740,3 4-841,0 8 424,1 6-452,1 9 17,1 10-9,4 3 0,1 3 43,-1 24-49,3-14 1,2 0-591,2-7 0,2-1 588,1 2 0,1 1-720,0 1 0,1 1 695,2 0 0,1 0-26,-1 0 1,2 0-43,0 1 1,1-1-54,0 0 1,0-1-54,0-1 1,1 1-525,5 16 0,0-1-39,-4-13 1,1 0-903,3 12 1,0-2-2997,-6-19 0,-1-3 4142,7 22 1,-8-26 0,-3-12 0</inkml:trace>
  <inkml:trace contextRef="#ctx0" brushRef="#br0" timeOffset="31639">15085 6255 22338,'-7'-45'351,"-1"0"0,1 4 0,3 7-272,10 13 464,5 3-577,7 5 12,7 3-6,7 2 0,8 4-1125,5 2 1125,6 0 0,-12 4 0,1-1 17,21 2-481,-22 0 1,0 0 463,12 1-11,-3 0-6,-3-1 17,-2-1 110,-3-1-93,-3-1 11,-4 0 22,-5-1 12,-4-1 39,-2-4 5,-8 0 1,-2-1 909,-8 2-837,-2 2 1524,-1 0-1552,-1 1 116,-1 1-172,-2 1 22,-4 0 18,-4 2 22,-3 2-22,-2 4-18,-2 4 6,-4 10-78,7-4 0,0 9-11,10-7-6,3 0-12,6-1 12,4-1 6,5-2 0,6-2 50,3-2-402,5-2 357,4-1 0,3-2-11,2-3 45,-1-2 28,-3-2 22,-2 0 43,-6-3 52,-5-1 23,-5-3 5,-6 0-50,-2-2-16,-4-1 305,-2-2-384,-4-2-28,-5-3-6,-5-1 0,-4-4-5,-5 2 58,-3 0-31,-17-5-38,9 6-688,-10-2 665,16 9-34,4 3-100,4 3-146,5 2-292,7 2-553,3 1-8706,5 0 9223,5 3 1,-3-1-1,3 0 1</inkml:trace>
  <inkml:trace contextRef="#ctx0" brushRef="#br0" timeOffset="32297">18009 5886 20549,'5'-54'702,"-1"0"0,-1 4 0,0 5-209,-2-6-755,-1 6 637,0 7-66,-2 8-35,-2 8 583,0 5-627,-2 6 125,2 6-355,0 3 337,1 9-325,0 5-29,-1 9 28,0 6 0,2 7-186,1 6 208,1 4-33,1 3 0,1 1 0,2 1-5,0 1 5,-1-2-6,-1-1 0,-1-4 12,-1-1-6,0-5-62,-2-3 56,-1-4 12,-2-5-1,1-5 7,0-5 38,1-6 28,2-4 999,-1-3-797,2-2-111,2-7-130,0-2-11,4-9-11,3-2-6,4-4-342,3-2 342,5-3-11,4 0 12,4 0-12,4 3 0,1 2 0,1 2-12,-2 5 12,-1 2-22,-3 5 5,-4 4-22,-2 3 11,-3 1 0,0 5-17,-1 3 17,1 5-22,-2 4-1,0 2-3281,-2 2 3276,-2 1-257,-6 1 269,-3 0 179,-7 1-174,-7 1 0,-9 0-29,-28 11 29,4-8-642,11-10 0,-1-2 653,-19 4-17,0-4 6,2-5-23,4-4 2429,6-2-2474,7-4-100,7-3-207,7-4 34,8-4-751,5-5-852,7-4-3086,7-4 5069,12-7 0,-10 15 0,4 0 0</inkml:trace>
  <inkml:trace contextRef="#ctx0" brushRef="#br0" timeOffset="32950">19031 5700 21125,'-3'0'2325,"1"0"-1116,2 0-1052,-62 18-28,38-7-82,-13 2 1,2 1 19,15 5-11,2 2-5,1 2-6,2 1-6,3-1-17,2 1-11,4 0 1,2-2-12,3-1 16,0-2-4,3-2 11,1-3-1,3-2 17,0-3 45,1-3 39,0-3 45,1-1 0,2-3-22,1-2-28,3-3-6,2-4 11,0-1-3386,1-3 3403,-1-1-887,-2-3 859,0-2-357,-2 0 335,-1-1-84,-1-1 78,-1 2 2751,-1 2-2751,-1 2 1234,-2 3-1223,-1 3 574,-1 4-619,-2 2 83,0 2-240,-1 1 74,0 6 27,0 3 12,0 7-1,-1 5-5,0 2 0,-2 4 0,2 2 0,-1-1-11,2 1 11,0-2-11,4-1 0,2-1 11,5-3-12,2-1 12,3-3-5,2-3 10,1-4 7,11-4 4,-6-4 1,7-7 0,-9-4 5,0-4 12,0-4 5,0-3 6,-3-2 5,-2-3 1,-2-3-6,-3-3 27,-3-3-3374,-3-2 3364,-2-1 22,-3 0-17,0 0 62,-5-10-62,1 14 7,-8-13-74,3 27 0,-2-2 0,5 13 0,0 3 0,2 3 3392,2 2-3392,0 0 0,1 3 0,-1 3 0,1 5 0,2 5 0,1 5 0,3 4 0,2 3 0,0 3 0,1 3 0,0 1 0,1 2 0,4 16-420,-3-13 420,3 11 0,-4-19 0,-2-1-35,0-1-138,-1-3-46,-3-1-66,-1-4-74,-3-2-161,-2-3-1211,-6 2 123,0-8-2032,-4 1 3640,0-7 0,9-4 0,-1 0 0</inkml:trace>
  <inkml:trace contextRef="#ctx0" brushRef="#br0" timeOffset="33370">19760 5758 21595,'7'-3'2174,"-2"2"-1580,-5 1 1002,0 0-1545,-8 18-1,10-9-11,-5 16 17,22-8-22,-1-5-17,9 4 22,3-4-62,-6-3 46,6-1 10,-12-5 12,-3-2 45,-2 0-1,-2-2 7,-3-2-1,1-3 11,-1-2-5,-1-1-3387,-1-2 3387,-2-2-6,-2-1 62,-2-8-90,-5 5 1,-2-4-18,-7 9-2279,-2 2 2268,-6 3 1201,-3 3-1207,-5 2-1914,0 1 1915,-2 4 16,2 2-100,2 4 61,3 1 1,5 3 10,3 1 1857,4 2-1885,3 2 6,4 2-33,3 2 1011,2 2-1146,10 15-11,0-10 2603,11 10-2944,0-14-455,3 0-868,3-2-3399,3-1-4297,-2-4 8740,-4-2 0,-10-9 0,-6-3 1</inkml:trace>
  <inkml:trace contextRef="#ctx0" brushRef="#br0" timeOffset="34764">21922 5596 24995,'0'-38'235,"0"0"1,-1-23-208,-7 61 6,-1 2-34,-2 3 22,-3 5 18,-13 16-18,4-1-1630,-10 12 1613,7-6 12,0 3 0,0 1-17,1 0 53,4 0-64,4 0 327,5 10-416,18-1 49,5-3 7,17-7-24,19-11 23,-5-9-330,17 0 352,-12-11 18,1-3-371,1-5 395,-16-2 1,0-2 14,16-6-9,-19 5 1,0-1 35,4-7 23,-3 1-414,-5-2 436,-5 1-111,-3-2 117,-4 1 1045,-3 1-1039,-4 0-2298,-2-2 2275,-3 6 298,-2-2-343,-1 8 79,-3 2-112,-4 1 0,-3 3-17,-4 1 3392,-3 4-3387,-2 3 23,-2 4-22,-8 12-23,10-4-288,-3 7 277,14-5-5,4 0 5,2 1-11,4-2-1,3 0 1,4-2 0,5-1 22,4-2 0,3-1-16,18 0 22,8-5 16,1-2-766,-2-5 777,-15-4 18,-2-3 5,-1-3 17,-3-2 11,-2-2 12,-4-1 83,-2-11-67,-5 6-27,-3-8-12,-6 7-17,-2-2 1038,-3 0-1060,-3 1-6,-4-1 12,-3 2 5,-2 0-17,-2 2 6,-2 3-12,-1 2-16,-2 2 17,3 2-18,-1 4-10,2 2-12,1 2-27,3 2-12,1 2-17,3 3-38,1 4-57,3 2-538,1 10 90,3-4-325,3 7-352,5-7-740,4 1-2565,5 0 4615,4 2 0,-8-10 0,0-1 0</inkml:trace>
  <inkml:trace contextRef="#ctx0" brushRef="#br0" timeOffset="35754">22809 5719 21007,'0'-5'3535,"0"1"-1362,0 4-2201,-10-43 11,6 36 23,-6-29 11,9 51 5,-1 4-11,0 6-11,-1 3-524,0 3 524,-1 1 0,-1 1-6,0-1 6,0 0 0,0-3 6,-1-3 28,1-1 95,1-6-134,0-3 10,1-4 12,2-4 34,0-4 21,1-2 379,1-2-277,5-7-118,2 0 22,4-8-16,1 0-6,2-3 5,2-2 12,2-3-613,0-1 585,1-1-29,1 1 1,0 1-17,-2 2-17,1 2-174,-2 3 163,0 4 0,0 2 0,2 3-17,-1 3-11,1 2-23,1 1-16,0 3-22,0 2-1,-1 3 546,-2 3-590,-1 3-208,5 8 174,-5-3 170,4 8-288,-5-8-168,3 2-588,4-1 354,4 0-52,5-1-4,5-2-7,3-2 39,3-4 74,3-1-1076,3-4 1423,-1-1 263,-14-3 0,-1-1 185,15-3 106,10-4-150,-25-4 285,-5-4 55,-3-2 23,-4-2 23,-2-1 10,-3-2 13,-2 0 21,-4 0 6,0 0-23,-4 1-33,-2 2-45,-2 2 174,-5-3-415,-2 6 334,-5 1-429,-4 6-11,-6 5 11,-7 0 510,-6 4-515,-7 4-18,-5 5-10,-2 5-929,-1 4 895,2 5-17,4 2-22,7 3-1,7 2-10,8 1-772,8-1 754,5 0-91,8-4 97,7-3 29,5-5-7,7-4 6,5-5-5,3-4-2068,4-3 2095,2-4 1,2-4 651,0-5-629,1-4-6,-1-6 53,-1-3-53,-1-4 6,0-5 0,-3-4-737,-2-4 731,-2-5-5,-2-4-6,-1-4 933,-2-4-904,-1-3 32,-7 15 1,-1-1-603,-4 11 0,0 0 572,3-10 0,-1 1 219,2-15-157,-5 21 0,0 2 30,3-14-11,2-6 12,-7 30-18,-1 9 770,-2 5-842,-1 5-56,-2 3 1703,0 2-1697,-2 10 1888,-2 3-1877,-4 15-1,-3 5-5,-3 10-994,-3 8 1000,-2 7-6,9-27 0,0 1-9,0 1 1,-1 0-15,1 0 1,1 0 25,-1 0 0,0 0-442,1 0 0,1-1 439,-7 29 11,3-4-22,3-3-11,3-6-1,2-4-10,4-4-18,3-5 1,4-3-12,5-5 23,3-4-28,5-5 5,2-3 23,5-4-11,3-5-239,2-3 277,2-4 1,1-4 6,-1-5 27,-1-4 6,-3-2-1603,-2-4 1614,-2-1 6,-2-1 567,-4-2-550,-2 1 22,-4 0-6,-2 0 6,-3 3-5,-2 2 22,-3 2-12,-2 3 1,-1 2 229,-1 2-230,-1 2 3320,0 1-3337,-1 4 166,0 0-226,0 2-29,0 0-11,1 1 5,0 3 7,-1 1-7,2 4 6,-1 4-33,1 3-23,3 3-33,1 3-51,5 1-56,2 1-106,2 0-135,1 0-212,1-1-354,-1-1-2789,6 2 3809,-5-7 0,-1-3 0,-8-7 0</inkml:trace>
  <inkml:trace contextRef="#ctx0" brushRef="#br0" timeOffset="35937">24688 5412 20207,'-1'-8'2476,"1"2"-1782,0 6-593,0 0-465,-13-7-135,7 19-157,-10 0-268,10 23-649,-2 3-2230,-2 3-6028,1-3 9351,-1-4 1,5-16-1,1-7 1</inkml:trace>
  <inkml:trace contextRef="#ctx0" brushRef="#br0" timeOffset="36256">24975 5938 20789,'13'-53'381,"-1"0"0,0 2 0,-4 6-140,-5 1 722,-1-5-806,0-4-22,1-3-12,1-2-435,3-1 452,1 1 22,0 2-10,2 5-1,-1 6-11,-2 7-23,0 9 373,-2 7-395,-2 7 841,-1 7-903,-2 3 531,1 3-581,-4 10 23,-2 4-1,-4 15-5,-4 7 0,-2 11-814,-4 9 816,8-22 1,1 0-9,-2 2 1,1 1 8,-1 2 0,1 0-20,0 1 0,0 2-314,-1 16 0,2 3 225,3 3 0,3 0 2,1 0 0,3-1-42,3-3 1,5-4-37,2-16 0,3-2-25,1-1 0,3-1-54,1-2 1,3-1-57,0-2 1,2-2-60,-1-2 1,2-1-476,20 15-23,-3-11 51,-8-8 40,-7-12-544,-9-4-1132,-8-8-7372,-9-11 9295,-4 2 0,1-2 0,0 11 0</inkml:trace>
  <inkml:trace contextRef="#ctx0" brushRef="#br0" timeOffset="36588">24839 5982 23139,'-38'-42'608,"-1"-1"1,2 4 0,14 8-452,28 18 128,6 0-201,6 1-56,8 0-4139,7 2 4111,6 3-11,7 2-6,7 2-173,-10 2 0,1 1 178,-9 1 1,0 0-132,11 0 0,0 1 110,14 2 5,-3-2-34,-4 0 23,-7-2-6,9-3 56,-19-1 0,5-5-88,-14-4 127,-10 1 2577,0-5-2571,-11 4 1659,-3 1-1654,-1-1 591,-3 1-535,0 0 40,-2 1 50,-2 1 34,0 1 252,0 2-241,2 0-45,-1 2-17,2 1 34,-1 2-156,2 1-40,1 1-17,-2 1 0,0 4 0,-3 4 0,0 5-16,-5 18-12,4-4-641,-2 14 608,5-8-17,2 3-73,1 2-28,1 0-96,4 1-116,3-1-164,4-1-336,3-1-3852,9 11 4732,-5-13 0,-1-5 0,-9-17 0</inkml:trace>
  <inkml:trace contextRef="#ctx0" brushRef="#br0" timeOffset="36788">25724 5481 22414,'-1'47'0,"1"-10"0</inkml:trace>
  <inkml:trace contextRef="#ctx0" brushRef="#br0" timeOffset="37147">26189 5748 19692,'4'-9'2755,"-1"2"-1943,-3 7 1591,0 0-2139,-76-23-4320,38 21 4120,-12-8 1,0 3 13,9 19 843,3 4-887,4 0-12,6 3-16,6 0 5,7 1 12,6 9 5,6-6-6,7 5 6,7-8 3386,6-3-3402,6 0-1,5-2-3392,3-1 3381,3-3-6,2-1 18,0-3 32,14-2-10,-13-2-279,7-6 307,-20-2 5,-5-6 11,-4-3-10,-3-3-1,-4-3-6,-3-1-5,-3-3 0,-4 0 62,-6-11-62,-1 8 11,-4-5 6,3 12-23,0 4 3241,0 1-3269,0 3-33,2 3-34,0 2-67,2 3-39,1 1 145,-4 3-291,3 4-112,-2 3-112,3 3-168,1 3-235,2 1-297,1 3-633,5 0-1826,3 0 3680,6 2 0,-5-9 0,1-1 0</inkml:trace>
  <inkml:trace contextRef="#ctx0" brushRef="#br0" timeOffset="37488">26549 5756 24024,'25'-23'14,"0"0"0,13-7-8,-41 55-12,-3 5 6,-4 4-4103,0 2 4103,-2 2 0,0-2 1103,0-1-1103,1-1 11,0-5 6,3-3 0,0-5 954,1-4-943,2-5 394,1-5-293,2-3 3493,1-2-3510,13-17-56,-1 2 28,13-14-52,-2 6 41,6-3 5,4-2 1,5-1 10,3 0-2,-10 10 0,0 1-3,15-8-11,11-2-12,-21 14-960,-2 4 911,-3 3 10,-2 3-22,-1 4 0,-2 3-34,0 5 6,-1 3-2933,-3 3 2883,-2 2-1497,-4 2 1385,-5 2 384,-3 1-608,-4 1-355,-6 2-363,-6 0-1236,-6 0-7266,-4-2 9634,0-4 0,10-10 0,2-4 0</inkml:trace>
  <inkml:trace contextRef="#ctx0" brushRef="#br0" timeOffset="53146">3232 9127 20756,'-11'-44'375,"1"0"0,0 4 0,1 8-67,5 22 784,-1 0-879,2 4 241,0 0-348,2 3 88,0 2-429,1 0 685,1 8-438,1 3-1,0 9-6,3 4-5,-1 5-33,0 5-51,-1 4-1144,-2 4 914,0 3-173,-3 2-196,-1 1-220,-2 0-284,-2-1-370,2-4-577,0-2-1149,2-6-302,1-3-123,1-5 3708,1-3 0,0-12 0,0-1 0</inkml:trace>
  <inkml:trace contextRef="#ctx0" brushRef="#br0" timeOffset="53458">3165 9396 9242,'-29'-56'1245,"1"-1"1,4 11-1,4 4 1382,1-5-2173,8 14-95,1 2-23,2 0 0,1 2-23,3 3-44,1 2-67,2 3-40,1 3 1420,2 3-1509,2 1 896,3 2-930,3 2 3175,4 2-3181,3 2-16,6 3-11,5 2-1,5 3 1,5 3 11,6 6-110,3 4 115,4 5-867,2 2 834,3 3-12,1 2-33,-18-6 0,0 2 3,-10-6 0,-1 1-554,7 5 0,-2 1 433,5 12 6,-12-2-2526,-8 2 2571,-12-1 39,-13 0 127,-10-1-60,-13 0-11,-8-1-571,-6 1 588,-4-3 0,-1-3-17,1-2-23,2-4-33,2-3-33,5-5 671,4-4-677,4-5-101,5-2-269,3-6-516,3-3-1063,4-7-2655,4-6 4727,2-7 0,6 12 0,1-2 0</inkml:trace>
  <inkml:trace contextRef="#ctx0" brushRef="#br0" timeOffset="53725">3901 9133 25769,'10'-24'0,"-1"6"11,-11 28-11,1 2 6,0 4-12,-2 2-61,2 3-79,-1 1-157,2 3-257,0 2-403,3 0-718,0 2-2396,5 0 4077,0 2 0,-4-14 0,0-2 0</inkml:trace>
  <inkml:trace contextRef="#ctx0" brushRef="#br0" timeOffset="53940">4028 8886 19036,'-4'-3'3540,"0"0"-4157,4 3 360,-25-22-247,22 19-3562,-17-14 3218,40 36 0,-16-15 0,7 6 0</inkml:trace>
  <inkml:trace contextRef="#ctx0" brushRef="#br0" timeOffset="54524">4298 9133 19154,'-4'-9'2822,"1"2"-2171,3 7 1208,0 0-1859,-32-14 11,21 17-4251,-24-8 4251,31 23-329,1 2 329,1 0-1906,1 2 1889,3-1 6,2-1-11,4 0 11,4-2 0,1-1 0,5-1-6,1-3 6,3-2 6,3-3-6,1-2 11,2-4-718,1 0 724,-1-5 17,0-3 10,-3-4-487,1-3 533,-4-1 1031,-2-2-970,-3-1 23,-4-1 5,-4 0 1756,-3 0-1672,-3-9-134,-4 8-17,-2-5 0,-3 11-17,-2 3-39,0 2 2623,-1 2-2651,2 3 1578,0 2-1600,1 1 688,0 3-716,-1 8 5,3 9 6,0 1-6,5 3 11,3-6-10,4-1 10,2 0-28,12 5 18,-4-6 10,19 8-643,-12-13 644,10 2-1,-8-7 12,2-3-67,1-1 72,0-2 6,0-3-3166,-2-4 3160,-1-3-994,-3-1 988,-2-1-208,-3-2 225,-3 1 39,-3-2-33,-4 1 2561,-2-2-2555,-3 0-6,-2 1 17,-2-1 16,-2 0-27,-2 0 1416,-2 2-1427,-8-4 1028,2 5-1040,-10-4-11,10 9-5,-4-1-18,7 5-38,2 2-35,2 1-55,2 0-101,1 2-902,5 6 107,4 0-555,5 6-1506,5-2-5933,1 0 8193,-1-3 0,-8-3 0,-3-3 0</inkml:trace>
  <inkml:trace contextRef="#ctx0" brushRef="#br0" timeOffset="55389">5655 9106 19484,'-2'-2'2627,"-1"0"-1411,3 2-662,-62-29-1999,33 20 1568,-11-7 0,0 1 107,7 13 123,-16 1-224,12 1-34,-10 3-132,5 6 76,12 2-4,-7 5-24,16-3-140,1 3 140,4 1-11,2 1 12,4 1-12,4 0 1196,2-2-1207,3-1 633,4-2-605,3-1 172,5-2-133,14 0-11,12-4 22,16-2-1425,-6-7 1392,-1-4 11,-17-3 5,-1-2 28,-5-1 12,-2-1 106,1-6-78,-9 3-12,-1-5 12,-8 6 78,-2-4-2113,-1 6 2018,-1-1-28,-1 8-29,-1 2-16,-2 2-28,1 1 12,-2 0-12,1 3-12,-4 1 3404,0 4-3403,-2 2-6,1 3 1,1 1-1,1 10 0,3-6 28,1 7-3403,4-7 3387,2 1 5,4-1-17,4 0 11,3-1-22,3-1 23,4-1-23,4-2 16,3-1 12,5-4-11,3-3-11,25-5 39,-13-4-20,-16 0 0,-1-1 3,12-9 0,-3-3-569,-1-3 580,-5-1 6,-1-2-6,-4-2 28,-4-2-22,-2-4 5,-5-2 17,-2-5-27,-4-3-4,-5 8 0,-2-1-13,2-21-500,-4 18 1,-1 0 527,-1-16-1,-2-1-419,-4 4 425,-3 4 12,-4 5 10,-3 8 6,-1 7-22,-2 5-1,-1 8 2345,-1 5-2361,0 4 611,0 3-611,-7 10 1529,7 2-1540,-2 10-12,10 3 809,2 4-826,2 6 29,2 5-752,3 5 746,2 5-1026,0 3 1015,3 4-1297,1 1 1291,1 2 6,3-1-17,0 0 5,2-1 18,4-1-12,4-2-415,5-3 415,5-3-28,5-5 21,4-4 13,1-7-34,0-3 6,-1-7-23,-1-4 398,-3-7-369,-2-5 21,-2-5 1321,-2-5-1320,-1-5 22,-2-6 91,-1-4-74,-1-4-11,-1-3 5,-2-3-11,-1-3 1,-2-2 16,0 0 5,-2 1-5,-1 0 28,-2 4 646,-2 3-634,-2 3 565,-2 4-566,-2 4 22,-1 3 1,-1 4 11,0 2 493,0 3-571,0 2 50,0 2-84,0 12 16,0-1-21,-1 13-7,1-4-10,0 4-12,0 2-28,0 1-457,0 1 300,1 1-128,1-2-174,2 0-1178,6 8 377,-1-12-997,3 4-3024,-2-14 5354,0-2 0,-4-6 0,-1-1 0</inkml:trace>
  <inkml:trace contextRef="#ctx0" brushRef="#br0" timeOffset="55722">6830 8748 19423,'-6'-6'2840,"1"2"-2303,5 4 454,0 0-968,-61-29-1689,43 25 1671,-16-11 1,4 7 398,24 18-398,2 5 16,1 1-22,2 2 17,0 1-6,1-1 1273,3 1-1272,1-1-7,3-2 12,2 0 5,0-3 6,0-2 23,-1-1 22,0-4 22,1-1 22,0-3 1,0-1 16,2-1-16,0-3 0,2-1-18,0-4 7,-1-1 16,0-3 6,-1 0 6,-2-2-23,-3 0-17,-2-1-11,-1 0 0,-2 1 6,-1 2-29,-2 1-10,-2 2-35,-3 1-32,-2 2-35,-1 2-66,-2 2-124,0 1-258,0 5-509,-1 2-1199,2 4-3736,0 2 5943,2 1 0,4-5 0,1-1 0</inkml:trace>
  <inkml:trace contextRef="#ctx0" brushRef="#br0" timeOffset="56121">2544 10449 13063,'-53'9'91,"0"1"1,0 0 0,4-1 0,1 0 0,4-1 12,1 0 0,4 0 10,6-2 1,1 0 132,-14 3 61,12-2-23,11-1 1496,10-2-1411,7-3 607,12 0-450,11-2 50,18-3-62,17-3-1361,-15 1 0,2-1 1017,9-1 0,2-1-54,10-2 1,4 0-68,-17 2 1,2 0-1,1 0-620,6-1 1,1 0 0,1 0 587,-12 2 1,2-1-1,-1 1 1,2 0-427,2 0 1,1-1 0,1 1 0,0-1 418,1 1 0,2-1 0,-1 1 0,2-1-288,1 1 1,1 0-1,0 1 1,0-1 276,2 0 0,0 1 0,1-1 0,-1 1-45,-11 2 0,1-1 0,0 1 0,-1 0 0,1 0 41,1 0 1,0 0-1,-1 0 1,1 1 0,0-1-2,1 1 1,0 0-1,-1 0 1,1 0-1,0 0-2,0 1 0,1-1 1,-1 1-1,0 0 1,1 0-8,-1 0 0,1 0 1,-1 1-1,1 0 1,0 0-3,-1 0 0,0 0 1,1 1-1,-1 0 1,1-1-8,-1 2 1,-1-1-1,1 0 1,0 1 0,0-1-5,-2 1 0,1-1 0,0 1 0,-1 0 0,1 0-17,10 0 1,1 1 0,-1-1 0,-1 1-6,-2-1 0,0 1 0,0-1 0,-1 1 5,-3 0 1,0 0-1,0 0 1,-2 1 8,-2-1 0,0-1 0,-2 1 0,0 0 111,13 0 1,-2 0 0,-1 0-105,-4 0 0,-2-1 0,0 1-16,-5-1 0,-1 0 1,-1 0-114,16 0 0,-2 0-173,-7-1 0,-2 0-337,-6 0 0,-2 0-952,-5-1 1,-2 0-5735,21 0 7353,-16 0 0,-20 2 0,-11-1 0</inkml:trace>
  <inkml:trace contextRef="#ctx0" brushRef="#br0" timeOffset="56778">7931 8699 20470,'1'-6'2033,"0"2"-778,-1 4-1317,-7-20 23,0 20 39,-7-12-6,1 27-10,-2 3-12,-1 2-17,2 0 6,1 0-17,4 0 0,2-4 0,3-1 5,2-1 6,0-3 29,4-1 4,0-2 18,1-2 16,1-1 40,-1-3 44,0-1 62,-1-1 320,-1 0 122,0 0-341,0 0-73,1-2-73,0-1-61,1-2-18,0-2 2,1 0-7,0-1 6,0 0 0,0 0 22,-1 0-11,-1 1 5,0 0-10,-1 2-1,-1 1 6,0 1-997,0 2 526,-1 5-212,1 2-510,-2 7-1047,4 2-2891,1 2 5075,3 5 0,-2-9 0,0-2 0</inkml:trace>
  <inkml:trace contextRef="#ctx0" brushRef="#br0" timeOffset="57051">7938 9181 17070,'-3'3'1372,"1"0"622,2-3-1842,-6 52 32,8-38 7,-3 38 16,8-50 28,-1-1 39,-1 0 90,-2 0 57,-1-1 2133,0 1-2336,-2-5-100,1 0-17,-2-5 6,-1-1-23,-2-1-12,1-1-21,-2 0-23,0 0-45,0 1-101,-1 3-308,1 0-873,-1 3-4308,1 2-4055,-1 1 9662,1 1 0,2 1 0,1 0 0</inkml:trace>
  <inkml:trace contextRef="#ctx0" brushRef="#br0" timeOffset="91019">7574 10879 16852,'-53'9'411,"0"0"1,0 1 0,-1-1 0,-10 2-1,2-1 1,11-1-1143,-1 1 899,10-3-11,9-1 743,9-1-810,7-2 84,8-2-342,5 1 456,7-2-327,5 0 1121,7-2-892,32-4-151,-1-1-504,-10 2 1,3-1 467,14-2 0,1 0-6,-11 2 0,2 0-838,7-1 0,6 1 1,-5 0 781,-2 1 0,-3 0 3,-5 2 0,1 0 0,-3 0-70,2 0 0,-3 1-1186,-1 0 0,0 1 1094,-3 0 0,0 0-416,6 0 1,1 1-355,-6 2 1,-2 1 449,-1-2 1,-3 1-662,11 6 196,-26-2 852,-7 2-33,-6 1 2134,-9 1-1508,-8 3 3258,-9 3-3213,-9 3-11,-7 3-51,6-5 0,-4 2 143,-14 8 0,0 0-1581,9-6 1,0 1 1135,-5 4 0,3-3 12,9-2-934,8-3 699,8-4-57,8-2 67,7-5 264,13-2 22,4-3-45,14-5-2025,5-4 1908,9-7-40,7-5 1150,7-3-1189,-10 4 0,1-2 14,-9 5 0,0-1 90,11-5 1,2-1-35,-1 0 0,-2 0-973,-12 5 1,0 0 1014,8-4 0,-2 0 213,5-5 2165,-9 1-1084,-7-9 21,-20-1-1085,-9 0 490,-20 3-361,-23-3-140,4 9-149,11 9 0,0 1 154,-15-4 1273,0 3-1301,1 3-5,3 4 1,4 2-85,6 4-12,4 1-279,11 2-12,3 0 28,8 1 28,2 1 40,2 2 2187,8 8-2148,12 9 5,15 13-20,-11-12 1,-1 0-1434,21 16 1363,-17-10 1,-1 0-113,1 8-341,-8-3 0,-4 3-855,-8-4 1,-5 2 1386,-2 14 0,-3 0 0,-1 5 0,-8-3 0</inkml:trace>
  <inkml:trace contextRef="#ctx0" brushRef="#br0" timeOffset="99428">9435 10916 20879,'3'-43'692,"0"0"0,0 4 0,-1 6-290,0 10 24,0 6-283,-2 3 519,1 3-496,-1 5 83,0 1-362,0 3-358,0 1 230,0 6 319,1 1-105,2 7-15,3 4-12,2 2-20,0 5 8,1 3 3,-2 2 3,0 2 15,-2 2-3345,-1 0 3423,-2 0-848,-1-2 892,-1-3 0,0 5-5,-1-13 7,0 2 24,0-14 3008,0-4-2884,1-2 1992,0-1-1998,0-7-98,1-1-220,0-7-10,2-3-5,0-5-23,2-4 3,1-4 33,2-3 1,1-1-1,2-3 134,3 0-17,0 0 5,3 3 0,1 3-4,1 3-12,0 4 0,-1 4-22,0 4-5,0 5 5,-1 2-12,-1 4-1,0 1 0,1 3 4,1 1-6,3 3 0,1 3-3388,1 3 3392,2 2 0,9 11 0,-9-4 6,6 9-6,-13-7 0,-4 0 7,-1 0 5,-2-2 7,-2-1-6,-3-3 6,0-2 6,-2-2 28,-2-5 3432,1 0-3358,-2-5 50,1 0-16,-1-2-6,3-3-39,1-4-40,4-5 12,2-3 11,11-16-23,-4 6-11,7-9 12,-8 12 16,0 2-6,0 1-16,-2 3-6,0 2-5,-3 4-17,1 1-23,-2 2-11,5 0 1,-2 4 4,4 0-10,-2 5 5,2-1 6,0 3-6,3 3-3414,0 3 3364,2 2-632,1 3 559,0 1-332,13 11-183,5 3 229,0 2-95,-3-2-786,-9-9 657,1-1-84,3-3-84,1-1-156,3-3-59,3-2-1566,20-5-322,-14-2 2149,16-5 357,-21-4 646,-1-3-158,-2-5 196,-3-1 252,-5-2 2337,-4-1-1838,-6-1 78,-6 0-23,-5-1-150,-5 1 1030,-3-10-795,-8-2-650,1 1-40,-6 4-33,2 11-73,-1 3-84,-2 1-84,1 4-78,-2 2-57,0 3-33,-2 2-11,0 4 3271,-2 1-3282,0 5-23,-1 2-5,2 3-6,2 0 0,2 1-11,2 3-1,2 0 1,2 1-6,3 0-5,1-1-23,2 0-28,0 0-5,3-2 301,3 0-290,2-3 17,2-1-29,8 0 90,-4-6 34,7-1 39,-6-4 23,2-4 184,6-8-90,-5-2 259,8-17 10,-9 0-240,0-2 0,-5-1-6,-4 10 5,-1 0-2937,2-11 2960,-4 15-1579,1-5 1478,-5 19-44,-1 2-365,0 2 186,0 6 16,3 6 89,2 4-10,4 5 5,3-2 1383,6 2-1405,3-1-1,7 0-139,3-1-17,4-1-2374,5-1 1757,1 0-526,4-1-4096,1-3 5418,6-1 0,-25-6 0,-1 0 0</inkml:trace>
  <inkml:trace contextRef="#ctx0" brushRef="#br0" timeOffset="100263">11901 10537 18834,'-3'-7'3661,"1"1"-2687,2 6 796,0 0-1006,-18-60-434,13 41-206,-5-15 0,2 4 47,7 23 69,-1 3-218,2 2-434,-1 2 73,1 5 91,6 11 169,1 2-2,7 8-24,1-3-39,3 1 11,2 1-8,3 0-287,15 9-2289,-7-9 2387,12 7-2623,-13-14 2620,0-3-1267,-1-3 1325,-3-3-74,-2-4 272,-3-2 1267,-1-4-1057,-4-3 2649,3-11-2311,-4-11 85,0-17-212,-6 4 2392,-5-4-2413,-2 11-16,-1 0-319,0 1 255,0 2-3221,-1 4 3208,0 3-290,0 5 269,-2 4-159,2 4 69,-2 4 305,0 2-562,1 2 3086,0 1-3179,0 3 491,1 2-408,-1 8 84,1 8 1,0 8 42,0 10-411,0 6 432,0-8 1,0 2-18,0 22 8,-1-18 1,0 0-20,-1-10 0,0-1-764,0 3 0,-1 1 598,0 2 1,1 0-143,-1 2 0,2 1-221,-1 1 0,1 1-160,1-1 0,2 0-490,2-1 0,1-1-1255,2-3 0,3-2 2462,4 2 0,0-4 0,2 3 0,2-6 0</inkml:trace>
  <inkml:trace contextRef="#ctx0" brushRef="#br0" timeOffset="100712">12743 10403 17580,'-4'-3'3483,"0"0"741,4 3-4236,-22-42-5726,16 32 5631,-16-31 1432,22 44-1381,0 2 50,0 5 23,3 5 0,1 6 0,3 5 854,1 3-860,2 3 0,6 12-22,-3-10 0,12 17 5,-9-24 0,5 5-5,-4-14 6,1-3-12,1-2 22,1-4 7,1-5 4,0-1 18,0-4 11,1-4 11,-1-5 3498,9-12-3436,-8 2 17,4-8 5,-12 6-6,-3-2-11,-3-1-16,-2-3-12,-3 0 17,-1 0 11,-2 2 0,-1 1 62,-3-4-123,0 9-17,-3-1-1,3 11-10,0 2-45,1 4-28,2 1-1468,0 2 874,2 8-297,3 0-459,2 9-1086,6-1-2768,0 3 4395,6 3 0,-9-9 0,0-1 0</inkml:trace>
  <inkml:trace contextRef="#ctx0" brushRef="#br0" timeOffset="101053">13405 10316 21663,'-2'-5'2487,"1"2"-1742,1 3-757,12 5 12,2 8-11,21 23-6,-3 16-1189,-14-18 1,-1 1 1121,5 19 22,-10-6 514,-10-9-458,-4-13 40,-2 3 39,-4-15 50,0-5 56,0-2 6,0-4 135,-6-5-180,5-4 1769,-4-6-1791,4-4-12,0-3 17,2-5-11,1-3 146,3-16-157,1 9 16,6-11-326,1 15 293,6 2-3323,1 1 3273,4 2-23,2 3-11,4 2 0,2 3-6,4 2-67,19-1-235,8 7-2328,1 0 1829,-1 7-716,-17 4-3397,-1 2 4920,3 5 0,-26-6 0,-4-1 0</inkml:trace>
  <inkml:trace contextRef="#ctx0" brushRef="#br0" timeOffset="101810">14664 9811 16313,'2'-44'721,"0"-1"0,0 5 0,-1 9 1844,-1 18-2402,-1 7 1148,-1 4-1311,-2 4 0,0 6 17,-4 7 16,-3 11-5,-3 10-1699,-3 11 1699,-1 11-20,9-25 1,1 2-1,-1 4 1,1 0-1,1 3 0,0 1 0,1 2 1,1 1-12,1 0 1,0 0-7,2 1 1,0-1-4,2-1 1,1 0-20,3-2 1,2-1-40,2-3 0,2-1-54,4-2 1,3-1-99,2-2 1,3-2-160,4-1 1,3-2-284,4-1 0,3-1-888,3-2 1,3-2 1551,11 2 0,-3-4 0,5 3 0,1-5 0</inkml:trace>
  <inkml:trace contextRef="#ctx0" brushRef="#br0" timeOffset="104414">15606 10373 17540,'18'-49'776,"0"1"1,-2 3 0,-2 7-261,-6 9-52,-1 2-60,-2 2 918,-1 3-969,-1 4-6,-2 3-33,0 5 260,0 2-434,-1 4-112,-1 3-59,0 0-58,-1 3 564,0 3-480,-2 5 38,0 5-21,-1 5-1,0 5-6,0 2 1,1 3-12,1 1 1,2 0-6,2-1-1,3 0 1,2-3 6,5-2 5,2-2 5,3-3-5,2-1 11,1-4-5,3-3 5,2-4 62,15-3-23,-8-8 18,11-4 4,-12-5-939,-2-4 973,-2-3 0,-2-1 186,4-12-140,-10 7-7,1-7-22,-11 8-240,-4 2 229,-1 1-5,-2 2-6,-1 3 5,0 3-28,0 3 890,-1 2-968,0 5 163,-1 1-376,0 5 134,-1 1 51,0 6 23,-1 2 5,1 4-28,1 10 5,2-6 12,4 7 0,3-10 0,5 0-6,13 3 0,-1-5 12,10 1-7,-6-7-21,14-2 22,-9-4 16,10 0 12,-15-6 61,7-7-16,-9 0 28,4-7 5,-13 2-3280,1-10 3280,-6 5-495,-1-19 462,-7 14 0,-3-7-12,-2 9-337,-3 1 343,-2 2-37,-2 0 9,-1 3-22,0 2-1,-2 2-16,2 2-11,-1 2 2919,2 2-2992,1 3-68,3 0 113,0 3-1479,3 4 897,-1 2-1166,5 5-1109,2 2-1966,5 3-3153,1 0 7184,0-1 0,-5-7 0,-2-3 0</inkml:trace>
  <inkml:trace contextRef="#ctx0" brushRef="#br0" timeOffset="104756">17042 10044 21192,'0'-4'2487,"0"1"-835,0 3-1652,-55 7-11,34 5 5,-12-4 1,3 3-6,15 13-582,4 0 565,3 0 6,4-2-6,4-1 5,5-1-10,4-2 27,5-3 193,6-2-148,17-1-28,-4-6-5,13-1 16,-10-5-702,-1-3 764,-1-3 40,-5-4 33,-3-1-222,-5-2 278,-5-1 465,0-7-471,-7 4-45,-2-6-2945,-7-2 2839,-5 7 6,-4-6 174,-5 8-197,-2 1 12,-4 0-29,-1 2 184,-12-4-223,8 7-5,-6-3-28,14 8-51,3 1-95,5 2-174,3 1 2950,3 0-4658,1 1 692,2 3-1963,1 1 3349,2 5 0,-1-4 0,1 1 0</inkml:trace>
  <inkml:trace contextRef="#ctx0" brushRef="#br0" timeOffset="105114">17505 9982 21472,'0'-8'2549,"0"2"-1821,0 6 689,0 0-1473,-10-50 34,11 38 33,-3-35 0,16 50-11,6 5-5,5 3 10,3 2-5,4 4 0,-1 1-5,0 2-74,6 12 40,-13-8-6,3 8 17,-15-11-22,-5 0 5,-3-2 6,-2 5 84,-3-11 61,-1 1 51,0-12 0,0-2 11,-1 0-28,0-3 95,-6-8-117,2-1-6,-4-8-12,5 2-27,1-2-11,1-1-23,3-2-22,-1 0-12,4 0-21,2 2-29,4 1-196,10-4-22,-1 8-140,10-1-3605,-2 8 3161,4 3-2338,5 0 1006,2 2-7652,13-1 8785,-17 2 0,-1 1 1,-22 1-1</inkml:trace>
  <inkml:trace contextRef="#ctx0" brushRef="#br0" timeOffset="105339">18413 9625 23441,'-15'-24'0,"5"22"34,13 46-40,3 5-5,0-10-51,-2 1-67,1 3-123,-2 3-184,1 1-427,-3 4-725,0-12 0,-1 2-3328,0 1 1,0 0 3387,0-2 1,0-3 0,0 14 0,0-37 0</inkml:trace>
  <inkml:trace contextRef="#ctx0" brushRef="#br0" timeOffset="105640">18699 9751 22649,'-2'-3'1529,"0"1"-6691,2 2 5190,-43 17-1094,21-6 1099,-35 16 1044,24-3-1061,8-6-4,-3 3 16,13-9-6,3 0 0,4-2 2244,2 0-2261,2 0 3369,2 0-3352,2 1-5,2 1 151,10 7-129,3-2-430,10 3 414,2-6-23,7-1-23,6 0-10,6-2-3299,7-1 3147,4-2-156,4-2-622,2-3 338,-31-2 1,1-1-858,0 0 1,0-1-8350,25 0 9478,-8-1 0,-26 1 0,-9-1 0</inkml:trace>
  <inkml:trace contextRef="#ctx0" brushRef="#br0" timeOffset="106190">19175 9487 24452,'-38'-17'244,"0"0"1,2 1 0,12 5-217,23 11-56,1 0 28,6 0 11,2 4 62,22 11-3426,-4 2 3387,18 13-9,-14-8 1,0 2-452,-5-3 0,0 1 429,10 8 0,0 2-12,-9-5 1,-2 0-12,0 2 0,-1 2-17,-1 2 1,-1 2-40,-3 2 1,-2 1-576,-2 2 1,-3 2 325,-4 1 0,-2 0-297,-2 3 1,-3 0-836,-5 0 1,-3 1 1456,-6 9 0,1-6 0,5-15 0,-1-8 0</inkml:trace>
  <inkml:trace contextRef="#ctx0" brushRef="#br0" timeOffset="119461">19214 7651 14666,'27'-41'1482,"-1"-1"1,1 1-1,8-14 1,-5 8-1045,-3 8 245,-10 16-172,-12 13-300,-2 6-358,-2 2 158,-5 8-34,-2 3 293,-18 24-250,1-1-297,4-8 0,-2 2 283,-9 8 0,-2 3-623,-7 6 1,-2 1 584,0 0 0,0 1-3,-1 0 0,2-2 18,12-13 0,2-2 11,1 0 1,1-1-85,-5 7 1,0-1-2915,-10 14 2850,17-19 0,0-1-1274,-10 17-2403,5-5-163,2-3 3767,7-8 1,12-20-1,1-1 1</inkml:trace>
  <inkml:trace contextRef="#ctx0" brushRef="#br0" timeOffset="119678">18496 7962 6744,'-11'-43'1049,"0"0"0,1 4 1,2 7 1526,3 15-2010,1 3-62,1 2-67,1 3 1436,0 1-1509,2 2 1067,0-1-1112,0 1 2974,0 2-3175,0 1 407,0 3-620,-1 5-73,1 0-208,0 8-547,0-1-1038,1 2-2223,3 2 3336,5 3 0,-6-13 0,-1-1 0</inkml:trace>
  <inkml:trace contextRef="#ctx0" brushRef="#br0" timeOffset="120219">19488 7699 7030,'2'-9'3848,"0"2"-1272,-2 7 3837,0 0-5780,31-62-353,-22 46 57,9-18 0,-4 6-113,-12 26-34,0 0 415,-2 2-616,-2 5 808,-9 12-623,-14 22-107,-2 1-1576,8-14 1,0 1 1547,-14 17-6,-2 4-259,9-13 0,1 2 240,5-10 0,0 1-6,-4 7 1,1 0 5,1-4 0,1 1 5,1-2 1,-1 2 5,-5 4 1,0 0 13,-11 15 0,4-11 51,3-10-40,9-11-16,-5 4-12,12-12 1,2-3-23,4-2 2855,3-3-2872,3-2 519,1 0-664,1-4-112,1-1-975,4-8-510,1 3-2929,3-5 3840,1 2 0,-4 5 0,0 0 0</inkml:trace>
  <inkml:trace contextRef="#ctx0" brushRef="#br0" timeOffset="120750">18411 8055 3794,'-8'-9'3417,"2"2"-737,6 7 2137,0 0-3177,4-63-1220,-3 42-227,1-14 0,0 2 1089,-1 21-968,-1 2 2637,2-4-2481,-1 0 878,1 1-1180,-1 3 351,1 2-385,-1 1-5,0 0-23,1 1-22,0 0-16,1 1 27,0-1-73,-1 2-5,1 0-23,-2 3-134,0 1 40,0 5 88,0 1 29,2 8-6,0 2 6,2 4 0,-2 4-258,1 3 263,-1 3-5,-1 2-11,1 2 11,-1-1-12,2 2 1,0 0 5,2-1-5,1 0-1,2-1 6,2-1 12,1-2 10,4-2 1,0-3 0,3-2-18,1-2 7,2-1 16,2-2 6,3-1 28,17 3-29,-5-6-21,15 1-1316,-9-8 1287,4-3-72,6-2-2961,5-4 2826,-27 1 0,0-1-235,2-1 0,0-1-727,2-1 0,0 0-959,1-1 0,1 0 2134,6-2 0,-2 1 0,4 0 0,-3-1 0</inkml:trace>
  <inkml:trace contextRef="#ctx0" brushRef="#br0" timeOffset="125921">18860 8053 7397,'9'-4'4733,"-2"0"-3210,-7 4 5848,0 0-6968,0-20-100,0 14-62,0-14-45,0 20 196,0 0-420,-4 3 23,1 1 55,-5 5 6,1-1 17,-3 3-6,-2 2 17,-1 1-3397,-1 2 3391,-2 1-152,-8 10 113,5-5 0,-6 8 1,8-10 10,2 1 45,-3 6-84,6-7 6,-1 3 6,4-6-7,5-6 12,-1-1 3281,3-6-3259,1-1 354,0-2-342,0 0 268,1 0-3047,-1 0 2717,4-6 0,-2 4 0,3-5 0</inkml:trace>
  <inkml:trace contextRef="#ctx0" brushRef="#br0" timeOffset="126797">19346 7923 21898,'2'-8'437,"0"2"-381,-2 6-173,0 0 100,-2 4 34,0 0 16,-3 5 7,-1 0-1,0 2 11,-4 3 29,0 1 10,-2 1 6,0 0 6,-2 1-243,1 0 220,-1 1-35,0-1 25,1 1 16,0 0 72,-5 5-32,1 1-52,1-1 18,2-4 11,7-7-23,-2-2 6,3 1 17,-2-2 236,2 0-219,-1-1 69,-1 1-136,3-3-6,-1 0-1,2-2-4,1-1-1,-1 0-11,1 0 0,0 0 5,1 0-5,-1 0-5,0 0-1,1 0 1,-1-1-1,0 0-5,1 1 0,-1 0-6,1 0 0,-1 0 0,-1 0-5,1 0-1,-1 1 1,1 0 16,-1-1-10,1 1 10,-1 0 0,1 0-16,-2 1 11,1-1-6,-2 0 17,1 1-28,0-1 11,-1 0 6,1-1-23,0 1 23,1-2-11,-1 1-1,2 0 1,-1-1-6,2 0-6,0 0-5,0-1 22,0 1-11,-1 0 12,0 0-12,1 1-6,-1-1 17,-1 1 6,1 0-23,0 0 23,0-1-11,1 1 5,-2-1 17,2 0-22,0 1-6,0-2 11,1 0-1152,0 0 0,0-1 0</inkml:trace>
  <inkml:trace contextRef="#ctx0" brushRef="#br0" timeOffset="134801">20920 9639 11354,'-55'-6'659,"-1"1"0,3 1 0,5 2 423,1 4-891,6 2-379,17 1 272,4 0 880,3 0-947,3 2 1751,1 2-1762,5 1 1325,1 3-1292,5-1-6,6-1 23,2-2 3265,4-1-3254,4-1-2974,2 2 2958,3 0 22,11 5-51,-6-2-207,7 6 207,-12-6 1,-2 1-7,2 5-10,-7-4-6,0 4 3309,-6 1-3270,-4 1-3297,-4 2 3302,-4-2 162,-13 1-161,2-4 0,-9 5-23,3-6 1,-2-1-2241,-1 1 2241,0 0 2228,-8 5-2246,6-3-10,3-2 90,11-6-107,11-8 5,1 0 40,2-2 16,5 1 0,1 0-11,6 1-6,1 0 3382,13 1-3399,3 3 1,7 3-6,-9 0 0,-6 1 0,-8 3 5,-7 3 7,0 3-1,-8 1 45,-11 8-39,-3-4 5,-8 10 0,2-7-10,-2 0-7,-8 11-16,7-10 5,-2 5-5,11-9-39,7-1 22,4-3-62,9-5-117,5-6-387,6-2-1294,6-1 1888,8-2 0,-12-2 0,0 0 0</inkml:trace>
  <inkml:trace contextRef="#ctx0" brushRef="#br0" timeOffset="135894">11161 15511 14023,'4'-11'3221,"0"2"-2342,-4 9 858,0 0-5787,46-59 4251,-26 38-106,8-14 1,1 3 903,-10 19-825,1 1-40,0 2-5,1 1-34,-2 2-17,-1 0-27,-1 2-12,-3 2-11,-3 1 67,-2 3 12,-4 2 49,-2 2 3390,-6 4-3378,-4 3-3394,-8 4 3310,-6 4-1926,-8 3 1892,-5 3-1663,-4 3 1641,-3 0 0,-1 3-11,1 0-1,1 0-4,5-2-421,4-2 409,5-3 11,5-3-5,4-3 709,6-2-709,2-3 1479,5-1-1485,2-3 714,1 2-719,8-2 2890,-1-1-2868,8-2 11,-1-4-6,5-1 1008,15-2-997,9 0-21,1 0 549,1 0-561,-15 0 0,-1 0 11,-3 1-17,-3 2 1,-4 1-6,-2 3-6,-2 1 17,-3 2-28,3 6 11,-5-2 0,0 5-3397,-5-4 3403,-2 2-10,-2 1 21,-2 2 17,-3 1 0,-4 0-2262,-4 0 2267,-2 0 0,-11 7 22,5-7-10,-5 4 2283,1-2-2294,9-8 10,-4 4-16,10-10 0,2-2 3,4-3-9,1-2 3425,2-2-3391,12-6-45,-1 0 0,12-6 47,9-1-80,7 0 5,1 2 17,-1 3-40,-4 6 12,-11 2-23,3 1 1,-13 1-23,-4 7 73,-4-1 39,-10 12-28,-5-4-6,-10 7-89,-18 7-28,5-5-1169,-16 8 933,10-9-224,-2-1-908,11-6 0,-1-1-2564,-16 9-4341,-9 4 8248,24-14 1,16-8 0,7-2 0</inkml:trace>
  <inkml:trace contextRef="#ctx0" brushRef="#br0" timeOffset="137819">12060 14303 14400,'5'-47'1493,"-1"0"1,0 3 0,0 7-553,0 7-792,-2 3 489,1 5 275,-2 2-101,1 2-356,-2 7-282,0 1 55,0 8-246,0 1 487,0 9-442,0 1-6,0 9 1,0 2-1,-1 17 6,-6 11-428,-1 2 400,-5 2-689,2-14 689,-1-1 5,0-2-5,0-2 0,1-5 6,3-4 16,0-4 34,4-9 219,1-2 399,3-9-607,3-9 707,0 0-696,3-9-16,0 0 5,3-1-6,-1-4-16,1 0 6,1-3-309,1-1 291,0-2-30,2 0 48,8-11-23,-4 11-6,5-6-5,-6 15-6,0 3 0,0 3 12,-1 2-12,0 3 0,1 2-11,-2 2 297,2 2-297,-1 2 20,0 0-15,6 6 1,3 5-1,0 3-16,-1 6 11,-7-3 6,-1 2-12,0 2 12,-3 0-6,1 2 0,-2-1-6,-1-1 1,-1 0-1,1 2 6,-5-8 17,1 0-17,-3-8 5,-1-2 7,0-2-18,-1-1 157,1-1-66,0-1-7,1-2-33,1-4-17,2-3-6,3-4-16,1-3 16,3-2-10,2-1 32,12-8-38,-3 6-414,7-5 425,-8 12-28,-1 2 17,-1 2-1,-2 3-5,-3 3-5,-2 3-1,-3 1-11,0 2 0,-2 3-11,0 3-16,0 2 378,0 2-462,1 2-86,1 1-643,6 9 191,-5-6-180,6 6-235,-6-7-291,1-1-415,1-1-526,0-3-2672,13 1 2935,-4-7-336,26 1 1776,-14-9 324,13-1 583,4-10-585,-12 2 1234,9-6 399,-18 4 296,-3 0 146,-3-3-73,-4 2-135,-3-2 947,2-8-711,-5-1-1115,-3 0-106,-6 4-102,-4 7-82,-2 3-85,-3 1 769,-2 1-887,-3 2-56,-1 1-50,-2 1-17,-1 3-11,-2 1 11,-3 1-11,0 3-6,-3 2 0,1 3-17,-2 3 40,-8 7-56,7-2-29,-4 7 1,9-6-1,4 2-10,2-1 22,4 0-23,2-1 0,3-1 1,1 0-1,4-2 6,1-1-11,4-1 5,3-3 12,3-2-12,1-3 12,3-1 11,2-4-23,0-2 34,2-5 17,0-4 17,1-3 27,-1-2 23,-1-2-252,-2-2 313,-2-1 40,-3 0 207,1-8-229,-5 8-12,0-6-22,-6 12-11,-1 3-1,-2 1-16,0 4-11,0 0-1,-1 4-16,0 1-39,0 1-40,-1 3 259,0 4-259,1 2-22,-1 6-6,2 0-10,1 3 4,2 1-38,2 2-23,1 2-61,2 1-57,1 1-66,2 0-68,2 0-96,1-2-357,13 3 459,-5-7 134,10 0 45,-8-12 17,2-2 67,1-6 28,1-3 28,2-6-6,1-3 6,1-3 6,3-2 5,-2-2-206,0 1 268,-4 0 190,2-4-11,-13 9 34,-3 0-6,-12 12-84,-3 1-73,-4 3-50,-1 0-17,-6 1 28,-2 2-16,-3 1-12,0 2-17,0-1 234,2 2-262,3-3-11,2 0-33,5 0 33,1-2 11,9 0 0,7-1 0,5-2 0,7-1-11,-4-4 17,4-2-237,-1-2 243,0-2 22,-2-2-6,-2-4 39,5-12-11,-7 4 17,2-8 40,-9 11 38,-2 1 17,-1 4 28,-2 1 248,0 3-242,-2 2-6,-1 3-5,-1 2-23,0 2-28,-1 1-33,-1 3-45,0 0-6,-1 2-56,1 7 0,1 3 1,-1 12-7,1 4-1512,-2 8 1513,-2 8-2901,-4 6 2889,-4 6-25,-2-10 1,-2 1-998,3-9 1,0 1 864,-5 14 1,-1 1-630,5-12 1,0-1 144,-1 4 1,1 1-1279,1 0 1,0 1 1924,-1 7 0,2-2 0,0 3 0,1-2 0</inkml:trace>
  <inkml:trace contextRef="#ctx0" brushRef="#br0" timeOffset="138442">14786 13833 23758,'-3'-38'288,"1"0"1,-3-23-239,5 61-33,1-1-6,2 1-11,1 2 11,3 2 23,12 11-12,-1 0-16,9 9-1,7 10-27,1 9-23,0 2-44,-7 1-18,-15-14 23,-4-1 17,-5 8 84,-5-12 11,-5 3 78,-9-13 113,-4-7-68,1-3 17,2-8 33,8-4-21,2-4 10,2-4-21,2-3-13,2-4-27,3-4 50,11-17-78,10-5-67,3 0-6,4 3-1892,-6 16 1870,2 2 5,13-4 0,-8 9-33,11-2-1274,1 10 1028,-11 7-220,9 0-1394,-7 10 67,-10 1-1456,2 7-2503,-13 1 5774,-3 5 0,-5-10 0,-3 2 0</inkml:trace>
  <inkml:trace contextRef="#ctx0" brushRef="#br0" timeOffset="139618">14481 13963 13362,'-2'-3'5562,"1"1"-1171,1 2-4385,-15-30 22,11 28 6,-12-21-1,14 37-5,-1 2-5,1 3 33,-2 11-40,2-6 7,0 9-6,2-10-1,2 0 1,2-3 22,4 0-16,1-3 16,2-2 34,1-2 56,1-4 95,0-2 84,0-3 44,-1-2-10,0-2-39,0-4-62,0-2-34,0-4-28,1-3-11,-1-2-5,1-1-1,-2-3-5,0-1-17,-2-1-28,-1-3 67,-1-12-123,-2 8-11,-1-10 0,-3 12-12,0 1 6,-1 0-11,0 3 0,0 2-11,0 4 0,-2 4 11,1 2-17,-1 4-28,1 3-22,0 1-336,0 2-45,0 6-431,1 2-959,3 9-4037,1 0 5847,4 6 0,-3-10 0,0 0 0</inkml:trace>
  <inkml:trace contextRef="#ctx0" brushRef="#br0" timeOffset="146192">15970 13448 20705,'0'-47'1017,"0"0"1,-1 5 0,1 5-352,-2 4-162,0 10-145,-1 6-96,0 6-100,1 5-57,0 4-123,0 6 29,-1 3 16,0 9-3398,-2 8 3426,-1 9-28,-3 8-2268,-3 10 2268,-2 6-526,6-25 1,0 0 505,-1 2 1,-1 0-594,1 2 1,0 0 584,1 0 0,0 0-6,1-1 1,2 0 505,1-1 1,1 0-518,1 28-34,10-5-83,7-7-152,14-6-386,3-17 0,4-4 33,-4-5 1,2-2 112,14 3 0,3-4-2065,-7-6 0,0-3 2576,11-1 0,-3-2 0,5 1 1,0-3-1</inkml:trace>
  <inkml:trace contextRef="#ctx0" brushRef="#br0" timeOffset="149211">16802 13699 21154,'-9'-40'142,"1"1"0,1 2 0,1 10 1196,4 23-1321,1 2 304,1 1-360,-2 5 56,-2 10-6,1 2 262,-3 21-267,1 0-12,0 2 202,2-1-196,3-13-12,3 1 12,6 8 0,3-11 12,13 11-7,-6-19 12,7-1 0,-6-10 5,0-2 12,0-3 5,0-3 17,-1-4 587,-2-3-368,10-21-3572,-10 11 3392,6-15 0,-15 17-109,0 0 137,-3 2 18,-1 3 4,-2 2-16,-1 5-17,-1 2 3279,0 3-3385,0 2 132,-4 5-166,0 7 6,-3 1 5,3 5-11,3-4 11,2 0 1,3 0 4,2 0-3391,6 1 3403,3-3 0,16 6 11,15-8 1,4 1-875,6-8 863,-10-6 11,-2-2-11,0-4-442,9-9 476,-16 1 2827,9-14-2794,-27 12 73,-1-15-233,-13 13 165,-3-6-4,-6 9-18,-2 0 1145,-6 1-1161,-2 0 479,-3 2-480,-1 1-33,-3 2 28,1 1-17,-1 3 1,1 1 4,2 1-27,4 2 194,4 2-239,2 1-39,4 0-51,2 1-224,2 0-342,5 6-414,3-1-678,7 5-1814,4-3 3618,9 0 0,-13-3 0,1-1 0</inkml:trace>
  <inkml:trace contextRef="#ctx0" brushRef="#br0" timeOffset="149577">18105 13469 18229,'0'-5'3714,"0"1"-2202,0 4-1383,-68 29-101,46-12-1031,-17 2 0,4 2 1014,28-1 480,3-1-463,2 1-17,4 0 17,2-2 0,3 1 39,11 3-11,-2-5 6,7 1 28,-5-9 66,0-2 12,-1-2 1639,-2-2-1521,-3-2 22,-1-1-5,-3-2-51,-1-2-40,-2-2-55,1-3 118,-2-8-152,-1 2-28,-1-7-5,-3 4-18,-2-3-16,-2-2-16,-3-1 10,-2 0-5,-1-1-12,1 3 40,0 0 22,-3-2-55,4 9-12,-1-1-17,5 9 0,2 3-22,0 1-40,2 3-285,0-1 17,1 6-1031,1 5 140,2 3-711,4 4-1927,3-3-5264,0-2 9112,0 0 0,-5-7 0,-2-1 0</inkml:trace>
  <inkml:trace contextRef="#ctx0" brushRef="#br0" timeOffset="149928">18308 13490 19484,'-3'-2'3675,"1"-1"-656,2 3-2986,-35-41-10,28 31-18,-24-30-10,39 41 5,5 4 0,4 4 0,4 4-328,4 4 323,4 3 16,1 3-11,2 3 6,-2 2 5,-4 1-28,-4 0 23,-5 0-1,-5 0-5,-3-2 11,-4-2 1,-2-5-99,-2-1 99,-1-6 4,0-2 119,0-5-40,0-2 17,-2-2 302,0-5-347,-2-2 73,-2-4-84,0-4-12,-2-2 7,0-3-1,2-4-16,-1-2 16,3-1 6,1 0-5,1 0-600,2 3 571,2 0-16,2 2-12,3 3 1,4 1-12,4 2-17,4 1-61,5 3-3293,4 2 3052,3 1-876,2 2 523,-1 1-286,0 2-430,-2 1-667,-2 0 2072,7 5 0,-20-3 0,5 2 0</inkml:trace>
  <inkml:trace contextRef="#ctx0" brushRef="#br0" timeOffset="150193">19074 13374 23300,'-9'-47'483,"1"1"1,0 3 0,1 6-115,1 8-44,-2 3-50,0 4-35,1 3-32,0 4 594,1 2-634,0 4 205,2 2-233,2 3 79,0 1-79,2 2-140,0 9 6,1 2-17,3 11 16,3 3-5,3 4 0,3 6-890,2 4 878,2 5-4,1 1-29,1 3-39,0 1-62,-1 0-145,-1 1-146,-3-2-246,0 0-4848,1 11 2344,-3-18 3187,3 10 0,-10-34 0,0-2 0</inkml:trace>
  <inkml:trace contextRef="#ctx0" brushRef="#br0" timeOffset="150475">19566 13336 24878,'-54'-16'136,"-1"-1"0,5 1 1,8 8-65,14 21 63,-10 10-62,11-3 67,-17 16-78,21-13 16,-6 8 68,6 0-79,7-7-5,-2 8-12,9-12-5,2-1 5,3-2-11,2-1 51,6 3-23,5-5 23,8 1 61,25-7-123,-1-4-304,-10-2 0,2-2 288,26-3-667,-26 0 1,0-1 634,2 0 1,0-1-46,1 0 1,0 0-65,-1-1 1,1 0-113,-2 1 0,0-2-177,-1 1 1,-1 0-1347,28-8-4123,-5 0 5887,2-4 0,-28 9 0,-2-1 0</inkml:trace>
  <inkml:trace contextRef="#ctx0" brushRef="#br0" timeOffset="150901">19934 12860 25178,'56'24'123,"-1"-1"0,-2 2 1,-6 2-847,-20 2 0,-4 2 759,3 1 1,-1 3-4,0 1 1,-2 3-18,-3 0 1,-1 3 0,-3 2-479,-4 5 1,-2 2 0,-2 0 153,0 1 0,-1 0 0,-4 0-1919,-5 2 0,-3 0 1,-4-3 2226,-4-5 0,-3-2 0,1-4 0,2-4 0,0-3 0,-1 1 0,0-1 0</inkml:trace>
  <inkml:trace contextRef="#ctx0" brushRef="#br0" timeOffset="159273">22020 7966 12505,'7'0'-1014,"-2"1"1070,-5-1 1994,0 0-1702,-6 30 44,3-14 56,-5 25 527,4-10-522,2-5-33,-1 8-61,2-7-35,0 0-273,0 2 173,0 1-39,0 1-28,1 2-12,-1 1-21,0 3 116,-2 20-133,1-11 17,-2 17-15,1-28 0,-1 0-1347,-3 22 1316,2-20 1,-1 2 114,-1 2 0,-1 1-6,1 3 1,-2 3-26,0 14 1,-1 0-82,3-11 0,0-2-11,1 1 0,0-2 3,3-12 0,0 0-1371,-1 1 1,1 1 1369,0 0 1,0 1-9,0 1 1,0 0-292,0 0 1,0 1 273,-1 0 1,1 0-12,0 1 1,0 0-260,0 0 1,0 3 263,0-3 0,0 4 0,1 1-166,-2 3 1,0 1-1,1 3 157,-1-3 1,1 3-1,-1 0 1,1-2-33,-1 5 1,-1-1 0,1 0 29,0 1 0,0 0 0,0-4-124,-1 8 1,1-2 138,-1 1 0,0 4-14,1-5 1,0 3 0,-1 1-208,2-14 1,-1 0-1,1 1 1,0 2 194,0-2 0,-1 2 0,1 1 0,0 0 0,0 0 5,1 0 1,-1 0 0,1 0 0,0-1-1,0-1-117,0 2 1,1-2 0,-1 0-1,1-1 115,0 15 1,0 0 0,0-5 124,1-15 1,0-3-1,0 0-127,1 0 1,-1 0 0,1 3 27,1 15 1,0 3 0,0 2-12,0-15 1,1 0 0,-1 1 0,0 2-114,0-3 0,0 3 1,1 1-1,-1 0 1,-1 0 97,1 0 0,0 0 1,0 1-1,0-2 1,-1-1-44,0 3 0,1-2 0,-1-2 0,0 1 37,0-1 1,-1 0 0,1-2 0,-1-2 157,1 1 0,-1-3 0,0 0-148,0 1 0,0-1 0,0 1-2,0-1 1,-1 1-1,1 0-4,-1-2 1,1 1 0,-1 2 8,-1-2 0,1 3 1,0 2-1,-1 1-7,0-1 1,0 1-1,0 2 1,0-1-1,1-1-15,-1 3 1,0-1-1,0 0 1,0 1 3,0 6 0,-1 1 0,1-1 1,0-7-18,0 10 0,0-6 14,-1 1 1,1-1 2,0 0 0,1-1-6,-1-2 1,1-1-9,0-2 1,0 3 188,1-7 1,-1 2 0,1 1-182,-1 0 1,1 0 0,-1 1-97,1-1 0,0 0 0,-1-2 89,0-2 0,1-2 1,-1-3-5,-1 3 0,1-2-188,-2-1 1,1-1 142,-1-1 1,-1 0-121,0-2 0,-1 0 231,-1-2 1,0 0-1240,0-1 0,-1 0 1179,-1 3 0,0-3 0,-1 4 0,0-3 0</inkml:trace>
  <inkml:trace contextRef="#ctx0" brushRef="#br0" timeOffset="184689">12240 12404 15151,'51'-14'352,"0"-1"0,0 1 0,1 0 0,-1-1 0,2 0 0,1 0 0,0 0 0,1 0 0,-1 0-684,4-1 1,0 1 0,1 0 0,0 0 0,0 0 1075,0 0 1,1 1-1,0-1 1,0 1-1,0 1-639,-2 1 0,1 0 1,0 0-1,-2 1 1,-2 1-110,1 0 0,-2 1 0,-1 0 0,-1 2-354,11-1 0,-2 1 1,-4 2 349,6 2 1,-7 1 0,6 0 0,-7 1-1</inkml:trace>
  <inkml:trace contextRef="#ctx0" brushRef="#br0" timeOffset="184925">11625 13064 14026,'-46'12'822,"1"-1"1,3-1 0,18-2 3140,33-6-4715,16-5 1152,16-2-253,13-6 69,-21 4 0,1-1-3,5-3 1,1 0 120,5-2 1,1 0-208,5-2 1,1-1-377,4-1 1,2-1 579,-17 6 0,0-1 0,1 1-177,3-2 0,0 1 0,0-1-31,3 0 0,-1 0 0,2 0-51,1 0 0,0-1 1,1 0-37,1 0 1,1 0-1,1 0-25,1 0 1,0 1 0,0-1-31,2 1 1,0-1 0,1 1-444,0 1 1,1 0 0,-1 0 376,2 0 1,-1 2 0,0-1-101,0 1 1,0 1-1,0 0-19,-2 0 1,0 1 0,3 1-596,-2 1 1,2 0 0,1 1 0,-5 0-347,-2 1 1,-2 0-1,0 0 1056,11 1 0,2-1 0,-12 2 0,2 1 1,-24 2-1</inkml:trace>
  <inkml:trace contextRef="#ctx0" brushRef="#br0" timeOffset="185316">12228 11359 18927,'40'16'-543,"0"-1"1,0 0-1,20 6 1,-3-8 1090,-15-15 1,0-4-20,5 0 1,2 1-278,4-1 1,1 0-234,4 0 1,0 0-42,4-1 1,1 1-4,-21 1 0,1 1 0,0 0-7,0 0 1,1-1-1,-1 0 240,1 0 0,-1 0 0,0 1-123,0-1 0,0-1 0,0 1-186,18-3 0,3 0 34,-6 1 1,2-1-1,-2 1-5,-14 2 1,-2 1-1,2-1-173,11-1 1,1 0 0,-3 1-771,-1 1 1,-1 2 989,4 0 1,-4 0-1,5 1 1,-6 0-1</inkml:trace>
  <inkml:trace contextRef="#ctx0" brushRef="#br0" timeOffset="185948">12367 13408 15637,'-9'-17'-2267,"10"2"2696,29 6 773,10-1-528,10-1-4313,9 1 3750,-25 5 1,0 0-57,4 1 0,0 0-58,3 0 1,3 0-175,2 0 0,4 0 0,0 0-23,-5 1 1,0-1 0,-2 1 0,16-2 0,-4 1 0,-22 1 0,1 1 0</inkml:trace>
  <inkml:trace contextRef="#ctx0" brushRef="#br0" timeOffset="188918">11906 15052 8898,'-13'9'1764,"11"-2"-1170,39-6 5,9-1-2458,10 0 2122,-23-2 0,1 0-14,4 1 0,0-2-17,5 0 1,1-1-872,2 0 0,2 0 815,3 0 1,1-1-23,2 1 0,0-1-14,2 0 0,1 0-9,2 0 1,-1-1-9,1 1 1,3-1-472,-5 0 1,5-1 0,-3 1 410,-12 0 0,-2 1 1,2-1-517,13-1 0,2-1 0,-3 1 513,-15 1 0,-3 0 0,0 0-244,1 0 1,0 0-1,0 0 243,1 0 1,-1 0 0,0-1-101,0 1 0,-1-1 0,1 1 119,21-3 1,-1-1 5,-1 1 0,-1-1 3,-2 1 0,2 0 34,-9 0 0,3 0 1,-3 0-38,6-1 0,-1 0-30,-10 2 0,2 0 0,-5 0 273,0 0 0,-4 0-265,-3 1 0,0 0 56,26-4-29,-10 2-27,-11 1 1173,-9 3-1179,-9 2 95,-9 0 1988,-6 2-1831,-4 1 2766,-4 0-2928,-7 0 1653,-5 3-1844,-31 8 28,0 2-702,-8 1 0,-4 1 716,15-5 1,-1-1-766,-17 5 0,-2-2 768,12-2 0,0-2-772,-3 1 1,0 0 774,-4-1 0,0 1-747,-1 0 1,-1-1 748,-3 1 1,-1-1-1,0 1 1,-2-1-3,21-2 1,-1-1 0,0 1-236,-1-1 0,1 0 0,-1 1 235,0-1 1,0 0 0,0 0 0,0 0 0,-1 0 0,1 1-1,1-1 1,-1 0 0,0-1-1,1 1 1,0 0 0,-1-1-1,2 1 1,0-1 0,0 1 1,-20 0 1,1 1 0,2-1 0,1 1-4,3-2 1,1 0 2,3 0 1,1-1 113,3 0 1,2 0-117,3-1 0,1 1-3,4-1 0,0 0 0,4 0 0,1 1 0,-25 0 0,8 0 0,8-1 11,9 0 0,8-1 1014,6 0-1338,7-1 1768,6 0-1667,3-2 2631,6 1-2413,4-2 1224,6-1-1242,8-1-4,6-1-7,8 0 12,10-1-1016,7-1 1030,-4 2 0,2 0-913,-8 1 1,1-1 911,-3 2 0,2-1 0,-1 0-876,11-1 1,-2 0 884,6 0 0,0 0-6,3 0 1,1-1 3,-18 3 1,0-1-1,0 1-554,0 0 0,1-1 0,0 1 552,1 0 1,-1-1 0,0 1-5,1 0 1,-1 0 0,1 0-4,-2 0 0,1 0 0,-1 0 7,-1 0 1,1 0-1,-2 1-1,20-3 0,-1 1 2,-4-1 0,0 1 9,-4-1 0,-1 1-3,-5-1 0,-1 0 3,-4 1 0,-1 0 110,-5-1 0,-2 1-82,23-4 17,-10 1-1,-11 2 1,-9 0 1153,-5 2-1142,-10 2 1582,-3 0-1722,-7 2 1896,-1-1-3129,0 6-1622,0 2 2922,-1 9 0,1-8 0,0 1 0</inkml:trace>
  <inkml:trace contextRef="#ctx0" brushRef="#br0" timeOffset="189593">18408 14816 11408,'-19'-48'1023,"1"1"0,1 3 0,2 8-245,6 14-111,1 4 18,2 5-321,1 5-146,1 2-230,2 4-41,0 1 3,1 4 164,-2 3-8,0 7-11,-1 7-11,-1 7-17,0 6-748,0 4 743,2 3-12,0 1-5,2 1-6,1-2 6,3 1-6,1-3 12,3-2 5,3-3-68,-1-4 119,1-4 33,1-6 28,-3-3 89,1-5 203,-2-5 839,3-4 48,0-7-726,18-21-475,-3-3-417,17-17 355,-6 3-1361,6-2 1302,-21 21 1,2 0 4,-1 0 1,2-1-11,1 1 0,0-1 5,1 0 0,0 0-8,2-1 0,1 2-6,1-1 0,1 1-3,1 1 1,0 1-9,1 1 0,0 1-802,1 3 1,-1 0 762,0 2 0,-1 1-82,-1 3 0,0 1-1496,26-5-259,-5 7-4006,-8 6 5442,0 11 0,-23-6 0,-2 5 1</inkml:trace>
  <inkml:trace contextRef="#ctx0" brushRef="#br0" timeOffset="191178">10408 11954 25073,'-39'-29'-1520,"1"-1"1,2 2 0,10 9-501,23 17 949,2 1 1059,0 5 1417,1 1-776,0 6-171,0 0-663,2 3 1061,1 1-158,2 0-494,2-1-502,2-2-1213,1-2 164,1-4 627,1-1 271,1-4 720,0-1 401,1-4 615,0-2 618,2-2 467,1-2 243,1-2-618,2 0-264,2 0-540,12-8-261,-5 4-416,10-7-374,-11 6-142,1-3 0,2-1 0,0-2 0,-6 3 0,1-1 0,15-13 0,-12 10 0,-1 0 0,15-14 0,2-2 0,1-2-587,1 2-633,-1 2-946,0 3 2143,4-1 0,-25 17 0,0 3 1</inkml:trace>
  <inkml:trace contextRef="#ctx0" brushRef="#br0" timeOffset="191625">10206 12787 22522,'-34'-10'-1119,"0"0"1,-22 1 993,49 41 2044,0 0-838,3-2-562,1-3-287,5 3-320,3-11-162,2 2 404,4-12-1183,0-3-519,3-3 560,1-1 452,3-7 724,5-3 441,5-9 741,7-6 269,5-6 1051,8-6-1569,-22 15 0,0 0-236,3-3 0,0 0-155,1-1 0,1 0-330,1-1 0,-1 0-224,1 1 1,-2-1-177,1 1 0,-2 0 0,-1 2 0,-1 1 0,-1 0 0,-1 1 0,21-16 0,-6 4 0,5 0-485,-15 11-1056,3 2-1401,-16 13-2559,-5 4 5229,-3 1 0,-5 1 0,-1 0 1</inkml:trace>
  <inkml:trace contextRef="#ctx0" brushRef="#br0" timeOffset="192045">10555 13469 17189,'1'-45'1342,"1"1"0,-1 3 0,0 8-57,0 13-197,-1 4-389,1 6-71,-1 3-364,0 3-259,0 3 251,-3 4 1109,-1 12-727,-3 4 19,-2 12-79,1-1-131,1 4 1,-2 17-94,5 1-147,-1 7-1367,7-18 508,1-11-261,2-15-247,1-3-301,3-1-211,-2-6-289,1 0 560,3-5 1217,4-10 1068,11-10 222,0-5 596,7-9-643,-9 10 0,2-1 1280,18-18-976,-13 14 0,2-2-202,7-4 0,2-1-1161,5-1 0,3-2 0,-9 8 0,1-2 0,0 3 0,7-5 0,-2 2-1245,-3 5 1,-4 4-6577,5 0 7666,-10 8 0,-18 8 0,-8 5 0</inkml:trace>
  <inkml:trace contextRef="#ctx0" brushRef="#br0" timeOffset="240871">16110 11347 12868,'0'-8'5753,"1"1"-4113,-1 7-283,7-69-1619,-4 40 661,1-12 1,1 0 286,-4 17 331,1 3-170,-2-2-368,1 8-275,-1 0-129,0 10-66,-1 3 492,0 1-728,-1 2 76,-1 3 139,0 4 22,-1 5-8,-2 6-17,0 3-33,-1 5-61,0 2-457,1 19 29,3-11-2536,0 13 2124,8-18-263,2 0-496,4-6-909,3-3-1744,2-5 4350,4-3 0,-10-7 1,1-2-1</inkml:trace>
  <inkml:trace contextRef="#ctx0" brushRef="#br0" timeOffset="241212">16405 10912 15233,'0'-5'4347,"0"1"-2018,0 4-2329,-61-27-5683,42 24 5669,-15-10 0,4 4-8,24 18 1350,1 1-1339,2 1-6,1 0 6,1 1 863,2 5-841,3-5 17,1 3 0,5-7 17,1 0 3376,2-1-3360,1-3 12,-1-2 29,1-1 26,-1-1 12,-2-2 116,1-2-77,-3-3 11,0-2 40,-2 0 5,-1 0 0,-3-2-11,-1 1-16,-1 0-29,-1 0-17,-2-1-22,-2 2-56,-3-1-17,0 2-27,-2 2-7,1 0-38,-1 2-40,0 2-50,1 0-68,-1 2-44,0 2-56,0 2-107,1 4-195,0 4-275,1 2-2690,3 12-889,6-4 3571,5 11 0,-3-20 0,3 0 0</inkml:trace>
  <inkml:trace contextRef="#ctx0" brushRef="#br0" timeOffset="241590">17053 10745 21124,'-49'-4'108,"0"1"0,3 0 1,8 5 704,14 12-774,1 5-11,2 4-22,3 7 0,2 6-2304,3 8 2309,2 10 0,5-22 1,1 2-10,0 4 1,1 3-6,-1 2 1,1 5-662,1 1 1,0 5 0,0-2 604,0 11 0,0 0-8,1-6 0,1 3 0,0-4-471,0 9 0,0-3 341,1-20 1,-1 1 0,1 0-593,-1 19 1,0 0 421,0-2 1,-1-3 91,0-4 1,0-3 128,-1-6 1,-1-2 122,1-8 1,-1-2 100,-6 16 124,-2-14 106,-2-13 56,-1-10 617,-2-6-745,1-11 2046,-8-15-2220,6-2 33,-5-15 11,9 4 46,2-2 4,2-4 1146,1-1-1099,2-4 4,2 0-6,2 0-10,0 2-18,2 0 1741,1 2-1796,1 2-34,4 1 78,10-16-146,1 14-27,10-13-22,-3 17-96,5 1-129,3-2-201,5 2-337,4-1-738,4 2-2241,4 0-4874,-3 5 8649,-6 5 0,-18 11 0,-9 6 0</inkml:trace>
  <inkml:trace contextRef="#ctx0" brushRef="#br0" timeOffset="242039">17643 10835 22391,'6'-45'700,"0"0"0,0 4 0,-3 9-268,-5 18-5729,-1 5 5578,-2 4 834,0 3-1008,-2 1 822,-1 3-923,-2 4 5,-2 4 12,-4 7 21,-11 21-41,11-11 0,1 3-343,-4 12 0,1 5 331,2 7 1,2 1-3,5-7 0,2 0-17,1 0 0,4-1-14,4-11 0,2-3-62,1 1 1,2-1-41,4-1 1,4 0-98,2-1 1,3-2-169,4-1 0,2-1-258,5-2 1,2-1-667,4-1 0,2-2 1333,11 1 0,-2-3 0,5 3 0,0-4 0</inkml:trace>
  <inkml:trace contextRef="#ctx0" brushRef="#br0" timeOffset="244103">18356 11070 14807,'-4'-3'4661,"2"1"127,2 2-4861,-25-28-72,19 21 5,-18-21 50,26 29 51,4 3 56,4 2 0,7 3-1,5 4-10,7 2-1189,5 4 1166,3 3-39,3 2-3058,-1 2 2929,0 2-78,-3 2-1916,-4 2 1848,-4 1-648,-5 0 721,-5-2-806,-4-5 929,-5-3 1400,-4-6-1237,-3-4 1884,-2-5-1705,-3-3 1129,-3-2-1106,-2-3 3346,-3-5-3402,-1-1-28,-1-6-12,-1-1 79,-6-13-112,6 6-29,-3-9-10,7 8-40,4 2-38,2-1-29,3 1-17,8-1 1,3-1-7,10-1 1,6-1 11,9-2-401,6 0 401,8-1-725,4 1 720,4 1-1086,2 1 1086,1 3-1,-3 2-16,-2 3-17,-5 3 11,-5 1-6,-6 3 17,-7 3 17,-7 0 11,-7 4 62,-7 0 367,-7 1-171,-1 0 501,-13 3-652,1 1 28,-11 4 10,2 0-16,-1 1-5,0 0-29,1 1-16,2 1-29,3 0-10,1 1 1207,4 0-1247,-1 9 22,5-3 12,1 6-17,3-4 17,4-1-11,1 1-6,4-2 11,1 0 0,3-2 6,1-1 11,2-2 11,1-2 51,11-1 89,1-5-62,2-1 18,-4-7-1,-9-3 1,-1-3 10,-1-3 6,0-1 12,-3-2 22,0-1-6,-3-2 0,-2-2 157,-3-9-140,-2 5-11,-5-5 5,-3 10-11,-5 1-39,-5 2-16,-4 1-29,-5 3-16,-4 2-18,-4 4 1,-1 0-23,0 4-5,3 0-23,3 2-67,5 0-342,4 1 67,9 2-145,2 1-201,9 4-387,3 2-813,5 1-2144,6 2 4049,8 0 0,-11-6 0,2 0 0</inkml:trace>
  <inkml:trace contextRef="#ctx0" brushRef="#br0" timeOffset="244642">19896 10896 24368,'-38'-3'-6,"-1"0"1,-23 1 5,41 28 6,4-1-6,1 1 0,-1 3-12,1-1-4,4 1-7,1-1 23,5-2-22,2-1-6,3-2 17,5-2-34,12 6 56,1-9-17,12 2 1,-3-11 10,5-2-5,5-4 0,3-1 6,4-3-217,1-2 222,-1-3 17,-4-3 90,6-8-34,-17 3 28,1-5 17,-18 6 11,-4 2 17,-4 0-23,-1 3 295,-5-3-355,-1 3-18,-3 0 28,-6 0-40,4 1 12,-4 0 84,5 1-78,2 2 0,0 0 10,4 2-21,0 0 5,0-1-11,0 0 22,0-1-34,1 1 7,-1 0-1,0-1-6,0 1-5,0-2-5,-1 3 5,1-2-6,-1 0 1,-1 0 16,1-2-6,0 2 40,-1-3 17,-1 0-62,1 1 5,1 0-21,2 4 10,0-1 6,0 1-4223,1 1 4195,0 6 0,0-3 0,1 4 0</inkml:trace>
  <inkml:trace contextRef="#ctx0" brushRef="#br0" timeOffset="245829">19775 10958 14745,'-1'-3'4095,"-1"1"700,2 2-4734,-2-33-72,1 25-34,-1-25-5,2 34 50,0 6 67,0 1-5,0 8-1,1 2-16,-1 3 0,0 4 5,1 1 23,0 14-3437,0-9 3381,2 8-2280,0-14 2269,3-3 5,2-2-11,0-1 11,4-3 6,0-2 16,2-3 2309,1-2-2074,10-3 3500,9-8-3432,12-11-185,-7-4-854,0-7 866,-11 2 21,-1-1-5,-2-4-11,-2-1-461,6-17 393,-9 10 18,3-10 128,-10 6-111,-5 13-18,-1-4-137,-6 13 99,0 6-12,-1 2-11,-1 6-45,1 2 727,-2 0-838,0 1 647,-1 2-586,0 2 286,0 3-259,0 3 18,-1 2-6,0 3-11,0 2-6,0 1 0,1 3-5,-3 11 22,0-7-6,-2 8 6,0-11 6,-2 0-1,-2-1 7,-3-1-12,-4-1 5,-2 0 1,-4-3 11,-13 3-3409,8-8 3392,-9 1-2280,14-9 2302,3-2-1533,3-3 1522,3-3 0,3-3-11,2-3 12,1-4 1510,1-3-1522,1-4 2280,-1-4-2252,-1-15 0,3 7 2648,-2-10-2659,4 15 16,1 2-10,1 4-1,0 3 0,1 4-16,0 4 16,0 1-16,0 5-28,0 2 698,1 4-832,0 0 105,0 4 29,0 1 39,0 7-1,0 2 12,0 4-28,-1 3-22,0 18-6,-1 7 22,2 2-1012,0-3 985,1-16 21,2-2 7,2-3-262,4-2 278,2-3-16,1-3 21,11 0 12,-3-6-5,11-2-6,-4-7 22,21-11-11,-8 0 250,15-12-250,-15 0-6,-1-3 17,-2-2 28,6-18-39,-14 8-1082,5-15 1093,-16 15 0,-3 1-10,-3 2 16,-3 3 39,-3 3-11,-3 4-1,-1 4-4,-4 4 628,-1 3-652,-4 4 1454,-1 0-1482,-1 4 26,0 0-48,1 3-27,1 0 5,1 1-28,1 0-23,0 2-27,1 2-29,-2 3-3464,1 5 3252,-2 5-174,1 4-358,1 3-415,2 5-1041,1 4-2247,2 1 4582,0 6 0,1-18 0,0-1 0</inkml:trace>
  <inkml:trace contextRef="#ctx0" brushRef="#br0" timeOffset="246636">20446 10977 25931,'8'-33'-70,"1"0"0,4-17 81,-11 58 23,-1 5-17,1 3 5,1 4 6,-2 5-5,0 2 16,-1 4-17,-1 1 6,-3 1 6,-1 0-17,-2-3-6,0-3 6,1-5-1,0-3-16,3-5 12,0-4 10,2-4 17,0-3 868,1-2-699,2-5-85,0-3-56,8-16-45,-1 3 1,7-12 10,-1 5-10,3-2-1118,1-1 1112,3 0-448,9-7 442,-8 11 0,6-4-5,-12 15-23,-1 3 6,-3 3-23,0 3 6,-2 4-17,1 1 1043,-1 3-1042,0 3 504,2 5-633,6 13 33,-4-3-3448,6 11 3313,-6-7-486,11 11 397,-4-9-292,28 13-77,-13-20 229,20 2-714,-9-12 798,6-4 163,2-3 100,1-3 73,-1-5 50,-2-5 51,-6-3 61,-7-4 62,-7-1 56,-7-3 2982,-7 2-2887,-7-3 17,-4 1-6,-5 0-5,-3 0-2953,-2 2 2885,-3 0-862,-3 1 823,-5 1 338,-2 2-387,-2 0-18,-3 1-16,-3 3-18,-3 2-5,-3 4-22,-4 3-12,-2 2 6,-3 6-5,-1 3-12,-1 5-11,0 4-17,3 2-17,-9 15 1,15-7-12,-4 10-5,19-11 5,5 0-6,4-2-10,4 8 16,6-11 6,5 5 5,6-13 6,4-2 0,5-2 0,3-5-17,5-1 12,0-3 2154,1-4-2149,-1-3 33,-2-5 7,-2-3-1,-3-3 22,-2-2 23,-3-5 6,-2-2 5,-5-5 0,-2-2 0,-3-6-11,-2-3 6,-3-5 5,-1-1 6,-2-3 28,-2 2 16,-1 1 1,-3 2 22,-2 6-11,0 3-12,0 7-1393,1 6 1371,0 5-27,1 6 213,2 6-287,1 4-100,0 2 50,3 4 443,-2 5-421,2 6 23,-1 7-23,1 7-5,2 7 5,2 5 231,1-7 0,1 1-248,6 22-103,-1-4 0,1 1-64,-4-19 0,-1 0-160,4 11 0,-1 0-294,-4-12 0,-1-1-760,0 1 1,-1-1-4624,0 32 5541,-3-26 1,0-3-1,-1 3 1,-1-2-1</inkml:trace>
  <inkml:trace contextRef="#ctx0" brushRef="#br0" timeOffset="247078">21943 10543 20733,'-5'-3'1804,"1"0"-799,4 3-928,13-30-118,5 20-82,17-24-674,27 25-2822,-10 2 3119,-15 3 1,-1 0-1163,19 1-1193,0 1-1416,-1 1-1561,-9 1 5824,-8 0 0,-18 0 1,-8 1-1</inkml:trace>
  <inkml:trace contextRef="#ctx0" brushRef="#br0" timeOffset="247242">22015 10822 24699,'41'-15'-343,"-1"0"0,1 0 0,17-6 0,-5 2-1349,6 3 711,-28 8 1,0-1-1586,0 1 1,0 0 2565,6-2 0,-3 1 0,3 0 0,-2-1 0</inkml:trace>
  <inkml:trace contextRef="#ctx0" brushRef="#br0" timeOffset="247469">22862 10378 22229,'-2'0'1826,"-1"0"-7072,3 0 5038,65-32-100,-28 20 487,7-7 1,5 1-748,-14 12 0,0 3-598,1 0 1,1 1-51,-1-1 1,-1 1-3254,25 2-2986,-29 3 7455,-8 0 0,-11-1 0,-6 0 0</inkml:trace>
  <inkml:trace contextRef="#ctx0" brushRef="#br0" timeOffset="247635">22881 10692 24464,'44'-16'-226,"-1"-1"1,1 1-1,18-6 1,-7 4-1971,1 6 1054,5 0 150,-29 7 1,0-1-930,1 0 0,0 0 1307,6-1 1,-3 1 0,3-1 0,-2 1 0</inkml:trace>
  <inkml:trace contextRef="#ctx0" brushRef="#br0" timeOffset="248232">24219 10115 25399,'-34'-19'6,"3"3"5,16 14-5,-3 1 5,-3 1 0,-3 0-11,-4 0 6,-2 0-1,-2 1 1,-1 1 5,-1 1 6,2 1-221,2 0 215,4 1 1,4-1-3324,3 1 3318,4-1-1,4-1-16,1 1 0,3-1 0,1 0 139,0 4-128,0 5 6,-1 8-12,2-2 6,2 2-5,2-4 10,1 0 7,0 0 3391,0 0-3375,0 7-11,0 1-1,0 4-16,0-6 12,1-4 4,-1-3-4,0-5 4,-1 2-4,0-5-1,0-2 0,-2 2 0,2-3 17,-1 1 107,2-3 1685,0-2-1636,3-1-16,-1 0-44,3-2-52,-1 1-16,2-2-28,3-1-11,5-3-11,5-2-12,4-1 12,4 0 33,29-2-39,-18 6-830,21 0 830,-25 8-6,2 4 6,4 2-22,3 6-34,2 2 6,-1 4-12,-3 1-3143,-6 1 3132,-6 0-156,-5 9-62,-17 9-1202,-8-7 1442,-18 2-5,-7-17-270,-10-4 1,-3-2-51,-10 1-366,-2-3 0,0-2-725,3-7-1575,-12-3-6789,25-2 9537,6-2 0,14 3 0,6 1 0</inkml:trace>
  <inkml:trace contextRef="#ctx0" brushRef="#br0" timeOffset="248478">24382 9643 23769,'0'-4'1877,"0"1"-1015,0 3-840,36 20 6,-8 0-14,2 0 0,3 2-3231,15 18 3228,-7-3 0,1 2-552,-10-7 1,0 0 526,11 14 0,-3 0 3,-12-10 0,-4-1-23,-1 2 0,-3 1-30,-2 0 0,-2 0-43,-4 1 1,-4 0-85,-1 0 1,-4 0-74,-5 0 1,-4 0-110,-4 0 1,-3-1-208,-4-1 1,-8 0 407,-7 0 1,-7 2 0,5-6 0,10-7 0,2-3 0,-19 11-1,1 0 1</inkml:trace>
  <inkml:trace contextRef="#ctx0" brushRef="#br0" timeOffset="249396">25967 10334 23962,'-20'-40'-25,"0"0"0,1 2 1,2 12-75,3 25 216,-1 0-41,1 3-38,1 1-2,2 3-17,0 3-80,0 7 129,4-2-17,0 7-91,5-5-30,1 3-20,7 13-42,0-7-1,6 10 14,1-10-420,3 0 481,3-1 19,2 0 17,1-2 7,-1 0 9,0-1-1,-2-1-1,-3-2-13,-2 0-27,-4-2-23,-4-2 26,-3-1 18,-3-1 40,-9 4 45,-2-6 15,-10 3 18,-1-6 20,-5-2 418,-3-2-465,-4-1-40,0-1-40,-1-2-104,0-1-58,2-3-530,-11-8-78,14 1-892,-3-8-2618,19 1 4265,7-8 1,4 13-1,2-1 1</inkml:trace>
  <inkml:trace contextRef="#ctx0" brushRef="#br0" timeOffset="250214">26222 10024 24234,'6'4'-6,"-1"5"6,-4 13 0,3 5 28,7 19-28,1-9-1740,6 13 1712,-5-12-45,1 1-72,-1 1-119,-1-1-116,0 0-2759,-4-1 2349,-2-2-117,-2-3-1986,-2 8 2069,-3-13 129,-2 3 96,-2-16 118,-1-4 33,-1-3 820,1-4-664,0-1 2945,2-3-2843,0-1 1587,0-4-1111,0-8 67,0 0 95,-2-5 79,2 2 61,-2 0 11,0-2 22,-2 0-10,0 0-11,-1 0-18,-1 2-44,-2 0-18,0 1-32,-2 0-40,0 1-33,0 1-57,2 1-27,0 1-57,2 2-50,2 1-73,2 1-112,4 0-83,5-1-7,4 0 29,9-2 5,5 1 0,8-1-208,6 0 214,6 0 11,3 0 8,-10 3 1,1 0 8,17-2-391,-18 3 1,-2 0 385,9-2 27,7-2-28,-15 3 6,4-2-12,-16 4-448,-3 0 454,-2 0-103,-4 1 137,-2 1 224,-3 1-185,-3 0 745,-2 1 341,0 1-709,-8 1-472,3 1 16,-7 2 1,2 1 121,-2 2-138,0 1-6,0 0 6,1 3 0,1 1 11,1 2-11,-1 11 5,4-3-16,0 7 5,3-5 11,0 0-11,3-1 6,1 0-11,5-2-1,12 4 23,-1-7 23,21 7-23,-12-14 11,9 1 17,-11-7 0,-1-2 34,-3-2 22,-2-2 16,-2-3 13,-3-2 27,-2-3 6,-3-2-6,-2-1 5,-3-2-16,-1-1-23,-3-3-22,0-3-5,-4-2-3404,-1-3 3387,-3 1-498,-3-1 503,-2 2 56,-7-7-61,3 10-12,-5-4 29,-1 6-51,1 4-40,1 2-60,6 6 3060,8 5-3172,1 1-80,1 2-49,-1 3 199,-5 12-1202,-2 11 426,1 4-276,3 5-497,6-6-5814,3 14 7477,4-8 0,-2-4 0,2-16 0</inkml:trace>
  <inkml:trace contextRef="#ctx0" brushRef="#br0" timeOffset="250664">27100 10496 18791,'16'-40'397,"-1"0"1,-1 3 0,-4 9 2252,-10 22-2454,0 1 1009,0 3-1401,0 0 738,0 9-531,0 2-11,0 10 11,2 3 6,2 4-1343,3 4 1326,2 1-6,1 3-5,8 17-154,-5-13 165,4 13-12,-7-17-4,-1-1 10,-2 0-22,-3-2 3321,0-3-3315,-3-5 16,0-5 23,-1-2 50,-3-7 236,1-2-252,-3-5-12,-1-5 23,-2-2 16,-7-13-16,1 1-29,-6-9 1,5 0-3409,-6-22 3397,6 7 0,-2-17-202,8 13 202,4-3-398,1 0 387,3 1 11,2 1 12,5-11 5,4 6-16,7-3-23,-3 22 3066,1 9-3094,-2 12 16,0 2-10,4 2 11,1 3-2893,1 1 2887,0 2-594,1 4 600,-1 2-1,8 12 17,-2 10-10,-2 1-1,-8 3 12,-11-7 5,-4 1-11,-7 0 22,-5 0-55,-24 7-197,-17-2 1030,25-15 1,-1 0-1258,-2-3 1,-1-1-1684,-16 4 2140,-7 0 0,26-8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2T14:03:47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18001 752 32767,'-30'-34'-689,"0"-1"0,-1 2 0,5 9-1126,11 21 2164,-11 0 57,10 2-10,-6 3-326,5 2 116,-3 3-787,-22 19 1760,6-1-232,-7 6-1017,19-7-246,14-9-500,2-2 123,5 0-249,1 0-151,3 0-174,3 0-10,4 1 326,3 0 162,4 0 382,2 0 71,4 0 123,2-1 25,15 6 125,-8-5 81,9 4 122,-11-6-68,-1 0-360,-2-1 352,-1 0-144,4 5-14,-11-4 2,1 3 10,-12 0 8,-4-4-2,-5 5-3,-4-5 30,-5 1 103,-5-2-6,-3 2 430,-18 1-419,6-3 0,2-2 1,-2-2-844,-7 1 821,-14 1 11,4-5-254,14-1 209,-6-1-22,18-2-3100,4-2 2915,5-2-633,2-2-370,4-1-677,4 0-914,3 0-1406,4 0 4224,5-1 0,-3 4 0,2-1 0</inkml:trace>
  <inkml:trace contextRef="#ctx0" brushRef="#br0" timeOffset="257">18218 709 22867,'12'-33'-176,"0"0"0,6-16 209,-19 72-22,1 18-27,-1 21-12,3-5-34,0 2-308,9-2-442,6 3-4028,3-3 4095,2-8-2234,3-9 3073,3 3 1,-8-16 0,-4-2 0</inkml:trace>
  <inkml:trace contextRef="#ctx0" brushRef="#br0" timeOffset="832">18157 1089 13054,'-4'-2'5651,"1"0"-3237,3 2-2464,1-44 28,10 30-18,5-34 7,11 40-12,20-2 39,4-1-644,2 0 655,-6 2 12,-17 2-11,-2 1-6,-3-1 5,-3 1 18,14-5-18,-15 5-5,9-4 101,-15 4 17,-7 1 61,1 2 258,-7 2 713,-1 1-1178,-8 0-12,-4 0 52,-4 1-1,-4 1 11,2 2-5,-1 4-23,0 1 6,0 2-28,1 2 12,1 0-18,3 2-11,2 0-5,3 0-91,3 6 23,4 1 18,6 4 55,1-7 6,9-1 44,-5-10 18,4 0 10,-2-5 29,-1-2 27,1-1 29,1-1 6,0-3 5,1-3-17,1-5 0,0-3 5,0-1 29,0-4 11,0 0 28,-2-1 16,-1 1-5,-1 0 6,-3 2-1,0 1 1,-4 2-6,0 3-6,-2 1 1,0 3 156,-2-1-117,0 4-202,0 1-370,0 3 303,0 7 39,-1 1-6,1 14-11,0-4-22,0 9-45,2-6-179,5 11 61,0-9-33,5 9-56,-1-12-84,1-1-112,1-2-219,1-2-409,0-3-711,2-1-1652,2-4 3478,3-1 0,-9-3 0,-1-1 0</inkml:trace>
  <inkml:trace contextRef="#ctx0" brushRef="#br0" timeOffset="1100">19281 789 12998,'-1'-3'3792,"0"1"-23,1 2-3483,-60-22-607,39 18 419,-15-7 0,3 3 48,18 13-40,0 3-44,0 2-12,1 2-16,0 3 178,-3 10-201,7-3-11,-3 7 5,8-7-5,0 1-5,3 1 5,1 0-124,1 0 96,3-1-22,1-1-17,4 0-23,0-2-22,3-2 268,1-2-313,1-4-28,2-2-95,1-3 60,3-3-485,0-2-399,3 0-526,1-4-678,4-2-1416,1-3 3724,7-4 0,-17 5 0,0 0 0</inkml:trace>
  <inkml:trace contextRef="#ctx0" brushRef="#br0" timeOffset="1314">19535 822 16611,'-10'-50'1861,"1"1"0,0-1 0,-3-21 0,2 22-1693,7 46-79,1 0-111,1 3-96,0-1 68,-1 6 50,1 3 0,-1 6-11,-1 5-17,1 4 5,-1 6-27,0 20-12,1-9-1991,-1 13 1806,3-15-78,0 0-377,2 0 153,1-1-135,2-2-1864,6 6-851,-2-12 3399,5 4 0,-9-22 0,0-3 0</inkml:trace>
  <inkml:trace contextRef="#ctx0" brushRef="#br0" timeOffset="1641">19843 646 15659,'0'-5'3573,"0"0"-526,0 5-3058,-21-23-11,9 23-1,-19-15 35,13 32 4,-4 3 18,-2 3-17,-3 2 5,-1 2-5,-1 0-6,0-1 23,1-1 11,3-3-426,4-1 403,2-4-5,5-1-11,2-4-1,4-1-5,4-1 11,2-2 6,1 1 17,5 0 33,2-1-5,6 0 5,5-1-17,6 1-22,4-1-523,5-1 483,4-2-10,2 0-34,3-2-22,1-1-79,3 0-95,1-1-107,2 0-212,0-1-421,1-1-441,-3-1-494,-3-2-2610,0 0 4537,3-2 0,-21 4 0,-2 0 0</inkml:trace>
  <inkml:trace contextRef="#ctx0" brushRef="#br0" timeOffset="2210">20426 585 16275,'-3'-1'3086,"1"0"219,2 1-3378,-15-13 23,20 9-264,4-9 95,18 13-50,12 2-67,-7 1-67,-1 3-123,0 0-85,-3 2-61,-3 0-34,-4 2 6,-4 0 22,-5 1 17,-5 1 57,-4 1 105,-4 1 146,-6 1 174,-5 0 156,-8 1 102,-2-1 83,-5 1-3291,-2-1 3477,-1-1 134,1 0 106,0 0 789,-8 2-660,12-5-22,-5 2-79,14-7-112,4-1-151,4-1-152,2-2-111,3-1 123,2 0 3274,10-1-3431,1 0-90,28-3-10,-7 0-24,16-3-60,4-5 66,-12 2-520,8-4 543,-19 2 17,-4-1 22,-3 0 22,-5-2 28,-4-9-33,-6 3 11,-5-6 6,-7 6 44,-5-1 17,-3 0 57,-4 2 49,-1 0 29,0 0 56,1 1 576,3 1-481,3 2 347,2-3-398,5 7-78,2-3-33,3 6 49,3-1-206,0 3-45,3 0-17,4 4-6,12 14 6,-4-1-5,9 12 5,-8-3-40,-1 2-10,1 4-23,-4 0-22,-2 3-17,-4 2-67,-4 2-555,-11 16-489,-3-13 108,-10 12-839,-1-17-2735,-3-1 4689,-6 1 0,13-15 0,0-2 0</inkml:trace>
  <inkml:trace contextRef="#ctx0" brushRef="#br0" timeOffset="2897">22032 755 21239,'0'-6'2883,"0"1"-1752,0 5-1010,-18-60-628,14 43-1760,-6-16 0,2 5 2064,8 25 1032,0 2-2018,1 9 968,0-1 167,0 10-287,0 1-1861,-1 4 2266,-3 4 988,-2 4-968,-4 2-1849,-2 2 1816,-1 2-666,-5 16 643,4-12 1458,-1 11-1475,6-17 1061,2-3-1060,0 8-12,4-11 2766,-1 5-2777,3-14 5,0 3 1849,-1-3-1843,0-1 0,0-5 0,0-5 51,0-2-51,0 0-12,1-1 18,0-2-6,0 0-6,0-3 29,0 2 44,6-2 17,12 0-84,-1 0 22,11-1-44,-6 0-51,4-3-50,3 1-547,3-2 379,2-1-107,3 1-207,3-1-347,0 1 304,-2-2 1,0 0 0,-7 2-1,22-6 1</inkml:trace>
  <inkml:trace contextRef="#ctx0" brushRef="#br0" timeOffset="3281">22484 766 23706,'-12'-20'-949,"9"2"644,24 13-951,5 1 1159,4-1 27,2 0 24,1 1 0,0-2-217,-1 2 259,-3 0-108,-1 1-481,6 0-40,-11 1-414,4 1-813,-11 1-1392,-4 0-4701,-2 0 7171,-2 1 1,-5 0 0,-1-1-1</inkml:trace>
  <inkml:trace contextRef="#ctx0" brushRef="#br0" timeOffset="3624">22728 732 10489,'-7'1'4895,"1"1"-3875,6-2 1444,0 0-2368,-16 54-1140,11-29 1066,-4 10 1,1 0-1,6-6-16,0 15-28,1-11 5,0 9 233,0-15-228,0-3 12,-1-3 0,-2-2 6,0-2 0,-2-1 16,-1-2 6,0-3 858,0-2-830,0-1 65,1-2 30,0-1 95,2-2 522,0-1-287,2-1 2090,1-1-2560,4-3-111,8-3 27,8-3 22,4 1-33,4 2-50,-3 1-51,4 1-61,1 0-45,2 0-41,-1 0-48,1-1-847,9-5-5,-10 2-728,6-5 1960,4-8 0,-23 12 0,9-6 0</inkml:trace>
  <inkml:trace contextRef="#ctx0" brushRef="#br0" timeOffset="3848">23203 861 12388,'0'-3'5875,"0"0"-660,0 3-5271,4-20 101,-4 20-12,-4 16-33,-2 9 0,-4 25-266,5-24 249,0 2-22,1 0-50,1-1-85,0-2-89,1-1-617,2 5 230,-1-8-268,2 4-486,2-11-4997,3 3 6401,1-3 0,-1-4 0,-2-5 0</inkml:trace>
  <inkml:trace contextRef="#ctx0" brushRef="#br0" timeOffset="4041">23318 952 11772,'-5'-55'1331,"0"-1"0,0 5 1,2 6-525,2 7-135,0 2-180,1 4-156,1 5-128,2 4 1065,7-2-1329,-1 9-117,14-4 50,-6 11-17,8 1-56,-5 6-73,0 2 348,-1 5-527,0 1-102,-2 6 108,-2 3-370,-3 2 366,-3 3-1475,-4 2-1966,-2 2 3887,-4 7 0,0-15 0,-1 0 0</inkml:trace>
  <inkml:trace contextRef="#ctx0" brushRef="#br0" timeOffset="4223">23193 1013 13001,'44'-23'-165,"-1"1"1,-2 0 0,-5 6 1476,-6 11-1934,3 1-387,-1 1-592,2 0-1010,-1 0-2760,0 0 2765,-4 0 2606,-4 1 0,-12 0 0,-6 2 0</inkml:trace>
  <inkml:trace contextRef="#ctx0" brushRef="#br0" timeOffset="4564">23970 788 23719,'-18'-29'67,"1"10"-39,5 26-28,-2 6 5,-1 1-10,-6 13-6,5-4 5,-3 9 6,9-8-28,2 1 11,3 0-5,2-1-1,2 0 12,3-2 6,2-1-7,4-3 1,4-3 11,2-2 0,5-3 6,2-1 5,2-3 11,2-2 1,0-2 5,2-2 11,-1-1-5,1-3 27,-4-2 51,-1-3 196,3-10-134,-9 3-34,2-10-17,-10 4-39,-2-3-11,-2-1 5,-2-1-5,-1 1 0,0 0-6,-4 1-28,-1 1 12,-11-7-51,2 9-28,-7-4-56,4 13-140,-2 3-1288,-8 2-1351,4 4 2863,-10 1 0,20 3 0,0 1 0</inkml:trace>
  <inkml:trace contextRef="#ctx0" brushRef="#br0" timeOffset="7416">18664 2048 30217,'-1'-43'-1002,"-1"1"1,1 3 0,0 9 871,1 21-282,0 4 687,0 2-408,-2 5 2027,-1 3-1350,-2 5-153,-1 5 495,-2 5-117,-2 5 23,-1 4-177,-1 2-3281,0 4 1649,1 2-346,1 0 940,2 3-69,2-2-22,4-1-217,2-2-52,4-2-249,4-4-205,5-3-170,3-4-253,14 1 573,-5-8 37,11 0-1740,9-11 461,-9-9 1,2-3 1446,-6 3 0,0 0 1367,8-6 0,-1-1 1207,5-5 1764,-2 0-1771,-3-3-88,-3 0-115,-4-2-576,-6 1-281,-4-2-173,-3 2-141,-4 0-212,-3 0 964,-2 2-96,-2-5-1102,-5 6-39,0-3-82,-5 10-337,-1 1-246,-4 1 3527,-1 3-2934,-3 1 859,-1 3-86,-1 0 238,-2 2 130,0 1 921,0 2 393,0 3-48,0 3-2161,0 3 0,1 2 0,0 2 0,2 1 0,1 3 0,2-1 0,1 2 0,2-2-133,2 0-1042,2-2 47,1-2 54,1-1 50,2-2 682,1-2-974,3-3 651,5-3 900,-1-2 455,4-1 399,-2-5 618,2-2 326,2-4-930,0-1-1258,1-2 310,0-1-155,-1 0 0,-2-2 0,-1 0 0,-3 0 0,1 1 0,-2 0 0,1-3 0,-3 6 0,-1-1 0,-3 9-205,-3 0 410,1 3-205,-1 1 0,-3 5 0,0 1 0,-2 6 0,0 0 0,0 7 0,2-4 0,-1 6-227,4-7 294,2 6-1012,2-6-215,9 7-38,0-11 796,7 2 258,-1-6 540,1-3 326,5 0 305,15-6 534,3-8-1258,1 0-303,0-13 0,-23 8 0,1-7 0,-12 6 0,-3-1 0,-4-2 0,-1 0 0,-2-1-1589,-2 0-325,-1-1 165,-2 1 106,-1 2 3110,-4-6-2606,2 9 368,-2-2 321,5 10 248,0 3 1858,2 2-1518,0 2 1563,3 0-1068,1 6-3760,3-1 3463,4 6-69,2 0 57,4 2-265,4 1 278,3 0-817,2 1 670,14 9 778,-10-6-456,8 8-67,-16-7-479,-5 0 3083,-5 1-3823,-5 0 157,-6-1 383,-5 1 394,-8 1 476,-5 0 14,-19 8 513,7-7-1131,-13 5-32,16-12 0,2-2 0,5-2-5192,5-3 5389,5-2 1,6-3-1,3-1 1</inkml:trace>
  <inkml:trace contextRef="#ctx0" brushRef="#br0" timeOffset="7790">20078 2239 32767,'-6'-48'-465,"0"0"1,1 3 0,0 7-1246,3 9 1958,-1-4-508,-2-18 232,-2-3-3344,0 2 3262,-2 9-1290,3 20 1775,-1 5-656,1 4 209,1 4-809,0 3 851,2 3 191,0 2 273,2 4 1093,0 7-855,0 3 64,1 8 28,0 2-257,1 4-345,2 5-255,8 21-441,0-12-1139,5 15 866,3-3-120,-4-12 392,-1-8 1,-1 1-831,8 15 324,0-2-38,-3-8 25,-6-18-2,1-4-573,0-4-1493,-1-5 3554,3-3 0,-8-3 1,0 0-1</inkml:trace>
  <inkml:trace contextRef="#ctx0" brushRef="#br0" timeOffset="7950">20178 2149 32767,'-38'-30'-91,"0"1"1,0 3 0,15 5-1981,24 16 1443,4 0 2068,4 0 82,7-1-1514,6 0-8,4 1 0,5-1-70,23 0 87,-5 0 1,-7 2-1,-18 2 1</inkml:trace>
  <inkml:trace contextRef="#ctx0" brushRef="#br0" timeOffset="8334">20960 2255 29394,'9'-41'-226,"0"0"1,0 3 0,-3 8-304,-6 16-34,0 4 1403,-2 1-1288,1 3 528,-3 1-310,2 3-376,-1 0 699,3 4 1018,-2 2-621,2 4-387,0 3 145,0 13-29,1-5-422,1 9-397,4-7-1613,4 9-352,0-8-7266,5 12 9505,-6-19 0,-2 0 0,-5-12 0</inkml:trace>
  <inkml:trace contextRef="#ctx0" brushRef="#br0" timeOffset="8723">21211 1875 27728,'-5'-5'-789,"1"1"678,4 4 269,0 0 1678,-65-33-1854,43 25 65,-15-10 1,3 4 98,22 18 1141,2 2 813,2 4-1765,1 1-335,1 3-295,2 1 96,2 2-401,3 7-365,3-5-1677,2 6 210,3-10 585,1-1 505,5 3 596,-2-6 438,3 2 419,-7-7 489,1-3 774,-2-1 344,-1-1 262,1-2 41,2-1 210,-1-4-890,2-1-1341,-1-3 0,-1-1 0,-2-1 0,-1-1 0,-2-9 0,-5-4-29,-2 1-2158,-3 1-45,-3 10 516,2 2 168,-2 3 644,0 2 477,1 1 733,0 3 645,-3 1 634,3 3 709,0 2-22,4 8-2153,3 6-602,3 2-813,4 3-4369,16 9 407,-6-10 4916,13 14 1,-23-29 0,-2-1-1</inkml:trace>
  <inkml:trace contextRef="#ctx0" brushRef="#br0" timeOffset="9092">21464 2035 32767,'-1'17'-3251,"1"1"745,2-2 878,2 1 453,0 1 270,1 2 275,1 0 50,0 0-1670,0-1 1556,1 4 176,-2-7 261,0 2 128,-3-9 209,-1-3 51,0-1 418,-1-3 478,0-1-442,3-6 1215,0 0-211,3-7 35,1-2-17,3-2 11,1-3-104,3-2 420,1-1-1469,3 0-465,0-1 0,1 2 0,0 1 0,-1 2 0,-2 2 0,-1 3 0,2 0 0,-4 5 0,1 1 0,-5 5 0,-1 2 0,2 1 0,2 2 0,0 3 0,2 3 0,1 1 0,2 4 0,8 9-1590,-6-3-5297,9 15 6467,-13-10 0,-2-5 0,-8-8 0</inkml:trace>
  <inkml:trace contextRef="#ctx0" brushRef="#br0" timeOffset="9848">22695 2076 26107,'-3'-47'-701,"0"1"0,0 3 1,-2 9-173,-6 18 440,-1 4 1479,-1 2-591,-1 5 834,1 2-280,0 3-651,-1 5 2315,2 3-341,-1 7-1426,1 5-906,1 4 0,2 5 0,1 2 0,1 5 0,2 4-87,1 3-1668,1 4 506,2 2-2440,0 2 2840,2 0-3,3 1-58,0-3 154,4 0 46,-1-3 70,1-1 39,-1-2 86,-1-4 51,-2-2 242,-2-5 1263,-3-6-824,-5-5 331,-5-5 431,-4-4 444,-2-5 321,-2-3-125,1-2-1495,1-3 1082,2-3-503,3-4-658,2-6-932,3-2-727,3-4-126,2-3 271,2-2 168,4 0 308,3-1 461,4-1 568,5 0 638,4 0 403,3 0-175,16-12-43,-7 8 2313,12-10-2433,-13 13-115,2-1-143,-1-1-313,-1 2-113,-2-1-110,-3 2-111,-2 2-22,-3 3 2608,5-5-2302,-9 9-39,2-2 239,-9 9-19,-1 2 85,-1 1-194,0 1-190,-2 0 0,1 2 0,-1-1 0,-1 3 0,0-2 0,-1 4 0,-1-1 0,-1 2 0,-2 0 0,1 2 0,1 2 0,0 3-404,2 4-1157,0 3-253,2 12 176,-1-3-12,2 9-72,-2-8 1514,2 2 320,-1 0-9,2-1-240,3 9-125,-2-10-238,2 7-272,-4-13-453,-2-1-1110,-2-2-4526,0-4 6881,-2-2 1,0-5 0,-1-2-1</inkml:trace>
  <inkml:trace contextRef="#ctx0" brushRef="#br0" timeOffset="10040">23131 1867 29307,'-3'-3'-2869,"0"0"-6962,3 3 4792,-14 18 5266,10-8 1,-11 10 0,15-15-1</inkml:trace>
  <inkml:trace contextRef="#ctx0" brushRef="#br0" timeOffset="10634">23258 2057 31822,'3'-4'945,"0"0"-945,-3 4 0,39 16 0,-21-3-351,32 14-214,-31-5-531,-2 0-689,6 12 342,-9-8-144,4 16-690,-13-21 923,-1 5 668,-8-9 478,1-5 950,-5-2 935,-1-5 1020,3-3 232,-2-1-118,4-1-2315,0-8-496,1 1 0,1-7 0,1 2 0,1-2 0,2 1-1574,3 0 243,3-1 1000,4 1 1992,0 0-86,12-3-1575,-5 3 0,9-2 0,2 1 0,-6 4 0,8-3 0,-2-1 0,2-3 0,-2 0 0,-5 0 0,-9-1 0,-7 4 0,-1-3 0,-6 7 0,-5-6 0,0 7-561,-5-4-1691,-1 5 930,1 3 692,-1 0 378,5 3 425,1 1 570,1 0 545,1 1-146,3 5-1438,1 1-441,3 5-345,0 1 38,5 10-281,-2-2 72,11 16-83,-7-13 565,15 18 1287,-9-16-208,7 7 106,-8-11-7,-3-2-48,-3-1-77,-5-3-382,-3-2-335,-3 0 238,-5-1 675,-3-2 469,-7 0 510,-5-2 374,-4-1 30,-3-2-2441,-16 0 1071,4-3 1,6 0 0,14-2 0</inkml:trace>
  <inkml:trace contextRef="#ctx0" brushRef="#br0" timeOffset="11041">24158 2291 32767,'6'-44'-1277,"0"0"1,0 3 0,-2 7 1850,-2 10-1706,-1-2 470,-1-16 1828,-1 8-1453,-4-28-94,0 26-1386,-4-10 1207,1 20-118,0 3 110,1 5 43,1 3 169,1 4-29,1 3 293,2 3-24,0 3 186,2 1 140,0 8 336,0 1-38,1 10-262,1 2-88,4 4-346,1 6 27,2 2-318,1 4 181,3 0-233,2 1 62,1 0 201,1-1 143,0 0 126,2-2 56,-1-1 20,-1-2 3,-2-3-125,-1-2-184,-3-5-148,-1-2-190,-2-5-1497,1-3 180,-3-6-2501,0-1 4689,-5-4 1,0 0 0,-1 0 0</inkml:trace>
  <inkml:trace contextRef="#ctx0" brushRef="#br0" timeOffset="11191">24145 2101 32767,'49'-24'0,"1"0"0,-4 1 0,-4 6 0,-4 13 0,3-2-6727,-4 3 6717,-5-1 0,-16 2 0,-6 1 1</inkml:trace>
  <inkml:trace contextRef="#ctx0" brushRef="#br0" timeOffset="11789">25468 2027 27320,'3'-5'2950,"-1"2"-453,-2 3-2497,-24-41 0,8 34 0,-20-28 0,13 45 0,1 1 0,2 2 0,3 2 0,2 1 0,4 0 0,3 2 0,3 0 0,3 0 0,2 0 0,3-1-183,3-1-2019,5-1 790,2 0 552,2-2 617,3-1 537,1-3 531,3-1 325,0-2 666,1-3-1001,0-1-815,-2-1 0,0-3 0,-3-2 0,-2-3 0,-3-2 0,-3-1 0,-4-2 0,-3-1 0,-3-1 0,-10-10 0,0 4-410,-8-8-1398,2 6 457,-1 0 344,-1 0 497,-7-8 557,-2 6 440,2 1 427,4 10 122,10 8 175,0 3 180,2 1-1391,-2 5 0,3 1 0,-2 5 0,5 1 0,0 2 0,2 2 0,1 1-1679,1 2-1020,2 1-1831,4 0-1706,3 1-3595,2-2 9594,-2-4 0,-2-6 1,-3-4-1</inkml:trace>
  <inkml:trace contextRef="#ctx0" brushRef="#br0" timeOffset="12138">25736 2073 29780,'2'-4'2012,"0"1"-1037,-2 3-975,5-47 0,-4 37-1075,2-33 54,-7 52 937,0 3-1264,0 2 799,2 2-262,1 8-1051,2-4 1538,3 6 41,3-9-183,3 0-337,4-2 579,4 0 342,3-2 476,3-2 389,2-1 446,3-4 4297,-1-2-5726,-1-2 0,-2-2 0,-2-3 0,-3-3 0,-3-3 0,-3-1 0,-2-2 0,-2-2 0,-4-1 0,0-2 0,-4-2 0,-1 0 0,-1-1-2776,-3 0 903,-2-8 48,-1 8 211,-3-6 488,3 12 255,1 1 391,0 3 95,2 3-66,1 1-78,1 3 33,1 1-652,0 1-36,1 7-1539,1 0-2177,2 7 4848,2 2 0,-4-7 1,1 0-1</inkml:trace>
  <inkml:trace contextRef="#ctx0" brushRef="#br0" timeOffset="12475">26209 2227 32767,'30'-48'0,"-1"1"0,-2 4 0,-7 3 0,-16-6-1147,-2 7-399,-1-16 494,-1 12 292,-1-3 203,-1-2-1564,-2 2 942,-2-1 109,-2 5 680,-1 2 57,-1 4 114,-1 3 128,0 5 3557,-1 4-3293,2 4 86,0 5 227,2 3 110,1 4 187,2 4 318,3 2-200,0 1 428,0 4-699,0 3-156,1 4-453,-1 6 225,1 20-684,3-2-205,1 16-324,5-8 136,0-7 0,1 1-871,5 21 1286,-5-19 1,1 0-116,1 15-21,0-3 180,-2-4-26,1 10 57,-2-15 111,0 6-159,-1-19-159,-1-3-224,1-1-226,3-3-582,0-3-1429,4-3 3248,1-2 1,-7-7 0,1-1 0</inkml:trace>
  <inkml:trace contextRef="#ctx0" brushRef="#br0" timeOffset="12716">26293 1992 28525,'-7'-4'-504,"2"1"1421,5 3 2912,0 0-3829,-44-45 0,41 31-374,-27-34-594,53 43 1919,6-1-560,2 1-391,3 1 0,16-1 0,-13 0 0,8 0 0,-20 2 0,-5 0 0,-5 0 0,-5 1 0,-3 1 0,-3 0 0,-3 1 0,0 0 0,-7 3 0,-1 1 0,-9 5 0,9-4 0,-2-1 0</inkml:trace>
  <inkml:trace contextRef="#ctx0" brushRef="#br0" timeOffset="19510">29344 931 27306,'5'-48'-1573,"-1"-1"0,1 1 0,0-4 1,-1 5 1803,0 7 0,-1 7-834,1 4 482,-2 3 1573,0 4-1372,-1 2 890,0 4-2689,-1 4 5042,0 4-3398,0 3-136,0 3-10,0 1-167,-1 6 290,0 1-13,-2 19-10,1-3 75,-1 15-668,1-3 611,0 6-990,-1 5 961,0 7-160,-1 5 176,2-26 0,0 2 17,-1 15 0,-1 3 11,-1 6 1,0 0-4,-1 0 0,0 1-948,-1-2 1,-1-3 1003,1-14 0,1-2 53,-1 2 1,0-1-5,-1 1 0,0 0-6,1-2 0,0 2-461,-2 14 1,1 3 371,3-4 1,0 1 4,0-1 0,1-2-56,3-6 1,2-5-320,4 11-309,6-5-424,3-1-700,3-3 1873,1-10 1,-1-2-1,-1-2 1,9 10-1</inkml:trace>
  <inkml:trace contextRef="#ctx0" brushRef="#br0" timeOffset="20794">30768 578 32767,'6'-35'-1628,"-1"0"0,4-21-443,-8 51 2227,0 0-586,-1 1 348,1-1-132,-1 1 66,0-1-1561,0 0 2097,0 1-507,0 0 9,0 0-77,0 2 167,0 0-101,0 0-10,0 1-55,-1 10-39,1-3 16,-1 11-21,1-7 27,-1 4-6,0 0 1,0 2 230,-1 1-16,1 1-6,0 2 0,-1 0-3387,1 1 3387,-1 0 17,0 0-6,1 2 23,-2 7-29,1-6 7,-1 6-1,1-11 6,0 0-17,1 0 0,1-1 0,0 0 0,0 0 5,0 1 1,0-1 5,0 2-5,0-1 3397,1 2-3392,0 0-5,1 0 22,1 9-17,0-8-6,1 6 7,-2-11-1,0 0-6,1 0 12,-1-1-17,1 0 0,0-1 11,-1 0-5,2 0 0,-2 0-1,2 1 1,-2 1-1,2-1 18,-2 1-18,2 0 7,-2 0 21,2 9-10,-1-6 5,1 7-17,-1-9 11,-1 1-11,2 0 1,-3-1-1,1 0-11,-1-1 11,0 0 11,-1 14-10,1-11-1,-1 10-11,0-15 39,0 0-28,0-1 6,0 1-6,-1-1 6,1 0-11,-1-1 5,1 0 0,-1 1-17,1-1 12,0 1 16,0 1-10,0-1-18,0 0 23,0 0-12,0 0 12,0 0-11,0 2 16,0-1 1,0 1-7,0 0 40,1 0-28,-1-1 49,0-1-5,1-1-7,0 3 5,-1-5-8,2 3 2,-2-6 5,2 0-26,-2-2-54,1 0-20,0-2 45,0-1-48,-1 0 42,1-1-37,-1 0-2,0-1 37,1 0-45,-1 1 3,0 0-244,0 1-399,0 0-1592,0 1 2303,0-1 0,0 0 1,0-2-1</inkml:trace>
  <inkml:trace contextRef="#ctx0" brushRef="#br0" timeOffset="22197">29340 2244 14668,'-5'7'1974,"1"-2"-645,4-5 4240,0 0-4662,4-2-138,1 1-143,5-1-118,-1 2-42,0 0 201,0 0 72,5 0-644,-2 0-63,10 0-153,-8 1-79,6-1-52,-3 1-3161,11 0 3332,-4-1 1,10 1-10,-7 0 110,17 1-43,-10-1-833,11 0 859,-12-1 90,1 0-42,0 0-1,1 0 5,0 0 2343,0 0-1973,-2 0 404,28 0-14,-22 0 12,23-1-26,-12 0 5,-11-1 7,11 1-2764,-16 0 2393,0-1-424,16 0 558,3-1-549,-20 0 0,-1 1 78,17-2-40,-9 0 46,-16 0-44,6 0-14,-9 0 43,4 0-11,-10 1 7,3 0 400,-5 0-389,7 0 1037,-9 0-1140,5 0 0,-3 0 0,0 0 0,-1-1 0,2 0 0,-4 1 0,6-1 0,-6 2 0,0-1 0,-1 0 0,3-1 0,-4 1 0,2 0 0,-4 1 0,0 0 0,-2 1 0,0 0 0,-2 0 0,-2 1 0,0-2 0,0 0 0,0-2-1006,0 1-678,0-1 30,0 0 6,0-1 153,-1-1-164,0 0 1528,-4-5 6,1 1 44,-1-2 17,0 3 138,1 1-70,1 1-41,-1-3 163,2 4-100,0-6-60,1 6-30,1-3 91,0 2-637,3-5 427,2 2 39,5-3-879,2 4 1498,7-1 0,-14 7 0,-1 1 0</inkml:trace>
  <inkml:trace contextRef="#ctx0" brushRef="#br0" timeOffset="24071">30519 1517 20211,'0'-8'-2084,"0"2"3732,0 6 1670,0 0-2916,-13-58-1161,6 39 739,-7-17 0,-1 2-297,1 24-990,-9-4 1402,10 7 97,-1 1-579,-1 1 3,-2 1 545,-1 0-69,-11 1-56,-7 2-230,0 1-502,-1 0 454,10 1-41,-1 1-16,0 2 257,0 1 87,-9 5-28,9-2 55,-30 12-38,28-8-631,-17 7 625,22-8-2732,1 1 2732,1-1 22,-1 1-5,0 0 6,2 1-2122,-1 0 2071,1 1 129,-10 9-95,7-4-6,-7 7-12,12-8 2289,0 1-1841,-5 8-42,2 3-41,-1 11-63,8-9 3192,7-1-3277,6 1-76,2-6 431,1 8-831,2-10-24,4 8-33,0-7 21,4 6 70,-3-11 112,5 10 78,-3-9-32,4 7 57,-3-10 108,1-2 155,1 0 92,1-3 75,3-1 98,1-2 413,28 2-1348,-12-6 1157,23 2-25,-18-8-15,4 1-355,3-1-47,-11 0 0,2 0 169,18-2-849,-17 1 1,0 1 587,14-4-34,-1 1-2548,-2 0 2444,-3-1 69,14-3 230,-17 2-255,10-3-2,-20 2 24,-2 0 194,-2-1-174,-3 1 893,5-4-849,1-1 481,14-7-229,-14 5 389,2-3-73,-16 7 1873,0-1-2655,-1 0 0,0-2 0,0 1 0,-2-1 0,1 1 0,-3-1 0,0 1 0,-3-1 0,0 0 0,1-14 0,-3 9 0,0-11 0,-4 5-223,-1 6-520,-1-6-88,0 6 117,-1 1-22,0 0 335,-1 1-190,-1 2-4,-1-1 131,-2 1 154,-4-7 199,2 5 46,-3-4 161,2 5 20,-1 1 206,0 0 114,-1-1 194,0 1-134,-1 0-12,-2 0 44,-2 0 28,-9-4 114,-15-4 100,6 5-90,-8-1-680,17 10 0,-1 0 0,-1 1 0,0 1 0,-3 0 0,0 0 0,-1 1 0,-1-1 0,-13 0 0,9 1 0,-9 0 0,13 2 0,-2 0-3080,-1 1 2450,-1 1-73,-1 0-689,-13 0 364,12 3 133,-8 0-457,17 4-930,5 1-3577,2 1-2983,5-2 8751,4 0 0,6-4 0,3-1 0</inkml:trace>
  <inkml:trace contextRef="#ctx0" brushRef="#br0" timeOffset="26296">30266 437 20639,'-30'-18'-209,"-1"-1"0,-22-10 110,33 29 288,-10 6-487,-5 3-3,0 1-225,0 3 450,11-3-339,-2 1 175,2 0-45,-1 0 37,3 1 338,-1 0 77,-6 7-11,1 3-89,2 0 5,5 2-206,8-6 213,1 2-18,-1 1-10,1 3 275,1 1-208,-4 29-90,8-18-890,-2 19 890,9-25 6,2-1-157,3 1 146,5-1 16,2 1-5,2-2-12,2-1 68,15 4-1,-5-9 158,28 9-63,-16-17-471,13 1 522,-11-8 17,2-2-56,0-2-5,2-2-2853,0 0 2819,-2-2 156,14-4 1,-17-1-17,23-7-123,-31 3-12,10-3 0,-16 2-10,-1-1 56,-2-1-57,-1 0 124,5-9-163,-7 5 259,4-7-253,-11 7 3083,-2-1-3061,0 0-39,-3 0-11,1 0 612,-2 1-607,0-1-11,-1 0-11,-1 2 396,0-10-408,-2 8 1,-1-9-6,-2-1-17,-2 6 6,-6-15-45,1 15 22,-4-6 18,0 10 4,-7-6-66,-5-1 5,0 1 17,-1 2-5,8 8-40,-7-4 11,5 4-16,-4-2-12,8 7-195,-6-4 61,5 4-62,-6-1-61,6 5-90,-2 0-201,-1 2-209,-2 0-597,-2 0-769,-1 0-1876,-2 1-4340,3 1 8401,3 0 0,9 1 0,5 0 0</inkml:trace>
  <inkml:trace contextRef="#ctx0" brushRef="#br0" timeOffset="27605">30480 663 27613,'-4'-4'-2654,"2"1"5240,2 3-2328,26-66-3647,-12 39 3207,4-13 1,1 1-305,0 17 285,3 0-1425,4 0 1649,2 0 1026,5 1-1265,22-7 535,-9 7-173,-15 8 0,2 1-58,4 2 0,-1 2-522,22-5 195,-20 7 0,0 0-305,16-1-1408,0 3 1324,-1 1-49,-2 2-43,-1 0 341,-4 1 1184,-2 0-788,-4 2-6,-4 0-106,-4 2-8,-4 1 103,-3-1-98,-3 2 13,-4 1-17,-2 0 1,-1 1-8,-2 1 552,1 0-421,-1 1-5,0 1 0,0-1 1638,1 1-1644,-1-1 11,1-1-5,-2-1 446,0-1-447,-4-2 34,-2-1 45,-2-2 28,-2-1 2280,-1-1-2335,-1-3-52,0 0-16,-1-4 17,-3-5-6,1 2 1,-2-4 4,0 4-4,0-1 4,1 0-27,-2 0 0,0-1 5,0 1 6,-2-1 6,-1 0-6,-1 0 0,-2 0 6,-2 0-12,-1 1 17,-2 0 0,-2 1-11,0 2 17,-1 1 6,2 2-23,1 1 11,4 0-11,3 2 0,4 0 11,3 0-11,1 2-56,2 0 56,6 0-11,-1 0 16,5 0 1,-1 1 0,1 0 5,1 3-22,2 0-1,0 1 12,3 2 0,0 1 17,3 1 0,0 1-11,4 2-6,25 15 5,-15-10-844,20 14 839,-24-13-6,-3 1 12,-2 0-12,-4 0 6,-4-1-11,-6-1-39,-5 0-117,-2-1-96,-7 1-258,-4 1-2526,-21 10-2874,2-7 5149,-20 11 0,35-25 0,2-2 0</inkml:trace>
  <inkml:trace contextRef="#ctx0" brushRef="#br0" timeOffset="54693">26740 5925 6691,'0'-7'8676,"0"2"-7684,3-55-3053,-2 39 2388,1-14 1,-1 3 1091,-2 20-942,0 3 389,0 1-200,-2 2-436,2 1 16,-2 2 1322,3 3-1814,-1 0 268,0 4 12,0 1-6,0 5-17,0 0-5,1 3 5,-1 1 6,0 3-1,-1 1-21,0 3 16,0 2 6,-1 2-6,1 2 17,0 2-6,-1 16-10,1-9-744,0 14 743,1-13-5,1 4-6,0 0 5,1 2 1,2-1 5,0 1-3133,2 1 3145,-1 1 10,0-10 1,-1 0-828,3 20 808,-2-18 0,0 0 3,1 17 0,0 0 11,0 3-6,-1 0 0,1 2 6,-2 1-5,1 2-6,-1 0-915,-1-16 1,0 1 902,0-12 1,0 1-3,0 11 0,0 1-26,-1-15 1,1 0 39,-1 1 0,1 0-3,-1 1 0,0 0 3,0 1 0,1 0-12,-1 1 1,1 0-4,0 0 1,0 0 3,0 1 0,1-1 13,-1 0 1,1 0-15,0 0 1,0-1 2,0 1 1,0-1 5,-1 0 0,1 0 246,0 1 0,0 0-249,0-2 0,0 3 14,1 16 1,-1 0-18,0-12 1,0 0 5,0 14 0,-1-2-6,0-14 0,0-3 6,-1 1 0,0 0 6,0 0 0,0-1 42,0 1 1,0-1-44,0 0 1,0-1 0,-1 1 0,0 0 2,1-1 0,-1 1-8,0 0 0,1 0 6,-1 0 0,0 0-4,0 0 1,1 0 5,-1 0 1,1 2 13,0 15 1,0 0 456,0-12 0,0-1-479,1 13 0,0-1-3,-1-17 0,1-1 6,-1 0 0,1 0-12,-1-1 1,1 2 13,0 15 1,0 0-699,0-11 0,0 0 685,1 12 0,0 0-4,-1-15 1,0-1 365,0 0 0,1 1-357,-1-1 0,1-1-3,-1 1 1,1 0 2,0-1 0,-1 1 6,3 14 0,-1 1-326,0-13 0,-1 1 317,2 11 1,0 0-1,-2-14 1,0-2 1,1 1 1,-1 1-3,0 0 0,0 0 0,0-1 1,0 1 5,0 0 1,0-1-4,0 0 0,0 0 0,-1 0 1,1-1-4,-1-1 1,0 1 2,0-2 0,0 1 11,0 11 1,1 2 608,-1 1 1,0 1-624,1-1 1,-1 0-1,0-4 1,-1-1 8,2 15 5,0-2-5,-1 0-12,0-2 7,0-2-7,1-2 12,0-2-11,0-3-6,0-3 412,2-4-412,-1-1-23,3 11-44,-2-14-24,1 10-246,-2-18 771,0-2-2159,-1-3-3378,2-4 5103,-1-2 0,-1-8 0,-1-1 0</inkml:trace>
  <inkml:trace contextRef="#ctx0" brushRef="#br0" timeOffset="56073">31043 6132 17484,'1'-36'1020,"0"0"0,1-25-696,-1 56-27,-1-1 190,1 4 404,-1 1-869,-3 5 6,2-1-6,-3 6 6,2-1 6,-1 1 16,-1 8-10,-3 5-24,1 0 7,-1 3-6,3-6-6,0 2-6,-2 11 12,2-6-244,0 8 238,2-9 0,1 2 0,0 2 6,1 2 0,0 2-6,0 2-3307,0 2 3313,0 1-6,0 2-594,1 0 600,0 2-6,-1 1 1,1 1 10,0 1-2030,-1 2 2014,0 1 16,0-1-9,0 3 10,0 0 718,-2 0-719,0 0 6,0 0-5,-1 1-12,1 0-20,-1 2 48,2 1-6,0-2 1,0 2-31,0-20 0,1 2 4,-1 8 1,1 5-1,-1-5-7,1-9 0,0-2-6,1 12 1,0-1 1133,1 18-1122,1-2 11,2 0-6,-1-2-1879,0 0 1873,0 1 1,0-1 940,0 1-907,-1-3 0,-1 2-25,-1-21 0,1 0-74,-1 21 0,0-2 77,0 5 0,-1 0-12,0-1 23,0-1-5,-1 0-7,1-17 1,-1 1-9,0-10 1,1-1-4,-1 11 1,0-1 22,0 17 3,1-17 0,-1 0-20,1-9 0,0-1 0,1 11 1,0 0 21,0 16-10,2 0 5,-1-1 0,2-2-12,-2 0-4,2-2-1,0 1-6,0-1 12,0 1 2,-1-16 1,0 2 3,1 19-23,0-19 0,-1-2 22,1 16-5,-1 0 470,1-1-465,-1 1-10,1-2 1544,-1 0-1533,0-1-6,0-2 11,-1-14 0,0 1-23,1 18-5,-2-19 0,1 0 11,0 14-11,0 0 11,-1-14 1,-1 0-1,1 19-6,-1-19 1,1 0 11,-1 13 0,0 1 0,0-2-6,0-1 0,0-2 0,0-2-11,0-2 6,0-1 247,0-2-236,0 0 0,2-1 0,-2-1-1,3 13 448,-1-13-464,1 10 6,1-5-17,-2-11 22,0 7 0,0-13 742,-1-3-742,0 0-5,-1-3 1297,1-2-1292,-1-2-5,1 5 0,-1-9 729,0 2-724,0-9 0,0-2-2237,0 0 1,0 0 0</inkml:trace>
  <inkml:trace contextRef="#ctx0" brushRef="#br0" timeOffset="57551">27253 12459 15440,'-45'1'1456,"9"-1"-1108,34 0-35,0 0-44,1 1-56,0-1 352,-1 0 2,1 0-461,6 2 6,0-1 90,12 2 16,6-3 1,14 1-107,-3-2-668,6 0 657,-9-2-17,3-1 36,1 0 0,2 0-52,13-2-493,-10 2 0,0 0 476,8-1-12,1 2-5,1 0-1,2 0-10,0 1-1,2 0-5,0 1-1129,2 0 1118,-2 1-1,1-1-5,1 1-2489,-2-1 2500,-1 0-3,-17 0 1,1-1-121,19-1 117,-21 2 1,1-1 6,12-3-10,-14 3 1,0-1 3,20-4-1,-19 4 1,-1-1-12,15-2 0,-15 2 1,0 0-6,18-2 16,-18 2 1,-2 0 17,13-1-23,18-1 5,-16 2 3,-8 0 1,0 1 8,6-1-17,13 0-6,-20 0 6,1 2 398,16-2-415,-13 1 811,13-1-789,-16 1 1560,0 1-1554,1 0-28,0-1 348,0 2-347,-1-2 16,0 1 0,-1 0 36,15-2-31,3 0 7,-1-1-1078,-5 0 1060,-17 1 17,2 0 12,10-1-7,-11 0-4,7-1 1209,-15 2-1209,-3 0 16,0 0-23,-2 0-5,1 0 0,0 0-5,2 0 5,0 1 5,3-2-5,1 2-5,2-2-2456,1 1 2467,2 0-12,0 0-1826,1 1 1832,0-1 570,-1 1-559,-1-1-16,-1 0 10,-3 0 67,-2 0-72,-4 0 22,-1 0 2240,-2 0-2262,-1 0 3365,-1 0-3354,1-1-5,8-2-1,-6 2-5,5-2 87,-9 4-76,-1 0 1,-2 0 4,1 0 1,-4 0 6,1 0-1,-4 2-5,0-2-6,0 1 0,0 0 6,2 0 0,1 0 11,-3 0-6,1 0 107,-4 1-51,-1 1 870,-2-1-3984,-7 1 3036,-1 0 0,-1 0 0,2 0 0</inkml:trace>
  <inkml:trace contextRef="#ctx0" brushRef="#br0" timeOffset="62118">28026 11301 18896,'0'-60'1273,"-1"0"1,0 2-1,-3 16-1105,-2 32-50,-11 2-90,5 7-17,-6 5 17,2 4 0,-2 7-11,-3 5 5,0 6-11,-2 5-5660,0 5 5649,0 7 0,2 4 1082,1 2-1105,4 4-10,2 3-29,3 3 14,7-27 1,1 0-32,1 2 1,1 0 51,0 2 1,1 1-114,2 0 0,1 0-12,1 1 1,1-1 19,2 0 0,1 0 20,1-2 0,0-1 17,0-1 0,1-1-73,7 25 34,-3-7 61,-5-10 174,-6-3 2877,-7-15-2833,-17-3-94,0-14-6,-10-6-12,7-5-10,-1-5 10,2-5-2645,3-5 2640,4-5-426,4-4 437,3-3 12,3-3 16,4-1 23,1 1-12,2 1-602,8-10 558,0 11-6,8-7-1679,-2 15 1656,2 1 1605,13-9-1627,10 0 0,2 1-11,3 5-11,-10 10 847,1 0-880,3-1-1,0 2-73,17-7 79,-12 6 16,-7 4 1,0 0 11,5-3 22,12-4 17,-21 7 6,-5 0 11,-3 2 772,-6 0-744,-4 2 28,-4 1 0,-4 2 3256,-4 0-3233,-2 2 137,-4 0-160,-1 1 297,-5 0-314,-2 2 12,-3 2 28,0-1-24,-1 1-10,0 1-17,2 1-12,-1 2-5,3 2 0,-3 4-22,4 0 0,-1 4 5,4-2-6,2 1 1,1 0 5,1 0-5,1 1 5,1-1 6,0 1-12,1-3-10,0 1 10,2-2-10,-1-1 22,2-1 16,1-2 46,0-1 33,0-2 28,2-2 5,1 0-16,1-3-28,4-2 0,0-2 111,9-8-77,-5 2-12,6-5-3386,-7 5 3817,13-12-419,-14 12 5,9-8 5,-18 14-10,0 2-29,-3 2-56,-1 1-78,0 0 3420,-3 6-3386,1 1-6,-2 4-22,-1 6 5,2-3-202,0 11 7,1-8-102,4 5-128,2-7-230,5 0-336,4 0-668,2-2-1197,2-2-2571,3-2-1255,0-2 6699,-3-3 0,-8-1 0,-4-1 0</inkml:trace>
  <inkml:trace contextRef="#ctx0" brushRef="#br0" timeOffset="62663">28870 11474 11122,'1'-5'5718,"-1"2"808,0 3-6498,-14-38 39,2 36-33,-10-29 22,7 44-28,3 1 16,-8 10-32,6-2-12,-5 8 0,8-7 0,1 1-34,2 0 6,3 0-112,2 9-314,15 6 214,-1-7-52,13 0-44,-4-21-56,3-1-56,1-2-23,2-2-5,1-3 51,-1-2 117,1-1 112,0-3 129,-1-1 229,7-9-3352,-9 1 3464,5-5 56,-12 2 40,-2-2-1,0-1 7,-2-2 330,4-14-398,-4 7 297,8-25-930,-11 20 633,3-12-11,-7 14 3067,-1-1-3095,-3 1-6,0 0-22,-2 0-6,0 1-16,-1 0-3107,-1 1 3073,-2 2-17,1 2 406,-1 3-434,1 3 101,-1-4-157,1 8-17,0-2 6,1 8 3288,1 1-3294,0 3 280,0 1-336,1 2-78,0 0 56,-1 7 5,0 1 6,1 9-5,0 3-18,0 4 29,0 5-17,1 19 16,1-9-686,3 14 653,2-16-17,1-2-39,1 0-293,2-1-60,9 12 118,-4-12-589,15 21-368,-13-26 464,3 7-196,-10-14-1977,-2 1 711,-3-8-5313,-3 1 7587,-6-11 0,3-1 0,-4-2 0</inkml:trace>
  <inkml:trace contextRef="#ctx0" brushRef="#br0" timeOffset="62827">29149 11578 12724,'-3'-2'5572,"1"-1"-1023,2 3-4493,5-59-17,11 35-458,-9-10 0,4 2 369,16 20-68,-3 5 14,3 1-311,4 2-3415,0 0 2564,3 0-1322,0 0-2996,-1 0 5584,3 0 0,-17 1 0,-2 1 0</inkml:trace>
  <inkml:trace contextRef="#ctx0" brushRef="#br0" timeOffset="63097">29730 11050 25287,'-49'-11'196,"6"7"-151,24 23-6,-1 3-16,1 4-7,1 2 1,0 3-5666,3 2 5649,3 1-17,3 0 919,3 0-941,4-2-17,2-1-34,5-1 675,5-2-803,6-1-2141,3-1 1951,4-1-108,3-3-399,18 6-1208,-9-10-3275,13 2-3496,-17-12 8787,-5-4 0,-13-2 0,-5-1 0</inkml:trace>
  <inkml:trace contextRef="#ctx0" brushRef="#br0" timeOffset="63693">30169 11103 24206,'-14'-16'179,"1"4"-95,9 12-11,-2 2-6,-2 0 34,-8 1-62,1 0-11,-7 0 0,5-2 0,-1 0 0,1-1-17,0 0 0,2 0-5,1 0 0,1 0 5,4 0-22,1 0-1,5 0 12,1 0-22,1 0 11,0 2 5,-1 0 1,1 2 5,-1 1 0,0 1 5,1 1-10,1 1 5,0 3 11,0 0 0,0 3-5,0 0-1,0 2-10,0 1-1,0 1 6,0 0 6,0-1-12,0 6 28,0-7-22,0 5-5,-1-9 10,1-1-21,-1-1 10,1-1 23,0-1-12,0-3 1,0 0 11,0-2 902,0-2-813,1-4-39,2-2-16,0-4 22,1-1 5,5-6-39,-2 3-50,3-3 39,-1 5 6,0 2-18,1-1 12,2 3-11,0 0-6,0 2 6,1 1 6,1 1-23,0 2-12,0 1 7,2 1 5,1 2 0,1 3-6,2 3-5,-1 1 22,0 2-22,1 1 11,-3 1-6,-1 0-50,-3 0 45,-4 1 0,-2 0-17,-4-1-22,-2 1-12,-5-1-44,-3 0-29,-5-1-50,-4 0-72,-3-1-80,-1-2-128,-2-1-111,0-2-270,-1-3-370,2-2-761,0-1-2089,2-1 4066,-1-4 0,10 3 0,0-3 0</inkml:trace>
  <inkml:trace contextRef="#ctx0" brushRef="#br0" timeOffset="63944">30095 11058 13793,'3'-1'4632,"-1"-1"-514,-2 2-3805,66-20-1620,-40 12 1419,13-4 0,0 1 78,-19 6 472,1 1-500,-3-1 233,-3 2-272,-3 0-28,-3 0-28,-3 1 778,-4 1-845,1 0-3125,-3 0 790,-4 4-3272,0-2 5607,-3 4 0,4-3 0,0 0 0</inkml:trace>
  <inkml:trace contextRef="#ctx0" brushRef="#br0" timeOffset="64214">30458 10796 20319,'-3'-3'3164,"0"0"410,3 3-3546,-10-47 11,9 36-17,-5-36-16,15 49 5,3 4 6,4 4-17,3 5-5660,3 5 5643,4 6-11,0 5 1326,2 5-1303,-1 5-1,-2 4-128,-4 4 123,-3 3-23,-7 2-39,-6 0-72,-9 1-180,-8-3-263,-10-4-443,-8-3-884,-6-3-2992,-6-4 4907,15-17 0,2-2 0,-4 2 0,2-2 0</inkml:trace>
  <inkml:trace contextRef="#ctx0" brushRef="#br0" timeOffset="83678">13957 4046 10427,'8'-6'4470,"-2"1"-3619,-6 5 1014,0 0-1725,-26-7 23,13 5 21,-21-3 253,8 9-207,3-1-5,-8 2-13,5-2-16,0 0-5,-4 0-29,0-1 152,-15 0-169,11-1-1592,-10-1 1570,17 0-136,1 0 109,3 0 4,2 0-16,3 1 12,4-1 32,0 2-94,5-2 1531,3 2-1582,3-1 175,2 4-118,1 4-12,0 1-17,0 5 17,0-1-6,1 2-5,0 4 0,1 1 5,-2 2-11,1 2 1,-1 1 4,0 1 7,0 9 33,-2 1 5,1-3 1,-2-6 11,1-13 28,-1-2 16,1-2 203,0-1-51,0-5 78,2 0 90,0-4 319,0-1-381,0-5-218,0-4-112,0-2 0,0-2-12,0 3-5,0 0 11,4-5-33,1 4-6,4-3-6,1 6 6,1 0-11,3 2-6,2 0 23,4 3-17,0 1 0,3 2 11,1 1-12,2 3 1,1 2 11,3 2-5,0 2-23,1 1-248,-1 1 248,-3 1-23,-2 2 18,-4 2-23,-6 2 0,-3 0 22,-7 0-27,-2 0-18,-8-2-16,-5 0-28,-6 1-17,-5-2-23,-3 0-44,-2-1-56,-1-1-90,-1-2-44,3-2-102,0-3-129,3-3-206,3-1-432,1-3-1394,4-2 2660,2-3 0,6 1 0,1-1 0</inkml:trace>
  <inkml:trace contextRef="#ctx0" brushRef="#br0" timeOffset="83927">13991 4029 12480,'31'-14'145,"0"0"1,23-8 1952,-39 19-2081,0 0 1434,1 2-1496,-2-1 866,0 2-1012,-2 0 3118,-1 1-3386,-1 1-943,0 4-1079,-2 0 2481,0 4 0,-6-6 0,0 1 0</inkml:trace>
  <inkml:trace contextRef="#ctx0" brushRef="#br0" timeOffset="84310">15036 4046 21501,'-50'-9'39,"2"6"-39,19 18 886,-4 1-875,-4 3-1827,8-4 0,-1 0 1827,-16 10-6,15-9 1,1 0 769,-10 6-764,3-1-1883,-11 6 1878,15-8 5,-5 4-5,17-11 5,5-2-11,4-1 2222,2-2-2222,3 2 6,3-3 155,1 2-155,3-3-6,0-1 11,3 2 3387,2-1-3382,4 0-10,2 2 5,2-1-5,4 0-1,4 1-3397,1-2 3381,4 1-102,0-1 68,1 0-27,1-1-63,2-1-111,0-1-174,2 0-337,2-2-744,2 0-2117,2-1 3618,6-2 0,-20 2 0,-2-2 0</inkml:trace>
  <inkml:trace contextRef="#ctx0" brushRef="#br0" timeOffset="84610">15423 4094 13995,'-4'-2'3629,"1"1"1553,3 1-5165,-24-13-23,23 7 0,-15-9-50,44 9-22,-3 3-224,30-2-164,-3 3 164,2 1-68,-5 0-78,-18 3-117,-3 0-135,-6 2-214,-5 0-363,-5 2-403,-6-1-4251,-5 5 1948,-5-2 3983,-2 2 0,2-6 0,1-1 0</inkml:trace>
  <inkml:trace contextRef="#ctx0" brushRef="#br0" timeOffset="84794">15417 4314 8270,'-3'2'6005,"0"0"1545,3-2-7494,16 0-56,-1-3-34,16-2-22,-6-2-106,4 0-101,3-1-658,2 1 383,4-1-139,0 0-360,1 0-940,-1 0-1697,2 0 3674,3-2 0,-20 5 0,-2 0 0</inkml:trace>
  <inkml:trace contextRef="#ctx0" brushRef="#br0" timeOffset="85020">16235 3984 25825,'0'-47'45,"1"12"11,-1 44-6,3 29-44,1-9-520,2 20 520,0-21-1,2 17-16,0-10 82,0 13-205,-3-14-62,-1 0-191,-2-1-786,-2-1-199,-2 1-1233,-2 1-6699,-3-5 9304,0-3 0,2-13 0,2-6 0</inkml:trace>
  <inkml:trace contextRef="#ctx0" brushRef="#br0" timeOffset="95252">3992 4499 30012,'-40'-15'-456,"-1"1"0,3 0 1,6 5 93,11 9 1110,-2 0-282,-2 1-49,-2 1-67,0 2 287,-2 1-20,0 0 573,-12 6-1131,9-2-59,-7 3 0,12-2 0,1-1 0,0-1 0,3-1 0,2 0 0,2-3 0,2 2 0,4-2 0,2 0 0,3-2 0,2 1 0,2 1 0,1-1 0,1 2 0,1-1 0,0 5 0,1-1 0,-1 3 0,1 0 0,-1 2 0,0 2-889,-1 3 525,-1 2 276,1 3 534,-4 16-170,2-6-39,-3 12 116,2-10-324,0-1-29,-1 3 0,2 0 0,-2 17-71,4-11-206,0 14-1233,2-16 1140,0 0 25,0 2-25,0 0 272,4 19-3022,-1-15 2797,2 12 32,-1-19-126,-2-1 269,-1 1 35,0 1 24,-3 1 113,-2 0 154,-3 2 240,-2-1 81,-1 1 8,1-2-54,-1 0 39,0 16-185,4-14-210,3-6 1,1 0-258,1 6-112,3 14-282,1-17-80,2 0-36,1 0-16,-1-1 86,1 3 92,0-1 185,2 0 23,0-1 180,2-10 0,1 0-170,4 5-27,11 15-43,-9-33-60,2-2 56,2-3-1746,2-3 1846,2-2-774,3-4 848,4-3 217,3-1-1979,5-3 1774,9-3 1,-22 2-1,0-1 1</inkml:trace>
  <inkml:trace contextRef="#ctx0" brushRef="#br0" timeOffset="99822">9555 8583 10649,'-41'0'500,"1"1"1,3-1-1,8 0 94,20 0 673,1 0-623,1 0 151,3 0-375,1 0 88,2 0-435,4 2 389,1-2-333,6 2 117,9-2-117,-1 2 6,10-2 150,11 1-139,-6-1-169,-1 0 0,3-1 132,-3 0 0,1 0-56,1 0 0,0 0 39,14 0 1,-1-1-810,12 0 751,-20 1 0,1-1 5,19 0 6,-17 1 0,3-1 0,2 0 0,1 0-750,0 0 0,0 0 724,-2-1 1,-4 1 14,18-1-1,-1 0 1,-1 0-6,-1 0 0,-2 1-348,-17 1 0,1-1 354,20 0-20,-9 0 0,2 1-9,-8 0 1,-1 0 2,0 0 1,1 0-9,0 1 0,-2 0-2165,18 0 2182,3 0-14,-31 0 0,0 0-412,0 1 1,1-1 410,-1 1 1,1 0 21,0 0 0,-1 0-24,0 0 0,1 0-6,-1 0 1,0 0-6,30 2 16,-1-1-1078,-2 0 1079,-3-1-3,-18 0 0,-1-1 2,17 1-2,-21-1 0,0 0 940,9 0-920,15-2 306,-14 1-324,13-2 12,-19 1-28,-1 0 28,1 1-12,-1 0-5,1 1 471,17 0-471,-13 0-318,13 1 324,-18 2 5,1-1-17,-1 1 361,1-1-355,14 2 23,-1-2-18,0 0 1839,3-1-1838,-22 0 11,8-1 2252,-13 0-2258,11-1 0,3-1-11,-1 0 11,-2 0-5,-11 1-6,0 1 0,0-1 418,1 1-418,-1-1 0,2 0-3023,-1 0 3034,0-1 0,1 1 307,-1-1-301,-1-1 5,-1 0 23,-1-1 16,-2 0 51,10-1-5,0-1-57,0 0-96,-3 2 86,-9 1 3187,-1 0-3182,1-1 268,-1 1-274,0 0 28,7-1-22,-8 1 11,5-1 17,-9 2 323,-2 0-329,4 0-50,-5 0 0,2 1-6,-6 0-5,-3 1 10,-1 0 18,-1 0-297,-1 0-1120,-1-3 1383,0 1 0,0-1 0,0 0 0</inkml:trace>
  <inkml:trace contextRef="#ctx0" brushRef="#br0" timeOffset="108124">27329 10210 20543,'11'-12'604,"-2"2"-402,-9 10 622,0 0-976,-2 0 51,1 1-1669,-1 0 0,2 1 1</inkml:trace>
  <inkml:trace contextRef="#ctx0" brushRef="#br0" timeOffset="110990">27377 10139 8987,'7'-6'4034,"-1"2"-2993,-6 4 5070,0 0-5747,32-22 302,-24 16-358,23-15-56,-32 22-61,-2 1-51,-1 0-44,-2 0-1,-2 2-5,-2-1-23,-2 1-6,-2 0-21,0 0 4,-1-1 7,-1 1 5,0-2 5,0 0 12,1 0-6,0-1 23,1-1 78,-4 1-67,5-1-12,-2-1 12,6 0-17,1-1-17,2-1-11,0 1-5,0 0-1,2 1-5,0 0 0,2 0-6,0 1 342,1 0-370,0 2 0,1 1-11,0 4 6,2 0-12,0 2 12,0 2-6,2-1 0,0 2-6,0 1 6,0-1 6,0 1-6,0-2 17,-1 0-12,0 0 6,-1-1 17,2 3-11,-2-4-6,0 6 1,-1-7-1,0 1-6,-1-3 7,1-2-18,-1-1 12,0-1 10,0 0 108,0-1 1450,0 0-1535,2-3-11,0 1 39,1-7-44,-1 3-7,1-3-4,3-2-1,-1 1-17,3-3 17,-1 4 6,1 0-17,0 2 0,0 0-45,3-1 45,-3 3 6,1-1-12,-4 3 6,0 2-16,-2-1-1,1 1 17,-1 1 5,0 2 1,1 1 5,0 3-16,1-1 10,1 2 1,1 0-12,1 2 12,1 1-12,2 0 1,1 2 5,2-1-17,2 1-11,1-1 28,2 1-11,-1 0 55,7 6-55,-10-5 11,3 5 0,-11-8 0,-4 0 17,-3 0-11,-5-1 5,-12 6-17,0-4 17,-11 5-33,-5-2 11,7-4-6,-8 2-56,3-4 40,8-5-18,-3 1-5,9-4-11,3-1-112,1-2-124,1-3-963,-3-8-78,5-2-1221,-1-7-7266,3-10 8643,5 11 1,0-2 0,3 16 0</inkml:trace>
  <inkml:trace contextRef="#ctx0" brushRef="#br0" timeOffset="111339">27410 10052 20791,'46'-21'242,"1"-1"1,-4 3 0,-8 4-58,-14 8-29,-1 1 637,-1 0-686,-2 1 218,-1 0-252,-2 0-12,-1 2 163,2 0-202,-6 1-11,1 0 327,-7 2-377,-1 0-258,-1 0 112,-2 2-140,0 2-1132,-4 5-3046,-2 2-4039,0-1 8542,1-1 0,5-6 0,0-2 0</inkml:trace>
  <inkml:trace contextRef="#ctx0" brushRef="#br0" timeOffset="111656">28283 10004 18986,'3'-6'3400,"-1"1"-399,-2 5-2972,-8-4-12,3 8 5,-8 1-11,5 11 34,-11 25-28,7-12-548,-8 18 509,10-19-251,-6 13 105,3-9-566,-10 21-1018,3-12 116,-1-3-963,1-7-2246,4-14 4845,0-3 0,7-7 0,0-1 0</inkml:trace>
  <inkml:trace contextRef="#ctx0" brushRef="#br0" timeOffset="111905">27917 10271 4057,'0'-8'8513,"-1"2"-4963,1 6-2632,0 0-168,-2-61-111,1 41 1,0-15 1,0 3-165,1 23 534,0 2-724,0 1 1877,0 2-2068,1 3-39,1 0-17,4 4 289,0 1-300,5 5-11,1 1 5,2 2 1,2 2-12,3 1-6,1 1 7,3 2-12,2 0-6,16 7 12,-8-7-26,-5-3 0,1-1-19,4 1-519,7 3 446,-14-7-61,-4-3-90,-3-1-202,-1-2-1619,2-2-3338,-2-4 6,-1-2 5416,-5-5 0,-9 4 0,0-1 0</inkml:trace>
  <inkml:trace contextRef="#ctx0" brushRef="#br0" timeOffset="112131">28211 10071 24771,'-16'-32'84,"2"6"-78,22 50 5,1 6 12,-2-6-35,2 11 12,-4-10-16,0 1-35,-1-1-206,1 12-23,-2-11-1989,-1 24 432,-1-27-1160,-2 9-2195,-1-19 5192,-3-2 0,2-5 0,-1-1 0</inkml:trace>
  <inkml:trace contextRef="#ctx0" brushRef="#br0" timeOffset="112388">27980 10295 22823,'-20'-42'453,"12"7"-313,43 25-11,4 1 0,5 0 0,1-1-700,2 1 711,-2 0 6,-2-1 22,-3 2-761,-3-1 728,-3 1-1,-2 1-151,-4 0 157,-3 1-11,-3 0-6,-2 2-21,-6 0 16,-2 1 271,-5 1-338,-2 1 690,-3 0-1704,-1 1 361,-8 2-2400,1 1 3002,-6 1 0,6-1 0,1 0 0</inkml:trace>
  <inkml:trace contextRef="#ctx0" brushRef="#br0" timeOffset="116172">28970 9824 12746,'1'-7'7422,"0"1"-12288,11-53 5527,-9 37-375,4-12 0,-2 2 1616,-5 21-1477,0 3 760,0 2-956,0 3-83,0 1-73,0 1 3307,-2 4-3363,0-2 17,-3 8-34,3-5 22,-2 5-22,3-7 6,0 1-6,1-2-90,0 0-33,-2 1-241,1 1 17,-1 1-180,1 0-285,-1-1-499,2 1-1064,-1 0-2458,0 0 4833,-1 1 0,2-3 0,-2 1 0</inkml:trace>
  <inkml:trace contextRef="#ctx0" brushRef="#br0" timeOffset="116674">28878 9887 21526,'8'-33'8,"0"1"1,5-17 64,-13 61-12,-1 5 6,0 5 79,-6 20-79,0-6-33,-4 16-6,2-21 0,-1-1-23,-6 17-8,5-15 1,0 0-26,-6 11-34,2-1-50,1-2-50,1-2-482,-1 10 157,4-15-264,-4 15-430,7-25-2158,-1 4 656,5-17-3639,-1-1 5868,3-9 1,1-1 0</inkml:trace>
  <inkml:trace contextRef="#ctx0" brushRef="#br0" timeOffset="116842">28794 10094 12549,'12'-41'1319,"0"0"0,-1-1 0,3-6 1,0 2-676,-3 5 0,0 4-146,1-3-72,4-10-68,-5 21 107,4-5 193,-4 12-591,9-10-101,-8 18-27,5-3 192,-3 9-300,1 3 44,1 3-205,1 4 274,0 5-448,0 6-140,-2 6-252,-2 5-645,-3 3-4698,-4 4 6239,-3 7 0,-2-17 0,-1 0 0</inkml:trace>
  <inkml:trace contextRef="#ctx0" brushRef="#br0" timeOffset="117023">28824 10152 8382,'-9'5'5473,"3"-2"-3006,6-3 434,0 0-2934,68-55-107,-39 36-143,18-14 0,1 1-526,-17 20-99,11-1-419,-13 3-707,2 3-1102,0-1 3136,4-1 0,-16 4 0,-1 1 0</inkml:trace>
  <inkml:trace contextRef="#ctx0" brushRef="#br0" timeOffset="117408">29510 9823 21949,'-33'-46'185,"5"10"-123,13 43 704,4-1-761,-4 7 252,4-1-257,-3 8 167,2 4-173,0 9-5,5-8 400,4 7-394,3-16-46,5 9 12,1-12 28,2-1 11,-2-6 34,-1-5 22,1-1 16,1 0 12,2-3 118,6-7-51,-2 0 23,3-5-1,-5 4 12,-1-3 11,-1 2 219,1-4-219,-4 5 0,1-2-17,-4 6-11,-2 3-11,0 1-62,-1 1-50,1 1-157,-4 7 129,0-1-17,-2 7 0,2-1-39,-1 1-28,2 2-309,-1 7 12,2-4-230,0 5-285,2-7-532,3-1-947,2-1-2162,4-1 3672,3-1 0,-5-6 0,0 0 0</inkml:trace>
  <inkml:trace contextRef="#ctx0" brushRef="#br0" timeOffset="117891">29857 9858 14628,'0'-4'5523,"0"1"-1239,0 3-4272,-23-28-12,13 24 11,-19-18 0,20 31 6,-1 5-17,0 0 11,-4 12-5,4-5-1,-1 7-27,5-8-6,3 0-73,1 10-134,6-1 89,0 0-16,7-4 55,0-11-5,3-2 6,1-2 22,3-2 34,0-3 16,2-2 34,0-2 11,10-5 12,-8-2 89,16-11-51,-18 2 23,6-7 17,-10 3 17,0-4 10,-2-2-16,0-5-5,-1-3 128,3-22-106,-5 11-1461,1-15 1506,-6 18 28,-3 0-122,-1-13 183,-1 16-11,-1-7-17,-1 21-28,-1 4-16,-1 6 66,0 3-178,1 5-35,0 2 1384,2 4-1517,-1 0 551,0 3-484,-1 2 22,-1 7 11,0 5-11,0 6 0,0 5 6,-1 4-12,0 2-16,-1 22 10,2-13-1241,0 16 1157,2-19-38,1 0-124,0-1-83,0-3-100,2-3-131,0-2-156,2-3-268,0-2-371,2-5-672,-2-3-1456,1-4-4828,-2-3 8323,1-5 0,-2-3 0,-1-1 0</inkml:trace>
  <inkml:trace contextRef="#ctx0" brushRef="#br0" timeOffset="118072">30034 9902 20786,'11'-60'-106,"2"10"-45,2 45-163,4-1-303,6 0-497,1 0-4886,6 0 1945,0-1-4374,-3 2 8429,-4 0 0,-11 2 0,-7 2 0</inkml:trace>
  <inkml:trace contextRef="#ctx0" brushRef="#br0" timeOffset="118675">30500 9547 20426,'-36'14'168,"3"1"-134,19 3-12,-2 3 1885,1 0-1874,-6 14-44,6-8 11,-3 11 752,7-11-775,2 1 362,1-1-451,2-1-67,1 0-101,3-1-101,1-2-157,4-3-184,1-3-158,4-3-178,2-3-411,7-2-323,-2-5-68,5-1 40,-5-6 335,1 0 477,1-4 420,0-2 465,0-2 358,0-1 269,-1-1 247,-1-1 217,0 0 192,-2 0 145,-2 1 96,0-1 1309,-1-3-1544,-5 4-159,0-3-150,-4 6-106,-1 1-90,0 0-90,-1 1-50,1 1-78,-1 0-57,0 1-44,1 2-51,-2 0-11,2 1-44,-2 2 38,1 0-235,0 1-78,-1 0 17,0 2 16,0 3 23,0 3-17,-2 2 5,0 3-10,-2 9 5,2-4-17,-1 6-17,2-8-27,1 0-6,1-1-1,0-1-72,1 1 79,0-4-1,1-1 23,2-5 45,0-3 10,4-1 12,-1-2-16,3-2 10,1-2 12,1-3 10,-1 0 1,-1-1 28,1 0-11,-1 0 72,3-1-89,-3 3 0,0 0 5,-5 5-16,-2 0 16,-1 2-61,-1 3 16,0 1 7,0 5-24,0 1-4,0 2-35,1 1-55,0 2-107,1 1-168,1 0-247,2 1-391,1-1-538,2 1-1098,1-2-7176,7 2 8803,-7-7 1,2-1 0,-9-7-1</inkml:trace>
  <inkml:trace contextRef="#ctx0" brushRef="#br0" timeOffset="118924">30730 9474 26442,'28'-14'168,"-1"10"-123,-10 34-11,1 4-5533,0 5 5527,0 5-23,-3 6 157,-6-9 1,-2 1-177,-2-9 0,-2 1-20,2 10 1,-2 1-118,-10 18-219,-4-3-408,-13-2-813,-8-4-308,12-27 0,-1-2 1899,-7 4 0,1-3 0,-2 2 0,-2-2 0</inkml:trace>
  <inkml:trace contextRef="#ctx0" brushRef="#br0" timeOffset="125842">9090 8336 407,'-44'-27'160,"0"1"1,3 1-1,8 5 2198,13 11-2341,0 1 51,0 0-79,-1-1-1089,1 0 977,0 0 876,0 0-2013,-5-6 2241,7 4-1362,-11-12-147,18 14 0,-3-3 1,12 10-1</inkml:trace>
  <inkml:trace contextRef="#ctx0" brushRef="#br0" timeOffset="137218">13569 5127 7722,'-8'9'3523,"1"-2"-2419,7-7 1231,0 0-1826,-36 37 136,27-28 128,-26 28 84,35-37 1367,0 0-1804,2-2 33,3-5-274,1-1-33,3-3-34,-3 2 5,1 1 135,2-5-123,-3 6 11,0-3-11,-3 5-11,-1 1-1,-1 1-27,0 1-33,-1 0-349,1 1 280,-1 5 46,-1 1-6,0 5-6,-2 2 6,-1 3-22,-1 4-3364,-2 2 3386,0 4-487,0 1 487,0 3-6,1 1 1,0 1-6,2-1-78,-1-1 66,2-1 6,0-1 1,1-2-1,1 0-6,1 4 3102,1-8-3096,3 8 0,0-17 719,3 3-719,-2-9 172,0-2-88,1-1 17,0-2 17,2 0 5,0-3-27,3-3-23,0-2-6,2-3-16,3-2-6,0-3 67,8-7-84,-5 6 11,3-5-5,-8 9 0,-2 0 17,-2 4-6,-2 1 0,-2 2-34,-2 1 17,-2 3-5,0-1-12,-2 8 1,0 5-18,0 5 6,0 2-5,0 0-6,0 1 6,-2 2-18,0 2-3380,0 1 3387,1 1-737,0 0 686,1 0-50,1-1-533,4 10-55,1-9-517,4 7-939,1-12-1922,1-3 4072,4-1 0,-7-7 0,0-2 0</inkml:trace>
  <inkml:trace contextRef="#ctx0" brushRef="#br0" timeOffset="137609">14596 5439 22425,'-24'-23'118,"3"5"-96,16 19 28,-7 7-22,1 1 17,-9 5 17,-6 8-29,2-4-16,-9 7 11,7-6 0,-1 1-5,-1 1 5,2-2-6,2 1-16,4-2 5,4-2-11,5-2 11,4 4 0,3-5 0,4 3 12,3-6 5,4 0 5,2-1 7,4 2-7,3-2-10,3 1 44,25 6-56,-14-7-267,18 5 240,-20-9-18,2-1-100,14-1-12,-10-1-3411,10-2 3120,-12-2-365,-1-2-883,1-2-2606,2-2 4291,6-2 0,-19 5 0,-1-1 0</inkml:trace>
  <inkml:trace contextRef="#ctx0" brushRef="#br0" timeOffset="137877">15376 5303 17188,'-4'0'2582,"0"0"1014,4 0-3607,10-21-12,5 11-117,27-20-3672,12 18 3448,2 1-157,1 2-649,-16 5 106,-3 1-578,-1 2-754,-5 0-1284,-3 2 3680,-3 1 0,-13-1 0,-2 2 0</inkml:trace>
  <inkml:trace contextRef="#ctx0" brushRef="#br0" timeOffset="138061">15404 5540 14424,'52'-10'-111,"0"0"1,-9 3 0,-4-1 1688,14-9-2698,-19 5 0,-1 1-773,11-4 173,-11 3 1,1 0 1719,5-3 0,-18 7 0,-1 0 0</inkml:trace>
  <inkml:trace contextRef="#ctx0" brushRef="#br0" timeOffset="138293">16428 5091 25870,'-26'-16'151,"5"5"-84,21 30-22,0-3 5,0 9 1,1-4-12,2 3-11,1 1 0,2 3-6,3 15-22,-1-10 0,2 12-67,-3-14-571,-1-1 179,-3 0-651,0-2-1942,-2 0 3052,-2 2 0,1-14 0,-1-2 0</inkml:trace>
  <inkml:trace contextRef="#ctx0" brushRef="#br0" timeOffset="148235">10010 11219 13128,'44'-13'41,"0"0"0,2-1 0,-5 3-19,-12 3-5,11-2 11,-11 2-17,1 0 936,-1 0-941,3-1-191,-1-1 185,1-1 0,2 0-11,0 0-1,1 0 7,-1 1-1,0-1 12,-4 1-6,4-2 11,-13 4 51,1-1 55,-14 6 305,-3 1-221,-3 1 336,-8 1-464,-10 5-3252,-5-1 3263,-8 5 306,-15 2-312,7-1 1,-15 2-571,15-3 570,-1 0 1,1 0-12,0 1 235,-14 5-50,12-4 3116,-10 5-2769,7-1-347,12-3-45,-4 2-61,16-6-50,3 0 28,4-2-113,4-1 849,2 0-860,3-1 26,2 0-9,2 1 39,8-1-23,2 0 1,8-2-12,-1-1-11,4-2-5,3-2-6,2-3 0,4-2-829,2-1 812,2-1 1,1-2-7,2 0-28,0-1-10,17-7 33,-14 4 16,11-4 7,-21 7 5,-5 2 45,1-1 5,-12 4 23,-2 1-62,-12 5 794,-6 4-783,-15 5 8,-1 2-5,-9 5 1,-3 1-15,-4 2-539,5-2 1,1-1 532,-3 2 18,0 0 5,0-1-6,-1 1 23,2 0-12,0 0-512,1-2 529,2 1-27,1-1 21,4-2-10,1 0 999,4-2-1005,2-1-33,2 1-23,6-4 22,3-1 1,4-4 27,4 0 6,3-1 574,3-1-579,6-2-12,4-4-5,5-2-12,3-3-5,4-2-718,4 0 724,0-2-23,2 1-157,15-8 157,-11 6 19,-8 4 1,0 0-1072,2-1 1069,9-2-129,-17 6 146,-9 4 16,-3 1 644,-10 3-660,-19 10 147,2-1-153,-17 7 0,5-2 839,-3 2-839,-2 0 6,-1 4 5,-2-1-6,-1 2 7,-2 0-893,-2 1 892,0 0 40,-16 8-1,14-9 17,-8 5 0,21-12 1,4-1-33,6-4-24,7-2-11,4-3 0,4-1 327,10-3-311,1-2 1080,10-4-1096,1-2-5,4-2 21,5-3-16,20-12-1145,-9 5 1139,-12 6 0,1 1 1,11-7-1,3 0-211,-3 2 194,17-6 29,-16 8-942,9-4 936,-23 11 0,-4 1 6,-7 3 22,-4 3 1049,-4 0-1049,-7 3-28,-6 4 5,-8 4-5,-8 6 6,-9 4-6,2 0 0,-2 1-861,-21 13 861,17-10 0,-3 1-6,-1 1 1,0 0 5,9-5 0,0-1 2,-8 6 1,1-2 3,-9 5 365,6-4-371,8-4-5,7-6-1,12-5 1,6-4 5,12-4-12,6-4 1,12-6-11,5-4 665,7-5-755,5-2-140,5-4-1059,-10 6 1,0 0-6952,15-9 7742,-17 9 0,-4 3 0,-9 6 0,-9 3 1</inkml:trace>
  <inkml:trace contextRef="#ctx0" brushRef="#br0" timeOffset="150543">12277 8717 9772,'5'-3'1506,"-1"1"5076,-4 2-6297,2-4-72,-2 3-23,2-3-162,-5 4-5,-1 1-1,-5 2 45,-9 7-33,2-2 28,-18 9-46,12-5-10,-9 4 16,9-4 2,-2 0 9,-1-1-3397,0 1 3403,-2-2 62,-7 1 0,8-4 168,-11 0-112,20-6 123,-5-2-157,12-2 3375,0-2-3397,4-1 106,-1-4-100,2 3-12,1-2 78,0 1-89,2 2-17,0-1-16,2 5 22,0-1-185,0 2 106,1 8 17,2-1-5,1 7-1,1 0-5,0 0 17,2 13 6,-2-5-7,1 9-4,-4-8-1,1 10 0,-2-7 0,1 5 0,-2-11 12,1-2 27,-1-2-27,0-2 16,0 2-11,-1-3 56,1-2 5,-1-4 96,0-4 667,1-1-801,0-7-18,2 1 40,2-8-45,1 4 6,2-2 5,-1 4-22,1-1-6,1 1-17,2 0-5,1 1 17,2 0 5,9 0-11,-4 2-11,7 1 11,3 3 5,12 10-10,-6-3-7,3 9 1,-21-3 6,-2 2-12,-2 2 6,-3 1-6,-4 1 0,-3 9 0,-6-5 17,-4 5-5,-12 1-7,3-7 7,-6 6-1,5-11 6,-1 0-22,-7 1-23,6-6-33,-4 1-90,8-9-141,3-2-279,2-2-515,2-3-1015,2-4-1870,2-4-4374,2-2 8362,2 0 0,1 6 0,0 3 0</inkml:trace>
  <inkml:trace contextRef="#ctx0" brushRef="#br0" timeOffset="150845">12190 8823 18163,'28'-20'305,"0"1"0,20-14-131,-33 26 8,-1 1 59,3 0-132,-6 1-19,1 0-25,-6 3-20,-2 1-27,-1 0-12,0 1-17,-2-1-12,1 1-10,0 0-85,0 0-140,1 1-280,0 2-705,1 2-1194,1 1 2437,0 2 0,-3-6 0,0 1 0</inkml:trace>
  <inkml:trace contextRef="#ctx0" brushRef="#br0" timeOffset="151166">12698 9096 12152,'-3'0'2577,"1"0"3153,2 0-5445,-17-13-167,16 8-17,-11-11-23,20 10-11,1-1-28,1 1-16,1 0-12,1 1 0,1 0-16,0-1-1,2 1-106,10 0-45,-6 2-123,9-1-173,-7 1-225,1 1-342,1-1-548,0 1-768,-1-1-1691,-1 2 4027,2-2 0,-11 3 0,-1-2 0</inkml:trace>
  <inkml:trace contextRef="#ctx0" brushRef="#br0" timeOffset="151488">13276 8841 15928,'-7'-11'3080,"1"3"-2100,6 8 2930,0 0-3776,-9-19-55,7 14-29,-6-15-33,8 20 44,-1 4-10,1 1 27,-1 5 1,0 4-18,0 2 62,-2 16-50,1-4-307,-2 12 295,0-6-790,0 0 774,0 2-3021,-1 0 3032,0 0-11,0-1-304,0-2 298,1-3-17,0-3 85,1-3-79,1-2-17,0-4 0,1-3 466,0 0-584,1-5 2942,0 0-3782,0-6-1384,2-2 2331,1-1 0,0-1 0,-1 0 0</inkml:trace>
  <inkml:trace contextRef="#ctx0" brushRef="#br0" timeOffset="152655">13926 8945 11962,'-4'0'3131,"1"0"-1087,3 0-2038,-13-12 16,15 6 1,-6-9-18,21 8-5,4 2-17,5-1-55,4 0-68,1 0-821,4 1 608,-1 1-128,2 0-142,-2 2-1305,9 1 959,-13 3-11,2 2-51,-20 4-285,-6 2-521,-5 2 123,-8 1 2409,-4 3-695,-7 1 0,-5 2 0,-2 1 0,-2 1 0,-2 0 0,1-1 0,-10 7-324,11-7 324,-6 4 269,15-9 879,2-2-179,2-2-241,4-1-179,2-2-67,3-2 16,3-1 682,1-1-564,3-1 0,2-1-78,4-1 436,20-7-794,-7 1-68,16-6-319,-13 0 279,1-1-16,1-3 73,12-6-56,-10 3 123,16-10-34,-22 11 62,2-5 62,-12 7 28,-5 1-23,-3-2-33,-2 2-40,-5-2-33,-3 1 11,-5-1 67,-2 1 85,-3 0 94,0 1 101,-1 2 46,0 0 27,2 2 291,1 1-336,3 1-61,2 2-51,3-1-44,2 2-79,1 1-73,3 2 124,-1 0-365,6 6-5,1 2 5,6 5-16,1 1-1,0 2-5,2 3 0,5 13 0,-6-6-446,3 10 429,-8-8-16,-2 1-18,-2 0-33,-2 0-33,-2 0-68,0 0-78,-2-2-253,-2 0-105,-1-2-348,-1-1-700,-1-1-5546,0 4 1408,1-7 5807,1 1 0,3-13 0,1-3 0</inkml:trace>
  <inkml:trace contextRef="#ctx0" brushRef="#br0" timeOffset="153151">14662 8814 24021,'5'-53'442,"-1"11"-352,-4 41-6,0 1-90,0 5 18,0 0-1,0 8 11,0 1 17,-3 15-27,1-5-1,-3 9-22,2-9 16,0 1-5,1-3-199,0 0 205,2-2-12,0-2 6,4-2 0,1-3 0,3-1 0,3-4 17,0-1 210,2-4-205,2-1 1,2-2 10,2-3-5,2-3 6,2-4 61,9-10-39,-7 5 0,5-8 34,-12 6-6,-1 0 40,-2 1 16,-3 1 168,2-2-118,-6 7 6,0-1-34,-6 8-33,-1 2-22,-1 1-91,0 5 7,0 1-6,0 7 11,0 0-17,-1 5 6,-1 2-1,0 3 1,-1 2 11,-1 3-50,0 2 22,-1 2-509,0 0 481,0 1 11,0 0-67,3-1-151,0-1-269,1-1-398,1-2-823,0-2-2375,1-2 4100,2 0 0,-1-12 0,0-1 0</inkml:trace>
  <inkml:trace contextRef="#ctx0" brushRef="#br0" timeOffset="169675">27015 9288 7408,'2'-7'2997,"-1"2"-2320,-1 5 3726,0 0-3378,15-29-112,-11 16-516,11-20-10,-14 24-23,-1 3-33,0-1-34,0 1-34,0 0-22,0 2-6,0 0-11,0 0 269,0-3-376,0 3-10,0-2 94,0 3-122,0 1-331,0 0 296,-1 9 1,-2 0-11,-1 8-1,-2 1 1,0 2-6,-1 2 0,-1 3 0,-1 2-11,-1 0 5,0 1 1,-5 11-23,5-9 33,-5 17-27,8-21-1,1 6-10,5-12-1,0-2 12,1-2 16,2-2 6,0-2 90,5 0-23,0-5-11,3-1 6,1-3-18,1-1-27,4-2 17,0-1-23,3-3 73,9-7-44,-6 1 78,14-9 5,-12 0-62,-1 1 23,-8 2 12,-7 6-7,-3 2 6,-1 0-16,-1 1 5,-2 2-17,0 1 79,-1-1-113,1 4-10,-1 0-130,0 3 79,0 6 23,-1 0-29,-1 8 0,-5 10 18,1-5-18,-2 10 0,3-7-1057,-1 1 1035,1 0-34,1 0-17,1-1-49,1-2-91,0 0-117,2 0-840,-1 5 190,1-6 523,2 3-1895,0-9-1806,3-1 4164,2-2 0,-3-5 0,0 0 0</inkml:trace>
  <inkml:trace contextRef="#ctx0" brushRef="#br0" timeOffset="170396">27680 9418 10399,'1'-4'4442,"0"0"1383,-1 4-5758,-11-25 6,4 23-12,-11-18-5,7 31 6,-1 2-34,0 2-6,-1 2-5,0 2-6,2 0-5,0 3-12,1-2-5,0 1-11,2-2-17,0 0-6,0-2-34,0-2-240,-3 3-369,-2-4 156,1-1-108,-1-5-37,4-5 44,-1-2 118,1 0 162,0-4 157,-1-1 118,0-5 83,1-1 40,0-1 33,1-3 23,2-1 11,-1-2 39,2-2 40,0 0 27,0 0 51,1 0 33,-1 2 29,2 0 33,0 3 17,1 1 0,0 2 358,1-1-397,0 3-62,1 0 112,1 4-303,1 2-21,1 0-24,0 2 7,6 1-6,5 7-40,1 1 6,4 7 12,6 9-6,-5-4-12,7 8 6,-6-7-5,0 0-232,-1 0 254,0-3-28,-2-1-6,-2-2-5,-1-3-17,-2-1 11,-2-2-16,-3-1-35,-2-2-161,0 0-62,-4-2 67,1-1-116,-4-4 38,-1-2 72,-2-2 68,-4-2-23,-4-10 118,-1-6 73,0-4 10,3-3 18,4 4 33,2-1 28,1-1 40,0 2-3359,1 0 3431,0 3 23,0 3 10,1 0-4,0 4 10,0 2-28,-1 3-5,1 1 3336,-1 3-3426,1 2-173,0 3-96,0 0 163,2 11-23,0-1 6,2 8 11,1 0-22,0 3 0,4 25-11,-4-14-604,1 18 593,-4-22-12,-1 0-27,-2-2-1,0-1-45,-3-3-83,0-2-135,-2-2-213,1 0-387,0-3-3578,-3 5-1407,4-8 5921,-2 2 0,5-8 0,2-3 0</inkml:trace>
  <inkml:trace contextRef="#ctx0" brushRef="#br0" timeOffset="170675">27231 9625 7542,'-7'-2'5327,"2"0"-3770,5 2 1328,0 0-2348,37-21-296,-16 15-379,32-18 351,-27 21-3215,0 0 3243,0 0-11,-1 0-99,1-1 93,-1 1-16,1-1-24,-2-1 158,10-1-196,-9 1-23,6-2-11,-12 3-11,-3 1 159,-3 0-165,-3 1-5,-1 0 3350,-3 0-3350,-1 2 142,-3-1-5430,0 0 5198,-2 3 0,0 1 0</inkml:trace>
  <inkml:trace contextRef="#ctx0" brushRef="#br0" timeOffset="171658">27943 9415 19525,'3'-33'-64,"0"0"0,1-20 19,-4 54 166,0 2-70,1 2 46,-1 4-64,1 4 16,-1 2-27,1 3 0,-1 3-16,0 1 5,-1 3-22,-1 1-28,-2 1-45,0-1-67,0-1-404,2 7-504,0-2 438,1-2-7,1-7 12,0-9 61,-1-2-290,-1-1 570,-1-4 85,0 0 61,0-4 51,1-1-23,0 0-89,0-3 111,-1-1 62,0-3 17,0-2 23,-1-2 22,1-2 16,0-2 23,0-2 39,1-2 40,0-3 44,0-3 403,2-17-218,0 10 40,0-13-17,0 13-12,1 0 45,2-2 89,2-1-5,2 2-22,-1 1-134,1 3-158,-1 2 6,5-7-190,-1 10-23,3-4-72,4 8 21,-3 9-44,6-3-33,-4 10-287,11 1 146,-5 2-61,9 5-56,-9 2-152,-1 4-133,-3 2-1239,4 11 594,-8-4-488,0 8-738,-10-5-746,-3 1 3277,-4 0 0,0-4 0,-1-9 0,2-4 0</inkml:trace>
  <inkml:trace contextRef="#ctx0" brushRef="#br0" timeOffset="172209">27862 9505 9523,'45'-10'93,"0"0"0,-3 2 1,-6 0-21,-10 0 0,1 0-6,0 0-5,1-2 469,0 0-492,-1 0-17,0-1-10,-2 0-3138,-2-2 3103,0 1-5,-3-3 952,-1 1-947,-2-3 18,-2 1 430,-2-1-414,-3 3 40,-2 0 16,-2 2 271,-3 1-198,-2 3 3431,0 0-3330,-1 2-1,-1 1-16,0 2-28,-2 1-33,0 1 44,-2 0 67,-1 1 62,-1 1 455,-5 3-383,2 0 348,-9 7-420,8-3-39,-5 4-34,5-3-39,0 1-39,1 2-34,0 1-44,2 0-23,0 1-23,0 0-10,3 0-18,0 0-5,2-1-5,1 1 10,1-2 12,3 1 6,0-2 17,3 0-7,2-1 18,0-2 16,1-1 6,0-1 11,0-3 22,0-1 6,1-2 11,0 0-22,-1-3-17,1-1-17,-1-4-5,1 0-1,0-3 7,0 0-18,0-3 45,4-7-73,-5 4 12,4-6 16,-6 7 6,1 1 17,-3 1 22,1 2 6,-2 2 11,-1 2 0,-2 2-28,0 2-17,0 1-72,0 0-253,0 2 219,-3 7 0,0 0 0,-3 7-12,1 0-27,0 1-191,0 9-375,1 3 90,1 0-253,3-2-386,1-8-409,2 1-3562,9 1-454,-3-5 5590,5 0 0,-9-9 0,-1-2 0</inkml:trace>
  <inkml:trace contextRef="#ctx0" brushRef="#br0" timeOffset="172735">28850 9232 7906,'0'-5'4555,"0"1"1959,0 4-6391,-55-27-11,36 26-59,-13-11 0,3 5 43,17 21 27,0 2 140,-6 10-129,5-3-22,-4 6-16,7-8-12,0 0 72,-2 16-111,7-13 0,-2 12 11,11-19 17,2 0-12,5-1 1,4-2 11,1-3-17,5-1-6,2-3-22,2-1 17,1-4 11,18-2-23,-10-4-27,27-8-246,-24 0 268,12-8 11,-18 3 11,0-3 6,-4-3 0,-2-3-5,-2-4-1,-2-2-5,-2-4-536,-2-2 552,-2-1-941,-2-2 942,-2 1 0,-2-1 10,-2 2-2794,-3 2 2823,-2 3 23,-2 3 53,-3-8-15,0 12 6,-3-4 28,1 14 490,-2 0-535,2 6 603,0 1-704,2 7 3157,1 2-3230,0 1 402,-4 11-401,-2 11 22,-2 6-256,0 8 279,3-6-18,3 4-3314,2 2 3309,1 2-22,3 0 16,1 1-5,3-1-28,1-2-197,2-1 163,0-3-207,3 11 22,-3-14 23,2 8-404,-5-17-296,0-1-454,0-3-779,-1-2 2268,2-2-5248,-1-1 4323,1-3 1,-3-3 0,-1-2-1</inkml:trace>
  <inkml:trace contextRef="#ctx0" brushRef="#br0" timeOffset="172941">29037 9242 9979,'-3'-3'4335,"0"0"1054,3 3-5182,48-53-101,-13 35-98,2-12 1,1 3-87,10 21-524,-14 3 361,-5 2-167,-12 1-265,-3 1-548,-1 0-717,-2 1-1171,0 0-3399,-3-1 6547,0 1 1,-4-2 0,-2 1 0</inkml:trace>
  <inkml:trace contextRef="#ctx0" brushRef="#br0" timeOffset="173226">29692 8819 20548,'-48'-37'275,"5"11"595,30 41-646,-10 14-129,5-3-810,-5 12 777,9-6-1,2 1-10,2 3-18,3 1-16,2 0-6,3 0 0,1-2 1,4-1-2611,1-2 2605,5-2-6,3-2 254,2-2-310,13 6-2103,-4-8 1980,11 2-196,-6-10-479,2-4-1005,1-1-3546,4-4 5405,4-2 0,-18-2 0,-1-2 0</inkml:trace>
  <inkml:trace contextRef="#ctx0" brushRef="#br0" timeOffset="176963">29929 9004 14936,'-2'-16'1137,"1"3"-823,1 8-23,0 1 392,0-6-520,0 3-23,0-5-17,1 5-22,0-1 89,4-4-117,-1 3 0,3-5-23,-2 5-16,1 1 5,5-2-34,-4 2-5,4 0-11,-4 4 6,0 1-1,0 2-5,0 0-6,0 1-5,2 0-1,0 1 6,0 3 1,1 1-1,1 2 17,0 2-11,-1 1 5,1 1 0,0 2-27,0 0 16,0 1-17,-1 1 12,0-1 11,-2 2-17,-1 0 22,-1 0-5,-2 0 17,-3-1 5,0 1 39,-8 4-16,1-4-6,-8 3 0,2-8 0,0 0-6,-2-2 34,-4 1 0,5-3 23,-4 0 21,9-4 68,0-2 24,2 0 20,2-1-16,0 0-33,2-1-34,1 0-40,0-1 23,1-2-56,0 1 17,1-3-73,2-1 0,1 1-6,2 1-10,1 2-1,1 1 6,1 0-6,2 2-6,1-1 7,1 1-7,2 2 1,1 1 16,0 3-5,2 3 0,1 1 5,0 2 6,0 1-11,-2 2-11,0 0-6,-2 2 5,-1-1-27,0 7 27,-6-5-21,-1 3 27,-5-8-6,-8 2 7,-1-5-18,-7 3-22,-1-6-6,-2-1-38,-3-1-310,-12-2 85,8-1-711,-17-2-1104,14-6 259,0 0-1357,9-5-4601,10 2 7839,2 1 0,3 3 0,1 2 0</inkml:trace>
  <inkml:trace contextRef="#ctx0" brushRef="#br0" timeOffset="177287">30391 8765 11362,'-1'-3'2599,"0"1"2016,1 2-4419,18-29-105,-9 23 155,22-15-3470,-17 28 3392,8 8-311,8 11 260,-4-5-27,10 13-6,-8-6 0,-1 0-62,7 11-1082,-7-8 0,-1 1 1065,-3 3-5,-5 0 2138,-5 0-2127,-6 0-11,-4-2 423,-8 0-462,-4-2-62,-10-1-145,-5-2-1928,-22 11-3659,9-12 5833,9-8 0,2-1 0,5-5 0,2-1 0</inkml:trace>
  <inkml:trace contextRef="#ctx0" brushRef="#br0" timeOffset="188033">13803 6484 14281,'-37'-51'330,"8"8"-263,29 37 45,3-4-45,1 1 6,5-2 0,-1 3 77,2 0-7,2 0 2,-1 1-23,2 1-11,-1 0-1,8-1-38,-4 3-15,5-1-78,2 3-19,-5 2 8,7 0-7,-8 2 6,1 2-21,-1 2-2,-2 2-2,-1 1-20,3 11 27,-8-5 15,2 8 16,-9-8 10,-1 0 17,0 0 12,-1 0 1,-2-1 19,-1 0 34,-2-1-18,0-1 8,0-1-12,-1 1 74,-3 2-34,4-5 21,-3 1 37,6-8 244,0-1-43,2 0-315,2-5-28,0 1 12,2-3-12,0 2 9,2-1-1,0 1-12,1-1-3,5-1-5,-1 2 13,5 0-22,-3 2 5,3 0-24,1 2-16,11 0-3,-7 0-13,7 2-3,-10 2-4,-2 1-7,-4 2 25,-3 1 0,-4 1 19,-2 1 8,-4 2-5,-4 1-9,-3 0-11,-4 3 7,-3-2 8,-1 2 68,-1-2-24,0 1-56,1-3-55,0-1-74,4-2-79,1-1-110,2-4-437,4 0-1454,2-3 280,1-1 1,2 0 0</inkml:trace>
  <inkml:trace contextRef="#ctx0" brushRef="#br0" timeOffset="188381">14768 6131 15190,'-21'26'966,"0"0"1,-15 19-280,26-28-264,-2 1 357,-2 0-376,-2 0-46,0 1 585,-11 10-383,-2 2-398,0-1-11,4-2 228,10-11-287,4 0 361,2-3-507,5-1-109,3-3 159,2-1-374,3 0-160,4-2 39,3-1 37,3-2 81,2-2-118,3-1 107,3-1 61,1 0 137,3-1-3230,0 0 3334,1-2-611,1 0 414,0-1-280,0 0-218,-1 0-1146,-1 1 1932,1-1 1,-12 2-1,-2 0 1</inkml:trace>
  <inkml:trace contextRef="#ctx0" brushRef="#br0" timeOffset="188653">15508 6289 18680,'-3'-46'-624,"4"8"462,13 33 467,2 0-238,1 1-168,1 1-201,-1 1-50,2 1-368,-1 1-554,1 0 1399,11 4 0,-16-3 1,5 2-1</inkml:trace>
  <inkml:trace contextRef="#ctx0" brushRef="#br0" timeOffset="188881">15471 6514 10761,'-6'3'2315,"2"-2"735,4-1-3290,26-10 242,0 0-32,15-6-45,-8 3-60,-7 3-219,1-1-246,2 0-1509,1 1 1088,1 0-1669,-1-1-120,-1 2 2755,4-2 0,-16 5 1,-1 1-1</inkml:trace>
  <inkml:trace contextRef="#ctx0" brushRef="#br0" timeOffset="189137">16049 6132 14643,'-1'-3'2008,"0"1"4177,1 2-5912,-12-35-389,9 27 19,-10-26 30,13 34 203,-2 7-285,2 0 237,-1 8 31,0 1-146,1 4 276,0 4-17,0 3-3,2 2-473,0 2 196,3 0-33,0 2-41,-1 1-132,1 0-2926,2 18-6533,-2-16 9661,1 8 1,-4-31 0,-1-4-1</inkml:trace>
  <inkml:trace contextRef="#ctx0" brushRef="#br0" timeOffset="194747">27099 8550 6669,'-3'-4'1641,"1"1"1787,2 3-3042,2-7-5,-1 3 0,2-5-6,-3 5-16,1 0 5,-1-1 0,1-1-56,-1-1 17,0 0 263,3-6-297,-2 3 241,5-11-39,0 3-280,0-2-17,1 3-22,-1 6-12,0 1-50,1 0-28,0 2-28,3-2-39,-2 4-12,1 0-16,-3 3-22,1 2-23,4 0-23,2 3 40,-2 0 5,1 3 12,-5 2 5,1 2 0,-2 1 6,1 1 6,0 1 5,-1 0-17,-1 1-6,-1 0 1,-1 0 16,-2 0 12,-1 0 28,-5 7-18,0-8 24,-5 5-7,1-10 6,-1-1-5,0-1 0,-1 0 111,-12 1-78,10-4 12,-9 1 10,12-3 12,0 0 11,1 0 0,2-2 17,1 0 11,2 0-5,2-1-12,0 2 124,2 1-253,3-2-5,1 1-11,4 0 5,0 1 0,5 2 6,-1 1-6,4 4 0,-3 1-5,1 1 16,2 2-5,0 1 0,0 1-12,-1 0-5,-2 1-39,2 6 50,-6-5 6,-1 4 0,-6-7 33,-1-1-10,-3-1 4,-3-1 7,-4 0 5,-4 0 17,-2-1-34,-3-1-11,-13 0-23,7-3-72,-30 1-12,26-5-83,-15-2-163,25-2-358,1-2-734,5-1-1182,3-1-4290,5 1 6917,2-1 0,1 5 0,1 0 0</inkml:trace>
  <inkml:trace contextRef="#ctx0" brushRef="#br0" timeOffset="195231">27621 8369 13116,'13'32'308,"0"1"0,6 21-174,-24-37-33,-1-1 411,-1 0-423,-1-1-21,-2 0 134,-1-2-196,-1 0-57,-1-1-17,0-1-196,-2 0-184,2-2-285,-2 0-64,2-3-570,0-2-302,1-1-224,0-2 78,3-4 1815,0-1 0,1-4 0,0-3 0,-2-8 0,3 4 0,-1-6 0,2 4 0,1 1 0,0-1 0,-1 1 348,-1-6 654,2 7 34,-2-6 29,2 9 1063,-1-3-1053,1 5-11,0-2-33,2 7-79,0-1-145,2 4-230,0-1-23,0 2-492,4 3 22,3 1-17,3 4-17,4 2 6,3 3-17,3 2-5,3 2-6,2 2-17,3 1-300,1 0 289,2 1-6,0-1 0,0-1-5,-1 0-17,-3 0-11,-3-2-39,-3-2-46,-3 0-430,0 3-124,-7-5-705,1 1-1513,-6-6 2896,-1-1 0,-2-3 0,0-1 0</inkml:trace>
  <inkml:trace contextRef="#ctx0" brushRef="#br0" timeOffset="195750">27763 8434 16728,'-2'-24'409,"0"4"-235,2 20-17,0 0-348,0 4-5,0-2-157,-1 3-218,2-2-471,-1-1-1069,0 1-3115,0 0 5226,0-1 0,0 0 0,0-1 0</inkml:trace>
  <inkml:trace contextRef="#ctx0" brushRef="#br0" timeOffset="196104">27561 8477 8606,'1'-7'3126,"0"2"-2067,-1 5 3388,0 0-4559,-3-19 28,2 15 73,-2-12 72,3 22-21,0 2 4,0 4 7,0 9-6,1 4-3426,1 1 3398,0-1-114,0-7 74,0-1-16,0 0-275,2 7-94,-1-6-1654,1 10-4144,-1-8 6206,1-1 0,-2-7 0,-1-8 0</inkml:trace>
  <inkml:trace contextRef="#ctx0" brushRef="#br0" timeOffset="196346">27393 8657 17373,'44'-26'203,"1"0"1,-4 1 0,-7 7-14,-14 14-16,-1 1-12,-1 0 149,4-1-221,-7 1-11,2 0-46,-8 2-27,-1-1-3,-3 1-31,1 1-7,-3 0-94,0 0-420,0 0-95,-1 0-723,1 0-1360,-1 1-4958,0 0 7685,-1 1 0,0-1 0</inkml:trace>
  <inkml:trace contextRef="#ctx0" brushRef="#br0" timeOffset="196682">27984 8481 11547,'1'-3'3960,"1"0"1703,-2 3-5708,10-18 23,-7 15 66,7-8-27,-10 22 0,-1 6-6,0 8-5,0-5-6,1 9-3409,0-6 3387,0 0-670,0 0 664,1 1-101,3 8 6,-1-8-168,3 12 117,-4-17-464,1 7-18,-3-15 2635,0 1-3726,0-6-8,0-2 1755,-1-1 0,0-1 0,-1-1 0</inkml:trace>
  <inkml:trace contextRef="#ctx0" brushRef="#br0" timeOffset="196887">27917 8429 15827,'3'-49'1120,"0"1"0,-1 3 1,1 8-365,6 12-532,-2 7-96,5-3-77,-3 10-34,3 1-34,-1 3-6,3 1-16,0 2-45,2 2-33,1 1-85,2 3-106,-1 3-157,3 4-230,-1 3-2346,9 11 3041,0 9 0,-7-10 0,-6-1 0</inkml:trace>
  <inkml:trace contextRef="#ctx0" brushRef="#br0" timeOffset="197098">27929 8543 6264,'-11'4'4425,"3"-1"-833,8-3-2186,0 0-981,23-10-537,-2 5-28,15-6-336,-2 5 95,-13 3-141,7 0-206,-8 1-148,1 1-822,-1 0-1096,-1 0-583,-1 0 3377,-3 0 0,-7 0 0,-4 0 0</inkml:trace>
  <inkml:trace contextRef="#ctx0" brushRef="#br0" timeOffset="197517">28344 8388 8399,'0'-4'3961,"0"1"385,0 3-4312,-27-12-1,17 12 6,-23-7-27,23 15 16,-5 6-17,0 3-11,1 0-11,4 1-1,4-6 1,4-1 6,0 0-1,1 0 40,3 2 5,1-3 17,3 1 11,1-5 23,0-2-1,2-1 6,0-2 1,1 0-12,1-1 22,0-1 12,1-2 10,-1-2 18,0-1 11,0-2 16,-1 0 281,3-5-179,-4 3 16,1-3 29,-6 5 21,0 0-16,-2 1-12,0 1-27,-1 2-34,0-1-17,-1 2-11,0-1-33,0 2-29,0 0-464,0 0 296,0 6 6,0 2-22,0 4-40,0 1-56,0 1-89,0 1-123,0 1-140,1 0-202,2 0-304,2 1-457,3-1-561,0 0-7837,9 5 6636,-4-7 3195,4 1 0,-11-9 0,-2-2 0</inkml:trace>
  <inkml:trace contextRef="#ctx0" brushRef="#br0" timeOffset="198048">28841 8457 9974,'1'-5'5646,"-1"1"-1104,0 4-4452,-38-55-18,22 41-44,-7-16 0,0 5 12,8 27 10,1 2-22,2 3 0,0 3-6,0 0-5,2 3 22,-3 10-28,4-4 1,0 8-1,4-6 0,2 0-5,0-1-1,2 2 12,0-2 0,1 0 16,2-1 1,2 0-6,4-1 0,2-1 0,3-2 17,2-1 0,3-2 5,2-2 12,1-3-1,1-3-10,0-1-1,0-3-16,0 0-3387,-1-4 3386,0-2-71,-1-5 77,1-2-11,-1-3 12,1-2-1,-1-3 17,0-2-2252,-1-3 2235,0-4 6,0-2-6,0-3 23,0-3-6,-1-2 123,2-19 927,-6 13-983,1-13 23,-9 20-169,-2 1 208,-3 4 33,0 2 2713,-5-5-2751,1 13-1,-4-3-34,3 14-27,1 5 1752,0 2-1859,2 4 291,0 1-291,-1 7 152,1 2-163,-3 8 0,3 2 0,-1 4-28,1 19 23,1-7-1087,3 15 1075,2-13-11,3 2-23,2 0-27,1 0-34,0-1-213,4 12 79,-5-12-85,3 5-83,-7-16-102,-1-3-1108,0 6 314,-1-9-696,-1 2 18,-1-10-4000,-1-2 5988,-1-4 0,0-2 0,0-2 0</inkml:trace>
  <inkml:trace contextRef="#ctx0" brushRef="#br0" timeOffset="198238">28983 8433 13597,'23'-33'-88,"-1"0"0,-1 2 1,0 8 210,6 22-392,2 0 249,0 1-496,2 0-240,-2 0-431,1 0-600,0 0-778,-1 0-1591,-1 0 4156,1-2 0,-14 2 0,-2-2 0</inkml:trace>
  <inkml:trace contextRef="#ctx0" brushRef="#br0" timeOffset="198496">29569 8055 12444,'0'-3'4284,"0"0"998,0 3-5181,-39-19-17,23 19-11,-31-12-6,33 25-27,1 4 4,0 3-10,1 3-6,2 2 6,2 4 16,2 16-33,4-9 11,2 12-45,9 0-11,1-11-17,8 8-5,-2-17-17,2-2-40,1-4-72,0-1-600,8 1-1843,4-3-699,-1-4 3321,1-5 0,-19-8 0,0-1 0</inkml:trace>
  <inkml:trace contextRef="#ctx0" brushRef="#br0" timeOffset="199282">29939 8167 8763,'-4'0'3316,"1"0"2207,3 0-4705,-2 0-263,0 0-337,-1-1-72,-1-3 156,0-3-173,0-1-6,-1-3-22,3 1 78,-3-6-95,3 4-11,-1-5 11,3 6 117,1-9-145,2 8-11,1-5-17,2 11-11,1 0-23,1 2 6,3 1 0,0 2 6,2 0 5,1 1-11,1 0-11,-1 1-17,7 4 17,-6 1-12,3 2-27,-4 2 16,-5-2-10,1 6 32,-7-5 1,0 10 28,-10 2-17,1 0 0,-9 4 23,-8 4-23,2-5 0,-10 8-34,-8 2 23,8-8-700,-10 8 705,13-14 12,4-4 5,3-1 6,3-6 61,-4 0-16,6-5 22,-3-1 117,0-4 12,1-6-101,1-1-6,3-3 1,6 1 705,3 0-723,1 0-10,2 0-7,1 2 12,1-1-50,2 3 11,8 0-40,-2 3-49,13 3 27,-8 4-6,6 4 1,-3 2 0,2 2-79,11 11-162,16 7 83,-8-3-468,8 2 250,-21-14-229,0-1-431,0-1-869,0-1-1462,1-1 2573,4-1 1,-20-6 0,-2-2 0</inkml:trace>
  <inkml:trace contextRef="#ctx0" brushRef="#br0" timeOffset="199565">30338 7946 23355,'17'-44'-28,"-2"11"67,-10 51-22,3-1-1,4 12 7,10 15-23,-4-8-1403,8 16 1403,-6-13 28,-1 1-40,-1-1 1,-2 0-241,-4-1 191,-2-3-35,-4-1-77,-3-2-3052,-5-1 2446,-5-3-1197,-7-1-1900,-8-2 3876,-10 1 0,14-13 0,-1-1 0</inkml:trace>
  <inkml:trace contextRef="#ctx0" brushRef="#br0" timeOffset="211633">14387 7002 3137,'7'-10'3735,"-1"2"-918,-6 8-1601,0 0-119,5-2-980,-4 1 337,3-1-336,-4 2-6,0 2 319,0 6 1237,-1 1-1477,-1 2 10,-1-2-38,-1-3 0,0 0-23,-2-1 5,0 1-10,0-2-1,0 1 17,-1 0 17,1-2 17,-1 0 0,0-1 0,0 0-17,-1-2 0,1 0-12,-1-1 85,-2-6-151,2 0-29,-2-4-10,4 0 16,-1-6-50,3 3-17,0-6 22,3 6-11,0 0 1,2 0 10,4-3-16,-1 4-1,5-2-5,-1 7-11,0 0 0,6 0 0,-2 3-1,4 1-10,-4 3-6,2 1-3403,0 2 3414,0 2-528,0 4 545,1 3-278,5 10 266,-6-2 1,5 19-6,-11-12 23,-1 9 2986,-6-7-2997,-11 13 5,0-9 757,-9 10-763,0-13 12,-1-2-1150,-2 1 1144,-2-1 34,-11 5-12,9-10 23,-6 1-2848,13-14 2887,4-4 17,1-2 78,0-6-128,5-2-1,-2-3-5,6-1-1215,1-1 1209,2 0-214,0 0 192,2 0 2161,0 1-2166,1 1-12,2 1 0,2 1-6,3 0 6,0 1 3241,4 2-3252,2-1 455,4 1-461,3 1-28,16 1-78,9 1 17,0 0-29,0 1-268,-3 5 112,-13 0-503,8 2 257,-16-1-230,-2 0-4919,8 5 5686,-11-4 0,1 1 0,-12-6 0</inkml:trace>
  <inkml:trace contextRef="#ctx0" brushRef="#br0" timeOffset="211972">15014 6903 8231,'0'-3'4016,"0"1"-627,0 2-3025,-33 0-156,20 6-1,-27 2 0,27 8-5,-3 1-12,0 2 0,-2 1 393,-18 21-398,14-15-421,-13 13 353,22-22 29,0 3-73,6-4-40,1 1 7,5-6-1,3-4 62,6 2 347,0-3-386,8 0-11,-2-3-1,13-1-61,-4-1-360,10-2 315,-8-1-34,2-2-50,1-2-437,16-4-162,-10 1-779,13-3-1875,-13 2-3519,-2 1 6912,-5 1 0,-13 4 0,-5 2 0</inkml:trace>
  <inkml:trace contextRef="#ctx0" brushRef="#br0" timeOffset="212189">15542 6890 6327,'45'-25'-118,"0"0"1,-6 1-1,-9 8 1,-24 14-1</inkml:trace>
  <inkml:trace contextRef="#ctx0" brushRef="#br0" timeOffset="212425">15566 7080 10671,'-3'1'2069,"1"-1"1548,2 0-3695,35-23 173,-16 12-642,29-18 511,-25 19-77,1 0-30,0 1-53,-1 0-205,0 2-155,-2 0-479,-1 1-714,-2 1 1737,8-2 1,-14 4-1,4-1 1</inkml:trace>
  <inkml:trace contextRef="#ctx0" brushRef="#br0" timeOffset="212666">15993 6820 7968,'0'-3'5433,"1"0"2325,-1 3-7674,2-33-40,-1 25 7,1-25 22,-2 34 33,0 2 23,0 2 0,0 3 5,0 3 62,2 9-100,0-2-23,3 6 16,0-4-33,1-1-22,0 2 5,0 0-11,0-1 17,1 10-28,-2-8-6,0 7-17,-3-9-22,-1-1-313,0 6-332,1-7-1169,0 5-3664,0-10 5506,2 1 0,-2-7 0,0-1 0</inkml:trace>
  <inkml:trace contextRef="#ctx0" brushRef="#br0" timeOffset="217059">26926 7780 7654,'6'-5'3776,"-1"2"-3116,-5 3 2253,0 0-2812,8-7-28,-6 5-62,5-5-11,-7 7 1115,0 0-813,-2 0 258,-1 0-319,-2 0-45,-1 0 252,-4-2-218,3 0 5,-3-1-22,3-1-17,2 0 96,-2-3-186,2 1-16,0-3-6,2 1 50,0-7-100,1 2-6,1-6 22,6-3-28,-1 5-10,6-4-24,-1 7 1,2 2 6,1 1-1,2 2 0,0 3 1,0 0-6,0 3-85,10 1 46,-9 5 0,7 2 16,-11 4 6,0 3 0,-1 3-6,0 2 18,-1 3-7,0 2 12,-1 1-6,-2 2-50,-2 14 28,-2-5-37,-8 0 1,-3 1 13,-3 2-2727,-15 19 2733,6-30 23,-2-1 16,-1-2 17,1-3 34,1-4 10,2-4 29,1-4 22,3-4 29,2-2 16,2-2 134,-2-9-162,5 1-11,0-7-12,6 2 2722,2 0-2749,0 1-6,1-1-11,1 2-12,1 0-10,3 2-6,0 1-17,2 2 0,-1 1-28,5 2-6,-2 1 6,3 3 11,-3 3-5,1 3 5,2 3 0,0 1-11,2 2-11,1 1-28,2 0-40,1 0-49,2 0-40,1 0-51,1-1-100,0-1-135,2-1-1702,10 1-141,-7-5-2038,7 1 554,-12-6 3571,-4-2 1,-8 0 0,-5 0 0</inkml:trace>
  <inkml:trace contextRef="#ctx0" brushRef="#br0" timeOffset="217315">27627 7689 9856,'2'-4'2481,"0"0"2577,-2 4-5002,17-26 45,-12 23-29,12-16-10,-17 32-23,0 3-5,0 3-17,0 3-6,0 1 6,0 2-12,0 0-5,0 1-11,0-2-23,1 1-27,0-3-46,0-2-83,0-1-129,-1-2-247,0-1-296,0-2-500,0-1-906,0-2-1860,0-2 1966,-2-1 2162,0-2 0,1-3 0,0-1 0</inkml:trace>
  <inkml:trace contextRef="#ctx0" brushRef="#br0" timeOffset="218004">27383 7866 15027,'19'-37'106,"7"9"1103,-7 27-1203,8 1-12,-5 0 0,2 0-22,2 0-44,13 1 10,-10 0 410,10-1-645,-8 0 39,-9 0-89,3 0-134,-10 0-114,-3 0 111,-1 0-300,-1 0 13,0-1 244,-3 0 12,0-2 476,-5 2 162,1-4 17,-3 1 67,1-2 40,-1 1 45,0-1 72,1 0 61,0-1 40,0 0 78,0 1 68,-1 1 16,1 0 45,-1 0-56,1 2-112,-1 0-162,0 1-280,0 2-29,-5 8-5,1 0-3420,-4 9 3398,1-5-114,1 4 108,0 0 0,0 1-11,-1 1-23,-5 6 1,2-5-35,-7 4-2286,2-8 2136,-3-2 2089,-3 0-2319,-2-2-717,-14 0 454,9-6 107,-9-1-29,13-6 202,0-3 229,1-4 197,2-3 89,2-1 33,2-3 51,3-1 40,2-2 340,2-10 169,6-3-314,-1 2 40,7 3 3417,1 13-2908,4-3-522,-1 7-133,1 0 39,1 5-236,-3 3-32,3 0 4,-2 5 1,2 1-22,0 5 5,3 1-12,-1 4-3402,4 1 3380,0 3-2279,3 2 2263,2 1-7,14 10-38,-6-9-45,11 8-1612,-9-12 1304,1-1-537,1-1 238,0-2 691,3-1 0,-16-6 0,0-2 0</inkml:trace>
  <inkml:trace contextRef="#ctx0" brushRef="#br0" timeOffset="218959">28248 7476 16762,'-44'-43'-376,"7"11"295,31 42 101,0 2 13,0 4 455,0 2-415,1 3 112,0 2-261,2 3 176,0 15-114,3-9-18,2 12-8,8 2-1289,1-9 1263,7 12 14,-3-15 142,1-2-194,5 12-87,0-1 65,-2 0-719,-3 3 620,-11-21-117,-1 7-618,-17 2 1687,-5-10-1061,-17 6 231,6-18 111,-17-10-163,22-8 252,-11-5 100,21-2 536,4-2-386,2 0 56,3-1 6,3 0-39,1-1-56,3-1-46,2 1-32,3-2-35,4 1-44,2 0-39,2 0-51,3 0-264,0 2 209,4 0-12,0 1-17,4 1-11,0 1-3240,1 1 3156,2 0-78,-1 1-457,0-1 193,0-1-191,-1 2-1484,11-6-56,-11 6-1473,6-5 3658,-11 5 0,-11 5 0,-1 1 0</inkml:trace>
  <inkml:trace contextRef="#ctx0" brushRef="#br0" timeOffset="219359">28578 7655 12954,'-40'46'603,"7"-6"-550,30-26-80,2 4-323,-1-3 311,2 1-116,0-5 186,0-1-141,1-4 247,0-1-92,0-4 418,1-1 102,1 0-106,1-1 155,4-7-291,-1 0 27,3-7 7,-3 3 11,-1-1-75,0 0-63,0 1 565,-1-5-366,0 4 106,-1-1-23,-1 6 56,-1 2-77,-1 2-10,0 0-46,0 2-314,-1 0-339,0 2 70,0 3 36,0 2-56,0 10 89,-1-3-80,1 14-59,0-10 31,1 7-213,1-6-480,5 4 195,0-5-350,2 2-2897,5-6 370,-3-4 3649,7 0 1,-10-6-1,0 0 1</inkml:trace>
  <inkml:trace contextRef="#ctx0" brushRef="#br0" timeOffset="219876">28898 7656 22531,'-21'-45'-1606,"2"11"1153,7 44 661,0 1 341,0 2-198,0 2 117,-1 0-118,2 2-180,0 1 167,2 1-133,1 2-375,4 1-296,0 0 59,2 11-709,4-8 414,2 6 85,4-12 348,2-2 151,2-3 294,9 5 32,-2-7 45,6 1 72,-5-7 89,1-3 46,2-1-52,0-3-18,3-3-41,0-3-86,0-2-89,0-3-23,-2-2-98,-2-3 376,-3-4-526,-2-3-74,-3-6-72,-1-2-489,-2-5 527,-1-2 3,-1-1 25,-1-2 31,-1-1 17,-2 1 24,-2 1 90,-1 3 58,-1 4 48,-1 3 56,-2 4 13,-1 4 9,-1 2 248,-3 0-238,3 7-41,-2 0-17,3 8-71,1 3-67,1 1-12,0 1 500,0 0-510,0 4 38,0 3-11,0 4 6,-1 5 12,1 4 18,0 5 16,1 19-34,0-7-10,1 15-678,1-13 666,3 2 6,2-1-12,1 1 1,1-3-17,2-2-23,0-3-33,0-3-45,-1-2-39,0-3-108,-1-3-138,-2-3-242,-1-3-363,-2-3-584,0-2-962,-1-3-1916,0-1 4492,0-2 0,-1-2 0,-1-1 0</inkml:trace>
  <inkml:trace contextRef="#ctx0" brushRef="#br0" timeOffset="220051">29085 7696 10874,'-3'-3'3747,"0"1"885,3 2-4572,19-46-153,-2 32-816,19-33 761,-5 44-54,1 1-70,2 0-114,-1 0-335,0 2-686,-2-2-1205,-3 1 2611,1-1 0,-14 0 0,-1 1 0</inkml:trace>
  <inkml:trace contextRef="#ctx0" brushRef="#br0" timeOffset="220342">29556 7286 13149,'-1'-3'3109,"0"0"1775,1 3-4890,-15-27 29,9 24 5,-12-18-6,13 34 12,-1 3-23,0 5 17,0 4 5,1 2-3391,1 3 3386,0 2-11,1 2-12,2 0-27,1 1 22,0-2-6,1-1 1,2-2-18,3-2 7,1-3-24,3-1-16,2-3-179,9 5 11,-3-8-134,7 3-174,-4-10-325,1-1-544,2-4-789,0-1-1260,1-3-2795,-2-1 7093,-5-1 0,-7 0 0,-6 0 0</inkml:trace>
  <inkml:trace contextRef="#ctx0" brushRef="#br0" timeOffset="220583">29882 7286 21853,'-4'-33'14,"0"-1"0,-2-16 8,6 56 1,1 4 10,5 13-33,0-2 6,6 11-3392,-3-5 3397,1 0-11,0 2-6,0 0-11,-2 1-50,1-1-526,4 22 55,-6-19-626,3 16-634,-6-28-1451,-1-1 3249,-1-1 0,-1-9 0,0-2 0</inkml:trace>
  <inkml:trace contextRef="#ctx0" brushRef="#br0" timeOffset="220862">30173 7206 18291,'-8'-55'174,"4"13"1645,14 47-1735,4 5 679,3 3-685,5 4-16,2 3-1,3 5-10,2 2 10,12 18-615,-11-10 554,6 13 11,-16-15-22,-5 0 0,-6 1 1043,-4-1-1077,-6 0-45,-6 0-156,-6-2-348,-9 0-862,-5-2-3155,-6 0 4611,-7 2 0,19-14 0,-1-2 0</inkml:trace>
  <inkml:trace contextRef="#ctx0" brushRef="#br0" timeOffset="223835">14774 7675 15732,'-17'-42'1131,"3"8"-756,14 32-17,-1 0-16,1 1 324,-1 0-486,-2 12-79,1-3-11,-1 12-6,1-5 17,-2 9-79,3-5 6,-1 5 22,4-1-16,1-7-6,1 5 11,3-1-16,-2-6-12,1 6 17,-1-9-23,0 0 1,0 0-17,-1-1-62,2 5-45,-2-4-627,3 9-431,-3-8-1535,1 3 2711,0-3 0,-3-6 0,1-1 0</inkml:trace>
  <inkml:trace contextRef="#ctx0" brushRef="#br0" timeOffset="224217">15346 7542 17400,'-22'-31'157,"2"9"-73,10 31-11,-1 2 11,-1 3-11,0 1 0,-1 1 16,-2 2 6,0 1 1,-1 2-24,1-1 1,-1 1 0,1-1 5,1 0 12,1-2-23,3-1-22,2-1-23,2-3 6,2-1-5,2-1 34,1-3 4,2 0 40,2-1 22,3-2 6,3 0 11,2-2-34,1-1-16,3-2-28,2 0 44,10-1-72,-4-1-40,17-5-61,-14 2-62,9-4-117,-8 2-1290,16-4-1063,-8 1 1751,18-3 0,-32 7 0,-1 0 0</inkml:trace>
  <inkml:trace contextRef="#ctx0" brushRef="#br0" timeOffset="224483">15920 7501 14404,'-7'0'1423,"2"0"-785,5 0 325,0 0-912,-45 0-12,39 0-28,-31-1-16,53-2-57,13-3-28,-3-1-61,10-1-146,-8 2-639,0 2-90,0 0-866,-1 1 1892,10 2 0,-20 0 0,5 1 0</inkml:trace>
  <inkml:trace contextRef="#ctx0" brushRef="#br0" timeOffset="224692">15874 7725 17014,'40'-35'-678,"9"1"331,-23 23-610,12-3 206,-10 5-469,2-1-1161,0 1 1386,4-2 0,-16 5 0,-1 1 0</inkml:trace>
  <inkml:trace contextRef="#ctx0" brushRef="#br0" timeOffset="224934">16472 7319 19871,'-8'-11'526,"2"5"-330,6 17-34,0 3-33,0 2-39,2 3-29,1 2-21,1 0-7,2 3-27,5 12-96,0-7-601,4 10 478,-2-10-196,1 0-330,2-1-3530,6 10-642,-4-10 4131,7 8 1,-15-24 0,-1 0 0</inkml:trace>
  <inkml:trace contextRef="#ctx0" brushRef="#br0" timeOffset="225416">17194 7295 22649,'-9'-31'14,"1"1"0,-6-19-3,15 52 23,-1 2-1,3 5-5,0 3-11,1 5 0,0 4-11,0 2-6,2 2-384,-1 0 390,1-1-3262,8 8 3267,-3-9 6,8 3-213,-3-14 213,4-3 0,2-4 39,2-2 12,1-3 49,1 0 85,9-7-90,-9 0 0,6-7 242,-12 0-258,0-2 66,11-10 3170,-6 4-3203,20-22-90,-16 14-525,11-11 514,-9 10 0,0-1-11,1 1 5,1-2 6,0 2 0,-1 1 34,-1-1-40,-2 4 6,11-8-39,-13 11 22,8-4-11,-15 14 0,-1 2-11,-2 3 48,-2 2-71,1 3-22,-2 1-61,0 1-102,0 3-789,5 5 16,-6 1 374,4 6-1729,-9-2 2347,-2 12 0,-3-13 0,-1 6 0</inkml:trace>
  <inkml:trace contextRef="#ctx0" brushRef="#br0" timeOffset="227150">6522 6464 9615,'-51'-2'961,"0"0"1,4 1 0,7-1-335,8 2 431,-6-2-638,13 2-834,-3 0 755,13 0 263,4 0-284,2 0 62,2 0-219,4 0-146,0 0-376,2 0 852,4 2-387,3 1 112,16 5-128,-1-2-3409,14 1 3386,-2-3-760,26 1 726,-10-2-1018,-15-1 1,1-1 1012,20 0 14,-11-1 0,2 0-382,-9 0 1,0-1 358,14 0 1,1 0 596,-12-1 0,-1-1-599,2 0 0,1 0-3,1-1 0,2 0-1,-2 0 0,4 0 0,-3-1-569,8 0 1,0 0 558,-7 0 1,2 0 0,-3 1-1,4-1 0,-2 1 245,0-1 0,0 1-248,-1 0 0,-1 0 6,0 0 0,0 1-4,-3-1 1,1 1 146,-3-1 1,1 1-145,10-1 1,0 0-3,-16 1 0,2 0-3,22-1 0,-4 0-6,-8 1 6,-11 1 0,-5 0 50,-15 1 496,-2 0-412,-11 1 2297,-3 0-2341,-3 1 2059,-4 1-2137,-5 1 1155,-6 2-1150,-6 1-6,-5 1 11,-27 4-16,8-1-890,14-3 1,-1 0 894,-22 3 1,-4 0-10,29-4 1,0-1 2,-1 0 1,0-1 0,-1 1 0,0 0 2,-1 0 0,1 0 3,-2-1 1,1 1 2,0 0 0,0-1 0,-1 1 0,1-1 2,1 0 1,-1 0 8,1 0 1,0 0-10,1 0 1,0 0 0,1-1 0,0 1 0,1-1 0,0 1 5,-28 2 23,2 0-6,4 1 11,2-1-5,5 0-6,2 0-495,5-2 512,2 1 22,3-1 29,5-1 190,-3 1-118,13-2-351,-1-1 239,14 0-123,3-1-79,3 0 1587,0 0-1603,7 0 746,1-1-584,9 0 434,4-1-412,26-4-66,-5 1-329,-9 2 0,1-1 120,23-3-399,-10 2 0,4 0-3108,8-1 1,2-1 3748,-16 2 0,1 1 0,-3-1 0,4 1 0,-6-1 0,8 0 0</inkml:trace>
  <inkml:trace contextRef="#ctx0" brushRef="#br0" timeOffset="227818">9333 6278 10231,'-4'0'952,"1"0"2274,3 0-2789,-70 5-2635,39-1 2405,-13 0 1,-1 1 217,13 1-21,-2 1-24,1-1-16,-1 0-2736,2 1 2652,3-2 879,3 0-980,3-1-56,4 0-39,5-3 879,5 1-1002,3-2 3149,3 1-3189,2-1 236,8 0-101,0 0-28,9 0-33,1-2 16,4 0 0,3-2-5,4 0 16,18-2-22,-9 1-1348,13-1 1359,-13 2-11,0 0-11,0-1 11,-1 1-304,-1-1 310,1 1-6,-2 0 0,-1 0 5,0 1-5,-1 0-17,-2 1-78,18 0 84,-18 2 22,10 0-11,-25 0-11,-3 0 1302,-5 0-1296,-2 2 377,-4-2-339,0 2 6,-4 1-16,-2 1-18,-7 1 1,-2 2 5,-6 0 6,-3 1-6,-6 0 12,-3 1 5,-4-2-6,-2 2 51,-2-3-300,0 0 328,2-2 16,2 0-4,3-2 22,3-2 21,5 1 35,4-1 33,6 0 297,2 0-292,6 0-55,2-1-79,5 0-45,0-1 289,3-2-305,3 0 5,4-2-11,4-1-6,5-2 12,3 0-17,4 0 39,15-4-45,-7 3-491,11-3 491,-10 4-5,0 0-23,2-1-56,1 1-134,1 0-308,1 1-4095,1 0 169,0 0 3901,5 0 1,-22 4 0,-1 0 0</inkml:trace>
  <inkml:trace contextRef="#ctx0" brushRef="#br0" timeOffset="230676">27842 7205 12701,'1'-5'84,"0"2"-11,-2 11-28,0-2 56,-1 10-40,0-7 1,0 3 11,1-5 11,-1 1 28,0-1 67,-1-1 51,1-1 430,-1 0-262,2-2 22,-2 0 23,2-2 3170,1 0-3462,-1-4-61,0 0-29,-2-3 12,2-1 39,-3-7-45,2 2-11,-2-6 39,1-3 1,-2-3-12,0-9-3437,1 8 3386,2 1-5,1 9 0,1-1 17,0-2-11,1 4-1,1-1-5,2 6 0,0 1 3387,-1 1-3393,1 1 12,-1 0-23,0 1 6,1 0-34,-1 2-28,0 1-28,-2 1-72,0 1 94,1 0 40,1 0-11,2 0 22,1 2 0,0 0 0,3 2 0,1 0 0,1 0 5,3 1-5,0 0 6,2 1 5,2-1-3392,1 0 3387,1 0 5,2-1 0,11 2-2268,-6-3 2263,9 2 16,6-2-11,-10-2 1,11 0-1,-13-1 11,11 0-11,-8-2 1986,8 0-1992,-14-1 1,2 0-1,-1-1 1,1 1-6,11-1 0,-9 1 0,18-2 0,-20 2 0,8 0 0,-13 1 6,1 0-6,0 1 0,0-1-23,13-1 6,-9 1-5,10-1 5,3 0 17,-10 2 6,10-2-432,-13 1 431,-2 1 266,-2-1-271,-2 0-6,-3 0 12,4 0-6,-8 0 5,3 0 1,-7 1 0,-1-1 3177,-1 0-3178,6-2 666,-3 1-671,6-3 5,-2 2 1,13-3 5,9 0-17,15-3 1,-11 3-1314,-2 1 1319,-14 2 11,-3 1-5,5 0 0,-9 1 5,2-1 6,-12 1 5,-2 0 6,-3 1 1313,-2 0-1308,-2 1 29,0-1-56,1 1-6,0-1 0,1 0-6,1-1 0,5 1 1,-1-2 10,4 1 7,-2 0-7,2 0 6,0 1 12,1-1-1,-1 0-5,-1 0 28,1 1 10,-4 0 22,-1 0 7,-4 0-8,-2 1 209,0 0-224,1 0 11,0 0-22,2 0-28,1 0 1,0 0-7,3-1-2,-2 1-3,1 0-11,-2 0-5,-1 0 5,0 0-6,-2 0-5,0 2-5,-2 0-7,2 1 0,-2 1 2,0 1 0,0 2 12,0 6-6,0-1 5,0 5-6,0-3 0,0 9-28,0-4-57,3 7-163,2-8-375,3 1-867,3 2 1506,13 10 1,-13-16-1,7 5 1</inkml:trace>
  <inkml:trace contextRef="#ctx0" brushRef="#br0" timeOffset="231793">28854 6508 20173,'7'-32'378,"0"1"0,4-19-238,-11 49-258,0 1 107,-1 3 22,0 0 1,-1 4-3404,-1 1 3392,1 3-130,-2 9 107,1-4 29,-1 7 0,2-6 5,0 0 34,0 0-34,0-3 6,1 6 3310,0-6-3315,1 3 198,0-7-204,0-2-6,0 0 11,0-2 0,0-2 23,0-1 39,0-1 1350,0-1-1339,2-5-22,-1-1-18,2-4-16,0 0 0,0-2-5,0-1-6,0-3-17,0-1 22,0-2-11,-1-2 6,0-1 5,0 0-27,-1-1 22,2 2-17,-2 1 11,1 4-11,-1 2-11,0 5 5,-1 2-16,1 3-169,-1 1 202,-2 8 1,1 0-24,-2 7 29,1-3-6,-2 4-11,1-1 0,0 2-3392,-1 1 3404,1 0-18,-1 1 12,1 0-6,-1 0-12,1-1 24,-1 0-7,0-1 1,-1 0-1,1-1-5,-1-1 0,0 3 6,1-6 0,-1 2 3391,3-7-3374,1-1 16,0-2 644,1-1-649,0-7-6,0 0-6,0-8 0,0 2 12,0-3 0,0-2-18,0 0-4,0-2-1,0 0 6,0 0 11,0 2 5,0 0 23,-2-1-22,1 7-6,-1 0 0,1 8-34,-1 0-16,2 3-174,-2-1 151,1 2 34,0 1 11,-1 3 0,1 3-28,0 4-39,1 1-68,0 2-128,0 3-179,0 0-310,0 2-418,0 1-4347,0 13 4669,-1-6 0,0-3 0,-1-11 0</inkml:trace>
  <inkml:trace contextRef="#ctx0" brushRef="#br0" timeOffset="242049">24406 7879 7162,'-7'-4'2588,"1"0"-2392,6 4 739,0 0-398,-2 0-279,0 0 39,-1 0 62,1 2 10,0 0 7,-2 0 10,0 0 0,0 0-5,0 1-28,0-2-28,0 1-28,1-1-34,0 0 376,0-1 16,2 1 1406,-1-1-1971,4-5-6,0 0-11,1-5-11,0 1-12,1-1-16,1-1 33,6-10-62,-3 8-5,5-7-11,-4 12-6,1 3-5,1 0 0,0 2-12,2 1-5,-1 1-6,2 2-5,-2 2 27,1 3 1,0 3 16,-1 4-5,0 2 11,-1 3-6,0 1 1,0 1-6,-1-1-1,-1 1 7,-1-1-1,-3 1 17,-2-1-16,-2 1 10,-4 1-5,-4 1 6,-6 0 5,-17 12-3403,1-8 3387,-14 9 5,7-11-875,-3 0 903,-1-2 0,0-4 28,0-2 33,4-7 6,1-3 23,5-4 22,4-3 22,5-3 6,3-4 2962,6-2-2979,3-1 1267,3-2-1334,4 1-17,0 0 0,3 0 0,1 2-5,3 0-18,2 2-21,2 0 5,1 2-28,1 1 0,10 0-11,-2 3 11,9 1-6,-5 2 0,4 3-10,1 1-29,3 3-3420,0 1 3325,2 1-844,15 6 503,-11-2-237,11 4-486,-18-4-661,-1-2-1070,-4 1 2935,2 0 0,-14-6 0,0-1 0</inkml:trace>
  <inkml:trace contextRef="#ctx0" brushRef="#br0" timeOffset="242309">25126 7982 17272,'-13'19'134,"1"1"-117,5-2-6,0 0-33,-1 3 10,1-1-27,-1 2-34,0-1-72,-1 0-186,-1 0-341,-2-1-431,-1 0-482,0-2-538,-2-2-583,1-2-178,-2-4 2111,0-1 1,7-6 0,0 0-1</inkml:trace>
  <inkml:trace contextRef="#ctx0" brushRef="#br0" timeOffset="242503">24817 8035 15575,'50'-12'190,"-7"6"-156,-24 20 5,1 0-22,1 2-6,1 1-11,1-1-34,-1 1-16,0-1-56,-1 1-63,-2-3-133,0 1-275,-2-3-683,0 0-1972,-1-3-6599,-1-1 9774,-3-3 1,-6-2-1,-2-2 1</inkml:trace>
  <inkml:trace contextRef="#ctx0" brushRef="#br0" timeOffset="242751">25393 7895 20593,'7'-29'314,"-2"9"-214,-3 36-10,0 3-12,1 2 62,3 16-89,-1-8-12,2 11-17,-1-11-403,0-1 392,1 0-11,0-2-39,-1-1-28,0 0-73,-1-3-913,-2 9-655,0-11-2107,-2 6 3815,-1-10 0,0-7 0,0-2 0</inkml:trace>
  <inkml:trace contextRef="#ctx0" brushRef="#br0" timeOffset="248235">24251 8997 11026,'12'-7'1575,"-2"2"-629,-10 5 3854,0 0-4643,-3 0 22,1-1 18,-3 0 4,2-3 443,-3-4-403,2 1 140,-1-9-275,3 5-44,2-4-1,0 1-38,3 1-7,2-2-4,2 1-12,2 1-3398,1 0 3393,2 2-53,0 1 41,2 2 0,1 1 6,-1 2 0,2 1-6,-2 2-45,7 1 18,-5 2 4,3 1 3345,0 8-3327,-5 0 22,5 6 44,0 5-50,-5-2-10,4 6 4,-7-5-4,-3 1-7,-1-1 1,-4 2-1,-1 0 18,-3 0 5,-4 0 0,-4-1-3381,-4-2 3387,-3 0-868,-3-3 879,0-2-165,-11 3 192,8-7 7,-8 2 22,12-8-1,2-2 124,-2-4-151,7-2 2847,0-2-2864,9-1 1246,2-1-1258,0 1 349,0 0-359,2 0 11,3-1-23,1 1-11,6-1-11,-3 5-22,10-1 44,-5 4-10,7 4-1,-2 1 0,1 4 0,2 2 12,3 2-7,0 1 1,1 2-101,15 17 79,-16-12 5,8 12 17,-23-16-6,-5-1 17,-3 0 5,-5-2-5,-3 0 0,-4-1 0,-6-1 12,-1-1-18,-4 0-67,-14 0-235,-4-1-39,-1-2-213,6-4-354,13-3-637,3-1-1126,4-2 2677,3-2 0,5 1 0,2-1 0</inkml:trace>
  <inkml:trace contextRef="#ctx0" brushRef="#br0" timeOffset="248460">24890 9008 8718,'9'-4'1187,"-1"0"-508,-8 4 2917,0 0-3495,27 58-34,-18-34-45,6 11 1,0-1-6,-10-15 40,0-1-85,-1 0-38,0-1-175,-3 0-269,0-1-439,-1-1 949,-4 5 0,3-10 0,-4 2 0</inkml:trace>
  <inkml:trace contextRef="#ctx0" brushRef="#br0" timeOffset="248700">24734 9086 11648,'0'-3'2700,"0"1"946,0 2-3584,66 3-3369,-37 5 3326,12-3 1,0 1 546,-12 10-532,17 9-34,-12-7-28,-6-3 0,-1 1-45,3 0-319,12 11 525,-22-13-1281,4 2-1524,-10-6-4945,-1-3 7617,-2-1 0,-6-3 0,-1-2 0</inkml:trace>
  <inkml:trace contextRef="#ctx0" brushRef="#br0" timeOffset="249093">25450 9098 10937,'0'-4'2599,"0"0"-543,0 4-1452,18-60-1293,-9 39 910,2-15 0,1 3 516,-1 20-479,0 0 114,0 2-260,0 2-39,0 2-40,0 2-33,4 3-11,-4 2-6,4 5 645,-4 3-639,-1 5 0,1 3-1,-1 3 1,-1 4-11,-1 2 5,-3 2 11,-2 14 23,-4-9 0,-5 10 22,-10-4-11,2-10 0,-7 5-5,6-14-7,1-2 7,1-2-6,2-2-6,3-3 6,0 0 5,5-4 62,1 1 258,4-6-140,1 0-23,5-1-61,2 0-23,4-2-33,3 0-29,3-2-5,3-2-11,2 0-17,3 0-11,0 0 0,2-1-45,0 2-34,-1-1-106,0 1-169,-2 1-346,-1 1-784,-2 1-2476,-3 0 3123,1 2 0,-12 0 0,0 0 0</inkml:trace>
  <inkml:trace contextRef="#ctx0" brushRef="#br0" timeOffset="270503">24447 9894 15115,'0'-20'1697,"-1"2"-834,1 14-650,0 0-40,0 0-38,0 2 49,0 0-492,0 1 376,1 4-1,-2 1-17,1 4-16,-3 0-23,1 2 6,-1 2-12,-3 7 1,1-3-6,-3 6-22,2-2 22,2-3-12,-1 3 12,3-6 17,1-2-11,1 4 5,2-3 11,-1-1 23,2-4 34,-1-4 66,1-3 23,0 0 29,0-1 122,6 0-207,0-2-22,4-1-17,0-4-12,1-1 62,9-7-78,-3 3 6,5-4-7,-6 3 12,0 0 96,5-6-46,-5 6 0,3-4 135,-2 2-107,-6 5 29,1-1 10,-8 5 1,-1 2-17,-3 2-34,-1 0-151,-1 2 39,-1 8 6,-2-1-17,-1 8-6,1-3-16,0 1-12,0 1 1,0 1-18,2 1-94,-1 6 50,1-5-34,0 5-45,2-8-67,0-1-470,6 5 168,-2-5-281,4 2-537,-2-6-616,3-1-873,0-3 2850,4 0 0,-7-2 0,0-2 0</inkml:trace>
  <inkml:trace contextRef="#ctx0" brushRef="#br0" timeOffset="270948">25251 9892 17585,'-30'10'140,"5"0"-123,15 2-11,1 1-23,0-1-2353,0 2 2320,2-1 531,-1 1-688,-5 6-325,-3 3 6,0-2-236,-1-3-258,5-9-189,1-1-1642,-6-3 1428,6-2 235,-3-3-60,3-7 1141,3-1 1973,-1-6-1709,3 2 72,0-2 572,-2-8-280,2 5 78,-3-5 23,3 7 778,-3-5-616,3 5 141,-2-1 133,3 5 1138,2 0-1233,0 3-173,2 0-152,0 4-139,1 1-157,0 1-84,0 0-269,2 2 5,1 1 45,2 3 0,2 2-11,3 3 0,1 2-5,3 2-12,2 2-22,3 1 11,2 0-6,2 0 1,1 1 5,0-2-289,1 2 261,-1-3-55,0 1-225,6 4-34,-8-6-280,6 2-744,-11-6-1272,0-3-7193,-3 0 9555,-2-3 0,-6-1 0,-2-1 0</inkml:trace>
  <inkml:trace contextRef="#ctx0" brushRef="#br0" timeOffset="271916">25769 9734 9038,'3'-5'3512,"0"1"2470,-3 4-5865,-12-36-61,7 28-17,-10-28-16,10 36-248,-3 0 259,-2 3 0,-3 1 0,-2 3-6,-3 2 5,-1 2-16,-1 2-6,-1 0 17,-9 12-16,7-6 4,-5 9-4,11-6-18,-2 10 6,5-6 0,0 8-22,8-11 5,3 0-3156,1 6 3167,4-6-770,3 4 781,2-9 1,3-1 5,1-1 6,1 0-6,4-2 11,0 0 12,2-2-6,2 0 22,-1-3 6,0-1 6,0-4 11,-1-1 22,0-3 17,-2 0 6,0-3-6,-2-2-6,0-1 3022,-3-3-3000,1 0 1199,-2-2-1159,-2 0 22,-1-1 185,-2-4-201,-3 4 72,-5-6-173,-1 8-22,-6 0-12,-1 5-11,-3 0 0,-3 2-11,-3 1-1,-12 1-77,-4 4-3421,-1 0 3325,3 5-452,11-1 211,1 3-296,2 0-606,2 1-1332,0 1 2632,1 2 0,7-7 0,2 0 0</inkml:trace>
  <inkml:trace contextRef="#ctx0" brushRef="#br0" timeOffset="273912">24706 10701 9542,'0'-5'532,"0"1"-464,0 2-68,0 1 11,2 0 6,0-1 11,3 0 0,0 1-6,1 0 6,0 0 39,3 0 40,-1 1-18,-1 0 79,-2 0 95,-2 0 68,-1 0 55,0 0 1244,0 0-1193,-1 0-112,-3 2-6,1 1-39,-4 1-56,-1 0-33,-1 1-18,-4 0 74,-9 4-152,2-2 1,-7 3 4,4-4-10,-1 1 16,-2-1 1,0 0 10,-1-2 23,-1 0-5,2-2 10,0-1 35,3 0 16,2-1 5,3 0 23,3 0 202,0-2-241,6 0-17,0-2 84,3-1-135,3 2 1,0-1-1,1 2 97,0-2-113,0 2-17,0-1 5,0 2-374,0 0 307,1 4-11,0 2-5,2 5 11,0 2-6,-1 3 6,0 1 0,-2 2-6,1 2-11,-1-1 0,0 2 0,0 1 17,-1 9-12,-1-8 6,-1 7 1,0-12 4,0-1 1,0-2-11,1-3 11,0-2-6,1-1 11,0-3 6,1-1 23,0-2 77,0-1 1216,0-1-1148,3-4-101,1-2-22,3-4-11,3-2-23,0-1-5,3-1-12,1 0 0,2-1-5,0 1-17,3 0 6,1 2 11,0 0-12,2 2 1,0 2-17,9 0 5,-8 4 0,8 0-5,-11 5-6,1 2 1,-1 3 10,1 3-5,0 2 0,-2 2-6,-1 1-22,-2 2-12,-3 0 1,-3 0-34,-4 0-17,-4 1-50,-3-1-45,-4 1-50,-4 0-46,-4-1-38,-1 0-101,-1-1-102,0 0-150,-1-2-180,1-1-251,1-3-477,1 0-739,1-4-2073,2-2 3555,-1-2 0,7-1 0,-1-1 0</inkml:trace>
  <inkml:trace contextRef="#ctx0" brushRef="#br0" timeOffset="274154">24842 10775 12198,'41'-29'186,"1"0"1,-4 2 0,-6 6-125,-12 15-40,-1 1-56,0 1-38,-1 1 1102,-1 1-1310,-3 1 280,0 1-812,-2 0-662,0 1-2811,-2 2-283,-2 1 4568,-1 0 0,-4-2 0,-1 0 0</inkml:trace>
  <inkml:trace contextRef="#ctx0" brushRef="#br0" timeOffset="274425">25558 10698 18156,'-7'7'292,"-1"2"-214,-1 6-11,-2 3-16,0 1-23,-1 2-12,0 1-21,-1 1-29,0 0-50,-2 2-89,-1 0-808,-1 0 287,-1 0-532,-1-1-623,2-2-800,0-2-1065,2-3 1547,2-4 2167,3-3 0,6-6 0,1-2 0</inkml:trace>
  <inkml:trace contextRef="#ctx0" brushRef="#br0" timeOffset="274642">25266 10799 17652,'32'6'109,"-1"-1"1,25 7-65,-36 2 11,10 8-68,3 3-32,0 0-18,-3-1-33,-10-9-68,0 0-665,6 3-197,-6-4-4806,9 6 1658,-14-11 4173,1 1 0,-11-7 0,-3-2 0</inkml:trace>
  <inkml:trace contextRef="#ctx0" brushRef="#br0" timeOffset="275259">25812 10831 8707,'-2'-10'2689,"0"3"-1591,2 7 5141,0 0-6177,11-29-79,-8 22-22,8-22 28,-11 29 61,0 0 0,1 3-15,0 0-2,0 1-16,2-1 6,-2 0 10,2 1-16,-1-1 5,0-1 6,-1 0-5,1 0 72,-2-1 1859,1 0-1775,-4-13-123,2 4-11,-2-12-17,3 9 0,0-2 6,0 0-6,2 1 5,2 1 7,0 0 10,2 2-33,1 0 5,0 2-16,1 1-23,0 0 17,-1 2-22,4 2 10,-3 0-4,3 2-7,-4 3 23,1 2-5,0 3-1,1 4-5,-1 1 0,1 4-17,4 12 16,-4-6 1,2 10-11,-6 2 11,-2-8-6,-3 9 11,-4-12 12,-4 0-6,-2-1 0,-4-1 0,-2-2 5,-1-2 7,-2-1-7,0-2 18,0-3 21,1-1 24,3-4 60,4-2 57,3-2 230,4-2-258,1-1-56,3-1-67,1-2-6,3-3-12,4 0 18,11-4-23,-1 2 0,7-3 1,-5 4-1,3 0-6,0 0-5,1 1-644,1 1 627,0 0-83,10 0-35,-10 2-106,6 0-168,-13 2-269,-2 0-397,-2 0-740,-2 0-1064,-2-1-2201,0 0 499,-2 0 4581,-1 0 0,-4 0 0,-1 2 0</inkml:trace>
  <inkml:trace contextRef="#ctx0" brushRef="#br0" timeOffset="275633">26306 10721 11295,'0'-4'5069,"0"1"1199,0 3-6285,8-48-1815,-6 36 1815,5-33 286,-7 49-241,0 4 352,-2 3-380,-1 2-3000,-2 4 3000,1 1 6,-1 1 612,0 0-618,1 1-5,0 7 10,2-8 168,0 9-167,4-14 5,0 1 0,2-6 17,0-4 3415,2-1-3281,8-2-123,-3-4 0,8-3-3386,-5-3 3409,1-2-836,1 0 830,0-2 50,5-4-38,-5 4 10,3-2 45,-9 7-11,-1 2-11,-3 2-28,-1 1 2964,-2 0-3020,1 3 1235,-1 2-1247,0 3-5,2 3-5,0 3-23,5 10 28,-1-4-12,2 9 1,-3-5-22,1 0-68,-1 2-106,0 1-230,0-1-3762,0 3 2776,0 0-1193,-2 0 2595,0 3 1,-4-15 0,0 1 0</inkml:trace>
  <inkml:trace contextRef="#ctx0" brushRef="#br0" timeOffset="279040">24669 12164 16012,'0'-3'851,"0"1"-235,0 2-605,5 38-5,-4-17-23,2 31-6,-5-27-38,-1 0-62,1 0-135,0 0-235,2 0-1893,-1 10-672,3-8 3058,3 8 0,-2-22 0,2-1 0</inkml:trace>
  <inkml:trace contextRef="#ctx0" brushRef="#br0" timeOffset="279679">25380 12136 18280,'22'-34'330,"-4"6"-229,-18 33 5,0 0 13,0-1-2,0 2 1,0 0-12,-1 0 135,-1 3-118,-1-3-11,-1 2 6,0-4-1,-1 0 1,0 0 16,-1 0-16,0 0 5,-1-1 6,0-1-6,-1-1 11,1 0-10,-1-1 4,2-1-16,0 0-5,1-3-29,0-1-16,1-2-23,1-2 0,1-2 23,1-7-51,2 3 6,1-6 5,3 7 1,2 1 16,1 0-28,1 0 0,2 3 0,1 0-5,1 2 5,0 2-11,0 1 0,0 3-61,5 1 33,-4 1-6,4 4 17,-6 1 6,1 5 0,0 2-12,1 4 1,-2 1 5,0 4-5,-1 15 22,-5-6-23,-3 12-16,-9-10-17,-6 1 17,-8 1-1236,-4-1 1258,-4-1 17,-3-1-17,-1-4 23,-1-3-111,1-3 128,3-4 21,3-3 29,4-5 34,7-4 33,3-2-6,5-3 1204,2 0-1249,4-1 88,1-2-132,0-3-22,2 0 5,1-2-6,4 0-16,0 1 5,0-1-5,2 2 5,-1 0-6,2 1-5,4 0-5,-2 1-6,4 1 5,-2 0 6,1 2-11,3-1-6,2 0-39,3 1-23,3-2-33,3 2-39,3-2-68,3 1-100,3-1-140,4 0-1377,2-1 985,2-1-354,2-2-520,0-1-672,1-2-1009,-2 0-1444,-6-2 4504,-7 2 1,-17 5 0,-8 1 0</inkml:trace>
  <inkml:trace contextRef="#ctx0" brushRef="#br0" timeOffset="279991">26313 12062 9212,'0'-7'4111,"0"2"-3008,0 5 3849,0 0-4728,-61-5-39,40 11-110,-14-5 1,2 3 30,19 14-22,2 2-22,0 1-23,3 1-11,1 0-11,2-1 11,3 7-11,2-8-6,4 4 17,2-10 22,4-1 18,1-3 27,3-2 33,0-2 29,1-3 34,1-2 10,0-1 12,2-2 22,-1-2 6,0-4 1,0-2-2,-2-2-16,-1-2-22,-2-1-23,-2-1-11,-1-2-22,-4 0-17,-1 1-23,-2 0-3420,-3 2 3365,-2-1-299,-5 1 270,-2 1-16,-2 0-12,-2 1-11,0 1-50,2 2-129,0 2-314,3 2-706,2 1-1331,4 2 2547,0 2 0,4 0 0,-1 1 0</inkml:trace>
  <inkml:trace contextRef="#ctx0" brushRef="#br0" timeOffset="282822">8686 10936 19769,'-3'0'-224,"1"0"247,2 0 44,4 3-781,2-1 461,5 4 99,3-2 284,3 1-79,6-2 146,6 0 69,6-1 13,-3-1 1,2-1-167,23-2 248,-16 0 1,0 0-1564,-8-2 0,0 0 1502,3 0 1,1-1-26,3-1 1,0 1-446,1-1 1,3-1 326,-2 0 0,4-1 0,1 0-41,3-2 0,1 0 0,2 0-463,-3 1 0,2-2 0,0 1 0,-2 0 333,6-1 1,-2 0 0,-1 0-18,-1 0 1,-1 0 0,-2 2-38,4-2 1,-2 1 110,1 0 0,-1 0-15,-1 1 1,0-1-20,-2 2 0,-1 0-20,-3 0 0,-1 1 106,-3 0 0,-1 1-12,-4 1 1,-2 1 80,25-3-247,0 4 55,-18 4-339,-9 3 2145,-23 5-2840,-24 5 2346,-2-3-1028,-12 6-54,3-5 146,-18 3-47,8-5 30,-15 2 59,10-6 543,-2-1-2263,-7-2 860,-4 1 285,10-2 1,-2-1-1185,10 1 1,0-1 1150,-13 1 1,-3 0-391,-5 1 0,0-1 425,11 0 1,0 1 94,6-1 0,-2 0 0,-1 1 28,-4 0 1,0 2 0,1-1-10,-9 2 1,0 0 32,6 0 0,-1 0 0,2 0 101,-4 1 1,1 1 11,1-1 1,1 1 7,1 0 0,-1 0-399,6-1 0,-1 0 0,2 0 403,-5 1 0,0 0 51,-1-1 1,-4 1-1,5-1 17,8-1 0,2-1-19,-12 1 1,2-1 683,-9 2-574,4-3 158,21-2 0,0 0-233,-13 1-17,-7 0-156,7 0-7,15 0 29,-6 1 130,12-2-219,12-1 1794,1 0-1893,11-1 2781,7 0-2635,5-2 67,25-3 43,-1-1-767,8-2 1,3 0 742,-11 2 1,0-1-12,18-3 0,1 1-215,-7 0 1,-1 0 264,5 0 1,2-1-527,2 0 1,1-1 475,3 0 1,0 0-574,1 0 1,3-1 529,-4 2 0,4-1 0,-2 1-11,-13 3 1,-3 0 0,3-1-3,11-1 1,3-1-1,-1 1-9,-5 1 1,0 1 0,-3 0 254,5-1 1,3 1-228,-12 5 0,8 2 0,3 1 0,-5 1 0,-11-1-92,-6 0 1,-3 2-5,17 4 1,4 2 0,-29 2-375,-74 6 672,-3 1-62,-10 0 10,10-5-25,-4-1 155,11-3 1,-4 0-187,-5 0 0,-2-1 36,-2 1 0,1-1 96,-3 0 1,3-1-357,11-2 1,1-1-1,-3 1 0,-1 0 27,0-1 1,-1 1 15,-1 0 1,-1 0 25,1 1 1,0 0 22,0 1 0,-1 0 40,5 0 0,-3 2 0,3-1 6,-8 1 0,1 0 6,8-1 0,-1 2 1,3-2 25,-3 1 0,4-1 17,1 1 0,0 0-500,3-1 1,0 0 501,4 1 0,0-1 136,-4 1 1,1 0-83,-12 3 452,-3 0-534,29-7 2145,8-2-2265,6-1 1810,4-1-1523,15-1-441,2 0 21,17-3 706,31-10-484,-3-1-412,-15 2 0,5 0 416,-8 1 1,4 0-1,-3 1-24,12-4 0,0 1-963,-5 2 1,2-2 0,-2 2 1085,7-2 1,-1 0-13,2 0 0,1 1-427,1-1 0,0 0 292,-1 1 0,4 0-245,-7 1 0,4 1 1,-2-1-804,-13 4 0,-3-1 0,2 1-1640,9-2 0,1 0 0,-6 2 2747,-3 1 1,-7 0 0,4 0 0,-18 3 0</inkml:trace>
  <inkml:trace contextRef="#ctx0" brushRef="#br0" timeOffset="609360">11600 11127 24575,'-3'-11'0,"1"9"0,0 8 0,0 22 0,4 17 0,5 13-470,-1-26 1,0 0 469,4 0 0,0 0 0,2 0 0,-1-1 0,12 27 231,-1-10-231,-6-13 0,-3-7 0,-5-15 0,0 1 0,-3-12 708,1 0-708,0-2 0,3-7 0,8-11 0,10-18 0,-7 10 0,3-4-1066,4-9 0,3-4 1066,-5 6 0,2-2 0,1-2-988,4-7 1,1-1 0,1-1 987,-1 1 0,0-1 0,1 1-944,0 0 0,0-1 0,1-1 944,-3 4 0,1-2 0,0 0 0,-2 5 0,-3 4 0,-2 4 0,1-3 0,0 0 0,2-3 0,-1 1 0,-3 5-3,2-1 1,0 3 2,8-13 0,0 2 0,-14 18 0,-1 2 0,5-7 0,-3 5 1458,-11 14-1458,-2 3 674,-7 8 0,1 1 0,-5 4 0</inkml:trace>
  <inkml:trace contextRef="#ctx0" brushRef="#br0" timeOffset="630201">26366 8043 24575,'22'0'0,"6"0"0,23 0 0,-12 0 0,5 0-3888,11 0 0,5 0 3888,-11 0 0,3 0 0,1 0 0,6 0 0,2 0 0,2 0 0,-11 0 0,0 0 0,2 0 0,1 0-998,5 0 0,2-1 0,1 0 0,0 0 998,-10-1 0,1 1 0,0-1 0,1 0 0,0 0 0,2 0 0,1 0 0,0-1 0,0 1 0,-1-1-223,-4 0 1,0-1 0,0 1 0,-1-1-1,1 1 223,-2-1 0,1 0 0,-1-1 0,0 1 0,0 0 0,12-1 0,-1 0 0,1 0 0,-1 0 0,-11 1 0,-1 0 0,1 0 0,0-1 0,1 1 0,2-1 0,1 0 0,0 1 0,0-1 0,0 0 0,-2 0 0,1 0 0,-1 1 0,0-1 0,-1-1 0,0 1 0,0-1 0,0 0 0,-1-1 0,0 1-438,6-1 1,-1-1 0,-1 0-1,0 0 438,-3-1 0,0 1 0,-1-1 0,-1 0 30,11-2 1,-1-1-1,0-1-30,-1 0 0,0 0 0,1-1 0,1 0 0,1-1 0,-1 0 0,-4 0 0,-1 0 0,-1-1 533,-1 0 1,-1-1 0,-2 0-534,-7 2 0,-1-1 0,-1 0 0,19-7 0,-4 0 0,-6 2 0,-4 1 1455,-8 4 1,-2-1-1456,-3 3 0,-2 0 0,20-10 0,2 0 0,-4 1 3127,-8 4-3127,-8 4 3398,-10 4-3398,-8 4 3021,-4 2-3021,-3 1 0,-6 2 0,0 1 0</inkml:trace>
  <inkml:trace contextRef="#ctx0" brushRef="#br0" timeOffset="635926">26436 8766 24575,'20'0'0,"6"0"0,9 0 0,20 0 0,-20 1 0,3-2-2063,10 1 0,2-2 2063,-9 0 0,2 0 0,1-1-879,3-1 1,1-1 0,1-1 878,5-1 0,3 0 0,0-1-506,-11 2 1,1-1 0,1 1 0,0-1 505,2-1 0,2 1 0,0-1 0,0 0 0,6-1 0,1 0 0,1 0 0,0 0-888,-1 1 1,1-1 0,0 1 0,1-1 887,-9 1 0,1 1 0,0-1 0,0 0 0,1 0-408,1 0 0,1-1 0,0 1 0,0 0 0,0-1 408,-1 1 0,1 0 0,-1 0 0,1-1 0,0 1 0,2 0 0,1-1 0,0 1 0,-1 0 0,-1 0-243,5-1 0,-1 0 1,-1 1-1,-2 0 243,-7 1 0,-1 0 0,-1 0 0,-1 0 0,10-3 0,-1-1 1,-1 0-1,-4 0 0,-2 0 0,1-1 0,4-1 0,0 0 0,1 0 0,0-1 0,0-1 0,-2 1 0,-6 1 0,-1 0 0,-1 0 870,16-5 0,-2 1-870,-8 1 0,-3 0 0,-8 3 0,-2 0 0,-2 1 0,-1 0 0,21-8 3326,-14 6-3326,-10 4 4438,-11 4-4438,-7 2 4336,-5 2-4336,-3 1 0,-4 1 0,0 0 0</inkml:trace>
  <inkml:trace contextRef="#ctx0" brushRef="#br0" timeOffset="638966">26219 9733 24575,'23'0'0,"5"0"0,8 0 0,10 0 0,-14 0 0,3 0 0,6 0 0,3 0 0,8 0 0,2 0-1765,4 0 0,1 0 1765,-13 0 0,0 0 0,3 0-1135,8 0 0,2 0 0,2 0 1135,-9 0 0,0 0 0,2 0 0,5 0 0,-3 0 0,4 0 0,3 0 0,1 0 0,-2 0 0,-4 0-788,-2 0 1,-3 0 0,-1 0 0,1 0 0,4 0 787,-6-1 0,4 0 0,2 1 0,0-1 0,-1-1 0,-1 1 0,-4-1 0,4-1 0,-2 0 0,-2 0 0,0 0 0,1-1 0,6-1 0,0 0 0,1-1 0,0 0 0,0-1 0,1 0 0,0-1 0,1-1 0,-1 0 0,1 0 0,0 0 0,1-1 0,-1 1 0,0-1 0,-1 0 0,-4 0 0,-1 1 0,0-1 0,-1 0 0,2 0 0,2 0 0,1-1 0,0 0 0,0 0 0,-2 1 0,-4 0 0,-1 0 0,0 0 0,-1 0 0,0 0 0,9-2 0,-1 0 0,1 0 0,-1 0 0,3 0 0,0 1 0,0-1 0,-2 0 0,-8 1 0,-2 0 0,0 1 0,1-1 0,2 0 0,0 0 0,0-1 0,-1 1 0,-4 1 0,-1-1 0,-1 1 0,0-1-339,9-4 0,0 0 0,-4 0 339,-8 3 0,-3 0 0,-1 0 0,11-6 0,-4 1 655,-9 1 0,-2 1-655,23-11 0,-6 2 0,-12 4 0,-8 3 3090,-14 6-3090,-5 4 5321,-6 2-5321,-1 1 0,-2 2 0,-1 1 0</inkml:trace>
  <inkml:trace contextRef="#ctx0" brushRef="#br0" timeOffset="641484">26119 10585 24575,'26'0'0,"5"0"0,11 0 0,15 0 0,-22 0 0,2 0-4916,6-1 1,3-1 4170,6-2 0,2-3 745,-13 1 0,1-2 0,1 0 112,6-2 1,1 0 0,1-1-113,0 0 0,0-1 0,0 1 0,3 0 0,0-1 0,0 1 0,2 0 0,0-1 0,0 0-135,0 0 0,1-2 0,0 0 135,-10 3 0,0 0 0,0 0 0,0-1 0,0 1 0,0 0 0,0-1 0,0 1 0,1 0 0,0 1 0,-1-1 0,1 1 0,-1 0 0,0 0 0,0 0 0,-1 1-586,14-3 1,-1 0-1,0 1 586,-3 0 0,-1-1 0,-1 1 666,-4 0 1,-2 1-1,1-1-666,-1 2 0,0-1 0,-1 1 0,-1 1 0,-1 0 0,2 0 0,13-2 0,3-1 0,-4 2 0,-14 3 0,-3 0 0,1 0 0,9-2 0,0 0 0,-4 1 673,-5 0 0,-3 0-673,1 0 0,-2 0 0,-3 1 0,-2 0 0,0-1 0,0 1 0,24-2 2665,-10 0-2665,-8 1 3195,-10 3-3195,-6-2 2897,-4 1-2897,0 1 779,-1-1-779,0 1 0,-2 2 264,-1-2-264,-1 3 0,1-2 0,-1 1 0,-2 0 0,-2 0 0,-3 1 0,-1 1 0,-2-2 0,-1 1 0,-3-1 0</inkml:trace>
  <inkml:trace contextRef="#ctx0" brushRef="#br0" timeOffset="643859">23773 13045 24575,'26'0'0,"5"0"0,7 0 0,3 0 0,5 0 0,4 0-2458,1 0 0,3 0 1,2 0-1,1 0 2385,3 1 0,1-1 1,1 0-1,0-1 73,-9-1 0,1 0 0,0-1 0,0-1 0,0-1 0,0-1 0,-1 0 0,1-1 0,0-1 0,-1-2 0,2-1 0,1-3 0,-1 0 0,0 0 0,-1-1 0,-1 0 0,0 0 0,0-1 0,-1 0 0,-2 0 0,7-2 0,-2-1 0,-1 1 0,-1-1 9,-5 2 0,0-1 1,-2 0-1,-1 2-9,3-2 0,-2 1 0,0 0 0,0 1 0,1-1 0,-3 2 0,11-2 0,-4 3 0,-14 5 0,0 2 832,7 2 1,-3 2-833,1 0 0,16 2 0,-38 1 0,-8 0 0,-5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2T14:08:53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2402 2454 23433,'-25'-47'6,"2"31"10,20 50-10,-4 17-2396,3-7 2373,-1 5-67,1 2-2914,-1 2 2645,2 1-235,1-1 316,1-2-1285,1-5-1003,3-4 2560,4 9 0,-2-28 0,2 5 0</inkml:trace>
  <inkml:trace contextRef="#ctx0" brushRef="#br0" timeOffset="211">2430 2689 8721,'-8'-55'1988,"0"0"1,0 5 0,1 4-1009,0-3-297,3 17 1,0-2-222,2 2 0,0 0-294,-1-1 0,1 2 89,2-23-50,3 21-78,2 2-3630,4 3 3552,3 3 1195,11-4-1262,-5 9-24,11-2-38,-7 12 731,16 3-933,-9 3-190,11 4-292,-14 5-2495,8 15-4523,-12-4 7931,2 7 1,-17-14 0,-4-3-1</inkml:trace>
  <inkml:trace contextRef="#ctx0" brushRef="#br0" timeOffset="394">2289 2710 22008,'40'-34'0,"0"0"0,-3 2 0,-3 7-84,1 12-1299,3 1 1059,4-1-231,0 2-391,1 2-718,1 1-2170,-3 3 3834,3 0 0,-21 2 0,-3 2 0</inkml:trace>
  <inkml:trace contextRef="#ctx0" brushRef="#br0" timeOffset="586">2977 2439 24295,'-9'-9'-5,"2"5"5,5 39-179,-2 12-577,-2 8-1593,-1 1 1077,0-3-5402,2-6 6674,1-10 0,1-6 0,1-16 0</inkml:trace>
  <inkml:trace contextRef="#ctx0" brushRef="#br0" timeOffset="781">3085 2154 20660,'-23'-38'147,"0"0"1,1 2 0,7 11-221,12 23 854,2 2-899,0 3 318,1 3-470,0 6-178,2 2-1010,1 4-5114,3 3-2089,-1-2 8273,2-2 0,-4-8 0,-1-4 0</inkml:trace>
  <inkml:trace contextRef="#ctx0" brushRef="#br0" timeOffset="1278">3370 2126 29872,'-37'-7'-475,"7"7"680,36 40-822,-1-6-1566,4 14 1887,-3-8 99,0 0 63,0 3-214,-4 0 153,0 18 254,-6-15-195,0 10-156,-7-9 132,3-16-104,-2 4-14,3-19 7,3-5-14,0-4 276,1-3 174,1-2 913,1-3-910,-2-8-112,1 0 157,-1-22-140,1 10-6,2-12 0,4 11 239,1 0-222,3-1-11,1 1-17,1 1-12,0 2-21,2 1 16,9-1-33,-5 5-1,9 0 1,-6 7-6,11 2 0,-7 3-11,7 2 5,-8 4 6,-2 3-11,0 4-12,-1 2-72,3 12 45,-8-4-79,0 19 62,-13-14-3392,-6 8 3391,-6-11-1111,-5-1 1095,-4-1-297,-2-1 224,-4 0-68,-1-2-111,-2-1-101,-1-2-145,-1-1-331,3-3-499,0-2-7297,-4-3 8709,8-4 0,5 0 0,11-3 0</inkml:trace>
  <inkml:trace contextRef="#ctx0" brushRef="#br0" timeOffset="1778">3697 2042 23730,'25'49'-48,"-1"-1"1,-1-3-1,-7-4 19,-13-1 135,-2-9 1,0 2-12,-1 15-363,0-15 0,-2-1 327,0 9 9,-5 15-94,1-18 164,0 9-26,2-21-59,0-5 2,2-5 437,-1-4-418,2-3 304,0-4 106,1-3-3,0-2-308,0-4-99,0-1 525,1-6-546,1-1 0,1-5 12,3-2-139,-1-2-12,3-3 51,0-1 5,2-1-10,1 1 7,2 1-13,-1 2-2,0 3 110,0 1 5,-1 4-11,0 2-39,0 1 39,0 3-51,2 1 7,1 2 16,2 0-40,1 2 12,0 1-16,11 3 21,-6 3-10,9 2-1,2 11-16,-7-2 5,6 7 0,-15-2-17,-2-1 1,-6 2 16,-4 0 0,-3 1 17,-5-1 17,-12 8-23,-3-8 1,-11 7 5,1-12 0,-18 5-6,9-8-5,-12 2 11,19-9-34,-6-2-16,13-4-168,-7-7-3404,17-1 3280,1-8-129,7 0-1326,3-2 397,6-2-1593,4-2-2726,7 0 5252,7-4 0,-9 12 0,0 1 1</inkml:trace>
  <inkml:trace contextRef="#ctx0" brushRef="#br0" timeOffset="2147">4524 2288 17581,'-39'44'173,"1"1"1,3-5 0,7-4-96,15-10 2258,3 0-2296,4 9-18,3-8-5,5 5 1086,3-12-1070,12 4-2078,9-3 2056,2-2 691,2-7-680,-7-8 86,10-2-47,-10-4 12,6-2 11,-13-4 6,-2-1 27,-3-1-10,-3-2 128,-1-7-134,-4 2 3115,-1-17-3154,-5 10 5,-2-10 1021,-3 9-959,-8-9-73,2 8 17,-6-4-3403,6 14 3386,1 3-197,1 1 174,0 4 1,-2 0-17,4 4-51,-2 1-89,1 6 3297,3 1-3348,0 3-128,4 3-270,2 1-430,2 3-914,3 0-5917,4 1-1482,3-2 9102,2 0 0,-6-7 1,-2-2-1</inkml:trace>
  <inkml:trace contextRef="#ctx0" brushRef="#br0" timeOffset="2545">4942 2386 20867,'0'-3'3182,"0"0"-477,0 3-2710,-10-30 5,7 36 5,-7-24 1,10 45 0,0-3-6,0 16-23,0-7 23,0 12 6,-1-12-23,-7 25-531,3-22 554,-5 13 5,5-31 0,2-5 28,1-6 40,1-3 128,1-3-123,0-5-34,1-3-16,2-7-12,3-2 554,1-6-553,3-3-12,3-3 11,2-3 79,13-16-56,-5 12 0,9-11 22,5 10 6,0 5-551,2 4 495,-7 9-1,-10 11-16,-1 3 6,10 3-12,-7 4-5,6 5 11,-10 3-11,-2 3-6,-1 3-5,-2 1-17,-2 4-68,-1 0-369,1 16-45,-2-10-503,3 12-1088,-3-14 2112,3 3 0,-6-14 0,0-1 0</inkml:trace>
  <inkml:trace contextRef="#ctx0" brushRef="#br0" timeOffset="3087">6054 2297 16745,'0'-3'4072,"0"1"-1344,0 2-2638,-60-17-463,35 18 409,-11-7 1,0 3 52,13 17-44,-1 4-3988,0 2 3966,0 3-12,1 0 177,2 3-183,1 0-318,4 2 290,3 0 12,4 0 48,2 13-311,13-2-448,15 8 2195,9-14-2549,11-7-822,-1-14-2175,3-2-4468,-2-3 8541,-4-3 0,-18-2 0,-8-2 0</inkml:trace>
  <inkml:trace contextRef="#ctx0" brushRef="#br0" timeOffset="3551">6657 2283 16611,'0'-5'4004,"0"0"-1315,0 5-2246,-73-36-1166,46 27 835,-20-8 0,1 6-39,25 18-23,-7 9 271,10 0-293,1 2-11,-5 17-40,6-7 7,-6 28-701,12-21 689,1 14-28,6-14-50,4 0-535,5-2 433,4-3-21,6-3 46,16 5-130,-5-10-483,27 5-443,-19-16 780,14-2-23,-13-8-10,2-4 38,0-3 96,1-6 100,0-2 140,-2-2 588,14-12-195,-3-5-6,-2-1 83,-10 0 584,-10-4-399,-10 10 45,2-9 41,-9 15-13,-3-1 436,-1 3-514,-2 0-89,-1 1 377,-2-5-455,0 8 880,0-2-909,0 11 288,0 2-434,0 2 17,-1 2-151,0 0-56,-3 7 11,2 1-22,-2 8 11,1 1-22,-2 16 22,2-4-678,-1 10 683,3-9-22,0 1-376,1 1 7,5 14-62,-1-13-376,6 10-727,0-16-1950,1-3 3487,3-2 1,-6-10 0,-1-2 0</inkml:trace>
  <inkml:trace contextRef="#ctx0" brushRef="#br0" timeOffset="3737">7240 2081 25724,'-22'-10'-9831,"3"4"8734,19 17 1,0-6 0,0-1 0</inkml:trace>
  <inkml:trace contextRef="#ctx0" brushRef="#br0" timeOffset="7298">8269 2400 18778,'3'-61'1353,"1"0"1,-1 5 0,-2 14-1051,-2 34-102,-3 3-117,2 2-56,0 2 85,-1 2 150,-1 10-62,1 2-15,-3 12-20,2 1-17,-3 20-4,1-9-1786,-2 15 1675,3-14-147,-1 0-131,-1 1 223,0-3 53,-5 9 27,4-15 89,-2 0 91,5-18 54,0-7 60,2-3 12,0-5-210,0-13-114,1-2-2,0-12 91,2-14-100,2 6 13,0 1 1,1-2 1201,3-12-1302,-1 17 1,1-1 433,2-16-266,3 3 24,9-10 14,-5 20-37,6-4-15,-7 23 24,0 5 315,0 5 95,7 4 349,-4 5-564,7 5-110,-3 6-128,1 4-77,2 4-570,1 3 148,2 3-113,1 2 85,1 2 92,1 0 103,2 0 133,-1 0-3175,2-1 3298,-1-3 19,0-2-481,-1-2 543,1-6-73,-4-2 141,-2-5 357,-3-3-248,-5-3 3092,-3-3-2915,-1-10 821,-6-3-970,0-10 97,-4 0-309,-1-18-113,-2-12-402,-2-3 261,-1-2-55,-3 13 90,2 12 1,0-1 69,-2-17-354,3 18 1,-1 2 544,1-8 68,2 7 35,-2 6-4,2 7 18,0 6-151,-1 7-648,1 4 294,1 12-961,6 14-624,1 6-1205,6 11-5440,-3-10 8428,-1-2 1,-5-13 0,-2-6-1</inkml:trace>
  <inkml:trace contextRef="#ctx0" brushRef="#br0" timeOffset="7660">9281 2161 32767,'-32'20'0,"5"1"0,24 5 0,1 0 0,17 17 0,-4-19-820,15 10 213,-5-23 117,15-4-38,6-8 318,3-5 127,-1-7 1056,-13-3 630,-2-4-1441,-2-3-162,-2-1 0,4-16 0,-10 9 0,3-11 0,-14 12 0,-2 1 0,-3 2 0,-2 2-469,-3 3-483,-2 4 14,-3 3-102,-1 3 197,-2 2 1102,0 4-536,0 2 1047,2 2-453,0 2 502,1 4 187,2 1-206,1 5-1476,1 11-179,2-3-1148,4 8-2521,2-6 3496,4 4 0,-4-12 0,0 0 1</inkml:trace>
  <inkml:trace contextRef="#ctx0" brushRef="#br0" timeOffset="8267">9884 2115 28239,'3'-5'2131,"0"1"266,-3 4-2397,25-49 0,-18 42 0,20-35 0,-23 65 0,-2-3 0,1 21 0,-2-14-4671,-3 11 3574,0-10 394,-2-1 183,-2 0 32,-1-2 1892,0-1-823,0-4-46,2-4-30,-1-5 111,4-3-148,-1-4 2902,2-2-3370,0-7 0,1-2 0,-1-7 0,2-2 0,2-3-115,1-3-30,4-3-161,1-2 293,2-4 592,0-1-1502,1-2 1496,0 0-223,1-1-350,0 2 0,1 1 0,3-9 0,-5 14 0,3-5 0,-4 18 0,-2 3 0,2 4 0,-1 3 0,2 2 0,0 2 0,2 2 0,1 3 0,1 5 0,1 4 0,1 4 0,0 3 0,0 3-870,-1 1-438,-2 2-129,-2 0 409,-3 0 308,-3 0 302,-3 1 243,-2-3 208,0-1 105,-2-4 166,-1-2 89,0-5 208,-1-3 36,0-4 186,2-2 1240,-1-3-1412,1-7-338,0-2-313,0-8 0,0-1 0,0-3-133,1-3-206,1-2 228,2-4-222,2 0 610,4-13 81,2 2-77,1 1-281,-1 10 0,-4 15 0,0 3 0,-1 3 0,1 4 0,0 1 0,3 3 0,0 3 0,4 3 0,1 5 0,2 3 0,1 4 0,-1 1-940,7 13-660,-7-6 140,4 6 272,-10-9-103,-1 0-16,-3-1-142,-1 0 3290,-1-1-3548,-1-3-1148,-1-1-3042,3-4-2359,-1-2 8328,0-5 0,-3-3 1,-1-2-1</inkml:trace>
  <inkml:trace contextRef="#ctx0" brushRef="#br0" timeOffset="8731">10810 1777 32767,'-1'-49'-343,"0"0"1,0 4 0,1 9-408,0 19 811,1 5-32,0 3 175,0 4-229,0 2 412,-1 1-1129,3 7 703,0 2-353,3 7-69,0 5 19,2 4-56,1 5 182,3 23-585,-4-7 618,1 16-202,-6-13 936,-2-1 71,-1 0-24,-1-4-88,-1-3-88,-1-7 19,-1-4-494,0-4 357,0-5 63,1-4-163,1-5 549,1-3-460,-1-4 438,2-1-608,0-10 225,0 0-380,0-10-20,0 1-43,0-5 13,0 0 7,0-3-185,3 0 393,1-1 239,3 1 29,0 1 56,3 3 70,0 1 65,0 4-212,2 2-280,-1 4 0,2 2 0,1 3 0,3 2 0,1 2 0,4 3 0,2 4 0,18 12 0,-9 1 0,11 10 0,-12-6 0,-3 0 0,-2-1 0,-4 0 0,-3 0-2735,-6-1 1894,-4 0-275,-6 0 418,-4-2 333,-15 7 579,-1-9 198,-13 4 345,1-9 436,-3-4 8,-5-3 165,-1-2-754,-19-6-612,14-2 0,-10-5 0,19-3-2047,0-10 2255,13 2-6254,3-7 4999,16 3 0,2 11 0,1 1 1</inkml:trace>
  <inkml:trace contextRef="#ctx0" brushRef="#br0" timeOffset="9633">11578 1862 29619,'0'3'-252,"0"-1"2565,0-2-1226,-8 1-1087,9-1 0,2-2 0,9-2 0,20-5 0,-9 2 0,11-4 0,-9 3 0,-1 0 0,0 0 0,-3 0 0,-1-1 0,-2 1 0,-2-1 0,-2 0 0,-1 0 0,0-3 0,-5 3 0,-1-3 0,-5 3 0,-2-1 0,-3 0 0,-1 0 0,-3 0-175,-4 1-630,-1 2 601,-4 3 569,-2 2 454,-4 2-819,-2 3 0,0 2 0,-2 4 0,1 3 0,-1 2 0,-12 22 0,16-10 0,-7 19 0,19-17 0,3 3 0,2-1 0,3 2 0,2-4-65,4 0-2621,2-3 1096,6-2 333,3-2 658,5-3 369,3-1 310,5-3-581,23 1 958,-8-6 818,17-1-209,-17-6 2151,-2-4-2384,-2-2-1338,6-11 1010,-14 1-505,14-27 0,-29 16 0,3-17 0,-16 15 0,-2-17-281,-1 11-852,-1-11-2369,-2 17 2162,0 3-318,1 3 919,0 3 2036,1-2-1455,1 7 158,2-3 262,2 7 244,3 1 3164,1 1-2638,8-1 1012,-2 2-2044,6 0 0,-4 4 0,1 1 0,1 0 0,1 3 0,0 4 0,1 3 0,-1 4 0,-2 3 0,0 5 0,-3 3 0,-2 3-320,-4 2-791,-2 1 288,-3 15 371,-2-12-440,-3 10 825,-1-17 117,-1-1 129,1-3 65,1-2-16,3 3-134,3-8-415,2 1-48,3-9 818,2-4-26,2-1 857,3-5-379,3-3-394,4-4-507,1-3-487,15-15 974,-9 3-487,10-12 0,-15 4 0,-9 7 0,0-4 0,-1 0 0,-2 0-525,1-1 0,-2 0-156,5-22 42,-10 20 15,-2 4 110,-3-9-82,-2 11 168,-1-7 76,-2 14 3040,0 2-3079,2 3 79,-1 1-70,2 3 923,-1 2-740,1 2 85,0 2 40,0 1 108,0 2 10,0 2 7,3 5-37,0 1-37,4 7 29,3 3-22,2 5-6,2 4 9,14 21 5,-3-7-826,-8-12 1,1 0 902,11 15-18,1 1-2830,0 1 2804,-1 0-1,-2-2-151,-4-2 96,0 12-124,-12-14-217,-1 9-93,-15-17 54,-6-2-1191,-24 8-208,0-10 1779,7-9 0,0-2 0,4-4 1,-1-2-1</inkml:trace>
  <inkml:trace contextRef="#ctx0" brushRef="#br0" timeOffset="10313">13583 1655 32086,'20'-31'333,"0"-1"1,13-19-320,-34 47-18,-2 0-1097,1 1 172,-3 2 1231,3 1 306,-4 0-296,-5 5-118,0 2 38,-5 5 154,3-1-386,-8 11 0,6-3 0,0 7 0,9-11 0,6-2 0,4-6 0,1-1-867,9 0 464,-1-4 399,5 1 202,-2-4 372,0-1-64,10-10-506,-10 2 0,7-7 0,-15 6 0,-2-3 0,-3 1 0,-1-2 0,-1 1 0,-1 0 0,-1 2 0,-2 0-195,-1 3-1005,-2 1 444,0 2 485,-2 1 386,1 2 448,-1 0 127,2 3 364,-2 2-1054,2 2 0,-2 5 0,-1 12 0,3 9 0,0 3-1615,5 3 1447,1-5 0,0-14 1,0-1-1</inkml:trace>
  <inkml:trace contextRef="#ctx0" brushRef="#br0" timeOffset="10615">13729 2149 32767,'-3'51'0,"5"-10"-1044,18-35 1120,1-2 138,-1 0-393,-2-2 139,-2-1 238,2 0-727,-7-2 991,0-1 174,-6-2-430,-2-2-412,-1-2 95,-1-2-201,-1-1 15,-4-9-268,0 5-133,-5-4-175,1 6 105,-2 2 397,-1 1 197,0 2 195,-1 0 64,0 4 189,0 0-74,-1 3-114,1 1-599,-1 1-1200,1 3 1914,-2 2 0,7-2 0,1 0 1</inkml:trace>
  <inkml:trace contextRef="#ctx0" brushRef="#br0" timeOffset="11248">921 3341 12603,'54'23'30,"1"-1"1,-6-6 0,2-2 0,-3-3 92,1-5 1,0-2-113,-5 0 0,4 0 0,-2-1-18,8 1 1,0-1 56,4 0 0,2-1 80,-19 0 1,2 0 0,0-1-29,2 1 1,1-1 0,0 0 20,1 0 0,2 0 0,3-1 83,4 1 0,6-1 0,0 0 0,-2 0-115,-11 0 0,-1 0 0,-1 0 0,4-1-30,1 1 1,3-1 0,1 1-1,-1-1 1,-3 1 8,2-1 0,-3-1 0,-1 1 0,2 0-45,2-1 0,1 1 1,0-1-1,1 0 22,1 0 1,1 1 0,0-1-1,1 0-7,1 0 1,2 0 0,-1 0 0,1-1-13,-11 2 0,0-1 0,1 0 0,0 0 0,0 0-41,1 0 0,0 0 0,1 0 0,0 0 1,1 0 38,0 0 1,1-1 0,0 1 0,0-1 0,1 1 5,0-1 1,1 1-1,0 0 1,0-1-1,0 1-5,1-1 0,1 1 0,0-1 0,0 0 0,0 0-6,1 1 0,0-1 1,1 1-1,-1-1 0,1 1-1,0-1 0,1 0 0,0 1 1,0-1-1,0 1-6,-10 0 0,-2 0 0,1 0 0,1 0 0,1-1 0,3 1 9,-1 0 0,2 0 0,2 0 0,2 0 1,-1 0-1,0 0 0,-1 0 0,-3 0-9,6 0 0,-3 0 0,-2 0 0,2 0 0,2 0 0,4 0 0,-13 0 1,2 1 0,4-1 0,1 0 0,2 0 0,0 1-1,-1-1 1,0 0 0,-2 1 0,-3-1 0,-4 1-2,7-1 1,-3 0-1,-3 1 1,-1 0 0,0-1-1,1 1 1,4-1-3,2 1 0,4-1 0,1 1 1,1-1-1,0 1 0,-1-1 0,-3 1 1,-2-1 2,2 1 1,-2-1 0,-2 1 0,0 0 0,-1 0 0,1-1 4,1 1 1,0 0 0,0 0-1,0-1 1,0 1 0,0 0-6,-2 0 0,-1 0 0,0 0 0,2 0 0,2-1 0,5 1 11,-12 0 0,3 0 1,3 1-1,3-1 1,0 0-1,2 0 1,-1 0-1,-1 0 1,-1 0-1,-3 0 1,-3 0-9,9 0 1,-4 0-1,-2 1 1,-1-1 0,1 0-1,2 0 1,4 0-9,-5 1 1,5-1-1,2 0 1,2 0-1,1 0 1,-1 0 0,-1 0-1,-3 1 1,-3-1-1,-5 0 16,6 1 0,-6-1 0,-2 1 1,-1-1-1,-1 1 0,2 0-2,11-1 1,-1 1 0,0-1-1,0 1 1,0 0-5,-1-1 0,0 1 0,0 0 0,0 0 0,-1-1 1,-1 1 0,1 0 0,-1 0 1,-1-1-1,1 1-5,-3 0 1,-1 0 0,1-1 0,0 1-1,4 0 4,-8 0 0,3 0 1,1-1-1,1 1 0,-1 0 1,-1 0-1,-3 0-9,7 0 0,-3 0 0,-2 0 0,2 0 0,1 0-6,0 0 1,3 0 0,1 0 0,-1 0-1,-2 0 1,-4 0 6,5 0 0,-6-1 1,0 1-1,3 1 1,-2-1 0,3 0 1,1 0-1,-2 0 1,-3 1-11,-1-1 1,-4 0 0,0 1 0,2-1-6,8 1 0,3 0 0,-2-1 1,-5 1 115,-8 0 0,-4 1 0,-2-1-220,14 1 1,-2 0-160,-9 1 0,-3 0-1073,20 3-3091,-24 2 4430,-19 1 0,-13-4 0,-5-1 0</inkml:trace>
  <inkml:trace contextRef="#ctx0" brushRef="#br0" timeOffset="412463">16009 1671 22668,'-4'0'3545,"1"0"3009,3 0-6554,-7-27-381,16 17-2841,1-22 3094,22 23-332,7-2 1571,7 1-307,5-1-503,6 0-60,3 0 628,3 1-927,-31 5 1,0 1 567,31-5-1570,-4 2-179,-4 0-269,-24 4 0,1 0-5943,26-1 7219,-14 1 1,-16 2 0,-24 1 0</inkml:trace>
  <inkml:trace contextRef="#ctx0" brushRef="#br0" timeOffset="412667">16450 1527 18657,'-5'0'5371,"2"0"488,3 0-5523,-59 20-3264,42-5 3422,-16 0 0,4 3 685,24 8-1519,2 5 139,0 2-120,1 5-49,1 3-277,0 4-143,1-13 0,-1 3-504,1 2 0,0 0-259,0-1 0,0 1 1177,-1-4 1,2-1-4006,1 9-3422,1-7 7714,2-6 0,-2-14 0,0-7 0</inkml:trace>
  <inkml:trace contextRef="#ctx0" brushRef="#br0" timeOffset="413246">16761 1807 29212,'0'-8'-3881,"1"1"4036,-1 7 2665,0 0-947,6-64-2089,-5 43 149,3-15 1,-2 4-43,-2 24-644,0 4 3989,0 1-3492,0 2-1133,0 9 16,1 1 907,1 9 100,1 3-152,0 5 214,1 3 68,0 4-345,0 3 418,-1 1 59,0 0 220,-1 0-76,0-2-2872,-1-3 3028,0 5 12,1-12-55,0 10-82,0-22-112,0 2 33,0-13-354,-2 0 60,2-2 1157,-1-1 1007,1-3-748,1-2-11,1-4-104,2-3 130,0-3 402,2 0-1044,1-2-487,7-6 0,-3 6 0,5-3 0,-4 9 0,-1 2 0,-1 3 0,0 2 0,0 2 0,1 2 0,0 1 0,2 3 0,-2 2 0,1 2 0,4 6 0,-4-3 0,3 4 0,-4-3-1516,0 0 180,2-1 590,2-1 410,10 1 556,-4-4 448,7 0 195,-7-5 355,-1-2-253,0-3-965,-2-2 0,-1-4 0,-2-1 0,-1-3 0,-2-2 0,-3-1 0,-2-1 0,-3-1 0,-3 0 0,-1 1 0,-1 2 0,-1 3-171,-2 2-1463,-1 3 106,-1 1 465,0 2 278,-1 0 447,2 3 356,0 0 295,2 2 1177,1 5-780,0 0-192,0 5-128,0 2-272,5 10-594,0-3-410,4 8-498,-2-8-1722,7 9 1431,-5-8-9,6 5-396,-6-9-1009,1-2-5549,-2-2 8669,-3-4 1,-2-4 0,-1-3 0</inkml:trace>
  <inkml:trace contextRef="#ctx0" brushRef="#br0" timeOffset="413443">17568 1582 32767,'-46'-39'-3049,"15"21"588,39 39-3470,5 11 5582,-3-3 1,-4-13-1,0 0 1</inkml:trace>
  <inkml:trace contextRef="#ctx0" brushRef="#br0" timeOffset="413794">17695 1756 32767,'0'-4'-1000,"0"1"1630,0 3-260,36-17-370,-18 19 0,30-10 0,-29 26 0,12 15 0,-4 10-833,-1 1 246,-9 1-1332,-11-15-228,-3-3 942,-3-4-298,-3-4 1737,-2-4 432,-3-2 688,-2-4 767,0-3 191,1-4-805,1-1-1507,2-4 0,0-1 0,1-6 0,2-3 0,2-3 0,0-3-1101,2-2-402,3-3 376,2-2 951,4 1 632,2 0 1103,2 1-89,3 2-4053,2 3 4029,10-3 113,-5 8-1559,8 0 0,-10 9 0,1 1 0,0 3 0,2 0 0,-1 1 0,3 3-1497,-1 0-2501,1 4-1764,1 1 5500,5 3 1,-16-5 0,0-1 0</inkml:trace>
  <inkml:trace contextRef="#ctx0" brushRef="#br0" timeOffset="414194">18724 1810 32767,'2'-40'-98,"1"0"0,-1 2 0,-6 11-2748,-15 21 4232,-6 4-33,-3 0-952,-4 4-401,-20 7 0,12 3 0,-12 7 0,20-1 0,2 3 0,4 1 0,4 2 0,1 13 0,9-9 0,2 7 0,9-12 0,5-2 0,4-3-2238,15 3 762,0-8 613,11 1 729,-5-10 714,19-4 510,-11-6 701,13-3-541,-16-5-1250,-4-5 0,-1-1 0,-4-5 0,-2-3 0,-3-3 0,-4-4 0,-2-3 0,-6 6 0,-2-2 0,3-19 0,-3 17 0,-2 0 0,0-16 0,0 1 0,-2 3 0,-1 5-236,-1 5-290,-3 6 88,0 5-51,-3 5-147,0 6 57,0 3-87,2 4 271,1 3 1,0 3 302,1 2 292,1 4 346,0 2 383,0 6-640,1 6-18,0 7-3586,1 6 3323,2 7-335,2 7-611,2 5 448,-1-9 0,0 1 187,-2-8 0,1 0-18,1 12 0,0-1-216,-2-10 1,1-2-412,-1 0 0,1 1-1295,-1-1 1,0 0 2257,2 2 1,-1-2 0,0 3-1,0-3 1</inkml:trace>
  <inkml:trace contextRef="#ctx0" brushRef="#br0" timeOffset="415151">19912 1714 28596,'0'-6'-1091,"0"1"3100,0 5-501,2-13-1980,2 21-629,3-4 694,1 23 1,-2 10-45,3 22-391,-2-16 1,-2-1 687,-1 10 68,-3-13-1032,-1-19 915,0-6 676,-1-4 243,1-3-59,-1-4 233,0-2 268,1-7-848,0-9-74,6-15 78,-1-2 371,5-7-335,0 7-16,2-3-171,1-1-193,2 1 698,9-11 66,1 5-566,0 3-168,-3 13 0,-8 14 0,-1 3 0,8 3 0,-5 3 0,7 3 0,-5 3 0,1 4 0,1 2 0,1 1 0,-1 2 0,10 9 0,-7-4-191,16 14-3374,-15-14 3011,8 5-309,2-7 947,-9-7 277,8-1 85,-5-7 954,-6-3 224,4-4-366,-4-8-1258,-5 0 0,7-11 0,-11 9 0,1-5 0,-5 7 0,-2 1 0,-1 0 0,-2 3 0,-2 0 0,-2 2-457,-1 3-1408,-3 1 856,-1 4 4340,-5 11-3331,5-3 0,-4 11 0,8-5 0,0 1 0,2 2 0,3 2 0,2 0-4464,5 0 2666,3 1 506,2-2 503,3-1 810,14 5 393,10-7 720,1-2 421,17-9 691,-25-10 38,20-11-1595,-27 2-689,4-10 0,-15 6 0,-4-2 0,-3-1 0,-3-14 0,-3 7 0,-2-10 0,-5 12 0,-1 0 0,-2 1-1511,-7-6-75,1 9 334,-2-3 502,2 13 1345,2 2-771,-1 3 283,2 2 84,2 2 109,1 3-9,0 6 186,1 2-754,-1 8-1163,3-1-1479,2 4 2838,-1 3 0,1-9 0,0-1 0</inkml:trace>
  <inkml:trace contextRef="#ctx0" brushRef="#br0" timeOffset="415727">21440 1586 32767,'-5'-36'-2198,"2"12"625,3 49 1122,-1 10 196,0 3 114,-1 1 66,-1-11-725,0-1-93,0-1 1161,0-1 47,-1-3 80,0-3-78,0-3 82,2-4 251,-2-2 231,2-5-46,1-1 861,1-3-1510,0-7-92,0 0-137,0-7-89,0 0-239,1-4-101,1-2 221,5-17-49,-1 7 744,3-13 135,3-4-262,-2 13 110,4-10-275,-6 19-152,1 3 0,-1 5 0,-1 3 0,5 1 0,-4 5 0,5 0 0,2 6 0,-1 1 0,5 3 0,-2 3 0,0 5 0,10 11 0,-6-3 0,4 9 0,-10-6-680,-3 1-500,-1-1 133,-2 0 141,-3-2 150,-1-3 214,-3-1 219,0-4 103,-2-3 340,1-5 278,-1-1-26,0-12-30,0 0 51,0-10-48,1 1-73,2-2 122,6-12-4,0 7 174,7-6-114,-1 12 181,2 2 140,3 2-559,1 3-212,3 3 0,1 2 0,2 3 0,3 2 0,0 2 0,2 3 0,1 2 0,1 6 0,12 12 0,-12-3-292,-8 0 0,-2 1-2298,-1 6 364,4 9-1089,-16-9 3108,-1 4 0,-6-15 0,0 0 0</inkml:trace>
  <inkml:trace contextRef="#ctx0" brushRef="#br0" timeOffset="420667">23761 1604 32767,'7'-46'0,"1"0"0,-1 5 0,-2 6 0,-3 12 0,-1 8 0,-1 1-424,0 10 11,0 2-393,-1 1-702,-2 7 1604,0 1 46,-2 8-104,-2 4 41,-1 4-3566,-1 5 3412,0 1 252,1 3-937,1 3 33,2 1-349,2 2 172,3-2-487,3 1-800,3-2-1696,4-2-2407,1-4 1138,-1-5 5066,-1-6 1,-5-9 0,-1-4 0</inkml:trace>
  <inkml:trace contextRef="#ctx0" brushRef="#br0" timeOffset="421017">23961 1242 23361,'-26'-45'-264,"5"13"162,16 52 33,3 1 14,0-1-19,1-1 32,2-2 16,0-3-71,3 2 92,0-7 16,0 0 45,-2-6 89,-1-2 107,1 0 17,-1-1-28,0-1-67,1-2-62,0-4 11,0-3 28,0-2 45,0 0-22,-1-2 5,0 2 129,0-5-84,-1 3-157,1 2-61,-1 5-68,0 6-1142,0-1 392,2 7 252,2 2-264,2 5-318,3 1-7551,10 19 8693,-4-8 0,1 4 0,-9-17 0</inkml:trace>
  <inkml:trace contextRef="#ctx0" brushRef="#br0" timeOffset="421267">24437 1296 15445,'0'-3'4599,"0"0"-84,0 3-4555,-41-42-904,31 32 938,-31-28 17,41 46 21,1 4-21,2 4 206,3 3-200,5 4-3162,17 16 3145,-1-6-28,-1-5 0,2 1-379,7 6 233,10 9-122,-21-13-80,-4-3-189,-9-1-142,-5-3-318,-9 0-330,-7-4-203,-7-1-407,-7-2-354,-5-3-1434,-2-3-963,1-3 4716,6-3 0,11-2 0,5-3 0</inkml:trace>
  <inkml:trace contextRef="#ctx0" brushRef="#br0" timeOffset="421433">24259 1401 17131,'17'-42'873,"0"0"1,-2 5 0,-2 6-342,-5 18 1460,-2 5-1746,-2 2 500,-1 3-712,-2 1 250,0 2-290,-1 5 1069,0 3-1013,-3 19-44,0-3-1114,-4 14 1013,-1-5-163,-2 3-380,-2 2-902,0 3-4079,-2 1 4862,-1 6 0,7-22 0,0-2 0</inkml:trace>
  <inkml:trace contextRef="#ctx0" brushRef="#br0" timeOffset="422579">26367 1506 29436,'34'-44'-452,"0"1"1,-3 3-1,-5 4-165,-9 7 191,-1-2 184,1-25-151,-5 8 207,-6 14 1,-2-1-284,-1-21-679,-2-4 423,-4-2-432,-1 20 1,-1 1 577,-4-17 318,3 24 0,0 2 1310,-3 1-1392,-2 5 978,3 10-988,0 5 1308,3 8-1039,2 9 3468,-3 4-3445,-1 10 75,-8 27 0,-1 7-11,7-22 0,0 2-310,-4 16 1,-2 9-1,3-4 266,0 5 0,2-3-1567,-1 2 0,1 0 1466,2-2 0,1-4-37,3-18 1,1 0-1107,1 11 1,0 0 1076,2-12 1,0-2-788,1 8 1,2-1 333,7 6-894,3-6 597,4-7 897,1-5-1284,0-7 730,-1-6-1646,-4-7 1750,-4-4-2130,-4-7 227,-4-3 1588,-5-7 3944,-12-16-3118,-2 2 0,-2-1-2905,-13-21 3562,9 17 1,0 2 1292,-7-7-143,-2 1 116,-3 2 498,3 7 1,0 0-1724,-8-6-289,10 10 0,2 1 3363,5 3-2977,1-3-662,12 6-90,4-5 158,14 9-268,22-8 50,4 7-3215,21-5 3209,-3 6 23,-9 5 0,4 0-215,3-2 1,1 1 225,1 0 0,0 0 0,-3 0 1,-2 1-1,-15 2 0,1-1-973,9-4 0,1-2 976,-12 4 0,0-3 22,15-10 1,-1-3-373,-15 1 0,-2 0 383,0 0 1,-3 0 1753,10-18-1577,-19 18 68,-6 4 27,-5 3 6,-2 3 0,-3 1-11,-3 3 884,-3-3-963,1 6-50,-2-2-235,5 7 2744,1 0-2767,0 6 39,2 2 57,-2 10-1534,0 5 1533,0 11 29,-2 28-2286,1-7 2246,0-18 0,1 1-4,-1 2 0,-1 0 21,0-1 0,-2 2-12,-1 8 1,-2-2-642,3-10 1,-1-3 613,-8 21 0,7-23 0,0-5 951,3-5-940,0-4 30,2-5-2,0-3 1672,3-4-1538,-1-2 3084,1-1-3073,10-25 1289,-3 7-1428,10-21-23,-5 12-320,2 0 320,1 1 29,7-2-18,-8 9-3291,4 1 3291,-9 12-22,-2 3-654,-1 1 660,0 2-12,5 7 6,-3 0 193,6 6-198,-2-2 3062,2 0-3057,2 1 1010,2-1-1010,3 0-6,1-1-16,17 0 27,-8-4 12,29-1-3370,-11-10 3381,0-2 12,-7-6 10,-16-1 0,-3-3 18,-2-2-17,-4-3 10,-2-1 23,-3 0 129,-1-10-73,-5 9 146,-2-10-158,-7 18 3382,-1-1-3404,-3 9-5,0 1 22,-2 1-89,2 1-40,-2 4-16,-1 6 16,1 3-16,1 5 16,2 1-55,1 4-236,1 12-470,5 6 94,2 1-290,5-3-2739,9 0-5000,-2-10 8702,8 8 0,-14-22 0,0-1 0</inkml:trace>
  <inkml:trace contextRef="#ctx0" brushRef="#br0" timeOffset="423881">28898 1221 25728,'1'-4'-1343,"1"1"7072,-2 3-3076,-49-59-2653,27 45-16,-7-16 1,-1 5-429,11 31 919,1 3-475,0 0 0,2 3 0,1 0 0,3 0 0,3 1 0,2-1 0,4 1-3145,2 1 1637,5 1-386,4 1 294,5 0 317,5 1 238,4 1-146,4 0 407,5 1 562,2 1 143,3 0 473,0 1-128,1-1-119,-3 0-149,-3-1-67,-4-1 2,-7 0-2,-5-1 61,-6-2 2853,-5 1-3242,-8-2 394,-5 0 255,-8-2 329,-7-1 207,-7-2 198,-5-2-118,-6-2-919,-4-1 1211,-4-2-499,-2-1-243,-2-1-254,1 0-405,3 0 118,4-3 14,6-1 9,6-3-79,8 0-156,8-2-266,7-1-496,6-1-604,8 0 1168,6-2-918,9 1 123,8-2-619,7 0 11,5 1-393,3 0 309,3 0 2339,6 1 0,-23 5 0,-1 1 0</inkml:trace>
  <inkml:trace contextRef="#ctx0" brushRef="#br0" timeOffset="424206">29303 1272 21870,'25'-14'39,"-7"6"-28,-22 22-5,-1 2 5,1 3 0,1 3 0,1 2-5,1 2 5,2 0-5,2 0-6,4-1 5,3-1-5,4-2 6,2-2 0,4-1 16,1-4 12,1-2 28,1-4 16,0-4 22,-1-2 16,0-3 13,-1-3 6,1-3 16,-1-6 34,-2-1 11,0-4-7,-3-1-15,-1-2-18,-4-2-33,-1-2-739,-3-1 721,-2 0-9,-1-1-23,-2 2-16,-1 0 12,-2-5-51,-1 10-1,-1-4-22,-1 11-40,0 3-78,0 2-152,0 3-190,2 1-196,0 2-498,1 1-667,0 4-1260,3 3-5389,1 1 8475,1 1 0,-1-5 0,-1-1 0</inkml:trace>
  <inkml:trace contextRef="#ctx0" brushRef="#br0" timeOffset="424768">29986 1286 22666,'14'-25'11,"-1"8"11,-11 29 1,1 3-6,1 2 16,0 3-16,1 1 0,-1 0-6,0 2-5,0 7-18,-1-8 18,1 10 5,-3-17 0,0 1 1,-1-8 4,0-2 46,0-2 112,0-1 778,0-3-728,2-3-101,-1-3 190,4-22-229,-1 6 0,4-17 0,-2 11 0,2-3 17,0-1 17,3 1 6,1 2-7,2 3-22,-1 3-16,1 3-40,-1 3-17,-1 4 6,6-1-22,-4 6-6,4 0-50,2 5 33,-3 2 0,6 4 17,3 9 0,-5 1-17,16 17 17,-16-7-11,6 8-11,-13-8 10,-2 1-21,-4-1-1,-4-1 29,-3-1 5,-1-3-23,-3-1 34,-2-3 6,-1-2 6,-2-3 105,-1-3-49,2-3 16,-1-2 17,3-4-39,1-3-34,1-6-5,1-2-6,0-3 0,2-2 11,0-3-6,7-8-21,0 7-12,8-4 0,-2 10-34,1 3 34,1 2-11,0 2 0,9 2-17,-6 4-6,8 1-3380,-7 2 3402,3 3-415,1 2 365,3 6-33,1 1-112,2 4-564,12 12 32,-12-5-454,5 9-840,-17-8-3434,-5-1 5467,-5 3 0,-5-12 0,0 0 0</inkml:trace>
  <inkml:trace contextRef="#ctx0" brushRef="#br0" timeOffset="425488">32140 1092 32767,'-32'2'0,"4"4"0,12 13 0,2 0 0,4 2 0,2-1-187,3 2-744,3-1-895,1 0 275,3-2-192,4-2 802,11 7 306,2-8 73,9 3 158,-3-9 160,3-3 327,2-4 208,0-1 131,0-3 63,-2-3-103,-2-3 131,-3-3-397,-3-2-73,-4-4-65,-4-1-102,-3-5-81,-3-2-72,-3-6-54,-2-3-513,-4-4 904,-3-1-22,-3 0 63,-10-13-57,3 16 7,-6-6-29,5 19-16,0 6-6,-11 2-6,7 7 187,-7 2-214,8 6-12,2 3 6,-1 4-6,1 5-28,1 5-56,-1 4-156,3 3-426,1 3 106,2 1-274,5 2-365,3 0-3259,6 12-62,6-11 4557,7 12 1,-6-28 0,0-1 0</inkml:trace>
  <inkml:trace contextRef="#ctx0" brushRef="#br0" timeOffset="425897">32885 970 18575,'13'-44'924,"0"0"0,-1 5 0,-4 7-375,-6 16-140,-2 5-157,-2 5-118,1 2 906,-3 3-1040,0 5 0,-2 4 0,0 9 0,-2 8-12,-2 8 24,1 10 4,0 8-1570,2 7 1560,4-27 0,0 2-4,0 0 1,2 3 5,0 20 1,0 3-18,2-13 1,1 2-570,0-6 0,-1 3 1,2-3 504,1 7 0,1-2-42,1 1 1,1 2-696,-1-6 0,0 3 0,-1-3 549,1 5 1,-1 0-54,1 12 1,-2-4-229,-5-21 0,-2-4 55,-7 24 196,-11-12 207,-4-13 140,-22-12 6,9-11-18,-14-11 564,17-7-535,2-9 0,2-5 1371,4-7-1288,3-5 29,5-5 40,5-4 10,8-5-22,3-3-1262,11-4 1219,3 15 1,3 0-275,-1 9 0,2 1 182,6-10 1,1 2 8,-4 13 0,2 3-512,20-23 537,2 4-28,3 3-23,1 4-16,1 3-6,3 2 6,-1 3-39,2 3 16,-2 2 1247,-2 3-1264,-4 1 1,-5 2-1,-5 2 2105,-5 0-2154,-5 2-96,-5 0 751,-3 2-1115,-5 2 1004,-2 0-3899,-4 1 3612,-4 0 0,0 5 0,-1-1 0</inkml:trace>
  <inkml:trace contextRef="#ctx0" brushRef="#br0" timeOffset="427910">17514 3012 10951,'4'-52'1484,"0"1"0,-2-6 1,-2 8 1460,-4 19-2614,-4-6-79,2 27 1353,1 4-1667,0 5 899,2 3-842,1 6 3419,0 16-3414,0-1 11,0 14 0,5 11-11,0-10-515,5 16 492,1-14-10,0 3-60,-2-9 1,0 1-110,2 21-291,-4-18 0,0 0 124,-2 17-51,-3 1 0,-6-16 0,-2 0 117,-7 20 219,3-23 0,-3-3 50,-11 6 107,-3-11 44,0-11 7,-2-9-1,1-7 113,-13-17-96,13-1 11,6-7 0,3-3-11,2-12-11,-2-16-2686,16 12 2636,2-1-12,8-2 308,4 2-336,9-1 328,5 4-356,6 0-6,6 3-5,3 3-22,-8 12 0,1 1-6,16-10 11,-15 13 0,-1 0-39,11-3 6,-1 2-1,-1 2-55,14-4 61,-13 6 11,8-3 12,-18 5 22,-2 0 11,-3 0 0,-2 0 12,-4 0 22,-4 2 2964,-3 1-2909,-4 3 46,-3 1 5,-3 1 263,-1 3 583,-2-1-1008,0 6 5,-1-1-5,-2 10 22,1 5-5,-2 2-6,2 5-28,-1-3-39,1 1-62,0 2-498,0 12-40,1-10-503,1 8-5535,0-5 6705,1-7 0,-1-3 0,1-11 0</inkml:trace>
  <inkml:trace contextRef="#ctx0" brushRef="#br0" timeOffset="428105">18017 2704 19811,'-20'-26'-434,"-1"1"0,-10-13 1360,42 51-1766,2 3 89,1 2-9080,7 12 9183,-7-10 1,-1 0 0,-9-14-1</inkml:trace>
  <inkml:trace contextRef="#ctx0" brushRef="#br0" timeOffset="428642">18259 2833 24133,'29'-12'22,"4"15"-16,-18 17-469,7 6 457,-7-2-55,4 14 5,-7-7 0,0 11 0,-9-11 5,-3-1 192,-9 6-68,-2-8-12,-5-4 106,3-13-61,5-9 18,1-4-18,2-5 223,1-3-166,3-17-85,4 5-5,4-12 61,14-7 1,8-4-1158,-7 16 1,2 0 1044,15-15 12,2 6-281,-11 13 281,0 2-23,0 1-5,-1 2-17,8-6 61,-4 2 7,-2 1 38,-11 5 12,-12 7 5,-5 2 2041,-1 0-2075,-3 1 345,-3-1-344,-2 2-7,-4 0 1,0 2 90,-6 0-96,4 2 96,-8 0-91,10 3-60,-2 0-12,8 1-12,1 4 12,0 2 12,1 3-1,1 7 0,2-1-11,2 6-34,8 9 34,0-6-5,6 9 22,9 2-23,-4-10 6,9 8-6,2-7-430,-11-7 419,4 4-6,-15-10-59,-4-2 48,-4 0-11,-2 0-145,-9 3-196,-7-1 27,-3-2 340,-2-4-642,6-5-464,1-2-6532,-6-5 7657,3-2 0,4 1 0,4 0 0</inkml:trace>
  <inkml:trace contextRef="#ctx0" brushRef="#br0" timeOffset="429026">19181 2980 17406,'-4'6'4834,"0"-2"-3871,4-4 2090,0 0-2919,4-63-2992,-1 35 2905,-1-12 1,1 0 47,-2 8 579,1-3-607,-1-2 6,0 0-6,-1 1 12,0 4-464,0 4 481,0 5 16,0 3-28,-1 5 2169,0 2-2158,-2 3 5,1 5-105,1 2 10,0 3-27,0 0 635,-1 2-602,1 3 0,0 4-5,0 5-6,-1 5-6,1 6-10,1 3-1,4 24-11,1-10-325,4 17 123,2-19 0,1 0-1329,0-6 1,0 1 1199,3 6 1,0-1-740,11 16-437,-6-22-459,2-2-538,0-3-7299,-2-5 9438,-2-5 1,-9-9-1,-5-5 1</inkml:trace>
  <inkml:trace contextRef="#ctx0" brushRef="#br0" timeOffset="429201">19128 2921 19748,'-4'-4'2974,"1"0"-1541,3 4-1494,55-60-3429,-27 42 3313,8-16 1,2 4-546,-3 22-50,2 2-2639,1-1 3411,6-1 0,-22 4 0,0 0 0</inkml:trace>
  <inkml:trace contextRef="#ctx0" brushRef="#br0" timeOffset="430553">20997 2900 19873,'6'-45'371,"-1"-1"1,0 4 0,-3 8-103,-10 13-40,-2 4 817,-2 2-895,-4 3 560,0 2-616,-3 4 6,-3 3-28,-2 2-12,-2 3-10,-3 4-2748,-1 4 2730,-2 4-10,3 4 497,1 3-520,3 1 6,4 0-6,4 1 0,4-1-22,4 0 16,4-1 157,3-1-151,3-1-430,4-2 419,5-2 11,4-2 6,5-3 27,3-2-22,4-3 6,4-2 0,0-4 11,1-3 17,-2-4 2899,-1-3-2893,-2-3-6,-3 0 28,-2-2 22,-4-2 135,3-8-118,-7 4-17,0-4 624,-7 8-630,-2 0 299,-1 2-287,-2 1-12,0 3 7,-1 3-40,1 3-17,-1 2-28,0 3-45,0 0 18,0 6-7,0 1 12,0 6 11,0 2-6,0 2 6,1 1 6,1 3-12,2-1-5,1 1-17,1 0 11,2 0-22,1 0-11,1-1 39,1-2-51,1-1 6,0-2 17,1-3 5,0-3 12,0-2 16,-1-3-5,2-2-28,7-6 39,-4-2 5,6-5 29,-8-2-12,0 0-5,-1-3 11,-2 0 39,4-11-22,-5 8-6,3-5 17,-7 9-16,0 2 10,-1 2-11,-2 2 6,0 1-11,0 3-6,-2 2-6,0 0-44,-1 3-62,0 0 72,0 1 1,2 2 6,2 1 5,2 4-6,1 2 0,1 3 6,3 1-11,-2 2 22,4 9-22,-4-6 11,2 6-3403,-5-10 3392,-1-2 11,-1-2-6,-1-2-16,-2-4 39,0-1 16,0-2 1,-1-1 3425,1 0-3409,0-2-16,2-1 0,2-4-6,6-7-6,-1 2 12,5-6 5,-4 4-17,-1 2 6,1-1-17,8-5-11,-7 8-16,7-3 4,-9 9 1,0 1-11,2 2-6,-1 0-62,10 4 17,-5 0-33,7 4-34,-7 1-252,11 6 118,-5-3-505,18 10 331,-13-9 56,10 2-532,10-3 464,-8-4 40,16-1-3302,-15-4 3536,0-1 74,-1-1 12,-3-1 77,-5-2 180,3-6 202,-8-7-124,-4-1 12,-10-3 27,-7 4-5,-2 0 11,0-2 0,-2-1-17,-1 0-5,0 0-6,-3 0-23,-2 2-33,-2 1-39,-3 3 62,-10 0-135,0 6 0,-9 1-17,3 6-16,-2 4-12,-2 3-17,1 3 1,2 5-18,2 1 7,2 3-12,4 1-6,3 1 3392,3 1-3397,4-2-28,3 7 17,7-7-1,3 3 6,14-6-5,-2-7 22,9 0-11,9-8 22,-6-5-5,11-3-1,-10-6 12,-1-4-554,0-3 576,-5-4 56,7-19-27,-13 7 10,3-16 129,-10-11-72,-6 13-626,-2 16 1,-1 1 680,-2-13 242,0-12-248,-2 17 7,-1-7-46,-1 23 113,-2-1-40,2 8-145,0 3-28,3 8 426,0 5-477,1 9 6,1 1-5,2 11-6,3 3-6,2 5 6,5 26-2189,-2-9 2180,-3-14 1,-1 2-96,0 4 0,-1 0-1944,3 21 1866,-3-19 0,-2-1-2035,1 15 1293,-1-2-561,1-3-1736,0-3 3232,1 1 0,-3-22 0,1-4 0</inkml:trace>
  <inkml:trace contextRef="#ctx0" brushRef="#br0" timeOffset="431058">24097 2615 18756,'0'-4'2985,"0"1"-145,0 3-2767,-65-47-17,41 35-31,-14-14 0,2 5-1905,19 23 1902,3 1 581,1 2-603,4 1 322,1 1-327,3 0 21,4 13 1,10 3-6,12 16-5,5-7 5,9 2-17,-10-14 1,1-1-2387,17 10 2386,-14-10 1,1 0-1,0-2 1,-1 0-29,19 14 29,-5 4 38,-32-7-16,-21-11-11,-17-3 5,-5-8-6,-6-1 18,-26-3-1082,13-4 1061,17 0 1,0 0-8,-14-6-7,3-2-4,3-1-29,5-2-78,5-2 2058,7-2-2702,8-5-925,8-3-2806,6-4-5333,7 1 9323,2 2 0,0 13 0,-3 4 0</inkml:trace>
  <inkml:trace contextRef="#ctx0" brushRef="#br0" timeOffset="431461">24404 2625 24637,'28'33'510,"0"-7"-398,-11-28-23,4-1-27,1-4 45,14-8-46,-10 3 1,9-7-12,-14 4 6,-2 0 0,-1-2 0,-2-1 12,-4 1-7,-2-1 12,-3 2 11,-3 1 11,-2 2 45,-4-1-95,-2 5-28,-3 1 16,-3 5-21,-3 2 16,-1 0-28,-3 2 16,0 3 1,0 1-6,-2 3 34,2 2-39,0 1 5,1 2-5,0 0-1,3 3-5,1 0-11,2 2 5,2 1-3402,2 1 3391,2 13-17,3-7-632,6 9 576,3-9-241,7-2 101,2 0-67,5-1-16,5-2-598,5-2 150,6 0-572,5-4-930,8-3-734,6-4-1881,5-4 4878,-24-3 0,-2 0 0,3-1 0,-2 0 0</inkml:trace>
  <inkml:trace contextRef="#ctx0" brushRef="#br0" timeOffset="432094">25498 2612 15356,'0'-5'4750,"0"1"-605,0 4-3854,-65-50-2796,38 38 2594,-12-15 1,0 4 56,16 24 568,0 2-625,-2 2 7,1 4-23,0 2 467,0 1-478,-7 9-51,11-2-1023,-5 6 1000,13-5 1295,2 11-1283,6-5-11,-1 10-73,11 0 0,1-7-264,13 18 45,-4-21-111,7 7 86,-3-14-1144,17 1 401,-5-8-792,16-1 272,-9-9 7,4-5 261,3-3 438,2-6 477,0-2 318,-1-4 191,-1-2 173,-3-2 1368,-2-3-819,-16 6 1,0-1 223,10-11-1497,6-12 1520,-18 13-79,-5 2-56,-3 2-105,-4 3-119,-4 3-134,-3 3-135,-3 3 324,-4 3-559,-2 4-67,-4 1-28,-2 4 1590,-2 0-1540,-10 4-100,5 1-18,-6 4-9,8 2-7,2 3-12,1 1 7,2 2-6,3 2-12,2 0 1,1 3-6,3-1 0,1 2 5,4 0 1,2 0 11,12 6-12,-1-7 12,10 4-6,-2-11 6,4-1 6,0-4-258,3-1 257,1-3 0,-2-2 1,0-2-1,-2-3 51,7-6-28,-9 0 11,5-6 5,-13 3 12,-3-2 0,-2-2 0,-3-3-6,-2-1-5,-2-1 10,-4-1-10,0 0 0,-2 1-12,-3 1 0,-3 2-5,-3 2-6,-5 2 1,-3 1 4,-3 3 52,-17-1-63,7 6-795,-11 1 785,14 4-401,2 2 378,2 1-6,3 4-11,3 1 0,2 3-16,3 0-18,1 2-10,4 1-186,2 9 46,4-4-79,4 7 412,13 2-776,1-8-185,10 6-285,-2-11-550,1-4-969,3-2-2324,1-3 4957,4-3 0,-16-1 0,-1-2 0</inkml:trace>
  <inkml:trace contextRef="#ctx0" brushRef="#br0" timeOffset="432886">26349 2635 10108,'2'-8'7763,"-1"2"-6021,-1 6-392,0 0-326,9-65-233,-7 42-223,2-17 1,0 3-133,-6 23-60,0 1-108,-1 8-77,1 2-79,0 2-62,1 1-50,0 1 0,-1 3 23,2 2 5,-1 7-17,0 2 1,0 6-7,1 3-10,-1 3 10,1 2 1,0 1-288,0 1 243,0 0 45,0 0-12,2-2 6,-1-2 23,1-4-23,0-4 0,-1-3 0,0-5 44,0-3 24,0-4 60,-1-1 141,1-3 108,1-5-338,0-2 0,3-5 6,0-3 11,7-14-22,-1 3-40,6-10 56,-3 9 1,1 0-1,1 3 12,0 1-6,0 3-6,0 3 34,7-2-3465,-4 6 3381,3 0 0,-4 8-87,0 2 76,1 3-17,2 3-12,-1 2 1,0 5-28,0 2-11,-2 2-12,-1 2-55,-2 1-23,-3 1-40,-1 1-83,-3 0-79,0-1-61,-1 0-577,4 6 296,-1-6-60,5 3 32,-2-11 185,5 0-27,5-4-6,5 0-62,6-1-166,6-1 429,4 0 3438,1-2-3135,18-2 257,-18-5 135,9-2 112,-25-5 79,-3-3 67,-4-2-23,-3-2 17,-2-2 105,-4-2 350,2-13-125,-8-3-492,0 0-3015,-13-5 2874,0 21-55,-8-3 140,1 14-230,-3 2-11,0 4-45,-4 4 17,-2 1 0,-1 6-22,-3 3 38,-11 17-77,8-2-355,-6 12 354,13-4 1,4 2 4,3 2 7,5 0 5,5-1-17,4-1 3220,14 7-3203,-1-11-11,12 4-6,-4-17 11,0-3-10,1-6 32,1-3 7,-1-4-6,1-5 16,12-10-33,-8-2 0,7-9 17,-12 2 17,3-21-771,-8 5 726,0-17 28,-8 11-11,-3-3 10,-1-3 12,-1 0 17,-2 1 39,0 1 34,-1 6 22,0 3 550,-2-4-550,0 14 17,-1-3-34,3 16 1,-1 6-24,1 0-49,0 5-6,1 2 749,-1 2-800,2 2 142,-1 1-131,1 7-27,1 2-12,1 10 18,3 18-18,-2-3-2261,2 18 2262,-2-9-18,-1 4 6,-1 4-27,-1 1-46,1 3-95,-2-1-432,-1 0 29,0-2-403,0 0-2026,-1-19 1,-1 0 3016,-1 18 0,-1-8 0,1-23 0</inkml:trace>
  <inkml:trace contextRef="#ctx0" brushRef="#br0" timeOffset="433085">27989 2886 25528,'-4'-3'762,"0"2"-3048,4 1 2286,-15-30 0,11 23 0,-11-23 0</inkml:trace>
  <inkml:trace contextRef="#ctx0" brushRef="#br0" timeOffset="448867">11585 5135 19193,'-7'-42'547,"-1"1"0,2 2 0,-1 11-222,0 21 128,-6 2-296,3 3-28,-5 2-12,3 5-4,-3 5-23,-2 5-6,-2 6-23,-3 4 46,-9 21-778,7-7 691,6-3 0,1 1-9,1 8-861,-1 15 861,11-22-16,4-2-261,3-4 271,5-4 1,4-3 16,4-3 1,4-5 22,3-2 111,13-3-32,-6-5 284,10-3-268,-12-9 11,3-3 1008,12-14-823,1-7-157,0-1 307,-9-3-290,-14 8-17,-6-1-22,-2-1-17,-5-1 72,-3-11-128,-4 9 1,-3-6-12,-2 13 405,-4 2-422,-1 1-17,-3 3 12,-8-4-29,-7 5-16,-1 1-18,-2 8-128,-11 4-5,15 4-119,-12 3-173,22 2-1982,-1 8-1222,6-1 3641,1 6 0,8-10 0,2-1 0</inkml:trace>
  <inkml:trace contextRef="#ctx0" brushRef="#br0" timeOffset="449773">13696 5200 19549,'13'-46'702,"1"0"0,-1 4 0,-4 8-265,-7 20 486,-1 3-587,0 2 395,-1 1-546,0 4 11,-1 1-151,0 2 269,0 2-314,-2 2 17,0 4-17,-3 5 33,-2 16-22,1-4-33,-7 27 33,7-17-1295,-5 28 1289,5-25 1,1 12 0,2-17-292,3-3 291,-1-3 1,2-4-1,0 3 18,0-8-18,0-1 1277,0-9-1215,0-3 418,0-2-31,0-1-409,2-8 5,-1 0-10,2-7 4,0-1-27,0-2 17,2-4-6,-1-4 5,1-2 12,0-5-28,0-2 11,1-2-17,-1-1 17,1 0 11,3-11 23,0 6-34,-1 3 6,-2 13-23,-4 16-34,-1 5 7,-1 2-7,0 3 1,0 11 27,-2 1-10,0 13 5,-2 0 22,0 5-751,-2 3 853,1 3 5,-1 1-17,1 1 14,0 0 4,1 0-16,1-2-15,1-3-114,2-5-8,-1-4 7,2-3-16,0-5-6,0-2-2,2-5-9,-2-2 851,1-3-858,-1-2 28,0-2-22,-1-3-20,2-3 9,-2-3 17,1-12 1,-1 1 169,1-11-530,-1 4 519,1-3 2,-1-4 2,0-2 17,0-14 17,-1 2-32,0 1-103,-1 12-31,1 16 28,0 5-5,0 2-5,1 6-15,-2 1-47,2 4 514,0 0-535,0 6 92,1 7-52,0 3-49,3 8-70,-1-2-208,1 5-260,-1 3-1537,-1 5-1721,0 4 3883,-3 7 0,1-20 0,-1-2 1</inkml:trace>
  <inkml:trace contextRef="#ctx0" brushRef="#br0" timeOffset="457508">15390 5161 10976,'-1'-3'4901,"0"0"1316,1 3-5914,2-58 22,-2 43-336,2-43-68,-2 59 74,0 2 55,1 13-28,-1-2 40,1 23-40,-3-10-5,0 12 0,-2-9-11,-1 1 16,-2 15-8,3-12 0,0-1-14,-2 15 11,1 6-11,5-39 0,0-3 11,1-3 1,-1-3 167,2-2 84,0-1 353,0-3-386,-2-3-118,2-3-45,-2-4-6,2-3 7,-1-3-12,0-3 0,1-3-6,0-4-11,-1-3 12,1-5-12,-1-1-487,1-3 492,0 0-4,1 2 32,1-13-21,0 17-1,1-6 6,-2 19-5,-1 5-18,-1 5-111,0 4 33,-1 6 11,0 5 34,0 5-3202,0 6 3202,0 4 5,-2 4 262,-1 5-295,-5 19 22,1-13 1,0 0 5,-5 24 0,5-25 0,0-3 0,2-2 0,1-5 6,1-5-6,2-4 5,0-4 29,1-3 0,0-4 3407,0-2-3211,0-3-24,2-4-145,-1-2-33,2-6 28,1-12 34,1-12-56,0-3 5,-1-5 0,-2 9 28,0-20-753,-2 14 708,0-13 12,0 19 67,0-7-51,0 14 17,0-3-5,0 16-1,0 3-21,0 4-24,0 3 654,0 3-698,1 2 11,0 5 0,1 2 12,0 7 10,0 3-5,0 4 12,-1 5-7,1 2-10,-2 4 5,1-1 16,-1 15-16,-1-11-5,0 9 5,-4-4 0,2-12 5,-3 5-21,2-13 16,1-8 5,1-2 34,1-7 62,1-1-95,-3-16-23,2 2-22,-2-14-17,2 4-28,0-4-39,1-2-460,1-16-721,1 11-23,2-8-2689,2 17 3219,2 2 0,-4 10 0,0 3 0</inkml:trace>
  <inkml:trace contextRef="#ctx0" brushRef="#br0" timeOffset="460005">16941 5141 18924,'5'-18'532,"-2"4"-392,-3 16 17,0 1 11,0-1 6,0 2-17,0-1 11,-2 2 0,0 0 151,-4 5-174,0-3-5,-4 4-17,1-5-5,-2 2 123,-6 0-112,2-2 11,-4 0 16,7-4 24,0 0 16,1-2 6,2-1-6,1-1 123,-1-5-84,4-7-139,-1-1-18,4-5-22,2 4-6,0-3-16,4-1-6,0-1 17,4 0-23,1 0 12,2 3-12,1 1 29,7-1-40,-3 6 0,11-2-11,-11 10-6,5 1-3386,-6 4 3392,1 3-256,12 8 256,-6 2-39,26 24 22,-25-13 12,11 14-6,-23-14 5,-4 1 0,-3 1 6,-7 3 0,-5 1-5,-7 2-6,-8 2-1,-5 2 12,-5 0-871,-5-1 865,-3 0 1,-2-3-1899,1-3 1915,2-5 6,3-4 1909,5-5-1898,5-5 56,-2-4 196,10-4-212,-1-4 10,9-2 887,3-4-881,0-2 3386,2-3-3391,2 0-12,2-3-11,0 1 0,3-2-23,2 2 1,3 0-17,2 1 5,7 0-22,-3 6 0,7 0-22,-4 6 11,4 3-17,2 3-23,2 4-22,4 4-72,2 3-107,3 4-1070,16 15-1895,-10-5 1528,-13-9 1,-1 1-7301,6 8 8989,-5-3 0,-12-13 0,-6-6 0</inkml:trace>
  <inkml:trace contextRef="#ctx0" brushRef="#br0" timeOffset="472046">18203 5135 9755,'-8'0'1792,"2"0"1608,6 0 179,0 0-3293,-1-49-56,3 33-40,1-39-10,4 43 273,12-11-346,-5 9 55,17-13-56,-9 15-72,1 0-12,-1 5 1,-6 5-18,0 1-5,1 2 12,2 3-1,-1 3 11,3 4 34,8 11-39,-8-2-6,7 8 0,-11-6 6,-3 2-6,-2 1 12,-5 1 16,-1 11-5,-6-9 16,-4 7-11,-4-12 17,-4-2 62,-11 5-62,4-7 5,-8 3 12,8-10 0,-1-2 16,0-4 7,2-2 10,2-2 23,2-1 162,1-3-157,6 0-16,0-3-22,5-1 66,2-5-106,4 3 12,5-6-40,0 9 0,6-2-17,-2 5 6,3 0 5,1 2-22,2 2 17,2 1-6,2 4-11,2 2 6,2 2-12,1 2-5,0 0-23,8 10 34,-6 3 6,-3 1 5,-13-2 0,-10-8 6,-9-1 22,-3 0 6,-9 0-11,-6-1 22,-25 4-56,7-5-202,1-4 1,-2-1 100,6-4 1,0-1-717,1 0 0,-1 0 290,-26-1-414,26-2-974,7-4-3328,5-2 5243,7-5 0,9 4 0,2-1 0</inkml:trace>
  <inkml:trace contextRef="#ctx0" brushRef="#br0" timeOffset="476799">20350 4978 8198,'2'5'2991,"-1"-1"1809,-1-4-4419,-21-22 0,11 15-28,-16-19-40,16 22-38,-1 0-57,0 0-39,0 1-56,-1 1-22,0 1-11,-2 0-45,0 1 5,-2 0 0,-1 0-22,-3 2 23,0 0-12,-3 3 28,-12 1-16,8 0-12,-9 0 12,11-1 11,2-1 10,0-1 29,3 0 22,1-2 34,3 0 202,-1 0 21,2-1-212,1-2 12,4 0-7,4 0-5,1 0 0,0 0-11,2 0-17,1 2 235,1-1-364,0 3 12,1 2 5,0 5-6,-1 2-5,1 3 11,-1 1 11,1 3-11,0 3 28,0 2-11,0 1-6,0 0 11,-1 1 1,0-1 0,1 0-6,-2 0-6,0-3 34,0 10-28,-1-10-12,1 5 6,1-11 1,0-4 4,1-2 7,-1-3 16,1-2 28,0-2 784,0 0-666,3-4-56,0 0 28,8-6-112,-1 0-6,5-4 62,2-2-73,-3 3-12,4-3-4,-5 5-18,1 2 0,0 1 1,0 1-12,1 2 0,0 1-5,0 2-6,1 1 5,2 2 7,2 3-7,1 3-5,3 3 11,0 1-22,4 2 22,0 0-1304,2 1 1293,0 0 0,-1-1-11,-2 0-2372,-4-2 2389,-4-2-1,-6 0 12,-5 3 934,-8-4-934,-6 2-12,-7-4 6,-6-1-5,-5-1-12,-3-1-16,-3-1-40,-1-2-677,-22 0-1104,14-4-604,-6 0-6549,23-2 8826,14 0 1,4 2 0,2 0 0</inkml:trace>
  <inkml:trace contextRef="#ctx0" brushRef="#br0" timeOffset="480099">21497 4966 20369,'3'-29'280,"-2"5"-224,-3 25-11,-2 1 11,-1 2 0,0 0-11,-1 2 5,-1 1 0,-1 2-3391,-2 2 3408,0 1 17,-3 4-28,0 1 112,-7 14-50,6-6 16,-4 11 0,7-10-10,2 1-24,2 1-4,2-1-2280,2 0 2262,1-2-33,1 1-36,4-4 58,1 0 6,3-3-6,3 0 2237,2-3-2226,3-1 1,3-2 89,18 3-118,-4-6 2019,15 2-2030,-6-6 6,5-1-12,2-2 6,2-1-11,-2-2 6,-2 0 0,-4-1-6,-6-2-2818,-7-2 2829,-4-2 17,-8-1-6,-5 0 12,-5-3-40,-5 1-10,-6-2 922,-3 3-934,-6-1-5,-1 0 3391,-4-1-3397,-2 0-3381,-1-1 3392,-11-8 0,6 4-516,-7-7 510,7 8 6,-1-1 0,-1-1 11,-8-4-6,7 4 1,0 0-6,-3-2-453,3-1 464,1 1 0,4-3 2874,4 2-2874,2-1 6,6 1-17,4 0-5,4 1 16,3 1-6,5 0 18,3 2-18,6 0 719,3 2-719,3 1 1,1 0-29,4 1 35,2 1-12,19-2 11,-9 5-2666,13 1 2655,-13 5 0,0 5 512,-1 3-523,-3 4-2355,0 8 2355,-5 2-845,3 22 844,-13-6 924,0 16-968,-14-10-168,-5 2-135,-3-11 1,-2 0-454,-5 17 639,3-17 0,-1-1-2398,-2 10 2571,2 1 0,4-20 0,2-3 0</inkml:trace>
  <inkml:trace contextRef="#ctx0" brushRef="#br0" timeOffset="484073">22994 4980 10651,'1'-5'5170,"1"1"-751,-2 4-3988,20-59-55,-14 39-211,5-14 0,0 3 115,-9 23-39,-1 0-45,1 2-55,-1 2-63,-1 1-22,0 2-28,0 9-6,0 1-10,-2 11-7,-4 12 1,1-5-490,-2 10 496,2-8-12,1 1-56,-1 15-45,2-10-146,-1 10-1282,0 1-3410,2-12 2039,-1 9-2108,1-14-1712,2-5 6720,-1-4 0,1-11 0,0-3 0</inkml:trace>
  <inkml:trace contextRef="#ctx0" brushRef="#br0" timeOffset="484589">23405 4991 15344,'4'-45'526,"0"-1"1,0 3 0,0 9-2002,0 16 1783,1 0 1249,2 2-1327,1 0 720,1 3-659,6-3 503,-2 5-626,10-2-107,-7 8-10,4 1-18,-4 2-10,1 3 2145,-1 2-2146,2 3-10,0 3-1,1 3 0,0 2 1,-1 2-7,-1 2-5,-1 2-202,-3 1 174,-1-1 34,-4 3-1,-3-2 6,-2 2 23,-3-2-17,-4 0 5,-3-2 1,-6 0 10,-2-1-5,-2-1 6,-1-3-6,-1 1 5,0-2 1,1-2 0,1-2 10,1-2 108,-1-1 324,4-3-358,3-2-17,6-5-23,3-2-5,3-2 33,6-7-61,2 4-11,6-3 22,0 7-23,0 1-3346,21 0 3335,-12 3-11,15 2-267,-17 4 251,1 4 10,1 2 7,1 3-7,2 2-5,0 2 6,-1 0-6,-2 2-6,-3 0 17,-5 1-16,-5-1-1,-4 0 12,-6 7-1,-5-6 1,-6 4 0,-4-7-6,-4-2 0,-1 0-12,-4-2-16,-1-1-33,-2-1-40,-2-2-89,-3-2-835,-17 0 3057,9-2-2032,-5-3 0,2 0 0,13-1 0,-21 0 0</inkml:trace>
  <inkml:trace contextRef="#ctx0" brushRef="#br0" timeOffset="486964">25120 4902 8199,'2'5'6789,"0"-2"-4157,-2-3-2201,0-8-135,0 5-43,0-7 339,0 8-467,-1 1-52,1-1 106,-1 1-28,1-1-135,-1 1 52,0 0-1,0-1 0,1 1 0,-1 0 6,1-1-11,0 1 72,0 0-56,-1-1-10,1 1-1,-1-1-6,1 1 40,0-1 17,0 0-29,0 1-83,-2 6-6,2-4 17,-2 5-17,1-4 0,1 0 16,-1-1-10,1 1 0,-1-1 111,1 0 667,0 1-728,2-3 6,1 0-6,1-2 28,0 0-5,0-1 16,0 0-11,-1 0-17,0-2 1,0 0-24,0-1-4,-1 0-1,1 0 11,0-3-27,0 4-12,1-2 6,-1 2 5,0 1-5,2 0-6,0 1 11,2-1 6,0 0 6,3 1 5,0-2-5,2 2 5,1 0 0,2 0-5,2 1 27,8 1-38,-5 1 5,7 0-11,-9 2-1,-1 3 1,-3 2-11,0 4 11,-2 3 5,-2 2-5,-2 4 5,-4 3 6,-3 2 0,-3 3-5,-6 1 33,-14 16-528,-1-10 483,-12 14-11,4-14-11,-4 0 2,7-9 1,-2 1-406,-4 0 1,0 1 407,0 0 1,-1-1-1,1-2 1,2-2 5,-11 5 11,4-7 0,5-5 6,5-5 5,6-5-241,5-3 264,4-2 67,2-9-51,6 0 6,1-8-5,6-1-6,3-2 0,3-1-6,4-1 12,4 0-12,0 2 487,11-2-497,-5 7-7,8-1 810,-7 9-826,4 4-6,4 1-5,2 1-3109,4 2 3103,2 2-22,1 2-1,1 3-33,-1 0-33,-1 2-1332,-2 1 1163,-2 0-2004,-3 0 1663,-2 1-220,-2-1 1480,-2 0-2380,-3-2-1312,-1-1-2564,0-3 5595,2-1 0,-11-2 0,-1-2 0</inkml:trace>
  <inkml:trace contextRef="#ctx0" brushRef="#br0" timeOffset="487155">25995 4849 16090,'2'-6'4066,"-1"2"-436,-1 4-3501,6-7-12,-4 15-44,4-1-11,-4 18-12,0 3-44,2 2-1,2 21-672,-1-10-193,-1-3 0,-1 0-3347,-1 10 3752,-1-14 1,0-1 0,-1-8 0,0-1 0</inkml:trace>
  <inkml:trace contextRef="#ctx0" brushRef="#br0" timeOffset="490438">26038 4962 19568,'9'-44'513,"0"0"1,0 5-1,-4 6-37,-10 17-112,-3 1-201,-1-1-6,-1 3-11,3 5-6,0 1-23,1 1 1,1 1-12,1 0 1,1 2 106,0-1-57,0 2-94,1 0-6,2 1-45,0 8 0,0-1 1,2 9 4,0-2 12,5 16-11,0 9-17,1 2-839,0 5 844,-4-11-309,0 1 309,-2 0 1,0 1 11,-1-1-12,0 0-2993,-1-3 3032,0-1-1686,-2-1 1665,0-2 147,-1-3-164,0-1 22,0-3-6,0-3-5,1-3-6,0-4 2280,2-3-2145,0-2 3397,0-4-3151,0 0-112,1-8-202,1 0-16,2-9-1,1-1 12,1-4-22,1-3 38,1-16-61,-1 7 19,-3-4 1,0-2-36,-2-2-368,0 7 0,-1 1 373,-1-1-47,-3-11 52,1 13 6,-4-7 28,-1 8-34,1 10 1,-2-2-6,3 10 11,1 4 717,0 3-751,1 2 54,0 1-59,1 4 5,0 3 6,-3 12 0,2 0-11,-2 10 0,3 9 16,2 8-10,3 2 10,3-2-10,0-13 5,1-2 5,-1-2 1,-1-3-1,-1-2 7,-2-3-18,-1-1 12,0-4-1,-1-1 1,0-4 11,-1-1-12,0-2 51,0-3 11,0-1 124,-1-2-107,0-2-11,-2-2-12,1-3-10,0-4 21,-2-12-49,2 2 16,0-10-22,1 4 11,1-2-411,1-1 405,0 0 12,0 1-17,0 2 11,0-5 0,0 11 0,1-3-12,-1 12-10,0 4-12,0 3-89,-1 1-95,0 3-348,-2 4-261,2 5-2623,-1 5 3101,1 6 0,0-8 1,0 0-1</inkml:trace>
  <inkml:trace contextRef="#ctx0" brushRef="#br0" timeOffset="492016">8036 5100 11219,'-48'-5'626,"0"0"1,4 0 0,8 0 770,14 0-1163,5 0 1461,3 1-1549,3 1 964,4-1-1044,4 0 2757,1-1-2814,6-1 1788,6-1-1794,9-1-12,7-1-22,10-2-22,7 2-33,-5 2 0,3 1-727,-10 2 0,1 0 719,11-1 0,0 2-159,15 0-69,-3 3-60,-6 2-6,-7 4 22,-10 3-2855,-9 4 2950,-9 2-834,-9 2 885,-9 4 17,-9 0 59,-10 3 34,-8 1 581,-5 1-484,-6 2 2080,-3 0-2022,-3 1 21,-3 0 47,15-8 0,-1 0 50,-17 9 10,12-6 1,1-1-51,1 0-62,-4 2 1282,26-14-1320,8-3 16,6-4 23,10-2-20,6-4-1434,9-4 1396,9-4-21,6-5-17,6-3 11,5-3 220,4-3-209,2-2 4,-1-2-1778,0 1 1782,-2-1-1,-3 1 11,-4 1 0,-7 0 12,-4-1-1,-9 2-57,-2-12 91,-12 9-1,-1-9 12,-12 12 16,-3 0 29,-5 1 38,-5 1 74,-2 3 94,-1 2 102,0 4 61,1 1 0,3 2-5,1 2-51,4 2 1744,1 1-1985,6 3 341,0 1-391,4 2 2281,8 8-2321,0-1 74,18 18-74,5 6-55,2 2-757,0 3 745,-9-7-268,-6 2 0,0 3 201,2 10-23,-6-8 1,-3 1-347,-8 8-712,-9 4-2464,-7 4-6241,-5-4 9224,-2-6 0,10-21 0,3-9 0</inkml:trace>
  <inkml:trace contextRef="#ctx0" brushRef="#br0" timeOffset="578609">5115 7902 14667,'-15'-58'2248,"1"0"0,2 11 0,0 7-1700,-5 4-76,4 21-108,1 4-84,1 4-107,0 3-44,0 2-56,1 2-34,0 5-11,0 4-11,-2 9 5,1 6 6,-1 9-11,-1 7-9,3-2 1,1 1-929,2-7 0,0 0 917,-2 14 0,1 1 0,2-11 1,1-1-24,-1 4 1,1-1-14,0 2 0,-1 1-29,1 2 1,-1 1-14,0 2 0,0 0-1408,0 2 1,-2 1 1379,1 1 0,-1 0-31,0 2 0,-1-1-502,-1 0 0,0-1 507,0-1 1,-1-1 36,-1-4 0,0-1 67,0-4 0,-2-3 53,2-4 1,-2-3 67,-13 16 44,-1-13-271,2-11 351,1-10 706,2-5-719,3-9-33,3-7-56,5-8-22,5-8-6,6-6 1941,7-8-1975,7-5-5,10-6 171,8-4-208,-13 26 1,3 1-1,0-3 1,2 1 2,2 0 0,0 0-3,2 1 1,0-1-1,0 2 1,1 0-4,0 2 1,0-1-6,-1 3 0,1 1-9,-2 0 1,1 0-9,-1 3 0,0-1 128,23-17-217,-1 2-1154,-1 2 1059,-2 2-23,-2 1-40,-2 3 7,-2 0 15,-3 3 538,-4 2-414,-2 1 57,-4 2 50,-4 1 1228,-3 2-1156,-5 1 51,-4 3 390,-2 2-317,-3 2 39,-1 2 28,-2 2 1954,-2 2-1932,0 0-22,0 1 549,0 0-818,0 7 28,0 2 0,0 13 6,-1-3-11,0 9-1,-1-3-10,1 1-1,-1 3-5,-1 2-28,0 1-57,0 1-139,1-1-381,0-1-801,0 0-2213,2-2 3630,0 1 0,0-14 0,0 0 0</inkml:trace>
  <inkml:trace contextRef="#ctx0" brushRef="#br0" timeOffset="578826">5661 7723 20882,'-44'2'-4369,"9"5"3443,35 14 0,0-9 0,0-1 0</inkml:trace>
  <inkml:trace contextRef="#ctx0" brushRef="#br0" timeOffset="579369">5888 7713 14145,'0'-46'898,"0"-1"0,0 6 0,0 3 2320,2-7-2926,1 17-24,1-2-44,0 15-50,0 4 1077,0 3-1161,-1 3 620,4 3-693,0 5 28,12 11-11,-4 3 2282,7 12-2316,-4 0 16,-2 5-467,0 5 451,-3 5-835,-2 4 824,-4 5 0,-4 4 11,-3 2 11,-4 0-9,-1-21 1,-1 0 3,-5 13 0,-4 8 5,5-32-6,1-5 18,2-6 55,0-5 34,2-4 28,0-4 0,2-1-50,-1-4 78,-1-9-107,2 0 435,-1-8-446,3 2 6,0-2 954,2-10-954,2 8-17,3-7-11,2 11 11,1 0-5,8-3-23,-4 6-11,8-2 0,-4 7 0,1 4-11,1 2-12,2 2 12,12 8 5,-5 1 6,10 8-22,5 7 0,-4 4-12,-1 2 17,-13-1 6,-15-9-6,-5 1 6,-3-2 5,-7 1-10,-4-2 4,-7 0 7,-19 6-1,5-6-16,-13 3-12,11-9-3431,1-3 3365,1-1-52,1-5-548,-7 0-67,11-7-673,-2-2-1971,14-7 3411,4-6 0,5 8 0,1 0 0</inkml:trace>
  <inkml:trace contextRef="#ctx0" brushRef="#br0" timeOffset="579893">6825 7396 24748,'-4'50'76,"1"-1"1,0-2 0,0-6-32,-2-1-1302,0 2 1297,-3 2-15,1-12 0,0 0-3,-4 15-10,-5 12-1,5-25 0,1-4 610,0-4-599,1-5-11,1-5 12,0-4-7,3-3 347,0-4-240,3-2 219,1-1 313,1-2 359,0-10-953,0 2-5,0-11 39,4-7-55,1 4-7,5-11 51,5-5-28,5-4-22,9-7-17,-2 13-17,0 10 0,-8 13 5,1 3-10,0 4-7,7 2-16,-6 4 23,6 4-6,-7 4-6,10 11-6,4 8 12,0 3 0,-4 2-11,-13-8 5,-4 2 0,-5-2 0,-4 0 6,-4-2 5,-5-2-10,-3-3 10,-5-1 12,-2-3-12,-2-2 12,-12 1-1,6-4-5,-18-1-11,17-5-240,-8-2 223,11-2-140,-4-6-17,9-1-78,-2-4-107,12 2-117,3 0-124,3-2-1170,13-8 527,0 4-371,13-6-1150,-1 6-227,4 1-348,3-1-1359,1 1 4709,8-1 0,-20 8 0,1 1 0</inkml:trace>
  <inkml:trace contextRef="#ctx0" brushRef="#br0" timeOffset="580203">7485 7676 23528,'-44'14'138,"1"1"0,-1 1 1,8 2-106,19 3-22,-2 8 529,10 2-546,5 4 0,6-2 1,4-4-6,5-12 11,2-2 0,3-4 16,3-1-27,3-4 28,1-2-6,4-2-11,-1-1 51,2-2-18,-2-2 18,-1-2 27,-3-3 23,-2-2 39,-4 0 40,-2-3 221,-2-1-144,-3-2 99,-2 0 109,-1-9-20,-3 7-299,-1-8-34,-2 10-28,0-2-6,-3 2-27,-2 1 5,-8-2-34,0 4-44,-6 1-17,2 6-85,-2 4-228,-3 0-2595,-10 8 2947,5 2 0,5-1 0,10-1 0</inkml:trace>
  <inkml:trace contextRef="#ctx0" brushRef="#br0" timeOffset="582603">6790 7608 11085,'3'-40'541,"0"-1"1,-1 3-1,1 8 2353,-1 16-2502,2 0-45,-3 0-22,1 1 1391,-1 0-1464,0 1 1021,0-4-1111,-1 5-5,-1-2 3580,-2 1-3630,2 7 101,-2-3-208,1 7-84,2 0 84,-2 7 22,2 8-11,0 3 0,0 7-5,0-2 28,0 17-12,0-6-5,0 12-6,-5 8-2606,0-11 2606,-4 14 0,1-16-5,0-1 5,1-1-144,0-3 138,1 0-5,1-4 6,3-3-6,0-2 0,1-4 11,0-5-11,0-3 6,1-3 10,0-3 7,0-3 38,0-2 1150,0-2 1428,0-7-2588,0-1 161,0-6-139,2-9-40,0 1-5,2-9-3386,0 3 3380,2-2 6,-1-1 23,4-11-12,-1 10 84,3-11-45,-6 23 12,0-2 50,-4 13 3291,0 4-3420,-1 1-22,0 3 17,-2 11-1,0 0 1,-2 12 22,-4 10-17,-1-5-5,-2 11-1,2-9-27,-4 16 11,3-11 11,-1 8-11,3-15-1,2-3 12,-1-3-16,2-1-40,1-2-1126,1 5-8649,1-5 8876,1-2 0,1-8 0,0-7 1</inkml:trace>
  <inkml:trace contextRef="#ctx0" brushRef="#br0" timeOffset="586525">8520 7385 18464,'19'-58'1893,"0"-1"1,-3 8-1,-1 5-2751,0-6 1362,-7 20-83,-6 19-118,-2 7 422,-3 5-641,-2 8 12,-7 8 178,-18 28-1186,8-9 0,-2 2 957,0 2 0,-1 1-17,-2 7 0,0 0-781,7-8 0,2-1 761,-1 3 1,1 1-795,1 0 1,1 1 788,1 1 0,1 0-3,1-1 0,2 1-96,3-3 1,1 0 89,1-2 1,3-1 278,4-3 0,3-2-295,11 27-57,15-9-206,14-6-49,-16-24 1,2-2-323,3-1 1,3-3-1073,4-1 0,1-1-3188,-1-2 1,-1-2 4782,-2-2 0,-3-1 0,4 0 0,-16-2 0</inkml:trace>
  <inkml:trace contextRef="#ctx0" brushRef="#br0" timeOffset="598137">8497 9424 19974,'-2'-56'129,"-3"18"2320,-6 66-2415,-1-2-23,-4 14 0,3-9-27,1 2-46,0 1 970,1 0-1267,3 1-364,1-2-632,4-1-476,1-4-8000,10 2 8586,-4-12 1,4-2-1,-5-13 1</inkml:trace>
  <inkml:trace contextRef="#ctx0" brushRef="#br0" timeOffset="598492">8766 9242 14180,'0'-7'5792,"0"2"-1502,0 5-4257,-34-19 29,25 25-45,-25-17 5,35 30-11,2-7 6,2 1 0,5-1 5,1-1 6,3-2 34,12 0-23,-6-5 12,9 0-3376,-10-8 3409,-1-1 28,-2-6 162,-1-9-95,-7 4 236,-1-15-224,-9 12 128,-9-14-201,0 13-12,-8-5 3381,5 10-3397,-1 2-17,1 2-1,0 2-21,2 3-3387,1 3 3369,1 1-10,0 2-18,-3 6-5,2 1-22,-1 7-68,3 11-72,5-4-191,-1 10-347,5-6-656,3 1-1736,4 2 3092,5 3 0,-5-14 0,1-1 0</inkml:trace>
  <inkml:trace contextRef="#ctx0" brushRef="#br0" timeOffset="598717">9403 9110 25122,'-40'45'-8,"1"0"1,1-2 0,11 1 4,22-10 0,5 0-1230,-1 3 1,0 2 1204,0 3 0,0 0-34,2 2 0,-2 2-198,1 0 1,-2 2 0,0-1-192,0 9 0,-2 0-89,0-7 1,0 2-1,-2-3-1140,-2 7 0,-2-3-1185,-1 1 0,-3 0 2865,-3 7 0,-1-3 0,8-25 0,1-3 0,-12 28 0</inkml:trace>
  <inkml:trace contextRef="#ctx0" brushRef="#br0" timeOffset="598857">8861 10677 18750,'-4'-8'3921,"0"1"-3470,-2-30 0,0-10-1324,5-4 1203,1 5 1,1-9-1,3 3 3,8-4 1,5 2-198,-1 8 1,3-2-1,0 2-1213,5-9 0,2 2 1144,-1 12 0,3-1 0,-1 5-36,0 4 0,-1 2-9,10-9 1,0 3-224,-9 12 1,-1 2 203,-1 1 0,1 0 0,-1 1 0,1 0-20,21-18-28,-1 3-2047,-3 3 1812,-5 3-347,-3 4-455,-4 3-2884,-6 4 3966,-1 2 0,-13 9 0,-1 2 0</inkml:trace>
  <inkml:trace contextRef="#ctx0" brushRef="#br0" timeOffset="599307">10333 9295 22525,'3'-48'702,"-1"0"0,1 5 0,-2 7-186,-1 15 337,0 7-523,0 4-6,0 4-206,-2 4-51,0 4-50,-2 4 217,-1 7-206,-1 7 34,-6 25-51,2-4-3380,-4 21 3369,6-11 5,0 5-750,4 4 666,1 1-122,2 2-1535,3-3 935,5-3-538,6-6-397,8-7-885,7-7-3019,5-7 5640,12-2 0,-21-14 0,1-2 0</inkml:trace>
  <inkml:trace contextRef="#ctx0" brushRef="#br0" timeOffset="618083">11512 4217 18902,'-13'-60'1273,"1"1"0,1 3 1,1 12-787,4 24-67,-1 3-62,1 4-66,0 4-85,2 3-78,0 3-57,2 1-55,0 2-17,1 3 17,1 4 0,0 16-6,0-2-17,0 30-72,0-15-1431,0 15 949,0-9-762,1 3-2694,1 2 4016,3 7 0,-2-25 0,1-1 0</inkml:trace>
  <inkml:trace contextRef="#ctx0" brushRef="#br0" timeOffset="618757">13692 4247 17736,'-3'-3'2152,"2"0"-355,1 3-1769,1-7 0,2 7 6,1-5 5,0 10-6,0 0 29,-2-1 0,0 1 22,-2 0 28,1-1 34,-1-1 39,0 0 28,-1-1 16,0-1-22,-1-1-5,-1 0-23,0-1-22,0-1 0,-1-3-23,0-2 1,0-2-7,2-2 91,-1-11-141,2 2-16,1-9-1,3 5-27,4 1-6,3-1-11,3 2-3381,2 2 3375,2 3-542,8-1 514,-6 8 11,7-1 6,-8 9-17,6 4 17,-6 4-5,4 5 3122,-8 4-3100,-3 2-11,-1 4-6,-5 1 0,-2 3 5,-3 1-5,-5 2 0,-3-1 6,-11 12 5,3-11-5,-6 6-1,7-15 818,2-2-817,3-3-1,2-3-5,2-3 11,3-2-5,2-1-12,0-2-22,11-1-22,1-1-90,14 0-678,23-7-78,-4 1-4020,13-6 1,3-1 4826,-22 4 0,-1 0 1,7-2-1,-4 1 1,-7 1-1</inkml:trace>
  <inkml:trace contextRef="#ctx0" brushRef="#br0" timeOffset="619353">15401 4286 15339,'-2'-4'3193,"-1"0"-225,3 4-2749,-16-66-1530,15 43 1389,-7-15 1,4 3 56,12 21-34,0 2 515,9-3-560,-2 5-22,9-2 5,8 5-28,-3 3-861,12 1 856,-6 2 5,3 4-16,3 1 10,-1 4 1,0 0-212,-3 2 195,-6 2-17,-5-1 651,-4 7-623,-12-4 12,-1 6 4,-13-6 1175,-3 1-1174,-7-1 0,-3 0-1,-3-1-4,-2 1 10,1-3 6,-1 1 17,1-4 11,2-1 277,1-3-64,-3-2-96,7-2 1,-1-1 11,9-1-17,0-2-11,4-1-34,-1 1-34,2-1-33,1 2-22,2 0-23,1 0 12,11 2-23,0 0 5,11 0-5,-2 1-3392,5 0 3387,1 2-1241,4 0 1240,1 3-666,1 1 666,-1 1-22,-3 1-6,-3 1 1,-4 1 2432,-4 0-2449,-7 0-11,-4 0 1612,-5-1-1696,-2 0-124,-7 1-218,-1 0-292,-8 1-481,-1-1 98,-3 2-8669,-8 2 8961,8-4 0,1-2 1,12-5-1</inkml:trace>
  <inkml:trace contextRef="#ctx0" brushRef="#br0" timeOffset="619888">17208 4112 22604,'-7'1'207,"0"5"-139,3 18-12,-2 1-17,0 0 22,-1-1-27,0 0 39,-4 9-45,4-13 0,-1 5 11,5-17 34,2-3 84,1-3 279,5-1-234,2-3-45,7-2-23,3-4-22,2-1 11,4-3-22,1 0-3403,2 0 3386,1-1-375,0 1 363,-3 1 1,0 0-11,-4 3-29,-1 2 12,-5 0-2174,6 4 2129,-9 0 2146,4 4-2146,-8 2 358,-1 4-397,1 0-62,0 3-100,1 1-152,0 2-353,0 1-632,1 2-1692,0 1 3030,2 4 0,-5-11 0,0 0 0</inkml:trace>
  <inkml:trace contextRef="#ctx0" brushRef="#br0" timeOffset="620538">18710 4019 16706,'-3'0'2907,"0"0"-257,3 0-2611,-41-24-17,23 18 1,-34-19-12,33 26 0,-2 0-4229,1 1 4235,-1 0 421,1 0-416,2 0 56,-3 1-22,6-2 17,-2 2-45,9-2 3172,1 1-3166,3 0-6,1 1 11,0 0 715,-1 5-704,1 0 1,-1 4 5,2-2 5,0 1 12,-1 1-17,2 1 0,-1 1-11,0-1 16,2 2-10,-1-2-1,1 1 17,0-1 34,0 3 6,1 0-51,-1-1 0,2-3 5,-2-6-5,2-2 17,-2 0 0,0-2 868,0 0-638,2-5-219,-1-1-6,2-4-16,-1 1-23,2-1-6,-1-1-5,2 1-11,1 0 6,1 0-12,1 1 0,1 1 11,8-1-16,-3 4-6,5-1 6,-4 3-18,1 1 7,1 1 10,2 3-5,1 1-3414,1 3 3403,0 0-1979,0 1 1957,-1 1 16,-3 1-5,-2 0-1,-3 2-5,-4 0 6,-3 0-6,-3 1-6,-4-1-11,-4 2-16,-6-1-29,-4 0-392,-17 5-78,7-4-409,-10 2 1765,10-7-4448,4-2 3537,-1 1 0,13-5 1,0-1-1</inkml:trace>
  <inkml:trace contextRef="#ctx0" brushRef="#br0" timeOffset="621111">20421 4095 17120,'0'-6'3008,"0"0"-2162,0 6 1367,0 0-2163,-29-30 56,12 40-61,-18-25 11,18 59-33,10-15-464,-1 10 457,7-12-4,0-1-1,4-1 0,2-2-3170,2-1 3147,3-2 7,1-1-6,1-3 5,0 0 17,1-2 6,-2-3 5,-1-1 29,-3-4 292,-1-1-147,-4-3 3420,0-1-3241,-1-1-274,-1-3-34,0-1 0,0-3-5,0-2-23,-1 0 11,-1-1 51,-2-3-62,0 5 0,-1-3-50,0 6 34,-1 1-18,-1 1 18,0 1-1,-2 1-11,-1 1-61,-6 3-57,3 1-133,-2 4-1328,4 5-1009,5-3 1729,1 6 0,5-10 0,0 1 0</inkml:trace>
  <inkml:trace contextRef="#ctx0" brushRef="#br0" timeOffset="621498">21648 4071 15394,'22'-39'151,"0"-1"0,-2 3 1,-1 9 1657,-4 22-1747,1 2 1424,1 2-1452,12 6-23,-5 3-5,9 7 608,-9 4-642,-1 2-45,0 3-28,-3 2 2641,-2 2-2781,-4 1-134,-6 1-1182,-5 14 67,-6-10-5438,-11 21 6329,-2-21 0,2-5 0,6-15 1</inkml:trace>
  <inkml:trace contextRef="#ctx0" brushRef="#br0" timeOffset="621648">21792 4306 14085,'-2'-4'4907,"1"0"-1844,1 4-2906,2-61-84,4 40-65,-3-14 1,4 2-32,9 22-66,4-1-170,5 1-323,6 0-627,4 1-2941,6 0-4521,-3 2 7848,-2 1 0,-18 4 0,-6 1 0</inkml:trace>
  <inkml:trace contextRef="#ctx0" brushRef="#br0" timeOffset="622286">23431 4022 22890,'17'-42'405,"1"0"0,-2 4 0,-6 10-276,-12 21-51,-2 5-27,0 2-29,-2 1 6,-2 3-6,0 3 6,-2 5-5,-2 2-6,1 3-1,0 3-10,0 1-6,1 2-6,2-1-5,1 0-6,3-1 12,3 0 5,2-1-11,3-1 11,5-1 0,4-2-3398,3-2 3404,2-1-719,2-2 719,3-2 5,-1-1 0,12-2 0,-10-2 0,6-2 1,-13-3-7,-3-2 6,-2-1 12,-3-2-1,-3-1 3020,-3-1-3031,-1-1 1086,-2-1-1109,-3-2 18,-2-1-12,-4-1-5,-3-1 11,-1 0 17,-14-7-6,4 5 6,-10-4-17,8 7 22,-13-5-5,9 5-1426,-9-4 1431,12 7 28,-6-4 46,7 0-46,2 1-16,12 2 5,14-3-34,4 6 7,8-4-12,4 8 0,4 1 5,2 1-5,3 2-5,1 0-2913,0 4 2923,0 1-16,-2 3 963,-1 4-1024,7 8 10,-11-1-61,3 8-118,-13-6-246,-2 3-521,-5 0-1099,-2 2-3751,-1-1-3216,-3-1 8882,0-5 0,0-8 1,0-5-1</inkml:trace>
  <inkml:trace contextRef="#ctx0" brushRef="#br0" timeOffset="622888">25749 4001 16779,'18'-43'916,"-1"-1"1,-1 5 0,-5 5-273,-8 12-95,-4 1-96,-4 3-94,-4 2-46,-6 3 259,-18 1-314,4 5-17,-16 2-51,9 4-22,-2 5-28,0 1 56,-11 12-117,13-3-2039,-5 7 2010,19-6 452,1 8-474,8-7 0,3 4 50,10-2 152,21 3-169,-4-5 1,17 1-6,-8-12 78,15-1-27,-9-2 10,9-3 1,-15-2 27,-2-4 12,-2-1 11,-3-2 18,-3 0-2,-3 0 12,-4 1-5,-1 1-12,-4 2-22,-1 1-40,-2 3 29,0 0 1441,-1 1-1587,-1 6 0,0 2 0,-2 7-5,0 1-130,0 15-89,1-3-285,0 13-848,2-8-692,1 4-4706,0 2 6755,2 6 0,-2-20 0,1-1 0</inkml:trace>
  <inkml:trace contextRef="#ctx0" brushRef="#br0" timeOffset="632908">17050 8639 25769,'-26'-36'50,"6"9"23,24 40-11,3 3 16,3 6-11,3 4-33,3 6 16,3 5-513,-5-6 0,-1 2 474,7 21-480,-8-16 0,-2 0 424,-4 21-73,-8 2 3,-3-29 1,-2 0-130,-3-1 0,-2 1-204,-3-1 0,-2 0-342,0-1 1,-2 1 789,-14 14 0,1-3 0,3-3 0,7-12 0,1 0 0</inkml:trace>
  <inkml:trace contextRef="#ctx0" brushRef="#br0" timeOffset="633611">17889 8663 24122,'-31'-28'313,"2"8"-212,8 30-17,-3 0 6,0 3-4224,-2 0 4240,2 3 860,0-2-837,-2 7-90,10-7-28,1 3 17,10-7-16,3-2 27,1 1 28,5-3 6,2 1 23,6-1-29,4-1 3409,7 0-3353,35 2-117,-19-3 5,-7-2 0,0 1 23,13-1-1304,-13 0 1303,3 0-33,-18-1 6,-4 0-12,-4 1-16,-5 0 50,-1 3-11,-3-1 16,-1 3 1,-3 1 5,-4 2-11,-4 1 6,-5 2-2106,-3 2 2089,-4 0-168,-2 2 173,-17 8 1,9-5-534,-11 7 539,14-9-17,3 0-5,2-2-369,4 0 351,4-1 2900,3 2-2911,8-4-2681,3-1 2715,8-4 544,4-5-516,5 0-27,4-1 32,5-1-38,4-1 28,2 1 376,12 0-416,-13 1-16,6 1 27,-15 4 3382,-8-2-3371,-2 5-4,-7 0 16,-3 2 67,-9 13 62,-13 8-73,-5 1-17,5-9 0,0-2-1295,-8 5 1279,-7 9-18,15-13-5,4-2-11,6-2-11,4-2-12,5-3 17,3-3 6,4-3 0,4-2-6,5-2-73,18-3-83,1-3-956,15-3 507,-4-3-605,3-2-1613,4 0-6950,-4-1 9762,-7 2 0,-17 3 0,-9 3 0</inkml:trace>
  <inkml:trace contextRef="#ctx0" brushRef="#br0" timeOffset="634481">10608 10980 20767,'-2'-49'982,"-1"0"0,0 4 0,3 9-680,6 18-94,0 4-80,0 5-72,0 3-16,0 4 10,6 5-22,0 2-11,6 7-17,0 2 17,2 2 5,2 3-22,0 2 6,-1 2-23,-1 1 17,-2 3-11,-3 3 5,-4 3 0,-5 1-16,-3 4 16,-6 0 23,-11 13-3398,-3-13 3398,-7 6 0,2-19 11,0-5 22,-1-4 18,0-6 16,1-4 134,-5-9-106,8-5-11,-1-7-23,11-1 3381,3-4-3402,4-2-12,2-2-6,5-1-11,4-1-11,5-1 11,5 1-17,4-1-3392,4 2 3381,5 0-11,3 2-660,3 0 581,2 3-67,3 1-90,2 3-105,0 3-152,0 2-247,-3 4-262,0 2-531,-4 3-175,-3 2-835,-3 2-852,-5 1-671,-3 3 414,-3 1 3663,-4 0 543,-5-1 1,-6-3-1,-3-1 1</inkml:trace>
  <inkml:trace contextRef="#ctx0" brushRef="#br0" timeOffset="635040">11360 10961 23808,'4'10'431,"0"-3"-257,-1-8-17,4-1-56,5-3-40,5-2-33,4-3 0,6-2 23,17-10-18,-8 2 6,11-7 17,-16 5 112,5-10-50,-12 8 11,1-8-5,-14 12 16,-4 0-6,-4 3-28,-2 1 79,-8 1-134,-1 6-23,-9 1-12,-1 7 1,-5 2 17,-1 5 55,-18 10-49,10 0-12,-10 8 0,17-3-12,1 1 12,-2 12-16,10-6-1,0 8-1154,12-9 1148,2 0-10,4 1-7,3-2 35,5 0-34,5-2-3012,3-1 3012,4-2-17,4-2 28,6-3 0,4-4 0,6-3-788,4-4 788,3-3-11,5-4 17,0-4 11,1-5-12,-3-5 1,0-5-6,-4-2 5,-2-3 199,-17 6 0,0-1-182,14-12-17,-17 12 1,-1-1 17,6-11 10,-4-1-10,-3-1 10,-3-2 2846,-5-2-2817,-2 0-333,-4-1 366,0 1 11,-4 1 29,-1 1 1188,-3 3-970,-4-6 408,-5 9-638,0 4-16,-3 12 5,1 9-67,-1 7 397,0 5-436,0 7-12,2 7 17,0 5-11,-1 6 12,2 3 4,1 5-21,4 2-6,2 22-1302,4-13 1189,0-5 1,2 1-146,4 11 45,-4-19 0,0 0-369,2 14-124,0 1-34,-1-3 113,0-5-936,3 4 437,-3-19-297,1-1-5830,-5-21 7264,-2-10 0,-1-3 0</inkml:trace>
  <inkml:trace contextRef="#ctx0" brushRef="#br0" timeOffset="636167">12176 10891 23488,'-39'-41'293,"1"0"0,-1 3 1,17 11-261,27 22-16,3 2-11,6 0 227,4 1-273,20 1 12,-4 1-11,15 0-11,-9 0-45,23 1-2912,-16-1 2984,16 2 29,-22-4-1887,-1-1 1875,-3-3 6,-3-2-197,6-5 219,-12 2-123,2-3 152,-15 3 1528,-4 1-1473,-4 0 3188,-2 2-2868,-3-1 309,0 3-483,-3 0 259,-1 4-293,-1 0-27,-2 1-6,-2 0-3398,0 1 3336,-2 2-39,-1 0-39,-1 3-40,-1 6-5,3 0 0,1 4-11,5-3 3392,2 0-3381,4 0-6,4 0 23,13 2 0,-1-4-6,10 0 6,11-6-28,-7-2-225,14-4 269,3-5-1003,-13-1 970,9-4-39,-19 1-181,-4-1 248,-4-2 11,-4 1 118,-2-6-67,-6 5-1,-1-4 308,-8 4-335,-2 3 33,-5-3 951,-1 5-973,-1 0 308,-7-2-348,5 4 1,-3-1-12,8 6-16,1 0-73,3 1 22,2 1-22,1 0 5,1 2-50,0 2-56,2 4-50,1 3-118,3 1-163,2 1-257,2 1-1630,8 9 492,-2-5-7937,28 14 6209,-17-18 1130,19 4 2083,-20-15 409,-1-1 0,-3-4 1725,-3-2 1277,-5-2 3742,-4-6-4363,-5 1-684,-3-4-482,-3 3-268,0 1 805,-2-4-760,1 1-606,-1 0-50,1 3-72,1 5-68,0 2-68,1 0-72,-1 2-39,1 0-11,3 2-6,2 3 28,3 1-28,9 10 0,6 7-11,0 1 5,0 3 12,-9-6-18,-1 11 12,-6-6-28,-4 9 6,-8-10 16,-6 2-5,-5-2 17,-3-2 16,-9 0-11,8-10 12,-5-1 10,11-9-5,3-5-5,3-3 33,0-13-34,5 3 12,2-18-23,6 13-11,5-7 0,4 7-28,5 2-78,17-8-405,-6 8 383,13-6-46,-11 11-50,0 0-45,1 2-61,0 1-528,14-4 338,-11 5-1,11-1-599,-2 4 330,-13 3-1114,20 2 1814,-32 2 163,5 1 767,-20 0 532,-3 0 1524,-1 0-2386,-5-2-106,3 2-136,-3-2-88,4 2 38,-1 0-22,1 8-67,-1 3-79,3 5-22,1 0-11,2-3 0,1 1 0,0 0-6,0 2-11,1 0 5,-1-1-10,-1 1 16,-1-1 11,-2 4-10,-2-5-1,-2 5 17,0-11 17,-2-1 39,3-5 100,0-2-49,1-7-1,4-6-33,1-5 17,5-3 22,2 4 5,3-2-10,3 1-308,2 0 302,2 1-106,2 0-23,0 3 0,9-3 0,-8 7-3292,6 0 3292,-10 7 0,-1 2 0,-1 3 0,0 2 0,-1 3 0,-2 3 0,-2 2 0,-1 2 202,-2 2-248,-2 2-397,-1 2-290,-4 2 2831,-2 0-4350,-1 1-4956,-5 0-2623,1-2 9828,-3-4 1,2-8-1,2-3 1</inkml:trace>
  <inkml:trace contextRef="#ctx0" brushRef="#br0" timeOffset="637741">10214 11859 21220,'12'-32'182,"1"0"0,11-21-87,-6 42-2398,2-1 2376,2 1 726,0 0-748,1 2 376,-2 2-416,-2 2 0,-4 2 12,-5 3 1311,-3 2-1249,-5 3 16,-4 4-12,-4 3-33,-6 3 0,-6 4 0,-5 2 6,-22 15-29,7-7-880,12-8 1,-1 0 886,-12 9 15,1-1 1,3-1-5,4-2-1058,-3 5 1058,13-9-50,1 2 16,13-11 11,4-2 0,2-2 17,1-3 95,5 2 1446,0-3-1480,7-1 51,8-2-101,-1-1-11,8-1-23,-4 0 23,0 1-28,2 0-11,0 0-1,-1 2-5,-4 1-5,0 1 1342,-6 2-1354,-3 1 17,-3 1 0,-4 1 72,-2 0-50,-4 3-16,-3 1 10,-5 3 1,-3 1-6,-12 10 1,5-7-7,-7 7 18,4 0-23,4 1-6,3-2 6,7-5-6,8-10 6,4 2 6,1-5 0,6 3 5,3-6 6,11 4-12,-4-2-5,7 3 6,-8-2-1,-2 0 7,-1 1-12,-2 2 5,-3 0 6,-3 0 1,-2 2-1,-4 1 6,-2 1-1,-5 1-10,-4 2 16,-6 0-27,-3 2 5,-5 0-11,-2-1-29,-17 6 12,10-10-381,-9 2 303,15-12-90,4-2-286,2-4-829,3-4 1311,1-3 0,9 2 0,0-1 0</inkml:trace>
  <inkml:trace contextRef="#ctx0" brushRef="#br0" timeOffset="704066">9595 7632 13513,'2'-8'5030,"-1"0"-4498,4-21 1,-2-5-508,-2 7 294,2-11 1,-3 1 161,-8 16-100,-4 3 216,-4 2-317,-1 4-33,-4 3-46,-2 3-27,-3 2-40,-3 4-27,-3 5-473,-1 5 445,-2 5-6,1 5-12,0 4-16,2 3-6,2 3-11,2 2 11,5 1-33,4 0-6,6-1-11,5-1-3064,3-3 3070,6-2-7,4-4 151,6-2-150,5-4 22,3-4 12,5-4 5,2-3 0,2-3 22,1-5 17,1-3 17,2-5 34,0-4-421,1-3 449,-2-4 27,-2-1 34,-3-3 6,-3 0 342,-4-1-364,-4 1-28,-3 0-12,-2 2-17,-4 2 3220,-1-5-3113,-3 4-129,-1 2-22,-1 7 163,-2 10-208,1 2 640,-1 1-707,1 1 65,-1 3-60,1 3 23,0 5 5,-1 4-11,1 4-11,0 5-34,1 2-44,0 3-35,0 3-100,1 4-128,1 1-192,3 3-347,2 1-548,0 4-2370,2 0-1395,0 2 5204,3 6 0,-6-25 0,1-2 0</inkml:trace>
  <inkml:trace contextRef="#ctx0" brushRef="#br0" timeOffset="704282">10145 7849 18906,'11'-45'739,"1"0"1,-2 4-1,-2 7-251,-4 15 502,0 2-592,-2 4 317,-1 4-452,0 2 97,-1 2-304,0 3 355,0 1-444,0 6 178,-2 3-156,0 7-28,-3 3-51,-2 4-56,0 4-83,-1 3-152,0 1-224,2 1-403,1 0-723,3 1-2570,2-2-4555,2-4 8856,-1-4 0,1-12 0,0-4 0</inkml:trace>
  <inkml:trace contextRef="#ctx0" brushRef="#br0" timeOffset="704774">10806 7373 15527,'-10'-45'494,"-1"0"1,2 4 0,1 9 636,2 21-885,2 3 1448,1 4-1587,1 2 970,1 2-1077,1 5 22,1 2-5,2 8 5,1 3-11,2 6 2667,1 3-2661,-1 5 1679,0 2-1690,-1 4-6,-1 1-6,-2 1 0,0-1 1,-2-1-3235,0-3 3234,0-2 6,-1-3 0,-1-4 0,-1-3 12,0-4-12,0-4 5,1-3 1,-1-3 5,2-3 341,0-3-262,0-1 3750,1-1-3728,0-6-39,0 0 11,1-6-11,1-2 5,1-1 0,1-3-27,1 0 16,1-1-17,2 1-10,0 1-7,2 2-5,0 2-11,0 1-6,3 2 0,-1 2-5,11 1 0,-3 3-1,8 0-10,-5 3 5,3 1-6,2 3 6,3 2-22,2 3-235,2 0 234,0 1-10,-3 2 22,-3-1-17,-5 2-6,-7 0 17,-4 2-5,-8 0 11,-3 2 16,-9 2 1,-6-1-6,-11 3 5,-5 1-5,3-6 0,-2 1-944,-17 8 902,6-5 0,0 0-31,-8 1-33,-10 5-68,20-14-89,5-3-174,4-4-341,4-4-712,6-6-3882,2-4-4251,5-5 9678,4-1 1,4 7 0,1 2 0</inkml:trace>
  <inkml:trace contextRef="#ctx0" brushRef="#br0" timeOffset="704965">11663 7573 23787,'-16'47'106,"-1"1"0,2-4 1,-1-6-158,-1-10-229,-3 2-868,-1 3 1148,-4 5 0,12-18 0,0 0 0</inkml:trace>
  <inkml:trace contextRef="#ctx0" brushRef="#br0" timeOffset="707300">10796 7452 7167,'-1'-6'1764,"0"1"6308,1 5-7249,-19-57-73,14 39-422,-5-15 0,0 3 272,8 21-63,1 0 314,-2-1-173,1 3-403,0 0-40,0 3-28,1 2-11,0 0 152,-1 1 262,1 0-576,0 6 16,1 0 0,1 6 130,2 11-68,0-3 11,1 11 246,-1 23-251,-2-17-3036,-1 24 3030,-3-25 0,-1 2-17,-3-1-5,0 0-17,-1 0-2028,1-2 2023,0-2-1,0-1-6,1-4 7,1-1-1,1-2-17,1-3 6,1-2-5,2-2-12,-1-1 11,1-4 1,0-1 2180,0-1-2175,0-2 78,0 0-72,0-3 2899,0 1-2905,0-4-6,0 0 51,0-1-191,0 1-106,1-1-129,0 1-218,0 0-499,2 0-1047,0 1 2089,2-1 0,-3-1 0,1 0 0</inkml:trace>
  <inkml:trace contextRef="#ctx0" brushRef="#br0" timeOffset="709381">12614 7533 18487,'-16'-40'270,"-1"1"1,2 1 0,3 13 1795,10 24-2066,1 0 833,0 8-839,7 11 456,0 2-461,6 10-6,0-5 6,1 2 1479,1 2-1468,6 15-16,-6-8 10,3 12-475,-13-13 459,-1 0 11,-7 0-12,-3-4 23,-6-1 0,-4-4 17,-1-5 11,-2-3 17,0-6 123,-6-5-51,8-4 18,-2-6-6,11-5-6,1-4-17,4-3 459,1-3-453,2-1-11,2-2-23,2-1-16,3-1-12,4 0-33,1 0 0,5 0-28,2 2-62,17-8-6,-5 10-1818,12-4 1729,-8 9-39,3 2-707,3 2 578,2 1-323,-10 3 1,1 2-9,18-2-258,-18 2 0,0 2 96,12 0-61,1 0-500,16 1 505,-16 0 207,11-1 303,-22 0 246,-2-1 418,8-5-37,-11 0 639,10-7-258,-21 6 396,0-4-328,-11 5 1240,-3-1-1325,-2 1 889,-3-2-1051,-2 3 569,-2-1-681,-5 1-56,-3 1-40,-3 3 163,-14 0-235,3 2-23,-11 4-22,8 2-40,-2 4-534,-1 4 496,-1 1-29,1 3 6,1 1-11,2 2-17,4 1-11,-2 11 5,10-8-154,1 17 148,11-18-38,7 11 28,5-15 5,7 0 6,4-10 11,3-2-12,4-5 12,2 0 17,1-4 6,1-2 10,-2-5-621,1-4 650,-3-3 22,0-2 488,-3-1-437,-3-2 27,-2-1 153,-4 1 21,0-11-185,-5 9-22,-1-5 6,-4 9 117,-2-2-118,-1 6 649,0-1-666,0 10-16,-1 1-17,0 3-22,-2 2-51,0 4 6,-3 4-1,0 5-10,0 3-6,-1 3-11,-1 12-23,2-5-11,1 9-22,4-9-558,1 1 490,0-1-44,1-1-39,2-1-46,2-2-27,2-3 0,1-3-241,7-2 313,-1-7 40,4-1 45,-1-10 569,0-2-463,2-5 16,1-3 35,0-2 16,2-3-355,-1-2 378,-1-2 95,10-14-62,-9 7-593,7-10 615,-9 13-5,-1 1 6,-1 2 5,-1 2 196,0-3-140,-5 10-5,-1-1-40,-7 11 284,-2 3-379,0 1 616,-3 7-633,-1 1-5,-3 6 5,-1 1-5,0 2 6,1 2-7,0 0 1,1 0 0,0 2-11,2-1-1,2 1-5,0 0 0,1-1 0,0 0 0,1 4 0,0-7 0,2 3 23,0-12 10,0-2 102,4-2-51,0-4 0,3-3 0,0-4-17,2-2 6,1-3 5,0 0 17,2-2 96,11-14-124,-1 4-50,5-4-6,-6 10-6,-6 9-5,0 2 0,0 2-56,7 1-11,-7 3-22,5 0-46,-6 4-44,0 1-23,0 1-33,2 2 6,-1 0-18,2 2-117,0-1-73,3 1 39,3 0 6,2 0-45,5 0-861,3-1 614,3 0 18,3-2 190,3-1 280,-1-2 22,1-2 62,-2-2 28,-2-3 84,-3-4 56,-2-3 62,-3-2 44,-5-3 73,-2-2 73,-6 0 51,-3-3 66,-5 0 13,-4 0 10,-4 1-22,-2 1-29,-3 3-44,-4 2-62,-3 3-61,-6 4-23,-4 3-17,-3 2-16,-5 5-12,-2 2-44,-2 4-17,-3 4-247,1 2 213,1 1-33,2 2-6,3 1-28,4-1 0,4-1-389,5-1 400,4-1 6,4-2-34,6 3 23,5-6 5,5 1 17,4-6 5,3-2-5,3 0 0,1-5 23,3-1-1,-1-4 6,0-1 34,-2-2-17,-1-1 869,-2 0-819,-2-1 1,-1 0 161,2-4-162,-6 6 449,1-1-460,-8 6-11,-1 2-28,-2 2-34,-1 1-39,-1 5 0,0 2 6,-2 6-6,1 3 11,-1 3 6,0 3-6,0 3-3403,-2 3 3369,0 5-10,-2 5-645,-2 6 611,-1 5-51,-1 9-66,-1 2-88,1-12 0,-2 1-246,3-13 1,-2 1 427,-4 11 0,-2-1 34,3-16 0,-1-2 17,-17 24 12,10-25 1,-1-2 88,-9 4 2191,-6-3-2163,18-21 27,3-9 769,5-5-802,4-9-12,4-5-21,3-6-18,4-6 18,3-5 109,5-5-115,5-5-2716,5-4 2710,4-4-28,-12 28 1,2 1-307,1-1 1,1 0 297,0 1 0,1 1-842,1 1 0,0 2 822,21-23-22,0 7 244,0 4-457,-1 6-330,-1 5-629,-1 3-6826,13-2-1367,-15 11 9306,6-2 0,-28 12 1,-5 2-1</inkml:trace>
  <inkml:trace contextRef="#ctx0" brushRef="#br0" timeOffset="710485">15227 7457 8937,'-7'0'5926,"1"0"-4352,6 0 4565,0 0-5803,-32 8-39,20-1-67,-25 8-40,28-2-61,2-1-28,2 1-17,2-2 89,4 3-72,3-4 5,4 0 18,3-5-24,2-2 7,3-1-1,1-1-27,2-2 27,2-3-3403,0-2 3392,2-5-1511,1-1 1494,0-3-1774,1-1 1797,-1 0-910,-2-3 938,-2 1 1323,-1-12-1312,-7 8 1043,-3-9-1071,-7 11-5,-4 2-12,-3 3-22,-4 3 2438,-9 3-2483,0 5 6,-6 2 2613,-9 10-2619,-3 8-17,-1 4 124,3 5-118,14-5-12,2 1-5,4 1 0,3 0 0,4 1-22,4 0-23,1 0-56,6-1-106,4 0-95,8-1-197,6-2-325,6-1-548,7-3-1126,5-2 1706,11-1 1,-24-7-1,1 0 0</inkml:trace>
  <inkml:trace contextRef="#ctx0" brushRef="#br0" timeOffset="710715">15868 6927 27628,'41'22'73,"-1"5"-73,-3 17-1341,0 4 1321,-12-11 0,-1 1-622,-7-8 0,-2 2 359,4 23 0,-5 3-810,-10-22 0,-5 0 543,-3 13 1,-5-1-453,-5-10 0,-4-3-3022,-5 2 1,-2 0 4023,-10 8 0,0-3 0,-3 4 0,-3-1 0</inkml:trace>
  <inkml:trace contextRef="#ctx0" brushRef="#br0" timeOffset="711675">16864 6801 22397,'-42'-8'356,"0"0"1,3 0 0,7 4-223,12 12-39,2 1-28,1 1-16,2 2-12,2 2-11,1 1-17,2 1 0,3-1 1,2 1-1,3 5 0,5-6 11,6 4 12,6-9 5,4-2 0,5-3-11,4-1 6,3-3-6,1 0-477,1-1 499,-2-1-5,-2 0-119,-5-1 107,-4 0-5,-5 1 17,-4 0-17,-7 1 11,-1 2 562,-7 5-539,-3 1 38,-14 12-60,2-6-7,-9 6-10,4-4-156,-1 1 161,0 0 0,-1 1 0,1 0-6,1 1-5,3-1 0,2 0-12,3-1 6,5 0 1,3-2-12,4-1 11,2 0-11,4-2 5,2 1 12,3-4 0,3 0 291,3-2-280,1 0 50,17 2-67,-11-3 1,12 2-7,-17-2 1,-2-1 5,-3 2 0,-2 0 12,-2 2-1,-4 2 12,-1 0 5,-1 2 6,-3 1 11,-1 2 6,-5 0 11,-2 1-23,0 0 6,-2 1-28,2 0-295,-1-1 323,3 0-45,1 0 0,3-2-16,2 0-46,1-2-5,1 1-100,2-2-293,3 0-9382,8 1 9824,-2-6 0,2-1 1,-8-5-1</inkml:trace>
  <inkml:trace contextRef="#ctx0" brushRef="#br0" timeOffset="721969">11065 9220 22391,'-10'-44'0,"2"12"17,11 37 0,8 12-17,9 10 11,9 12-28,5 11-16,-7-8-12,-6 1-22,-10-11-302,-4 1 330,-4 0 94,-3-1-44,-4-3 12,-2-3 55,-12 3 0,4-11 40,-5 0 16,7-13 18,1-2 4,2-4 130,-2-9-180,6-1-22,-1-8-5,4 1-12,2-1 0,4-1-5,2 0-29,5 0-5,3-1-16,4 0-7,3 1 236,5 1-252,4 0-23,4 0-3408,3 1 3369,3 1-42,-8 6 0,1 0-2310,19-5 2332,-17 6 1,0 0-375,13-2 232,0 2-22,-1 1-35,0 1-25,-14 3 1,0 0 14,16-2 170,-17 2 0,0 1-293,27-7 268,-15 3 62,9-4 50,-13 0 107,-15 2 27,2-4 2348,-17 2-2264,-5 2 3551,-13-8-3545,-2 10 11,-10-3 612,2 8-567,-2 0-4,-3 3-3394,-3-1 3376,-1 3-34,-2 2-11,-1 4-45,2 2 57,-12 10-141,12-4-11,-7 8-23,16-5 7,2 0-12,5 0 11,3 1-11,3-1 5,4 0 1,2-1 0,3-2 3380,3-2-3386,3-1 0,4-3-6,3-2 12,2-2-17,2-3 5,15-3 23,7-9 17,12-9 38,0-11-1118,-13 2 1119,-8-1 106,-7-3-72,-10 8-1,2-9 28,-10 12 208,-2-7-146,-3 9-6,-1-2 1,-2 9-29,-2 4-21,-1 1-29,-2 2-45,0 2-22,0 0-34,0 2-5,-1 3-1,-1 2-10,-1 5 16,0 1 0,-2 12-11,3-4-22,1 8-18,4-6 1047,1 0-1107,3 0-80,2 1-78,3 0-89,3 0-118,3 0-44,3-1-645,13 4 616,-4-10 22,11 0-335,3-11 515,-8-7-308,9-5 481,-12-5 102,-2-3 101,11-12 223,-3-5-45,-1-1-733,-8 1 856,-13 10-362,-2 2 413,-3 0 362,-2 2 58,-3-3-448,-1 6-28,0 0-62,-2 9-56,0 2-36,-2 2-92,-2 2 760,1 2-822,-3 2 443,0 3-454,-2 4 0,0 4-12,0 2-5,0 2-11,-3 20 0,5-12-325,-2 15 336,5-19 0,2 0 0,0-1 0,0-1 0,2-4 11,0-1 23,0-5-12,0-2 135,3-3 302,-1-3-325,5-4-10,-1-2-12,1-4-28,2-3 17,1-2-6,0-2-16,2-2 5,-1 0-6,2-2 68,8-8-79,-4 6-28,5-4-22,-6 9 11,24-8-34,-17 12 6,16-4-33,-23 14-7,-2 3-32,0 1-24,-1 4-4,0 1-24,-1 3-16,-1 1-45,0 1-11,-1 2-45,1-1-56,0 1-39,0 1-112,1-1-84,1 0-33,2-1 72,1-2 156,3-1-3279,4-2 3308,5-2-33,4-2-23,5-2-90,21-3-181,-14-4 657,13-3 202,-9-9-28,-14 1 73,4-6 45,-18 4-201,-3 0 240,-4-1 2962,-2 0-2979,-2-1 11,-4 1 17,-2 0 0,-2 1 275,-5-4-376,-2 7-50,-6-3-45,-1 10-62,-3 3 6,-13 2-73,4 7 109,-11 2-120,8 7-5,0 2-40,0 3 28,2 2-5,2 1-12,3 2 6,4-1-11,4 2 0,4-3-6,4 1 0,3-3 6,3-2-6,4-2 760,5-4-748,3-3-1,4-4 1,1-1 424,12-4-391,-6-3 11,8-2 11,-10-4 6,-1-2 23,-1-2 45,-2 0 10,-1-2 40,-2 2 16,-3 1 12,-2 1 5,-2 2-11,-4 1-39,-1 3-45,-1 2-34,-2 1-72,0 2-12,-1 7 12,-1 1-3365,-2 9 3365,-1 1-16,-1 4 16,-2 6-6,0 4 0,-1 6-23,2-6 1,0 2-40,-2 20-80,3-18 1,0 3-5,2 3 1,1 0 1196,0-10 0,0 1-1180,-1 11 1,0 0-135,-5 15-2962,-3 0 3056,-5-4 68,-3-5-244,-2-9 373,0-9 34,1-12-6,3-8 199,1-7-183,4-8-16,0-5 619,4-6-630,1-6 0,2-4-6,3-6 3222,1-3-3227,2-5-12,5-3-195,4-3 185,7-3-12,4-1 11,5-1 0,4 0-1482,2 2 1477,5 2-6,1 4 6,2 4-12,2 2 0,0 3 23,0 3 0,1 1-6,-2 3-1354,-11 8 0,0 1 1309,13-9 17,11-5 17,-21 13-5,-3 1-7,-5 2 18,-2 2-6,-6 2 418,-1 1-395,-2 1 1044,-5 4-1039,-1 1 3392,-6 3-3353,-1 1-50,-4 6 17,-1 0 5,-5 5-5,0 1-6,-2 2-12,-1 0 18,1 0-23,0 0 17,3-1-5,1-1-1,4 4-28,2-6 12,2 7 5,2-8 17,0 2-5,3-4 10,0-2-16,1-1 5,0-1 12,2-2 16,1-1-22,2 0 17,1-2 6,11-6-23,-4 0 50,15-11-61,-12 5-1556,6-4 1562,-9 4-500,-1 0 517,-1-3 16,-3 2 28,-2-2-12,-4 1 74,-2-7-34,-7-2-34,-3 1-10,-5 4 60,-10 3-77,3 5-1,-7 0 12,6 7 1464,1 3-1487,1 0 607,2 3-635,1 2 11,0 3-11,2 2 17,0 3 6,1 2-12,0 2-22,0 5-3392,0 1 3381,0 3 17,1 2 11,1 2-17,2 0 0,2-1-225,1-1 130,6-1-73,4-1-112,7-3-145,7-1-264,8-3-499,4-3-487,6-4-638,3-2-7231,-3-4 9544,-6-1 0,-16-3 0,-7 1 0</inkml:trace>
  <inkml:trace contextRef="#ctx0" brushRef="#br0" timeOffset="722677">14828 9037 16958,'0'-4'3299,"0"1"1815,0 3-5041,31-44-39,-26 32-6,21-29 11,-37 45-6,-4 5-4262,-4 2 4263,-4 2-895,-3 2 878,-2 2-1004,-2 3 998,-1 1 0,-1 2-5,0 0 11,2 1-17,1-1 5,5-1-5,3-1 6,5-3 0,4-1 2022,5 5-2056,4-5 23,5 3 2110,4-7-2105,7-1 1993,4-1-2043,6-1-45,4-2-45,6-1-287,24 0 99,-24-5 1,1 0-710,0 0 1,1 0 440,8-3 0,-1-1-279,8-2-396,13-4-1188,-19-1-2940,-1-1 4688,6-3 0,-23 6 0,-1 0 0</inkml:trace>
  <inkml:trace contextRef="#ctx0" brushRef="#br0" timeOffset="722883">15317 8980 17216,'-5'0'3399,"1"0"-1695,4 0-2159,30-11-211,-6 6-230,29-8-1181,-13 11-1346,4 0 3452,4 1 1,-22 0 0,-2 1-1</inkml:trace>
  <inkml:trace contextRef="#ctx0" brushRef="#br0" timeOffset="723056">15359 9211 22032,'41'-5'-650,"2"-2"340,-12-1 0,3-2-2693,14-4 1,2-1 3002,-6 2 0,-1 0 0,-3 1 0,-5 1 0,-7 2 0</inkml:trace>
  <inkml:trace contextRef="#ctx0" brushRef="#br0" timeOffset="723358">16347 8809 23515,'-55'11'297,"-1"0"0,5-1 0,8 2 383,14 7-618,3 1 193,3 0-166,-1 18-66,12-15 100,1 12-95,20-14 0,1-5 79,31 9-96,-14-14-300,18 2 306,-16-10 22,-1-2 11,0-1 12,-2-2-6,-2-2 101,6-6-51,-9 0 107,6-11 503,-15 7-587,1-16-101,-10 10 11,0-7-11,-6 7-5,-1 0-1,-4 0-28,-3 2-44,-2 1-96,-3 3-3542,-3 3 3027,-2 2-1429,-2 4 2090,-4 2 0,12 3 0,2-1 0</inkml:trace>
  <inkml:trace contextRef="#ctx0" brushRef="#br0" timeOffset="726691">9418 13810 13597,'0'-4'5063,"0"1"-1702,0 3-2498,2-74-504,-1 48-200,0-17 1,0 2 131,-4 23-11,0 0-6,-3 3 180,-6-3-292,1 7-33,-6-1-34,2 8-22,-3 3-22,-2 1-17,-3 6-3409,-3 3 3397,-3 8 0,-2 4-264,-2 4 247,0 5-5,0 3 0,2 3 0,11-9 0,1 1-766,-7 17 766,11-17 0,1 0 5,2 9-301,5-4 291,4-5 2720,6-4-2715,5-4 317,6-4-306,6-4 0,3-4-5,6-4 5,2-3 0,4-4 606,0-5-594,1-4 16,-1-3 6,-2-4 11,-2-1 22,-1-4 28,-3-1 6,-1-5 17,-4-1 151,5-15-145,-9 11-12,1-9-17,-10 17 431,-2-6-403,-3 13 0,-2-2 9,-2 14-64,0 3-23,-1 3 0,-1 3 503,-1 3-548,-6 11-5,2 2-6,-4 8 0,4-3 0,2 2-17,0 2-16,3 1-63,1 3-310,2 2 137,3 1-157,4 1-257,4-1-421,6-1-570,3-2-1239,3-3 2913,22 6 0,-27-18 0,12 3 0</inkml:trace>
  <inkml:trace contextRef="#ctx0" brushRef="#br0" timeOffset="730903">10115 13668 13922,'-7'1'5187,"1"0"-3949,6-1 1590,0 0-2783,-32-26-22,34 13-35,-20-21-16,45 19-56,6-2-106,6-1-1615,7-1 1301,6-2-207,7 0-2233,0 4 1,2 0-1009,-25 7 1,0 1 3417,21-5 1,-7 2 0,-25 7 0,-11 2 0</inkml:trace>
  <inkml:trace contextRef="#ctx0" brushRef="#br0" timeOffset="731076">10255 13889 21290,'34'-25'-212,"0"0"1,1 0-1,13-10 1,-5 7-1653,0 9-365,3 0 2229,9-3 0,-26 11 0,0 1 0</inkml:trace>
  <inkml:trace contextRef="#ctx0" brushRef="#br0" timeOffset="731732">11663 13359 20599,'-1'-50'1105,"0"0"0,0 5 1,-1 6-658,0 12-34,0 3-28,0 6-43,1 3-47,0 3-60,-1 3-52,1 4-55,0 1-67,0 3-23,0 0-17,1 7 12,0 2-6,0 8-6,2 3-5,-1 5-11,1 4-436,0 4 441,-2 3-17,-6 4 1,-1 2 11,-4 11-6,0-9 0,-2-1-976,-6 3 987,-2-1-5,-1-4 10,1-5-4,2-5 38,-3-1-28,9-11 40,0-1 61,9-13 40,2-1 530,1-2-626,0-6 1032,1 0-1026,1-6-12,1-1 1,1-4-6,3-1 5,2-3-10,2-1-12,3-1 6,1-1-12,1 2 7,2 1 4,2 3-16,-1 3-16,1 2-7,0 3 1,0 2-1,1 3-10,1 2-1,2 1-33,0 2 28,2 3 0,2 4-6,-1 3 22,0 2-21,0 2-7,-2 1-10,-3 1 5,-4 0-34,-4 0 6,-6 0 6,-4 1-1,-8-1-10,-6 1-35,-9 2-49,-7-2-1168,-6 2 1005,-6-2-3214,-3-1 2716,-3-1-724,-1 0-2916,1-3-5249,5-2 9695,7-3 0,15-4 0,9-2 0</inkml:trace>
  <inkml:trace contextRef="#ctx0" brushRef="#br0" timeOffset="732441">9173 14861 16000,'-4'-8'5523,"0"1"-4492,4 7 397,0 0-941,-30-64-78,22 44-1221,-9-15 0,2 4 1031,13 25 360,1 4-478,-1 1-73,2 4 22,-1 3 23,0 6 0,1 6-6,-1 6-17,-1 5-5,-1 5-11,-1 4-493,0 3 493,-3 3-28,1 3-1,-2 2-5,0 0-11,0-2 5,0-3 1410,0-3-1364,-1 7-1,3-15-22,0 1 5,3-19 12,1-5 44,2-4 34,-1-2 358,1-4 212,1-4-615,-1-2-11,2-7-50,1 0 44,3-11-27,-1 2 44,7-21-17,1 4-27,2-2-803,1 5 791,-3 14-137,0 1 143,1 3 11,2 2 5,9-3-22,-4 7-16,19-4 5,-15 12-23,10-1 18,-10 7-6,1 3-6,0 3 17,0 4-23,-1 4 1,-1 2 5,-3 2-5,-4 2-45,-4 11 27,-7-5 12,-14 19 34,-3-17-12,-14 8-27,1-12-29,-19 8 6,9-9 197,-14 4-264,13-12-90,2-3-89,0-4-90,4-2-242,2-4-385,4-2-896,4-4-4073,4-4 6023,2-7 0,7 5 1,1-2-1</inkml:trace>
  <inkml:trace contextRef="#ctx0" brushRef="#br0" timeOffset="732724">10153 14863 24599,'-39'4'493,"1"0"0,-24 2-156,60-6-185,0-2-25,2 0-87,2-3 32,2-2-72,4-2 55,6-3-83,5-2-22,6-1-174,23-11 0,-5 6-253,-13 6 0,0 1-5,16-6-258,1 1-368,0 2-567,-1 3-1994,-1 4-6162,-6 2 9235,-8 4 0,-15 2 0,-7 1 0</inkml:trace>
  <inkml:trace contextRef="#ctx0" brushRef="#br0" timeOffset="732899">10273 15035 26922,'29'-34'-576,"2"4"-66,-3 15 1,2 2-6325,18-7 5862,-15 5 1,1 1-4861,15-4 6198,4-2 0,-25 10 1,-3-1-1</inkml:trace>
  <inkml:trace contextRef="#ctx0" brushRef="#br0" timeOffset="734720">11830 14571 25870,'-46'-19'177,"0"-1"0,3 3 1,5 9-55,4 31-887,-3 5 848,-2 5 0,-1 5-12,0 4-539,1 4 507,2 0-18,3 1-16,6-3 10,5-2-27,7-3 6,8-5-1,6-5 312,11-5-267,9-7-56,14-5-1964,14-7 1919,13-5-25,-24-3 1,2-1-40,3-2 0,2-1-129,3-3 0,1 0-325,3-3 0,-1 0-1039,2-2 1,0 0 1182,7-4 1,-4 2 0,6-3 0,-5 1 0</inkml:trace>
  <inkml:trace contextRef="#ctx0" brushRef="#br0" timeOffset="739254">9189 12816 16717,'0'-4'4134,"0"1"-1132,0 3-2767,-59-43-775,37 32 649,-13-13 0,1 4 358,18 20-277,-2 2-28,1 3-5,-2 3 119,-2 5-147,-4 3-6,-2 6-34,-3 4-16,-3 5-34,1 3-3287,0 2 3259,2 3-11,6-1-361,5 0 355,7-4-364,6-3 286,10-5-2011,9-4 1876,11-4-111,11-5 1279,11-5-1895,8-4-595,8-2-128,-28-4 0,0 0-3247,-1 0 1,-2-1 4707,26-5 1,-28 4 0,-12 1-1</inkml:trace>
  <inkml:trace contextRef="#ctx0" brushRef="#br0" timeOffset="739737">10473 12876 19434,'-6'0'2851,"2"0"-1417,4 0-1703,26-34-168,1 19 112,-2-6 0,5-1-877,7 8 1,1 4-1133,-7 1 1,0 0 2333,15-3 0,-3 0 0,-8 3 0,-2 2 0</inkml:trace>
  <inkml:trace contextRef="#ctx0" brushRef="#br0" timeOffset="739914">10497 13056 20107,'37'-20'-311,"0"0"0,1-1 1,15-8-1,-3 4-1095,9 2 742,-27 11 0,1-1-719,2 0 0,1 1-976,2-2 1,0 1-1688,-2 0 1,-1 1 4045,-2 1 0,-4 2 0,4-2 0,-14 5 0</inkml:trace>
  <inkml:trace contextRef="#ctx0" brushRef="#br0" timeOffset="740306">12140 12411 20604,'-51'-17'726,"1"1"1,4 0-1,4 6 53,2 12-438,6 2-69,2 2 0,-3 3-90,4 2 0,1 1-658,-1-1 1,-1 1 520,3 2 0,1-1 5,-7 6-28,4 0-2877,7-2 2849,6-1-382,8-1 377,4-3 17,5-1 5,6-2-6,4-2 23,18-2 12,14-5-24,2-3-1608,7-6 1614,-12-3 12,0-2 2050,0-2-1972,12-10-17,-14 6-130,7-8 152,-18 9 23,-3 0 0,-5 1 34,-3 2 3090,-5 2-3074,-3 2 104,-4 4-159,-1 1 790,-2 2-835,-2 1-6,-1 1 50,-2 1-89,2 0-17,-1 2-28,3-1 0,0 1-11,1 1 0,0 2 5,0 2-5,0 3-12,1 2-27,1 2-45,2 1-23,2 3-67,5 0-1310,18 19 313,-6-12-1213,15 12-1021,-11-18 3416,4 0 0,-20-12 0,-2-1 0</inkml:trace>
  <inkml:trace contextRef="#ctx0" brushRef="#br0" timeOffset="740528">12730 12238 26816,'-55'-16'22,"11"13"-33,44 17-269,16 31 84,-5-22-106,12 20-903,-6-11 169,-6-7-448,2 7-678,-8-10-1322,-2-3-1462,-3-1 4946,-4-3 0,1-7 0,-1-2 0</inkml:trace>
  <inkml:trace contextRef="#ctx0" brushRef="#br0" timeOffset="740671">12581 12501 12169,'-4'-1'6570,"1"0"90,3 1-6632,-34-56-50,30 37-1,-14-13 0,8 2-285,40 15-22,-3 2-202,19-2-1495,-6 3 812,5 0-1093,4 1-2935,3-2 5243,8-1 0,-28 6 0,-1 0 0</inkml:trace>
  <inkml:trace contextRef="#ctx0" brushRef="#br0" timeOffset="741052">13302 11948 19781,'0'-3'5186,"0"0"-2704,0 3-2477,-23-28 7,17 26 4,-18-19-27,23 36 11,0 3 11,0 33-5,0-16-956,3 26 938,-2-24 1,2 15-11,0-14 16,-2 9 17,2-21-53,-2-5 42,1-5 11,-1-1-5,1-7 10,-1-2 40,2-5 998,-2-1-970,2-1 18,0-2-1,3-9-51,0 1 0,4-7 18,-1 3 4,4-1-10,0-1-6,4 0 67,9-8-67,-5 9-5,8-4-23,-8 10 5,0 3-16,1 2-6,13 3-11,-8 6-254,9 2 249,-12 6 21,1 1-21,-1 3-23,0 1 5,-3 1-10,-3 0-18,-4-1-10,-6 0-204,-13 8 1,-8-5-234,-14 5-1353,-2-11 0,-3-2 1621,0-1 1,0-1 0,-23 7 0,19-8 0</inkml:trace>
  <inkml:trace contextRef="#ctx0" brushRef="#br0" timeOffset="755320">9137 16121 17499,'-14'-42'280,"0"0"0,0 3 0,5 10 2434,8 21-2608,0 1 1287,1 1-1376,1 1 733,1 1-745,3 3 2781,4 1-2763,3 0-29,6 0-39,16 7-72,10 7 10,3 5-403,-1 4 336,-16-2-1045,-4 4 1006,-4 3-5,-6 5-193,-7 3 226,-5 1 79,-8 2 44,-14 11 107,0-15 140,-21 10-2882,15-27 2859,-5-1-1736,12-13 1759,4-1 457,2-5-496,5-1-45,2-3-28,2-4-40,4-2 1,3-2-34,13-12 0,1 5-155,11-8 138,-1 7-34,5-1-36,-5 6 1,4-1-77,4-1 0,2 0 54,1-1 0,0 1-59,2 0 0,-1 2-68,-10 5 1,-2 0 469,2 0 0,-1 1-688,1 0 1,-1 0-775,30-9-758,-18 8 1,-1-1-1179,20-5 1265,-23 8 0,-2 1-1971,7-1 2963,-6 2 907,-1 2 0,-16 1 305,-1 3-305,-15 0 4877,-2 2-26,-6-2 1736,-6-1-5518,0 1-138,-4-2-164,5 3-123,-1-1-112,-1 2-112,-2 0-50,-1 0-34,-3 2-28,-3 3-39,-2 4-62,-4 3-50,-3 2-51,-2 3 1,-15 11-68,-1 4-546,4 1 496,9-4-17,18-10-17,5-2-11,4-1 23,4-2-12,2-2 23,5-2 5,1-2 11,6-2 513,3-3-502,4-1 1,3-3 5,3-2 23,2-4 5,2-5 6,1-2 28,1-3 447,16-20 63,-16 5-264,5-7-22,-22 14 0,-9 9-39,-2 2-23,-1 2-28,-1 1-11,0 2-11,0 2-6,0 3-22,0 0-45,0 3 22,-1 0-156,0 7 11,0-1-17,0 6-28,3 1 5,2 1-27,1 3-45,2 0-23,1 2-335,6 10 167,-2-8-521,7 12 309,-7-16-79,2 2-17,-4-9 57,0-5 77,0-1 124,1-3 140,1-3 117,1-2 96,1-5 78,2-1 40,-1-3 33,3 0 34,-1-3 33,1 0 45,0-1 39,1 1 40,-2-1 10,1 2 7,-4 1 598,6-3-716,-10 8-67,2-1-79,-11 10 11,0 0-56,0 5 11,-1 1-16,2 6-12,0 1 1,1 2-12,0 2-5,0 1-23,1 9 17,1-6-11,-1 6-1,0-9-21,1 5 27,-2-7 6,1 3 6,-2-11 123,0-3-34,-1-2 6,1-3-17,-1-3-12,1-2 113,3-12-67,-1 3 11,2-6 5,-1 5-22,1 0 0,1 0-17,1 0-22,1 1-28,2 1-17,1 0-17,2 2-17,2 0-5,4 2-22,1 1-12,4 2-22,1 2-23,0 1-61,2 2-28,-3 2-62,-1 1-56,-2 2-17,-3 3-117,-2 1-101,-2 1-135,0 0-78,-2 0-145,1-1-130,0 0 79,0-2-526,7 0 1147,-4-3 119,8 0 66,-6-2 130,3-3 61,1 0 106,0-3 108,1-1 94,-2-2 95,1 0 101,-2-3 39,-1 0 28,-1 0 606,5-8-662,-7 4-33,3-4-46,-11 7 376,-1-3-492,-4 6-73,-2-2-79,-3 8-101,-3 1-50,-3 2-34,-4 0 0,-4 1 6,-2 1-12,-2 3-10,-1 2 22,-8 8-34,7-1 6,-4 5-29,10-3 24,1 0-12,2 1 0,2 0 0,4-2-12,2-1 12,2-2-5,2-1 33,6 0-17,-1-4 23,6 1 16,-1-5 12,0-1 27,1 0 12,0-1 17,-1-2 16,1-1 12,0-2-6,-1 1-28,-2-2 0,0 3-34,-2 0-22,-1 1-6,2 1-33,-1 0 6,4 2-29,11 6 12,-3 0-23,8 7 6,-7 0 5,1 4-5,-1 2 11,-1 5-6,-1 2 6,0 4-11,-3 4-11,0 2-1136,-3 4 1085,-4 3 6,-3 4-29,-7 3-44,-9 5-11,-10 1 47,7-26 1,-2-2 8,-2 1 0,-2 0 16,-2-1 1,0-1 38,-1-2 1,0-1-583,-22 17 712,-6-8-183,10-23 222,6-10-28,12-19 11,13-8-17,2-6-28,5-5 6,2-3-51,5-5 29,4-3-18,5-1-648,5-4 626,5 0-14,-1 14 0,2 1 6,-5 9 0,2 0 11,17-19 0,2 2-957,-14 19 1,0 2 939,9-8 0,0 1 0,-10 10 1,0 2-79,24-20 86,0 1-5,-1 3 0,-2 1 6,-3 3-6,-3 3 17,-4 2-40,-5 5 217,-6 4-183,-6 3 6,-5 3 516,-6 2-511,-3 3 3123,-3 2-3122,-1 2 817,-2 1-817,-7 2-12,-1-1-17,-7 1 17,2 2 6,-1 2 0,-2 2-11,1 2-1,-2 1-5,1 1 11,-1 2 1,-1 2-12,2 1-6,-1 2-11,2 0 23,-2 12-6,7-7 5,0 9-10,9 1-6,4-6-6,4 7-22,6-11 11,4-1 5,5-1-10,5-1-163,19 4 11,-6-8-39,16 2-2831,-13-9 2708,1-4-84,0-1-157,-3-3-220,-3-4-412,-3-3-965,-3-5-3853,-4-2 6038,2-4 0,-14 8 0,-1 1 0</inkml:trace>
  <inkml:trace contextRef="#ctx0" brushRef="#br0" timeOffset="755761">12609 15896 18688,'-4'0'4274,"1"0"-673,3 0-3522,3-27-12,9 16-17,8-23-16,11 23-6,5 0 0,4-1-17,3 1 6,2-1-17,2 1 6,-3 1-2038,0 1 2043,-4 1-22,-2 1-40,-5 0-38,-2 1-102,-6 1 481,-3 1-1063,-3 2-874,-2 0-3332,-3 2-4800,-1 0 9868,-4 0 0,-3 0 0,-4 0 0</inkml:trace>
  <inkml:trace contextRef="#ctx0" brushRef="#br0" timeOffset="756103">13681 15564 26928,'-16'1'493,"6"0"-432,35-4-10,-2 2 5,14-3-23,-6 1 35,17-1-40,-11 0-1172,12-1 1178,-16 0-12,-1 1 12,-2-2 393,-2 1-388,-3 0 194,-4 1-199,-3 0-1,-4 2 6,-2-1-106,-5 2 590,-2 0-691,-7 4-207,-1 1-549,-4 5-1731,-3 1 2655,-5 2 0,7-5 0,-1 0 0</inkml:trace>
  <inkml:trace contextRef="#ctx0" brushRef="#br0" timeOffset="778221">23177 6498 21147,'0'-3'252,"0"0"572,0 3-712,-17 78-5671,9-33 5617,-3 10 1,1 3 42,3 5 235,3-29 0,0 1-283,0 2 0,0 2-14,0 1 0,0 1-3,0 3 1,0 0-1,0 2 1,0 1-491,0 2 0,0 1 490,2 2 1,0 1-4,-1 1 1,2 2-493,0 2 0,0 1 478,1 2 1,0 2-13,0-21 1,0 1 0,1 1 3,0 1 0,0 0 0,0 1-137,0 0 0,0 0 0,1 1 137,-1 2 0,1-1 0,0 1-2,0 1 1,0 0-1,0 0-2,0 1 1,0 1 0,0 0-8,0 1 0,1-1 0,-1 1 16,1 1 1,-1 0 0,1 0-1,-1 1 1,1 0 0,0 0 0,-1 0 0,1 1 0,0 0-73,-1 1 1,1 0 0,0 0 62,0-1 1,0 1-1,0 3 1,-1-11 0,1 4 0,0 1 0,0-1 0,-1-2 16,1 0 0,0-1 1,-1-1-1,1 3-18,0 0 1,0 3 0,-1 1 0,1-1 0,0-4-91,-1 0 1,1-3 0,-1 0 0,0 0 94,0 1 0,0 1 1,1-1-1,-1 1 1,0 1 1,0 0 0,0 0 0,0 0-4,-1 1 1,1-1 0,0 1 0,-1-1-32,1 1 0,-1 1 1,1-1-1,-1 0 36,1 1 0,-1 0 0,0 0 0,0 0 66,0 0 1,-1-1-1,1 1 1,0 0-59,-1 0 0,1 0 1,0 1-1,-1-1-1,0 0 0,1-1 0,-1 1 0,0 0-2,0 0 1,0 0 0,1 0 0,-1 0 1,0-1 0,0 1 0,1 0 0,-1-1-7,0 1 0,0-1 0,1 1 0,-1 0 1,1-1 0,-1 0 1,1 0-1,-1 1-6,1-1 1,-1 0 0,1 1 0,-1-1-2,1 0 1,0 0-1,-1-1 1,1 1 3,0 0 1,0 0 0,0-1-1,0 1-90,1-1 0,-1 0 0,0 0 1,1 0 85,-1-1 0,1 0 1,0 0-1,0 1 18,0-2 1,0 0 0,0 1 0,0-1-23,0-1 0,1 0 0,-1 0 1,1 0-7,1 15 0,-1-1 0,1 1 2,0-2 0,0 0 0,0-1 103,0-1 0,0 0 0,1 0-113,-1-3 1,0 1 0,0 2-14,1-4 1,-1 4 0,1 0 0,0 0-110,0-1 0,0 0 1,0 0-1,-1-1-84,1 1 1,0-1-1,0-1 1,0-1-308,-1-5 1,0-2 0,1-1-1,-1-2 596,0 3 0,1-3 0,-2-5 1,1-4-1,-1-4 0,3 31 1</inkml:trace>
  <inkml:trace contextRef="#ctx0" brushRef="#br0" timeOffset="780281">25347 6733 19972,'0'-40'823,"0"0"0,-2 0 1,-4 9-639,-3 23-68,-5-2 18,1 14 16,-6 13-62,-2 3 7,-5 13-7,6-2-10,-2 5-3399,1 2 3382,1 4-6,1-1-26,4 1 15,3-1-17,3-1-222,4-3 217,3-2 5,4-3-6,2-4 6,5-4 11,4-3 6,2-4 22,2-2 3326,1-4-3259,1-4 34,0-2 28,0-3 25,1-3-3,-1-4 318,0-3-328,0-4-6,0-4-29,0-4-22,-2-4-33,0-3-40,-2-5 12,0-5-6,-1-3-334,-2-4 306,-1 0-6,-1 0-11,-3 1-481,-2 5 537,-2 2-11,-2 7 5,-1 4 7,-2 7-24,-2 4-10,-4 4-28,-2 4-23,-1 2 11,-2 2-50,-11 4 0,3 4-84,-18 14 34,15 0-303,-8 13 73,10-4-224,3 4-1849,-5 20-44,11-9-3171,1 15 5596,10-11 0,2-23 0,1-1 0</inkml:trace>
  <inkml:trace contextRef="#ctx0" brushRef="#br0" timeOffset="780486">26208 6937 25965,'-7'18'-224,"0"2"-5733,1 3 5396,2 1-1534,0 2-129,2 1-7607,0 8 8562,2-12 1,0-1 0,0-16 0</inkml:trace>
  <inkml:trace contextRef="#ctx0" brushRef="#br0" timeOffset="780730">26948 6668 22935,'0'-8'2413,"0"2"-1830,0 6 1164,0 0-1702,-29-50 6,22 40-7,-22-34 1,29 55-11,0 3-12,0 5-4256,0 2 4250,1 5-1036,1 3 1020,1 4-583,0 3 555,-2 3-56,1 3-78,-5 1-580,-2-9 1,-2 0-654,-5 18-3521,-2-10 1,0-1 4223,-1-3 1,0-1 0,11-28-1</inkml:trace>
  <inkml:trace contextRef="#ctx0" brushRef="#br0" timeOffset="780940">27642 7040 22834,'6'-2'873,"-2"0"695,-4 2-1556,-13 66-5712,7-39 5588,-2 13 0,-1 0-610,2-13-9109,-8 10 9589,5-12 1,0 0 0,7-18 0</inkml:trace>
  <inkml:trace contextRef="#ctx0" brushRef="#br0" timeOffset="782569">28959 6532 18140,'0'-3'3719,"0"0"-6114,0 3 2529,-31-36-16,20 27 1387,-24-28-1427,28 36-5,-1-1-12,-2 2 1,-1-1 909,-10 1-915,4 0 56,-17 0-67,12 0 6,-7 0-12,9 0 17,0 0-17,2 1 3465,-8 0-3465,12 0-11,-5 2 0,14-1 11,-1 3-33,2-1 0,-1 4 16,0 2 0,2 0-10,-1 10-1,2-6 17,0 5-6,1-5 45,1 7-39,-1-5 0,1 6-11,-1-6 0,1 0-6,-2-1 0,0 0 17,0 0-5,-1 0-6,0-2 27,-1-1-27,1-2 6,0-2 10,0-1-33,1-2 23,0-2 16,1-1 644,1 0-577,0-12-5,3-2-56,11-17-45,0 11 11,22-8 0,-10 16-33,12 0 16,10 6-996,-10 4 969,14 3-7,-16 3 18,-1 5 11,-1 1 16,-1 3-3081,-4 0 3059,-2 2-1943,-5 1 1955,-6 1-1448,-4 1 1408,-6 1 149,-7 10-205,-6-6-50,-9 8-51,-6-9 1493,-5-1-1593,-3 0 1823,-5-2-2019,-2-2 3103,0-2-3495,0-5-1816,-11-2-71,14-6-2762,-8-3 5028,15-6 0,14 2 0,1-3 0</inkml:trace>
  <inkml:trace contextRef="#ctx0" brushRef="#br0" timeOffset="782785">29045 6423 13113,'50'-9'763,"1"0"1,-5 1 0,-6 1 1430,-9 5-1757,0-2-56,2 0-40,0 0 1639,25-5-1779,-22 3-49,15-3 820,-29 5-894,-6-1 2831,2 1-3189,-9 1-157,1 1-566,-8 2-314,-3 0 1317,-2 0 0,2 1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2T14:24:55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19446 890 30055,'10'-55'524,"1"0"0,-1 1 0,-4 7-1635,-7 12 754,-5-1-154,0 24-66,-1 1 171,3 8 296,1 2-962,-1 3 1339,0 3-68,-3 6 24,-2 7-165,-2 9 199,-3 7-236,2-2 0,0 2-943,-6 23 710,6-17 0,0 0-147,4-9 1,1 1 42,-3 15 0,2 2 32,2-13 1,1 1-11,-3 25 0,2 0 12,3-26 0,1-1-269,0 22 1,0 0-965,-1 5 923,-1-14 1,-1-2 226,-4 0 152,-7 6 151,0-26 93,-2-7-52,-20-5 193,15-9 112,-17-13-166,27-6 601,1-12-557,15-14-2453,5 5 2362,7-14-42,3 10 146,3-1-191,3-1-8,2 0 26,1 6 0,1 1-806,10-7 787,-8 10 0,0 2-39,4 4-2024,1 2 1968,-1 2-12,0 2-16,-1 1-86,0 1-20,10-6 162,-11 5-923,6-6 1007,-16 7 1486,4-6-1441,-9 6 2334,2-9-2228,-12 12 34,1-3 275,-6 6-191,2 1 33,-2 1 3768,2-2-3734,-2 3-17,1-1 190,-1 5-324,-1 1-17,0 2-112,0 7-17,-1 1-5,0 8-6,-2 2 22,1 4-27,-2 3-6,0 3-12,0 2-3414,0-1 3348,0 2-3238,0 22 2313,1-20-5371,1 27 6357,4-31 0,-2-5 0,1-11 0</inkml:trace>
  <inkml:trace contextRef="#ctx0" brushRef="#br0" timeOffset="185">19956 667 17669,'-2'-7'3926,"1"1"-3163,1 6-702,0 0-1405,-35-32-2487,27 35 3831,-24-19 0,34 30 0,1-1 0</inkml:trace>
  <inkml:trace contextRef="#ctx0" brushRef="#br0" timeOffset="670">20195 581 25987,'29'-31'163,"-3"13"-163,-7 66-6,-4-7-5626,2 16 5665,-9-11-8,-6-12 1,0 1 626,-5 18-641,0-17 1,-1-1-1,-10 10 11,-1-2-10,-2-6 10,1-5 721,-4 1-732,6-13 12,-1 1 117,8-13-17,3-4 2907,2-2-2935,2-3 945,0-3-979,0-3 442,0-3-458,0-3-11,2-3-1,2-4-5,3-4 17,7-19-28,-1 10-12,6-12 12,-4 17-17,2 3 6,0 3-6,0 4 11,2 3-11,0 4 11,12 1-22,9 6 11,1 1-6,12 19 1,0 6-12,-10-3-575,4 5 1,-6 2 552,-23-6 16,-6 1-562,-6 0 552,-7 0 16,-7 0-17,-7-1-22,-6-1-5,-6-2-734,-3-4 655,-4-2-62,-1-2-89,-1-3-101,1-3-2061,1-1 1686,2-3-448,4-2-1007,3-4-3715,6-6-3894,3-2 9570,7-1 0,4 8 0,4 2 0</inkml:trace>
  <inkml:trace contextRef="#ctx0" brushRef="#br0" timeOffset="1137">20983 441 22510,'-16'47'162,"1"1"1,0-4 0,5-5-34,12-3 84,5 21-129,1-13-11,3 14 61,-2-4-84,-3-14 29,-1 22 10,-9-19-38,-2-4 1359,-11-1-1276,5-24 435,-2 1-480,7-13 228,3-6-267,1-1 790,1-6-812,-1-4 61,2-15-61,2 4-5,1-12-18,4 10 7,2 1-1,4 2 11,0 2-5,3 3-3415,1 3 3404,1 2 0,2 4-50,2 2 50,3 2 11,1 1-12,2 3 1,1 2 11,16 4-6,-9 1 0,11 5 11,3 8 2654,-11-2-2681,9 6-18,-19-3 12,-6 0 0,-4 1-161,-8 2 144,-4-1 28,-21 16 0,0-13-9,-15-1 1,-3-3-20,-6-6 17,8-4 0,-1-1-34,-3-6-5,1-1 22,-1-1-62,3 0-39,2-1-89,4-1-185,5-3-197,5 0-313,6-1-481,5 0-1290,4-2 2025,8-3 1,-4 6-1,3-1 1</inkml:trace>
  <inkml:trace contextRef="#ctx0" brushRef="#br0" timeOffset="1517">21926 776 19708,'0'-4'3540,"0"1"162,0 3-3612,-68 2-603,42 9 543,-15-5 1,2 4 211,20 17-169,-4 16-51,9-9-399,-1 12 405,11-14-22,2-1-6,7-3-6,4-4 1,5-2-7,4-3 280,12 0-307,5-5 39,1-4 0,7-8 39,-16-8-27,7-4-7,-11-4 12,0-3 5,-1-5-5,5-20-11,-7 5-6,-7 3 0,-1-1-320,-1-8 348,0-11-6,-9 20 24,-4 4 38,-12-6-39,-2 12-23,-10-3-5,2 13 0,-2 4 11,-12 2-28,10 4 0,-6 2-23,14 5-21,8 3 811,2 3-985,7 2-1228,12 9-632,2-4-7753,8 6 9818,-3-8 1,-6-7 0,-5-2 0</inkml:trace>
  <inkml:trace contextRef="#ctx0" brushRef="#br0" timeOffset="1770">22732 328 23063,'-3'-6'2661,"1"0"-1592,2 6-369,0 0-605,-60-3-2177,37 22 2124,-13-8 0,2 4-19,12 38-18,11-23 1,0 2-12,-1 2 1,0 1-1,0 3 1,0 1 27,-2 19 0,0 1-19,5-13 0,1 0-20,-2 12 0,4 0-22,4-18 0,3-2-40,3-1 1,3-1-43,2 0 1,3-2-79,3-1 1,3-1-1171,2-1 0,2-2 915,2-1 1,1-1-332,1-2 1,0-1-1241,1-2 1,0-2-7807,20 12 9438,-8-9 1,-18-11 0,-10-6 0</inkml:trace>
  <inkml:trace contextRef="#ctx0" brushRef="#br0" timeOffset="3643">4299 12914 14947,'-43'16'1880,"-1"0"0,4-2 1,8-2-1439,18-6-45,2-1-44,1 0-39,3-1-45,1-1-50,3-1-62,0 0-51,3-1 157,1-1-100,5 0 33,2 0-28,8-3 50,14-6-156,-2-1-18,13-5 18,8-3-84,-9 4 27,11-4 18,-4 4-12,-7 4-34,-2 0-16,-12 6-22,-14 3-208,-4 3-34,-3 0-217,-2 3-478,-2 2-6446,0 3-1198,0-2 8642,0 0 0,0-4 0,0-3 0</inkml:trace>
  <inkml:trace contextRef="#ctx0" brushRef="#br0" timeOffset="4018">4997 12824 17232,'6'-3'3087,"-1"1"-2337,-5 2 1939,0 0-2488,-62 31-38,42-19-91,-15 6 1,3 0 45,23-12 61,2 0-67,3-2-84,1-2 118,3-1-40,4-1-5,2-1-11,5-2 22,10-5-56,-2 1-28,7-3-12,-5 2 12,-1 0-10,0 0-1,-1 0-3387,-2 1 3387,-1 0 0,0-1-1,-2 1 12,0 0 6,-1 0-23,-2 1 6,0 0 0,-1 0-17,-3 2-45,0 0-348,-2 2 3125,-1 1-4631,1-1 1899,-1 1 0,-2 1 0,0-1 0</inkml:trace>
  <inkml:trace contextRef="#ctx0" brushRef="#br0" timeOffset="5147">23459 918 30316,'10'-45'-218,"-1"0"0,0 0 0,2 1 0,-4 4-608,-3 2 0,-5 8-266,-6 15 2022,-4 3-1330,-3 6 481,-2 2 157,-3 3-1587,-3 5 1585,-2 3 196,-4 8 303,-1 6 777,-3 5-1166,2 5-871,-2 3 233,4 3 53,2 3-245,4 1 774,4 1-1036,6-1 199,5 1 15,4-2-98,16 10 1,2-15-356,14 4 425,0-18 89,5-4 59,5-4 218,0-4-1654,2-4 1863,-2-3 21,-1-4 524,-3-4-517,-1-5 63,11-15-73,-12 3 46,7-13-788,-18 6 781,-4-5 1,-4-4-22,-5-4-7,-3-2 7,-3-1-18,-3 0-10,-3 2-68,-3 1 118,-5 4 2721,-2 5-2682,-4 4-6,-11-1-95,4 12 815,-8-1-826,8 13 0,0 3 0,-1 3 6,1 6-45,-2 3-17,3 7-51,-1 5-100,3 3-163,1 8-353,3 2-492,3 6-925,2 4-2906,6 2 5046,2 11 0,3-27 0,1-1 0</inkml:trace>
  <inkml:trace contextRef="#ctx0" brushRef="#br0" timeOffset="5349">24018 1137 26116,'7'-1'45,"-4"6"-45,-7 17-73,-3 2-891,-8 18-6076,-4 8-2533,0-3 8725,1-5 0,11-28 0,4-6 0</inkml:trace>
  <inkml:trace contextRef="#ctx0" brushRef="#br0" timeOffset="5822">24594 1061 23253,'11'-50'920,"1"0"0,-1 4 0,-1 5-474,1-4-3309,-1 5 3050,-2 7-121,-1 4 114,-1 5 534,-2 5-821,0 4 148,-2 5-110,-1 4 1629,0 3-1510,0 3 1004,0 8-1015,1 1 0,1 11 12,0 2-12,0 5 6,-1 4-23,-1 3 23,-1 20-34,0-12-10,0 14 5,0-17-29,0-1-72,0-1-190,2-3-426,2-2-1329,3-2 1215,3 1 0,-4-15 0,1-1 0</inkml:trace>
  <inkml:trace contextRef="#ctx0" brushRef="#br0" timeOffset="37086">25409 1381 30841,'1'-5'1926,"0"1"-3219,-1 4 2586,9-6-1293,-5 8 0,9 2 0,-9 18 0,0 2 0,-4 7 0,-6-5 0,-7 3-895,-7 2-4950,-7 1 5939,-8 5 1,16-18 0,0-1 0</inkml:trace>
  <inkml:trace contextRef="#ctx0" brushRef="#br0" timeOffset="39653">25622 581 32458,'6'-50'-2331,"0"11"1104,-6 39 1037,0 0 53,-2 3-22,-1 1 68,-2 6-221,-2 2-591,0 4 599,-4 4 150,1 2-210,-2 1 5,0 3 74,2 0-18,2 2 256,3-2-3,2 1 50,4-3-11,5 0 16,4-3-10,6-1 5,4-1 11,6-2-28,3-3 6,4-1-514,2-3 514,3-1 0,0-2 5,0-3 6,-1-2-17,-1-2 17,-5-1 6,-3-2 5,-4-1 6,-3-3 5,-5 0 40,0-4 5,-9 0-45,-3-2-5,-9 2 6,-6 3-12,-6-1 1,-18-5 10,4 3-11,-13-4 12,10 4-12,0-1-17,1 1 17,2-2 6,4 1 17,2-1-23,3 0 23,3 0-6,2-1 11,3 0 17,3 0-2783,2-7 2794,5 4 28,1-4-39,5 5-11,2-2 11,5 0-11,4-1 50,13-6-67,-4 8 11,8-3 11,-8 10-10,0 1 4,0 3 3365,0 2-3409,-1 2 0,-1 2 11,1 2-33,-1 5-3370,-1 3 3381,0 6 5,-3 2 57,0 3-68,-2 4 0,-2 2-5,0 3-6,-3 0 28,-2 2-6,-3 2-28,-2 0-33,-2-1-34,-3-1-1202,-7 11 973,-1-12-208,-5 7-454,4-15-1331,-1-2-2898,1-3 5221,-2 0 0,7-9 0,1-1 0</inkml:trace>
  <inkml:trace contextRef="#ctx0" brushRef="#br0" timeOffset="39917">26449 350 21846,'30'-18'112,"-1"1"0,23-5 2025,-14 57-2081,-6-2-85,-10-9 1,1 2 56,11 19-11,1 6-23,-19-23 1,-1 0-23,-2 2 0,-1 0-84,4 31-135,-11 0-223,-16 0 13,1-30 1,-4-1-695,-6 0 0,-3 1 1151,-8 5 0,0-3 0,-3 3 0,-3-1 0</inkml:trace>
  <inkml:trace contextRef="#ctx0" brushRef="#br0" timeOffset="60272">12283 3170 17613,'0'-8'3534,"0"2"-2800,0 6 516,0 0-1015,-2-59-4347,1 44 4179,-3-45 843,-3 67-876,-2 1-6,-5 9 28,-8 16-34,-4 13-2284,0 2 2273,2 4 6,10-14 2208,3-1-2220,3 14-5,4-14 6,7 7-6,5-17 11,7-5-11,4-1 23,35 3 5,-2-12-256,-20-4 1,0-2 239,16-6 3167,-6-10-3134,-13 0-6,5-6 149,-11-5-76,-5-3-51,-3-2 46,-9-10-63,-6 15-16,-5-8-5,-4 10-1,-3 0-11,-3 1 719,-14-7-702,-9-1-11,-3 0-235,-2 3 229,-7 1 17,-2-1-11,3 2 22,8 3 6,16 1 11,9 0-34,3-6-28,19 0 6,5 4 241,11 1-247,17 3 6,-6 5-5,15-1 22,5 7-584,-11 2 573,14 5-12,-17 4 6,0 6-11,0 3 11,-4 3 11,7 16-28,-15-5-5,0 11-3214,-18-9 3051,-9-1 0,-4 2-123,-3 8-277,-1-8 1,-1-2-228,-7 2-768,1-2-531,1-2-2029,2-3 4140,1-1 0,6-12 0,0-1 0</inkml:trace>
  <inkml:trace contextRef="#ctx0" brushRef="#br0" timeOffset="60572">13167 2997 16336,'0'-4'3372,"0"0"-15,0 4-2944,-14 5-45,3 7-148,-14 9-694,4 7 572,-2 3 132,-2 2 10,-13 13-105,9-11-110,-8 8-244,15-17 39,1-3 2,0 3 1,9-11 2,0 2 13,10-9 13,1-3 116,10 0 117,0-3-28,10 0 649,3-4-694,20-3-44,-4-1-1555,16-4 1459,-10 1-123,4 1-713,-14 1 0,4 0 965,17-5 0,-1 0 0,-21 6 0,-2-1 0,7-1 0,-1-1 0</inkml:trace>
  <inkml:trace contextRef="#ctx0" brushRef="#br0" timeOffset="60787">13728 3010 16622,'-6'-1'3786,"2"0"-6203,4 1 2476,17-43-204,24 27 66,-18-8 1,2 2 87,7 15 0,1 6-690,17-4-440,1 2-814,-2 1-2072,-4 1 3981,-1 3 1,-21-2 0,-4 2-1</inkml:trace>
  <inkml:trace contextRef="#ctx0" brushRef="#br0" timeOffset="60963">13701 3292 23995,'40'-12'-79,"0"-1"1,-2 1-1,-2 1-123,12-2-5493,3 0 5193,2-1 53,-1 2-1190,-1-2-1977,-16 5 1,1 0 3602,20-8 1,-8 4-1,-24 5 1</inkml:trace>
  <inkml:trace contextRef="#ctx0" brushRef="#br0" timeOffset="61262">14610 2929 14057,'6'-8'5427,"0"0"-4066,-6 8 2718,0 0-3608,-63 32-4246,42-14 3924,-14 3 0,3 2 73,24 0 913,3-1-913,3 0-44,2 1-389,3-1-33,1-1-213,6-1 43,3-1 9,2-2 208,4-3 49,0-1 48,4-4 36,-1-3 33,2-2-2165,-2-4 2278,2-4 2110,-2-2-2108,2-5 16,1-3 12,2-2 7,2-1 38,2-2 11,-3 0 16,-1 0 18,-6 0 0,-5 1-23,-7 0-39,-5 1-28,-2 2-39,-5-1-17,-2 1-12,-5 0-27,-2 1-22,-1 1 84,-3 1-40,-1 1-180,-2 2-485,-1 2-1484,-1 2 2163,-5 2 1,12 2 0,0 0-1</inkml:trace>
  <inkml:trace contextRef="#ctx0" brushRef="#br0" timeOffset="65753">3038 3796 11322,'2'-3'4889,"-1"0"2559,-1 3-7229,-8-38-591,0 29-222,-8-29 350,2 41 641,-4 1 39,-4 3-3631,-3 3 3379,-6 1 95,-3 3 140,-4 1 472,-4 1-165,-1 1-566,-3-1-92,13-4 0,-1 0-7,-17 5-626,18-7 1,2 1 584,-9 0-47,5-2 9,5-1-96,5-3 48,7 0 3,6-2-34,4-1 2697,4 0-2551,2 0 416,2 0-652,2 6 1393,1 0-1729,3 7-58,0-1-25,2 3 9,0 4-91,0 3-67,-2 5-867,1 5 1765,-4 6 73,0 7 54,-2 6 54,-5 7-148,2-27 1,-2 0 4,0 2 0,-2-1-92,0 2 1,-1 0 56,0 0 0,0-1-105,-1 1 1,1-1-33,0-2 1,0 1 4,-2 13 0,1-1-35,3-11 0,0-1-34,-1 10 0,0-1-82,2 12 137,2-2-172,0-4 167,4-4-14,1-3 2,3-4-60,2-3 16,2-3-30,0-4-20,3-4-40,1-3-45,3-5 30,1-3 56,16-6-877,-3-3 639,12-7-710,-4-5-3639,4-8-3602,0 0 8434,-5 0 0,-17 7 1,-8 4-1</inkml:trace>
  <inkml:trace contextRef="#ctx0" brushRef="#br0" timeOffset="71049">19804 2880 13609,'2'-61'1822,"0"0"0,0-3 1,1 8-2871,0 18 1636,2-10-89,-2 20-232,-2 4 108,0 2-33,0 4-39,0 3 405,0 5-412,1 2-296,-1 4 6,0 2 893,1 11-843,1 0 0,2 12-6,-1 1 0,0 7 1,1 6-167,-2 6 172,-1 5-3145,0 6 3122,-2 4-5,0 3-620,-1-13 0,0 0 600,1-9 1,-1 0-15,0 13 1,0-1 10,0-11 1,-1-1 2,1 2 1,0 0-1,0 1 0,-1 3 14,-1-1 1,1 3 0,-1-1-744,-1 9 1,0 0 729,0-5 1,1 2-1,-1-3-479,-1 9 1,1-2 494,-1 3 0,0 2 0,0 2 1,0 0-8,2-18 1,0 0 0,0 1-4,0 0 0,0 1 0,0 1 1,0 1 1,0 0 0,1 0-33,-1 2 0,0-1 0,-1 1 31,2 1 0,-1 0 0,0 1-47,0-1 1,0 1 0,0 0 44,0 1 0,0 0 0,0 3 5,0 1 0,0 4 0,0 0 1,0-3-8,0 5 1,0-3-1,0 3-3,1-4 1,-1 4-1,0-1 1,1-4 44,-1 1 0,1-4 0,1 0-42,-2 2 0,1-1 0,1 1-125,-1-1 0,1 0 1,-1 0 120,1 1 1,-1-1-1,1 0 175,0 0 0,1-1 0,-1 1-175,0-2 1,0 1-1,0 2 7,1 0 0,-1 4 0,1-1 0,-1-2-3,1 3 0,-1-3 1,0 3-1,1-4 0,-1 2 0,0 0 0,1-3 109,-1-1 1,0-4-1,0 0-113,0 1 1,0 0-1,0-1 0,0 0 1,-1 0 0,1 0-3,-1-1 1,0 0 0,1 0-3,-1-1 1,0 1 0,-1-1-3,1 0 1,-1-1 0,1 1 72,-1-3 1,1 0 0,-1 4-70,-2 9 1,0 5 0,0 1 0,1-6 234,0-6 1,0-4 0,0 4-244,0 3 0,-1 4 0,0 0 1,1-8-223,0 5 0,0-6 225,1 0 0,-1 0-17,1-3 0,1-1-31,0-2 1,1 0-88,0-4 1,1 0-174,2-4 0,0-1-292,2-3 1,0-1-3137,10 22 3736,7-6 0,-9-23 0,0-4 0</inkml:trace>
  <inkml:trace contextRef="#ctx0" brushRef="#br0" timeOffset="71940">20995 2676 21237,'-7'-60'442,"0"14"-369,-1 51 6,-1 4 5,-4 5 118,-9 17-112,4-2 5,-5 13-17,8-9-11,3 1-617,3 0 601,3-2-23,3-1 0,2-2-6,6-3 0,2-2-3172,5-2 3189,3-4 12,3 0 108,24 1-25,-14-8 219,27 0-146,-29-13-11,8-4 0,-12-4-2113,-1-3 2062,0-2-644,-2-3 628,-1-3 1903,3-15-1791,-5-9-1723,-2-1 1600,-7 0-6,-6 13 1875,-4 2-1864,-1 1 1442,-5 2-1409,-8-5-77,-2 5-40,-1 4-17,1 6-5,7 10-11,1 1 3110,1 2-3172,0 2-84,0 1-179,-2 1-359,1 1-644,-1 3-1506,1 2-6610,1 1 9438,2 1 0,3-3 0,3-2 0</inkml:trace>
  <inkml:trace contextRef="#ctx0" brushRef="#br0" timeOffset="84009">12412 4498 18599,'0'-43'657,"0"0"0,1 4 1,-6 9-350,-8 24-51,-3 1-27,-4 3-17,-3 1-4280,-3 3 4241,-4 4-18,-2 4 850,-3 4-871,-1 5-2185,-15 18 2134,12-6-23,10-3 1,1 1-355,0 6 310,-3 8-6,18-14-11,6-4 6,4 0-569,6-3 563,6-1 1560,6-2-1588,6-2-12,6-3-38,5-2-62,5-2-67,5-3-96,4-2-456,-9-3 0,1-1-1022,21-3-205,-19 0 1,0-1 1985,-6-3 0,-4 0 0,3 0 0,0-2 0</inkml:trace>
  <inkml:trace contextRef="#ctx0" brushRef="#br0" timeOffset="84210">12978 4310 12382,'-5'0'5522,"1"-1"-2217,4 1-3339,-16-12-72,24 7-157,-6-10-224,31 12-751,6-1-442,6 1-3584,3 0-2745,-4 1 8009,-6 2 0,-18-1 0,-9 1 0</inkml:trace>
  <inkml:trace contextRef="#ctx0" brushRef="#br0" timeOffset="84399">13071 4596 16958,'-4'2'3551,"0"0"118,4-2-3630,53-16-39,-23 7-921,7-2 1,0 0 680,2 1-292,0 0-3706,21-4 4238,-10 3 0,-8 1 0,-20 5 0</inkml:trace>
  <inkml:trace contextRef="#ctx0" brushRef="#br0" timeOffset="85773">14316 4268 15406,'0'-6'2650,"0"1"2285,0 5-4807,-21-55-44,14 41 68,-43-11-85,22 61-1394,7-10 0,-1 2 1361,-8 22-17,9-11-651,2 1 651,3-1-559,4 14 547,5-15-2106,6 8 2090,8-21 614,14 4-586,0-11 672,11 2-655,-6-11 11,2-3 11,2-3 0,1-3 5,0-4-5,-1-4 11,0-3 28,-3-4 6,0-1 22,-4-2 17,-3-2 482,-4-2-330,0-17-169,-8 8 2484,-1-13-2529,-6 12-11,-4 0 0,-1 2 12,-4 1 763,-2 2-786,-1 1 6,-1 3 5,-1 1-5,-1 4 5,0 2-17,0 2 356,1 4-373,1 2-10,0 2-7,0 3 469,2 1-508,-4 5 149,3 3-187,-4 5 16,5 3-50,1 3-135,0 4-258,2 2-486,2 3-863,2 3-2409,3 0 4246,5 6 0,-3-17 0,3-1 0</inkml:trace>
  <inkml:trace contextRef="#ctx0" brushRef="#br0" timeOffset="86000">15024 4221 20454,'2'-39'356,"-1"0"0,0-24 1693,-5 62-2005,1 0 781,-1 4-814,-1 3 426,1 6-432,-4 5-10,2 4 5,-1 3 0,1 5 0,1 2-28,1 3 677,2 3-801,0 2-207,2 2-341,-1 1-4209,1 2 1901,0 0-6340,1-5 8819,0-7 1,0-15-1,-1-9 1</inkml:trace>
  <inkml:trace contextRef="#ctx0" brushRef="#br0" timeOffset="86243">14927 4474 16014,'-44'-18'1029,"0"1"0,4 2 0,7 2-408,13 4-139,6 2 106,3-1 654,6 2-1175,6 0 388,6 0-410,8 1-6,6-2-11,6 1 198,7 0-226,4 0-252,4 0 252,2 1-11,2 1-23,1 1-38,0 1-105,-13 1 1,-1 0-188,17 0-202,12 0-336,-24-1-537,-2 1-802,-1-3-1836,-2 0 3304,4-3 1,-18 3 0,-1 0-1</inkml:trace>
  <inkml:trace contextRef="#ctx0" brushRef="#br0" timeOffset="86425">15642 4046 18571,'-2'-2'3781,"0"0"-375,2 2-3384,-11-10-5,10 15-6,-7-5 11,11 21-22,5 16-145,0 10-357,-2-15 1,0 1-1473,3 20-2390,0-1 4364,-2-13 0,-4-18 0,0-2 0</inkml:trace>
  <inkml:trace contextRef="#ctx0" brushRef="#br0" timeOffset="86685">16095 4110 18173,'-4'-2'2185,"0"1"84,4 1-2314,47-47-2168,-20 33 2019,6-12 1,2 2-686,2 19-1042,5 1-2829,3 1-5081,-4 1 9400,-5 0 0,-17 1 0,-8 0 1</inkml:trace>
  <inkml:trace contextRef="#ctx0" brushRef="#br0" timeOffset="86881">16184 4310 21147,'44'-22'-202,"1"0"0,-4 2 1,-3 3-461,0 7-615,1 0-1478,0 2 2755,4-2 0,-21 5 0,0 1 0</inkml:trace>
  <inkml:trace contextRef="#ctx0" brushRef="#br0" timeOffset="87160">17133 3884 27141,'-28'-51'129,"5"15"-68,24 51 6,1 5 23,2 5 11,0 3-40,2 5-4262,-2 3 4246,0 0-34,0 3 877,-2-1-866,2-1 6,-2-1-17,0-2 1,0-2-12,-1-1-23,0-5-38,-1 0-113,0-4-1691,-3 7-3635,1-10 5500,-3 4 0,3-16 0,0-1 0</inkml:trace>
  <inkml:trace contextRef="#ctx0" brushRef="#br0" timeOffset="97015">12361 5590 18526,'0'-7'1815,"0"1"-1053,0 6-113,0 0 758,-38-79-1262,19 57-776,-4-21 1,-3 6 681,4 35 5,-2 4-39,-2 5 28,-3 4-12,-1 6 1,-2 5-6,-1 3-6,0 4-10,1 3 4,3 3-4,2 1-12,4 1 11,5-1-6,3 10-16,7-13 11,5 6-17,8-17 12,4-4 10,6-4-5,4-3 17,1-4 1039,17-5-1022,-10-6 16,12-5-5,-12-5 5,-1-3 68,0-3-29,-2-1 12,0-3 22,-4-2 17,-2-1 0,-2 0-3276,-4 1 3304,-1 2-302,-5 2 319,0 3 11,-4 3-5,-1 3 178,-2 4-218,-1 2 3181,0 3-3276,-1 2 463,1 2-530,0 0-1,1 0-4,-1 2 10,0 3 6,1 4 0,-2 3 0,2 2 11,0 3-28,2 3-16,3 1-169,10 13-3913,11 4 3365,2 1-561,5-3-1178,-7-10-2630,1 0 5119,3 1 0,-14-12 0,0-2 0</inkml:trace>
  <inkml:trace contextRef="#ctx0" brushRef="#br0" timeOffset="97248">13047 5444 17257,'1'-24'-811,"9"4"348,31 20-808,3 2-1054,2 0-2133,-1 3-3471,-5 0 7929,-9 1 0,-15-3 0,-7 0 0</inkml:trace>
  <inkml:trace contextRef="#ctx0" brushRef="#br0" timeOffset="97400">13023 5781 19684,'45'-26'-137,"0"1"1,-3 0 0,-4 6-642,-7 10-1300,5 0 2078,6-1 0,-19 5 0,0-1 0</inkml:trace>
  <inkml:trace contextRef="#ctx0" brushRef="#br0" timeOffset="99173">14139 5562 19109,'-11'-58'1036,"-1"0"0,2 4 1,0 9-550,-1 16-785,0 4 707,1 6-34,2 4-95,1 5 112,4 3-454,-1 5 45,4 5 22,-1 3 12,3 9 17,2 5-23,3 6 0,0 5 0,2 4-11,0 2 6,2 1-12,1 17-368,-3-13 379,2 11 369,-6-18-368,-1 6-1,-2-13 12,-1 2 6,-1-15 27,0-5 62,0-3 442,0-3 441,0-2-816,0-9-134,-2-1-17,0-10 11,0-3-16,0-3 10,1-5-10,0-3-7,0-4 7,1-2-3398,0-2 3397,0-1-386,0 1 403,0 1 6,0 5 16,0 4-221,0 6 260,0 6-16,0 6-22,0 5-56,0 3-186,-3 14 3260,1 3-3080,-1 13-6,0 0-39,2 23-39,-1-9-18,2 17-335,0-13-465,0 4-940,2 2-3339,1 2-4252,0-5 9433,0-7 0,-1-19 0,-2-10 0</inkml:trace>
  <inkml:trace contextRef="#ctx0" brushRef="#br0" timeOffset="100004">11826 6838 14110,'-7'-45'513,"-1"-1"1,1 4-1,1 9 2377,2 20-2571,0 3 1331,2 3-1482,-1 3 792,2 2-1122,0 1 3514,1 7-3340,0 2-3382,0 8 3404,2 6-1247,1 3 1225,2 6-18,-1 2 12,0 3-1879,-1 3 1879,0 1-6,-2 1-11,0 0 28,-1 14-11,0-15-1,-2 8 1863,0-21-1863,-2-4 12,-1-5 0,2-3 22,-1-4 45,2-4 1282,0-3-1125,1-2 3886,1-2-4015,-2-6-27,1-1-46,-2-7 6,1 0-28,0-3-3370,0-3 3375,1-2-755,1-3 761,0-1 6,3-12-12,5 0-22,1 2 6,3 9-12,-3 13-5,2 3 3018,2 2-3024,1 3 6,13 2 0,-4 2 5,13 3 663,-7 4-663,3 3 12,1 3-17,1 3 5,1 1-39,14 12 17,-13-6-2937,9 8 2920,-22-8-542,-3 7 570,-10-7 6,-6 7 6,-11-10-36,-7 0 41,-8 0-11,-6 0 11,-2-2 2674,-6 0-2713,0-3-129,-17 1 10,13-6-72,-10-1-185,22-7-1257,-1-12-524,12-2-2912,2-13 5108,15-5 0,0 14 0,3-1 0</inkml:trace>
  <inkml:trace contextRef="#ctx0" brushRef="#br0" timeOffset="100270">12853 6740 19813,'40'-23'-461,"0"0"0,0-1 1,17-8-1,-4 5-83,-19 18 1,-3 4-264,2-3 1,-1 2-2101,29-5-1904,-5 4 4811,-1 2 0,-28 4 0,-2 0 0</inkml:trace>
  <inkml:trace contextRef="#ctx0" brushRef="#br0" timeOffset="100440">13035 6898 22697,'49'-30'-126,"0"-1"1,-4 3 0,-4 5-273,1 6-307,1 2-533,2 0-1277,1 1-6548,-6 2 8175,-5 3 1,-17 4-1,-8 2 1</inkml:trace>
  <inkml:trace contextRef="#ctx0" brushRef="#br0" timeOffset="101310">14138 6658 13785,'-2'-46'642,"0"1"0,0 3 1,0 9 2330,-1 17-2581,-1 4 1348,1 2-1460,0 2 793,1 3-922,0 2 3314,1 2-3527,0 0 23,0 6 5,0 1 51,1 9-11,0 2-1,0 6-5,0 2 17,0 4-6,0 2 0,0 0 12,0 0-18,2 1-5,0-2 6,0-1 0,0-1-18,0-3 24,-1-3-7,0-2 1,-1-6 27,0-1 18,0-6 72,0-2 95,0-5 174,0 0-268,0-5-80,0 0-4,0-8 10,0-3-5,0-4 0,0-5-6,0-3-11,0-4 50,3-19-39,-1 10-937,3-11 970,-1 20 7,-1 4 27,0 6 1,-2 6-18,-1 6-10,0 4-35,0 3-111,0 2 39,0 6 966,-1 2-932,-1 7-6,0 3 0,0 4 17,-1 4-17,1 1-23,-1 3-78,1 2-218,0 4-459,2 2-1166,-1 4 1748,1 5 1,0-21 0,0-2 0</inkml:trace>
  <inkml:trace contextRef="#ctx0" brushRef="#br0" timeOffset="104062">11682 7918 16348,'-4'-4'4598,"1"1"-2637,3 3-2006,-15-26 17,14 19 28,-9-17 5,22 29 1,4 5 0,6 2-1,4 3-224,4 3 208,2 0-967,3 2 955,0 1-5,0 0-28,-1 1-17,-2 1-429,-5 0 384,-4 0 34,-6 0 23,-7 0 27,-5 0 235,-7-3-173,-5-1 957,-5-3-912,-5-2 28,-2-4 162,-9-5-101,8-3 163,-10-12-174,16-1 442,-2-10-347,10-9-134,2 6-34,4-9-16,4 10-34,4-1-17,4 2-11,4 1-11,4 1 11,2 3-17,3 1-16,3 1-46,2 2-1111,3 1 983,2 2-79,3 1-61,2 2-84,1 0-130,2 3-257,-2 0-477,1 1-694,-2 2-1625,-3 0-699,0 1 4313,2 1 0,-19-1 0,0 2 0</inkml:trace>
  <inkml:trace contextRef="#ctx0" brushRef="#br0" timeOffset="105488">12806 7828 8282,'0'-8'6508,"1"2"-4771,-1 6 3999,0 0-5367,-34-38-212,17 29-17,-28-28-34,25 40-27,-3 3-18,-1 4 46,-15 13-68,8-3-275,-10 10 247,15-5-700,4-1 689,2 2-11,5-2-127,3-1 116,4 6 11,4-9 5,4 5-11,5-11 17,2-2 6,4-2 264,3-2-242,2-3 721,15-1-709,-7-3 4,11-4-935,-10-3 958,0-4 17,-1-3 28,-2-2 11,-2-2 40,-3-2 10,-3-2 12,-3 0 17,-3-2-12,-2 0 17,-3-1 17,-2 1-275,0 2 275,-1 3-28,0 3-17,-1 3 1020,-1 3-1059,0 3-28,0 2-45,1 3 91,0-1-220,0 4 17,0 2 28,0 9 17,1 1 0,0 8-44,3 8-18,1-6-44,4 9-68,0-10-44,2-2-69,1 0-32,3-2-39,0-3-17,2-2 39,1-3 33,1-3 57,1-4 33,1-2 17,0-4 39,1-3 56,0-4 45,-1-4 84,0-1 12,-2-3 27,-1 0 22,-3-3 12,-2 0 45,-2-2 223,0-10-161,-5 7 16,0-6-6,-3 10 0,-1 3 18,-1 2-12,0 3-6,0 2 191,-1 1-269,0 5-56,-2 1-72,2 3-180,0 1 95,-1 1 34,1 3 11,1 4 33,0 4-5,0 3 0,0 4 11,0 2-16,0 2-1,2 2-11,-1 1 17,1-1-16,0 0 10,-2-1 0,1-3 1,0-1-1,-1-5 1,1-2 5,-1-5 39,1-2 50,0-3 96,1-3-140,1-4-28,2-3 44,4-12-38,-1 3 27,5-7 1,-4 4 10,2 1 29,-1-1-34,1 1-6,-1 1-16,0 3-12,0 1-11,1 4-5,-2 1-12,1 3-16,-2 2 22,2 1-22,-1 2 10,1 1-21,2 2-6,0 3-1,0 2-32,1 1 21,0 2-78,-1 1-235,6 7 5,-3-3-100,6 5 28,-2-7 73,3-1 145,6-1 73,6-3-291,29-2-2637,-11-4 3012,-16-2 0,1-3 64,2-2 1,-1-3-2412,21-7 2436,-21 4 1,-2-2 83,10-10-6,-7-2 147,-7 0 56,-7-2 341,-6-8 185,-15-7-615,-4 8-63,-12 1-28,-3 18-27,-5 3-29,-2 1-22,-3 3-11,-3 3-382,-1 3 365,2 1 833,1 4-855,2 2 50,2 4-67,-6 17-6,12-9-5,-3 12-1,14-14-5,2 0 17,3 5 17,6-2 2710,5 2-2694,2-8 2086,1-4-2086,-2-5 6,-2-2 23,4-1-1,-3-1-22,0 0-11,-5 0 5,-1 0-33,0 5 11,1 0 23,7 12-18,-3-3-5,6 6 6,-3-1-1,1 2-10,1 3-3387,0 4 3381,-1 4-1,-2 7-532,-2 4 510,-3 6 1,-2 4-60,-4 3 1,-2 3 55,-2-22 1,-1 1-1049,-2 23 0,-3-2 1037,-1-26 1,-4-3-18,-7 11 1,-1-1-641,4-12 0,-1-2 710,-5 5 1,0-3 28,-8-2 16,3-11-11,4-7 17,4-8-17,4-7 0,4-8 12,5-8-29,4-9 0,4 2 1,4-6-1,8-20 1,4-3-12,-4 10 0,1 0-2,0 7 1,3-1-1,0 5 2,-1 5 0,2 1-3,9-10 1,2 0 2,-7 12 1,1 1-7,6-7 1,1 2 1082,12-7-1077,-2 4-8,-12 13 0,1-1-1065,15-12 1065,-15 14 0,-1 0 8,11-8 1375,-1 1-1375,-1 1 1847,-2 2-1869,8-6 33,-7 4 12,-3 2 16,-12 8 12,-13 11 509,-3 3-487,-2 2 3315,-2 3-3399,-2-1 31,-2 1-42,-8 4 352,-6 4-353,-7 8 12,4-1 0,1 2 0,8-3 0,0 0-3380,2 2 3380,0 1-32,2 3 32,1 0-11,2 1 11,2 1-5,4 10 10,11 0-5,0-1-11,11-7-11,0-10 3381,4-1-3521,25 2-34,-6-4 25,-14-6 0,2 1-731,21-1-4907,7-1-3876,-3-1 9685,-6-2 0,-25 0 0,-11-1 0</inkml:trace>
  <inkml:trace contextRef="#ctx0" brushRef="#br0" timeOffset="105887">15339 7608 20369,'-5'-2'2577,"1"0"-236,4 2-2409,42-63-2944,-13 51 0,4 0 2813,8-24 0,3 3-89,1 23 0,0 7-671,-9 0 0,-2 0 312,2 1 0,-1 0-67,0 1 1,-2 0-3303,30 1 4016,-2 3 0,-30-2 0,-3 3 0</inkml:trace>
  <inkml:trace contextRef="#ctx0" brushRef="#br0" timeOffset="106054">15512 7790 20084,'50'-27'22,"0"-1"1,-2 1-1,-4 5-72,11 2-101,5-2-15,-30 12 1,3-1-720,15-4 0,0 0-255,-12 3 1,1 1-2040,11-3 1,-1-1 3178,-9 4 0,-5 1 0,4-1 0,-2 0 0</inkml:trace>
  <inkml:trace contextRef="#ctx0" brushRef="#br0" timeOffset="106337">16452 7271 22579,'16'-41'225,"-1"-1"1,-1 3 0,0 9-86,0 19 1323,2 1-1373,-2 3 473,2 1-513,0 3 234,0 2-273,1 4 814,2 3-814,1 4 0,2 6-11,1 4-17,1 5 12,1 3-912,-1 6 906,-1 3 22,-3 3-11,-3 3-11,-4 1-31,-8-12 0,-2 0-37,0 19-582,-3-18 1,-2-1 481,-3 15-168,-3 1-186,2-2-1297,2 15-2466,2-7-1820,0-5 6116,2-16 0,0-24 0,0-3 0</inkml:trace>
  <inkml:trace contextRef="#ctx0" brushRef="#br0" timeOffset="106486">16723 7539 22022,'40'-43'-1276,"1"0"1,-3 3 0,-1 8-7849,9 20 8466,-5 0 1,-20 7 0,-8 1 0</inkml:trace>
  <inkml:trace contextRef="#ctx0" brushRef="#br0" timeOffset="107393">11352 1898 13269,'-44'-18'300,"0"1"1,4 0 0,5 6 2397,11 14-2564,1 0-39,2 5-33,0 1-23,3 3 1372,2 2-1383,2 4 835,3 1-852,2 3 0,2-1 3356,3 2-3282,2-2 142,4-1-17,4 0-104,5-1-89,7 1 65,4-2-156,5 1 140,4-2 47,4 1-141,3-2 80,0 0 65,18 2 113,-14-4-1210,7 1 989,-21-5-26,-7-2-31,-8-2 4,-5 0 21,-9 1-14,-7 0 683,-9 2-139,-25 5-14,3-4-45,-17 4-206,23-7 0,0-1 223,-17 4-227,16-4 1,2 0 178,-10 1-493,4-1-71,7-2-143,1-1-190,14-1-350,1-2-627,13 0-2553,5 0-4810,1 0 8815,4-1 1,-3 1 0,-2-1 0</inkml:trace>
  <inkml:trace contextRef="#ctx0" brushRef="#br0" timeOffset="107661">11748 2114 24612,'-5'0'3754,"1"0"-401,4 0-3143,-10-6-820,14 1 1002,-4-6-850,20 5 877,1-2 76,4 0-396,1 0 270,3 0-345,-1 1 84,1 0-1811,11-1 274,-10 2-3507,7-1-3437,-16 2 8452,-4 1 1,-8 2-1,-4 1 1</inkml:trace>
  <inkml:trace contextRef="#ctx0" brushRef="#br0" timeOffset="107862">12144 1781 32767,'0'-3'0,"0"1"0,0 2 0,-5-9 0,3 17 0,-3-2 0,5 21 0,0 5 0,1 4 0,0 2 0,2 3-5,0 1-114,2-1-1529,1 1-2089,1-2 3658,0 4 0,-2-21 0,-2-2 1</inkml:trace>
  <inkml:trace contextRef="#ctx0" brushRef="#br0" timeOffset="108212">10528 2846 19531,'-46'8'625,"0"1"0,4-1 0,11-2-91,23-5 989,4 0-1198,15-4-9,4-2-8,25-8 1,7-1-984,-14 3 0,2 1 735,4-2 0,4-2 0,-2 1-592,7-1 0,-2 0 597,6-1 0,1-1-7,4-1 0,2 0-21,-18 5 0,1 1 0,0-1-15,3 0 0,-1 0 0,1 0-9,2 0 1,-1 0 0,1 0-624,0 0 1,1 1 0,0-1 613,-1 0 0,-1 1 0,1-1 0,-1 1 0,-1 0 1,0 0-56,-2 1 1,-1-1-1,1 0 128,10-2 1,2-1 0,-4 1 18,5-2 1,-2 0 88,-11 4 0,1-1 0,-5 1 94,-4 0 0,-4 2 282,24-8-15,-12 2-43,-6 5-243,-10 2-715,-3 4-578,-7 2 986,-1 5 1,-8-3-1,-2 3 1</inkml:trace>
  <inkml:trace contextRef="#ctx0" brushRef="#br0" timeOffset="109409">10220 9149 17008,'-1'-7'3064,"0"2"-991,1 5-1670,0 0-95,-66-56-1984,38 40 1777,-12-14 0,-2 3 224,2 27-197,9 3-44,-9 3-33,16 2 184,-4 9-235,10-3 5,-2 6-10,13-4-1,1 1 6,4 0-11,0-1 11,4-1-6,2 1 12,4-2 5,8 5 6,-1-4-6,7 4 12,15 8-23,-12-10 1434,14 11-1450,-19-13-2139,0 0 2155,-1 0-11,-2 0 17,6 7-12,-8-6 6,3 4-11,-10-7 22,-1 0 0,-4-2 73,-3 3-22,-4-5 0,-6 1 5,-6-4-11,-4-1 11,-7-1-1007,-6-1 990,-5 0-16,-5 0-1017,-2-1 1016,-3 1 1,0 0 11,-1 1-1925,-11 0 1886,20-1-45,-4 0-139,28-1-242,6-2 1589,6 0-5841,2 0-3345,11 0 8017,-3-1 0,4 0 0,-7 1 0</inkml:trace>
  <inkml:trace contextRef="#ctx0" brushRef="#br0" timeOffset="110124">10626 9244 23075,'0'-3'28,"0"1"-56,0 2 22,-3 2 17,1-1 23,-5 4-29,3-2 7,-1 2-7,1-2 29,-1 1-17,1 0-12,-2 1 23,0-1 6,0 0-1,-1 0 23,0-1 17,1 0 11,-1 0 39,1-1 174,0 1-168,2-2 5,1 2 482,2-3-616,6 0 12,1-2-1,7-1-11,4-2-45,3-2-50,5-1-118,2-1-196,3-2-302,4 1-746,1-2-1999,2 1-5930,-3 0 9386,-5 2 0,-14 4 0,-6 2 0</inkml:trace>
  <inkml:trace contextRef="#ctx0" brushRef="#br0" timeOffset="110558">10995 9114 19204,'-8'-1'2571,"1"-1"-1803,7 2 1606,0 0-2262,10-65-545,-3 42 458,1-15 0,2 3 20,4 20 0,4 0 5,3 1-3166,3 0 3133,1 2-12,15-1 12,1 5-11,2 1 5,-5 8-17,-2 11-5,-9 3-17,7 9-6,-13-2-5,-3 3 0,-5 1 264,-7 3-337,-13 20 50,-8-9 2933,-13 16-2911,-2-16-946,-5 1 963,-2 0 1,-2-3 22,2-3 11,0-6-1882,4-4 1927,2-5-2280,4-6 2308,2-3 234,6-5-194,2-2 592,5-7-649,5-1 1441,3-3-1486,5-2-16,4-1-12,5-2 6,6 0-11,19-8-23,-4 5 2826,18-6-2893,-9 7-68,4 0-103,-9 5 1,2 0-127,20-3-537,-18 5 1,0 1 10,16 0-633,0 2-4151,-3 2 354,-3 2 5354,0 1 0,-24-1 0,-3 2 0</inkml:trace>
  <inkml:trace contextRef="#ctx0" brushRef="#br0" timeOffset="110820">9872 9947 22597,'58'-21'109,"-1"0"1,0 0 0,-1 1 0,-1 0 0,-4 3-63,3 4 1,-3 1-1318,7-2 0,0 0 1286,-17 5 1,1 0 0,-1 0-748,2-1 1,0 0-1,1 1 734,0-1 1,0 0 0,0 0-1,0 1 1,-1-1 0,1 0-215,-1 0 1,0 0-1,0 0 211,19-4 0,-1 0-616,-1-1 1,-2 1 604,-2 1 0,-2 0-3,-2 0 0,-2 0 105,-4 2 0,0 0-436,8-2 1,-1-1-99,-16 6 1,-1-1-830,5-1 1,-2 1-7881,-3 2 9152,-9 2 0,-15 3 0,-6 1 0</inkml:trace>
  <inkml:trace contextRef="#ctx0" brushRef="#br0" timeOffset="114326">12754 9547 18090,'6'-46'1224,"0"1"0,0-1 0,2-11 0,-5 9-464,-11 19-88,-21 17-495,8 9-116,-13 6-5,12 9 23,-5 14-63,5-1 7,-2 11-6,3 15-1155,6-8 1138,6-12 0,1 1 5,-1 18 3,3-11 1,1 2-18,3-9 1,-1 1-6,0 11 0,1 0-23,1-10 1,0 0-20,1 2 0,0 1-34,0 2 1,0 1-250,-1 22 1,-1 1 108,1-14 0,-1 1-815,-1 3 0,-1 5 0,-1-6 930,1-8 0,-2-2 106,-1 10 1,0-5 154,-4-4 279,-6-15-285,4-16-50,-6-13 11,4-11 909,1-10-820,4-9 1,2-5-96,-1-13-373,3 8 0,2-2 356,8-9-11,3-2-522,7 1 494,2 1-22,5 3-9,-4 18 1,2 1-3,11-13-4,-9 16 1,1 2 8,10-4-22,3 1-2118,0 4 2079,1 1-1424,1 2 1379,0 1 48,2 1-65,-1 1-30,15-6 63,-15 6 12,19-9 67,-29 12 1500,9-7-1472,-22 10 28,1-3 2231,-9 5-2041,-1-2-95,-3 3 0,-1-2 17,0 4 3314,-2-2-3275,0 3 668,0-1-746,0 4-22,0 0-51,0 3-67,0 4 5,0 3 17,0 5-11,0 12 11,0-5-22,0 12-269,-1 5-180,0-5-329,0 9-639,0-11-1784,1-1-2412,1-2-3001,1-4 8625,1-4 0,-2-10 0,0-3 0</inkml:trace>
  <inkml:trace contextRef="#ctx0" brushRef="#br0" timeOffset="114517">13259 9342 23909,'-35'-8'-2762,"11"16"-380,30 17 3142,5 13 0,-7-22 0,2 0 0</inkml:trace>
  <inkml:trace contextRef="#ctx0" brushRef="#br0" timeOffset="114974">13455 9530 25578,'6'-43'23,"7"30"-18,-5 34 7,7 17-902,-5-10 913,-1 4 5,0 1-17,-3 1-17,-3 2-22,-2-3 0,-2-1 28,-3 8 11,-2 19 6,-2-36-3694,2-4 3716,-2-5 971,3-5-859,1-3 12,1-3-23,1-2 377,-1-7-450,2 0 3415,-1-5-3336,1-9-62,0 2 67,6-16-95,0 10 0,5-7 11,0 9-5,0 2 5,2-1-22,1 3-23,0 1 6,9-1-22,-4 7-1,6-1-5,-6 8-11,1 1-11,18 9 10,-14 0 7,13 8-1,-19-1-5,-1 2-17,-3 2 0,-2-1-6,-2 3 23,-4-1-17,-2 2 0,-3-2 0,-5 1-28,-3 0 11,-5-2-50,-4-1-50,-3-2-74,-2-1-117,-2-2-95,-2-3-146,0-4-179,0-1-1670,-7-7 203,11-3-2718,-3-6-3723,14-1 8664,5 0 0,2 6 0,3 3 0</inkml:trace>
  <inkml:trace contextRef="#ctx0" brushRef="#br0" timeOffset="115450">13854 9442 9683,'6'-3'8642,"-2"1"-4530,-4 2-3782,61-12-1699,-43 13 1526,16-6 0,-3 5 156,-23 12 200,0 4-249,0 2 440,3 15-586,-2-6 16,4 24-78,-6-21-9,2 11 9,-5-13 352,-1-1-352,-2-1 252,-2-1-202,-6 7-33,1-9 6,-6 2-1,3-11 169,0-5-68,3-3 542,1-2-547,3-4-40,0-1-33,0-3 11,0-2-17,1-3 6,0-2-17,1-2-6,0-2 73,6-9-67,0 3 90,17-21-129,-9 20 5,10-11 6,-4 13-39,-2 6-11,5-3-6,-3 7 28,11-2-23,-5 6 1,9-1 11,-9 5-29,1 4 12,1 2 0,0 4-16,-1 2-1,-1 3 11,0 0-11,-4 2 12,-2 1-1,-6 0 1,-4 0-7,-5 1-4,-4 1-7,-6-1 18,-6 1-12,-6-1 22,-4-1 1,-4-1-23,-2-2 23,-2-1-12,-1-4-645,-1-2 629,0-3 22,1-1-17,1-2-6,3-2 1,4-1-62,4-3-73,4-3-123,6 0-157,4-3-268,3-2-421,6-2-767,5-1-1636,8-2-1649,5 1 5178,10-2 0,-16 9 0,2 2 0</inkml:trace>
  <inkml:trace contextRef="#ctx0" brushRef="#br0" timeOffset="115801">14921 9461 18969,'3'-6'3439,"-1"1"-280,-2 5-2974,-66 8-23,41 0-672,-15-1 1,3 3 576,16 7-17,3 3-22,1 2 0,3 1 274,2 1-291,3 1-11,3-2 6,4-1 5,1-1 11,3-3-10,3-1-1,5-3-11,4-2 11,2-3 11,3-1 842,3-4-853,4-1 23,12-1-17,-9-4 22,8-2 17,-16-3 50,4-7-16,-8 2-12,2-7-11,-10 4 6,-2-2-11,-3-2-1,-1 0-5,-2-2 6,-1 1-34,-2 0 17,-1 2-17,-5 1-6,-1 4-5,-4 2-28,-1 3 16,-3 3-38,-2 3-18,0 1-61,-1 1-162,1 3-174,1-1-314,2 4-2128,1 5-498,8-3 3388,1 6 0,6-9 0,0 1 0</inkml:trace>
  <inkml:trace contextRef="#ctx0" brushRef="#br0" timeOffset="116042">15258 9196 20358,'4'-9'3568,"-1"1"-2633,-3 8 936,0 0-1507,21-60-168,-18 45-338,13-45 243,-24 65-28,-5 5 50,-5 9-5,-4 7-23,-4 6-439,6-2 0,0 1 395,-11 20-35,11-15 1,1 0-11,-4 19-6,3 3 0,5-1-11,3 0 11,6-2-23,5-4-39,7-17 1,6 1-188,4 0 0,3 0 41,2-1 1,3 0-255,3-4 0,2-3-1633,18 8 2095,-17-17 0,-1-2 0,2 2 0,1-2 0</inkml:trace>
  <inkml:trace contextRef="#ctx0" brushRef="#br0" timeOffset="117854">15788 9621 17004,'9'-56'1618,"0"-1"1,-3 13 0,-1 5-885,-1-14-152,-4 27 718,-1 6-902,-1 4 202,-1 3-332,-1 4 97,0 2-203,1 3 385,1 2-530,0 2-45,1 0 11,-1 2-5,0 3 22,0 4-6,-2 19 6,0-2-11,0 16-12,0-6-27,2 4-589,0 4 426,0 2-235,1 3-387,0 1-716,1 1-1771,2 0-6172,-1-6 8690,2-7 1,-2-18 0,0-9 0</inkml:trace>
  <inkml:trace contextRef="#ctx0" brushRef="#br0" timeOffset="118052">16256 9708 26256,'0'4'-45,"0"4"-67,-1 11-263,-1 3-544,-1 1-1433,-1 3 2352,-2 5 0,3-14 0,-1-1 0</inkml:trace>
  <inkml:trace contextRef="#ctx0" brushRef="#br0" timeOffset="119087">16803 9564 22991,'20'-52'728,"-1"0"0,-1 4 0,-4 11-341,-8 24-91,-2 4-77,-1 2-40,-2 3-179,0 2-6,-1 2 1,0 5 10,1 2 7,0 8 4,0 4 1,0 7-34,-1 6-5,0 4-733,0 6 486,-1 2-364,-1 3-711,1 0 1344,1-9 0,0-2 0,1-3 0,0 14 0</inkml:trace>
  <inkml:trace contextRef="#ctx0" brushRef="#br0" timeOffset="119277">17316 9814 22783,'0'-5'2336,"0"2"-1065,0 3-1327,-11 4-117,5 7-314,-10 7-729,7 7-2436,0 2 3652,-3 7 0,6-17 0,0 1 0</inkml:trace>
  <inkml:trace contextRef="#ctx0" brushRef="#br0" timeOffset="119986">17912 9262 18384,'-39'-7'422,"-1"0"0,3 1 0,10 1 2143,24 5-2313,1-1 1505,2 1-1628,3-3 484,1 0-562,4-5 1838,2 2-1861,2-2 28,4-1-23,2-1 6,3 1-11,3-1 0,2 2 0,2 0-11,0 3-6,-1 0 12,-1 3-12,-2 1-5,-2 1-1,-2 5-22,-1 1 6,7 17 11,-6-2-11,6 13 5,-9-3-5,-1 5-202,-8-6 0,-2 3 207,2 19 3,-5-16 1,-2 0-2143,-8 17 2134,-4 1-28,-6-3-1301,-4-1 1178,0-2-610,1-1 347,1-3-247,3-3-371,4-3-788,5-6-1939,3-5 3770,3-4 0,1-12 0,1-2 0</inkml:trace>
  <inkml:trace contextRef="#ctx0" brushRef="#br0" timeOffset="120172">17881 9648 21359,'47'-33'-58,"1"0"0,-4 2 0,-4 7-283,-4 13-466,4 1-1081,3-1-3691,2 1-3483,-3 0 8198,-6 1 0,-18 4 0,-7 2 0</inkml:trace>
  <inkml:trace contextRef="#ctx0" brushRef="#br0" timeOffset="120362">18521 9040 22851,'-1'-6'2543,"1"1"-432,0 5-2089,42 23-5,-22 3-1597,7-1 0,0 2 1586,-8 27 0,-2 5-26,-11-27 0,-1 0-28,0 2 1,-3 1-288,-2 1 1,-2 1-111,-3 1 0,-3-1-715,-2 2 0,-3-1-3756,-1-2 1,-1-3 4870,0-2 1,1-4-1,-3 3 1,7-13-1</inkml:trace>
  <inkml:trace contextRef="#ctx0" brushRef="#br0" timeOffset="125319">3219 10332 16000,'-20'-4'308,"5"1"-84,19 2 12,3 1-7,2-1 12,1 0 235,10-2-34,6 0-251,3 0-1,1 0-16,-6 2 129,17-1-428,-9 0 249,15-1-1,-11 3-6,1-1-5,2 0-13,3 1-1690,-9 0 1,0 0 1638,18 0-23,-16 0 0,0 0-146,13 0 144,0 0 10,2 0-16,-1 0-813,1-1 820,1 0-3,-15 0 0,1-1-359,19 1 358,-20-1 0,1-1 8,13 1-6,2-1 0,-1 0-5,-13 0 0,1 0 0,19-2-15,-21 2 1,1-1 0,-3 2 0,-1-1 8,17-1-11,12 0 0,-21 1 11,-2 2 1,-2-1 4,-1 1 12,16 1 2548,-14-1-2562,-5 0 0,0 1-8,4-1-6,25 0-12,-28 1 18,9 0-1136,-13 0 1136,-2 0 1178,11 0-1184,-12 0 354,8 0-354,-15 2 70,-2 0-53,5 2-12,-7 0 7,2-1 1622,-9-1-1623,-2-1 17,-1 0 6,-3-1 247,0 1-186,-2-1 28,0 1 1019,-1-1-939,0 0-69,1-1-11,1-2-89,0 0-6,2-2-17,-1 1-28,0 0-67,-1 0-919,2 0 1003,-2 1 0,-1 1 0,-1 0 0</inkml:trace>
  <inkml:trace contextRef="#ctx0" brushRef="#br0" timeOffset="131795">5663 12813 7834,'-3'1'4329,"1"0"3536,2-1-7294,-48 21-118,34-15-122,-36 15-107,48-20 930,1-1-1070,6 0-11,-1-1-17,4-1-11,-1-1-23,1 1-16,0 0-1,1 0-10,-2 1-1,0 0 0,-3 1 1,0 0-1,-2 0 12,0 0 615,-1 0-497,-7 2-68,-1 0-6,-9 2-5,-2 1 16,-3 2 23,-5 1 23,0 2-1,-2 0 6,2 0-22,3 0-1,2-2-27,5 0-23,4-3-16,3 0-12,5-2 6,1-1-12,2 0 141,0-2-73,8-3 11,3 0-17,11-5-28,4 0-17,7-4-10,3 0-12,5-1-12,-2 2-77,-2 3-3566,-4 4 2949,-8 2-1708,-7 8 2340,-7 6 0,-7-3 0,-2 1 0</inkml:trace>
  <inkml:trace contextRef="#ctx0" brushRef="#br0" timeOffset="138337">13993 10758 15345,'-8'-2'3422,"2"1"-1484,6 1 252,0 0-1747,-62-13-51,44 9-208,-16-3 1,3 0 510,24 5-354,2 2-32,1-2-35,3 2 314,1-1-492,2-2-46,2-2-11,5-2-5,3-2-3415,6 0 3403,6-2 1,6 0-1220,6 1 1230,3 0-29,5 1 1,-12 4 1,1 1-12,19-1-468,-19 2 0,0 1 480,11 2 5,-3 3 1589,10 7-1595,-17 2 1332,5 7-1337,-11 11 6,-10-5 11,2 13-6,-11-7 11,-2 3-351,-3 1 306,-1 3 7,-2 1-7,0 1-44,-1 1-118,1-1-268,-1 0-500,2-2-738,2-1-2011,0-5 3344,3 2 1,-4-17 0,1-1 0</inkml:trace>
  <inkml:trace contextRef="#ctx0" brushRef="#br0" timeOffset="138561">14078 11082 19357,'29'-22'-19,"0"-1"0,0 2 0,0 5 761,19 5-938,5 1-207,1-1-202,2-1-723,-16 5 1,0-2-2157,19-4 3227,-16 4 0,-4 1 0,-10 1 0,-1 1 1</inkml:trace>
  <inkml:trace contextRef="#ctx0" brushRef="#br0" timeOffset="138882">15136 10654 18487,'3'-7'3388,"-1"1"-2586,-2 6 1623,0 0-2380,-5-10 11,1 11 11,-7-5-6,1 14 2,-4 4 4,-2 2 28,-4 3-39,-3 1-11,-2 3-6,-2 0-28,0 1 12,0-1 16,-6 8-22,11-9 5,-2 5-16,16-12-6,2-1-6,4-1 17,4-2 12,10 3-12,2-7-6,11 2-10,1-6-12,4-2-17,5 0-44,3-1-34,4-1-34,0-2-325,21-4-3251,-16 1 3089,15-1-638,-21 2-2011,1 0 3282,5-2 0,-22 3 0,-2 1 0</inkml:trace>
  <inkml:trace contextRef="#ctx0" brushRef="#br0" timeOffset="139132">15766 10710 19731,'-8'0'2498,"2"0"-1843,6 0 544,0 0-1261,-15-13-84,26 9-486,15-13-3315,19 15 3560,-13 0 1,1 0-622,15 2-1766,0-1 1088,-5 1-672,-4 2-4958,1 3 3935,-15 0 3381,-1 1 0,-18-4 0,-3-1 0</inkml:trace>
  <inkml:trace contextRef="#ctx0" brushRef="#br0" timeOffset="139302">15812 10875 23875,'0'7'0,"7"-2"-67,23-12-398,21-2-11,-10 2-1206,15-2 528,-15 3-6274,21-4 7428,-8 2 0,-8 0 0,-21 4 0</inkml:trace>
  <inkml:trace contextRef="#ctx0" brushRef="#br0" timeOffset="139611">16689 10608 25219,'-52'9'67,"-1"1"0,5-2 0,10 3-61,21 8-5505,3 1 5505,5 1 1083,4 1-1072,2-1-6,5 0-5,4-1-17,5-1 5,5-2 1,3-1-12,4-2 938,14 1-916,-8-6 18,10-1 5,-11-6-11,0-2-687,0-4 737,-1-2 2692,5-10-2603,-10 1 586,2-15-546,-17 11-22,-2-8-34,-9 8 67,-12-9-145,-1 8-29,-11-6-16,-7 4-45,6 6 1044,-8-1-2595,5 7-8252,5 3 7929,2 1 0,13 4 0,9 2 0</inkml:trace>
  <inkml:trace contextRef="#ctx0" brushRef="#br0" timeOffset="144222">21086 3692 13217,'0'-6'4256,"0"2"-1203,0 4-2443,13-65-117,-8 42-286,2-15 0,0 2 169,-3 23-34,0 1-6,-1 1-28,-1 3-62,-1 2-27,0 1-79,-1 2 28,1 2-129,-2 7 0,-1 2 34,-2 7-6,-3 2-5,0 4 5,-2 4-11,-1 1-6,0 2 6,-2 1-11,1 0-11,0 1-1,0-3-10,2 1-207,1-2 184,1-1 45,1 4-22,2-9 16,2 2 6,2-11 16,0-3 51,0-3 101,0-2 476,0-1-236,2-9-308,2-7-106,2-4 12,1-4-12,-1 3 0,0-4-16,0-1 33,3-16-34,-1 7 17,1-13-11,-3 13-5,-1-1 5,0 3 33,-1 1 46,1-3-46,-2 11-10,1-2 10,-2 14-16,-2 3-17,1 3-34,0 2 18,0 0-18,-1 7 6,2 1 0,-1 7 0,1 3 34,-1 5-34,0 17 0,-1-5-12,0 13-3380,-2-10 3376,-1 0-12,-1 1-84,0 0-135,1 1-330,1 1-722,0-1-2001,1 2 3300,1 4 0,0-21 0,0 0 0</inkml:trace>
  <inkml:trace contextRef="#ctx0" brushRef="#br0" timeOffset="149186">14300 12037 23601,'-2'-44'369,"1"1"1,-1 3 0,-1 8-85,-1 17-49,-1 1-34,-2 2-29,1 2-38,-4 2-40,0 1-28,-2 3-28,-3 1-5,-4 2-17,-4 4 11,-4 2 0,-5 5 0,-2 5 5,-5 4-653,-1 5 637,-3 2-1575,0 3 1586,3 2-22,3 1-512,-3 12 478,16-11 23,0 8-18,18-17 18,3-4-7,7-3 7,12 2 491,17-7-480,22-3 5,-2-11 103,5-6-92,-17-5 0,-1-4-71,-4-2 111,-3-2 16,-4-2 18,-4 1 27,-4-2-6,-5 1 23,-3-1 6,-4 2-6,-2-1-6,-3 2-5,-1 1 0,-2 3 1453,-1 3-1470,0 2 56,0 3 657,0 5-780,0 1-51,0 3 6,-1 3 0,0 2 6,-2 6-6,1 2 0,-1 2-23,-1 3 12,0 11 0,1-5-6,0 7-16,3-9-29,1 1-44,3 0-79,3 0-118,5 0-184,5 0-274,3-2-410,4-1-784,3-4-2129,2-2-5364,-2-4 9448,-3-3 0,-12-3 0,-5-2 0</inkml:trace>
  <inkml:trace contextRef="#ctx0" brushRef="#br0" timeOffset="149401">14863 11912 20173,'-3'-2'3417,"0"1"-1188,3 1-2257,15-43-33,4 29-91,17-33-696,2 39 310,4 1-198,3 1-782,1 1-1226,0 2-2950,-3 2-2349,-6 2 7346,-9 0 1,-14 0-1,-6 0 1</inkml:trace>
  <inkml:trace contextRef="#ctx0" brushRef="#br0" timeOffset="149568">14962 12111 19613,'-4'3'4520,"1"-1"-1815,3-2-2677,56-32-39,-26 17-697,7-6 1,1 0 573,-3 6-197,1 1-402,-3 1-808,0 1-3304,-3 1-4895,-5 2 9740,-5 2 0,-10 3 0,-5 2 0</inkml:trace>
  <inkml:trace contextRef="#ctx0" brushRef="#br0" timeOffset="151179">15789 12042 16678,'1'-8'3137,"0"3"-2169,3-27 1,1-5-5906,-1 5 5231,1-12 0,0 1 216,-3 11 986,-1 2-1081,-1 2 870,0 3-949,-2 2-44,0 2-7,-1 3-55,0 3-23,0 3-34,0 3-21,1 3-35,0 2 3099,1 2-3277,-1 2 513,1 3-463,-1 5 22,-1 6-5,-1 7-1,0 7-10,-2 5-1,-1 4-1516,0 4 1511,1 1 11,1 0 0,3 0 11,1-4-59,1-3 48,1-4 5,3-4 7,1-3-18,1-5 12,-1-2-6,-1-5 16,0-4 68,-2-3 56,0-3 17,0-2 1519,0-4-1553,2-3-44,0-7-18,2-2 7,0-5-7,0-2 6,0-3-5,0-1-6,0-2-6,-2 0-3340,1 0 3346,-2 1-326,0 2 332,-1 5 0,-1 3-6,1 6-12,-2 3 1,0 4 3186,0 3-3242,0 2 481,0 3-476,-2 5 12,1 4-18,-5 17-32,2-3-46,-3 13-1637,1-6 1274,2 5-421,0 2-846,2 5-3444,2 1 4441,3 8 1,-2-26-1,3 0 1</inkml:trace>
  <inkml:trace contextRef="#ctx0" brushRef="#br0" timeOffset="156050">14236 12885 15978,'-3'-5'4542,"0"1"-347,3 4-4066,-19-42-118,15 32 1,-14-31 16,18 45 22,0 3 17,0 5 62,3 17-56,-1-1 50,1 31-937,-1-18 854,-2 16-12,0-15-12,0 0 1,-2-2-6,0-1 1,0-2 10,-1-2 0,1-3-359,-1-3 348,2-3 6,-1-4 0,1-4 5,0-4 0,0-4 872,1-2-743,-1-4 499,1-3-84,0 0-387,0-4-95,0-3-33,0-3-1,0-3-11,0-2-5,0-3-6,0-1-11,0-4 33,0-10-22,1 5-6,1-5-10,2 10-1,1 4 6,2 0-12,1 4 1,1 1-1,2 2-10,2 2 16,1 3-17,2 1 1,3 2-6,1 2 27,14 5-10,-8 2 5,9 5-11,-9 2 11,0 3-5,0 1-12,-2 2-27,6 10 10,-11-6 18,-1 8-18,-13-9 23,-3 0-5,-7 0-12,-3-1 17,-16 6-17,2-7 17,-11 3-11,7-10-34,-3-2-5,1-2-34,0-1-23,2-2-55,2-3-101,2-2-152,5-3-296,4-4-482,5-4-879,4-6-3770,6-5 5842,7-9 0,-4 14 0,4-1 0</inkml:trace>
  <inkml:trace contextRef="#ctx0" brushRef="#br0" timeOffset="156308">14937 13018 26889,'-1'-33'-101,"8"4"-5,25 19-102,5-1-2078,7 1 1827,5 1-214,3 0-251,1 3-414,-3 1-690,-3 3-1546,-6 1-4088,-9 2 7662,-9 0 0,-11 0 0,-7 0 0</inkml:trace>
  <inkml:trace contextRef="#ctx0" brushRef="#br0" timeOffset="156452">15018 13279 21248,'46'-27'-3277,"1"1"0,5-3 0,-4 5 1097,-11 11 1,1-1 0,-27 11 0</inkml:trace>
  <inkml:trace contextRef="#ctx0" brushRef="#br0" timeOffset="156994">15795 12885 18941,'4'-4'3406,"0"0"-634,-4 4-2739,3-5 23,-3 6-5,4-3-1,-3 7-5,1 1 6,0 0 5,-1 0 67,0 4-84,-1-2 51,-1 3 5,-2-4 11,-2 0 23,-1 0-11,-1-2 16,1-1 17,-1-1 12,1-2-6,0 0-6,0-1-17,0-2-5,0-1-28,1-2 0,0-3 55,0-7-94,2 1-23,1-6 0,1 2-33,3-1 11,2 0 5,4-1-11,2 2-3375,2 1 3376,1 2-2270,0 2 2264,2 2 0,0 3-6,2 1 0,0 3-23,2 2 23,1 1-5,1 4-1,11 9-11,-8 2-5,15 19 11,-18-8-6,2 10 1971,-12-6-1960,-6 3-22,-3 3 0,-7 2-33,-6 3-37,-4-11 0,-5 3-73,-13 11 0,-3-1 140,7-7 0,-1 0 1284,-8 5 0,1-4-1231,1-5 34,6-7 45,6-8-311,7-6 344,5-6-16,5-4-17,4-5-34,2-3 0,3-5 411,3-2-416,4-1-1,4-3-16,4 2-2562,3-1 2528,3 2-258,2 1 247,2 3 0,2 0-17,1 4-2109,1 2 2075,1 4-27,1 1-378,0 2 58,-1 3 1463,-1 3-2857,-1 2-3691,-4 2 5483,2 2 0,-14-6 0,-1-1 0</inkml:trace>
  <inkml:trace contextRef="#ctx0" brushRef="#br0" timeOffset="159392">14121 14213 24363,'-5'-37'140,"-1"-1"0,-2-21-152,8 59-4,3 1 32,2 2-4,5 3-1,3 3 22,19 17-33,-10-7-737,14 15 737,-18-13 81,3 15-115,-8-7-5,-1 12-3193,-9-12 3198,-6 1-377,-4-2 411,-4-3-1742,-4-4 1770,0-5 132,-7-6 36,2-7-101,2-7-27,5-5-7,8-6-5,2-1-1138,2-3 1127,4-1 353,2 0-375,4-1-23,3 1 17,4 0-6,4 1-17,3 1 626,3 0-643,4 0 1502,21-4-1602,-9 6-57,16-3-106,-27 12 1,0 1-90,19-2 470,12 0-728,-18 5-258,0 1-335,0 0-359,0 2-426,-3-1-269,-1 1 51,-5-1 409,-2 0 201,3-4 2398,-6-2 290,-4-2 2158,-10-1-1496,-9 1-17,-2-1 1540,-3-8-2144,0 5 1642,-1-5-1968,-1 5-106,-1 0-78,-1 1-80,-1 1-60,-3 0-96,-2 3-112,-1 0-68,-2 3-49,-3 2-29,-2 2 51,-11 3-112,3 3-23,-8 5-458,6 2 448,2 2 4,-10 12 12,9-4-33,-4 9-133,9 3 132,9-7-22,-1 16 6,10-20-23,3 4 28,4-12-22,5-3 17,3-2 5,2-3 447,3-3-391,9-2 144,3-9-133,8-7-5,-9-3-6,-4-3 12,-10 3 5,0 0 12,-1-1 38,-1-1 0,-1 0 18,0 0 4,0 0 220,8-11-242,-9 13 107,8-8-135,-13 18-27,-1 2-23,-3 4 16,-2 0-32,4 10-12,-2-2-34,7 17 28,-4-8 1,2 6-34,-2-4-253,2 10-55,-1-6-258,2 7-302,-2-8-365,2-1-476,0-3-391,1-2-4431,7-4 2778,-4-5 583,6-3 3147,-5-6 62,1-4 0,0-2 320,1-4 2255,0-1 389,0-2-113,-2-1-370,0-1 981,1-8-2309,-5 6-239,1-6-181,-5 9-111,0 2-101,-1 1-68,-1 2 242,1 0-443,-2 4-45,0 1-5,-1 5-196,-1 1-6,2 5 11,0 0 0,1 12 11,1 5-10,-2 1-7,0 3 6,-2-6 1,0 2-7,0-1-5,-1 2-17,-2-2 12,-1-1-6,0-4 11,1-2 44,1-4 225,1-5-224,4-13 0,1-1 89,9-20-44,-2 10 95,13-17-96,-8 15-16,7-7 5,-8 10 12,10-4-56,-7 8-18,6-3-4,-9 10-1,0 3-22,0 1 11,-1 3-12,0 1 7,1 2-1,-1 2-27,-1 5-7,0 1-32,0 4-40,-3 2-73,2 2-106,-3 1-163,1-1-1165,4 12-3195,-1-9 2399,5 7-3736,-1-10 1126,3-2 694,3-2 3642,4-4 689,5 0-227,8-4 0,-18-3 1,0-1-1</inkml:trace>
  <inkml:trace contextRef="#ctx0" brushRef="#br0" timeOffset="160301">16168 14238 19246,'38'-43'720,"0"0"1,-3 5-1,-11 5-199,-22 14 1358,-2 1-1510,-4 3 474,-1 0-428,-14 0-281,2 5-28,-8 0-16,4 6-17,0 1-17,0 3-17,2-1 267,4 2-295,2 1 898,5 2-904,1 2 1,2 2-6,2 2 0,0 2 0,1 3 5,1 1-21,0 10-1,4 2 17,0-1 5,4-5 1,0-9-6,1-2 6,1-1-1,0-2-5,2 3 6,-3-5-6,1 2 5,-5-4 1,0-1-6,2 3 0,-2 0 17,3 11-17,-2-2-6,1 9 29,-2-4-12,-1 3-6,-2 2 7,1 3-496,-2 2 484,1 4-6,-1 2 6,0 1 0,-1 3-39,-4-9 0,-1 1-867,-6 17 856,1-16 0,-2-1-57,-10 12 34,-4-2 40,-3-5 33,0-6-89,1-7 111,2-8 6,3-6 28,3-6 56,-2-11 374,7-12-442,4-6-4,7-8 842,8 3-854,4-3-17,5-4-1170,6-2 1170,4-3 28,4-1-42,-3 12 0,2 1 9,16-16-12,-13 16 1,1 2 5,14-9 0,2 1-11,0 1 5,1 1 12,-1 2-1,0 1 1,-2 2-29,0 1 12,-2 2 0,-3 3-535,-4 2 551,-5 4-10,-6 3 10,-4 3-5,-6 3 12,-4 2-7,-4 2 1211,-3 2-1155,-2 1 590,-3 1-600,1 0 16,-2 0 67,2 0-66,0 0-1,0 0-17,1 0-33,0 0-34,-1 1 17,1 0 0,0 2 0,0 1 6,-1 0-1,0 0-5,0 1 12,0 0-7,1-1 1,-1 1-1,2 0-49,-1 1 38,2 1 6,1-1 11,2 0-11,3-2-5,1 0 21,2-2-27,3 0 11,2-2-5,1 0 21,2 0-27,8-4 17,-6 0-17,5-4 27,-9 0 7,1-5-34,-4 1 16,1-6 12,-7 4 11,-2-3-11,-1 0 16,-3-2-5,0 1 12,-1 2 32,-2 1 35,-6-1-57,0 6 12,-6 0-17,3 6-6,-2 2 6,-1 1-6,-2 0-11,0 2 5,0 2-16,0 2-22,1 5 10,0 2 6,2 3-11,1 2-11,-1 13 0,5-6-6,0 10 28,6-9-44,2 1-40,4 0-56,4-1-145,6 0-152,4-2-302,6-1-493,3-2-829,4-3-2689,1-2 4739,6-2 0,-25-8 0,-3-2 0</inkml:trace>
  <inkml:trace contextRef="#ctx0" brushRef="#br0" timeOffset="160568">17536 13951 18005,'-5'0'3730,"0"0"539,5 0-4073,-37-8-196,31 4-6,-26-6-10,42 6-29,3 0-62,5 1-100,4 0-168,3 1-264,4 0-313,2 2-2409,15-1-134,-11 1 2647,12 1 0,-30 0 0,-1 0 0</inkml:trace>
  <inkml:trace contextRef="#ctx0" brushRef="#br0" timeOffset="160740">17487 14170 27186,'43'-23'-241,"0"0"0,-8 4 0,-2 3-442,28 0-1414,-15 8-126,-1 0-4067,0 0 6290,5 2 0,-24 2 0,-1 1 0</inkml:trace>
  <inkml:trace contextRef="#ctx0" brushRef="#br0" timeOffset="161082">18527 13737 22151,'0'-3'2548,"-1"1"-957,1 2-1188,-74-22-1337,43 20 990,-15-8 0,1 5 296,17 18-273,0 4-1,2 5 6,5 4 0,0 3-39,-5 10-476,6-7 0,2 0 453,2 7-5,3 1-6,3 3-5,4-1 111,6-4 1,1 1-118,5 7-6,-2-11 0,3-1-5,16 4-11,-4-14-177,7 1 216,-6-17 5,0-4 18,0-6-1,-1-3-2835,-2-5 2863,-1-3-1185,2-14 1269,-10 11-30,2-10-3,-12 15-17,-4 0-28,-5 0-22,-6 0-39,-4 1-12,-21-3-298,-14 5-1052,15 4 1,-1 1 1349,3 4 0,1 1 0,-12 1 0,20 2 0</inkml:trace>
  <inkml:trace contextRef="#ctx0" brushRef="#br0" timeOffset="165797">11004 15242 10892,'2'-8'5842,"0"1"-3708,-2 7 1333,0 0-3136,-11-49-6,6 33-40,-10-37-66,8 48-46,-3-1-61,-3 2-17,-4 2-3324,-20 0 3313,3 6-17,-18 2-1941,9 5 1930,-6 5-841,-2 2 824,-3 2-1328,1 3 1323,2 0-6,7 2 1286,7-1-1297,9 0 1545,8-2-1557,7-2-5,7-1-5,4-3 22,6-2-17,3 0 11,7-2-1106,5-2 1101,4-1 1498,6-1-1493,4-2-74,26 2 74,-11-2-6,-16-2 1,2 0 5,0 0 1,0 0-12,18 4 5,-11-1 1,-2 2-319,3 4 308,5 5 2788,-24-3-2789,-2 10 18,-11-7 4,-1 5 1090,-19-3-1078,-2-4 6,-14 4-12,-2-6 12,-6-1 11,-4-1-1459,7-4 1,-1-1 1446,-18 3-19,16-4 0,1-1 371,-12 0-346,-13-2-44,18-5-74,-5-4-184,25-5-359,8-4-901,6-3-3423,8-4 4379,7-6 0,-3 13 0,3 0 0</inkml:trace>
  <inkml:trace contextRef="#ctx0" brushRef="#br0" timeOffset="166034">11389 15398 22285,'-4'0'2369,"0"0"-980,4 0-1540,26-27-163,-3 14-1615,11-8 0,4-1-4,13 5-195,-14 5 0,-1 0-7703,12-3 9394,-6 3 0,-21 5 0,-9 3 0</inkml:trace>
  <inkml:trace contextRef="#ctx0" brushRef="#br0" timeOffset="166584">11915 15120 25847,'-8'-53'263,"2"7"-184,14 32-34,0-1 27,10-8-66,-4 6 16,7-5 6,4 3-22,-5 5 0,9-3 5,-8 8-17,1 1 1,-1 3 5,-1 1 0,0 2 5,-1 1 29,-1 3-40,0 3 6,0 2-5,-1 4-7,0 3 1,-1 1-6,1 12-22,-6-6 22,-1 9 1,-8-8 4,-1 1 18,-3 0-23,-4-1-3380,-2 0 3380,-3-3 6,-1-1 16,-2-2 23,-7 1 6,5-6-1,-4 1 51,0-7-28,6-3 73,-9-4 3336,11-2-3403,-1-5 5,6 0 11,1-1 12,3 0 55,1-6-3492,1 5 3375,4-3 6,0 5-6,9-1-17,-1 4 0,7-1-5,-2 5-12,12 2-5,-5 5 11,10 2-28,-8 5 0,0 0 6,0 2 3402,-2 0-3424,7 7 4,-10-3-27,1 5-3370,-13-5 3376,-5 0-6,-6 0-12,-5 2 23,-7 0-28,-6 1-78,-6-1-113,-5 0-212,-4-2-303,-4-3 2062,-3-2-3703,-3-4 2431,-6 1 0,25-6 0,0 0 0</inkml:trace>
  <inkml:trace contextRef="#ctx0" brushRef="#br0" timeOffset="166939">10429 16085 19784,'-59'16'847,"0"0"1,5-1 0,5-1-596,13-4 0,5 0-179,-9 3-17,9-2 39,24-8 689,8-1-554,10-2 44,9 0 292,42-11-3434,-1-1 2971,-13 2 1,2-3-15,-4 2 1,0-1-12,6-2 1,2-1-9,3-1 0,2 0-571,-17 5 1,0-1 0,0 0 530,2 0 0,0 0 0,0 0-14,1 0 1,1 0 0,0-1-496,0 1 0,1 0 1,-1 0 494,1 0 1,-1 0 0,1 0-8,-1 1 0,0-1 1,0 1-377,-2 0 0,1 0 0,-2 1 372,0 0 1,-1 0 0,-1 0 65,18-3 1,-2 0-64,-4 1 1,-1 1-1,-4 1 1,-1 1-15,-5 1 1,-1 1-1,-3 0 0,-3 1-44,28-4 1021,-12 3-1273,-10 3-354,-12 2-1187,-9 1 1843,-10 3 0,-5-2 0,-5 1 0</inkml:trace>
  <inkml:trace contextRef="#ctx0" brushRef="#br0" timeOffset="171610">14013 15286 22619,'-37'-23'37,"0"1"0,3 2 1,7 11-10,16 32 425,1 6-436,-2 6-1065,1 6 1054,-1 5 5,1 5-16,0 6-12,3-13 0,0 1-11,2-10 0,0 2-75,0 5 0,-1 5 1,1-5-533,0 0 1,1-2 454,-3 15 1,1-1-28,2-15 0,0-1-197,-4 16 1,0-1 282,1-15 1,0-1 75,-3 10 1,-2-4 105,-7 2-2375,-2-11 2494,0-12 32,0-11 203,-6-14-252,8-10 636,-4-26-536,16-13-151,8-4-34,10-2-36,1 27 0,3 2 508,11-18-550,-8 17 0,0 0-17,14-8-11,2 0-40,-6 14 1,1 2-33,15-13 41,-13 14 0,-1 1-75,14-6-1075,2 1 1103,0 1-753,0 2 797,-2 0-214,-1 1 254,-2 1 22,-3 1 5,-2 0 1921,8-5-1892,-14 8 44,4-4 1319,-17 11-1055,-3-2 1147,-6 5-1282,-3-2 1229,-3 5-1218,0-1 322,-1 1-299,1 0 218,-1 1-291,0-1 73,0 2-219,0 5 1,-1 2 5,0 6 11,-1 1-28,-2 3-11,0 10-11,0-4-17,0 7-56,2-8-123,0 1-286,1 0-431,0 1-830,1 0-2234,0-2 3988,0 2 0,0-12 0,0 0 0</inkml:trace>
  <inkml:trace contextRef="#ctx0" brushRef="#br0" timeOffset="171807">14531 15325 16488,'0'-6'4671,"0"0"-3859,0 6 404,0 0-1592,-11-36-515,8 36-1315,-8-25-5462,11 45 7668,0-3 0,0-7 0,0-5 0</inkml:trace>
  <inkml:trace contextRef="#ctx0" brushRef="#br0" timeOffset="172236">14716 15400 20912,'1'-7'2907,"-1"2"-2397,0 5 667,0 0-1166,21-4 39,-11 31-39,14-8 1,-16 31-2322,-5-12 2332,-2 2-22,-1 1-1584,-6 15 1551,-1-13 44,-5 8 11,2-22-723,0-3 734,-1-5 1644,1-4-1593,1-6 1861,1-4-1799,2-4-29,1-3 63,2-7 1051,1-1-1153,1-9 84,6-9-78,1 4 17,6-10 0,-1 7 0,2 0-23,2 1 23,0-1 5,1 2-16,0 0-17,0 3-23,-1 1 29,8-2-51,-5 7-23,6 0-10,-5 9 5,1 3 0,2 2 5,2 5-5,2 3-11,1 5 0,1 4 5,-2 2-11,8 12-16,-12-6-1,0 7 1,-16-10-1,-4 0 12,-9-1-12,-3-1 6,-8-2 6,-3 0-12,-3-4-22,-1-1-255,-1-3 137,0-2-100,1-4-146,1-1-207,1-2-270,1-2-497,2-3-1693,2-3-6328,3-1 9415,4-1 0,5 4 0,4 2 0</inkml:trace>
  <inkml:trace contextRef="#ctx0" brushRef="#br0" timeOffset="172743">15517 15351 21231,'1'-4'3132,"-1"1"-769,0 3-2329,9-11 0,-6 16-12,6-5-5,-6 19 0,-3 4-1,2 3 1,-2 4 6,-1 3-18,-5 19 1,-1-11-790,-5 11 801,2-19-6,0-3-5,2-4-263,0-2 257,2-6 0,1-2 11,3-6 57,0-3 10,1-4 90,0-2-129,4-9 785,1 1-791,3-8 29,0 1-6,0-1-11,2-3 5,0 0 290,2-3-273,0 0 0,2 0-5,0-1-23,1-2-5,2 2 27,11-9-33,-5 9-16,8-4-7,-9 12-5,1 3 11,-1 2-16,0 3 5,-1 3-17,0 3 6,-2 3 28,2 3-29,-2 6 12,8 11-5,-7-2 5,3 8 5,-10-7-10,-4 0-1,-4-1 1,-2-1 10,-6-1-10,-3-1-29,-16 5 12,2-8-6,-12 4 5,6-9-10,-3-2-29,-1-2 0,-1-3-27,-2-2-57,2 0-44,2-4-113,4-1-178,3-4-242,6 0-358,4-3-605,7-1-1249,3-1-3965,7-1-589,3 1 7489,3 3 0,-4 4 0,-2 3 0</inkml:trace>
  <inkml:trace contextRef="#ctx0" brushRef="#br0" timeOffset="173104">16120 15429 26021,'-27'3'162,"3"4"-151,13 13-22,3 4 34,0 0-23,4 2 0,0 0 0,3-2-12,1 0 1,4-3 22,9 6-11,1-10 12,8 4 4,-5-11-16,2-2 0,-1-2 6,1-3 0,1-2 5,0-3 6,0-3-12,0-4 29,1-3-6,-2-2 56,0-2 33,-3-1 18,-2-3 33,-4-2 140,-2-15-163,-4 6 1,-1-10-23,-3 13-5,-4 2-29,-1 4 1,-6 3-34,-2 4-22,-4 3 5,-2 3-34,-3 3 12,-14 4-28,9 2-34,-9 4 0,15 1-39,2 5-156,5 1-298,4 3-604,3 0-1390,5 3 2532,3 3 0,-1-10 0,3 0 0</inkml:trace>
  <inkml:trace contextRef="#ctx0" brushRef="#br0" timeOffset="173335">16903 15130 28272,'-49'32'41,"0"0"0,4-2 0,8 2-19,13 21-680,2 2 646,4 2-718,4 0 634,4-4-72,6-3-168,5-4-296,7-4-2236,18 12-398,-1-16 3266,16 10 0,-24-32 0,-1-2 0</inkml:trace>
  <inkml:trace contextRef="#ctx0" brushRef="#br0" timeOffset="174004">15583 15333 19134,'0'-42'368,"-1"0"0,0 3 0,0 8 649,1 15-743,-1 2 1276,0 1-1331,0 1 758,-1 1-809,0 2 1676,1 1-1726,0 4 1295,1 0-1390,-1 2-23,1 1 0,0 8-6,0 0-11,1 7 17,0 12 17,-1-4-6,0 24-11,-4-4 12,-1 0-1,-2-3-11,1-16 0,2-2 11,-1-3 0,1-2-5,2-6 22,0-2 33,2-6 91,0-1-102,0-7-28,2-1-5,2-7 6,3-1 21,5-13-4,2-7-12,1-3 0,-1-2 11,-5 9-6,0 0-5,-1 1 0,-2 3-11,-1 5-6,-2 4-5,-1 5 5,-2 3 6,-3 4-62,-8 5 0,1 4-55,-8 6-124,6 5-308,0 3-499,1 2-1069,2 3 2100,2 5 0,4-13 0,1-1 0</inkml:trace>
  <inkml:trace contextRef="#ctx0" brushRef="#br0" timeOffset="174539">14709 15444 10707,'-4'-11'7091,"0"2"-5662,4 9 1253,0 0-1992,-29-60-4292,17 38 3882,-5-13 0,1 2 179,9 19 787,2 0-658,2-2-341,1 4 44,3-3-207,2 9-34,1 1-5,2 4-17,0 2 11,1 4-16,1 2 16,1 6 3398,0 3-3404,-1 4-5,-1 3 28,-1 14-22,-3-8-23,-1 8 0,-2-13 1,0 6 21,0-8-44,-1 4-34,0-10-89,1-2-1530,0 4-2234,1-4-5871,1 1 9769,1-8 0,-1-3 0,-1-2 0</inkml:trace>
  <inkml:trace contextRef="#ctx0" brushRef="#br0" timeOffset="177353">17252 15592 19098,'-1'-48'881,"0"-1"0,0 4 1,0 5-277,1-1-118,0 4-56,0 1-67,0 5-30,0 5-37,1 4-11,0 5-40,1 3-34,-1 5 40,0 3-171,-1 3-70,1 11 17,0 4-10,0 12 15,-1 19-16,-3 16-11,-1 5-669,0-30 0,0 0 663,-4 16 5,0-1 1,-2-1 5,0-5-5,1-5 10,1-6 24,-1 2-12,3-14 184,0 0-60,4-14 10,2-5-39,0-7-61,2-4-23,2-6 1349,4-5-1276,8-18-40,-2 4-799,6-15 816,-6 9-10,1-5-12,-1-2-11,0 1 0,-1 1 0,-1 3 6,-1 5-6,-1 5-6,-2 6 62,-1 1-67,-4 12-17,0 3-28,-3 8-11,0 5 5,0 3 6,-2 5-6,-1 7 1,-2 4 5,-1 6-34,0 2-167,-1 21-74,4-10-234,-1 17-326,4-12 50,2 2-1741,4 1-6525,0-5 9051,1-8 0,-3-16 0,-2-9 0</inkml:trace>
  <inkml:trace contextRef="#ctx0" brushRef="#br0" timeOffset="177539">17707 15815 21959,'1'-6'2952,"0"2"-1148,-1 4-1793,4 1-139,-12 22-164,3-5-2178,-19 35-4564,7-20-2734,-5 9 8985,7-17 1,8-13 0,3-4 0</inkml:trace>
  <inkml:trace contextRef="#ctx0" brushRef="#br0" timeOffset="178856">18154 15280 24771,'5'-19'146,"0"4"-118,-5 15 22,0 0 6,-2 2 12,1 0 16,-2 3 0,-3 0-17,-1 1-16,-4 0-1,-2 2 1,-4-2 5,-2 0-28,-1-2 22,-2 0 17,0-3 6,2 0 56,2-4-12,2-1 119,1-12-136,8 2-21,0-10-12,7 4-22,5-4 11,2 0-11,6 0-1,3 2 1,2 1-634,2 3 617,0 3-11,0 4 0,1 1 0,-1 6-17,14 1 39,6 11-50,13 11 0,-11 4-1334,-5 9 1339,-15-5 1,-5 4-7,-4 2 1,-5 3 6,-5 3-23,-7 1-3,-4-9 0,-4 1 6,-5 4 0,-2-1 16,-1 0 1,-1-1 5,-1-2 0,-1-3-8,-10 4 22,2-7 6,3-6 22,5-8-42,4-5 65,4-4 561,0-7-539,5-2 5,1-4-16,6 1 1455,2-5-1461,1 4-5,4-3-12,1 5-16,4 0-23,2 0 72,4 0-61,3 0-22,5 0 17,5 1-17,4 0 5,3 1-1068,2 2 1046,2 2 0,0 1-28,1 0-33,-2 3-123,0 1-202,-2 2-320,0 3-594,-1 1-1455,0 0 2772,3 1 0,-18-5 0,-1 0 0</inkml:trace>
  <inkml:trace contextRef="#ctx0" brushRef="#br0" timeOffset="179030">19172 15462 26043,'-27'24'-121,"-1"-1"1,-17 20-513,37-17-1020,1 1-6082,0-3 7877,3-3 0,1-10 0,2-5 0</inkml:trace>
  <inkml:trace contextRef="#ctx0" brushRef="#br0" timeOffset="180344">19901 15060 18257,'2'-5'3663,"0"1"-996,-2 4-2600,-7-32-17,-3 28 17,-8-21-3391,-2 38 3385,-1 4-16,-3 4-801,-2 4 767,-1 6 0,-2 2-11,0 4 17,1 1-579,1 1 562,4 0 6,3-2-6,5-2-60,6-3 54,5-3 1,5-1 5,5-1 5,18 7-22,-1-11 23,15 5 5,-6-15-11,4-3 2309,0-4-2297,1-3 72,11-7 0,-16-2 22,6-8 1015,-20 0-958,-4-3 27,-5 1 1,-4-1-35,-2 2 860,-2-1-904,-3 3 57,-4 1-96,-4 0-28,-4 2-34,-5 1 536,-2 3-530,-4 1-3387,-1 3 3387,-2 2-387,-2 3 381,1 2-11,0 5 11,1 3-11,1 2-11,3 2-6,2 3-11,4 0-28,3 3-95,4-1-207,5 0-371,3 0-702,7-2-977,5-2-3944,9-2-2912,3-4 9264,1-3 0,-10-4 0,-4-4 0</inkml:trace>
  <inkml:trace contextRef="#ctx0" brushRef="#br0" timeOffset="180568">20443 14964 21361,'-20'-40'220,"-1"-1"0,3 3 0,3 10 1967,9 24-2120,2 2 832,1 2-882,1 12 487,1 1-465,2 14 6,2 2-11,3 6 1029,2 5-1046,2 6-6,0 3-27,2 3-7,0 5 1,0 3-474,-7-28 0,0 0 398,0 2 0,-1 0-182,-1 0 0,-1 3-1504,-1 14 0,-3-1-3132,-1-14 1,0-1 4631,-2 9 0,-1-5 0,0-12 0,1-13 0</inkml:trace>
  <inkml:trace contextRef="#ctx0" brushRef="#br0" timeOffset="186142">15045 16576 15149,'0'-6'4929,"0"2"-1860,0 4-2833,-18-62-52,11 44-111,-3-17 0,0 5 28,6 27-28,2 1-17,0 1-28,0 0-23,0 1 12,1 0 11,0 0-22,-1 0-1,1 0 12,-1 1-11,0 0-1,-1 0 29,3 0-17,3-1-17,-2 0 11,4 0-6,-5 0 835,1 0-812,-1-3-5,0 2 38,1-3-27,-1 3 0,0 0 27,0-1-94,-3 4 21,0 3 1,-5 4 45,-1 4-17,-5 3 5,-1 3 0,-5 3 1,-2 3-3393,-3 3 3398,-3 4 17,-2 2-67,-1 4 51,-1 2-728,0 2 677,3 1 4,2 1-4,5-2 5,4 0 11,6-4 6,6-2-2037,3-4 2015,7-3 2031,30 11-2009,-5-17-6,26 6-153,-16-21 170,4-5 23,-2-1 22,0-6-17,-5-2-1462,-5-5 1512,-5-3 2100,-7-1-2049,-4-3 117,-6-10-145,-5 6 6,-4-7 191,-4 9-197,-11-5-67,0 7 3349,-17-6-3377,10 14-17,-9 0 22,-15 8-16,16 4-1,-18 5-10,23 3-6,1 2 5,2 3 118,-2 10-207,8-5-123,1 7-942,11 1-100,6-9-897,6 6-2716,7-11-4346,2-3 9219,1-4 0,-9-3 0,-2-2 0</inkml:trace>
  <inkml:trace contextRef="#ctx0" brushRef="#br0" timeOffset="186476">15841 16450 25455,'-39'35'191,"3"-1"-130,14-13-10,-2 3-12,-3 0-17,-3 1-507,-2 1 502,-1-1 16,1-1-5,0 0 167,3-3-123,-5 2 60,9-4-126,4-3 11,11-6 16,8-3-22,5-2 6,3 2-3138,5-3 3138,6 0-17,3-1 0,7-1 0,23 0-550,-6-2 527,17 0-36,-25-1 1,0 0-43,21-1-6,-19 0 1,-1 0-303,18-3-375,0 0-796,2-1-3103,0 0 4683,-23 3 0,-2 0 0,2 0 0,-1 0 0</inkml:trace>
  <inkml:trace contextRef="#ctx0" brushRef="#br0" timeOffset="186743">16612 16515 19624,'-4'-2'4145,"1"0"-2975,3 2-1175,15-21-18,0 15-21,16-16-46,-1 19-2608,2 1 2457,3 0-229,1 0-113,1 0-279,-2 2-2185,14-1 605,-13 2-1031,7 1-4380,-13 4 7853,-13 1-630,-1 2 0,-13-6 0,-2 0 0</inkml:trace>
  <inkml:trace contextRef="#ctx0" brushRef="#br0" timeOffset="186900">16807 16623 9997,'-49'19'1027,"0"0"0,4-1 0,8-3-361,14-7-112,4 0 2471,5-2-2628,5-2-27,3-2 1290,4-1-1357,1 0 904,7-3-1101,2 0 2879,9-3-2945,3-1-18,5-1-16,5 1-23,6-1-56,3 0-1220,4 1 856,2 0-353,3-1-1053,-13 3 1,1 0-3205,19-3 4439,-14 2 1,-4 0-1,-8 1 1,-1 1-1</inkml:trace>
  <inkml:trace contextRef="#ctx0" brushRef="#br0" timeOffset="187201">17596 16469 16770,'-45'8'183,"1"0"0,-2 2 0,7 2 2399,16 2-2554,-6 12-17,18-11-5,2 7 5,10-7 1415,4 0-1437,5 0 11,4-1-11,5-2 33,3-1-28,2-2 860,4-1-876,14 1 22,-8-5 3034,11 0-3028,-15-3-12,0-4 28,-2-1 12,-3-5 5,-3-1 12,-4-2-3252,-4-3 3285,-5-1 101,-3-11-124,-4 7-5,-5-7 223,-3 8-223,-6 1-45,-2 1-11,-5 1-6,-1 1-44,-1 1-45,-2 1-213,0 1-2252,-9 0-3680,9 4 6240,-10-1 0,22 6 0,0 1 0</inkml:trace>
  <inkml:trace contextRef="#ctx0" brushRef="#br0" timeOffset="191232">21057 4695 12609,'6'-54'823,"0"1"0,0 7 1,-3 7 2127,-4 8-2604,0 12-16,-1 2 1352,0 3-1453,1 2 831,0 2-899,1 4 3353,0 2-3441,0 1-18,0 3-45,-2 4 17,0 4-11,-1 8 5,0 3 1,-2 8 10,-2 3-303,-1 3 281,0 2 0,-2 0-28,1 1 28,1 0-5,1-1 11,2-2-17,1 0-320,2-2 337,2-2-126,0-3 148,2-3 0,1-3 275,2-4-269,-1-3 106,0-2-11,-1-4 398,-1-2-275,-1-4 335,-1-1-447,1-4-95,-1 0 0,0-6-16,0-2 4,0-3-16,0-3 6,0-3-23,0-2 6,0-3 28,0-2-34,0 0 11,2-3-5,0 2 6,2 0-7,0 2 7,0 2-6,1 3-1,-1 3 7,1-1-12,-2 7-17,0 1 18,-3 8-12,1 2-40,-1 1 35,0 5-12,0 2 6,0 6-28,-1 4-34,-1 2-157,-3 6-363,-1 2-623,-2 5-1668,-1 1 2607,-2 8 1,5-19-1,1-1 1</inkml:trace>
  <inkml:trace contextRef="#ctx0" brushRef="#br0" timeOffset="199306">14602 17884 21114,'1'-46'437,"0"0"0,0 3 0,-1 9-95,-4 15-40,-1 3-38,-2 1 24,-1 2-104,-1 3-13,-1 2-59,-2 2-43,-1 2-13,-2 2-23,-3 1 12,-2 3 4,-4 2-15,-2 5-12,-2 3-358,-2 3 341,0 5-5,-15 14 17,13-5-1299,-8 10 1276,17-10-16,5 0-23,4 0 28,5 0-55,4 10 66,6-11-11,5 6 17,5-14-11,5-4 11,4-3 45,15-3 5,-5-4-214,9-2 231,-11-9 17,-2-2 17,-1-5 27,-3-4 1394,6-13-1365,-8 5 0,2-9 0,-10 8-28,-2 0-17,-2 1-6,-2 0 34,0-5-78,-3 8-12,2-2 45,-4 11-22,1 4 547,-1 2-581,0 4-11,-1 1 17,1 9 45,-1 7-146,0 12 22,1-1 17,2 1-5,3-7-40,1 1-22,4 0-95,2-1-123,4 0-309,5-1-212,3-1-2023,20 6-1652,-8-8-1657,15 3-404,-18-11 6559,-5-4 0,-15-2 0,-5-1 0</inkml:trace>
  <inkml:trace contextRef="#ctx0" brushRef="#br0" timeOffset="199541">15293 17750 16342,'-6'0'4531,"2"0"-1321,4 0-3205,9-27-44,8 17-45,11-22-308,30 18-1544,-8 5 1603,-16 4 0,0 0-598,16 0-346,-2 2-571,-3 2-583,-6 2-946,-7 2-352,-8 4 3729,-5 4 0,-11-6 0,-2 2 0</inkml:trace>
  <inkml:trace contextRef="#ctx0" brushRef="#br0" timeOffset="199701">15544 17863 25382,'-22'5'23,"12"-3"-12,34-14-45,5 0-89,5-2-2334,2 2 1886,3-1-426,1 2-994,0-1-2546,1 2-4649,-6 2 8527,-6 0 1,-14 5 0,-7 1 0</inkml:trace>
  <inkml:trace contextRef="#ctx0" brushRef="#br0" timeOffset="201397">16354 17484 15423,'5'1'4022,"-1"0"-1832,-4-1-2045,14 21 34,-10-12 7,10 16 49,-14-17 17,0 0 0,-2-1 28,-1-1-61,-3 0-18,-2-1-27,-1-1-6,-2 0-34,0-1-5,-2 0 5,0-2-5,-1 0 22,1-1 12,2 0-18,0-2 1,1-1-6,2-3-28,2-3 57,-1-9-46,3-8-84,0-2 28,6 0-33,3 7-1,5 2 7,2-1-1,1 2-22,3 1-1,0 3-4,10-2 16,4 7-28,0 2-12,-2 8 1,-7 5 6,-4 5-12,4 13 0,-8-3 6,-2 10-3409,-8-3 3420,-7 2-45,-6 4-696,-7 2 685,-8 3-234,-3 2 222,-5 2-21,-2 1-2,0 1-336,0-4 394,1-2 33,4-6 17,3-7 2811,7-9-2744,5-7 1074,3-10-1074,7-5-34,0-7-11,7-3 6,3-2 28,4-2-34,6 0 17,3 0 350,14-3-355,-6 8-35,22-2-27,-4 12-239,2 4 194,1 4-140,-12 4-348,1 4-649,-1 1-1742,0 2-6896,-5-1 9085,-4-2 1,-13-6 0,-5-3 0</inkml:trace>
  <inkml:trace contextRef="#ctx0" brushRef="#br0" timeOffset="202284">14305 18467 24262,'6'-49'168,"-2"15"-67,-4 60-85,-1-2-10,-1 11-455,-2-5 427,-1 2-6,-1 1-17,0 1 257,-2 8-123,2-13 34,0 4 12,2-15-113,-1-2 40,1 1-40,-1-2 17,0 1 45,1-2 96,0-3 410,0-3-304,2-3-118,0-3-79,2-2-55,-1-4-135,1-4 90,0-5-6,2-6-16,1-3 128,2 0 118,3-6-113,-1 8 12,1-3-56,-3 9 6,0 2 16,-1-1-10,1 2-57,0 0 17,1 3-45,5-2 6,0 5-12,5 0 7,-2 5-18,2 0 34,2 2 0,2 2-22,4 4-1,0 2 34,3 2-22,-1 0 17,0 1 11,-2 2-45,-2 0-3381,-4-1 3470,-4 0 1,-5-2-17,-4 0 22,-4-1-67,-1 0-45,-3 1 23,-2 1 3352,-6 0-3419,-1 1 55,-4-1 23,-2 0 33,0-1-100,-12 1-365,-8-4-481,0-3 61,6-8-469,15-6-1217,10-7-3960,4-6 6509,9-12 0,-4 15 0,5-2 0</inkml:trace>
  <inkml:trace contextRef="#ctx0" brushRef="#br0" timeOffset="202549">15204 18596 25433,'6'-27'-79,"0"5"-134,47 5-2527,-12 5 2102,4 1-264,0 1-262,2 2-952,-1 2 2116,-11 4 0,-2 0 0,-3 0 0,13 1 0</inkml:trace>
  <inkml:trace contextRef="#ctx0" brushRef="#br0" timeOffset="202699">15468 18644 14404,'-6'1'7007,"1"0"-3210,5-1-3998,27-29-1244,19 4 571,-18 4 0,3 0-1471,3 5 1,-1 3-6859,14-6 8462,-7 3 0,-19 7 0,-9 4 1</inkml:trace>
  <inkml:trace contextRef="#ctx0" brushRef="#br0" timeOffset="204793">16281 18462 23483,'5'-44'293,"-1"0"0,-2 7 1,2 8-222,13 11-16,-5 11-39,2 0 6,1 1-1,2 1-5,1 2 16,2 1-21,1 1-12,1 0-5683,0 4 5688,-1 1-1093,-1 4 1060,-1 2 630,-2 3-664,-1 2 17,-4 3-11,-2 3 0,-5 1-16,-2 1 21,-6 2 23,-2-1-5,-6 1-18,-9 8 29,3-10 16,-6 6 2070,9-14-2014,-5 1 3053,6-6-2997,-3 0 1021,8-7-999,0-2 136,2-7 32,3-5-172,1-2-18,5-3 1,3 6-34,2 0 5,2 1-5,1 1-28,0 1 5,1 1 29,7 2-68,-3 1 6,6 2-40,-4 5-16,0 3 45,1 4-1,1 2 12,1 1-28,0 2-6,1 11 11,-6-7 12,-3 6-34,-10-8 118,-6-1-3398,-4-2 3408,-5-1-261,-6-1 21,-4 0-56,-6 1-359,-6 1-3836,-25 8 4391,5-5 0,8-2 0,20-8 0</inkml:trace>
  <inkml:trace contextRef="#ctx0" brushRef="#br0" timeOffset="207720">17435 18010 8154,'3'-49'1728,"0"-1"0,0 1 0,0-8 0,1 2-1021,1 8 1,0-2 0,1 6-1299,-1 6 1,0 2 937,3-8 1,0 1 279,2-5 1165,3-4-1383,-5 20 719,0 1-927,-5 20 481,-2 6-587,-1 7 2003,0 6-1964,0 9 6,0 9-5,0 8-23,-2 8-529,-1 10 523,-4 9-67,0-7 1,1 4-49,0-10 1,0 1-533,0-5 1,1 2 0,-2 1 486,0 8 0,-1 2 0,0-4-692,2-10 1,0-3 0,-1 2 728,-1 12 0,0 3 1,0-5-32,0-1 0,0-4-22,2-3 0,0-2-817,1-1 0,0 0 366,0-1 1,1 0-782,1 2 1,0 0-1253,1 1 0,1 1 2410,0 7 0,0-4 0,1 5 0,0-32 84</inkml:trace>
  <inkml:trace contextRef="#ctx0" brushRef="#br0" timeOffset="208614">18128 17615 15087,'-2'-8'4957,"1"2"-4100,1 6-140,0 0-95,-7-62-587,5 41 211,-2-14 1,1 2 168,3 23 3,0 3-244,0 3-74,0 1-21,0 2-34,6 7-62,0 2 17,6 7-6,-1 2 398,1 3-397,-1 4-356,1 2 344,0 2-22,-1 1 16,-1 0 12,-1 1-6,-3 1-5,-2-1 0,-2-1-6,-3-3 28,-3-4 16,-5-3 1,-3-3 17,-1-4-17,-2-3 27,1-4 29,0-3-17,2-3 6,2-4 349,3-3-372,3-4 0,2-2-16,3-2-12,9-11 6,2 6-3387,8-6 3393,-2 7-18,4 2-22,0 1-39,16-3-2391,5 3 2240,2 1-118,-1 5-174,-11 4-178,1 2-192,-1-1 1818,1 2-2355,-2 1-353,2 2-437,-3 0-296,0 1-90,-2 0 274,-2 0 634,-2 0 1013,-3 0 661,-4 0 0,-3 0 896,-5-2 3909,-2 0-2855,-3-2 155,-1-1-10,-3-1 120,0 0-664,-1-2 751,0-6-1479,-1 4-134,-1-4-117,-3 6-96,-1 2-90,-1 0-78,-1 2-61,-2 2-40,0 0-45,-1 2-38,-1 0-57,-1 3-17,1 1 12,-8 9-23,6 0-33,-5 4-1,6-2-27,2 0 11,1 1-1,2-1 1,1 1 11,2 1-5,3-1 10,0 0-10,2 0-1,2-2-5,0-1 5,4-2 17,2-3 17,2-3-22,1-2 5,2-2 0,1-5 6,0-1 50,2-6 12,-2-2 44,-1-2 28,-1-1 51,-1-1 33,-1 0 11,-1-1 7,-1 0-46,-2 0 6,-1 2-28,0 0 0,-3 1 11,1 3-34,-2 2-16,1 3-34,-2 1-40,1 3-4,-1 1-12,0 1-79,0 8 18,0 1-7,0 8-10,0-1-34,0 2-78,0 1-130,0 0-223,1 1-269,1 1-387,0 1-542,1 0-982,1 1-2492,1-3 5159,2 2 0,-3-11 0,0-1 0</inkml:trace>
  <inkml:trace contextRef="#ctx0" brushRef="#br0" timeOffset="208938">19080 17676 20160,'16'-34'25,"-1"0"1,9-19 2076,-27 71-2074,0-4 844,-2 16-861,1-12-28,0 7 494,1-8-472,0 5 12,0-6 1558,0 2-1525,2-9 1,0-5 33,0 0 12,1-5-57,2-6 6,1-1 33,3-6 6,1 0 39,1 0 12,1-2-12,0 0 11,2 0-39,1 0-11,0 0-16,2 2-46,-1 1 6,2 3-28,-1 0 11,1 2 12,1 2-23,1 3 5,2 1-33,1 1-95,10 6-45,-6-1-123,7 6-241,-11 1-247,-1 2-364,-1 1-593,-1 1-1210,0 1-2997,-1-1 5095,2 2 0,-9-9 0,1 0 0</inkml:trace>
  <inkml:trace contextRef="#ctx0" brushRef="#br0" timeOffset="209421">19847 17579 16160,'24'-40'356,"0"0"1,0 3 0,-12 10-178,-18 21-45,-4 3 1404,-6 1-1454,-2 1-16,-5 3-7,-1 1 1050,-2 4-1055,-2 2-22,1 2-23,1 2 1806,2 2-1829,2 1 29,-1 5-17,9-6-5,1 3-1,9-9-11,3-1 3219,2-1-3185,3-3 731,8 0-714,0-2 11,8-1 5,-2-1 6,2 0-11,0-1 39,0-1 101,7-2-73,-8 1-28,3 0-12,-11 1-4,-1 0-12,-2 1-40,-3 0-16,1 2 28,-3 3 0,0 1 0,0 13-44,-2-2 21,0 9 46,-6 9-35,-4 9-1039,-4 3 995,-4 3-5,1-10-57,-4 4-50,-2 1 17,-2 1-17,0-2 39,1-3 40,1-7 21,2-7 52,4-6-1,2-8 78,-3-6-27,3-12-23,1-4-11,6-12 73,13-25-67,2 14-3048,10-22 3031,0 22 16,16-13-220,-13 22 1,1 1 169,1-1 0,0 2-255,25-17 54,-9 15-152,1 2-151,1 2-118,-2 1-167,-1 3-135,-3 1-314,-2 3 757,-2 1-2734,-3 1-1843,-2 1 4702,1 0 1,-13 5 0,-2 1 0</inkml:trace>
  <inkml:trace contextRef="#ctx0" brushRef="#br0" timeOffset="209720">20251 17591 10668,'3'-1'9360,"-1"0"-3462,-2 1-5747,-8-3-67,5 4-39,-5-3-6,7 4-6,1 0 23,1-1 17,2 2-34,2-1 12,4 0-18,3 1-10,4-2 5,4-1-28,4 0 17,3 0-1,2-2-10,-1-2 33,-1-2-28,-4-3 79,6-12-51,-14 6 0,3-11 17,-14 12 68,-2-5-40,-4 6-6,-2-2 34,-4 7-6,-1 1-10,-3 1 32,-2 2-49,-2 1 27,-1 2-11,-2 0-16,1 2 83,-7 6-83,5-1-29,-4 7-5,8 0-28,2 3-23,1 2 12,2 3-29,3 11-55,3-6-320,7 7-767,7-10-2934,8-1 4099,12 2 0,-21-16 0,0-1 0</inkml:trace>
  <inkml:trace contextRef="#ctx0" brushRef="#br0" timeOffset="210427">21001 17405 21332,'-3'0'3299,"1"0"-1629,2 0-1665,9-18-5,5 12-61,12-14-135,4 17-258,5-1-375,4 2-3058,23-1-1883,-13 1-4061,10 1 9154,-27 1 0,-15 0 1,-8 0-1</inkml:trace>
  <inkml:trace contextRef="#ctx0" brushRef="#br0" timeOffset="210595">21165 17579 25048,'53'-17'26,"1"0"0,-4 1 0,-7 3-9,-7 2-68,1 0-4743,-1-1 4453,1 0-1578,16-4-3430,-12 3-3770,7-1 9119,-21 6 0,-13 4 0,-7 2 0</inkml:trace>
  <inkml:trace contextRef="#ctx0" brushRef="#br0" timeOffset="211486">22221 17231 15350,'4'-5'4588,"0"2"83,-4 3-4469,35-19-6,-26 15 11,26-14 1,-35 18 167,0 0-330,-4 0-29,-1 0 18,-7 0-12,-3 2-5,-3 0-3398,-4 2 3404,-2 0-291,-2 0 296,-1-1-112,0 0 106,3-1-5,1 0 11,3-1-11,3 0 5,2-1 6,3 0 6,3 1 22,2-1-11,2 0 3195,2 1-3195,2-1 778,0 0-806,1 3 178,0-1-189,0 4 11,1 1 0,-1 1 5,1 3 0,0 2-5,-1 2-6,0 1-16,-1 1 5,-1-1-11,-2 1 16,-1-2 6,-1 2 6,-1 3-22,2-5 10,-1 2 12,4-7 17,0-3-18,0-2 1,2-1 22,-1-1 695,1-2-628,4-4-66,-1-1 16,4-4-28,0 1 0,4-2-17,-1 2-6,3-2 29,-3 5-17,0 0 0,0 1-6,1 1-17,1 1-5,0 0 0,11 1 16,-5 3-10,16 5-18,-12 0 7,15 11 21,-15-7-5,6 5-5,-12-5-18,-1 2 6,-4-1-16,0 6 5,-7-6-11,-1 4-23,-8-7-39,-4 1-39,-5-1-89,-4 0-102,-3-1-134,-1 0-184,-2-1-265,-1-2-418,1-2-909,1-2-3662,2-1 5903,0-4 0,10 3 0,2-3 0</inkml:trace>
  <inkml:trace contextRef="#ctx0" brushRef="#br0" timeOffset="211719">22319 17184 17356,'6'-1'5041,"-1"0"-3467,-5 1-953,66-18-2113,-38 11 1733,13-4 1,-1 1 812,-14 3-696,0 1-44,-1-1-45,-2 0-40,0 1 300,-2 0-361,-2 0-62,-2 2-5,-3 0-34,-2 0-16,-3 2 1062,-2 0-1097,-2 2-38,-3-1-1059,0 1-1008,-5 3 2089,-2 3 0,1-2 0,0 0 0</inkml:trace>
  <inkml:trace contextRef="#ctx0" brushRef="#br0" timeOffset="215044">19662 9759 9234,'1'-5'7046,"-1"1"-3349,0 4-3574,0-11-61,0 8-12,0-8 1,-2 13 10,0 0 7,-1 4-18,0 1 51,-3 5-68,2-1 6,0 3 17,2-3 6,2 0 11,0 1 11,0-1-11,2 1-1,2-1 12,5 1 12,2 0 77,14 5-100,-3-5-34,10 3 17,-4-6-5,1 0-23,4-1-6,3 0-3386,2 0 3381,3 0-6,3 0-749,4 0 752,-8 0 0,3 0 3,-7-2 0,2 0-847,16 3 0,2 0 844,-6-2 0,0-1 2,9 1 1,2-1-2,-16-1 0,2 0 0,1-1-10,5 1 1,1-1 0,1 1 5,5-1 0,2 1 0,1-1-367,-12-1 0,1 0 0,0 0 1,2 0 362,3 0 0,1 0 0,0 0 0,2-1 3,-11 0 0,0 0 0,1 0 0,3 0 0,2 0-1,1-1 1,4 1 0,3-1 0,1 1-1,1-1 1,-3 1 0,-1-1-126,-1 0 0,-2 0 1,-1 0-1,1 0 1,1 0-1,3 0 119,-3 0 1,2 0-1,2 0 1,1-1-1,0 1 1,-1 0 0,-1 0-1,-3-1-21,-2 1 1,-1-1 0,-2 0-1,0 0 1,-1 0 0,1 0-1,1 1 22,3-1 0,-1 0 0,1 0 0,1 0 0,-1 0 0,1 0 0,0 0-4,3 0 1,-1 0 0,1 0 0,-1 0 0,2 0 0,-1 0 0,0 0 3,-5 0 0,-1 0 0,1 0 1,0 0-1,0 0 0,0 1 0,0-1 1,1 0-4,1 0 0,0 0 1,1 0-1,-1 0 1,1 0-1,0 0 0,0 0 1,0 0 0,2 1 0,0-1 0,-1 0 0,1 1 0,0-1 0,1 1 0,-1-1 1,1 1 0,-7-1 1,1 0 0,0 1-1,1-1 1,-1 1 0,0-1 0,1 1-1,-1-1 1,1 1-3,0-1 0,0 1 0,-1 0 1,0-1-1,1 1 0,1 0 1,1 0-1,2 0 0,2 0 0,-7 0 1,2 0 0,1 0 0,3 1-1,0-1 1,1 0 0,0 1 0,1-1 0,-1 1-1,-1-1 1,0 1 0,-3-1 0,0 0-3,5 1 0,-2 0 1,-2-1-1,-2 1 1,1-1-1,0 1 1,2 0-1,1 0 1,3 0-1,4 0 0,-17 0 1,3 0 0,3 0-1,1 0 1,1 0 0,2 0 0,1 1-1,1-1 1,-1 0 0,1 1 0,0-1-1,-1 1 1,-1-1 0,-2 1-1,0-1 1,-3 1 0,-1-1 0,-3 0-4,11 1 1,-3 0 0,-2 0 0,-2 0 0,-1 0 0,-1 0 0,0 0 0,1 0 0,1 0 0,1 0 0,3 0 1,-5 0 0,3 1 1,0-1-1,2 0 1,0 1-1,1-1 1,0 0-1,0 1 0,-1 0 1,0-1-1,-2 1 1,0-1-1,-2 1 1,-2-1-3,6 1 0,-1 0 0,-2 0 0,-1 0 0,-1 0 0,0 0 0,-1 0 0,0 0 0,1 1 0,0-1-6,1 0 1,0 0-1,-1 1 1,1-1-1,-1 0 1,0 1 0,1-1-1,-1 1 1,0-1-1,0 1-14,6 0 1,0 0 0,0 0 0,0 0 0,-1 0 0,1 0 0,-1 0 0,0 0 0,-1 0-29,-2 0 0,0 0 1,-1 0-1,1 0 1,-1 0-1,0 0 1,-1 0-1,0 0 1,0 0-87,3 1 0,1-1 0,1 0 0,-2 0 0,0 0 0,-3 1 0,-2 0 0,-4 0-1829,5 2 1,-3 2 0,-3-1 0,-3 1 0,-1-2 1644,23 0 0,-5 0 0,-27 5 0,-37 10 1,0-18-1</inkml:trace>
  <inkml:trace contextRef="#ctx0" brushRef="#br0" timeOffset="218409">22953 2281 9257,'-8'-8'4340,"3"1"-2816,5 7 2554,0 0-3597,-11-61-61,8 43-165,-3-17 0,0 4-110,5 26-21,0-1-40,0 5-180,0 0 63,0 3 50,0 3 11,1 3 5,-2 9-10,2-1-12,-2 6 17,2 8-11,0-5-1,0 9 12,0 6-22,0-9 16,0 11-5,0-11 28,0 19-23,0-9 20,0-3 0,0 2-364,0-2 1,0 1 360,0 14 0,0 2-1463,0-10 0,0 0 1446,0 1 0,0-2-8,1-10 0,0-1 3,-1 1 0,0 1 25,2 16 0,0 4-735,0-5 0,1 3 0,-1-1 702,0-8 1,1-2-1,-1 1-275,1 9 0,0 0 1,1-5 279,-1-4-1,0-5 4,0 3 0,0 0 0,1 0 0,-1 0-504,0 2 1,0-1 506,1 1 0,-1 0 2,0 2 0,0 0 406,0-2 1,0 4-384,0 9 0,0 8 0,-1-6 487,1-1 0,-1 2-515,0-6 0,0 8 0,0-1 0,0-7-244,-1 4 1,1-3 237,-1-5 0,0 2 1,0-3 10,-1 7 1,0-2-7,1 1 1,-1 0 5,0 1 1,0-1-6,0-1 0,0 3-2,0-6 0,0 3 0,0 1-2,0 3 0,0 0 0,-1 0-4,1 0 0,0 0 1,-1 0 5,1-2 0,-1-1 0,1-3-305,-2 5 0,0-2 315,1-1 0,0 2-1,0-5 0,-1 3 1,0-3-11,1 9 0,-1 0-1,1-9 0,-1 1 0,1 1 2,0-1 0,0-1 0,1 2-108,-1 0 0,1 1 0,-1 2 104,1-5 0,0 2 0,0 1 1,0-3-76,0 4 1,0-3-1,1 1 71,-1-4 1,1 0 0,-1 1 1,2 0 0,0 0 1,-1-2 59,1 9 1,0-1-65,0-9 1,0 2 0,1 0 79,-1-2 1,0 0 0,0-2-67,1 7 1,0 0-84,-1-7 1,1 2 0,-1-3 77,1 3 0,-1-1 0,1-1 0,0 1-6,-1-1 1,1-1-4,-1 0 1,1-2 497,0 0 0,-1-1-486,1-1 0,0-1-3,0-1 0,0-1 8,1-2 1,-1 2 13,2 9 0,0 3 0,0-1 1,1 0-105,-1 0 1,0-2 83,0-5 1,0-2 14,0-1 0,0-3 393,2 16-410,-3-18 0,1-1 8,0 7-5,0-4 1516,2 5-1528,-3-13 23,0 9-5,-2-20 703,-1 3-497,0-12 3071,-1-2-3059,0-2 1335,0-2-1492,-2-3-72,0 1-7,-2-3 6,0 1 12,-2-1-18,2-1 12,-2-2 6,3 3-12,-1-1 6,2 3-12,0 0 1,1 2-57,1-1-21,-1 2 77,0 5 6,-1 1-5,-1 10-17,2-3 0,-2 4 11,1-4 5,-1 2-5,1 1-17,-1 1 17,0 0-11,0 2 34,-2 11-23,-1 6-23,-2 9-371,2-7 378,1-4 16,4-10 11,0-1-22,1 8 5,3 0 34,2 6-28,1-12-6,0-5 6,0-8 12,-2-6 4,0 1-27,-2-5 34,-1-1 947,0 0-922,1-3 52,-1 0-23,1-2-3,-1 2 13,0 0-34,0 0 27,0 1-69,0-1-641,0 1-5754,-3 4 6366,-3 2 0,1 0 0,1-1 1</inkml:trace>
  <inkml:trace contextRef="#ctx0" brushRef="#br0" timeOffset="219500">24009 2234 16510,'-3'-5'1960,"1"2"1541,2 3-3412,-58-46-950,39 34 903,-16-12 0,1 7 199,22 23-213,-3 6 178,4 1-172,1 1-12,0 3-16,3 0 5,0 1 0,3 1 478,2 0-489,1-1 6,1 2-12,3-3 6,1 1 83,5-1-66,2-1-1,2 2-4,2-2 16,4 0-17,1 0 6,2-1 11,1 1-17,0-2 0,-1 0 6,-2 0-17,-4-3 17,-4 0 22,-4-2 84,-6 4-50,-8-5 0,-6 4 27,-20 0-66,2-3 0,-13 3-3382,-3-3 3371,12-4-167,-12 1 138,25-4-44,0-1-96,15-2-173,3-3-426,3-1-1238,5-5 1983,4-3 0,-2 5 0,0 0 0</inkml:trace>
  <inkml:trace contextRef="#ctx0" brushRef="#br0" timeOffset="219849">24388 2370 23987,'-8'-11'202,"3"1"-157,13 6-12,1 0-10,4 0-1,2 0-11,2 0-27,3 0-63,2 0-638,13-1-375,-7 2-1322,10-1 2414,-11 2 0,-12 1 0,-2 0 0</inkml:trace>
  <inkml:trace contextRef="#ctx0" brushRef="#br0" timeOffset="220398">24869 2193 15028,'5'-9'5419,"-1"3"-4013,-4 6 3211,0 0-3988,28-60-413,-21 43-141,9-16 1,-3 6 105,-13 25-244,0 2 103,0 5 53,0 0-209,-1 7-16,0-1 200,0 3 36,0 1-50,1 2 187,0 0-38,0 1-99,0 0 6,4 6-332,-1-5-22,4 3-167,-1-8 18,0-2 117,3 0 149,-3-5 139,0 0 93,-2-6 653,1-1 205,0-1 570,2-3-87,2-4-282,0-2-1058,2-1-106,0-1 0,4-5 0,-5 5 0,3-4 0,-8 9 0,0 1 0,-3 3 0,0 0 0,-2 3 0,2 4 0,-2 2-150,2 5-715,0 2 110,-1 3-25,2 1-115,-1 2 60,4 3-527,1 2 560,2 1-4559,8 15 4472,-1-5 1,-3-6-1,-5-12 1</inkml:trace>
  <inkml:trace contextRef="#ctx0" brushRef="#br0" timeOffset="220705">23796 2998 16267,'-43'0'747,"-1"-1"0,5 1 0,8-1-327,17-1 864,5 1-1066,5 0 351,2 0-457,13-1 11,4-1-5,18-2-1419,7 0 1441,13-3-70,-21 4 0,2-1 0,5 0 0,1 0-6,4 0 1,2 0-908,3 0 1,1 0 901,2 0 0,1 0-6,2 0 0,0 1-8,0 0 0,1 0-3,0 0 0,-1 1-17,0 0 0,0 0-6,-2 0 1,0 0 0,-1 0 0,-2 0-4,-3 0 1,0 1-6,-4-2 1,-2 1-4,-4 0 0,-2-1 4,24-2-69,-12-1 23,-13 1-61,-9 2-196,-8 0-577,-5 2-980,-4 0 1848,-1 1 0,-4 1 0,-1 0 0</inkml:trace>
  <inkml:trace contextRef="#ctx0" brushRef="#br0" timeOffset="222747">27181 2111 13692,'-9'-43'881,"-1"-1"0,0 5 0,-1 6 544,-9 14-1134,-4 7 731,-2 4-815,-2 5-1729,-1 4 1662,0 4 1,1 6-51,1 5 227,3 5-266,1 5-1,2 5 213,2 5-257,2 6 2164,1 6-2159,2 5 0,0 5 17,1 3 293,7-28 1,0 0-347,0 1 0,1 0-26,1 0 1,-1 3-177,0 15 1,0 2 66,2-14 0,0 1-2,-1 11 0,1-1 16,1-17 0,0-2-33,-3 27 100,-1-8 62,-3-8 73,-3-9 387,-2-9-309,-2-10 35,-1-8 212,-9-15-45,4-18-202,2-4-22,8-13-391,9 7 374,5-4-9,3 10 1,3-3 244,2-1 0,2 0-309,0 0 0,2 0 0,1 3 1,0 3-496,9-9 484,2 5-6,3 3-10,1 4-2741,5 2 2729,1 2-5,3 3 423,3 1-424,4 1 1,0 2-20,-12 5 0,1-1-3,17-3 22,-19 4 1,0 0-6,9-2 253,-2 0-222,-4-3 0,0-1 3,6-5 5,-12 5 0,-3 1 375,-10 0-352,-10 6 3260,-2 1-3249,-1 1 441,-2 0-441,0 0 17,-1 1 100,-1-2-67,0 2 0,0-1-27,0 3 21,0 1-44,-1 1-23,-1 1-10,0 0-12,-3 4 16,-1 1-4,-2 6-7,-2 1 1,0 6-12,-1 0-5,1 4-3403,1 0 3397,1 1 0,3 2-17,1 0-206,2 13-3821,8 12 2325,0-9-2096,5 2 3666,-1-22 1,-5-11 0,0-1 0</inkml:trace>
  <inkml:trace contextRef="#ctx0" brushRef="#br0" timeOffset="222932">27684 1922 16734,'-4'-5'3025,"1"2"-2314,3 3-1814,-31-9-1227,23 16 2331,-22-1 0,30 6 1,1 1-1</inkml:trace>
  <inkml:trace contextRef="#ctx0" brushRef="#br0" timeOffset="223371">27846 2191 18422,'0'-4'2801,"0"2"116,0 2-1898,-3 17-1007,3 1-46,-3 31-76,3 0-10,0 2-239,-2 9 380,-3-26-43,-5 15-380,2-26 311,-2 2 50,4-13 324,0-2-14,3-5 33,-1 0-27,3-5 245,0-2-217,0-6-208,1-1-17,-1-8-22,2 2-5,2-3-6,2-3-6,4 0-11,3-2 5,2 1 51,10-6-56,-4 8-11,6-2-22,-7 10 5,0 4 0,0 2 0,-1 4-6,1 0 6,1 3 0,1 2-11,2 2 5,13 11-5,2 6 28,-1 1-73,-4 9-23,-22-6 35,-3 0-12,-12-3-12,-6-9-55,-7 1-45,-4-3-112,-3-1-163,-3-2-201,-3-1-291,-1-2-8896,-22-4 8656,25-2 1,-9-1-1,31 0 1</inkml:trace>
  <inkml:trace contextRef="#ctx0" brushRef="#br0" timeOffset="223850">28521 1967 24603,'7'39'99,"1"-1"0,-1-1 0,-2-5-43,-4 2 6,-4 15-1,-5 5-1778,0-2 1745,-4-6-5,2-19 577,-3 7-561,2-13 0,-2 5 313,4-12-300,4-5 54,0-1 549,4-6-470,0-2 860,1-3-956,1-4 40,4-7-45,5-7-67,1-2 28,2-2-17,-2 7 5,1-1 1,1 2-6,0 1 0,8-1-11,-4 7-12,6-2 6,3 7 23,-4 2-23,19 4-11,-14 4-45,21 10 34,-19-1-1224,8 8 1196,-12-2-6,-2-1 12,-3 2 16,-5-1-5,-3 1-1,-5-2 1,-4 0-6,-4-1 50,-6-2 1,-6-1-1,-8-3 0,-6-2-38,-5-3 1178,-5-2-1224,-2-3-39,0 0-324,-12-5-649,14-1 452,-4-4-1965,19-8-1004,11 0-5701,3-6 9292,8 6 0,0 8 0,1 2 0</inkml:trace>
  <inkml:trace contextRef="#ctx0" brushRef="#br0" timeOffset="224181">29217 2186 23948,'-26'46'134,"0"-1"1,2-3-1,7-6 34,14-11 34,9 1-12,10 6-106,4-10 0,6-4 6,-6-9 16,-1-3 24,-1-2 4,-2-2 141,5-5-147,-7-2 1,3-4 101,-7-8-141,-3 1-27,-1-7 0,-5 4-34,0-3 11,-2 0-11,-1-1 5,-2 0-10,-2 2-6,-1 1-1,-2 3-10,-1 3-6,-1 2-6,0 2-27,-2 3-46,-1 1-83,-1 4-247,-3 0-437,0 2-845,-3 2-3535,0 1 5273,-3 4 0,11-3 0,1 0 0</inkml:trace>
  <inkml:trace contextRef="#ctx0" brushRef="#br0" timeOffset="225200">27984 2147 8630,'-3'-11'-40,"1"2"-57,2 9 5515,0 0-4004,-6-14-995,5 8 66,-4-11 941,5 10-897,0 1 198,-1-1-119,0 2-782,0 0-62,0 0 612,-1 0 82,0 1-49,0 0-3,1 0-60,0 0 26,0 0-20,0-1 36,1 0 33,-2-1-137,2-1 66,-1 0-134,1-2 129,-1-1-69,0 0 92,0-1-41,0-1-104,1 1 135,-1 0-188,1 1 135,-2 0-245,2 2 194,-1 1-209,0 1-59,1 2-1,0 3-170,-1 0 836,0 7-523,1 0 104,0 6-6,0 0-93,-1 4 99,0 2 78,-1 4 12,-1 1-3962,-1 2 3777,0 2 43,0-1-2,-1 2-67,1-1-18,-1 0-47,1-1-62,0-1 17,-2 7-53,2-10 10,-2 3-8,2-11 209,0-3 3451,1-2-3391,1-3-6,0-1-47,1-3 685,1 0-846,1-9-178,1 0-23,1-7-115,1 0 31,1-2 26,0-3 53,0-4 217,0-4-105,4-20 115,-3 8-1341,4-13 1311,-5 15-2957,1 2 3002,-2 2 92,-1 2-39,0 4 72,-2 3-87,1 4 58,0 2-55,-2 7 761,1 2-851,-1 7 3236,0 2-3340,0 10-9,-2 1 228,-1 10-62,-4 2 180,-1 3 23,-10 20-15,4-9-656,-5 16 391,6-14-2067,-2 22-2279,7-15-5364,0 12 9684,8-27 0,0-14 0,0-8 0</inkml:trace>
  <inkml:trace contextRef="#ctx0" brushRef="#br0" timeOffset="225852">29821 1943 18814,'18'-48'1495,"0"0"0,-1 5 1,-4 7-838,-8 13-135,-2 6-106,-2 6-150,0 4-123,-1 3-51,0 3 59,-5 11 125,-1 3 213,-7 15-639,-2 6 651,-5 8 32,-3 7-232,4-6 1,-1 2-700,5-10 0,-1 3 468,-2 6 1,-2 5-1,2-3-162,2-2 0,2 1-31,0 5 0,0 4 0,2-4-1039,4-4 0,3-2 934,-1 13 1,7 0-161,13-5 0,7-4-627,-3-10 1,5-2 413,10 10 1,6-2-306,-4-15 1,2-2-1514,2-1 1,3-1 2121,9 3 0,-3-2 0,5 2 0,-1-3 0</inkml:trace>
  <inkml:trace contextRef="#ctx0" brushRef="#br0" timeOffset="227831">30556 2179 21920,'14'-7'146,"-3"6"-73,-13 9 28,-1 2 106,-11 4-123,1-4-5,-9 3 72,-7-1-78,7-5 22,-7 1 28,12-6 12,3-1 178,-1-4-178,8-2-40,-1-5-11,7-1-28,1-3-11,0-3 5,4-1 17,1-3 23,12-9-45,-3 7-299,7-4 294,-5 11-7,0 3-10,1 3 5,0 2-17,0 4-11,0 2 5,0 2-10,-1 3 5,1 2 5,8 13 18,-6-1-23,5 8 0,-9-3 0,-3 1-28,-5 3 17,-4 2-3134,-9 3 3123,-5 2-17,-10 3-703,-9 2 697,-7 2 0,-7 0-560,19-20 0,-1 0 591,-1 0 0,-1-1 8,0-1 1,0-1-588,-27 13 621,6-6 2179,6-7-2078,-1-8-45,17-4 765,1-7-743,20-4-22,3-4-6,5-1 1,4-2 1731,4 2-1721,4-1 1206,2 1-1211,0 3-22,1-1-17,-1 4 5,0 0-27,1 3-7,8 2-16,7 9-11,0-1-28,2 7-56,-8-2-140,3 2-1087,16 9-140,-8-4-3454,-4-3 1,0 0-2771,3 1 7686,8 2 0,-30-13 0,-6-4 0</inkml:trace>
  <inkml:trace contextRef="#ctx0" brushRef="#br0" timeOffset="228008">31150 2434 18420,'1'-3'4039,"-1"1"-1659,0 2-2380,-9 5-6,3 5 0,-6 6-106,3 16-140,3-6-392,-2 9-4503,2 1-4195,2-9 8494,2 3 0,0-20 0,2-5 0</inkml:trace>
  <inkml:trace contextRef="#ctx0" brushRef="#br0" timeOffset="228499">31313 2227 23416,'-1'-41'255,"0"-1"1,0 4 0,4 8-122,10 18 76,3 2-126,2 1 10,4 2-43,1 1-23,1 4-11,2 0-1,0 4-4,2 4-7,-1 3 26,0 5-37,-1 3 0,-3 3 1,-3 4-18,-1 14 23,-8-6 30,-2 10-86,-16-1 28,-3-12 23,-7 8-6,0-15-368,0-4 385,0-1-1,0-5 7,0-1 32,3-4 1,0-1 34,2-4 33,2-1 384,2-2-356,2-3 6,1-3-1,0-2 12,2-3-6,0 0-27,2-2-12,0 1-34,2 0-16,0 1-18,3 2 12,6-1-33,-2 4-18,10 1-21,-5 4 4,6 3 12,-3 4-11,1 2 11,2 6-11,1 3 5,1 2 1,-1 4 10,0 3-10,-2 0-1,1 13-5,-7-10-34,-3 27 28,-12-28 23,-5 12-6,-7-22-6,-1-1 1,-6-1-18,0-2-21,-3-2-18,0-2-84,0-4-106,1-2-179,1-4-292,2-3-526,2-3-8582,0-9 9150,8 4 1,1 0 0,8 9 0</inkml:trace>
  <inkml:trace contextRef="#ctx0" brushRef="#br0" timeOffset="228702">32234 2582 17056,'-25'44'26,"0"1"0,1-4 0,4-7 1290,5-15-2049,-3 0-1574,-3 2-7450,-1-1 9526,2-1 1,9-9-1,5-4 1</inkml:trace>
  <inkml:trace contextRef="#ctx0" brushRef="#br0" timeOffset="230501">32930 2045 24463,'-6'-17'247,"-3"3"-225,5 14 6,-4-1-5,-1 1 5,-3-1-6,-2 0 6,-5 1 6,-2-2-18,-5 0 35,-17 0-18,8 1 12,-12-1 62,7 2-68,13-1 11,-1 1-11,15 0-5,5 0 5,4 0-39,1 0 34,2 1-6,1 1 17,1 2-11,2 1 11,2 4-12,0 0 1,3 3-1,-2 3-5,2 1 12,-3 3 4,-2 1 7,-1 2-6,-2 0-17,-3 1 0,-3 1-3387,-3-2 3393,-1 2-94,-2-3 99,-5 9-22,3-9-12,-3 5 18,5-11-1,1-3-5,2-1 5,2-4 34,1-2 45,2-1 56,2-3 3667,1 0-3718,2-7 1,0 0-18,3-6-27,1 0-6,1-2-17,2 0-11,2-1 183,8-5-200,-3 5 17,7-2-6,-6 8-5,3 1-11,1 3-1,2 0 6,2 3-5,2 1-6,0 2 0,0 4 6,1 1 5,-1 6 22,9 9-33,-9-4 0,7 8-454,-11-7 454,-3 0-16,-2 1-1,-5 0-17,-5-1-16,-3 1-12,-8-1-190,-11 7-5,-3-7-141,-9 4-1165,-6-7 34,7-6-1591,-6-1-6441,13-6 8748,5-2 0,6 0 1,4 0-1</inkml:trace>
  <inkml:trace contextRef="#ctx0" brushRef="#br0" timeOffset="230740">33244 1740 21965,'1'-5'2202,"0"0"324,-1 5-2442,62-9 0,-37 26-793,19 1 1,0 7 730,-27 3 1,-5 3-1,8 11 1,1 2-15,-6-10 1,0 0-9,0 2 0,-1 0-20,-1 1 0,-1 2-1534,1 16 0,-3 1 1092,-3-13 0,-3 0-729,-3 12 1,-4-1 1062,-6-11 0,-2-5 0,-2 3 1,-4-2-1</inkml:trace>
  <inkml:trace contextRef="#ctx0" brushRef="#br0" timeOffset="233000">26859 3601 22750,'-5'-14'95,"-3"3"-73,-4 15-22,-5 1 17,-4 3-6,-4-2 1,-4 2-1,-3-1 11,-1 0 1,-2-1 10,-1 0 23,0-2 0,-1-2-509,2 0 570,2-2 35,2-2 55,5-1 17,5-2 5,6-1 1,5 1-40,4 0-22,2 1-39,2 1-45,1 1-5,1 0 497,0 1-581,2 4 10,1 2 6,3 5-22,0 2 22,0 2-16,-1 2 10,-1 1-5,-2 1 0,-1 0 6,-1 1 0,-1-3-6,-1 2 5,-3-3 6,-1 1-11,-1-2-3358,0-2 3369,1-1 0,0-2 1,0-2 16,3-2 0,0-1 39,2-2 432,0-2 2932,1-5-3397,0 0 5,0-4-6,0 0 7,0 2-18,0-2-11,2 1 0,1-1-5,7-1 0,0 4-1,7-1 1,0 4-1,2 2-5,3 0-11,15 6 17,-5 0-1138,11 6 1138,-10-1-6,1 2-11,2 1 16,0 0-21,-2 1-115,10 6 109,-15-4-6,4 5-6,-20-7-5,-5-2-6,-4 1-33,-15 3-12,-1-3-50,-15 2-56,0-5-488,-20 1 147,10-5-191,-12 1-274,18-6-595,2 0-1736,3-2 3612,1-3 1,11 3 0,3-4 0</inkml:trace>
  <inkml:trace contextRef="#ctx0" brushRef="#br0" timeOffset="233313">27534 3532 23394,'-38'27'57,"1"0"0,0 0 1,-15 10-1,8-5-17,14-12-7,1-1 18,-2 5-18,12-8 6,1 2 6,13-9 39,3-2 11,4 0 12,4-3-6,4 0-23,6 0-4274,4-2 4224,5 0 276,35 1-332,-19-2-9,-7 0 1,0 0-110,6 0-95,3 0-307,4 1-561,3 0-1238,3 1-3764,1 0 5593,7 0 1,-29-2 0,-1 1 0</inkml:trace>
  <inkml:trace contextRef="#ctx0" brushRef="#br0" timeOffset="233556">28187 3543 19944,'-3'-2'2021,"1"0"175,2 2-2263,52-38-482,0 27-891,-11-9 1,3 2 834,-9 17 0,-2 4-1686,20 3-2509,0 2 4216,2 4 1,-26-5 0,-3 0 0</inkml:trace>
  <inkml:trace contextRef="#ctx0" brushRef="#br0" timeOffset="233724">28255 3814 14340,'51'-23'-10,"1"0"1,-5 2 0,-2 5 223,-11 9 0,-1 2-1698,22-4 208,-18 4 1,1 0 1275,23-4 0,-28 5 0,-1-1 0</inkml:trace>
  <inkml:trace contextRef="#ctx0" brushRef="#br0" timeOffset="234024">29275 3480 18134,'0'-5'2985,"0"0"-122,0 5-2639,-68 50-2988,39-27 2831,-13 8 0,1 1 28,17-9-39,3-2 11,5 0 887,3 7-825,7-3-34,6 1 496,9-7-373,16-3-21,13-5-119,4-1 1,3-6 77,5-9 24,-4-7-85,0-2 17,-12-6 145,-11-2-128,-10 5 1584,0-4-1601,-9 7 50,-2-5-111,-4 5-18,-3-4-33,-5 5-5,-4 2-7,-2 0-32,-2 3-85,-2 0-246,-1 3-488,-1 1-1265,-3 1 2128,-5 2 0,14 0 0,0 1 0</inkml:trace>
  <inkml:trace contextRef="#ctx0" brushRef="#br0" timeOffset="237374">20809 5560 18711,'7'0'1451,"-1"0"-1294,-6 0 576,0 0-615,12 5-6,-8-2 162,8 5-78,-10-4 56,-1 0 46,0-1 15,-1 0-16,-1 0-22,-1 0 173,-4 0-252,1 0-6,-4-1 0,2-1 180,-3-1-202,1-2-6,-3-1 130,1-7-68,-1-5-123,1-2-17,3-3-11,4 6-12,2-1-10,2 1-6,1 0 16,9-4-44,7 0-11,5 2-6,4 4 0,-5 9 5,22 7-5,-13 4-5,17 7-3393,-22 2 3381,-1 3-416,4 13 422,-10-5 0,-1 12 5,-13-10 6,-7 4-5,-6 0 21,-10 3-21,-9 0-6,-9 3-3,5-10 0,-6 1 14,-6 1 0,-2 0-853,0 1 1,0-2 857,0-3 1,2-4 11,-12 3-585,6-9 619,10-9 1781,7-5-1725,9-7 381,9-4-382,6-5 2247,5-5-2219,15-12-67,1 6 34,14-9 783,0 13-839,3 2-12,3 3-22,0 5 12,1 4-1,0 3-16,1 4 11,1 4-2833,2 4 2799,1 6-5,0 2-992,11 17 409,-14-7-549,7 12-2677,-19-9 3831,0 7 0,-12-18 0,-1 0 0</inkml:trace>
  <inkml:trace contextRef="#ctx0" brushRef="#br0" timeOffset="249990">26877 4827 19087,'-20'-59'1079,"0"1"0,4 9 0,0 8-849,-1 15-62,4 14-39,-1 2-17,-2 2-45,-2 4-17,-2 2-16,-4 1-23,-2 5 23,-5 2-2965,-2 5 2965,-4 5-1,0 2-108,-1 4 97,1 1-5,2 3-11,5 0-6,4 0 0,5 1-11,6-2 5,4-2 0,6 0 6,2-3 6,5-1 61,10 2-5,0-6 11,10 1-1,-2-9 18,2-4 5,3-1 12,1-5 5,0-3 5,0-4 6,1-3 6,-2-3-6,0-3 6,-1-2-17,-3-2 0,0 0 2370,-2-1-2392,-2 2-12,-2 1-5,-1 3 115,-3 3-121,-2 3-17,-1 5-16,-3 1-22,-2 4-19,-1 0-9,-1 2 21,0 3 555,3 8-560,1 9 0,0 3 7,2 3-7,-1-5-23,2 1-5,0 2-40,2 1-77,2 1-163,2 0-269,2 0-2313,12 12-2095,-5-11 4985,13 10 0,-22-24 0,0-1 0</inkml:trace>
  <inkml:trace contextRef="#ctx0" brushRef="#br0" timeOffset="250207">27433 4694 19283,'-5'-4'2840,"2"1"-1737,3 3-1456,18-45-218,5 32-2054,-2-11 1,3 2 843,23 21-1753,7 0 3630,9 2 0,-30 0 0,0 0 0</inkml:trace>
  <inkml:trace contextRef="#ctx0" brushRef="#br0" timeOffset="250375">27450 4892 13295,'-5'1'5057,"1"1"-603,4-2-4734,47-5-5958,-11 1 5641,3 0 1,2-1-2188,19-3-7042,-3 0 9826,-7 1 0,-24 3 0,-10 2 0</inkml:trace>
  <inkml:trace contextRef="#ctx0" brushRef="#br0" timeOffset="250873">28283 4645 22274,'-13'-41'99,"1"0"0,0 3 0,8 8-65,19 19 16,16-2-44,-3 4-1,13 1-5,12 5 0,-12 4-5,15 4-1,-4 10 6,-15 1-11,9 7 0,-20-3-17,-4 2 0,-5 1 5,-6 1 1010,-7 11-1015,-15 2 5,-4 0-671,-12-4 694,2-13 439,-1-2-427,-1-1-7,-1-2 1,1-3 33,-10 2 295,11-6-273,-4 0 18,14-6 33,3-1 28,5-1 1019,0-4-851,5-3-182,1-3 64,6-4 126,0 5-232,10-4-51,-2 6-5,6 0-5,0 5-7,1 0-4,4 2-1,0 1-11,2 3 11,0 3-3392,0 3 3381,0 1-245,8 8 234,-9-4 28,3 6-28,-12-6 5,-6 0 1,-4 0-35,-2 0 12,-23 13 12,3-11-141,-35 15-78,15-18 2248,-14 2-2819,11-7-689,-1-1-1883,-1-2 3378,-6-1 0,24-3 0,0-1 0</inkml:trace>
  <inkml:trace contextRef="#ctx0" brushRef="#br0" timeOffset="252303">26594 5835 15608,'0'-7'4716,"0"2"-3702,0 5 952,6-80-2331,-3 51 566,1-18 1,-1 3 345,0 25 209,0-6-576,-2 11-46,0-3-67,-1 13-50,0 2-73,0 1 675,0 8-613,0 2 16,0 9-16,-1 5 0,0 5-1,-1 4 1,1 4-977,0 2 977,-1 2-6,1 1 0,-1 0 0,-1 15-163,-3 0 174,1-2 0,-2-9 12,0-9 61,-6-1-39,3-9 22,-2-5 386,6-17-307,3-3-28,-1-4-34,2-3-23,1-5 980,0-13-1001,1 2-12,2-9 0,2 6-6,3 1 17,9-11-5,-2 11 181,6-5-204,-5 12 6,1 4-28,2 2 22,0 3-5,13 2-6,-5 4 0,10 4 5,2 10-5,-8 2-11,9 8 0,-1 5 17,-11-5-18,6 8 1,-15-9-11,-5 0 22,-4 1-34,-7 8 29,-8-6-23,-7 6 22,-8-11 6,-7-2-226,-4-2 226,-6-2-17,-4-3-11,-3-2-33,-3-2-23,1-3-51,2-2-442,-9-5-610,19-1 341,-4-7-672,21-2-3445,8-7 4963,5-8 0,3 12 0,2 0 0</inkml:trace>
  <inkml:trace contextRef="#ctx0" brushRef="#br0" timeOffset="252547">27425 5874 20851,'-5'0'2660,"2"0"-1478,3 0-1574,78-39-3498,-33 27 3374,10-10 1,1 2-1115,1 15-3286,-19 3 1,-1 1 3771,11 0 1,-3 1 0,-33 0 0</inkml:trace>
  <inkml:trace contextRef="#ctx0" brushRef="#br0" timeOffset="252705">27538 6092 24866,'44'-19'-30,"0"1"1,0-1-1,11-5 1,-4 4-1258,-16 8 0,-4 3 419,19-7-1215,-1-1-7748,-3 2 9278,-8 1 1,-18 7 0,-8 3 0</inkml:trace>
  <inkml:trace contextRef="#ctx0" brushRef="#br0" timeOffset="257116">28850 5677 21763,'1'-12'410,"-2"2"-371,-13 10 0,-2 1-5660,-2 0 5655,-2 0 5,-1 0 1409,0 1-1319,-6-1-45,7 0 84,-8-1-67,14 0 5,0 0 972,4-1-983,4 0-16,-2-1-1,3 1 3415,1 0-3476,1 1-6,-2 0-6,3 0 18,-5 6-12,2 0-5,-1 7 10,-3 5-4,3-1 10,-3 7 0,3-3 6,1 1 12,-2 11 4,-1 13-32,1-8-1,-2 11 6,4-29-1,-1 5 1,2-11 11,-1-1-11,1-2 11,1-3 17,0-2 56,2-2 67,0-2 789,1-1-845,3-7-38,0 0-24,4-7-16,0-1 22,6-6-28,-2 3-6,6-2-11,-5 7 0,9 1-11,-4 3 23,22 4-18,-16 6-5,13 6-11,-13 3 0,0 5 5,10 10-5,-10-3-910,6 9 904,-13-8-649,-4-1 644,-5 1-17,-3 0-12,-5-2-28,-4-1-22,-6-1-22,-5 0-62,-2-3-78,-4 0-118,0-3-212,-1-2-337,0-3-2815,-8-1 3745,7-3 0,3-2 0,12-3 0</inkml:trace>
  <inkml:trace contextRef="#ctx0" brushRef="#br0" timeOffset="257344">28861 5702 16303,'5'-2'4341,"-1"0"-2408,-4 2-1497,70-26-1370,-40 16 1096,13-6 1,-1 1 112,-13 6-51,1-1-150,2 1 66,0-1-2743,0 1 2665,-1 1-17,-1 0-824,-2 2 796,-5 0 342,-4 2-432,-5 1 129,-5 0-1702,-4 3 1237,-4 1 409,-4 4 0,0-2 0,-1 2 0</inkml:trace>
  <inkml:trace contextRef="#ctx0" brushRef="#br0" timeOffset="261192">26581 6894 17314,'-4'-40'406,"-1"1"0,-2-24 1876,7 58-2270,0 3 835,0 2-863,4 3 550,1 2-534,6 6 0,3 3 1754,13 13-1770,-3-3-7,10 10-27,-9-7-425,0 2 380,-4 1-28,-2-1 27,-7 0 29,-4-2 39,-7 5 39,-7-10 17,-7 4-5,-6-13 83,-13 2-22,7-9 28,-6 1 6,13-6 27,2-4-10,4-1 390,4-4-413,2-2-28,3-1 45,1-8-112,5 5 11,1-5-12,4 5-27,4 1 11,2-1-39,4 1-17,5 0-45,5 2-44,4 0-3477,4 3 3314,3 1-106,4 1-277,1 2-44,4 0-958,1 0 309,2 1-464,-1 1-662,1 0-954,-18 0 0,1 1 1263,16-1 2201,-16 1 0,-3-1 0,-9 1 0,-1 0 0</inkml:trace>
  <inkml:trace contextRef="#ctx0" brushRef="#br0" timeOffset="261555">27487 6901 15659,'-44'-22'200,"0"-1"0,4 3 0,4 7 1771,2 21-1915,8 2 1073,-6 5-1101,12 0-22,2 2-1,3 1-5,2 2 0,3 0 0,2 1 723,4 8-723,4-8 6,9 10 2012,1-15-2007,9 0 28,-3-8 17,2-3 23,2-3 27,0-1 6,0-3 34,0-3 5,0-4 218,6-10-156,-8 2 11,5-7-5,-11 4 16,-1 0-28,-2 0-5,-2 2-2837,-3 0 2820,-2 2-417,0 2 389,-2 2-11,0 3-29,0 1-16,0 4-34,0 1-78,-1 2-106,-1 6 3258,0 1-3152,1 5-22,0 3-29,1 2 89,5 25-1343,4-2 241,2 8-3696,5-12 2996,-3-13-1458,2-2-15,0-2-3053,1-4 2610,-2-2 3691,-2-4 0,-6-4 0,-3-3 0</inkml:trace>
  <inkml:trace contextRef="#ctx0" brushRef="#br0" timeOffset="262385">27714 7077 17452,'17'-43'590,"-1"0"0,-1 3 0,-4 10 1505,-7 20-1770,-2 2-96,-1 2-94,0 3 815,-1 1-973,1 1 518,1 7-484,-1 0-16,3 8-1,-1 1 1450,0 4-1432,0 14-24,-2-8 242,1 10-236,-2-11 1,-4 8 5,1-10 0,-3 4 5,1-13 18,1-2 5,2-4 44,-1-2 226,2-3-7,1-2-201,1-7-1,2-1 18,1-6 5,3 0 0,2-3 11,2-2-28,3 0-22,3-1 16,10-8-61,-4 8-11,6-4 28,1 7-39,-7 6-1,6 1-33,-1 7 11,-5 4-22,5 3-123,1 10 22,-9-1-56,6 6-465,-2 3-66,-7-5 78,8 6-197,-7-8-162,2 0-79,2-2 113,1-1-3334,3-2 3422,2-3 125,2-2-505,1-2 913,1-1-69,-2-2 483,-1-2 946,20-10-492,-18 2 3027,13-9-2146,-15 0-685,-8 3 1521,8-12-1576,-16 10-52,1-5 425,-11 8-581,-1 0-57,-5 2-133,-2 1-74,-6 3 63,-16-1-146,3 4-6,-10 1-277,7 4 215,0 1-3316,2 3 3300,2 3-17,4 3 28,4 1-34,2 3 6,4 0 17,2 8-11,4-6-6,1 4 163,5-6-157,1-2 3391,3 0-3380,3-2-6,1-1 17,3-1 0,0-2 23,0-2 16,0-1 6,0-1 56,-3-1 22,-1-1 17,-3-1 17,0-1 123,-1-2-157,-2 3-17,0 0-33,-2 1-28,0 1-6,0 0-56,-1 0-5,2 1 5,0 3-11,3 3 0,1 5 11,2 4-22,2 4-17,1 5 28,0 4-6,1 6 6,-4-6 0,0 3-490,-1 5 0,0 1 428,-1 14 0,-1 0-859,-3-10 0,-3 0 837,-3 1 0,-3-3-123,-13 17 0,-6-1 55,-6-6 63,-2-7 50,-17-4 50,12-20-361,6-10 0,0-6 356,-3-9-471,-9-10 504,20-8 6,4-6 17,5-7-53,7-8 58,3-4 0,10 10 1,2-2-24,7-21-24,-2 22 0,4-1 8,6 2 0,2 4 30,-5 8 1,0 0-48,7-6 1,1 2-18,11-6 6,0 3-6,1 4-19,-9 11 0,0 1 143,17-8-191,-16 10 0,1 1-168,14-5-249,-14 7 0,0-1-474,17-5-2097,-11 2 0,-1 1 3061,5-4 0,-6 3 0,-20 9 0</inkml:trace>
  <inkml:trace contextRef="#ctx0" brushRef="#br0" timeOffset="262615">29364 6832 23288,'40'-17'-300,"1"1"1,-1 0-1,16-7 1,-6 6-1392,-3 16-208,0 0-2369,0 1 4268,3 3 0,-25-3 0,-1 3 0</inkml:trace>
  <inkml:trace contextRef="#ctx0" brushRef="#br0" timeOffset="262789">29502 7053 17493,'53'-21'-184,"-1"0"1,-4 1 0,-5 4 1722,-3 8-5701,20-3 4162,-10 1 0,-7 2 0,-20 4 0</inkml:trace>
  <inkml:trace contextRef="#ctx0" brushRef="#br0" timeOffset="263515">29089 6919 16308,'-7'4'3512,"1"-1"-2549,6-3 1838,0 0-2616,0 4-28,1-4 16,-1 4-10,2-4-29,0 0 1,2 0-23,0-2-23,2 0-10,1-3-1,0 1-11,1-2 17,0 0-11,-1-2 11,-1 1-6,-1-2-5,-1-1 17,-1-1-17,-2-1-6,0 0-3375,-1 0 3415,-3 2-34,0 1-1,-3 2-16,-5 0-22,1 4-6,-4 0 6,3 2-29,-1 2 3404,0 2-3392,0 1 0,-3 9-12,4-1 1,-2 6-1,5-2 7,1 1-7,-1 1-27,3 20-6,4-14-17,5 16-3431,7-20 3291,7 0-483,5 0 174,8-1-2441,5-1 1569,8 1-1631,4-2-6834,-2-3 9582,-4-2 0,-21-6 0,-8-3 0</inkml:trace>
  <inkml:trace contextRef="#ctx0" brushRef="#br0" timeOffset="264140">30470 6773 17266,'9'-48'655,"1"-1"0,-2 5 0,-1 5-1904,-2 7 1620,-1 2-46,-2 4 1460,-1 3-1539,-1 3-33,0 5 964,0 4-1060,0 5 1125,0 2-1220,-1 3-11,0 1 0,-1 4 3387,-5 12-3387,-1 2-5,-3 12-582,1-2 609,-1 6-27,0 2 5,-1 3-11,2 1 0,2 0-6,2 0 1,3-2-6,3-2 11,4-3 11,5-4-11,3-3 11,2-3 0,2-5 51,9 1-1,-6-10-10,6 0 66,1-11 130,12-16-141,-6 3 1,5-9 5,-17 8 11,-1 2 0,-3 1-11,0 1 6,-3 2 66,2 0-94,-3 4 520,-1 1-593,-3 4-1,-4 1-3,0 1-13,0 3 0,5 8 0,-2 1 0,9 20 0,-6-7-3601,11 29 3249,-9-18-304,3 14-674,-6-14-838,-2 2-308,-2 0 2476,-1 8 0,-2-22 0,0 0 0</inkml:trace>
  <inkml:trace contextRef="#ctx0" brushRef="#br0" timeOffset="266065">23604 8134 14684,'0'-3'4144,"0"0"1570,0 3-5574,-12-56-28,6 42-45,-10-43-11,9 57-11,-3 0 0,1 2-23,-3 2 6,-1 3 6,-2 2-1,-3 4 18,-1 1-23,0 1-12,-1 1 1,1 0-11,2 0 5,3 0-5,2-1-18,3 0 24,2-1-12,4 0 5,1 0 12,4 0-23,2 0 18,4-1-1,4 0 11,3 0 6,3-1 0,3 0-10,5-1-7,3 1 0,4 0-5,2 2-3393,19 6 3376,-13-3 5,11 5 1,-23-6-13,-5 0 18,-8-1 12,-6 1-6,-5-1 11,-12 6-1,-5-6 1,-11 5-2274,-4-7 2274,-6 0-6,-4-1 110,-24 3-110,13-6-468,17-3 0,0-1 446,-9 0-155,-11-3 76,16 0-129,-6-5-262,20-2-477,4-6-1148,5-3 2562,4-8 0,4 11 0,1-2 0</inkml:trace>
  <inkml:trace contextRef="#ctx0" brushRef="#br0" timeOffset="267189">24048 8360 18005,'-4'-1'3551,"1"-1"-560,3 2-2996,-25-11-1,19 8-5,-16-8-118,31 11-1282,17 0 10,-3 0-1612,14 0-6055,-14-1 8972,-1 0 1,-11 0 0,-4 0 0</inkml:trace>
  <inkml:trace contextRef="#ctx0" brushRef="#br0" timeOffset="267741">24757 8047 24329,'-30'-12'342,"4"4"-163,10 15-90,2-1-10,-4 1 5,4-1 11,-1-2-17,-1 0-5,0-1 146,-6-1-90,5-1 17,-3 0 145,5-4-39,3-1-151,2-1-29,5 0 63,3 2-51,1 1-129,0 1 45,1 10 11,-1-1-11,0 8 11,-1 0 1,0 2-7,0 1 1,0 2-6,-1 1-6,0 1-5,0 0 11,0 0 6,0-2-1,0-1 1,1-2-6,-1 5 0,2-7 22,-3 4-16,2-12 5,0 0 39,2-6 359,0 0-347,0-8-29,2-1-5,0-6-5,8-7-12,-2 4 0,7-7 17,7 1-17,-4 7-11,7-4 0,-6 10 6,-1 2-6,1 3-6,-1 2 6,-1 2-5,1 3-6,-1 4 5,1 4 0,8 15 6,-6-4-5,5 11-276,-11-6 236,-2-1 23,-3 3-23,-5-3 0,-2 0-28,-7-1-33,-4-2-45,-6-1-381,-16 5 39,6-8-224,-11 3-2067,-1-8-274,9-7 2779,-9-1 0,23-6 0,2 0 0</inkml:trace>
  <inkml:trace contextRef="#ctx0" brushRef="#br0" timeOffset="267967">24712 8035 15665,'6'-2'6212,"-2"1"-4420,-4 1-1378,62-9-1713,-39 6 1456,14-2 0,-1-1-2503,-17 3 2587,1-1 952,-1-1-1042,0 0 142,-2 0-215,-1 0 806,-1-1-862,-1 2 3382,0-1-3416,-3 1-44,0 1-78,-1 0-196,-2 1-426,-2 1-841,-2 1-3393,-2 0 4990,-2 0 0,0 0 0</inkml:trace>
  <inkml:trace contextRef="#ctx0" brushRef="#br0" timeOffset="269444">26175 8198 19278,'13'-47'1314,"1"0"0,-1 4 1,-4 8-688,-8 19-191,-5 3-89,-1 5-5,-9 2-180,-13 13-117,4 3-11,-7 12 11,13 2-34,-6 22-17,7-6-505,-4 18 516,10-11-10,0 3-1,3 4-16,0 1-34,3 4-2232,1 1 2220,2-28 1,0 0-20,1 0 1,-1 1-1284,1 1 1,0-1 1195,0 0 1,0 0-68,0-1 0,0 3-726,-3 19 1,-2 2 887,-4-17 0,-1-1 138,0 9 1,-3-5 80,-17-7 11,7-26-6,0-6 228,2-9-121,-4-16-112,10-2-660,-2-14 683,13 5-1,3-5 1518,15-22-1573,2 11-77,-3 16 1,3 1 3,13-13 0,3 1-23,2 2 0,0 3-11,0 4-6,0 5-5,0 3-22,17-7 105,-24 17 0,3 0-193,17-8 1,1 0 92,-14 8 0,-2 1 14,8-4 0,-2 2-3,2-2 0,-1 1 6,-3 1 5,8-3 46,-16 8 32,4-3 24,-17 7 21,-5 1 12,-3 0 2909,-3 1-2870,-2-1 1161,0 1-1117,-2 2 12,1 0 398,-1 1-431,0 1-29,0 1 73,-1 1-207,-1 2-11,-2 2 6,-1 2-18,-1 5 12,-2 1-6,-1 4-5,1 1-1,-1 2-27,0 12-28,2-5-18,1 9-487,3 2-145,1-8-593,1 7-1206,1-12 2499,0 0 0,0-12 0,0 0 0</inkml:trace>
  <inkml:trace contextRef="#ctx0" brushRef="#br0" timeOffset="269629">26804 7943 19356,'-3'-6'3467,"1"1"-2683,2 5-1904,-31-22-1272,26 26 2392,-21-11 0,29 19 0,1 1 0</inkml:trace>
  <inkml:trace contextRef="#ctx0" brushRef="#br0" timeOffset="270107">27132 8035 21024,'2'-6'3182,"-1"1"-734,-1 5-2443,16-33 18,-11 32-1,13-20 0,-16 41-5,0 5 6,0 3 10,-2 21-22,-2-10 6,-2 13-1344,-4-15 1332,-1-2-5,-1-2 325,-1-3-325,-5 5 16,4-12-4,-2 1 10,5-12 17,0-4 34,2-3 28,2-3 1042,2 0-1020,1-2 12,2-4-79,-1-2-6,1-6-11,0-2 12,1-3-35,2-2 7,3-2 10,9-9-21,5 0 10,1 1-22,0 6 11,-6 12 6,0 2 0,7 3-6,3 3-17,2 5-5,0 3 11,-6 4-5,1 5 5,2 2 11,1 4-6,0 2-5,1 1-337,-3 0 315,-3 0-28,-3-1-18,-5 8 40,-6-9 6,-6 5-30,-6-10 35,-7-2-17,-5-1-318,-33 5 72,14-10-710,0-2 0,0-2 93,1-7-407,-8-4-959,19-5-3921,4-4 6184,3-6 0,9 10 0,2 0 0</inkml:trace>
  <inkml:trace contextRef="#ctx0" brushRef="#br0" timeOffset="270591">27625 7983 13222,'5'-2'6094,"0"0"-112,-5 2-5746,25 16-46,-19-4-11,20 16-16,-26-7-23,2 4-17,2 3-17,0 2-27,2 3-18,0 2-1183,0 0 1167,0 0-17,-2 0 17,-2-2-843,-1-3 815,-2-2-320,-1-3 331,-2-4 22,-1-3 6,-2-3 6,1-4 11,0-3 1039,1-3-977,1-3 899,-1-1-911,3-2 384,-2-2-384,-1-8-89,1-2 11,0-7-34,3 1 28,-1-1 17,2-2-33,1-1 16,2 0-11,2 2-17,3-1 28,1 4-28,1 2 6,1 2-11,0 1 11,1 2-1,1 2 1,9 0-22,-4 5 5,8 0-12,-5 4 12,3 3-3403,3 3 3392,3 6 0,3 3-115,1 3 114,1 3 12,13 12-5,-8 2-1,-3-1-350,-16-4 351,-17-13 10,-4 0-10,-6-3 3163,-4 0-3163,-7-3-6,-15 1 5,6-7-11,-12 0-28,11-6 129,-12-8-280,1-7 17,1-4 458,9-1-638,15 5-178,4 0-298,4 2-5833,7-7 2382,5 6-5056,4-3 9342,1 8 0,-5 5 0,-3 3 0</inkml:trace>
  <inkml:trace contextRef="#ctx0" brushRef="#br0" timeOffset="270951">28538 8237 26850,'-45'9'145,"1"1"1,3-1-1,6 2-128,12 7-6,2 1 12,5 3-23,2 9-39,7 2 27,5-1 1,9-5 0,4-9 11,4-2-11,14 2 16,-5-6 1,10 0 0,-8-8 22,-1-2-1267,0-2 1245,-3-4-257,-2-1 279,-2-6 56,4-10-56,-7 1 0,2-9-6,-9 4 1,-1-3-532,-2-4 548,-2 2-11,-2-2 17,-1 4-11,-1 2 5,-2 3 11,-3 4-39,-2 3 1154,-3 3-1142,-2 3 297,-2 2-292,-2 3-23,-2 1-10,-3 2-40,1 2-28,0 2-95,1 2-157,4 4-1232,1 8 306,9 0-4882,2 6 6133,11-1 0,-3-10 0,3 0 0</inkml:trace>
  <inkml:trace contextRef="#ctx0" brushRef="#br0" timeOffset="271207">29245 8033 24844,'0'-6'1866,"0"0"-1452,0 6 773,0 0-1159,-33 16 0,20 8-286,-9 8 1,1 7 237,12 5 1,4 3-1556,-1 0 1,0 1 1540,1 1 1,2-2-23,4-12 0,2-2-304,0 1 0,3 0 166,2 0 1,2-1-124,0-1 1,3 1-2244,16 19 1,3-1-494,-13-21 1,0-1-1664,12 13 0,-1-4 4716,-7-15 0,-11-12 0,-5-5 0</inkml:trace>
  <inkml:trace contextRef="#ctx0" brushRef="#br0" timeOffset="273106">29582 8128 23422,'1'-16'929,"0"0"-688,2 8-5716,-1-2 5643,2 0 1364,0 0-1437,2-1 843,0 0-871,2 0-22,0 1-5,2 0-12,1 0-17,1 1 6,2 1-29,0 0 7,2 2-18,0 2 3404,0 1-3386,0 2-2,1 0-4,1 3 11,1 2 6,0 4-12,1 2 1,4 11 5,-6-3-23,2 6 18,-10-6-7,-3 2-4,-3 0 4,-2 0-4,-3 1 10,-3 0 0,-3 0 18,-3 0-12,0-1 0,-2-1 11,1-3 6,-1-2 22,0-2 23,-4 0-12,4-4 12,-1 0 50,5-6 17,3-1 5,-1-1-5,3-1-28,0-1-12,0-3-21,1-1 4,0-1 46,1-4-68,1 3-38,2-2 4,2 3-4,2 0-12,2 1 22,1 1-16,2 1-1,3 2-5,1 1 0,1 1-3397,2 4 3397,2 2-103,1 6 87,2 0 4,0 5 1,3 1-11,-3 2 5,0 2-5,-3 1-6,-2 0-6,-6 10-39,-10-2 51,-7 0 5,-10-6-11,-5-11-22,-2 0-34,-4-2-45,-2-2-62,0-2-89,-1-1-157,0-4-274,2-1-488,1-3-1137,4-4-4508,3-5 6844,1-5 0,9 6 0,2-1 0</inkml:trace>
  <inkml:trace contextRef="#ctx0" brushRef="#br0" timeOffset="273301">30397 8329 16684,'2'4'3730,"1"-1"-963,-3-3-2028,17 62-520,-13-39-152,4 12 0,-2 0 67,-13-13-106,0-5-33,-4 3-40,3-7-2437,-8 6-2771,6-9-4202,-5 4 9455,10-11 0,2-2 0,2 0 0</inkml:trace>
  <inkml:trace contextRef="#ctx0" brushRef="#br0" timeOffset="273990">31159 8033 19305,'0'-7'3288,"0"1"-2498,0 6 2111,0 0-2845,-11-24-17,5 19-5,-11-19 5,0 24-17,2 0 40,-16 1-40,10 1-22,-6 0-22,9 1 56,-4 0-18,7-1-16,-2 0 12,8-1-7,2 0 1,2 1 16,-1 0-16,3 0 16,-2 1 12,3 1-23,0 1 11,-1 1-16,0 2 22,0 5-17,0-1-11,1 5-39,-2 1 39,2-2 11,-2 4 17,2-6-22,-1 0-6,2 0 11,-2-1 23,1 4-23,0-6 6,0 3-6,1-6 0,0-3 0,0 0-16,1-3 38,0 1 583,0-2-504,2-5-61,0 0-12,2-6-6,1 2 23,0-1-16,5-4-24,-1 4 1,4-2-17,-1 4 11,2 2 23,20 1-34,-11 1-17,15 4-22,-16 4 28,1 3 11,0 5 0,0 2-11,10 10-574,-9-4 574,5 5-6,-13-8-11,-5 1-22,-5-1 0,-3 0-12,-6 0-22,-4 0-28,-8-1-39,-5-1-56,-5 0-305,-5-2 103,-4-1-218,-4-2-1490,-18-4 167,12-3-2131,-12-5-5133,24-2 8500,6-3 0,13 3 0,6 1 0</inkml:trace>
  <inkml:trace contextRef="#ctx0" brushRef="#br0" timeOffset="274199">31229 7952 22354,'42'-15'147,"-1"-1"0,-3 2 1,-8 3-64,-19 8 1563,5-1-1619,-5 1 541,4 0-625,-7 3 199,2-1-574,0 1 434,1 1-2765,2 1 1914,4 2 0,-12-2 0,-1 0 0</inkml:trace>
  <inkml:trace contextRef="#ctx0" brushRef="#br0" timeOffset="274492">31686 8568 19255,'-2'3'4038,"1"-2"-1041,1-1-2969,48 27-62,-39-8-221,11 8 0,-6 2-7822,-41 16-1754,0-2 9604,-1-9 1,17-23 0,5-5-1</inkml:trace>
  <inkml:trace contextRef="#ctx0" brushRef="#br0" timeOffset="276803">32302 8076 17395,'0'-8'3360,"1"1"-4692,3-23 1,0-4 1768,-2 14 609,2-17 0,-1 4-834,-3 26 788,0 2-910,0 3-6,0 2 6,0 10-29,1 1-10,-1 10 3363,1-1-3375,-1 3-5,1 3 5,0 1 0,0 1-16,0 0-12,2 0 34,3 12-45,0-11 17,4 6 16,-2-14-10,6 2-18,-3-9-5,3 0 28,-4-9 6,-1-2-1,2-2-21,0-4 10,11-8 79,6-11 50,15-12-84,-6 2 12,3-1 21,-11 11 7,1 2 16,-3 3 6,-2 5-12,-7 2-33,-4 4 6,-5 3-96,-5 2 29,-2 5-6,-4 4-6,0 4-22,-4 5 16,-1 3-5,-2 4 6,-1 0 16,-4 16-72,4-10-853,0 11 674,6-12-208,2 1-291,4 0-538,2-1-1182,5 0-3875,5-2-3508,1-6 9118,-2-4 0,-5-9 1,-4-4-1</inkml:trace>
  <inkml:trace contextRef="#ctx0" brushRef="#br0" timeOffset="277030">33068 7869 17728,'-12'-46'534,"0"0"0,2 6 0,2 10 2154,6 20-2593,2 8-44,0 2 1374,1 6-1402,2 3 853,3 10-848,4 7 0,5 10 2730,0 4-2746,3 8-7,-1 3-11,-5-10 1,-1 2-581,-3-9 1,0 0 562,1 12 1,-1 1-138,-4 2 1,-3-1-32,-2-11 1,-2-1-135,-2 12 1,-4-2-1174,-3-14 1,-2-3 371,-4 1 1,-2 0 1125,-7 4 0,0-2 0,-3 2 0,-1-1 0</inkml:trace>
  <inkml:trace contextRef="#ctx0" brushRef="#br0" timeOffset="283699">27176 9332 12174,'0'-8'6526,"0"1"-4336,0 7 762,0 0-2095,16-59-521,-11 39-185,4-14 0,-1 3 102,-4 21-13,-1 0-27,1 2-45,-1 2-45,0 1-44,-2 2-29,0 1 40,-1 2-68,-2 7 17,-2 2 1,-3 11-12,-3 1 5,-2 6-3402,-4 2 3380,-1 4 6,-2-1-17,1 2-12,0-2 1,4-1 6,3-2-336,4-3 347,4-3 3231,2-3-3231,3-3 5,3-2 34,10-1-28,-1-7 5,7 0 0,-1-10 496,3-2-412,27-19-33,-18 6-1971,19-15 1982,-26 13-1187,-1 0 1164,-2-1-2326,-1 2 2338,-2 2 78,4-4-95,-9 8 1187,5-3-1182,-13 11 946,0 1-995,-6 4 3346,1 0-3358,-1 5 11,0 2-33,0 14-1,0-4-21,0 10-24,0-6-44,0 4-78,0 2-129,0 2-185,0 2-1664,1 13-683,0-12 2003,2 11 0,-1-28 0,0-1 0</inkml:trace>
  <inkml:trace contextRef="#ctx0" brushRef="#br0" timeOffset="283998">28122 9324 17910,'5'-6'4543,"-1"1"-3613,-4 5 1697,0 0-2527,5-24 18,-40 42-90,15-27-17,-7 24 0,-2 8 6,-6 2 6,-2 0-7,1 1-10,0 1 5,4-3 6,-5 7-11,13-9-18,-1 9-4,17-16 16,3 3 0,9-9 16,2-1-10,7-1 0,19 1-12,-1-3 0,15 0-27,-6-4-29,3 0-55,2-1-1431,1 0 1229,1 0-292,1-1-459,0-1-1739,-13 0 0,2-1 2809,24-1 0,-10 0 0,-22 1 0</inkml:trace>
  <inkml:trace contextRef="#ctx0" brushRef="#br0" timeOffset="284222">28835 9332 20858,'46'-20'-392,"0"1"0,-5 0 0,-2 7-4352,22 16-1299,-24 0 6246,20 7 0,-42-7 1,-3 2-1</inkml:trace>
  <inkml:trace contextRef="#ctx0" brushRef="#br0" timeOffset="284397">28839 9582 15373,'-4'1'5965,"1"0"-2638,3-1-3428,62-18-44,-26 10-361,8-3 0,2 0 170,4 3-1366,3 1 924,2-1-567,2 1-799,1 0-2343,-1-1 4487,-25 4 0,-1-1 0,1 0 0,-1 1 0</inkml:trace>
  <inkml:trace contextRef="#ctx0" brushRef="#br0" timeOffset="284697">29925 9242 25903,'-48'20'115,"-1"0"1,4-2 0,9 1-93,18 6-12,3 0-5,3 0-6,5-1 16,3-1-16,6 6 6,5-7-6,3 3 0,4-10 28,1-3 0,3-2 6,11-3-12,-6-3 6,8-3 22,-10-4 1,-1-3 55,8-12-5,-10 3-11,5-10-385,-11 6 413,-3-2-12,-4-1-11,-2-1-3262,-3 1 3239,-4-1-21,-3 1-105,-4 0 76,-4 2-22,-1 1-2015,-2 3 1903,-2 1-767,-11 1-595,6 4-2959,-8 1-5398,11 5 9786,4 3 0,8 0 0,4 1 0</inkml:trace>
  <inkml:trace contextRef="#ctx0" brushRef="#br0" timeOffset="291539">27519 10755 18852,'24'-52'1011,"-1"0"1,-1 4 0,-6 6-88,-13 8-571,-4 8-45,-4-4-39,-4 12-45,-3 3-22,-3 1-46,-4 3-38,-1 3-17,-5 4-34,-3 2 0,-4 5 6,-20 9-695,9 3 639,-14 9-1058,17-3 1046,1 4 1,4 3-6,2 1 0,5 1 0,5 1-348,6 0 342,5 0 12,7-1-18,2-2 18,7-2-6,4-3 0,7-3-6,5-3 1,17-1-6,-5-7 44,13-2 12,-13-6 0,1-4 11,-1-2-6,-2-5 12,0-4 27,-4-2 18,-2-3 11,-3-1 5,-1-3-11,-4 0 0,-1 0 6,-2-1 5,-2 3-5,-2 0 561,0-1-545,-4 7 1235,0 0-1274,-3 11 389,-2 1-472,0 2-24,-3 15 18,1-3 5,-2 14-22,3-4 17,1 1-29,0 1-44,3 2-34,2 1-112,3 1-523,3 0 137,1 0-421,3-1-705,2-1-2208,2-1 3933,3-1 0,-9-10 0,-2-2 0</inkml:trace>
  <inkml:trace contextRef="#ctx0" brushRef="#br0" timeOffset="291738">28191 10642 18716,'-7'-3'3154,"1"0"-2336,6 3 941,0 0-1871,-7-35-90,23 25-140,1-26-218,26 35-1404,3 0 440,5 1-4262,1 0 28,0 2 5758,4 2 0,-27-2 0,-2 1 0</inkml:trace>
  <inkml:trace contextRef="#ctx0" brushRef="#br0" timeOffset="291931">28218 10810 25292,'56'-28'39,"-4"5"-27,-16 16-1050,0 0 758,2-1-302,0 2-4442,17-6 5024,-9 3 0,-8 1 0,-17 3 0</inkml:trace>
  <inkml:trace contextRef="#ctx0" brushRef="#br0" timeOffset="293055">31006 8765 15371,'-47'0'1163,"-1"-1"0,8 2 1,8-2-610,16-1 1003,12 0-1199,2 1 497,1 0-760,3-1 151,1 0-229,5-2-11,2 1-6,6 0 17,4-1-17,7 0 5,5 0-16,6 1-42,5 2 53,2-1 0,3 2 5,-14-1 1,-1 1-28,17 1-1,11-1-10,-27 2-12,-7 0 11,-5 0 6,-8-1-39,-6 0 17,-5-1-6,-4 1-12,-4 0 46,-5 1 16,-5-1-5,-4 2-22,-18 0 21,5 0 24,-13 1 38,-8-1-33,11-1 352,-13 1-346,16-3 16,3 2 0,2-2 11,5 2 6,5-1-5,4 0 33,7 0-45,6-1 6,2 1 11,7-1 0,1 0 0,5-1 299,6 0-327,4-2-6,6 0 57,21-3-62,-9 1-243,16-1 226,-15 1-6,-2 1 1,-3 1-18,-3 0-61,-3 0-134,-3 1-280,-4 0-668,-5 1-1533,-5 1 2758,-4 0 0,-3 0 0,-1 0 1</inkml:trace>
  <inkml:trace contextRef="#ctx0" brushRef="#br0" timeOffset="293981">29445 10471 15311,'5'-2'2537,"-2"0"2516,-3 2-4907,28-15-18,-28 14-4,18-10-24,-38 18-10,-5 0-28,-5 2 72,-22 5-61,10-5 8,6-1 0,1 0 9,-6-1-415,-9 2 448,21-6 104,2-1 42,-1-1-113,10-1-10,1 0 112,10 0-169,4 0 46,1 0-140,2 5 349,1 0-338,0 5-6,2 5-11,0-1 16,-1 6 1,0-5-12,0 2 12,-2 1-6,1-1 17,-1 1 11,0-1-28,0-1 22,-2-1 34,-3 4-11,0-5 5,-3 2 1,2-8-1,0 0 34,0-2-39,1-1 117,0-2 113,2-1-79,1-1 89,2-1-190,0-3-33,1 0-6,1-5-34,2-1 1,3-1 10,8-7-5,0 5-5,17-6-12,-10 8 11,9 1-27,11 4-12,-14 3 11,15 3-10,-8 7 4,-7 2-516,8 6 517,-13-2 17,-1 1-34,-4 2-28,-3 0-3214,-4 1 3192,-6 0-1171,-2 1 1120,-8 1-308,-15 9-319,-19 2 53,11-12 0,-3 0-661,-3-3 1,0-2-1511,-21 5 2874,7-7 0,31-10 0,3-1 0</inkml:trace>
  <inkml:trace contextRef="#ctx0" brushRef="#br0" timeOffset="294181">29391 10534 17311,'4'-2'4116,"0"1"-2552,-4 1-153,59-17-1092,-36 11-190,12-4 0,-1 0 61,-15 6-50,1-1-33,2 0-34,2 0-45,0 1-17,0-1-11,-1 1-28,-2-1-39,-2 1-141,-3 0-1203,2 1-360,-8 1-2099,-2 1 3870,-6 2 0,-2 0 0,0 1 0</inkml:trace>
  <inkml:trace contextRef="#ctx0" brushRef="#br0" timeOffset="294974">27421 11729 22037,'-20'-48'752,"1"0"1,0 4-1,6 9-113,13 21-415,-1 5-101,1 2-78,0 5-45,0 1 9,0 5-4,1 2 32,1 7-19,2 3 4,1 6-5,0 4-877,0 3 860,-1 3 0,-1 2 17,-2 1 0,-1 3 11,-2-1-28,-3 1-293,-3-2 309,-2-2 1,-1-3 11,0-2-11,-1-4 11,1-4-6,1-3 18,0-3 4,3-4 1,-1-3 39,5-3 894,0-2-777,2-2 197,1-1-275,0-5 260,0-1-344,0-7 0,3-1-17,1-4-5,2-3 11,4-2-5,0-2-1,4-2 28,9-7-33,-5 8-436,6-5 430,-8 14-5,0 3 0,-2 3-6,6 1-12,-6 5 1,6 1 6,-5 4 5,2 3 5,1 3 1,3 4-34,13 12-784,-6-3 807,9 11-6,-13-7-133,-1 2 133,-2 1 0,-4-1 5,-3-1-5,-5 1-6,-4-2 1,-4 0-7,-5-2 1,-5-2-1,-6 0-16,-5-3 11,-6-1-17,-3-2-1268,-4-3 1229,-1 0-56,-1-2-62,1-4 965,3 0-1211,3-3-1109,-2-5 78,12-3-1579,-2-5 3058,12-6 0,5 8 0,0-2 0</inkml:trace>
  <inkml:trace contextRef="#ctx0" brushRef="#br0" timeOffset="295227">28299 11752 18880,'-3'0'3691,"0"0"-987,3 0-2692,17-33-40,1 22-56,19-26-96,1 30-2629,6-1 2299,5 2-319,4 0-566,4 2-1416,0 1-6224,-4 2 9175,-9 1 1,-21 0 0,-10 0 0</inkml:trace>
  <inkml:trace contextRef="#ctx0" brushRef="#br0" timeOffset="295422">28400 11946 20246,'-3'1'3803,"0"0"-1366,3-1-2426,60-32-1328,-26 19 1289,15-8 0,5 0-98,-19 13 0,-2 1-23,1 0 1,0 0-122,-2 2 1,-1 0-2592,27-2-3440,-18 2 6301,13-2 0,-35 4 0,-2 1 0</inkml:trace>
  <inkml:trace contextRef="#ctx0" brushRef="#br0" timeOffset="297256">29432 11715 22110,'26'-43'537,"0"1"1,-2 3 0,-6 8-135,-15 22-33,-2 3-140,-1 2-96,0 2-38,0 2-85,-4 1 6,-2 4 11,-7 4-28,-1 5 22,-4 5-16,-2 4 5,-2 4-716,0 1 711,-1 3-18,4 0 12,1 1 23,5 0-23,3 0 0,4-1-6,4 0-5,4-3 17,14 10 5,1-11-6,13 6 1,-1-13-6,5-2-278,3-2 278,2-3 12,2-4-12,17-2 11,-16-6 0,9-3 17,-22-6 711,-4-3-672,-5-2-17,-3-1-5,-5-2-5,-4 0-12,-4-1-11,-3-1 0,-5 0-1,-2 0-4,-7-1 10,-3 0 28,-14-9-44,4 6-472,-10-7 488,8 8-16,-1 0 16,-1 0 12,-1-2-6,2 1 330,0-1-302,2-1 11,3 1-3236,4 0 3236,4 3 12,5 2-18,3 1-5,4 3-11,2 1 331,3-2-359,2 4-6,4-2-34,3 5 29,2 3 0,4 1-6,1 2 3403,4 2-3409,1 3 1,3 4 10,2 5 12,2 6-23,0 3-497,12 22 463,-12-7-666,-8 0 1,-2 1 626,-5 10-25,-6-15 1,-2 0-373,-11 14-1362,-6-13 1,-4 1 1837,-1-4 0,0-2 0,-14 20 0,10-22 0</inkml:trace>
  <inkml:trace contextRef="#ctx0" brushRef="#br0" timeOffset="298434">27425 12959 20117,'-3'-47'1025,"0"0"0,1 4 0,0 6-543,2 15-73,0 2-45,0 4-56,0 3-51,0 3-66,0 4-68,0 1-78,0 3-135,0 1 84,3 6 12,0 2-6,3 7 6,2 0-3398,2 5 3386,2 0-1213,3 3 1186,1 1-6,1 2-29,1 2-1873,-3 2 1863,-1 0-843,-4 0 859,-4-1 1083,-3-1-1032,-5-3 873,-5-3-823,-14 2 1,3-9 21,-8-1 1,8-9 1475,-3-6-1476,7-2 611,0-6-627,8-2-6,3-2-11,1-3 1,4-1-1,3-1-17,4-2 0,4-1-11,5 0-131,4 0 131,3 2 0,4 1-11,4 1-34,3 2-45,2 2-90,3 1-172,1 3-239,1 1-451,2 2-1389,-13 3 0,0-1 1873,23-1 0,-9 1 1,-22 3-1</inkml:trace>
  <inkml:trace contextRef="#ctx0" brushRef="#br0" timeOffset="299765">28349 12711 19401,'-45'-12'39,"-1"0"0,-5 5 0,7 9-27,20 12 2218,-17 19-2225,26-17-16,-2 7-6,10-9-5,2-1-12,3-1 23,2-2 982,7 1-926,1-4 501,8-1-524,-2-5 1809,4-1-1803,2-4 11,1-1 107,9-11-62,-8 4 73,6-6-3386,-13 5 3419,-2-1 17,-1 0-16,-4 1 156,1-4-190,-4 5-34,1 0 106,-4 3 3281,0 5-3443,-1 0-16,-1 3-79,0 1 11,0 4-11,-1 1 22,0 6-22,-1 1 0,0 2-17,2 2-55,0 2-231,3 9 46,1-6-135,5 8-880,8-1 437,-2-7-150,8 5-1194,4-7 1227,-5-8-147,12 0 1015,-14-9 196,2-4 180,-9-3 156,-1-3 157,-1-2 106,-2-2 56,0-2 6,-2-1-44,1 0-63,0-2-78,-2 1-3464,2 0 3318,-2 0 253,3-4-409,-2 6-23,1-3-11,-4 7-45,0 3-45,0 1 3348,-2 3-3465,0 1 0,-1 1 5,1 8-16,-1 0-6,1 7-3381,-1-1 3386,-1 2 7,0-1-1,0 3 6,-1-1-23,-1 1 0,-2 4 1,0-6 10,0 2-10,1-9 3408,1-1-3397,1-4 33,1-1 39,0-1-44,1-8-17,3 0 33,7-13-16,-1 3-1,7-5-3335,7-3 3352,-4 6-22,7-4-14,-6 7-2,0 2-35,3 1 12,-1 1 5,1 4-10,1 1 4,12 3-44,1 5 12,-1 3-46,-6 6-33,-12 1-68,-4 3-89,-1 0 3285,-2 2-4277,2 6 341,-5-4-2441,9 16 2353,-9-18 262,6 6-44,0-14 773,-2-4 146,6-1 61,-4-4 123,2-2 163,-1-3 101,3-2 901,7-7-688,-7 2-6,5-6-39,-9 4-112,-1-2-79,0 0-95,0-2 303,2-6-90,-1 0-124,-4-1-346,-5 8-35,-5 7-60,-2 5-24,-2 2-21,-5 1-29,1 2-11,-3 0-5,1 3 0,-2 2-23,-5 9 11,2 0-11,-2 7-5,1 5 11,6-6 11,-2 7-17,8-10 6,1-2 0,1-2 11,3-1-6,1-2 6,1-3 17,2-1-6,-1-2 23,0-2 5,1-1-6,0-1-5,2-2 12,-1-3 10,1 0 107,3-5-73,-4 4 61,5-4-94,-8 7-23,2 0-11,-3 2-23,0 2 17,-1 0-16,2 3 5,0 2 5,1 6-16,2 6 17,2 18-1,-2-2-5,1 14 23,-3 15-23,-1-11-792,-2-16 0,-1 0 781,3 17-12,-3 1-16,-1 3-23,-6-18 1,-2 0-29,-6 19 45,0-23 1,-1-1 21,-10 3-5,-13-3 51,11-17-34,-4-3-2832,15-18 2876,5-6-10,4-6-1,4-7 12,1-5-12,7-5-474,1-6 486,8-3-1,4-3 1,4-3-17,4 1 16,2 0-5,3 3-5,2 1-1,2 1 6,-9 14 0,0-1-5,15-13 16,-14 15 1,-1 1-40,9-8-6,-1 3 18,-3 3-12,-2 1 16,-3 2 2660,-2 2-2653,-1 2 16,-5 3-22,-1 1 5,-4 3 743,-3 1-698,-2-1 1454,-4 5-1482,-1-1-22,-3 7 16,0 1-16,-4 2-17,-4 0 6,-1 2-6,-2 3 0,3 1 11,-1 4-22,2 1 11,1 2-11,2 11-3437,5 6 3352,5 3-77,6 0-197,6-8-358,5 0-1341,4 0-4764,4 0 6833,5 1 0,-17-13 0,-1 0 0</inkml:trace>
  <inkml:trace contextRef="#ctx0" brushRef="#br0" timeOffset="302086">30544 12526 18476,'-3'0'3237,"1"0"-6662,2 0 3436,30-34-983,-12 23 900,27-27 732,-20 34-1018,3 0-264,4 2-437,0 0-890,2 1-2638,0 1-4246,-4 0 8833,-6 0 0,-11 0 0,-6 0 0</inkml:trace>
  <inkml:trace contextRef="#ctx0" brushRef="#br0" timeOffset="302246">30573 12728 19279,'57'-14'-349,"1"-1"0,-5 1 0,-4 2-1007,0 2-1842,5-2-6633,-5 0 9382,-6 2 0,-20 5 0,-10 2 1</inkml:trace>
  <inkml:trace contextRef="#ctx0" brushRef="#br0" timeOffset="302709">31378 12447 22919,'-4'-41'45,"-1"-1"0,0 4 0,6 9 1104,15 22-1161,3 2 63,3 0-56,3 3 280,4 1-280,17 3-1,6 5-5,0 2-164,-6 5 153,-19-1 4,-5 1-16,-5 0-5,-6 2 293,-5 2-271,-6 0 6,-14 12 0,-2-7 5,-14 8-643,2-11 661,-2-2 4,-14 4 1,11-8 6,-8 2 27,18-8 7,4-2 16,5-1 834,4-3-733,4-1 22,2-1 118,3 0-219,2-2-34,1-1 701,2-2-717,4-1-28,3 2 22,2-1 0,4 2 0,1 0-22,2 2 11,2 0-17,1 1 1,2 1 21,2 2-3419,2 4 3386,1 3 0,2 2-65,-1 2 59,-2 1 1,-2 1-6,-3 7-1,-10-6 7,-4 4-1,-14-7-55,-6-2 3367,-9 2-3602,-27 5-80,5-3-1092,10-6 0,-1-1-459,-22 5 1927,20-7 0,1-1 0,-2 2 0,0-2 0</inkml:trace>
  <inkml:trace contextRef="#ctx0" brushRef="#br0" timeOffset="308402">25961 13700 14547,'3'-35'406,"1"0"0,1-23 1726,-10 51-1925,-2 0 1454,1 2-1521,-1-1-34,0 3-44,-3 0 5,0 2-22,-3 1 978,-13 4-989,3 2 16,-22 11-39,16-3 563,-10 4-557,12-3 552,-4 5-569,10-4-6,-1 3 6,16-6 11,3-1 0,3 0 2799,5 0-2798,4 2-24,6-1 24,4 3-12,4 0-3392,6 1 3392,3 1 0,5 0-30,3 0 25,2 0-740,2-1 750,-2 0-460,-2-2 460,-3 2 18,-3-2-34,-7-1-6,-6 0 6,-6-2-1,-8 1 2586,-4-3-2568,-9 1-23,-17 3 6,-2-3-6,-15 3-39,-13-2 17,9-4-17,-15 0-213,2-5-5,17-1-161,-7-5-461,22-3 325,7-6-9260,5-12 9003,7 6 1,3 0 0,3 12-1</inkml:trace>
  <inkml:trace contextRef="#ctx0" brushRef="#br0" timeOffset="308728">26427 13840 19753,'-3'0'3378,"1"0"-785,2 0-2515,5-20-50,3 14 0,7-16 0,2 18-5,-1 1-6,0-1-17,4 1 11,-6 0 0,3 1-5,-4-1-18,-4 2 1,2-1-28,-3 1-202,2 0-62,-2 1-257,2-1-414,-5 1-656,0 0-1495,0 0-6145,-1 0 9270,0 0 0,-2 0 0,-1 0 0</inkml:trace>
  <inkml:trace contextRef="#ctx0" brushRef="#br0" timeOffset="309327">27071 13626 12690,'0'-8'5086,"0"1"-4022,0 7 4492,0 0-5265,8-38-39,-6 27-5,6-30-23,-7 38 146,-1-1-252,0 3-1,0 0-106,-4 1 12,-1 2-1,-6 2 1,-1 5 10,-3 2-5,-3 4 107,-22 22-886,14-11 785,-15 17-6,21-17-6,3 2-11,3 3-334,2-1 329,4 1-6,3 0 5,3-1-5,5 0-17,13 9 12,14 1-6,6-1-1300,9-6 1294,-8-14 6,2-2-2154,0-3 2176,-3-4-1748,-4-4 1759,-4-3-874,-7-2 925,-4-5 511,-6 0-483,-4-5 1756,-4 0-1762,-2-3 2612,-3 0-2639,-4-1 2325,-5-1-2359,-7-1 5,-5-1-458,-5 1 441,-3 0 1,-4 2-23,-2 0 11,-2 3 0,0 3-5,1 2-1,0 2-5,6 2-5,2 3-135,-2 6-28,12-1-124,-2 7-200,14-4-315,2 3-442,3 0-594,2 1-930,6 1 2773,3 2 0,-2-8 0,0-1 0</inkml:trace>
  <inkml:trace contextRef="#ctx0" brushRef="#br0" timeOffset="309689">25717 14417 16829,'-39'7'756,"-1"-1"1,-23 4 1299,58-9-1687,5-1 719,7 0-539,19-5-353,5-1-331,21-4 309,1 0-23,9-1-84,-26 6 1,1-1-361,2 0 1,2 0 328,3 0 1,1 1-12,3-1 0,0 1-3,2-1 1,1 1-1086,1 0 1,2 1 1073,-2-1 0,2 1-6,-1 1 1,1-1 2,-1 1 1,-1 0 2,-2 1 0,1 0-705,12-1 0,-1 0 680,-18 1 0,-2 0-14,9 0 0,-4 0 53,1-1-317,-9 0-352,-8 1-756,-5 0-1311,-6-1 2711,-2 2 0,-8-1 0,-3 2 0</inkml:trace>
  <inkml:trace contextRef="#ctx0" brushRef="#br0" timeOffset="311909">28683 13826 21041,'5'-53'1014,"1"-1"0,-1 5 0,-3 8-555,-7 16 246,-9-2-474,1 8-52,-5 0 50,1 9-167,5 6-34,-2 0-11,7 5-6,0 4 0,1 4-11,0 6 6,0 5-1,-3 22-1199,4-3 1194,-2 18-17,4-7-22,2-9 0,0 2-6,0-9 0,1 1-1399,0 13 1,0-1 1314,0-10 0,0-2-45,0 2 0,0 0-50,0 0 0,0 2-303,-2 15 1,0-1-9,-1-13 1,-2 0 229,-7 20 0,-3-3 265,-11-1-457,7-24 0,-1-5 698,-10-4 51,1-11 606,2-9-645,3-9-34,3-8-22,4-9-6,4-7 2253,6-4-2270,4-4 74,11-23-514,2 12 345,0 17 1,1 0 16,11-11 1015,4 2-1048,3 2-12,3 3-17,2 3-5,2 2-17,2 5-17,0 2-834,2 3 818,1 3-12,1 2-5,0 2-18,-1 4 7,-2 1-1,-2 3 23,-2 0 22,-4 2-204,-4 0 238,-3 1 1173,1-2-1123,-10 1 703,1-1-658,-11 0 1038,-1 0-993,-3-1 309,-1 0-281,0 0 28,0-1 22,-1 0 17,-2 1-5,1 0-17,-1 2-17,1-1-12,-1 2-27,2 0-17,0 1 22,0 1-162,1 5 11,-1 1 0,1 6-12,0 0-10,0 3-23,1 1-28,1 3-61,0 1-101,0 2-219,0 1-426,-1 1-800,0-1 1680,-6 10 0,4-18 0,-3 6 0</inkml:trace>
  <inkml:trace contextRef="#ctx0" brushRef="#br0" timeOffset="312108">29194 13586 21265,'-4'-6'2722,"0"1"-2218,4 5 101,0 0-885,-30-42-302,23 37-589,-22-28-1355,32 49-6850,0 1 9376,0-2 0,-2-7 0,-1-4 0</inkml:trace>
  <inkml:trace contextRef="#ctx0" brushRef="#br0" timeOffset="312618">29475 13761 22167,'0'-9'2414,"0"2"-1888,0 7-139,4-60-1320,-1 36 1075,0-12 1,0 1 537,-1 16-439,1 3 161,-2 4-245,1 2-51,-1 3-22,0 3 597,-1 2-704,0 2 29,2 6 5,-1 3-16,2 8 10,1 4 1,0 4-6,0 7 5,0 3-1601,-1 5 1596,-2 3 0,0 2-766,-2 2 761,-1-3-7,-2-1 1,-2-5 0,0-3 5,0-5 12,-1-3 0,0-5-6,0-4 5,0-5 6,2-3 1471,1-4-1459,0-2 997,2-3-874,0 0-74,2-6-32,0 0-7,0-7 29,1-8-34,2 3-11,3-8-1,3 6-4,1 0 4,3 0 12,1 2-5,1 0-6,2 1-6,0 2 0,1 2 6,7 0-6,-5 5-11,5 0-11,-7 5 16,0 2-16,0 3 6,0 3-1,1 4-5,1 3 5,0 3 1,0 2 5,-2 1-23,0 1 12,-4 0-6,-3 0 6,-4-1-11,-3-1 5,-6-2-6,-3 0-10,-6-2-23,-6-1-28,-3-1-67,-4-3-79,-2 0-78,-2-3-174,-1-2-268,-1-2-460,1-3-1041,1-3-4533,4-4 6784,1-7 0,11 7 0,2-1 0</inkml:trace>
  <inkml:trace contextRef="#ctx0" brushRef="#br0" timeOffset="313077">30059 13553 21287,'2'-3'3025,"-1"1"-711,-1 2-2236,12 25-5,-9-4 44,11 39-66,-13-21-3415,1 14 3386,-1-14-11,-1 0 6,0-1-6,-1-2 1,0-1-7,-2-1 1,-1-4-1,0-2 7,-2-5-1,1-3 101,-3-2 3381,3-8-3381,0-1 0,4-9-17,1-2-34,0-3 7,0-4-35,0-4 12,2-3 0,0-2 5,4-2-3380,3-2 3386,3 0-153,2 0 142,4 1 67,10-6-62,-6 9-5,6-3-6,-11 10-5,-1 2 0,0 2-18,-1 3 7,0 2-12,0 2 0,1 3 12,-1 2-18,1 5-5,0 3 0,1 3-5,0 2-1,0 2 0,1-1-456,-2 2 439,-2-1-2052,-4 0 2052,-4-1-50,-10 6-67,-16-1 1919,-18 3-2036,-4-10-113,-10-5-128,9-8 237,-4-3-882,-3-3-912,0-3-4510,-1-5 6687,-4-7 1,27 8 0,1-1-1</inkml:trace>
  <inkml:trace contextRef="#ctx0" brushRef="#br0" timeOffset="317262">20801 7020 9960,'-8'-3'5591,"2"0"-2520,6 3-970,0 0-1470,-31-74-475,28 47-527,-12-16 1,6 2 511,23 21-106,2 1 69,2 1-17,2 2-19,12-5-9,-8 8 39,9-3-6,-2 7-69,0 5-39,-3 4-85,-4 6 7,-11 5 5,0 4-12,-1 2 653,-2 3-660,-2 3-21,-2 15 362,-2-8-261,-4 12-903,-4-12 903,-3 2 11,-5-1 0,-2-1-11,-2-1 39,-3-2 6,-1-4 0,-1-1 5,0-3 12,-1-3 22,1-2 11,0-3 17,2-3 6,2-4 16,2-1 40,3-2 937,2-1-920,2 0-18,2-1-16,2-2-39,2 0-6,3-4-73,4 2-11,3-2 17,3 2-6,3 0-5,2 0-12,2 3 12,12 0-6,-7 3 11,9 4-22,-1 7-1,3 7 7,-2 1-626,-3 2 631,-12-3 6,-2 0-6,-4 1 0,-3 0-28,-5 9 28,-6-8 5,-5 7 1,-7-11 22,-14 5-17,3-6 0,-10 2 29,7-9-24,-1-3-10,0-2 5,1-2-33,1-1-17,2-3-68,2-1-223,4-3-763,3-5-8738,5-11 8567,6 5 0,3 0 0,3 11 0</inkml:trace>
  <inkml:trace contextRef="#ctx0" brushRef="#br0" timeOffset="319083">30697 13877 12659,'18'-41'765,"0"0"1,-1 2 0,-6 9 2129,-9 23-2637,-2-1 1296,0 6-1453,0 1 764,-3 3-831,0 2 3386,-5 4-3404,-2 4-10,0 4 5,-3 4-5,1 1-6,0 2 0,2 1-6,2-2 1,2 1 5,3-1-6,1-2 6,2 0-6,3-3 1,3 0-6,9 4 11,-2-7 5,6 2 6,-6-8 17,1-4 12,0-1 21,-1-3 12,-1-3 39,-1-2 17,-1-4 16,0-4 12,-2-1 157,0-12-174,-4 5-16,0-10-12,-4 7-17,-1-1-11,-2 0-6,-1 0-22,-3 1-5,-1 4-7,-1 1-16,-1 5 0,-7 1-44,4 7-1,-5 0-17,5 5-11,-1 5-27,0 2-57,1 4-90,0 3-140,1 3-234,2 1-421,2 2-672,3 1-1479,2-1-6666,2-2 9214,1-3 1,0-7-1,0-3 1</inkml:trace>
  <inkml:trace contextRef="#ctx0" brushRef="#br0" timeOffset="319321">31099 13633 17350,'3'-11'5853,"-2"3"-5461,6-24 0,0-5-5222,-2 11 5079,3-14 1,-1 1 1925,-6 18-2046,-1 10 784,0 0-902,-1 11-2262,-1 6 2290,-3 5 612,-1 9-601,-4 7-5,0 8-6,-3 8 6,1 5-28,-1 6-6,-1 5-11,7-28 0,0 1 0,0 2 0,0-1-6,0 0 1,0 1-49,1 13 1,0 1-154,2-13 0,2 0 78,1 9 0,3-1-296,8 14-1120,8-4 447,6-1-632,4-3-1682,5-3-5941,-1-7 9353,-3-10 0,-14-14 0,-6-7 0</inkml:trace>
  <inkml:trace contextRef="#ctx0" brushRef="#br0" timeOffset="321273">31782 13737 24693,'-1'-34'101,"0"0"0,-3-22-57,-2 50-4,-6 0-12,-4 2-17,-1 1-6,0 2 1,2 1-12,1 2 6,-3 2 12,0 1-12,0 1 5,1 1-10,1-1 21,1 0-10,3 0-6,0 0 17,2 0-45,-1 1 33,2-1 1,0 2-6,0-1 11,0 1-11,1 0 11,-4 6-22,4-5 6,-3 6 5,7-8 16,0 2-16,0-1 6,0 2-12,1 0 18,0 1-12,0 0 11,0-1-11,1-1-23,0 0 23,1 0 12,0-1-12,0 0 11,0-2 0,0 0-11,0-2 6,0 0 10,0-2-10,1-1 22,0 0 17,1-1 28,0 1 27,0-1 19,1 0-2,0 0 18,2 0-35,0-1-16,2-2-22,2-1-51,1-1 23,1-2-1,2 1-10,2-1 5,-1 1-6,2 2-11,-2 0 12,2 0 5,-1 2-28,1 1 0,0 0-23,0 1 23,5 6 0,-3 0 0,3 6 0,-6 1-11,-3 1 11,-2 2 0,-3 0-28,-4 2 28,-1 0 0,-4 1 0,-4 0-5,-4-1-12,-5-1-6,-4-1-66,-14 4-18,7-7-61,-10 2-375,1-6 89,10-4-263,-5 0-442,14-5-729,4-3-1893,3-3 3781,1-6 0,5 6 0,0-1 0</inkml:trace>
  <inkml:trace contextRef="#ctx0" brushRef="#br0" timeOffset="321490">31789 13660 18417,'33'-21'-13,"1"-1"0,-4 3 0,-3 4 384,-8 11-561,0 2 175,2 1-578,0 0 619,-2 2-4989,7 5 4963,-5 0 0,-5 1 0,-7-3 0</inkml:trace>
  <inkml:trace contextRef="#ctx0" brushRef="#br0" timeOffset="321738">32153 13994 20044,'0'6'3479,"0"0"-2931,0-6 332,0 0-858,-3 11-11,1-3-5,-3 10-1,2-6-16,-3 0-28,1 2-314,-6 7-184,2-5-3059,-8 12-4795,7-14 8391,-2 3 0,8-12 0,2-2 0</inkml:trace>
  <inkml:trace contextRef="#ctx0" brushRef="#br0" timeOffset="322255">32477 13785 25853,'-7'-24'39,"0"8"-22,0 27 16,-6 11-10,2-3-12,-3 7 0,4-6-5,2-1-12,1 1 12,2-1-17,2-2 5,2 1-16,3-3 10,3 2-38,12 3 0,0-4 5,10 3-3386,-3-7 3386,3-3 17,1-1-6,1-2 12,0-2 11,-3-3 16,0 0 12,3-6 0,-9 1-17,2-6 17,-12 1 16,-4-1-10,-2-1 3408,-3 0-3403,-3-1 0,-4 0 0,-4 0 0,-5-1-6,-3 0-3386,-4-1 3392,-2 0-773,-3 0 779,0 0 5,-2 0 0,2-1 6,0 1 28,4-1 5,2 0 62,-2-9 78,5-8-89,4-1-73,7 4-17,6 12 807,3 8-823,2 0-1,3 1-11,2 2-5,3 0-6,11 1 6,-3 2-23,9 1 11,-7 3-5,0 3-6,-1 3-11,0 4 11,-1 4 6,-1 1-11,-3 3-6,-2 3-34,-5 2-50,-3 3-95,-3 0-191,-4 3-425,-5-1-6140,-14 13-2822,5-14 9705,-8 6 1,16-23 0,2-5-1</inkml:trace>
  <inkml:trace contextRef="#ctx0" brushRef="#br0" timeOffset="322497">33011 14071 26110,'-7'-7'0,"0"4"-33,3 14-29,-1 1-358,-1 10-168,1-6-2240,-2 15-735,3-14 3563,-1 7 0,4-16 0,-1 0 0</inkml:trace>
  <inkml:trace contextRef="#ctx0" brushRef="#br0" timeOffset="323017">33011 13825 17624,'-1'-5'3602,"1"1"-1837,0 4-1049,17-71-469,-6 46-147,0-16 1,3 2 207,6 19-196,-5 7 152,12-6-214,-13 12-16,7 0-12,-10 6-5,-1 1-12,1 2 1,1 2-6,7 8-11,2 8-23,3 11 12,-6-1-85,-4 23 74,-9-25 16,-4 16 11,-5-25 6,-4 0 6,-2-3-6,-1-1 17,-2-3 0,1 0-1,-1-2 7,1-2 10,2-2 23,1-1 28,2-2 51,2-1 16,1-1 29,1-1-7,1 0-10,0-1-6,1-1-12,0-2 1,0-1-12,1-1-5,0 0-28,0 0-17,0 0-11,2 0 22,1 0-50,4 0-23,5 1-16,-1 2-6,3 2-6,-2 1 12,4 3-6,1 1 0,4 5 0,1 2 0,1 1 0,12 11 0,-9-5 0,10 15-6,-20-14 12,-2 5-6,-11-8 5,-5-2-16,-5 0-6,-7-1-28,-5 1-72,-5-1-118,-4 0-241,-2-2-432,-1 0-778,-1-1-2772,1-3-5243,5-1 9701,4-3 0,11-2 0,5 0 0</inkml:trace>
  <inkml:trace contextRef="#ctx0" brushRef="#br0" timeOffset="323273">33331 13297 25169,'10'-25'1865,"0"9"-1842,-2 24-1,5 6-22,6 7 11,5 7-2164,6 7 2153,2 7 11,2 6-8,-18-20 0,0 0-6,0 2 0,-2 2-6,-1 1 1,-2 0-9,-1 2 1,-2 0-35,-3 1 1,-2 0-62,-1-1 0,-2 1-101,-3-1 0,-5 1-1036,-12 13 0,-5 0-1003,3-12 1,-5 0 2251,0-3 0,-5 2 0,5-6 0,-12 7 0,-1-3 0</inkml:trace>
  <inkml:trace contextRef="#ctx0" brushRef="#br0" timeOffset="325121">27078 14993 14376,'-3'0'7135,"1"0"-4496,2 0-2471,13-59-118,-4 39-31,1-14 1,1 3 20,5 22-18,9-1 0,-4 3-22,8 0-5,3 5 10,-6 0-10,7 2 10,-11 3-10,0 2-23,-2 3 11,-2 3 0,-2 1-5,-3 2-6,-3 1 0,-3 0 11,-3 1 11,-2 1 6,-3 0 17,-3 0-17,-4 0 11,-4-1 6,-1-1 0,-2-1-6,0-2 0,0-1 12,1-1 16,3-2 34,0-2 11,3-2 151,-2-1-84,4-1 6,0-1-17,3-3-5,0 0-17,1-3-18,-1-2-10,2 1-23,1-2-16,0 1-18,0 0-22,1 0 1,2 1-12,2 1-6,14-1 6,-3 3 6,12 0-6,-4 4-12,2 2 12,4 4 12,4 2-7,3 4-1109,2 2 1082,1 3-12,0 1-5,-2 1-6,-6 0-5,-6 0-6,-7-1 0,-8-1-305,-6-1 316,-7-1-5,-7-1-17,-7 0-38,-5-3 49,-5 2-17,-2-3-11,-2 0-67,0-3-78,1-1-180,3-3-286,3-2 515,4-2-2268,3-4-7383,5-7 8733,5 2 1,3-2-1,3 8 1</inkml:trace>
  <inkml:trace contextRef="#ctx0" brushRef="#br0" timeOffset="325414">28119 14792 24659,'-25'29'106,"-1"1"1,1-3 0,3-3-557,-1-3 528,-3 2-11,-2-3-16,-1 2-12,2-3-17,2-2 161,0 1-178,10-7 88,2 3-77,10-9 12,3 0 18,5-1 263,3 0-247,7-2-34,6 0-28,5-1-28,4-1-50,4 0-63,2 0-936,2 0 657,2 0-620,1-2 21,1 0-667,1 0-1899,1-1 3585,6-1 0,-24 1 0,-1 1 0</inkml:trace>
  <inkml:trace contextRef="#ctx0" brushRef="#br0" timeOffset="325633">28594 14773 24559,'45'-16'-478,"-1"0"0,-1 2 0,-5 3-654,0 10-598,0 1-1110,0 1-2711,-2 2-582,-6 1 5493,-7 2 1,-11-3-1,-5 0 1</inkml:trace>
  <inkml:trace contextRef="#ctx0" brushRef="#br0" timeOffset="326083">28713 15029 16244,'47'-24'-109,"0"0"1,-3 3 0,-3 2 1296,17-1-2045,-11 4 226,-16 5 1,1 0-868,2-2 0,-2 1-233,20-6 961,-19 6 0,1 1-1182,10-3 894,0 2 565,-6 1 2152,-4 2-1048,0-2 38,-12 2 507,0 0 1163,-11 2 284,-3 3-1394,-2 0 3237,-4 4-1825,-1 0-2111,-7 3-45,-1 0-45,-7 4 207,-8 7-409,4-2-55,-7 6-63,8-4-38,2 2-12,1-2-10,4 2-7,3 5-27,4-5 22,7 10-6,3-13 6,14 6-5,-5-9-12,8 0 11,-6-5 23,0-3 79,9 0-40,-7-4 28,6-2 179,-3-8 140,-2-5-207,-2-2-11,-5-1-23,-8 4-44,-2-1 0,-2 2-40,0-1-33,-5 1-28,-2 0-3415,-4 1 3376,-3 2-12,-3 0-270,-2 1 203,-3 3-123,0 1-291,-3 3-600,1 2-8744,-11 2 8521,11 1 0,1 0 0,15 0 1</inkml:trace>
  <inkml:trace contextRef="#ctx0" brushRef="#br0" timeOffset="330755">21080 7968 22117,'-24'-23'594,"1"4"-494,10 19-55,-2 1 6,-5 0-1,3 3 12,-3-1 66,-17 3-60,5-2-817,-12 1 799,7-3-3125,0 0 3120,-1 0 89,-9-1-67,15 0 6,-4-1-6,19 0-11,6 0 12,3 0-57,4 0 527,2 0-538,1 0 3403,2 2-3380,1 3-1,1 1-5,1 4-6,2 0 6,0 3 0,0 1 0,2 2-6,-2 1 0,1 2 11,-1 0 12,-1 9-17,-3-6-6,0 5 11,-2-9-5,-1-1-3392,-2 0 3409,-1-2-1974,-2-1 1985,0-1-17,0-2 6,-1-2 16,2-1 45,1-4 2466,2-1-2337,0-2 3706,2-1-3812,0-3-23,0-2-16,0-3-18,1-1 29,3-5-68,1 2 6,2-3-11,1 5-6,0 0 0,3 1-5,1 2-6,12-1 0,-4 4 6,10-1 5,-5 5-238,3 2 227,2 1 12,3 4-18,14 10 0,-12-3-713,10 8 713,-17-4-16,-4 0-1,-3 2-5,-7 0-16,-4 2 44,-5-2-17,-5 1 233,-6-2-222,-15 6-5,-3-5 0,-13 4-23,5-8 641,-3-3-1246,2-3 1,0-1-779,-8 1-4039,-22 2-4066,39-11 9163,4 0 0,11-1 0,3 0 1</inkml:trace>
  <inkml:trace contextRef="#ctx0" brushRef="#br0" timeOffset="343371">27097 15862 15804,'0'-4'5937,"0"1"-4503,0 3-1193,-8-61-2083,4 40 1951,0-14 1,-2 3 716,0 21-663,0 2 302,-2 1-303,-8 1-112,1 4 6,-7 0-16,0 5-7,-2 3 40,-17 9-45,8 0-527,-12 7 510,15-4-16,0 2 5,4 0-6,5-1 897,3 0-908,6-1 1,5-1 21,4-2 1,3 0 5,4-2 0,4-1 6,6-3 11,2-1 17,4-2 50,14-4-33,-8-3 22,9-5 61,-12-4 18,-2-3 39,-1-2 207,2-10-208,-7 5-21,1-7 563,-8 9-598,-2 2-5,0 2-11,-4 4-23,0 3 110,-1 2-171,-1 4-90,0 0 17,-2 7 6,0 0 22,-1 8 0,0 2 0,0 4-11,1 1 5,0 3-22,2 0-22,1 2-46,3-1-128,4 2-151,6-2-280,4 1-438,4-2-861,3-1-3310,5-2 5264,4 0 0,-15-11 0,-2 0 0</inkml:trace>
  <inkml:trace contextRef="#ctx0" brushRef="#br0" timeOffset="343576">27661 15774 24071,'32'-24'-2218,"0"5"359,2 18-2051,1 0-5921,-2 1 8854,-5 0 0,-13 0 0,-6 0 1</inkml:trace>
  <inkml:trace contextRef="#ctx0" brushRef="#br0" timeOffset="343752">27725 15944 26116,'12'-7'-101,"5"-2"-67,9 1-246,7-2-438,4 0-867,5-2-6684,3-1 8403,10-3 0,-26 7 0,0 1 0</inkml:trace>
  <inkml:trace contextRef="#ctx0" brushRef="#br0" timeOffset="344726">28551 15708 16723,'0'-3'4912,"0"0"-1053,0 3-3836,-4-28-12,2 20 0,-3-21 6,2 32 5,-2 0-5,-9 10 0,2 0 5,-7 6 1,-2 9-18,6-7-5,-3 10 0,9 0 0,5-7 0,3 6 0,6-11-3420,5 1 3381,7-1-28,3-1 31,7-2 0,3-1 25,7 2-346,-5-3 1,0-2 362,2-4-12,-1-1 17,-3-4 6,-3-1-34,-5-3 56,-4-2 6,-5-1-6,-4-3 3074,-3-6-2968,-9-10-117,-2 2-28,-8-6 35,-2 8-24,-1 0 1,-4-1-7,0 1-5,-1-1 1069,-10-5-1052,7 6 16,-7-4-21,9 9 44,2 0 95,-5-4-45,8 5-22,-2-2-11,11 6-11,3 0 50,2-3-68,2-1-32,4 0 4,2 1-4,4 4-1,2 2-22,2 0 27,13 1-10,-4 2-28,22 1 10,-15 4-711,10 2 751,-12 5-50,-1 1-93,-2 4 53,-1 2-55,-3 4-74,-4 3-212,-4 3-337,-6 3-3836,-2 2 1462,-11 2-6717,0-3 9440,-6-5 1,6-11 0,2-6 0</inkml:trace>
  <inkml:trace contextRef="#ctx0" brushRef="#br0" timeOffset="345486">26742 16627 23252,'2'-43'341,"-1"1"1,1 3-1,-1 9-94,-1 21 278,0 4-385,-1 1-23,0 1-107,1 2-16,-1 14 81,1 8-69,-1 18-6,1-6 188,0 1-171,0 0 0,-2-1-6,0-1 0,-2-7-5,0-11-6,1-3-6,0-3 6,1-2-5,0-3 44,2 0 683,0-2-514,6-16-175,0 4-5,6-14-5,-2 7-1,2-1-22,1-1 11,1 1 0,1 2-11,0 2 6,0 3-40,6 2 40,-6 6 0,6 0-1,-5 4 6,2 3-11,3 2 6,2 6-6,16 11-11,-9-2-773,10 9 767,-15-8-11,2 10 0,-11-1 0,-3-1 23,-13-4-1,-8-10-11,-6-1-16,-7-1 10,-4 0-5,-3-2-16,-3-1-18,0-1-39,0-2-319,-7-2 90,13-3-180,-4 0-342,16-5 124,4-2-2241,3-4-6345,3-1 9314,2 0 0,1 4 0,0 2 0</inkml:trace>
  <inkml:trace contextRef="#ctx0" brushRef="#br0" timeOffset="345728">27761 16532 21013,'-5'0'3809,"2"0"-2649,3 0-1177,-1-10-84,14 5-134,6-8-191,16 10-1281,7-1 682,3 1-499,2 0-889,1 2-2707,-2 0 5120,1 1 0,-21 0 0,-4 0 0</inkml:trace>
  <inkml:trace contextRef="#ctx0" brushRef="#br0" timeOffset="345900">27839 16669 25438,'37'-3'-532,"3"0"-51,1-5-1285,5 0 416,3-2-2289,-12 2 0,1 0 3741,-5 0 0,-2 0 0,25-5 0,-27 5 0</inkml:trace>
  <inkml:trace contextRef="#ctx0" brushRef="#br0" timeOffset="346084">28669 16378 22797,'-26'22'19,"0"0"1,-15 18 1105,38-15-1209,2-5-118,1 9-336,4-9-565,1 2-1183,3-1-4950,0-3 7236,0-3 0,-4-9 0,-2-1 0</inkml:trace>
  <inkml:trace contextRef="#ctx0" brushRef="#br0" timeOffset="346558">28906 16495 20711,'0'-5'3153,"0"1"-1792,0 4-1227,22-63-27,-11 42-671,3-15 1,2 2 636,-3 22 274,1 1-285,1 1-23,1 2-5,2 2-1,-1 1-10,2 2 5,-2 1-17,1 1 6,0 0-12,1 3-10,-2 1-1,3 4-2483,-2 2 2484,2 3-760,-1 3 753,0 2-10,-2 1-6,-2 1-127,-4 0 133,-3-1-12,-4 0 17,-2-2 1,-4 0 4,-4-1 12,-2-1 6,-4-2 0,-2-2 5,0-2 0,0-1 11,-1-2 46,-6 0-24,5-3 18,-3 0 22,6-2 39,2 0 3144,-1-3-3116,4 2 1131,1-3-1136,5 1 182,1 0-232,1 1-24,0 0-32,0 0-18,2 1 0,0-1-22,4 1 6,2-1-6,2 2-6,4-1-5,1 1 0,2 3 11,3 1 0,1 5 0,1 1 0,10 10-11,-9-4 22,6 6-11,-13-4 0,-3-3-28,-5 1 11,-4-1-39,-8 4-11,-5-5-118,-10 4-772,-20-2-220,6-5-1427,-16 2 2604,6-5 0,20-4 0,1-1 0</inkml:trace>
  <inkml:trace contextRef="#ctx0" brushRef="#br0" timeOffset="350388">26701 16585 19641,'7'-47'881,"1"0"0,-1-1 1,0 7-524,-3 17-44,1-6-51,-1 12-39,-1 1-22,1 1-17,-1 2-17,1 2 0,-1 0-12,0 4-44,-1 1-39,0 3-62,-1 2-44,-1 2 44,0 6 34,-1 2-6,-2 7 0,1 2-16,-3 3-18,-1 4 29,-4 16-23,2-8 0,-3 12-5,2-13-23,1-1-464,0 0 469,1-2 24,-1 10-12,2-10 11,0 6-22,2-13 11,0-2 0,1-3 16,-1-1 12,1-5 6,0-1 526,1-3-415,0-2 107,1-3 589,0 0-712,1-8-90,0 1 17,-1-8-17,0 0-5,-1-4 5,1-1-17,0-4 18,0-2-12,1-4 0,0 0 0,0-1-6,0 3 6,0 1 11,1 4-5,1 4-1,0 5-5,0 4-5,-1 4-12,0 3-50,0 0 33,0 7 6,0 1 0,3 14-5,-1-3 10,1 8-5,0 7 0,-2-7 0,0 9 0,-2-9 11,0 0-5,0 0-6,0-1-17,0 0 6,0 0 11,0-2-6,0-1-38,-1 3 32,0-6-16,-3 1-5,3-10 22,0-2-17,0-2 28,1-1 0,0-1 0,0-1 50,0-1-16,2-5-6,1 1 5,2-6-5,0 1-28,1-2-5,2-1-1,-1-2 6,1-1 6,1 0-1,5-6-5,-3 7 6,3-4-1,-5 8-5,0 0 34,3 0-40,-4 3 6,3 0-5,-5 3-12,0 1 39,0 1-27,4 1-1,-3 1-5,6 1 22,-3 2 0,3 1-5,3 1-6,2 1 0,3 1 11,13 5-5,-7-3-6,9 4-11,-5 2 5,-10-3-16,2 4-29,-13-5 40,-6 1 11,-1 0 6,-6 0 33,-11 8-11,-2-5-28,-9 5 11,-10 0-39,8-6-353,-11 3 392,12-6-11,-13 0 23,10-3-3278,-10 0 3266,13-5-2202,0-3 2112,1 1-1569,2-4 1256,1-1-536,3-4-875,3-4 1803,2-4 0,7 6 0,1 0 0</inkml:trace>
  <inkml:trace contextRef="#ctx0" brushRef="#br0" timeOffset="351779">26844 17525 15493,'-15'-39'-28,"4"8"2576,14 34-2531,3 3 1398,2 3-1421,4 3 871,6 13-865,-2-5-5,5 10 3397,-6-7-3409,-1 0 11,-1 2-293,-2 2 254,-3 2-5,-5 0-17,-2 0 67,-5-2 0,-2-3 11,-6-4 84,-10 0-22,5-8 50,-8-2 51,9-8-12,1-2 0,2-5-22,3-2 221,2-5-288,4-2 56,4-10 0,10-5-40,9-12-78,4 9 17,4 0-226,-4 13 209,2 1-477,1 2 466,3 2-135,15-2-632,7 3-129,1 2-1673,-1 4-567,-15 4 3136,5 1 0,-20 2 0,-1-1 0</inkml:trace>
  <inkml:trace contextRef="#ctx0" brushRef="#br0" timeOffset="352527">27712 17456 18537,'0'-3'4269,"0"0"-1306,0 3-2952,-61-36-2546,34 32 2535,-11-13 0,0 4-11,11 24 773,-8 9-768,2 5 1,-1 8-6,12-7-6,10-1 11,9-11 407,2-1-395,8 3-1,0-6-5,8 2 1361,1-6-1350,3-2-11,2-2 17,3-2 0,0-2-6,0-2-5,0-4 27,-1-1 68,5-9-17,-9 3 11,4-5 12,-10 4 10,-2 0 12,-2 0 112,0-5-118,-4 7 6,-1-2-28,-2 8-17,-2 3-12,0 1-44,0 2 6,0 2-45,-4 1 16,0 4 12,-4 1-17,0 4 23,-1 1-23,0 3-23,-3 10-66,5 3 21,0 1-38,4-3-308,7-2 61,2-6-73,6 3-123,2-9-56,3-2 6,3-3-17,1-3 50,2-1 135,2-4 112,-2-2 167,1-4 163,-3-3 56,-2-2 57,-2-2 50,-3-2 285,2-9 146,-2-2-286,0-1 0,-4 4-5,-3 10-23,-2 2-22,1 2-6,-3 2-16,0 2-34,-1 2-34,-1 1-61,0 2-40,-1 1-72,0 5 5,-1 2-22,-3 12 22,-1-2-17,-3 8 6,0-4 6,0 0-17,0 1 5,-1-1-11,-4 6 6,4-7-6,-2 3 17,5-8 45,2-7 33,2-1 118,2-5-112,8-12-67,0 2 6,8-10 27,-2 3 0,4 0 1,0-2 22,3 1 16,9-10-44,-6 8-757,8-4 757,-8 10-386,-1 3 352,1 2 0,0 4 0,-3 1 12,-2 2-12,4 4-22,-8 2-51,4 4-56,-6 2-424,10 16-2052,-3-2 376,4 5-2072,-8-11-4672,-5-9 9057,-2-2 0,-4-4 0,-2-2 1</inkml:trace>
  <inkml:trace contextRef="#ctx0" brushRef="#br0" timeOffset="355668">28716 17488 21662,'16'-59'593,"-5"11"-470,-15 46 414,-3 0-464,0 1 121,-2 1-182,-1 1 142,-10 7-109,3 1 27,-8 7-27,4 0-53,-2 2 36,-1 2 0,1 0-28,0 0 12,2-1 4,3-2-16,5-1 6,2-3-17,6 4 22,2-7 39,5 1 335,4-6-279,4-2 6,4-1 39,2-2-11,3-3 17,2-2 33,2-3-22,1-4 6,-2 0 17,1-1 16,-3 0-16,-1-1 5,-2 0 5,-3 0-44,-1-1 11,-2 3-22,-3 0 10,0 4-4,-4 2 94,0 1-235,-3 4 0,-1 4 6,-1 4 34,-3 5 5,-5 16-40,-3 11-32,-1 3-756,1 5 727,3-10-45,-2 23 51,3-11-789,3-18 1,0 1 804,-2 13-5,-2 0-5,-2 0-6,-4 0-6,-2 0 34,-4-1-431,-2-3 436,-1-6 45,-10 0 1,11-16-29,-4-2 11,14-15-5,3-4 579,2-5-562,2-4-6,2-8-34,2-4 17,4-5 3,8-6 0,5-2 9,5-13-681,0 9 0,1 0 680,10-6-5,4-3-104,2 2 143,4 1 6,-1 1-62,2 3-23,-1 3 7,-2 5-12,-13 13 0,1 1 11,11-8-11,10-4 0,-18 13 22,-1 3-16,-3 2-1,-3 3 23,-5 2-58,-3 2 63,-5 1 1,-1 2-12,-4 1 2936,-1 1-2930,-1 1 651,-2 1-639,-5 4 79,0 0-91,-8 10 6,4-5-12,-4 4-5,4-4 5,1 1 1,1-1-6,1 0 11,2-2-23,1 0 6,1-2 6,4 2 39,1-2-5,3 2-1,0-3-22,1-1-17,7-1 23,-1-1 11,4 0-17,-3-3 11,1-1-17,-1-3 6,7-6 23,-6 2-7,5-6 1,-7 3-17,-1-1 0,-1-1 23,-4 0 21,-1 1 7,-4 1-18,-1 2 1,-2-1-12,-3 3 1,-1 0-18,-4 1 1,-1 2 11,-2 0 11,-8 3-28,4 0-34,-31 13 17,26-3 45,-18 11-28,28-6 12,1 2 10,1 1-56,3 2 46,0 1-24,3 2 7,1 1 10,2 0-44,2 0 6,4 0-46,5 0-94,5-1-253,4-1-341,5-1-410,6-1-1756,4-3-1167,3-3 4100,8-1 0,-22-5 0,0-3 0</inkml:trace>
  <inkml:trace contextRef="#ctx0" brushRef="#br0" timeOffset="355901">29735 17271 21534,'-5'-3'2834,"2"2"-1260,3 1-1574,24-28-5660,-3 21 5638,23-22 1140,-5 28-1684,23 1 11,-12 2-467,-8 2 0,0 0-1509,5 4-1210,9 5 3741,-21-1 0,-18-6 0,-3 0 0</inkml:trace>
  <inkml:trace contextRef="#ctx0" brushRef="#br0" timeOffset="356084">29938 17414 17966,'-5'1'4246,"1"-1"-1927,4 0-2325,20-6-28,-1 2-22,18-5-128,-5 3-4410,1-1 4023,1 1-1745,0-1 792,1 0 1524,18-5 0,-30 8 0,10-3 0</inkml:trace>
  <inkml:trace contextRef="#ctx0" brushRef="#br0" timeOffset="356470">30527 17170 19596,'-3'0'3708,"0"0"-6926,3 0 3341,20-53 999,-8 33-1055,5-13 0,1 2 6,-3 20 6,6-2-29,-9 8 899,7 3-927,-4 1-27,4 4 22,-7 3-12,1 6 1,-2 4-1,-1 4-10,-2 5 5,-2 3-23,-5 19 23,-5-11 2957,-6 12-2969,-5-16 495,-4-3-477,-11 7 16,5-11-11,-6 5 12,2-7 22,11-6-62,-5 1 17,14-9 346,3-4-278,3-2-12,3-2-12,6-3-4,13-6-12,1 1 5,13-6 1,-4 4-12,5-2-1298,2 2 1287,4-1 11,3 1-22,1 2-5,3-2-91,-1 3-256,-2 0-662,-5 0-1669,-5 0 2683,-5-2 0,-14 5 0,-3-1 0</inkml:trace>
  <inkml:trace contextRef="#ctx0" brushRef="#br0" timeOffset="360371">8253 12152 15300,'0'-4'2980,"0"0"-756,0 4-1933,16 35-23,-11-9-290,13 32 274,-16-24 0,-1 1-1977,2 24 1829,-1-16 0,0 2-6,-1-9 0,1 2 6,0 3 1,0 4-1,0-1-1348,0 9 1,1 2 1289,0-6 1,-1 4 0,1-3 14,0 9 1,1 0-893,0 3 0,0 2 861,-1-21 0,1 2 0,-1-1-378,0 3 0,1 0 1,-1 1 378,1 1 1,-1 0 0,1 2 25,0 0 0,0 2 0,0 0-28,-1 0 1,1 0 0,0 5 9,-1-10 0,0 4 1,0 2-1,0-1 0,0-2-20,-1 1 1,1-3 0,0 1 0,-1 5-4,1 1 1,-1 6 0,1 2 0,-1 2 0,0-1 0,1-2-3,-2-6 1,0 0 0,1-1 0,-1-1 0,0 1 0,0 0-12,0 0 1,0-1 0,0 1 0,0 0 0,0 3 0,0 3-3,-1-4 1,0 3 0,-1 3 0,1 2 0,-1 1 0,1-1 0,-1-3 0,0-2-1,0-6-93,0 11 0,-1-6 0,0-3 1,1 2-1,-1 6 85,0-9 1,0 4 0,1 3 0,-1 1-1,0 0 1,0-2 0,-1-3 0,1-4-10,-1 4 0,-1-4 1,1-3-1,-1 0 0,1 1-17,-1 1 1,1-1-1,-1 0 1,0 3 0,0 4-944,0-6 1,-1 4 0,0 4 0,0 1-1,0 0 1,0-1 0,0-3 0,1-4 975,-2 9 0,2-5 0,-1-2 0,0 1 0,0 2 0,0-2 0,0 5 0,0 1 0,-1-4 0,2-5 0,0-10 0,0 2 0,0-1 0</inkml:trace>
  <inkml:trace contextRef="#ctx0" brushRef="#br0" timeOffset="362505">1451 13712 22632,'-23'-42'199,"1"0"1,2 3 0,0 11-77,0 22-22,-2 2 265,-1 3-282,-1 4-23,-1 3 6,0 4-22,-2 3 11,-8 11-56,10-3 96,-6 8-96,16-7 0,3 1 71,4 10-77,6 1-11,4 0 163,7-5-146,3-11 0,3-1 6,16 2-1,8-1-10,2-2 10,0-2 1,-13-6 5,-1 1 6,-3 0-17,-1 0 17,0 3 5,-7-2-16,-3 2 11,-9-4-6,-3 0-6,-5 2 29,-5 1 0,-5 1-6,-4 0-6,-3 2 6,-3-2 0,-3 0 0,0-2-11,-15 4-6,10-5 0,-11 2 6,15-5-51,2-3-279,-1-1-2000,9-2-1692,3-3-5417,12 0 9422,5-3 0,0 3 0,0 2 0</inkml:trace>
  <inkml:trace contextRef="#ctx0" brushRef="#br0" timeOffset="362725">2003 13950 19888,'-3'0'3629,"0"0"-1254,3 0-2425,-2-18-113,13 9-229,3-16-376,17 14-626,4-3-1289,5-2 2683,7-4 0,-21 9 0,-1 1 0</inkml:trace>
  <inkml:trace contextRef="#ctx0" brushRef="#br0" timeOffset="362990">2517 13597 20392,'0'-5'3226,"-1"2"-1081,1 3-1915,20-63-62,-11 43-65,5-17 1,2 4-20,3 26-28,7 2-45,-4 7-5,2 6-23,-5 5 34,1 4 5,9 18-11,3 9-884,-13-13 0,-1 1 778,7 22-163,-7-1-319,-13-14-252,-2 1-2022,-9 21-3279,-2-16 6130,0-12 0,0-3 0,0-7 0,0-3 0</inkml:trace>
  <inkml:trace contextRef="#ctx0" brushRef="#br0" timeOffset="363164">2580 13901 17764,'37'-40'-258,"0"1"0,-6 4 1,-1 8-1244,11 18-4464,-7 4 6598,8 2 0,-20 1 1,-1 1-1</inkml:trace>
  <inkml:trace contextRef="#ctx0" brushRef="#br0" timeOffset="366365">4101 13869 18801,'-3'-54'872,"-1"-1"0,3 11 0,-4 7-637,-11 16 1507,2 16-1647,-3 3-16,-1 6 579,-3 3-624,0 7 5,-1 5-17,2 3 1,1 6-12,3 3-6,4 5-21,1 4 19,4 5-3,2 2 6,3 4-1,1 3-10,1 2-12,0 4-645,1 4 631,-1-31 1,1 1-29,1 0 0,0 1-56,0 2 0,0-1-45,0 2 1,1-1-54,-2 1 0,0 0-28,1-1 1,-2 0 30,-1-1 0,-1 0 53,-1-2 0,-1-2-22,-9 28 162,-5-10 101,-2-10 50,-3-12 29,-1-10 33,-1-9 97,-8-11-119,8-7-23,-3-9 0,13-5-16,5-5-7,4-5-10,3-2-17,4-3 264,5-2-315,5-1-22,5 0 487,4 2-510,4 2-5,4 3 0,2 2-22,2 1-6,1 2-23,2 1-5,1 0-16,2 1-12,1 0 0,2 0-34,2 0 17,0 0 17,1-1 34,-1 0 22,1-1 28,-1 1 0,-2-2 11,-2 1 6,-2 1 16,-5 0 23,-3 3 17,-4 1 122,-5 3-44,-5 2 45,-2 4 22,-4 2 46,-3 4 268,-1 1-308,-4 5-84,0 0 28,-1 3 1030,-3 5-1187,0 0-11,-5 7 11,1 1-11,-2 2 0,0 3 0,0 2 0,1 2-28,-2 13-28,4-6-140,-1 8-286,5-9-414,1 0-779,1-1-1848,0 1 3523,1-1 0,0-12 0,0-2 0</inkml:trace>
  <inkml:trace contextRef="#ctx0" brushRef="#br0" timeOffset="366542">4696 13642 22246,'-37'24'-9831,"7"-3"8167,31-2 1,-1-9 0,1-5 0</inkml:trace>
  <inkml:trace contextRef="#ctx0" brushRef="#br0" timeOffset="366990">4905 13945 21243,'0'-4'3512,"0"1"-1865,0 3-1642,4 15-5,0 0 6,4 14 16,0 22-50,-4-1-758,-4-13 0,-3 1 775,-3 11-1,-8-4 12,4-21 12,1-4 16,1-5 22,1-5 34,1-4 22,1-4 18,0 0-7,1-5-11,0-2 6,2-5 1539,-1-2-1516,1-3-6,1-2-1,0-3-16,0 0 0,2-3-11,1 2-17,3 0 39,5-7-83,-1 8-7,4-3-10,-3 10-12,0 3 0,1 2 0,1 2-5,7 2-1,-3 2-5,8 3 6,3 7-68,11 13 34,-7-2-341,1 7 324,-22-8-5,-5 0-17,-3 1-6,-5 1 0,-4 0-22,-5-1-34,-3-2-330,-12 3 73,6-8-180,-8 1-252,8-7-437,0-3-6799,-6-3-1311,8-2 9365,-2-1 0,14 0 0,4 1 0</inkml:trace>
  <inkml:trace contextRef="#ctx0" brushRef="#br0" timeOffset="367472">5418 13779 26934,'18'-11'162,"1"25"-128,-13 22-9,-1-3 0,0 1-1096,-1 8 1088,1 15-11,-5-18-3584,-5 18 3572,-1-14 259,-4-5 1,0-1-243,-3-5 0,-4 11 73,7-29 28,4-7 346,0-1-357,3-6 3206,1-7-3239,0 0 689,1-8-695,0 0-6,1-2 5,2-2 12,0-1 5,3-1-16,2 0 11,1 1-12,2 0-5,0 2-5,1 2-29,1 1 23,13-7-38,-8 9-7,10-4 0,-11 11 0,2 2 0,0 2 0,0 1 0,11 7-3392,-7 0 3392,9 5 0,-10 1 0,-1 0-18,-4 2-27,1 6 56,-8-2-22,-2 4 5,-8-5-22,-14 7 17,-13 1 11,-4-2-28,-7-4-28,-6-9 2899,9-4-2966,-11-2-325,5-7 84,12-2-185,-4-4-308,19-2-431,6-1-5350,8-7 6638,10 1 0,-3 3 0,3 7 0</inkml:trace>
  <inkml:trace contextRef="#ctx0" brushRef="#br0" timeOffset="367790">5917 13954 26346,'4'32'330,"-2"-1"-302,-6-7-11,1 1 39,2 1-45,1-1-11,1-1 0,3 0-22,2-3 22,5-1 11,9 2-22,-4-8 22,7 1 22,-7-9 7,-2-4 21,1-1 1,-3-5-6,0-1 22,0-5 17,-2-3 12,-1-1 5,-2-3 5,-1-1 29,-2-1-23,-2-3-22,-2 0-11,-2-1-18,-2 0-16,-4 1 0,-2 1-16,-2 2-46,-3 3 23,-4 2 5,-15 1-44,5 5-45,-12 0-135,10 6-257,3 1-426,3 1-818,4 0-2985,6 1 4688,5 0 0,6 0 0,1-1 0</inkml:trace>
  <inkml:trace contextRef="#ctx0" brushRef="#br0" timeOffset="368476">4874 13961 12601,'-4'-8'6177,"0"2"-4950,4 6 4077,0 0-5001,-2-64-23,3 43-48,-2-18 1,2 2-43,2 25-16,0-2-23,-2 7-33,1 1-29,-2 3-27,0 0-12,0 3-61,0 4 22,1 3 0,0 7-5,1 14-6,-1-2-6,2 10 6,-2-7 0,2-2 0,-2 0 0,2-1 6,-2-1 0,1-3 5,1-2-11,-1-3 5,0-4 18,-1 0 10,0-6 91,0-1 4,0-5 124,-1-1-168,0-4-39,0-2 0,1-7 5,1 0-5,0-3 11,1-2 0,0-2 28,4-14-50,0 6 11,2-10-1,-2 10 29,2-7-34,-2 11 6,1-1-6,-6 15-5,0 3-12,-1 4-72,-1 2 33,0 6-11,0 2-17,-1 8-335,-1 16-192,1-3-576,-1 13-4955,1-9 6103,1 4 0,0-17 0,0-1 0</inkml:trace>
  <inkml:trace contextRef="#ctx0" brushRef="#br0" timeOffset="368983">6286 13947 13124,'17'-55'1028,"0"-1"1,-1 6 0,-2 6-379,0 2-84,-2 7 976,-2 8-1122,-3 5-84,-1 7-78,-3 4 1006,0 6-1169,-2 3-44,-1 3-18,0 5 2100,0 6-2071,0 8 11,0 9 11,0 9 1005,-1 9-1021,-2 8-18,-3 5-25,2-27 0,-1 0-5,0 0 0,0 1-6,0 0 0,0 0-6,-1-1 0,1 1-8,0-2 0,1 1-3,0 9 1,2 1 132,0-11 0,2 0-138,1 7 0,3-1-54,8 11-112,8-3-279,8-4-1401,7-2-224,9-5 1635,-15-15 1,-1-3 0,4 2 0,0-2 0</inkml:trace>
  <inkml:trace contextRef="#ctx0" brushRef="#br0" timeOffset="372215">6997 14188 13284,'-2'-8'6576,"0"2"-4605,2 6-1304,-6-64-113,5 40-322,-2-14 1,0 2 165,3 19-57,0 2 242,1 1-331,-1 4-45,0 0 57,0 7-203,0 1-27,-1 2-17,-1 3 5,-4 3-11,-2 6 12,-4 5-7,-2 5-529,-4 6 524,-2 3 1,0 3-1,2 1-6,1 0 7,3-1-29,5 11 11,3-15 1,7 7-18,5-18 12,15 1 0,-1-8 11,26-1 0,1-15 11,3-3-11,-18-3 0,-1-2 11,4-6-11,6-7-3196,-19 7 3224,-6-1-1294,-4 1 1294,-6 1 286,-3 0-280,-3 2-6,-5-1 0,-3 1-17,-6 1 0,-4 1-11,-4 1 2719,-2 1-2713,-4 2 2026,0 1-1993,-27-4-28,21 6-589,-19-4 583,30 5 12,4-2 0,3-2 5,4-1-10,3-2 10,4-9-22,4 3 6,5-5-6,5 7 0,5 1 600,12-2-600,-5 7 6,9 0-1,-10 7-5,2 2 12,16 14-12,-13-4-304,13 11 304,-19-7 0,-1 1-12,-1 2-4,-1 0-18,-1 2-145,1 13-73,-6-4-169,0 11-228,-8-6-287,-3 2-2435,-10 18-942,0-11 3618,-11 16 1,14-36 0,-2-1-1</inkml:trace>
  <inkml:trace contextRef="#ctx0" brushRef="#br0" timeOffset="372439">7503 14210 25640,'0'39'56,"0"7"-56,0-22-11,0 9-23,0-8-89,0 2-180,-1 1-330,-1 0-3164,-3 10 3797,2-7 0,0-4 0,2-14 0</inkml:trace>
  <inkml:trace contextRef="#ctx0" brushRef="#br0" timeOffset="372690">7792 13966 25320,'-3'4'141,"2"4"-102,5 12-17,2 2 6,-2 0-16,0 2-7,0 1-10,0 1-141,0 13-112,-1-9-280,0 9-470,-1-11-779,-2-2-1585,1-2 3372,0 0 0,-1-12 0,1-1 0</inkml:trace>
  <inkml:trace contextRef="#ctx0" brushRef="#br0" timeOffset="373247">7979 14076 11363,'-1'-9'6368,"-1"2"-4592,2 7 1624,0 0-3008,8-63-1591,-4 41 1336,1-15 0,1 3 82,0 20 438,-1 1-494,2 1-46,-1-1 241,2 3-291,0 1 0,0 1-38,1 3 1347,0 0-1359,1 2-11,2 2 10,0 0-4,3 3-7,2 1-10,2 2 5,0 3 5,1 0 1,0 3-17,-1 1 22,-1 1-17,3 8 29,-7-4-23,0 4 0,-8-6 0,-4 6-6,-2-5 6,-3 5 0,-3-7 6,-7 6 10,2-7 1,-4 4 0,3-7 50,-4 3-11,4-5 23,-4 0 33,7-5 33,0-2 202,-1-1-184,3-2-18,-1-2-10,4-2-29,1-1-11,1-1 29,1-4-85,1 3-6,2-3 1,2 4-17,4 0 0,0 1-1,4 1 1,0 1 0,9 0-6,-4 3-5,8 0-6,-6 5 17,2 1-23,1 4 0,0 2 1,0 2-1,-1 0 1,-3 3-7,-4 0-4,-4 2-1,-6 1 0,-5 7 6,-7-4-6,-7 5-5,-3-8-51,-17 6-6,8-7-77,-12 3-119,11-9-190,0-2-240,1-3-444,1-1-928,2-3-4438,2 0-2878,6-2 9393,2-2 0,8 2 0,3-2 0</inkml:trace>
  <inkml:trace contextRef="#ctx0" brushRef="#br0" timeOffset="373466">8602 14080 25970,'27'47'44,"1"1"1,-3-4 0,-11-5-39,-31-9-1656,-4 4 1264,-5 1-656,-4 3-2868,-2 2 3910,-6 7 0,19-23 0,-1 0 0</inkml:trace>
  <inkml:trace contextRef="#ctx0" brushRef="#br0" timeOffset="376447">9273 13935 22211,'-1'-8'50,"0"2"407,-1 9-418,-1 2 158,-1 0-147,-1 0 83,-2 1-71,-1-1 222,-1 2-200,0-1 0,-2 1 12,0-1 32,0 0 46,-1-2 44,2-1 46,-1-1 16,1-1-12,1-1-4,2-1-29,-1-2-27,2-2-29,1-4-34,0-1-33,2-4-22,2-2-28,0-4 33,8-14-56,1 7 0,7-10-16,1 14-1,1 2-11,1 2 6,1 4-6,7-1-5,-4 8-6,5 1 5,-8 6-10,0 4-1,-1 3-16,5 15 16,-6-2 1,1 10-7,-12-4 7,-3 3 10,-6 3-5,-5 0-5,-6 2-6,-8 1-17,-4 2-1291,-4 1 1302,-5 2-11,-3 0 11,-1 0 0,-1-2-5,2-5 33,4-4 0,4-9 51,0-5-12,11-8 1,-1-6 10,12-5 12,3-5-28,2-3 0,2-2-6,3-2 11,3-3-10,3 0-7,4 1-2056,20-9 2035,-10 14-194,15-5 176,-14 15 12,1 2-6,4 1-6,2 4-27,2 0-175,19 5-100,-10-1-240,15 2-377,-16-3-576,2-1-7489,19-1 8437,-7-2 1,-10-1-1,-20-1 1</inkml:trace>
  <inkml:trace contextRef="#ctx0" brushRef="#br0" timeOffset="376661">9905 13647 15611,'-10'-51'838,"0"-1"0,0 7 1,1 7 1302,2 20-1777,1 7 1377,1 3-1584,1 5 893,0 1-1000,2 4 3050,0 5-3044,2 7-2347,-1 9 2358,1 7-1838,2 8 1832,1 6-723,3 6 685,0 5-6,1 5-20,-4-29 0,1 1 3,-2 0 0,1 1-9,0 0 1,-1 0-6,-1 0 0,0 0-34,-1-1 1,0 1-272,-6 15 0,-2 1-736,0-12 1,-1 0 505,-7 12 1,-2 0-452,0-13 0,-1-3-1772,-4 2 1,-1 1 2771,-8 4 0,1-3 0,-2 4 0,-3-3 0</inkml:trace>
  <inkml:trace contextRef="#ctx0" brushRef="#br0" timeOffset="379652">1932 15133 11435,'8'4'5271,"-2"0"-4011,-6-4 1972,0 0-3070,4-12 6,-2 10 17,3-8 0,-4 13 5,0 1 24,0 0 4,-1 2 6,0 1 151,-5 5-212,0-2-6,-5 3-6,1-4 17,-1 0 224,-5 0-168,5-4 22,-3-1-16,6-3-17,2-3-34,1-2-39,1-3-22,1-5-40,0-2-5,1-4-22,1-4-3393,1-3 3387,4-4 0,9-14-29,-1 10-4,8-7-381,-4 17 403,1 4-29,2 3 12,1 4-17,1 3-5,1 3 5,0 4-12,-1 1 12,1 5-22,-2 2 11,-1 6-17,-3 4 5,-3 3-10,-4 18 33,-6-4-6,-7 13 2920,-6-7-2939,-5-8 0,-2 1-1404,-13 18 1412,0-6 1,-2-1 4,-8 6 12,13-18 0,0-2-5,-6 5 33,3-8 469,5-5-446,3-7 10,3-6 7,3-4 10,3-4-5,1-6 5,2-1 12,1-5-6,1-2-6,2-1-11,1-1-16,3 0-12,1 1-5,3 2-6,3 0-23,3 4 6,3 1-5,1 1-12,1 4 254,12 0-259,-4 3-17,9 1-22,-6 2-57,3 1-72,3 3 1401,2 0-1754,1 1-264,2 0-431,-1-1-896,0-1 2123,16 2 0,-28-4 0,9-1 0</inkml:trace>
  <inkml:trace contextRef="#ctx0" brushRef="#br0" timeOffset="380945">2697 15011 18257,'0'-4'4246,"0"1"-1395,0 3-2811,-9-18-18,4 17 12,-7-13-6,6 22 16,-1 1-10,1 0 0,-2 1 10,2-2-10,-2 0 11,2 0 5,0-2 6,2-1 17,-1-1 11,2-1 6,0-1-1,1-1 622,1 0-694,1-4-6,0 1 12,0-5-23,1 3 11,0-1-17,0 2-5,-1-1 17,1 0-1,0 0 7,0 0-12,0-3 0,0 2 11,0-1 11,0 0-27,1 2 16,-1-1-11,0 3 0,0-1-6,-1 2 6,1 0-17,2-1 1,0 0-29,6-3 28,-2 2-5,3 0-12,-4 0 0,1 1 1,-2 1 16,-1-1-5,0 2 5,-2 0-6,0 0 51,-2-2-22,2 0-6,0-1-6,-1-1 12,2-1-17,1 0 11,0 0 11,0-1-5,-1 3-1,-1 1-16,0 1 45,-1 0-6,-7 3 11,2 0-17,-6 2 23,4-2-23,-3 0 6,0-1 0,1 1-5,-2 0-12,3-1 28,-4 1-16,5-1-7,-3 1 1,6-2 6,-1 2-18,1-2 18,1 0-18,1 0 18,5-1-29,0 0 6,5-2-6,-3 0-10,1-1 21,0 0-5,0 1-5,-1 0 16,2-1-17,-3 2 12,1-1-40,-3 2 23,1 1-11,-1-1-29,4 1 34,-2 0-11,3-1-5,-2 0 22,1 1-34,0-1 6,0 1-6,0-1-6,1 0 23,-1 1-5,1 0-1,-1 0 29,-1 0-1,0 0 12,-3 0-6,1 0 134,-4 0-134,1-2 22,-3 1-5,1-1 6,0 1-23,-1 0 16,0 0-4,0 0-12,0 1 0,-2 0 5,0 0 23,-1 1-28,-2 3 6,-1 2-1,-1 2-21,-1 1 32,-1 2 7,-8 8-23,5-3 5,-8 6 18,7-6-1,-1 1 1,0 0-18,0 0-5,0 0 11,-1-1 6,2 0 0,1-3 0,1-1-6,2-1 0,1-3 28,2-1 29,1-1 16,2-3 134,-1-1-112,3-1-5,-1 0-6,2-2-22,0-1 62,-2-2-68,1-2-34,0 0-10,0 0 16,2 2-28,1 0 0,0 1-5,0 1-68,0 1 85,3 10-1,0-3-5,3 9 0,2-3-17,-2 1 0,3 2 0,0 1-17,2 0-5,2 2-130,12 6-533,-2-5 282,9 3-230,-4-8-375,3-2-578,3-2-1595,4-2 3181,6-3 0,-21-2 0,0-2 0</inkml:trace>
  <inkml:trace contextRef="#ctx0" brushRef="#br0" timeOffset="381196">3065 15051 19518,'-2'-3'3736,"0"2"-583,2 1-3153,-11-32-5,11 23-51,4-24-23,13 32-503,24-1-18,-10 1-578,10 0-32,-9 1-534,-2 0-6864,7 4 8608,-10 1 0,-5 0 0,-13-1 0</inkml:trace>
  <inkml:trace contextRef="#ctx0" brushRef="#br0" timeOffset="381381">3151 15213 18375,'-4'1'4375,"0"0"-2018,4-1-2396,9-19-56,5 11-112,12-15-129,5 15-196,4 0-275,3 0-369,1 0-650,2 1-941,0 1-2072,-2 0 4122,4-1 0,-22 4 0,-1 0 1</inkml:trace>
  <inkml:trace contextRef="#ctx0" brushRef="#br0" timeOffset="381719">3887 14975 26262,'-42'16'201,"4"1"-139,12 9-29,-4 11-27,8-6-12,3 4 1,16-11-1,2-5-22,6 2 23,2-9 10,5-1-10,2-2 27,3-2-22,1-3 0,3-2 11,1-1 12,11-6-12,-7-1 17,8-6-28,-13 0 45,-2-2 5,-2-1 23,-3-1 22,-2-2 17,-3-1 0,-2-1-17,-3-2-5,-3 1-1,0 0-5,-3 2 0,-1 3-5,-4 0-34,-3 4-12,-4 2-27,-2 2-12,-2 2-44,-2 2-174,-2 3-3846,-1 1 2233,-1 2 1654,-3 3 0,13-2 0,0 1 0</inkml:trace>
  <inkml:trace contextRef="#ctx0" brushRef="#br0" timeOffset="383176">5014 15051 22120,'4'-40'800,"0"0"1,2-22-661,-7 59 227,-2 7-378,-3 3 134,-3 5-111,-2 6-1,-4 3-6,-1 4 52,-3 3-107,-9 16-152,7-9 11,-6 11-173,8-13-319,0-1 134,-10 10 1,-2 0 0,11-11-1,-5 1 1,0 0 0</inkml:trace>
  <inkml:trace contextRef="#ctx0" brushRef="#br0" timeOffset="383311">4537 15280 16191,'-15'-46'1308,"1"0"1,1 4 0,3 7-574,7 8 1098,2 3-1569,2 10 211,0 1-402,1 11 151,2 0-196,1 2 518,4 3-456,12 9-45,-1 3-6,12 9-33,-3-1-975,4 3 655,3 2-2621,-7-6 0,2 0 2935,-3-2 0,-1-2 0,20 15 0,-19-16 0</inkml:trace>
  <inkml:trace contextRef="#ctx0" brushRef="#br0" timeOffset="384806">4651 15220 15137,'-4'-10'4605,"0"2"-1916,4 8-248,0 0-2234,-33-43-489,22 32 434,-25-32 112,30 43-146,1 0-17,1 0-12,1 0-27,2 1 117,0-1 209,3 3-344,1 0 35,5 3 16,3 1 0,4 2 0,5 2 68,19 11-113,-4-4-16,13 7-12,-8-4-75,1 0 0,2 0-1186,-15-7 1,1 0 655,17 8 0,1 0-3091,9 1 3173,-22-9 0,-2-1 1,4 1-1,-1-1 0</inkml:trace>
  <inkml:trace contextRef="#ctx0" brushRef="#br0" timeOffset="388771">20733 9040 17384,'1'-5'2201,"-1"0"1865,0 5-4066,4-28-39,-4 21-62,0-18 90,-5 30 28,-4 6 17,-3 4-12,-3 4-3397,-3 5 3386,-1 2-2279,0 1 2268,2 2-1137,1 0 1143,3 0 10,1 12 7,7-10-12,0 9 0,9-15 12,3 1-1,5-4 6,6 1 11,4-4 0,5 0 6,5-4 1700,5-2-1695,4-4 29,21-3 1315,-15-3-1360,12-4 22,-24-3-6,-4-2 3242,-5-4-3197,-6 1-5,-4-2-6,-6 1-6,-5-1 495,-2 1-522,-4-2-12,-4 1-22,-5-1 0,-14-6-17,-11-2 11,-2-1-239,-2 1 228,-2-2 11,-2-3 0,-1-2 12,6 1 5,14 6 11,3 1 11,3-3 6,4 2-5,4-1 10,5 1-16,2 0 17,2 2-12,5 1 0,1 2-15,5 2 4,2 1-6,2 2-10,2 3 5,1 1 0,1 1-11,1 3-12,0 1 6,1 1 1,10 7-14,-6 1 2,6 8 6,-9-1-12,-2 2 12,2 2 0,-3 2-1,2 1 1,-2 1-29,-2 2-3323,-1 0 3257,-3 2-1896,-4 1 1459,-4 3-583,-5 1-936,-7 3-3477,-8 0 5522,-12 7 0,13-20 0,-2-1 0</inkml:trace>
  <inkml:trace contextRef="#ctx0" brushRef="#br0" timeOffset="401442">2345 16177 9481,'1'-4'6245,"0"1"-1238,-1 3-4486,11-64-1365,-11 42 1054,5-14 1,-3 2 153,-7 22 373,-1 3-479,-2 0 171,-1 2-272,-2 1-28,1 2-73,-4 2-17,-1 1-17,-3 2-22,-3 4 11,-4 5-16,-1 6 10,-3 4 123,-2 5-128,0 3 6,0 3-12,1 0-5,3 0-6,4-2 6,5-1 0,4-2 0,6-3-6,4-3-6,2-3 7,4-2-7,3-3 23,3-3 11,4-2 17,1-3 28,4-2-5,2-2-1,2-3 12,0-2-1,1-5 29,0-3 11,0-3 11,-1-1 17,-1-1 16,-1-2 6,-3 0 17,-2 1 0,-2 1 163,0-4-179,-5 9-12,1-2-34,-6 9 603,0 3-676,-2 2-72,0 0 11,0 6 17,0 1 5,2 7-5,0 1 17,2 2-12,1 2-5,3 12-6,-2-7-28,4 10-106,-1-9-219,2 2-364,2 0-571,2 1-1663,2-1 2120,5 1 0,-11-13 0,1-1 0</inkml:trace>
  <inkml:trace contextRef="#ctx0" brushRef="#br0" timeOffset="401657">2885 16146 23629,'35'-42'-140,"-1"0"0,-2 2 0,0 9-320,7 19-279,3 0-387,2 1-420,0 2-651,-1 1 2197,11 4 0,-29 2 0,6 1 0</inkml:trace>
  <inkml:trace contextRef="#ctx0" brushRef="#br0" timeOffset="401811">3056 16196 25668,'18'6'-90,"-2"-3"-5923,40-29 5335,-10 6-532,3-1-132,1 0 1342,9-3 0,-29 12 0,0 0 0</inkml:trace>
  <inkml:trace contextRef="#ctx0" brushRef="#br0" timeOffset="403771">4152 16236 16986,'-1'-57'1379,"0"0"1,0 6 0,0 8-680,0 16-38,-2 5-97,1 3-66,0 4-79,-1 2-68,1 4 124,-1 2-364,1 4-100,0 1-236,1 2 140,0 5 39,1 2 56,-1 8-17,1 4 12,-1 4-17,1 3 11,0 4-28,0 0-118,0 2-223,0 1-1620,4 13-111,0-11-1541,4 8 3641,0-14 0,-4-13 0,1-3 0</inkml:trace>
  <inkml:trace contextRef="#ctx0" brushRef="#br0" timeOffset="404237">4447 16020 21004,'-10'-43'199,"1"0"1,0 3 0,3 9-116,8 20 664,1 0-692,4 0 220,2 2-248,1-1 112,1 3-140,0 1 403,5 1-398,-4 3 1,4 1-6,4 6-6,-3-1 6,5 6-11,-6-2 6,-1 2-7,-2 2-4,-2 2-18,-2 1-22,-3 11 34,-4 3 10,-4 0 12,-2-3 0,-2-12 34,-2-1 5,2-4 28,-2-2 57,2-1 49,0-2 46,0-2 33,-1-1-6,1-1-11,0 0-16,1-1-18,1-2-10,0-1-35,1 0-9,2 1-24,-1 0-39,2 1-28,0 0-28,0 1-28,3-1 11,1 1-22,5-1 5,2 2 1,4-1 5,2 1 0,3 1-23,13 7 1,-6-1-6,9 7 0,-12-2-23,-4 3-66,2 9 50,-9-5 10,-1 8-55,-13 0 62,-5-6 16,-6 6 17,-5-9-72,-15 6-46,5-7-156,-12 4-241,9-9-353,-1 0-1018,-2-3-1967,1-1 3870,-5-2 0,18-3 0,2-1 0</inkml:trace>
  <inkml:trace contextRef="#ctx0" brushRef="#br0" timeOffset="405024">2127 16790 22335,'-7'4'157,"1"4"-129,6 14 17,0 2-5661,0 3 5656,1 1-539,-1 3 550,0 0 693,-2 14-705,1-11-28,-4 8-210,2-15 233,-3-1-6,2-4 5,-2-1 2290,-1 3-2261,2-9 11,-1 2 28,4-11 39,0-2 3071,1-3-2271,1 1 5,-5-10-766,1-5-33,-4-11-85,3 2 514,2-11-530,2 13 0,0-8-28,1 10-1,2 0 1,0 2-17,4 2 23,0 1-29,2 3 12,1 0-6,2 2 33,7 0-22,-2 3 6,8 1-34,-5 4 12,11 4-1,-7 1-11,16 9-11,-18-1-3425,13 17 3442,-21-12-272,2 10 278,-14-11 5,-3-1 5,-3 1 12,-5-1-11,-2 0-6,-9 5 0,3-7-23,-6 4-61,-1-4-39,6-4-106,-5 0-159,10-6-183,0-2-269,3-1-509,2-5 2021,2-3-672,2-7 0,3 7 0,0-1 0</inkml:trace>
  <inkml:trace contextRef="#ctx0" brushRef="#br0" timeOffset="405296">2665 17045 21966,'29'-34'-764,"0"-1"1,7 1-1,0 7-496,8 16 448,13-1-1831,-21 7-1212,-5 2 3855,1 2 0,-16 1 0,-2 0 0</inkml:trace>
  <inkml:trace contextRef="#ctx0" brushRef="#br0" timeOffset="405462">2842 17155 11883,'-6'2'7820,"2"0"-2528,4-2-5252,-14 7-24,15-8-27,3 0-50,18-9-141,12-3-212,-4 1-448,2 1-179,0-1-3670,19-5 4505,-7 3 0,-7 2 0,-16 6 0</inkml:trace>
  <inkml:trace contextRef="#ctx0" brushRef="#br0" timeOffset="408325">3703 17012 22043,'-4'-24'-106,"1"5"61,3 19 0,0 0 73,0 3 56,0 1-16,0 1 4,0 1 30,-1-1 10,0-1 6,-2 1 100,-4 3-78,1-2 22,-3 0 29,1-2 22,0-2 27,0 0 1,0-1 246,0-1-296,2-2-40,-1-2-17,3-2-38,0-2-7,1-3 1,0-3-6,1-2-6,1-1 85,2-9-34,4 0-34,0-2-72,2 10-1,-1 5-22,-2 8-11,-1 1-6,0 2-11,1 1 17,0 0-6,2 3 11,8 5-16,-1 2 5,6 6-16,-5 0 10,-2 2-5,2 12 6,-7-5-35,0 24-662,-12-17 680,-5 13-11,-7-12-130,-16 21 69,4-11-924,9-14 1,-1 1 955,-9 10 63,0-2 21,3-5 23,4-6 23,3-9 49,5-7 24,3-5 692,-1-7-703,5-4 2093,-1-4-2133,4-3 5,1-3-5,1-2 0,0-1 16,3-9-105,0 10 21,3-6-5,3 10-17,2 3 40,3 1-40,2 2 6,2 1-6,4 2-5,3 1-1,4 1-16,2 2-370,30 3 56,-22 2-534,21 1 231,-32 1-245,0 0-309,-2 0-504,-2 0-913,1-1-1635,-2-2-3020,-2-2 7282,-3 0 0,-8-1 0,-2 0 0</inkml:trace>
  <inkml:trace contextRef="#ctx0" brushRef="#br0" timeOffset="408511">4154 17005 13961,'2'-7'7086,"-1"2"-5831,-1 5 526,0 0-1076,17-59-122,-12 41-342,5-16 0,-2 6 78,-8 24-112,1 2-72,-1 2-135,-1 6-12,1 0 35,-2 9-23,0 2-17,-1 5-17,0 3 23,1 4 0,0 0-314,0 18-515,2-11-2322,2 16-2607,2-15-3999,1-1 9768,2-6 0,-4-14 0,0-7 0</inkml:trace>
  <inkml:trace contextRef="#ctx0" brushRef="#br0" timeOffset="410657">2037 18150 10931,'0'-3'4717,"0"0"-886,0 3-3596,-6-18 258,4 13-230,-3-13 39,4 18 1497,1 0-1671,-2-2 91,1-1-124,0 0 6,-1 1 67,2 1 162,-1 0-184,0-1-1,1 1-10,-2-1 117,2 0-118,-1 1 57,1-1-141,-1 0 62,1 1-90,-2 0-5,2 0 504,-2 0-482,1-1-44,1 2 5,-2-2 0,2 1 67,-1 0-538,1-1 410,0 6 38,5 5 23,5 10 23,1 2-23,4 3-17,-3-4 6,1 2-23,1 1 6,-1 2-28,6 11 11,-6-7-128,6 19-870,-12-19 948,0 7-255,-5-14 311,-3-2-1,-1-3 18,-3-2 33,-1-2 45,-6 1 23,3-6 10,-3 0 1042,1-5-1041,3-4-23,-3-4 329,5-5-345,1-4-18,0-2 12,1-3-3420,2-1 3420,1-1-699,2 0 688,3 0-6,2 0-22,2 3 5,3 1-11,1 3 0,3 1 0,2 2 5,3 1-55,1 2-45,3 1-90,2 1 2414,13 0-3921,6 1-1095,-9 2 1,0 1-888,13 0-941,8 0 2084,-30 0 2531,-3 0 0,-12 1 0,-5 0 0</inkml:trace>
  <inkml:trace contextRef="#ctx0" brushRef="#br0" timeOffset="411020">2868 18096 12937,'0'-2'6038,"0"-1"-1787,0 3-4201,-62-19 23,31 23-65,-6-11 1,0 4-5692,3 28 5661,14-7 5,-5 7 1225,10-6-1225,3 0-17,2 2 891,3-2-879,4 1-6,1-2-56,5 4 3336,3-7-3308,6 0 28,2-9 265,4-2-248,0-2-12,2-2 1,2-4 28,-2-2-1,2-4 40,-2-1 73,7-13 5,-8 5 39,4-9 45,-10 9 79,-3-1 33,-1 2 348,-2-7-96,-4 2-128,0 0-264,-5 8-39,1 6-17,-1 6-5,0 2-113,1 0-173,-1 1 135,2 5 10,-1 6 1,1 2-68,2 5-122,2-2-248,2 0-380,1 3-465,0 1-1003,2 2-2598,0 0-4241,0-1 9147,0-4 0,-5-8 0,-1-4 0</inkml:trace>
  <inkml:trace contextRef="#ctx0" brushRef="#br0" timeOffset="411378">3175 18152 23982,'5'-7'0,"-1"1"5,-4 25-5,1-4-22,0 0 22,-1 2 0,2-1 0,-2 1 0,1-1-22,-1 0-12,1-2 17,-1-1-11,0-3 34,1-3 33,-1-1 101,1-3 134,-1-2 819,1 0-656,-1-9-241,1 1-6,-1-8-5,0 3 106,3-8-140,0 3-22,3-6-22,-1 7-40,0 1-34,1 2 1,1 0-6,1 1-11,2 2 33,8-3-33,-1 5 17,7-1-34,-3 4-40,2 1-4,3 1-29,1 2-45,1 0-44,1 3-157,-1 2-107,-1 2-162,-2 1-269,-2 2-219,0 0-430,-1 0-662,-1 1-1008,1-2-1097,1-2-5558,-3-1 9736,-2-2 1,-9-1 0,-4-2-1</inkml:trace>
  <inkml:trace contextRef="#ctx0" brushRef="#br0" timeOffset="411854">4003 18005 11939,'2'-4'7165,"0"1"-1044,-2 3-6003,-34-28-28,16 24-6,-27-19-23,27 30-33,1 1 6,2 0-17,3 1-12,2 0 1,1 0-23,3 2 0,2-1-11,2 1 0,1-1 28,3 5-5,1-5 5,5 2-6,0-5 12,4-3-1,0 0-5,3-3 6,1 0 33,9-4 12,-7 0 10,6-3 57,-10-1 39,-3 1 78,-2 1 34,-3 1-23,-3 3-16,-1 0 178,-2 1-402,0 4-12,0 0 12,1 5-12,0 1-10,2 4 10,0 4-11,0 6 12,1 5-23,-1 4-284,0 5 284,-2 4-1517,-1 2 1506,-2 5-59,-2-10 0,-1 1-2892,-4 20 2906,3-20 0,-1-1-174,-1-4 1,0-3-1289,-7 16 1316,-5 11 176,1-22-41,-11 13 157,6-18 565,-7 3-447,11-22 2427,2-6-2478,3-12-17,3-4 61,2-12-1051,3-8 951,2-13-62,2-10-196,6-8 258,5-3 5,6 5-1166,6 5 1110,5 4-5,6 3-56,6 0-129,6 1-93,-18 22 1,0 1-245,1-1 1,1 0-437,2 0 1,-1 1-1480,1-1 0,1 0 2420,3-2 0,-3 1 0,4-2 0,-3 2 0</inkml:trace>
  <inkml:trace contextRef="#ctx0" brushRef="#br0" timeOffset="412098">4496 17916 19430,'15'-35'-280,"3"6"1237,3 23-1831,5-1-588,1 1-1238,2 0-3249,-2 2-3173,-2 0 9122,-5 2 0,-10 1 0,-4 1 0</inkml:trace>
  <inkml:trace contextRef="#ctx0" brushRef="#br0" timeOffset="412303">4671 18029 21909,'-3'0'3159,"1"0"-1237,2 0-2096,4-13-224,19 1-44,-1-7-247,16 5-112,-11 4-162,1 1-359,2-1-1070,0 1-3517,2-1-3922,-2 1 9400,-5 1 1,-12 4 0,-6 2-1</inkml:trace>
  <inkml:trace contextRef="#ctx0" brushRef="#br0" timeOffset="412982">4300 17980 24435,'-6'-2'90,"0"0"-79,6 5 12,0 0-12,0 1-17,0 0 23,2-1 0,-2 0 0,2-1 11,0-1 56,-1 0 140,0-1-17,1 0 309,-1-1-270,0 0-61,-1-2-56,0-1-12,0-1 6,0-2-27,0-1 4,0-3-3419,-2-1 3381,0-1 33,-2-1 101,-1-2-101,2 6-16,-2-2 33,2 8-51,1 2-72,0 1 11,1 1 3381,1 2-3415,-2 4 57,-1 2 5,-2 11-28,1-4-17,-1 7 28,3-4-22,1 0-28,1 1-57,3 0-94,2 1-1120,14 9-225,1-6-1983,13 6-6313,-7-11 8990,-1-4 0,-12-6 1,-5-4-1</inkml:trace>
  <inkml:trace contextRef="#ctx0" brushRef="#br0" timeOffset="413855">4270 17978 10623,'-6'2'6945,"1"-1"-2425,5-1-4267,1 8-18,0-4-11,2 7-33,1-8 16,0 0 263,6 0-235,-3-2-5,4 0 0,-2-1-1,-2 0-10,2 0-7,-2-1-16,0-2-21,0-1 4,-1 0 6,-1-2-45,0 1 11,0-2-34,-2 0 79,2-8-106,-3 1-6,0-5-6,-1 2-16,-1 0 5,-2-2 40,-3-6-35,0 7 85,-6-8-112,4 15-17,-3-1-6,2 7-10,0 1 10,0 2-11,-2 1-5,-1 1-1,0 1 18,-2 2-23,0 2 11,0 3-11,1 0 6,0 3 16,2 0-16,0 2-12,2 0-16,1 1-1,2 1 12,-1 1 11,3 8-22,1-4-1,1 7 12,4-8 17,0 0-1,6 0-66,7 6 61,1-7-12,6 4 12,0-9-39,2-2-179,6-3-325,2-2-3400,25-4 3764,-6-3 0,-7 1 0,-19-3 0</inkml:trace>
  <inkml:trace contextRef="#ctx0" brushRef="#br0" timeOffset="414532">5192 17788 18789,'-2'-5'5098,"1"0"-1167,1 5-3903,-6-55-50,5 42 5,-5-40 17,6 58 0,0 4 6,0 17 5,0-2 11,0 13 6,-2 10-44,0-11-1029,-3 14 1040,2-18 44,-1-1-67,2-4-450,1-4 467,0-3-17,1-5 22,1-4-11,0-2 51,0-4 84,1-2 240,-1-3 737,0-4-1006,0-2 529,1-16-551,-2 2-54,1-11-13,-1 2 0,-1-19 0,0 10-1088,-1-12 1088,-1 20 0,0 4 0,1 7 0,0 4 0,-1 6 0,2 4 0,-1 3 0,0 0 0,1 2 1088,0 1-1088,0 1 0,0 1 0,1 4 0,0 3 0,0 4 0,2 4 0,-1 4 0,2 2 0,1 3-371,5 16-2749,4 9-6711,-1-3 9495,0-7 0,-8-27 0,-1-8 0</inkml:trace>
  <inkml:trace contextRef="#ctx0" brushRef="#br0" timeOffset="419576">20511 10303 14813,'17'-58'1505,"0"0"0,-1 5 0,-5 10-901,-11 25-55,0 3-90,0 1-84,-1 3-44,0 1-23,-1 3-22,1 1-34,-1 1-67,2 2-67,-1 1-382,0 2-139,-1 3 290,2 0 97,-2 6 60,2 3 7,0 5 90,0 36-119,-1-15-198,0 5 1,0 2 203,-1 6-14,0-16 0,0 0-8,-1 18 19,-1 0 0,0 5-1042,1-14 0,0 1 0,0 0 1026,0 0 0,0 0 1,0-1 5,1 1 0,-1-1 0,1-3-4,1-4 0,0-1 20,-1 18 0,2 1-543,-1-13 1,1 1 536,0 13 1,-1 0-931,1-16 1,0-2 932,0 2 0,0-1-6,1 0 0,-1 1-534,0 19 0,1 0 546,-1-14 0,0 1 265,0 5 0,0 5 0,0-5-265,-1-4 0,-1 0 16,0 5 0,-2 4 1,1-5-9,-1-4 1,-1-1-10,-1 14 1,-1-1 2,2-18 1,0-1-9,0-1 0,0 1 3,0-1 0,1 1-3,-1 0 0,1-1 356,0 1 1,0 0-360,1-2 0,-1 2 22,0 16 1,-1 0-26,2-14 1,0 0 8,0 3 1,0 4 0,-1-2 18,0 10 1,0-2-23,-1 1 0,1 0-9,0-5 1,0-1 27,0-2 1,1 1 699,-2 0 1,1 3-706,-1 10 0,0-1-26,1-13 1,0-3 5,1-4 1,-1-3 22,0 12 5,0-3-10,0-1 10,1-3 17,1 13-33,1-14-6,0 9 5,1-18 543,0-3-554,1-1-10,-1-1 16,1-1 1117,0-1-1111,-1-2-17,0 0 1710,0 8-1721,-1-10 16,1 19-22,-1-23-5,1 9-12,2-17 1042,0-1-1165,3-2 103,1-4-4069,8-2-5455,-3-3 9561,5-3 0,-11 1 0,-1 1 0</inkml:trace>
  <inkml:trace contextRef="#ctx0" brushRef="#br0" timeOffset="421814">20203 14490 15625,'-25'33'1546,"5"-6"-1283,15-20-33,0 1-23,2-1 263,2 2-184,0-2 56,3 1 33,2-2 6,3 0-17,4 0-45,2 0-44,4-2-51,2 2-34,3-1-39,2 0-39,2-1-11,2 0-11,0 1-6,-1-1 0,0 1 61,11 0-83,-8 0 16,8 0 69,3-1-80,-10-2 0,12 0-11,-10-2-317,2 0 311,2 0-5,4-1 33,19-3-39,-25 2 1,0 0-12,0 0 0,0 1 2,1-1 1,-2 1 3,17 1-756,3 0 750,0 0 0,0 2 22,0 1-5,-1 2-6,-14-1 0,-1 1-5,20 2-12,-20-3 1,0 1 7,1 0 1,-3 1-1413,22 2 1396,-21-3 0,0 1 25,14 2-11,-2-1-11,1 1-1,-1 1-5,-14-3 1,1 1-204,1 1 0,1 1 217,12 2 0,-1 0-380,-10-1 0,-2-1 366,0 1 0,-1-1 12,15 5-6,-1 1-1,-14-4 1,1 1 0,0 0 0,2 1-12,-2 0 1,1 1-3,8 3 0,-3-1-645,8 5 642,-18-7 0,-1 0 5,11 6 301,-14-6 1,0 1-313,14 7 1,11 8 22,-4 0 5,-13-6 0,11 7-16,-15-8 5,-2-1 12,0 1-1,-2 1 137,9 10-153,-9-8 0,7 9-1535,-14-11 1534,0 1-21,-1 1 10,-1 0-94,8 10 106,-7-9 102,11 15-97,-14-17 6,4 5-11,-8-10 2536,5 8-2536,-4-6-6,1 5-23,-5-8 12,-3-1 1567,0 1-1517,0 8 853,-3-5-881,0 6 0,-3-8-3223,0 1 3223,-2 0-654,0 0 654,0 0-11,0 0 12,0 0-1,-1 0 0,1-1 11,0 8-22,0-6 3074,0 5-3069,0-10 12,-1 14 6,1-11 955,-2 11-978,0-14 17,-2 0-17,0 2 17,0 0-1,-2 4-10,0 0 5,-5 11 6,2-8-6,-3 8-5,3-9 5,0 1-5,1 1 16,-5 13-22,3-7-955,-3 12 966,3-12-250,-6 20 228,4-12-23,-5 17 1,4-14-1564,1 1 1592,-2 5 10,-1 1 9,3-10 0,0 2-9,2-10 1,1 1 0,-4 11 0,-1 2-6,-1 4 0,0-1-1239,3-10 1,0 0 1238,-4 14 0,0 0-296,4-13 1,1-1 284,-1 1 0,1 1-6,-1 1 0,0 1 0,0 0 1,0 2-18,2-3 1,-1 4-1,1-3-554,-3 10 0,2-1 567,1-7 1,1 1-1,1-1 6,1-2 0,1-2 0,1-2 4,0 5 0,1-1-31,-1 8 0,2-2-694,2 8 478,6 0-89,4 1 511,7 2-593,-5-30 0,1 0-302,2 0 1,2-1-592,2 1 0,2-1-1644,-16-24 2352</inkml:trace>
  <inkml:trace contextRef="#ctx0" brushRef="#br0" timeOffset="423087">26523 10195 17265,'1'-4'-435,"0"1"4823,-1 3-4883,5-16 192,-6 13 111,3-11 117,-8 19 54,-3 3-527,-2 3 588,-3 2 28,-1 3-1,-2 2-6,-1 3-5,0 2 0,-2 3-2736,0 2 2731,-2 3 5,0 4-313,-2 2 297,-2 1 16,-1 2-6,-4 2-526,1 0 521,-2 4 11,0 1 0,0 2-907,-1 2 924,1 3 5,1 0-33,15-26 0,0 0 5,1 0 1,-1 1 5,0 1 0,-1 0 2,1 1 1,0 0 0,-1 1 0,1 0-6,-1 0 0,0 0-3,0 1 1,0 0-1,0-1 1,-1 1-4,1 0 1,-1 0-6,1 0 0,-1 0 230,0 0 1,1 1-225,-1 0 0,1 0-9,0 0 0,0 0 11,0 0 1,1 0-3,1 0 0,0 0-9,0 0 0,1 1 0,0-1 1,1 0-7,1 0 1,0 0-9,0 0 0,1-1 0,1 0 1,0 0 2,1-1 0,0-1-442,2 0 0,0 0 476,-6 30-12,4-1-1504,2 0 1476,3 1 12,2 0-32,2 0 54,0 1-16,3-1 2,0-17 0,1 1-318,-1-12 0,1 1 298,1 10 0,1-1 29,4 15 405,1 0-406,2-2 1,0 2-1,3-2 0,-1 1-5,2-1 11,1-1-5,1 0-1,1 1-5,2-1-6,0 1 0,-6-16 0,1 1-22,-5-11 0,0 1 0,3 9 0,1-1 11,3 14-6,-1 1-5,-2-1 0,-3 2 5,-3 0 6,-2 2-3,-5-15 0,-2 1-14,1-10 1,-1 0-1,-2 11 0,-1-1 6,-2 18 0,-3-17 0,-1-1 568,2-10 0,-1 0-577,-2 10 1,-1-2 2,-5 15 0,-2 0-39,0-1 28,4-16 0,-1 1 0,-6 20 5,7-21 1,0-1-1049,-3 15 1065,0-1-10,4 0 1769,1 1-1759,5-15 1,1 0 5,-3 21-97,4-23 1,1 2 99,0-1 0,1-1 8,0 19-25,1-17 0,0-1-3,0 14-11,1 3 6,-1 1-1,0 1 23,1 1-11,0 0 11,0 0-17,1 0 23,2 0-17,1-1-1,3 0 1,2-3-11,1 0 11,3 0-6,3 0-28,2 1 11,3 3-5,2 0 8,-10-26 1,-1-1 4,2 0 1,0 2-342,7 14 1,0 2 338,-3-11 0,-1 1 0,7 12 0,-1 0-9,-6-13 1,-1-1-1,0 1 1,1 0 495,-2 1 0,0-1-496,-1 1 1,0 1-908,-2 0 0,-1 1 890,-2 0 1,0 1-6,-3 1 1,-1 0 87,-1 1 0,-1 0-88,-1 1 0,-2 0-259,-2 1 0,-1 0 262,0 0 0,-2 0-6,-1 1 1,-1 0-313,0-1 1,-1 1 308,0-1 1,0 0 112,1-4 0,0 0-82,1-2 1,0-1-452,2-6 1,0 0 473,0 24-68,2-4 834,2-1-923,3 1-252,5 3-521,4 0-1742,7 1-6587,1-5 9242,-6-21 0</inkml:trace>
  <inkml:trace contextRef="#ctx0" brushRef="#br0" timeOffset="424165">21368 10564 21959,'-6'-42'386,"1"0"1,0 3 0,-2 10-163,-4 21 129,-13 0-291,7 4-17,-11 1-6,11 5 39,-8 8-39,4 1-39,-5 6 17,7-3-475,1 1 458,2 1 16,2 0-27,1 7 11,5-4-5,2 11-1,8-11-5,4 6 22,5-7 498,13 9-503,10 2-3404,1 0 3387,4-1 28,-10-10-340,-1 0 329,0-2 5,-4 0-5,2 2 16,-12-2 12,-2-2 11,-11-5 11,-5-2-12,-5-1 3239,-4 0-3244,-4 0-2932,-4 0 2932,-2 0 0,-4-1-5,0 0 5,0-1 0,1-1-16,1-2-1,3 1-27,2-2-1,3 0-39,3-2-78,3 1 3196,4-2-3863,2 1-980,3-2-3243,1 1-4167,3-1 9180,0 0 0,0 2 0,0 0 0</inkml:trace>
  <inkml:trace contextRef="#ctx0" brushRef="#br0" timeOffset="424431">21700 10693 26110,'32'-13'67,"-1"0"1,23-10-51,-37 19-1,0 0-5676,6-1 5626,-7 2 1169,8 1-1477,-13 1 591,2 1-1162,-8 0-493,-1 1-969,-3 1-2750,-1 1-399,0 0 5524,0-1 0,0 0 0,0-2 0</inkml:trace>
  <inkml:trace contextRef="#ctx0" brushRef="#br0" timeOffset="424959">22190 10563 19843,'0'-3'4116,"0"0"-1662,0 3-2437,-2-19 5,-2 18-11,-8-6-11,1 23 11,-6 8-22,4-3 22,1 2-27,1 1 21,-1 10-16,7-6 0,-1 5 5,10-9 1,3-2 44,20 8-39,-1-7-627,16 4 621,-3-11-10,3-1 10,3-2 0,0-3-5,-3-3-34,-3-4 51,-6-1 5,-7-3-5,-6-2 27,-5-2-27,-7-2 5,-3-1-5,-3-2-1,-4 0 633,-4-1-632,-7-1 11,-4-1 16,-6-2-33,-4 0-5,-3-2 10,-2 0-395,0-2 401,0 1-722,0-1 711,2 0 12,2-1-7,3-1 1,1 0 16,5-1 6,0-9 6,8 7-23,2-6 39,11 2-27,4 9 27,5-5 23,4 11 28,12-2-56,-4 6-17,7-1 11,-7 8 336,0 0-353,-1 4-33,-1 3 11,1 2 0,-4 4-11,0 3 16,-2 1 750,-3 3-767,-2 1 1,-2 2-17,-4 4-17,-3 0-72,-3 5-118,-4 1-219,-4 2-403,-5 3 857,-5 1 0,1 0 0,3-8 0,-15 25 0</inkml:trace>
  <inkml:trace contextRef="#ctx0" brushRef="#br0" timeOffset="425325">21089 11123 17111,'-39'6'935,"0"-1"0,-23 5 447,61-10-878,2 0 7,4 0 9,5 0 233,9 0-394,7-2-62,11-2-62,9-2-1507,10-2 1361,-24 4 1,1 0-9,5-1 1,0 1-4,3-1 1,2 1-12,3 0 0,1 0-6,3 0 1,1 0-12,3 0 1,1 1-752,1 0 1,1 0 734,2 0 0,0 1-1,-2 0 1,4 0 3,-7 0 0,3 1 1,-3 0-1110,5-1 0,1 1 1100,-1 0 0,4-1 0,-7 0-340,-13 1 1,-3 0 322,8-1 0,-5 0 766,-2-1-788,-12 1 1260,-9 1-1355,-8 0 2653,-4 1-3483,-4 2-340,-2 0-8436,-2 2 9712,0 0 0,0-1 0,0-2 0</inkml:trace>
  <inkml:trace contextRef="#ctx0" brushRef="#br0" timeOffset="428668">23245 10654 9352,'-1'-5'5589,"1"1"2091,0 4-7204,2-55-22,-1 38-40,1-42-33,-2 54-56,0 1-73,0 1 145,-2 1-273,-1 1-12,1 1-45,0 0 28,1 0-95,-3 1-5,2 1 5,-4 2 22,0 2-11,-4 10 1,1 0-7,-3 8 1,4-2-3404,-1 4 3393,1 3-7,1 3 12,-1 4 12,0 3-18,0 4-909,-1 2 899,0 1 21,1 2-22,-2 0-5,4-14 0,0 1-309,-3 18 289,2-20 0,0 2 373,-1-3 1,-1-1-516,-6 14 32,-7 11-1263,4-26 1398,1-6-148,0-5 188,3-6 233,2-4-205,0-5 1450,5-6-1513,-2-11 1757,6-1-1745,0-9 0,2 1 11,1-3-22,0-4 22,3-1 6,0-1 0,3 0-17,-1 2 1452,0 2-1435,1 2 0,1 0 5,0 3-16,1 0-12,0 2 6,3 1-3312,1 0 3306,4-1-1680,1 0 1647,3 0-59,17-10-92,9 0 78,2-1 22,1 6 29,-14 9 5,-1 3 11,-3 1 2537,-2 1-2497,-6 3 2581,2-2-2531,-12 6 178,0-1-156,-12 4 252,-1 1-313,-1 6 11,-1-1-6,0 5 6,0-1-17,0 2 5,0 0-27,1 2 11,0-1 5,0 6-27,1 2-51,0-2-168,0 0-1512,-1-2-494,-1-3-2547,-1 2 3957,0-5 0,2-7 0,0-1 0</inkml:trace>
  <inkml:trace contextRef="#ctx0" brushRef="#br0" timeOffset="428850">23532 10624 23478,'-10'-35'-572,"2"14"1,7 27 0,1 3-1</inkml:trace>
  <inkml:trace contextRef="#ctx0" brushRef="#br0" timeOffset="429351">23705 10452 25847,'11'-8'56,"-2"5"-50,-9 24 11,0 1-6,-2 3 6,0 1 5,-2 1-4262,-1 1 4251,-2 0-509,-1 0 521,0 0-21,-1-1 9,-1-1 0,-2 6 0,3-10-5,-1 4-12,5-13 1,0-2 2723,2-4-2701,0-2 2152,2-2-2041,0-1 337,1-2-381,0-3 28,4-12-73,-1 2-5,4-8 44,3 0 18,3 0-46,0 0-11,1 3-16,-5 8 5,0 1 33,4 2-50,-4 3 1,3 0-18,-5 3 0,1 1 6,-1 0 0,1 3 12,4 5-18,-3 1 0,3 4-33,-2 4 22,-3-3 1,0 5-7,-5-5-10,-1-1-29,-5 8 56,-2-6-22,-5 6-11,-2-8-67,-3-1-73,-1-1-85,-2-1-111,0-1-157,0-3-230,1-2-364,2-2-722,2-1-2034,4-3 3882,1-3 0,5 2 0,1-1 0</inkml:trace>
  <inkml:trace contextRef="#ctx0" brushRef="#br0" timeOffset="429877">23969 10536 25965,'10'-14'39,"-3"5"-11,-6 16-11,0 3 5,1 3-22,-1 1-11,1 4 22,-1-1 6,1 3 45,-2 10-51,1-6 0,-1 9 11,-2-11 6,-2 2 6,-4 0 0,-2-2-1,-1 1-38,0-4 27,-1-2-11,2-3 0,1-2 12,2-4-6,2-2 117,1-3 17,3-1 314,-1-1-381,2-6-22,0 1-12,0-5 23,2 0 0,-1-1 55,5-7-83,0 3-22,3-4 21,-2 4 1,1 2-6,0 0-5,0 1-6,0 2-11,0 1 0,-1 1-12,1 2 6,-1 1 6,5 1 34,-3 2-46,3 0-10,-2 2-12,1 2-11,0 2 17,1 2 5,0 2-39,3 7 23,0 4-6,-2-1 28,-2 1-17,-7-7 0,-2 5 0,-4-6 12,-3 4-6,-4-7-1,-8 5-27,1-5-28,-6 2-39,6-7-62,0-1-68,0-2-88,2-1-113,0 0-123,2-4-141,2 0-206,2-5-347,3 0-438,2-3-711,3 0-5635,11-8 3395,-1 5 4643,11-7 0,-12 14 0,0 0 0</inkml:trace>
  <inkml:trace contextRef="#ctx0" brushRef="#br0" timeOffset="430203">24243 10692 6329,'7'-4'7617,"-1"1"-4075,-6 3 535,0 0-4021,15-6 893,-13 8-854,11-3 518,-21 15-562,4-2 1515,-4 5-1544,5-5 12,0 1-18,2-1 1,1 1-6,0-2 1,0 0-1,2 0 11,2-2 1,2-1 27,0 0-11,2-3 28,-2 0 34,1-3 34,-1-1 16,-1-1 17,-1 0-11,0-1-22,-1-2 21,0-3 7,0-2-1,-2-1 6,1-2-5,-2 0-7,0-1 1,0 0 106,0-4-145,0 4-23,0-2 0,0 6-33,-1 2-6,-1 0-17,0 2-28,-1 2-11,1 0-11,0 1-39,1 1-1,-1 0-66,0 0-90,-1 0-1009,-3 4-195,2-1-1508,0 5 2919,3-2 0,0-2 0,1 0 0</inkml:trace>
  <inkml:trace contextRef="#ctx0" brushRef="#br0" timeOffset="430473">24586 10470 22060,'2'-8'3462,"0"1"-2812,-2 7 296,0 0-593,17-61-605,-11 43 369,4-17 1,-2 5 201,-7 26-190,-1 1-34,0 3-56,-2 6-16,-2 2-1,-2 9-5,-6 6-6,0 4 0,-5 7-5,-1 3-218,-1 3 212,-1 2 5,2 1 1,2 2-260,7-13 1,1 0 225,0 16 12,1 14-3152,19-2 2961,3-16 36,-2-15 0,4-1-363,15 9-110,6-5-280,2-2-1387,3-4-1184,1-6 3495,5-3 0,-23-9 0,-2-3 0</inkml:trace>
  <inkml:trace contextRef="#ctx0" brushRef="#br0" timeOffset="432641">24788 10608 13900,'-2'-8'5668,"1"1"-3713,1 7 1081,0 0-2908,2-40-66,-2 29-51,2-29-33,-2 40-51,0 0 28,0 4 51,0 2 5,0 5-5,0 2 10,0 4-10,-1 0-23,0 3-39,0 1-129,-1 1-201,-1 1-314,0 0-392,1 0-673,-1-1-1315,2 0-2768,0-3 5848,0 2 0,1-11 0,0-2 0</inkml:trace>
  <inkml:trace contextRef="#ctx0" brushRef="#br0" timeOffset="433126">24898 10583 11721,'0'-5'6475,"0"2"-1423,0 3-4996,9-59-580,-3 43 557,8-45 72,-4 59-82,0 0 116,1 1-134,0 1 1,0 2-1,0 2 290,-1 3-295,0 0 6,0 3-6,-2 0 81,0 2-87,1 6 1,-3-4-1,-2 5-5,-3-5 5,-3-2-5,-1 1 17,-4-2 5,-1 1-6,-2-2 7,0-1-1,0-1 6,0-2 5,1-1 23,2-2 50,1 0 34,2-2 33,1 0 17,1-1-22,0 0-6,0-1-5,1-1-12,-1-1 1,1-1-6,0 1-29,0-1-10,1 1-28,0 0-18,0 1-21,0 0-12,3-1-5,0 2-1,4-1 6,1 1 1,2 0-18,2 1 17,2 3-5,3 0-1,1 3-5,0 2-11,-1 0 11,-1 0-17,0 7 17,-6-3-44,-1 9 32,-7-7-10,-4 4 5,-3-5-67,-11 5-11,1-6-51,-7 5-100,4-7-129,1-1-208,-1-1-391,2-1-852,0-2-2683,3-1-4470,2-2 8979,3 0 0,4-2 0,1 1 0</inkml:trace>
  <inkml:trace contextRef="#ctx0" brushRef="#br0" timeOffset="433319">25311 10723 23951,'-5'54'168,"-2"-5"-314,-3-28-610,-3 5-2168,-3 0-6704,0 0 9740,0-3 1,8-10-1,3-6 1</inkml:trace>
  <inkml:trace contextRef="#ctx0" brushRef="#br0" timeOffset="435304">25605 10563 12332,'4'-2'4184,"0"0"-1204,-4 2-2796,0 6-10,0-4-12,-1 6 12,1-6 212,-1 2-117,0-2 22,0 0 387,1-1 963,-1 0-1344,0-1-34,-1 1-55,-2-2-29,1-2-22,-1 0 128,-2-6-145,1 2-17,-1-5-16,2 3-12,2-2 74,0-4-46,1-2-84,1 1-5,2 3-23,1 5 6,1 1-6,1 2 0,1 0 0,0 2-16,1 0-1,1 2 0,1 0 1,1 2 5,0 3 0,1 2-11,4 10-6,-5-4 6,2 8-6,-9-6 0,-1 3 11,-4 1-22,-5 0 23,-4 3-23,-5 0 5,-4 0-10,-4 2 5,-2 0-373,-2-1 384,1-1 11,3-3 12,2-3 16,5-4-5,5-3 39,4-4 0,3-2 0,3-2 390,2 0-412,0-2-18,0-1 7,2-2-12,1 1 11,1-2 1,2 2-23,1-1 11,1 2 0,7-1 12,-2 2-18,6 0-5,-3 1-5,2 1-23,2 0 0,0 0-45,0 1-73,0-1-157,0 2-178,-1-1-231,0 0-329,-2 0-534,0-1-1056,-2 1-2377,0-1-3125,-2-2 8133,-2 2 0,-5-2 0,-2 2 0</inkml:trace>
  <inkml:trace contextRef="#ctx0" brushRef="#br0" timeOffset="435475">25894 10557 21948,'5'-32'11,"0"0"0,1-17 1755,-10 60-1744,-5 13-27,1-2-1,-3 12 680,2-7-797,-5 16-162,4-9-4345,-6 26 1426,7-24 3204,-1 14 0,7-31 0,0-1 0</inkml:trace>
  <inkml:trace contextRef="#ctx0" brushRef="#br0" timeOffset="435750">26054 10807 25270,'14'16'320,"-2"2"-259,-12-1-16,-2 4-56,-2 1-1250,-9 16-2268,-2-8-6302,-5 10 8426,5-17 0,7-11 0,3-5 0</inkml:trace>
  <inkml:trace contextRef="#ctx0" brushRef="#br0" timeOffset="437468">26475 10738 15121,'0'-4'8138,"0"0"-6794,0 4-744,0-65-359,1 46-382,0-18 1,-1 5 285,1 28 59,0 1-170,-1 1 22,0 1-56,2 8 6,-2 0 10,0 9-10,0 1 0,0 3 5,-1 4-22,-1 1 11,-3 1 11,-2 1-6,0 0-5,-1-1-16,0-1 4,0-3-4,2-2 10,1-4 17,1-2-11,2-3 363,1-3-341,0-2 34,1-4 616,0 0-526,3-8-34,0 0-22,4-6 22,-1 0 89,3-11-122,-1 3-12,1-10-11,-2 7-6,0-3-16,0 1 16,0 0-5,-1 3 95,0-3-84,-3 9 0,0 0-11,-2 10-12,-1 4-77,0 1 38,-1 8 12,0 0-23,-2 8 17,-1 0-17,0 3-73,-3 11-94,1-5-180,-1 8-336,1-10-387,2 0-661,0-1-8083,0 6 8952,3-10 0,0-1 0,1-12 0</inkml:trace>
  <inkml:trace contextRef="#ctx0" brushRef="#br0" timeOffset="437732">26580 10471 27230,'19'-51'68,"7"28"-57,-9 52-6,7 16-2186,-8-5 2186,-2 4 6,-5 4-11,-4 3-11,-5 2-22,-9 2 5,-7 1 0,-8-1 5,9-27 1,-1 0-34,-2 0 0,0-1-79,-2 1 1,-1-1-127,-1 0 1,-1-1-171,0 0 0,-1-1-334,-1 0 0,0 0-1131,0-1 1,-1 0-7767,-21 17 8922,7-6 1,19-17 0,9-8 0</inkml:trace>
  <inkml:trace contextRef="#ctx0" brushRef="#br0" timeOffset="440084">21530 11837 17232,'1'-6'4705,"-1"2"-2503,0 4-1687,6-60-2276,-4 40 1949,1-15 0,0 4 814,-3 23-543,0 1 25,0 3-423,0 1-44,0 2-28,-2 7 1193,0 0-1187,0 6 10,-1 0 6,1 2-22,0 2 22,-1 2-11,1 9-5,1-7 22,0 11-1,1-15-10,0 1-6,0-9 0,0-2 22,0-3 494,0-2-410,0-7-56,2-1 1,0-9 5,0 0-23,2-2 35,-1-5 4,2-1-4,-1-3-1,1-1 0,1-2 0,1 1-11,-1 1 17,-1 3-6,0 4 0,-1 4-5,-2 5-6,-1 4-28,0 3-17,0 3-67,-1 1 56,-3 9 0,2 0 0,-4 8 0,1 0-5,-1 4-12,1 2-6,-1 1-33,1 2-78,1 0-152,0 1-240,2-1-336,0 1-2549,2 9-1592,2-10 5003,3 9 0,-3-23 0,2 0 0</inkml:trace>
  <inkml:trace contextRef="#ctx0" brushRef="#br0" timeOffset="440383">22044 11612 18123,'2'-6'4330,"0"2"-695,-2 4-3657,15-43 22,-13 34 5,9-30 12,-19 48-6,-4 3 0,-4 3-5,-4 2 11,-2 3 0,-2-1-29,-1 2 24,1 0-18,2-1 12,1-1-6,2-2 11,3-3-6,3-1-5,4-2 17,3-3-11,2 0-12,3-2 17,5 2-11,2-2 6,6 1-6,4-2-6,4-1-16,4 0-28,4-1-68,4-1-140,3 0-190,2-2-235,2 1-875,1-1-67,0 0-1377,0-1 3002,3-2 0,-20 1 0,-2 0 0</inkml:trace>
  <inkml:trace contextRef="#ctx0" brushRef="#br0" timeOffset="440593">22566 11565 16667,'-4'-2'4436,"0"0"-482,4 2-3971,-38-27-33,36 19-68,-24-20-117,46 27-202,4 0-296,3 1-331,3 0-522,2 0-1052,0 2-2196,0 1 4834,3 3 0,-17-3 0,-1 0 0</inkml:trace>
  <inkml:trace contextRef="#ctx0" brushRef="#br0" timeOffset="441035">22548 11752 14645,'-6'3'6088,"2"-2"-1826,4-1-4273,12-11-50,6 4-68,15-11-4352,4 6 4161,4 0-122,2-1-186,2 1-112,0-2-394,0 2-92,-2-1-174,0 2 22,-2 0 258,-2 1 392,-1 0 402,-4 0 265,-5 0 128,-3 0 107,-5 0 117,-4 1-1743,-4-1 2135,-2 2 2091,-3 1-1760,-3 1 938,-1 0-927,-3 1 98,-1 0-310,0 1 3200,0 1-3565,-2 2-145,-1 0-85,-4 0 219,-9 5-207,1 1-29,-8 4-50,4 2-32,0 2 15,-6 10-100,8-5-18,-1 8 7,11-7-12,4-1 11,1-1-16,4-2 16,7 3 12,3-6 16,7 1 1,-1-7-1,2-2-5,1-2 11,0-1 34,0-1-1,-1-2 208,7-6-118,-10-1 28,4-5-5,-11 2-23,-2-3-22,-2 0-17,-2-2 84,-2-6-134,-3 5-23,-2-3 17,-8 5-84,1 6-23,-5-1-61,3 8-184,-2 1-516,-2 1-1199,-4 4 1135,-4 3 0,11-2 0,0 1 0</inkml:trace>
  <inkml:trace contextRef="#ctx0" brushRef="#br0" timeOffset="446484">20678 9755 14555,'0'-7'3797,"0"1"-1875,0 6 1114,0 0-2947,3-15-195,-3 12 39,3-11 39,-3 17 45,-2 8-1,1 1 1,-3 5-28,2-1-34,-2 2-78,1 1-135,0 1-234,2 1-355,-1 0-424,2 1-622,0-1-1003,3-1-1417,2-2-1047,3-3 4512,-1-4 0,-3-5 0,-1-3 0</inkml:trace>
  <inkml:trace contextRef="#ctx0" brushRef="#br0" timeOffset="446999">20981 9773 11693,'-1'-4'5422,"0"1"168,1 3-5338,-9-61-45,9 43-143,-5-15 1,4 2 81,9 24-130,-2 3 24,4-1-24,-2 3-10,2 1 5,1 1-16,2 0 5,1 2-6,0 1-22,2 4 6,8 7 10,-5-2 12,6 6-39,5 9 17,-12-9-1,9 10-5,-17-14-5,-2-1 16,-3 0 6,-3-2 50,-3 4-17,-3-5 18,-4 2-1,-1-6-6,-1 1 51,-6-2-11,5-1 45,-2-2 33,6-1 11,1-1 6,2-1-5,1 0-12,1-2 11,1 0 118,0-2-173,1 1-18,0 0-38,1 1-12,0 0-17,5 0-5,-1 1-11,4-1 16,0 2-22,2 1 0,11 1 6,5 6-17,3 1 5,-1 4-11,-8-1 0,-2 1 17,-2 1-11,2 6 11,-8-4 6,1 4-6,-10-7-3415,-1 2 3415,-2-2-1631,-3 0 1631,-2-1 17,-4 0-17,-2-1-6,-4 1 12,-2-3-12,-2 0-44,-3-1-701,-12-1-604,8-1-1046,-9-2 2401,7-2 0,14-1 0,0 0 0</inkml:trace>
  <inkml:trace contextRef="#ctx0" brushRef="#br0" timeOffset="455184">21531 12422 13043,'2'-5'5433,"-1"2"-846,-1 3-4228,18-63-34,-14 41-174,6-14 0,-2 2 146,-8 23-34,0 2-39,-1 1-39,-1 3-51,-2 1-55,-2 1-35,-2 2-21,-3 0-18,-3 5 12,-7 2-3381,-5 7 3387,-6 5-12,-6 3-206,-5 5 217,11-5 0,0 0 12,-16 13-190,18-12 1,2 1 160,-4 5-10,8 0 5,6-4-6,8-3-5,5-5 11,5-2 11,5-3 6,5-3 11,5-2-17,4-3 6,2-2 0,3-5 16,2-2 23,2-5-11,1-3 17,0-3-6,1-1 22,-4-3 29,0-1-1,-5-2 124,5-10-124,-9 9 3141,4-7-3123,-11 13-1,-2 4 311,-1 4-311,-3 3 62,-2 3 368,0 3-558,-2 1 16,0 7-5,-2 1-6,0 7-6,0-1 23,0 3-17,0 1-3392,1 1 3392,0 0-34,1 0-16,3 1-40,1 0-162,4 0-252,1 0-347,3-1-561,1-1-1013,3-1-3646,1-1-3261,0-3 9332,-2-3 0,-7-4 0,-3-3 0</inkml:trace>
  <inkml:trace contextRef="#ctx0" brushRef="#br0" timeOffset="455400">21933 12285 18056,'-3'-3'4257,"2"1"-1367,1 2-2868,1-38 0,15 26-16,0-28-23,13 34-44,-5 3-102,4 0-173,1 1-274,2 1-443,0 1-807,0 0-1405,-1 1 3265,0 3 0,-15-2 0,-1 1 0</inkml:trace>
  <inkml:trace contextRef="#ctx0" brushRef="#br0" timeOffset="455567">22036 12403 14292,'-4'2'6363,"0"0"-1927,4-2-4459,7-2-55,6-2-527,24-5-1400,13-2-680,2 1-306,2 0 2991,-8 4 0,-23 3 0,1 0 0</inkml:trace>
  <inkml:trace contextRef="#ctx0" brushRef="#br0" timeOffset="456227">22728 12201 23881,'17'-2'398,"-5"1"-286,-12 5-6,0 0 163,0 1-129,-1-1 5,0 0 1,-2-1-12,0 0 7,-1 0-7,0-1-16,-2 0 11,1 0-6,-1-1 0,0 0 118,-3-1-123,3 0 5,-1-2 0,3 0-11,0-2 67,0-3-95,2 0-11,0-4 50,1-3-84,2 1-5,2-2-6,2 3 28,2 2-34,2 0-16,1 1 5,2 1-33,9-1 27,-5 3-5,14-1-11,-3 6 6,0 3-29,-2 3 17,-9 4 0,-2 1-11,-3 2 23,0 6-3404,-5-3 3403,-1 6 29,-7-4-18,-4 1 1,-6 3-6,-6 0-62,-7 2-629,-5 1 668,-6 1 6,-3-1 9,10-8 0,0-1 19,-13 6 3046,-9 2-3034,19-14 33,9-5-6,5-2 982,10-3-976,6-2-22,1 0-23,1-2-22,9-3 11,-1 3 0,10-4-6,20-1-5,-11 5-17,20-3-11,-18 5-45,3 1-124,-2 1-884,14 0-1183,-13 1 438,8 0-1921,-16 0-5764,-3 0 9522,-6 0 0,-7 0 0,-4 0 0</inkml:trace>
  <inkml:trace contextRef="#ctx0" brushRef="#br0" timeOffset="456419">23172 12171 19238,'3'-5'4845,"-1"0"-1104,-2 5-3719,48-57 40,-36 59-43,14-26 1,-4 4-3,-22 51-11,-4 7-79,-4 9-783,-3 1 335,-3 0-560,1-13-1322,1 0-7428,1-4 9748,2-5 1,4-13 0,3-5 0</inkml:trace>
  <inkml:trace contextRef="#ctx0" brushRef="#br0" timeOffset="457382">21557 13023 20594,'-6'-41'364,"0"0"0,1 3 0,1 10 1342,3 23-1437,0 1 330,0 2-566,0 2 286,-1 6-297,-1 2 922,-1 8-921,0 1-34,-1 5 27,-1 3-604,-1 2 599,-2 0 17,0 2-5,-1 0 5,-7 11-17,4-10 0,-5 7-5,7-14-1,0-3 23,2-3-17,1-3 6,2-3 0,2-3 157,2-2 38,0-4 853,2-1-886,1-5 23,5-7-107,0-2-22,5-6-17,-1 3 0,0 0 44,8-8-60,-5 6-12,5-3 28,0 4-40,-4 6-4,4-1-7,-4 8-10,-1 2 10,1 1 1,1 2-29,2 2 23,0 4 12,2 4-12,-1 2 16,1 1-10,-1 1-17,-2 1 5,-2 1 1,-1-1-7,-4 1-4,-2-2 10,-4 0 6,-1 0 6,-18 11-1,5-10-5,-16 7-11,6-13-6,-1-1-67,-3-2-33,0-2-107,1-2-135,2-1-906,-5-5 127,9-2-699,-1-6-2694,12-4 3683,3-6 0,2 10 0,2-2 0</inkml:trace>
  <inkml:trace contextRef="#ctx0" brushRef="#br0" timeOffset="457627">22006 13068 18778,'-4'0'4459,"1"0"-1188,3 0-3254,-14-13-17,17 6-17,-4-9-28,23 9-56,7 1-111,5 0-136,5 0-2006,4 1 1587,3 0-359,1 2-599,-1 2-1149,-2 1-2620,-4 1-4337,-8 2 9776,-8 1 1,-12-2 0,-5 0 0</inkml:trace>
  <inkml:trace contextRef="#ctx0" brushRef="#br0" timeOffset="457768">22192 13164 12808,'-7'2'7505,"2"0"-6189,5-2-666,0 0-2957,47-20-3037,-11 9 4493,7-4 1,0 1 0,-11 5 0,0 1-1</inkml:trace>
  <inkml:trace contextRef="#ctx0" brushRef="#br0" timeOffset="458250">22867 12970 17535,'-6'0'4464,"2"0"-274,4 0-4050,-35-49-39,30 31-68,-12-11 1,5 1-1,23 16 1,2-1-12,3 2 12,12-2-12,8 4-22,1-1 0,1 7 0,-11 1 6,1 5 0,0 1 22,-1 3-40,-1 3 7,-3 2-18,4 10 18,-9-3-12,0 7-5,-11-7-6,-3 1-28,-5 11 39,-4-8-22,-5 6 27,-3-12 18,-3 0-12,-2-3 46,-7 1-29,6-5 6,-5 1 11,9-7 16,-3-1 1,0-4-6,3-2 90,0-10-90,11 4 1,-1-5-7,5 6-10,3 1-7,0 1 7,5 0-6,1 1 16,2 1-22,3 1-11,1 1 6,1 1 11,3 1-17,1 2 11,0 2-22,0 4-12,0 3 18,-2 1-1,-2 2-11,-1 9 12,-6-6-1,-1 6 6,-8-8 6,-12 8-29,-11 1 7,-5 0-52,-8-2-94,5-8-252,-3-1-2549,-20 3 2115,6-5 0,7-2 0,18-6 0</inkml:trace>
  <inkml:trace contextRef="#ctx0" brushRef="#br0" timeOffset="459616">21158 13833 20176,'-6'-38'132,"-1"1"0,-2-23 2062,12 60-2172,1 0 923,5 3-945,3 1 488,13 10-494,-3 0 12,10 6-6,-6-2 1713,2 2-1707,2 3-17,-1 2-1518,-2 0 1501,-4 0-16,-6-1-7,-5-2 18,-6 0-1,-5-2 17,-6-2 17,-5-1 6,-6-4 5,-2-2 17,-14-2-11,9-4 16,-7-2 7,13-3 16,3-3 1539,3-6-1550,4-1-11,3-3 10,3 1 1,2 0-11,3-2-6,3 1-6,3 0-11,10-6-11,-2 5 0,9-2-11,-4 5-11,2 2-40,2 1-375,19-2-50,-8 3-247,14 1-246,-12 4-286,1 1-2340,0 0 1287,1 1-3433,16 1 3288,-14 0 710,11 0 769,-19-1 721,-2 0 399,-4 0 447,-3 0 549,-6-1 533,-4-2 370,-6 0 71,-4-2-189,-4 1-292,-1-1 1495,-2-1-2049,0-1-174,-2 0-174,-2 0-105,-2 0-96,-3 0-96,0 1-61,-3 1-67,0 0-34,-1 1 146,-5 0-263,2 2-29,-3 1-27,5 2-29,0 2-10,0 3-18,0 2 2,0 2-19,0 2 1,1 2 0,2 0-11,0 2 5,3-1-11,2 0-6,2-1-5,2 0 5,1-1 1,3-2-6,2 0 16,8-1 23,8-4 6,10-3-6,-3-7 0,2-5 5,-9-2 29,1-3 16,-2-1 34,0-2-3364,-3-2 3404,0-2-5,-3-1 27,-2-1 5,-1 1 0,-2 1 152,0-2-186,-2 7-10,-2 0-23,-3 10-28,-1 3 3393,0 2-3477,-4 7 30,1 1-19,-4 8 1,1 0-12,2 2 0,0 1-23,1 2-3380,2 1 3364,0-1-74,1 2 7,2-2-112,3-2-62,2-1-101,3-1-84,1-2-22,2-4 10,2 0 29,0-6 73,1 0 106,0-4 79,1-3 95,-1-1 67,0-5 50,-1-1 17,-1-3 28,-2 0 45,-2-2 17,-1 0 39,-2-2 34,0 0 11,-3-1 5,0 1 23,0-1 6,-2 4-1,0 2 17,-1 2-33,0 3-34,-1 2-39,0 2 3378,0 2-3530,0 8-5,-2 1 0,0 9 71,0-1-66,-1 2 6,1 2-22,0 0-6,1 0 17,-1-1 0,1-1 12,0 0 27,-1-2-45,1-2 6,0-1 6,1-2-6,0-4 22,0-1 17,0-4 12,0 0 22,2-6-6,9-12-28,-2 2 17,7-10 6,-5 8 78,7-8-68,-3 6 1,6-6 0,-4 8-23,1 0-10,2 1-7,1 3 1,8 0-29,10 5-10,-9 2-6,3 7-12,-18 3-22,-1 4-27,0 2-91,-1 1-173,0 2-3638,-1 0 3016,-1 1-2387,-1-2 919,0 0-2317,-1-1-4348,-2-3 9091,-1-1 0,-3-5 0,-1-1 0</inkml:trace>
  <inkml:trace contextRef="#ctx0" brushRef="#br0" timeOffset="460125">22896 13873 12326,'4'-3'7248,"0"1"-9161,-4 2 2573,59-49-111,-40 30 393,15-9 1,-4 0-528,-24 15 803,-2 2-921,-3 1-56,0 2 27,-5-1-200,-1 4-29,-6 1 3409,-11 4-3387,-9 7-33,-2 0-5,-1 8-12,11-2-5,2 2 16,-5 8-16,10-5-6,-2 4-17,12-8 17,3-3-11,2 2 16,7-4 1,0 0 5,5-5 6,0-3 0,1-1-6,2 0 17,0-3-6,-1 1 6,-1-6 17,-1 2 17,-2-2 27,0 1 18,-3 0 10,1 0 1,-3 0-17,0 1-12,-2 1-10,1 1-29,-1 1-5,0 2-40,-1 1-16,1 1 28,0 2-11,0 4 5,5 9 0,2 10-17,0 0 12,-1 7-3392,-3-8 3380,-3 5-1783,-1 2 1783,-2 3-231,-8 23 195,1-25 0,-1 1 14,-1 0 0,-2-1 0,0 0 0,-1-4-28,-8 9 22,2-7 28,-8-5 23,9-12 6,-4-3 2409,4-19-2409,5-1-1,-1-11 0,7 0 12,3-4 2567,1-5-2567,3-3 446,10-19-438,4 16 0,3 1-39,-3 5 0,1 1-6,6-3 0,2 2-25,20-8-1668,-10 15 0,2 1 1676,2 0 1,0 0-23,-1 2 0,-1 3-815,18-7 426,-22 9-498,-2 2 929,6-10 0,-20 13 0,5-6 0</inkml:trace>
  <inkml:trace contextRef="#ctx0" brushRef="#br0" timeOffset="460981">23357 13861 14202,'-8'1'5187,"2"-1"-4240,6 0 2430,0 0-3203,-26 3 50,19-1-129,-20 1 28,26-2 258,1 0-168,4 0-12,0 0-33,4 1-27,1-2-35,3-1-22,3-2-11,1-1 0,1-2-12,1-4 7,-2 1 16,0-4-6,-3 0 118,1-10-112,-5 5-6,0-6 113,-5 0-90,-2 8 5,-2-4-22,-2 10-17,-2 3-11,-2 2-22,-2 1 11,-7 2-34,2 1 11,-5 4-5,-2 5-6,5 3-22,-4 4 17,7-2-1,1 3-10,3 0-18,2 3 23,2 8-5,2-5 10,10 15-33,1-17-33,10 7-135,0-11-3644,3 1 3056,5-2-2324,2-1 206,3-1 2476,5-3 0,-18-4 1,0-2-1</inkml:trace>
  <inkml:trace contextRef="#ctx0" brushRef="#br0" timeOffset="461198">23820 13692 20033,'-3'-2'3585,"0"0"-1613,3 2-1995,16-22-50,-1 15-106,18-17-202,-3 21-3722,4 0 2899,1 2-864,0 0-1779,-1 1 3279,0 0 1,-15 0 0,-3 0 0</inkml:trace>
  <inkml:trace contextRef="#ctx0" brushRef="#br0" timeOffset="461396">23820 13852 14107,'-3'2'6777,"0"0"-2884,3-2-3893,39-18-4711,-13 8 4643,3-2 1,3-1-292,-2 2 1,1 1-198,4-2 1,3-1-1263,10-2 0,0-1 277,-8 4 1,-2 0-625,-2 1 1,-2 1-1986,11-3 2957,-4 1 1193,-3 0 0,0 1 0,-18 4 0,-2 2 0</inkml:trace>
  <inkml:trace contextRef="#ctx0" brushRef="#br0" timeOffset="461648">24599 13586 10074,'4'-2'9830,"-2"0"-3976,-2 2-5255,-60 76-476,42-49-713,-16 17 1,5-2 696,26-25 401,3 5-312,10-2-84,1-2 0,9-5-17,-1-8-16,3-2-23,3-2-6,2-1 101,12-8 101,-1-7-95,-2-2 179,-3-12-190,-19 11-117,-1-6 955,-7 7-984,-4 1 0,-6-8 0,-10 0 0,-3 1 0,-6 3 0,3 8-3392,-1 3 3392,-2 0 0,-1 3 0,0 3-1054,-3 1-5248,0 2 6302,-5 2 0,15-2 0,1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9085-F5AB-BE83-2CC9-B2E3A484B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701B4-DA82-D258-B48F-F278A58C4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61B8-F7A1-83B8-97EE-C1E7895DE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0EC53-D6C3-806B-D54D-B3CCDA1E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1AC4F-93A1-08BF-EC4A-EE1CD927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0359-065A-8839-398A-189DE1D8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6DA6C-E56A-F515-FD09-333D10C1E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494F3-100E-C360-54BF-E073F968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783F4-FC4D-71ED-929B-512C4A5D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B81E1-3EA4-0D41-9FA3-4B6C6E14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CD8B-069E-4235-BD03-6B4C9ADF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90239-6797-8229-4268-FBF44DDAE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CAE47-C998-CDE0-0CDD-DD2DDBD27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FC93-E808-661D-7029-347A4CB2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BFC5C-0557-FE6F-E4E9-65C8B006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97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DF4E-AE97-1F6E-9CC0-9473BAC8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6DB2-E4A5-C111-0D9B-C3DDEA165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C3945-33F5-4B37-214C-5BD28BDC4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AFB39-357A-871E-410A-CA3B77CE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1A969-461A-0D0D-4964-C5454017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59B96-50F1-3ACF-1EC2-791F61C1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6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FB8F-0825-DACD-E267-DF77FCD96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60F19-4D84-1119-62D1-CDB876E9A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885D7-A321-A62A-5759-16F370133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FDF3B-D376-916C-D703-6242E23E1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D547F-DECB-715C-D94F-E4BC1B37B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7BCBA-EF81-7B79-A112-DB4EB492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E11E2-CEA9-B2EA-FDFA-677AFA8C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58063-9D27-778A-B35C-49D4D669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0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8428-2E99-F0E4-ED14-5C08A8EA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FF6A6-1B13-ABE1-A439-F1508F8E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4A36B-581E-19DF-88EC-A6694A0C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27475-24C6-E2B2-3787-A6D4807E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5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B47B9-9D87-3A22-BC15-FE4CA6A2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F7F03-1D45-017B-26C7-7E6A1020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25CD6-EB54-8363-E952-2B4980CA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3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62E1-36B5-EAC1-0AB7-499114D0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0226C-AB6B-925D-A2CA-CDC4D2554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50087-8473-D5A7-458B-E0A996062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C123B-C85C-C6F8-2CE5-C49FDC13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5D29-0AFB-C70E-3447-B5054BB4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6F4A8-3974-B722-7010-1F2C02CE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48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58B6-0FF3-4757-62EA-7078C8FF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E36814-B7E6-61AB-85B9-EFF81128A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B2D91-29DF-D880-091E-D1BAC1346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0815A-3217-22B6-B534-C36AECCF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7EA19-B3AF-0A3A-E720-BF0EA807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9CE6B-8130-BBE1-93BC-9A830353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2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40BB7-261E-9EE4-6BA9-7DD815E8A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D5FB1-F753-5D3D-E83C-4D1FEA198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3F85-6269-2CCD-59F6-D5594DB3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CD783-A2DF-9451-431D-74039B97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C7727-B1C8-86DC-D61B-B8532CDD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7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9771F-C601-AF69-F3DE-98D8719D0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48715-16E1-186E-58D7-D662B57D0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0E352-759F-7CDA-4FC3-90F8ECB5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7F018-9482-B8CF-E1FE-0F153605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A802D-E02D-BAEC-76D5-82E669F6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8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FC34E-D8CE-A797-0270-069E7275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EDBD1-F710-1685-582C-8BD8D706A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F10FB-4AD8-8893-87B5-729BB123A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43F3D-39E1-7A42-B3DB-65FB53F1919F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9849D-3580-A423-FD4B-2ED85C0F5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3DA33-CD71-D54F-3193-47328CC2F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D0242-12E5-6D4F-96AB-CF8CEAD0E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9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text&#10;&#10;AI-generated content may be incorrect.">
            <a:extLst>
              <a:ext uri="{FF2B5EF4-FFF2-40B4-BE49-F238E27FC236}">
                <a16:creationId xmlns:a16="http://schemas.microsoft.com/office/drawing/2014/main" id="{5761C6A9-D025-53CB-FD0D-E350B9BB4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8C4B19-EF22-C698-0437-8B210BE4170E}"/>
                  </a:ext>
                </a:extLst>
              </p14:cNvPr>
              <p14:cNvContentPartPr/>
              <p14:nvPr/>
            </p14:nvContentPartPr>
            <p14:xfrm>
              <a:off x="334800" y="1379520"/>
              <a:ext cx="3157200" cy="539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8C4B19-EF22-C698-0437-8B210BE417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5440" y="1370160"/>
                <a:ext cx="3175920" cy="5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797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3DF5FEA-FAE5-29DE-6C2F-0F801DC9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FAB64A-384A-B7CC-5FC1-67FEFD3E39A0}"/>
                  </a:ext>
                </a:extLst>
              </p14:cNvPr>
              <p14:cNvContentPartPr/>
              <p14:nvPr/>
            </p14:nvContentPartPr>
            <p14:xfrm>
              <a:off x="289440" y="797760"/>
              <a:ext cx="11232360" cy="5343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FAB64A-384A-B7CC-5FC1-67FEFD3E39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080" y="788400"/>
                <a:ext cx="11251080" cy="536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837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1DA89-BF46-B9D1-2883-A47128F9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BAD98A-B4C1-0BA1-6C64-52E467457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C62672-4E8C-D5EB-09B9-36D027AA0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FE883E-F0E3-2AF8-BF9F-A078B851C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9" y="603250"/>
            <a:ext cx="6362700" cy="4279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439D1F-F688-C255-3EB7-88E3A001CD92}"/>
                  </a:ext>
                </a:extLst>
              </p14:cNvPr>
              <p14:cNvContentPartPr/>
              <p14:nvPr/>
            </p14:nvContentPartPr>
            <p14:xfrm>
              <a:off x="1162800" y="54720"/>
              <a:ext cx="10370520" cy="4642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439D1F-F688-C255-3EB7-88E3A001CD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3440" y="45360"/>
                <a:ext cx="10389240" cy="46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530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6C2A6-CF14-3C6A-CA47-18BDE771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5DF2FE-E3A7-5574-A4D3-2C23628C0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319B02-7B92-6E46-54DC-E7341F31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16D695-8777-A30F-6C6E-615BBADAD688}"/>
                  </a:ext>
                </a:extLst>
              </p14:cNvPr>
              <p14:cNvContentPartPr/>
              <p14:nvPr/>
            </p14:nvContentPartPr>
            <p14:xfrm>
              <a:off x="331560" y="229680"/>
              <a:ext cx="11679480" cy="582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16D695-8777-A30F-6C6E-615BBADAD6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200" y="220320"/>
                <a:ext cx="11698200" cy="58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870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23EAB-407C-A40C-332D-E0A99D9C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8E9675-B338-0A3B-E93A-032848B52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258447-44C9-D873-5871-7EC40E226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F51D84-B243-9D71-422B-89D6B518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6" y="553260"/>
            <a:ext cx="4844303" cy="42641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39854E-5358-0299-FFF2-4C975B4B23F3}"/>
                  </a:ext>
                </a:extLst>
              </p14:cNvPr>
              <p14:cNvContentPartPr/>
              <p14:nvPr/>
            </p14:nvContentPartPr>
            <p14:xfrm>
              <a:off x="375480" y="105480"/>
              <a:ext cx="11808720" cy="675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39854E-5358-0299-FFF2-4C975B4B23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120" y="96120"/>
                <a:ext cx="11827440" cy="677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855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2025-10-12T13:29:57Z</dcterms:created>
  <dcterms:modified xsi:type="dcterms:W3CDTF">2025-10-13T04:39:07Z</dcterms:modified>
</cp:coreProperties>
</file>