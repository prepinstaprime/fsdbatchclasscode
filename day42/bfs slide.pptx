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68"/>
  </p:normalViewPr>
  <p:slideViewPr>
    <p:cSldViewPr snapToGrid="0">
      <p:cViewPr varScale="1">
        <p:scale>
          <a:sx n="119" d="100"/>
          <a:sy n="119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13:41:52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2006 7076 11512,'-54'-4'1793,"1"1"1,-1-1 0,-11 0 0,28 3-1331,67 6-365,11-1 0,7-1-51,-2 1 0,6-2-808,-3 0 1,6-2-1,3 1 1,-2-1 771,-7 1 1,0-1 0,0-1 0,4 1-307,-4 0 1,3 0 0,1-1 0,3 1 0,0-1-1,1 1 255,-1 0 1,2 0-1,1 0 1,1 0 0,-1 0-1,-2 0 1,-2-1-316,6 1 1,-4-1 0,-1 1 0,1-1 0,4 1 299,-3 0 0,3 1 1,3-1-1,0 1 0,0 0 1,0-1-1,-3 1-240,-4 0 1,-2 0 0,1 0 0,-1 0 0,-1 0 0,-1 0 0,0 0 180,10 1 0,-3-1 1,0 0-1,4 1 0,5 1-594,-18-2 1,5 2-1,4-1 1,2 0-1,2 1 1,0 0-1,-1 0 1,-2-1-1,-3 1 1,-5 0-1,-5-1 707,22 2 1,-10-1 0,-2 1 0,6 0 0,-10-1-1,5 0 1,3 0 0,-1 1 0,-3-1 0,-7 0-1,-11 0 1,0 0 0,-1 0 0</inkml:trace>
  <inkml:trace contextRef="#ctx0" brushRef="#br0" timeOffset="625">2013 8704 10601,'-52'-9'892,"0"1"1,13 2-1,5 0 105,6-3-980,29 5 453,34-4-251,25 3-831,-22 1 0,3 0 651,-2 1 0,4 0 0,4 0-595,2-1 1,3 1 0,2-1-1,-2 0 567,7 0 1,-2 0-1,8-1-310,-15 2 0,6-1 0,4 0 0,2 0 0,0 0 0,-1 0 1,-5 1 320,7 0 1,-3-1-1,-1 1 1,1 0-1,2 0-264,-2 0 1,1 0 0,2 0 0,0 0 0,1 0-1,0 0 222,-8 1 1,1 0 0,0 0 0,0 0 0,0 0-1,1 1 1,1-1-128,2 1 1,1 0 0,1 0 0,0 1 0,0-1 0,0 0 0,0 1 132,-6-1 0,-1 0 0,0 1 0,0-1 0,1 0 0,0 1 0,1-1 0,0 1-28,-2 0 1,2 0-1,0 0 1,1 0 0,0 0-1,-1 0 1,-2 0 0,-2 0-1,-3 1-32,15-1 0,-6 0 0,-2 0 0,1 1 1,4 0 73,-4 0 0,5 1 0,2 0 0,-1 1 0,-2-1 0,-6 0 0,-9-1 0,2 1 0,-8-1 0,3 1 0,13 1 0,0-1 0,0 1 0,0 0 0</inkml:trace>
  <inkml:trace contextRef="#ctx0" brushRef="#br0" timeOffset="990">2247 10237 14572,'-44'-3'993,"1"-1"0,7 1 1,5 0-810,14 4-234,17 7 314,19 1 92,38 4-304,-18-12 1,13-2 0,9-2 0,8-1 0,2-1 0,-1 0-1,-3 1 1,-8 0-659,-3 1 1,-4 0-1,-3 0 1,1 1-1,4-2 1,5 0 516,-7 0 1,5 0 0,4 0-1,2-1 1,1 0 0,2-1 0,-1 1-1,-1 0 1,-1-1 0,-4 1 0,-3 0-51,8 0 0,0-1 0,-3 0 1,-3 1-1,-1-1 0,-3 1 1,-3 0-1,11-1 0,-6 0 0,-2 1 1,1 0-1,-4 0 0,1 0 1,-1 0-1,1 0 0</inkml:trace>
  <inkml:trace contextRef="#ctx0" brushRef="#br0" timeOffset="21592">1759 6117 8954,'-4'6'8200,"1"-1"-6750,3-5-514,0 0-308,-23-25-125,15 14-66,-17-21-78,21 22-219,2 0 140,-2-7-135,2 2-26,0-8-58,1-4-16,1-5 22,3-24-61,0 19 27,1 4 1,2 1 22,3 1-17,5-12-16,-5 17 21,5-1 7,1 4-29,4 2-5,3 0-6,2 9-5,4 4-6,6 0 11,6 4-11,7 1 0,5 2 0,5 2 6,3 2-1,2 3-240,-30-2 0,0 0 229,0 1 1,1 0 2,0-1 1,1 0-1,1 0 0,1-1 3,2-1 0,1-1 0,3-1 0,0-2 3,-7 1 0,0-2-6,22-3 0,1-1-411,-17 1 0,0 0 417,19-2 0,1-1-6,-13 2 0,-1 0 11,-2 0 1,0-1-1,-2 1 1,0 0-220,-2 1 1,1 0 210,-2-1 0,0 2 3,-1 0 0,1 0-3,-1 1 0,0 0 5,0 0 1,0 2-3,-2-1 0,1 1-3,-2 1 0,1 0 5,-2 0 1,0 1-3,0 0 0,-1 0 2,2 0 1,0 0 13,1 0 1,0 0-12,1 0 1,2 0-9,0 0 0,0 0 0,2 0 0,1 0 2,1 0 1,0 0-280,3-1 0,0 1 279,1-1 1,0 0 3,2 0 0,0-1-1,2 0 1,0 0-269,1 0 0,1 0 263,2 0 0,0-1 0,1 1 0,0 0 8,1 0 1,0 0-4,0 0 1,0 0 2,0-1 1,-1 1-1,1-1 1,0 0-9,-2 0 0,1 0 2,-1 0 1,-1 0 0,-2 0 0,-1 1 8,-3 0 0,-1 0 152,-5 1 1,-1 0-161,-5 1 0,-2 0 396,24 3-388,-12 2 0,-11 3 601,-9 0-590,-7-1 1059,-6-2-1042,-5 0 481,-2 0-453,0 0 34,-1 3 78,1 6 12,-1 7-51,-3 9-23,-4 10-117,-7 11-645,0-20 1,-1 0 644,-6 9 0,0-2 0,-2 4 0,-2-1 0</inkml:trace>
  <inkml:trace contextRef="#ctx0" brushRef="#br0" timeOffset="26882">1942 8384 17675,'-36'-22'364,"7"4"-291,30 19 39,6 1-68,1 1 130,20 7-68,1-2-22,21 6-5,3-2-34,-5-3-359,-5-2 0,3 0 372,-8-3 1,2-1-28,19 3 0,4-1-6,-4-2 0,1-1-373,-16-1 1,0 0-1,1-1 378,4 1 0,0 0 0,1-1-566,3-1 1,2-1-1,1 0 571,3 1 1,2-2 0,1 1-429,-12-1 1,1 0 0,0 0 0,1 0 411,4 0 1,0-1 0,0 1-1,1-1 3,4 0 1,0 1-1,0-1 1,-2 0-14,-9 1 1,-3 0 0,1 0 0,4-1 20,6 1 0,4-1 1,3-1-1,-2 1 0,-3 1-352,-3-1 0,-2 1 0,-1-1 1,5 1 326,-8 0 1,4 0-1,2 0 1,-1-1 0,0 1-1,-2 0 10,1 1 1,-1-1 0,-1 1 0,0-1 0,0 1 4,0-1 0,0 1 0,-1-1 0,0 1 0,1-1 4,-2 1 1,1 0 0,-1 0 0,0 0 0,0 0-131,11-1 0,1 0 0,-2 1 1,-2-1 118,4 1 0,-3 0 0,2 0 12,-1 0 0,4 0 0,-2 0 1,-4 1-12,-7 0 1,-3 0 0,1 0-8,0 0 0,2 0 0,0 1 0,-5-1 272,15 2 0,-7 1-302,-14 0 1,-5 1 1298,6 6-1124,-29 2 2327,-22-1-2423,-16-2 2405,-16-4-2400,-14-7-25,20-1 1,-2-1-142,-6-2 0,-2-2 105,-9 0 0,-2-1-479,14 3 1,-2 1 0,-1 0 468,-6-1 1,-2 1 0,0 1-734,-7-1 1,-1 1 0,-1 1 733,11 1 1,-1 0-1,-1 0 1,0 0-1,-3 1 1,-1 0 0,-1 0 0,0 0-481,-2 0 0,-2 0 0,1 0 1,-1 0 478,-1 1 0,0-1 0,0 1 1,-1-1-6,13 1 0,-1 0 1,1 0-1,0 1 1,2-1-75,-1 0 0,2 0 0,0 0 1,-2 0 55,-6 1 1,-1-1 0,-1 0 0,1 1-2,0-1 0,1 0 1,-1 0-1,0 0-110,-1 0 0,-1 0 0,-1 0 0,0 0 144,7 0 0,-1 0 0,-1 0 0,2-1 0,4 1 1,-8-1 1,5 1 0,-4-1 6,-1 0 1,-3 0-1,0-1 1,4 1 83,3-1 0,3 1 0,-2 0-94,0 0 1,-4-1 0,0 1 0,3-1 234,-1 1 0,2 0 1,2 0-238,4 0 0,1 0 1,1 0 176,-14 0 0,3 0-168,10-1 1,3 1 1726,-21-1-2023,26 0 1525,20 2-1295,19 2 1856,14 5-1722,32 8-51,-7 0 139,0-3 0,4 1-122,-4-5 1,3 0-516,-4 0 0,3-1 0,1 0 487,6-1 0,2 0 1,2-1-594,6 0 1,1 1 0,3-2 589,-12 0 0,1-1 1,1 0-1,1 0-473,4 0 1,2 0 0,1-1 0,0 1 469,-9-1 1,0-1-1,1 1 1,1 0 0,0-1-4,3 0 0,0 0 0,1 0 1,0 0-1,0-1-29,1 1 0,1-1 0,0 0 0,1 0 0,-1 0-293,1-1 0,0 1 1,0-1-1,1 0 0,-1 0 210,0 0 0,-1-1 1,1 1-1,0-1 0,-1 1-181,0-1 1,1 0 0,-1-1 0,-2 1 0,-1 0-289,0 0 1,-2-1 0,0 1 0,1-1 578,-1 1 0,3-1 0,-1 0 0,-3 0 0,-9 0 0,3 1 0,-5-1 0,-1 1 0,1 0 0,-1 0 0</inkml:trace>
  <inkml:trace contextRef="#ctx0" brushRef="#br0" timeOffset="27734">2104 6967 15109,'51'20'705,"1"-1"1,-1 1 0,5 3 0,3-3-390,-1-11 0,6-3 0,-6-2-1942,-9 0 0,1-2 1706,-1 0 0,7-1 0,2 0 0,-3 0-592,5 0 0,-1-1 1,2-1 536,-2 1 0,3-1 0,1 0 1,1 0-14,-11 0 0,0 0 1,1 0-1,1 0 0,2-1-167,0 0 0,3 1 0,1-1 0,0-1 0,-2 1 1,-3 0 163,7 0 1,-3 0 0,0 0 0,3-1-175,-7 1 0,3 0 1,1 0-1,0 0 1,-1 0-1,-5 1 186,3-1 0,-4 1 0,0 0 0,4 0-89,-6 0 0,3 1 0,2-1 0,0 1 0,-2 0 0,-4-1 70,4 2 1,-3-1 0,-1 1 0,2 0 4,10 0 0,4 1 0,-3 0 0,-7 1 193,8 3 0,-5 0-202,-16-1 0,1 1 0,-3 0 677,6 2 1,-7 2-676,6 9 1476,-50 3-1488,-15-9 34,-26-4 1,-7-4 16,-8-2 799,19-2 1,-6 0 0,0-1-832,-1-2 1,0-1 0,1-1-98,-13 1 0,-1 0 90,16-1 0,-4 0 0,0 0 0,2 0-2,-1 0 0,3-1 1,-5 1 2,-8-1 0,-5 0 1,0 0-1,3 0-655,2 0 1,3 0-1,-3 1 654,-2 0 0,-5-1 0,0 1 0,5 1 13,5 0 0,4 1 0,-3 0-3,-2 0 0,-3 1 0,-1 0 0,3-1-1,-4 1 0,2 0 1,2 0-5,3 1 1,2 0-1,3 0 6,-8 1 1,7 0 38,-12 2-134,0 4 336,32-2-258,20 3 1436,31 2-1324,28 1-82,-10-8 1,8 0-1,-2-2 333,7 1 0,6-1-387,-11-2 1,7-1 0,4-1 0,-1-1 0,-3 1-860,-1-2 1,-3 1-1,0-2 1,3 1 518,7 0 0,3-1 1,1 0-1,1-1 370,-5 0 0,4-1 0,-1-1 0,-5 2 0,-13 0 0,-8 3 0,-5 0 0,23-4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13:51:21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1526 2728 20207,'-1'-6'4464,"0"2"-3557,1 4-839,-25-46-52,19 39 57,-22 9-50,26 32-21,-1 9 1,1 3-289,-1-14 0,1 0 6,0 9 0,0 0-84,1-10 0,0 2-283,0 21 1,0-5-1,1-16 1,0 30-1</inkml:trace>
  <inkml:trace contextRef="#ctx0" brushRef="#br0" timeOffset="325">1491 2684 19339,'-6'-5'3456,"1"1"-2364,5 4-196,0 0-4946,-40-68 4094,35 47-8,-11-19 1,9 2-798,58 20 773,-7 3-143,-1 5 0,4 3 134,-11 3 0,1 4-813,23 6 1,-1 4 809,-17-4 0,-2 3-14,15 13 0,-3 7 675,-23-5 0,-5 3-684,2 9 1,-5 3 700,-9 1 1,-11 3-705,-20 9 1,-9-3-153,8-13 1,-5-3 151,-5-3 0,-4 0 0,0-3-11,-4-4 1,-1-2-85,-16 6 1,1-2-68,18-9 1,1-5-2544,-8-4 1,6-8 2730,13-15 0,-1 1 0,19 1 0</inkml:trace>
  <inkml:trace contextRef="#ctx0" brushRef="#br0" timeOffset="818">2597 2659 23417,'-9'36'13,"0"0"0,-1 3 0,2 2-153,4 3 0,1 1-702,-1 0 1,-1 1-935,1-3 1,0-1 1775,0-2 0,0-4 0,1 5 0,0-12 0</inkml:trace>
  <inkml:trace contextRef="#ctx0" brushRef="#br0" timeOffset="1025">2568 2563 21511,'-8'-59'732,"-1"1"0,7-5 0,10 9-659,21 21-62,9-6-22,9 12-134,-4 15-387,9 1-1160,-8 14-3937,-13 14 4566,-15 6 0,-9-5 0,-7-5 1</inkml:trace>
  <inkml:trace contextRef="#ctx0" brushRef="#br0" timeOffset="1192">2479 2913 21719,'28'-32'-61,"1"0"1,-1-1-1,2 1 1,0 1-1,0 5-1860,6 7 0,-1 5-1087,-6 1 1,0 0 3007,10-1 0,-5 3 0,-13 5 0,-1 1 0</inkml:trace>
  <inkml:trace contextRef="#ctx0" brushRef="#br0" timeOffset="1501">3482 2417 17380,'-4'-3'2876,"-30"-13"0,-7-2-2545,11 8-281,-11-7 1,3 2 1099,19 13-1150,10 9 392,3 4-353,11 10-28,2 0 23,17 12-17,-6-9-17,20 23 11,-6-12 0,1 1-14,-6-5 0,0 1-542,6 3 1,-4 0 561,-4 13-2421,-25-14 2410,-9-1 16,-28 2-101,6-21 1,-4-2-169,-1 0 1,0-2-615,-9 0 1,2-4-697,-11-4 1557,-8-13 0,42 6 0,-8-5 0</inkml:trace>
  <inkml:trace contextRef="#ctx0" brushRef="#br0" timeOffset="1925">418 4094 19854,'-36'8'1453,"0"-1"1,-4-4-1129,64-20-87,6 1 0,7-3-138,1 3 1,5-1 0,1 0-1490,6-2 0,3 0 0,2 0 1404,0 0 0,3 1 1,1-1-1,1 2 0,0 0 1,0 0-1,1 1 1,2 0-291,-8 3 0,3-1 0,-1 0 0,0 1 0,-1 0 280,3 0 1,-3 0-1,2 0 1,8 0-191,-11 2 0,6 0 1,5 0-1,1-1 0,1 0 1,-2 1-1,-5 1 0,-5 1 185,10-2 0,-9 2 0,1 0 0,10-1-111,-17 3 0,6-1 0,5-1 0,4 0 0,0 0 0,1 0 0,-2 1 0,-4 0 0,-5 1 1,-7 1 70,11-1 1,-8 1 0,-3 2 0,5-2 4,-3 1 1,3-1-1,3 1 1,-1-1-1,-3 1 1,-4 1-1060,19-2 0,-6 1 0,-3 0 1094,-10 1 0,-2 1 0,-2-1 0,8 0 0,-10 0 0,-15 2 0</inkml:trace>
  <inkml:trace contextRef="#ctx0" brushRef="#br0" timeOffset="2742">6152 2940 21349,'-4'-63'1413,"-1"0"1,-1 1 0,0 15-1269,2 36-10,-3 6-96,7 14 6,1 25 5,3 11-53,-1-3 0,0 1-31,-2-12 1,1 2-2470,0 25 1,-2-1 547,0-4 1955,0 1 0,0-4 0,0-20 0,0 11 0</inkml:trace>
  <inkml:trace contextRef="#ctx0" brushRef="#br0" timeOffset="3043">6053 2917 22894,'-14'-44'558,"1"-1"1,0 0 0,-3-17 0,9 6-358,27-1-72,17 9-300,-12 29 1,3 2 175,2 4 1,2 4 5,1 2 0,0 4-3,0 5 1,0 5-9,-1 4 0,-1 4 3,0 5 0,-3 5-15,0 3 1,-4 5-48,-3 20 1,-5 2 44,-8-22 0,-3 1-392,-4 13 0,-9-2 378,-9-19 0,-7-2-1313,-12 6 1,-1-2 1340,7-4 0,-1-1-6,-12 4 1,-1-5-1547,-16-9 1405,12-5-938,-3-24 1085,36-23 0,2 15 0,10-6 0</inkml:trace>
  <inkml:trace contextRef="#ctx0" brushRef="#br0" timeOffset="4085">6919 2940 25858,'-27'-3'107,"17"10"-79,28 6-11,11 4 33,-3-11-33,-5-4 50,0-6 56,-5-13-61,-4-6-23,-4-13-17,-8 7-3335,-9-18 3352,1 22 11,-12-16 40,-2 22-17,-8 3-23,1 11-39,3 15-5,13 3-6,4 7 11,4 31-11,3-22-11,4 4 0,2 1-73,11 4-6,4 1-335,14 3-500,2-14-469,16 1-26,-15-19 0,1-5 2161,-5-4 0,0-4-1145,5-3 1,-3-6 582,11-20 135,-15 3 801,-8-12 1350,-11-2-953,-2-2-896,-5 6 370,-3 9-303,-1 13-5,0 1-628,0 10 0,0 29 1,2 8-29,2 29-11,-1-14 6,2-4 0,0 2-377,0-9 0,0 0 371,3 16 0,1 1-5,-1-9 0,1-2-4,-1-4 1,-1-3 8,3 13 196,-5-14-22,-4-32-162,-3-4-12,-1-19 11,-8-33-22,3 14-228,-1-13 0,-2-7 242,2 8 0,0 1-8,0 0 0,0-1-4,0-6 1,0 3-6,5 22 1,1 1-7,1-13 1,2 0 716,3-13-708,8 19 0,2 5 0,4 8-12,22-17-10,-8 25 11,12 2 5,0 8-16,0 16 490,-6 12-479,-9 17 16,-13 10-5,-26 8-25,-2-25 0,-6 0-31,-15 8 0,-3-1-239,10-11 1,0-1 0,-13 7 0,2-3-328,7-7-2834,-9 2 2648,26-17 0,2-1 0,11-5 0</inkml:trace>
  <inkml:trace contextRef="#ctx0" brushRef="#br0" timeOffset="4458">7869 2898 20128,'0'3'4240,"0"0"-1394,0-3-2746,0-28-72,2 7-14,1-8 0,0-7 6,2-18 0,1-2-20,-2 17 0,-1-1-1114,1-11 0,-2-7 0,0 10 1131,-1-7-400,-4 5 0,0 3 394,-2 17-145,-7-9 162,7 30-11,-1 1-12,5 11-10,-1 19 5,2-1 0,3 34-11,5 1 1059,-1-18 0,2 3-1059,1 2 0,4 3-171,-1-7 1,2 2 0,0-1-611,5 13 0,0-1-63,2-1 1,-1-1 854,-3 0 0,-2-8 0,-4-11 0,1 11 0</inkml:trace>
  <inkml:trace contextRef="#ctx0" brushRef="#br0" timeOffset="4984">7747 2868 24945,'-8'-47'211,"1"0"0,4 3 0,9 6-216,41-1-29,-14 19 1,4 1-355,6-1 0,4 1 287,-7 4 0,2 0 0,-3 1-236,4-1 1,-1 0 132,14-6 0,-4-1 134,3-8 22,-26 10 0,-2-1 121,7-20 101,-18 1 167,-19 4 479,-8 3 60,-13-1-583,6 12 860,-4-3-545,11 14-517,3 2-81,2 4 6,6 10 13,5 14-27,6 19-4,-2-10 1,2 4-318,2 7 0,0 2 314,-3-7 0,1 2-1,1 23 0,-1 1 0,-5-19 0,-2-1-5,2 17 1,-2-1 0,-2-17 0,-1-4 23,-2 7 185,1-14-29,-1-26-122,2-40-1,4-5-39,1 5 1,1-1-201,4 4 1,2 2 205,3 0 0,4 2 5,7-3 1,2 4-18,13-9-10,7 6 10,-1 23 6,-4 12-11,-13 2 0,1 4 577,18 22-633,-8 12-2122,-25-10 0,-4 1 800,0 15-3538,-14-12 1,-4-1 3712,-3-6 0,-4-1 1,9-20-1</inkml:trace>
  <inkml:trace contextRef="#ctx0" brushRef="#br0" timeOffset="5892">3831 2433 23444,'2'-37'750,"-1"1"1,2-21-544,-7 51-162,3 4-62,-2 1 51,0 12-12,0-1-11,-2 20-11,1-2-11,1 12 28,10 16-23,5-18 18,5 2 21,5-22-10,-8-12 72,8-1 57,-8-6-7,2-7-33,-7-8-3364,-4-16 3303,-3 8 66,-6-14-10,-2 13 111,-10-13-123,4 13-11,-3-1-73,7 18 3387,2 3-3404,3 4-55,-3 5-18,2 0-1909,-12 25 129,9-12 1011,-4 27 0,9-32 0,1 7 0</inkml:trace>
  <inkml:trace contextRef="#ctx0" brushRef="#br0" timeOffset="6258">4209 2871 22989,'-27'29'95,"1"0"0,-11 21 1265,52-39-1204,3-4 431,7-4-447,-1-11 223,0-8-290,-5 0 784,-1-10-661,-11 3 23,-2-7 16,-17 2-140,-5 9-50,-5 6-6,-4 9-5,6 3-23,-5 3-62,4 3-419,6 4-2907,5 5 2529,6-2 0,2-3 0,2-5 0</inkml:trace>
  <inkml:trace contextRef="#ctx0" brushRef="#br0" timeOffset="8085">10714 2150 20033,'-12'-59'1499,"0"0"0,-7 4 1,-1 6-1148,-8 0 147,-21 16-258,16 33-112,-9 19-39,6 26-722,20-1 1,2 9-1,2-3 635,-1 1 0,1 2-607,3-4 0,0 7 0,0 0 0,2-8 601,1 4 0,0-2-14,1 6 1,-1 6-1,2-2-471,1-10 0,0-1 0,1 2 346,0-5 1,1 2-1,-1 0 1,1 0-214,0 14 0,0 0 1,-1-1-78,0-3 1,-1-1 0,-3-1-158,-5-1 0,-3 0 1,-3-4 604,-8 1 1,-4-6 28,-1-5 0,-4-12 61,-2-23 1,1-12 261,7-8 0,1-7-99,-5-7 0,3-7 22,4-9 0,6-5-127,9 2 1,4-4-1,3 3 573,-1-4 1,6 0-701,4 1 1,4-2-1,3 5-20,7 3 0,4 3-310,3 1 0,3-1 0,0 3 273,2 0 0,2 3-3,0 5 1,3 1 0,0 3 331,4 2 1,2 4-348,2-1 1,5 0 0,-3 2 20,2 0 1,1 0 4,4-1 1,5-1 0,-9 2 14,-17 6 0,-1 1 22,23-12 0,-2 0 444,-7-3-239,-3-3 218,-20 8 499,-14 0-679,-6 10 983,-5-3-887,0 11 3070,-2 1-3384,1 2 386,0 9-430,-1 9 16,-1 15-33,2 10-3566,1 19 3370,2-18-816,0 18-1172,1-25 2195,-1 7 0,-1-20 0,0-6 0</inkml:trace>
  <inkml:trace contextRef="#ctx0" brushRef="#br0" timeOffset="8267">11128 2046 26032,'-26'-39'-90,"-1"0"1,1-1-1,11 16-1221,27 40-50,-3-3 1361,21 29 0,-20-27 0,7 10 0</inkml:trace>
  <inkml:trace contextRef="#ctx0" brushRef="#br0" timeOffset="8609">11419 2305 26872,'30'-17'-6,"1"22"1,-7 32 13,-11-4 1,-3 1-26,-5 9 5,-7-10 1,-2-2 28,-3 2-11,-10-6 39,3-22-1,-2-17-21,4 1 94,7-52-100,10 31-1694,2-5 1,3 1 1676,5 7 6,13-16-17,-1 15-34,0 2-218,12 4-1642,12 13-3206,9 1 5111,-27 8 0,-1 0 0,4 1 0,-16 1 0</inkml:trace>
  <inkml:trace contextRef="#ctx0" brushRef="#br0" timeOffset="8901">12148 2214 21573,'-2'-4'3428,"1"1"-1523,1 3-1575,-33-60-184,22 43-131,-7-17 1,2 7 20,13 24-11,4 8 30,5 7-54,12 23-34,-2-6 57,15 25-34,-13-22 0,-1-1 9,6 14 11,-7-15 0,-3-2-13,-7 0-18,-8-2-13,-13 3-51,-19-7-129,0-14 0,-3-3-176,3-3 0,-1-3-460,-7-2 1,2-4-8982,-12-11 8505,21 3 1,17 3 0,11 8-1</inkml:trace>
  <inkml:trace contextRef="#ctx0" brushRef="#br0" timeOffset="9701">12356 2402 27068,'-43'-14'235,"8"1"-201,31 4 5,2 1-17,2 3-33,0 0 17,0 2 5,0-1 0,0 1-11,1-1 17,0-1-39,1 1-34,1-2-191,6 3-83,-1 1-169,3 4 197,-4 0-315,-2 5 13,-3-1 88,0 0 472,-1-2 55,0-2 196,-1-1-39,-3 0 62,1-1 10,-2 0-116,3 0 268,0-2-117,1-1-18,0 0-38,0 0-40,0 0-6,0 1-122,0 1 16,0 0-39,0-1-22,2 0 10,1 0 1,7-3-17,-3 0 11,8-4 1,-3 0 60,9-12-44,-7 4 79,10-26-62,-15 18 141,1-9 0,-1-1 71,-2-1-110,0-10 0,-1-2 63,-1 2-380,0 2 1,-2 0 419,-1 5-8,-3 1 1,0 1-56,-3 7-91,-5-26-93,5 43-17,-1-5-74,3 14-63,1 5 720,0 12-501,1 33 3,2-6-25,0 2 0,1 1-37,3 8 0,1-10 0,2 7 0,0-5-19,-1-11 1,1 0-213,4 10 0,1 4 1,2-4-390,2-7 0,1-2-52,5 8 0,1 0-7,-6-11 1,1-1-2694,2 1 1,0-3 3360,1 1 1,-3-5-1,-12-14 1</inkml:trace>
  <inkml:trace contextRef="#ctx0" brushRef="#br0" timeOffset="9867">12399 2104 28394,'10'-40'-64,"-1"1"0,14 2 0,4 12 30,8 27-1954,-1 2 0,0 1 1998,-2 3 0,-5 0 0,-15-3 0</inkml:trace>
  <inkml:trace contextRef="#ctx0" brushRef="#br0" timeOffset="10083">12273 2046 31361,'-53'5'-303,"1"0"0,-4 14 1,10 7-37,18 24-497,10-15 1,0 2 243,2-4 0,1 1 566,-7 20 0,0-2 0,9-20 0,0-1 1,-2 6-1,1 1 0</inkml:trace>
  <inkml:trace contextRef="#ctx0" brushRef="#br0" timeOffset="10676">14189 2163 21177,'3'-53'1215,"0"-1"0,-8 4 1,-4 7-934,-10 16 100,-24 6 35,14 21-60,-7 12-124,16 0-31,5 18-20,20-1-155,8 3 0,6 2-21,-2-6 0,1-1-159,12 13 1,1-1 111,-3-9 0,-2-1-1667,-3-6 1,-1-1 1458,20 23 28,-3-2 41,-10-2 159,-7 6 43,-32-10-35,-27-10-30,-20-12-25,23-10 1,-2-4 5,1-3 1,-2-5-332,-7-10 1,2-4-6,13 6 1,3-5 43,-9-30 1,7-1 0,13 19-1,7 0 1,1 0 0</inkml:trace>
  <inkml:trace contextRef="#ctx0" brushRef="#br0" timeOffset="12451">14572 2111 16854,'0'4'8551,"0"-1"-6719,0-3-1153,23 36-744,23-40 203,-14 15 0,1-1-37,-1-19 0,-1-5 67,2 1 1,-3-2 297,10-11-47,3-15-98,-22 7-302,-15 3 399,-22 9-582,-23 7 360,6 3-103,-18 5 107,20 15 330,-1 15 48,11 1-106,7 12-256,7 4-3232,0 22 2926,2-10 25,1-13 0,3-1-226,10 11-130,6-15 1,3 0-520,14 9 581,1-19 0,5-4 151,-7-12 1,2-4 6,27-3 1,1-6 15,-15-2 1,-3-4-1125,7-2 0,-5-3 1006,-3-13 998,-22 2 0,-3-1-671,-1-3-27,8-24-55,-22 28 110,-7 1-11,-1-3 2902,-5 6-2868,1-2 1321,6 10-1372,1-2 6,2 9-12,0 1-42,1 4 39,-3 0-54,-1-1 26,0 1 31,-1-1-36,3 2 257,-3-3-125,3 1-61,-1-1-37,2 0 39,0 1 42,-1 0-26,0 0-49,0 0-198,-1 1 146,0 0 164,0 2 99,1 1 241,0 0 103,0 0 31,0 0 45,-2 0-33,-2 0-31,-1 1-340,2 0-249,0 2 0,2 0 0,0 2 0,0-2 0,1 2 0,1-3 0,0 0-295,1-1-397,0 1-319,6 0 365,0 1 198,4 1-404,0 2 222,-4-1-56,0 1 405,-3-1 56,-2 1 328,-1-4-230,0 0 435,0-1-27,-3-5-145,0 0 211,-2-1 147,-3 0 161,4 2-170,-4-1 320,1 2-161,-2 0 161,-1 3 25,1 0-830,-8 7 0,-3 6 0,-8 6 0,-5 7 0,2 2 0,-1 5 0,10-6 0,2 8 0,14-8 0,16 11 0,1-14-1158,23 0 10,-3-17 505,9-2 347,0-7 39,-9-3 178,7-17 204,-18-1 113,6-15-17,-15 1-152,-5-3-133,-3 9-14,-1-4 18,-1 6-48,1 1 25,0 2-25,0 14 85,-2 3-7,1 6 98,-1 3-69,-1 5 32,-1 7-8,-2 12-31,-1 17 45,2-10-48,3 16-11,7-18-108,8 6 51,10-7 30,8-6 78,7-11 86,14-10 47,-6-14 195,-3-2-125,-5-16 8,-12-1-13,4-13-81,-12 8-80,-3-17-105,-14 15-96,-1-1-214,-7 6 96,2 18 27,0 1 29,3 7 69,6-1 160,5 3 532,20-5 29,-5 6-50,10-1 17,9 5-48,6 10-79,-1-2-294,-5 14-139,-26-1-195,-5 9-462,-8 2 94,-12 9 136,2-13 63,-4 15 99,6-26-41,7 15-81,10-13-915,27 5 780,-6-8-415,-2-10 0,2-2-3043,23-3-936,-15-6 1,0-1 3350,11 0 1,-7-5 0,-40 8-1</inkml:trace>
  <inkml:trace contextRef="#ctx0" brushRef="#br0" timeOffset="13024">16579 2097 28630,'-17'-43'24,"1"1"1,-1 3 0,-2 9-364,-1 23 606,-10 4-36,11 11 84,-11 16-203,10-1-56,-7 26-263,13-6 244,6-6 1,1 1-14,-1 13-168,6-13 0,4-2-473,13 7-101,7-13 1,5-3-57,14 6-106,-1-17 0,3-5 476,-11-10 0,0-4 163,17-9 0,0-3 194,-16 3 0,-1-2 46,9-15 0,-2-5 15,-16 6 0,-1-4 180,8-20 1,-3-3-473,-8 16 1,-3-1 655,2-19 0,-5 0 58,-9 21 0,-2 0-1374,0-14 1,0 0 1083,-2 20 0,0 0-219,0-8 1,0 5 231,0 12-1,2-12-114,0 27 473,3-1-476,3 20-2,8 31-24,-4-2 947,-2 3 1,-1 3-941,-4-6 1,-2 1-7,3 12 1,-2 2-12,0 1 0,-1-1-8,0-2 0,0-2 21,0-6 0,1-2-15,1-7 1,0-2-4,2 4 1116,2-14-1117,-1-28 726,8-14-726,9-16-1,7-14 1,-14 21 1,0 0-1,2 1 1,0 2 0,22-17 0,-2 12 0,-1 15 0,8 26 0,-15 2 0,-6 5 0,0 5 391,16 20-1058,-13-14 1,1 3 666,6 6 0,-2-2 0,4 6 0,-2-4 0</inkml:trace>
  <inkml:trace contextRef="#ctx0" brushRef="#br0" timeOffset="13742">6382 4008 17664,'49'16'201,"-1"0"1,-5-6-1,3-1 1,0-3-100,0-3 1,0-4 0,4 1-995,-1 0 0,3 0 0,3-1 0,0 1 939,-6-1 0,1-1 0,2 1 0,0-1 0,1 0-406,5 0 1,1-1 0,1 0 0,0 0 0,2-1 400,-7 0 0,0 0 0,1-1 0,1 0 0,1 0 0,3-1 10,-3 1 1,3-2-1,2 1 1,0-1-1,1 0 1,-1 0-1,-2 0 1,-3 0-152,4 1 0,-4-1 1,-2 1-1,1-1 1,2 0-1,4 0 137,-5 0 0,4 0 0,3-1 0,1 0 0,0 0 0,0 0 0,-3 1 0,-3 0 0,-4 1-244,6-2 1,-6 2 0,-3 0 0,4 0 0,10 0 263,-17 1 0,6-1 0,4 1 0,4-1 0,3 0 1,1 0-1,2-1 0,-1 1 0,-1 0 0,-2 0 0,-3 1 1,-3 0-1,-6 0-89,10 0 0,-6 0 0,-4 1 0,-1 0 0,2-1 0,3 1 0,7-1 46,-13 1 0,5 0 0,3 0 0,3-1 1,2 0-1,1 1 0,1-1 0,0 0 0,0 0 1,-1 1-1,-1 0 0,-3 0 0,-3 0 0,-3 0 4,6 1 0,-4 0 1,-2 0-1,-2 0 1,-1 1-1,0-1 1,2 1-1,3 0 1,3-1 1,-5 1 0,2-1 0,2 1 0,1 0 0,2-1 0,0 1 0,1-1 0,0 1 1,1 0-1,-2-1 0,0 1 0,-1 0 0,-2 0 0,5 0 0,-1 0 1,-1-1-1,0 1 1,0 0-1,-1 0 1,1 0-1,-2 1 0,1-1 1,0 0-1,0 0-12,-2 0 0,0 1 0,0-1 0,-1 0 1,1 1-1,-1-1 0,0 1 0,0-1 1,0 1-1,-1-1 0,0 1 8,3-1 0,-1 1 1,0 0-1,0-1 1,-1 1-1,1-1 0,-1 1 1,0 0-1,0-1 1,1 1 0,-1 0 0,1 0 1,0 0-1,0-1 1,0 1-1,0 0 1,-1 0-1,0 0 1,-2 0-1,0 0-15,6-1 1,-3 1-1,-1 0 1,0 0 0,0 0-1,1 0 1,2-1-1,3 1-33,-8 0 1,3 0 0,2 0-1,2 0 1,2 0 0,-1-1-1,0 1 1,-1 0 0,-3 0-1,-3 0 1,-4 0 0,-4 0-119,14 0 0,-8 1 1,-3-1-1,1 0 1,7 0 147,-8 0 0,5 0 0,5 0 0,1 0 0,0 0 0,-1 0 0,-5 0 0,-6 0 0,-9 0 0,9 0 0,-10 1 0,2-1 0,16 0 0,0 0 0,0-1 0</inkml:trace>
  <inkml:trace contextRef="#ctx0" brushRef="#br0" timeOffset="15651">12880 5517 23511,'-3'-62'874,"-1"-1"0,0 8 0,0 8-309,-2 13-481,0 17-61,2 15 10,2 25-27,2 9 0,0 3-417,0 21 405,-1-6 1,-1 2-407,1-15 1,-1 0 184,1 10 0,-1 1-608,0-2 1,2 0-4082,3 6 1,0-3 2700,0 11 0,4-8 0,-6-44 0</inkml:trace>
  <inkml:trace contextRef="#ctx0" brushRef="#br0" timeOffset="16034">12942 5103 19198,'-44'-41'1232,"0"0"0,6 16 0,-3 4 1,0 7-1009,-7 14 0,-2 9-1505,8-2 1,-3 3 0,4 2 1353,-3 4 0,1 5-38,0 8 1,-1 5 0,5-1-34,7-4 1,2 4 11,0 5 0,-3 9 0,1 1 0,7-6-8,3 1 0,5 4 1,6-3 1,1 10 0,1 3 0,2-2 0,3-9-345,5 8 1,6-1 323,2-1 0,3 7 1,3-1-1,3-12 2,5-6 0,11-7-37,9-7 1,14 1 0,7 0 0,-1-4 0,-9-3-316,-7-5 1,-4-3-1,5-1 362,5 2 0,6 1 0,4 0 0,-3-4 0,-7-5 10,1-9 0,-6-5 1,-2-1-320,7 0 0,0-5 338,-2-5 0,3-4 0,-6-3 271,-1-10 0,-5-6-266,-11 8 1,0-4 0,-5-3-10,-3-11 0,-5-4 1,-4-1-12,-4 6 0,-4 0 0,-1 0-6,-1 1 1,-2 0-1,-6-1 21,-7-7 0,-7-1 0,0 7-8,0 11 0,-3 3-2,-8-6 1,-5-3 0,-3 9-5,-9 8 0,-5 8-132,-3 4 0,-6 3 1,3 2-133,-4-1 1,0 6-903,4 6 0,-3 5 0,7 1 1152,10 4 0,5 1 0,3-1 0,3 1 0,-1 4 0</inkml:trace>
  <inkml:trace contextRef="#ctx0" brushRef="#br0" timeOffset="16467">12432 6597 21377,'25'-59'1176,"0"1"0,-4 8 1,-3 9-253,-6 18-610,-9 15-252,1 2 44,-16 18 62,-33 29-140,14-13 0,-4 3-637,1-2 0,-2 3 0,-1 1 618,-3 2 0,-1 0 1,1 0-10,6-5 0,0-1 0,-1 2-28,-10 8 0,-1 3 0,0 1-1069,12-9 0,1 1 0,-1 1 1,2-1-2181,-11 11 0,1 1 0,2-1 2970,3-3 1,1 0 0,5-6 0,8-4-1,6-8 1,7-10 0</inkml:trace>
  <inkml:trace contextRef="#ctx0" brushRef="#br0" timeOffset="17141">11316 7676 18495,'0'-5'3192,"-1"1"-1434,1 4-1680,2 7 273,-2 7-273,-3 1 137,-12 9-164,-1-11 30,-12 4 0,-2 0-19,0-3 116,-2-1 1,0-2-11,0-7 12,-2-10 21,11-10-15,10-17-46,12-11 11,11-6-34,10 1-16,6 11-34,3 11-55,0 13 4,1 10-4,1 16-12,1 13 14,-15 4 0,-3 2-9,3 16 0,-13-6 1,-6 1-383,-7-9 0,-6 0 380,-6 11 0,-6 1-616,-7 2 1,-4 0 602,9-16 1,0 1 0,-1-2 14,-15 13 1,-1-4 55,1-5 1,2-5-1354,12-12 1,3-4 1375,-15-4 61,27-27-16,13-9 407,11-11-497,12-1 859,14 3-901,-6 18 1,1 3 2,14-4 1494,-8 9 0,1 3-1583,20 2-68,-19 2 0,2 1-350,2 1 0,0 0-641,2 0 0,1 0 1032,4-1 0,-3-1 1,7 1-1,-7-2 0</inkml:trace>
  <inkml:trace contextRef="#ctx0" brushRef="#br0" timeOffset="17541">11474 7589 22095,'-24'-40'446,"0"1"1,0 0-1,-11-13 1,-1 11 499,-20 20-655,22 16 1,-3 4-247,-4 5 0,-3 3-495,-5 3 0,0 3 528,-3 6 0,2 5-549,1 4 1,2 5 464,1 6 1,4 5-1,15-10 1,1 2-1,3 4-716,-4 15 0,3 6 0,3-4 714,4-14 1,3-3 0,1 4 1,1 3 0,1 4 1,1 1-1,4-5-297,2-2 1,4-3 0,1 2 262,2 7 1,3 1 0,5-1-448,11 2 0,6-1 0,1-6 459,3 1 0,7-6-15,4-10 0,8-3 0,-1-9-77,11-10 1,3-9 117,-9-3 0,3-4 0,-1-4 17,2-5 0,0-4 0,-2-4 173,-13 2 1,-2-2 0,-1-1-1,-1-3-177,-1-1 0,-2-2 1,-1-1-1,-2-2-113,8-12 1,-3-3 0,-3-1 112,-4-3 0,-3-1 0,-2-2 7,-3 0 1,-3-2 0,-2-3 4,-6 9 1,-1-3 0,-1 1 0,-1 3-11,-1 2 0,0 3 1,-4-1 10,0-12 0,-3-2 0,-5 8 315,-7 8 0,-6 5-325,-14-12 0,-6 3 244,10 18 0,-4 5-365,-17-2 1,-2 7-278,13 13 0,1 4-174,-7-1 0,-1 2 558,0 6 0,4 2 0,-3-1 0,9 6 0</inkml:trace>
  <inkml:trace contextRef="#ctx0" brushRef="#br0" timeOffset="17974">13187 6415 21523,'-37'-46'1299,"0"1"1,1 1 0,5 6-724,13 16-284,2 1-231,9 10-33,16 18-17,2 5 1,28 26-18,-15-15 0,4 1-657,11 11 1,4 1 592,-11-9 1,2 1 0,2 1-354,2-2 0,3 2 0,0-1 1,-2-1-626,0-1 0,-3 0 0,5 0 1048,6 2 0,6 3 0,-2-1 0,-10-7 0,-10-6 0,-4-2 0,15 8 0,1-1 0</inkml:trace>
  <inkml:trace contextRef="#ctx0" brushRef="#br0" timeOffset="18552">13892 7205 23836,'1'-52'382,"1"0"1,-1 4 0,7 9-265,25 7-5739,5 14 5632,2 5 1434,5 10-1429,-7 11 7,11 7 854,-1 12-883,-21-5 1,-2 0-1,9 11-16,-2 13 3393,-23-16-3365,-12 7 56,-26 8 22,-15-10-16,3-6-7,4-14 113,12-13 22,2-6 45,-3-5 11,9-7-45,9-2-89,8-2-51,11 2-22,8 4 16,32 6-50,-5 11-33,12 4 22,-19 9-6,1 6 1,-2 6-4,-14-4 1,-2 3-26,2 20-50,-20 11-28,-17-20-2141,-14-11 0,-5-3 1468,-7-1-2167,-9-3 1,-2-5 2413,1-7 0,-5-2 1,34-6-1</inkml:trace>
  <inkml:trace contextRef="#ctx0" brushRef="#br0" timeOffset="18934">13969 6801 17843,'3'-9'5125,"0"2"-4772,-3 7 347,0 0 841,-104 10-1480,57 7-1344,-7 3 0,-10 6 1,11 1 1338,24 0 0,5 2-39,-18 16 0,3 5 24,17-2 1,5 4-50,4 1 1,2 5 0,1-2-3,0-10 1,1-2 0,5 5-24,8 3 1,4 6-1,3 3 1,2-4 0,0-10-637,10 7 1,4-4 663,-4-7 1,4 4 0,3-2 0,3-9-6,9-9 1,6-8 0,4-4-304,-3-4 1,6-3 0,2-2 0,0 0 0,-5 0 319,-3 1 0,-2 0 0,-1-2 0,4-3 5,5-2 0,6-3 1,0-3-1,-5-1 1,-10-3 572,-2-7 1,-6-5-556,-3-3 0,2-5 0,-6-1 17,-3-12 1,-7-5-18,-3-4 0,-3-7 0,-4 1-184,-4 5 1,-4-1 0,-2 0 162,-2 5 1,-2-1 0,-2 0 0,-1 3 8,-5-6 1,-2 2 0,-2 2 99,-4 2 1,-1 2-1,-2 4-110,-3-6 1,-5 5 756,-11-2 1,-7 8-845,9 18 1,-3 5 0,-2 2-163,-1 0 0,-2 1 0,-1 4-736,-11 3 0,-1 4 0,0 4 977,4 6 0,2 3 0,4 0 0,4-2 0,4 1 0,5 2 0,0-1 0</inkml:trace>
  <inkml:trace contextRef="#ctx0" brushRef="#br0" timeOffset="19418">10643 9106 13928,'18'-50'2261,"1"-1"0,-3 5 0,-3 4-867,-3 1-296,-5 10-409,-5 13-403,-9 12-208,-2 11-1668,-15 12 1,-3 6 1645,-12 10-28,8-6 0,-9 8 0,-1 2 0,6-6-735,-1 2 0,0 1 670,0-1 1,-6 7-1,-1 0 1,5-3-556,7-4 1,3-2-1,-1 2-823,-7 7 0,-2 2 0,2-1 1415,6-5 0,1-1 0,2-3 0,0 1 0,3-4 0,-1 4 0</inkml:trace>
  <inkml:trace contextRef="#ctx0" brushRef="#br0" timeOffset="19941">9266 10026 17008,'0'-6'4985,"0"0"-3209,0 6-1350,-10-62 206,5 40-447,-1-14 0,0 5-107,2 23-83,1 7 50,0 10-17,-5 12 0,-5 16 6,-5 17-40,6-22 1,-1 1-207,0 3 1,0 0 213,1-1 1,1-2-19,-3 25 38,8-15 45,13-17 241,18-21-179,-1-10 84,27-24-40,-7-8-36,-9 5 1,0-1-96,-11 11 0,0 0 22,6-7 1,-1 2 7,-1 3-16,0 2-39,-11 12 17,-5 16-6,-2 14-28,-3 15 11,-1 14-17,-4 6-55,-1 3-1757,0-21 0,0-2 1253,2 12-1634,4-10 1,3-4-390,3-10 2103,12 10 1,-16-28-1,2-2 1</inkml:trace>
  <inkml:trace contextRef="#ctx0" brushRef="#br0" timeOffset="20334">9878 9651 20201,'-40'-47'1023,"1"0"1,5 18 0,-2 3-1,1 5-1624,3 7 0,-2 6 783,-20 4 0,-2 7-70,15 8 0,-1 7-53,-3 5 1,-3 5 0,3 1-754,-3 3 1,1 4 693,3 3 0,-2 5 0,6 1-278,12-10 1,5 1-1,0 2 272,-4 10 1,-1 5-1,4 0-7,3 3 0,2 1 0,5 3-547,6-7 1,4 3-1,1 0 1,2-5 546,-1 0 0,3-5 0,4 3-19,6 11 0,5 2 1,6-9-183,10-10 1,8-7 157,-6-8 0,4-2 0,4-3 11,5-6 0,3-4 0,3-4 43,5-6 0,3-5 1,0-3-125,-12-3 1,0-2-1,0-2 1,0-3 143,-1-2 0,1-3 0,-2-2 1,-1-2 0,-3-2 1,-1-1-1,-2-3 1,-1-1 56,6-11 0,-2-4 1,-5-1-49,-6-1 0,-4-1 0,-4-3-13,-9 4 1,-3-3-1,-2 0 1,-3 3-5,1 2 0,-4 2 0,-3-3 32,-7-7 1,-4-5-1,-2 2 1,-1 8 20,-3 4 1,-4 3-13,-6-6 1,-6-4-1,-1 8 4,-6 10 0,-3 7-45,-11-6 1,-3 5-80,1 9 1,0 6-160,4 4 0,3 5 12,7 6 1,4 3-7386,-11 13 7332,24 6 0,17-13 1,7-6-1</inkml:trace>
  <inkml:trace contextRef="#ctx0" brushRef="#br0" timeOffset="20758">11639 8839 21730,'-24'-36'935,"0"-1"1,-1 0-1,-12-16 1,5 14-802,18 31-44,-3 0-68,15 12-5,5 14-6,9 18 3,-2-7 0,3 3-8,3 8 0,3 2-25,0-2 0,2 2 1,-1-2-215,2 4 1,2 1-252,5 8 1,5 4-1,-4-6-623,-8-14 0,1-1 1107,7 12 0,4 6 0,-5-10 0,-2-2 0,-8-13 0,0 1 0</inkml:trace>
  <inkml:trace contextRef="#ctx0" brushRef="#br0" timeOffset="21401">12356 9803 19708,'-2'-3'3311,"-1"1"-1766,3 2-1310,-38-40-111,26 30-85,-32-30-17,26 46-39,-6 2 17,-5 3 0,-14 6-5,-1-5 27,9-5 1,0-1-1,-12 1 40,-12-3-62,43-4-6,-3 0-5,17 1 16,1 6 7,1-1 38,0 17-33,0-10 39,2 18 17,1-8 39,-1 23-22,-1-11-40,-3 3 6,0-17 56,-4-4-5,0-3 94,-2 0-117,3-6 252,-1-4-117,2-5-23,-1-4-135,1-1 68,1-9-79,7 0-50,10-15 6,0 11-6,9-3 22,2 9 1,14 4-23,7 1 0,-12 11 0,1 5-376,8 3 359,10 15-17,-10 1-70,-17-3 1,0 3 47,9 9-37,-17-5 1,-9 0-389,-32 6 55,-4 0-322,1-15 0,-6-3-4168,-2-6 1,-2-2 4894,5 0 0,0-1 0,-20 0 0,33-10 0</inkml:trace>
  <inkml:trace contextRef="#ctx0" brushRef="#br0" timeOffset="21808">11919 9490 20543,'0'-5'3568,"0"1"-2790,0 4-649,-80 16-79,55 4 1,-1 4-588,-11 0 0,-7 1 1,7 4 552,11 6 1,5 5 0,1-2-12,-6 10 1,3 4-15,7 0 1,1 7 0,1 1 0,3-7-4,1 3 1,3 1-20,4-8 1,1 9 0,1 2 0,2-3 0,3-10-476,4 2 0,6-5 450,4 8 0,6 3 0,8-9-47,8-18 0,6-9 1,2-2 57,4 1 0,2-2 0,3-5-595,-3-6 0,3-3 0,-1-2 0,-2-2 643,-1-3 1,-2-3 0,1-3 14,-7-2 0,2-2 0,-1-3 1,-2-3-522,7-12 1,-3-5 0,-3 1 520,-4 7 1,-3 0 0,-1-3 34,-1-5 0,-2-4 0,-7-2-9,-11-4 1,-6-3 0,-3 1-38,-4 6 1,-2 0 0,-2-2-1,-1 0 0,-1-4 0,-2 1 0,-4 3-47,-8-4 1,-4 3 0,-5 3 70,-3 3 1,-4 2 0,-3 4 3,-3 3 1,-2 3-1,-3 4-17,-2 3 1,-2 3 0,0 3-17,-1 3 0,0 2 0,1 2 322,1 3 1,1 1 0,1 2-460,-15 1 1,3 4 751,11 2 1,5 3-2691,-14 15 1659,30 15 0,16-16 0,11 2 1</inkml:trace>
  <inkml:trace contextRef="#ctx0" brushRef="#br0" timeOffset="22259">14255 8272 20470,'6'-51'1404,"0"-1"0,-1 12 0,-1 5-710,-6 4-290,0 23-314,-1 1-90,-2 14 33,-2 14-22,-6 24-22,-1 1 0,-2 4-3,-1 1 0,0 1-646,-2 3 1,0 0 548,5-14 1,0 0 0,1-1-663,-2 12 0,1 1-1065,3-8 1,0 1 0,1 0 1837,-2 13 0,3-5 0,3-16 0,2-6 0,0 6 0</inkml:trace>
  <inkml:trace contextRef="#ctx0" brushRef="#br0" timeOffset="22867">14243 9393 18352,'1'-7'2187,"1"-24"1,-1-4-1314,-5 7-566,3-8 0,-7 2 246,-27 18-442,5 14 45,-29 18-62,7 18-466,17-8 0,-1 4 393,-1 5 0,1 3-303,1 5 1,1 3 272,2 2 0,3 3-2,9-11 1,3 2 0,1-3 6,0 3 0,2-2-14,1 13 0,7-2-303,17 9 264,-1-26 0,5 0 22,6-5 1,5-4 33,1-5 0,3-4 33,1-5 1,1-6 134,25-11-11,-8-20-31,-25-3 1,-5-2-26,5-16 140,-12 9 1,-3 0-102,-6-15-70,-2 13 0,-1 0 5,-2 2 1,-2 3-20,-2-22 756,-4 20-762,-6 27 224,-10 8-324,-16 13-112,-10 15-76,23-7 0,1 2-787,0 3 0,2 1-1252,5 1 0,2-1 2277,-6 18 0,15-17 0,8-13 0</inkml:trace>
  <inkml:trace contextRef="#ctx0" brushRef="#br0" timeOffset="23259">14486 8862 20470,'-53'-16'873,"0"-1"1,-9 2 0,0 5-656,15 9 1,0 5-905,-14 3 1,-1 4 771,2 6 1,1 5-25,3 5 0,2 5-18,5 6 1,5 4-481,16-10 1,2 2 0,1 1 442,1 4 1,2 2 0,1 2-3,1 2 1,2 2-1,1 0-5,2 2 0,1 1 0,3 0 0,2-2 0,2 1 0,3-1-90,4-4 1,3 1-1,4-3 101,9 15 1,9-5 4,8-7 1,11-7 0,1-16 0,8-5 0,-2-3 25,4 1 0,4-6 58,-6-11 1,7-4 0,0-4 0,-8 1-566,0-4 1,-2-4 570,-7 0 1,6-3-1,-1-2 1,-6 0 94,7-12 1,-4-4-73,-8-3 0,0-4 0,-5 1-101,1-2 0,-7-1-10,-8 0 1,-3-4 0,-5 2-73,-6-2 1,-5 1 64,-2-12 0,-6 1-36,-5 8 0,-9 4-451,-20 6 0,-6 7-407,13 13 1,-2 6 882,-20 2 0,4 7 0,17 7 0,0 1 0</inkml:trace>
  <inkml:trace contextRef="#ctx0" brushRef="#br0" timeOffset="26516">18981 5537 23310,'12'-45'851,"1"0"1,-2 6-1,-3 7-291,-5 16 0,-15 12-543,3 6 67,-16 12-28,4 7-62,-4 14-84,11-7 1,1 3-824,-4 25-185,4 0 1098,15-2 0,-1-37 0,5 7 0</inkml:trace>
  <inkml:trace contextRef="#ctx0" brushRef="#br0" timeOffset="26893">19334 5164 20028,'0'-8'1646,"-9"-24"1,-4-4-1003,-5 9-611,4-7 1,-2 3 22,-6 20 409,2 19 22,-19 9-459,11 1 51,-18 22-68,29-18 11,-5 22-11,18-12-5,4 5 39,17-3 67,1-15 68,12-6-91,-10-15 90,4-9 57,-8-7 150,2-14-207,-8 1-50,-5-5-84,-4 13 28,-3 0-34,-2 9-67,-1 1-235,-7 9-505,-2 12-190,1 3 110,-8 23 0,13-22 0,-3 12 0</inkml:trace>
  <inkml:trace contextRef="#ctx0" brushRef="#br0" timeOffset="27276">19513 5293 22240,'3'-2'3035,"0"1"-2687,-3 1-17,-48 69-51,25-32-252,-7 8 0,1 2 28,13-7 11,6 3-39,5-16 162,5 2 101,3-23 6,5-7-62,8-16-50,9-13-101,-1 0 62,12-11-23,-4 7 11,9-5-89,-8 13 28,16 3-45,-15 16-6,26 10-10,-24 7-12,15 17-34,-15 0-285,-10-6 0,0 2-2331,12 16-7181,-7-4 9722,-18-16 1,-9-13 0,-2-3 0</inkml:trace>
  <inkml:trace contextRef="#ctx0" brushRef="#br0" timeOffset="28059">20465 5436 25982,'0'-31'184,"-14"18"-178,-7 26 22,-16 17-11,11-4-6,-7 7-11,6-1 0,10-3 0,14-4 6,19-4-1,15-4 12,17-8 45,8-7 5,-10-7 101,-14-5 0,-2-4 263,14-20-319,-1-2 78,-12-11-38,-24 13-12,-4-11-28,-14 1 5,-17 1-89,3 17-5,-14 6-23,12 18-45,-4 8-112,3 6-493,8 9-1321,8 5-3848,11 2 5819,8-1 0,-1-10 0,1-8 0</inkml:trace>
  <inkml:trace contextRef="#ctx0" brushRef="#br0" timeOffset="28427">21015 5327 24951,'-2'-6'2470,"1"2"-2134,1 4-370,-18-44 23,18 44 11,-13-35-6,28 63 12,4 0-6,9 13-22,4 7-12,-5 1 17,-11-4 28,-18-10 17,-13-14 51,-8-13-18,2-13-44,5-4 22,9-9-16,3-2-18,8-4-10,8 0-34,12 0-57,10 3-234,10 1-303,6 5-942,8 2-434,-24 9 1,0 0 2008,28-2 0,-21 4 0,-16 1 0</inkml:trace>
  <inkml:trace contextRef="#ctx0" brushRef="#br0" timeOffset="28876">21879 5314 27812,'-49'-34'15,"-1"1"0,-6 8 0,5 15-48,7 33-320,11-1 0,1 2 347,-5 12-1928,14-11 0,3 1 1917,-4 7 877,12 5-871,25-20 16,16 0 1,16-7 22,13-12 31,3-12-59,-3-9 56,-9-11-12,-13-6 18,-14-12-37,-15 20 0,-1-2 3,-2-6 0,0-2 20,1-3 0,-1-1 1370,3-7 0,0 2-1374,-2 17 1,0 1 22,2-3 1,0 5 32,-1 10-82,-1 3-18,-4 11 0,-1 10 251,-3 12-251,-1 19 0,-3 20-7,4-19 1,1 3-19,-1 4 0,2 1-325,3 13 0,1-1 181,-1-18 0,1-1-711,5 12 1,1-4-1160,6-1 2039,11 1 0,-14-24 0,3-9 0</inkml:trace>
  <inkml:trace contextRef="#ctx0" brushRef="#br0" timeOffset="29466">22271 5326 28149,'-12'-44'-95,"4"10"55,23 49 40,-5-7 17,33 7-6,-11-18 12,17-8 22,-11-12-34,-10 2 28,-2-7-3425,-14 6 3391,-2 1-1089,-21-6 1078,2 14 23,-18-5 17,-4 13-29,4 1 29,-23 16-29,25-2 12,-20 23-12,25-2 1,1 3-9,4-5 1,0 1 2,-1 6 0,3-1-23,4 12 2859,10-24-2853,12 11 6,14-15 17,22 1-6,11-11 679,-26-9 1,0-2-672,0-3 1,-1-2-7,0-2 1,-2-2 2,-1-2 1,-2-1-3,0-5 0,-2-1 3,6-9 8,-12 2 0,-3-2-3,1-6 6,4-8 16,-1 8 96,1 8-79,-4 7 35,6 1-85,-11 15 0,1 3 0,8 16 0,0 7 0,15 19-29,2 4 29,1 2 0,-7-11 0,-2 1-3278,-17-7 2980,-3-7-250,-23 7 0,7-23 0,-11 5 0</inkml:trace>
  <inkml:trace contextRef="#ctx0" brushRef="#br0" timeOffset="44091">21287 2929 17176,'3'-7'5025,"-1"1"-4331,9-31 1,2-8 234,-5 5-613,5-11 1,-1 1 188,-8 18-136,-2 12-201,-2 11-128,1 4-1,-1 14 17,-2 12 5,-4 22 12,-9 15-553,5-23 1,-2 2 501,-1 0 1,0 0-12,-1 0 1,2 1-149,1-3 0,2 0 154,2-2 0,2-1 16,-1 24-33,8-11 6,6-12-23,10-12 28,12-10-61,32-19-51,-13-2-358,-4-3 1,2-3-777,-10 3 0,-1-1 1235,15-5 0,-1 0 0,7-3 0,-10 2 0</inkml:trace>
  <inkml:trace contextRef="#ctx0" brushRef="#br0" timeOffset="46751">22161 2994 20179,'8'-53'1213,"-1"0"1,-1 7-1,-1 8-255,-2 19-656,-3 12-240,2 0-6,-2 9 45,-1 16-5,0 16-68,0 0-3381,0 14 3370,1-24-1,0 15 7,1-8 16,-1 16-17,1-9 34,-3 5-16,1-20 3475,0-5-3230,0-12-133,1-4 66,0-3-123,0-3-5,-1-2-34,1-3-45,-1 1 11,0 0-5,1 2-17,-1-2 11,1-1-11,0 0 0,0-1 12,2-3-7,-1 4 12,3-6-11,-2 5-1,0 0-5,0-2 0,-1 1 17,0-2-23,-1 1 1,0 0 22,0 5-1,0-2 7,0 1-29,0 0 6,1 0-5,-1 2-7,1 1 18,-1-4 0,0 4 5,0-7 0,0 2 0,0-4 6,0-2-6,-1 3-22,0 0 17,-1 3-1,1 2-5,1 4 23,0 1 38,0 2-38,-1 0-12,1-3 6,0 0-1,0-2 18,0 0 33,0 1-50,0 2-6,0-1 12,0 2-23,0-1 28,0 1 28,0-1-45,0 1 111,0 1-107,1 0 51,0-1-55,2 1 1,-2-1 21,-1 1-38,1 0 21,0-2-37,0 0 6,0-1-29,1 0 72,0 1-5,-1 0-46,0 2 12,-1 7 11,0 1 0,-2 15 11,0 4 6,-3 13-17,-3 6-11,-1 4 16,-3 0 1,-3 7-6,5-19 11,-3 7-16,6-21 49,-3 2-16,5-11 73,-1-5 50,3-7-27,-1-3-35,-2-5-16,-1-7-34,1-10-5,1-10-12,5-10-5,7-8 11,7-5-231,-4 26 0,3 1 208,13-29-171,2 6 194,-4 8 0,-6 11 0,-3 10-22,-6 9-12,-1 8-5,-2 4 426,2 5-398,4 6 168,5 10-185,3 11 6,4 7-6,2 4-6,3 3-11,2-2 17,4-1 6,2-4 0,-1-7 10,-6-7-10,-7-10 33,-7-7 17,-3-12-28,0-10 6,1-14 5,0-14-4,-3-14-327,-7 25 0,-1-2 292,0-3 0,-2 1 0,0 2 0,-1 0 0,-5-24 0,-3 16 0,-3 15 0,1 11-141,4 10-514,3 4-173,5 10-2460,12 5 3288,16 10 0,-10-9 0,3 0 0</inkml:trace>
  <inkml:trace contextRef="#ctx0" brushRef="#br0" timeOffset="47393">23151 2748 27006,'-2'-47'40,"4"24"-35,5 59 6,1 14 6,-4 10-17,-3 2-405,-5-3 405,-3-6 22,-4-13 170,1-11 43,0-14-83,3-13-102,2-8 6,3-16 11,1-8 275,3-15-328,2 9 0,3-3 6,-1 0 0,2 1-312,0-2 1,1 1 311,2-3 0,0 1-6,-2 10 0,1 0-6,1-4 0,2-1 0,1 3 1,2 3-14,13-11-1,-3 11-11,5 17 0,-8 10 12,11 9-2833,-10 10 2838,-5 6 11,-11 15-11,-12 3-5,-12 14-4,1-24 1,-5 0 8,-11 9 0,-5-2-6,1-3 1,0-2-1135,4-3 0,2-3 1168,-9 7-22,28-24 16,5-2 2286,18-2-2297,12-3 0,28-1 0,-5 0-135,-11-1 1,1 0 117,-7 0 1,1 1-43,16 2 1,0 1-110,-8 1 0,-1 1-302,6 5 0,-3 1-381,11 7-810,-23-5 1,-1 3 1649,12 11 0,-10-7 0,-12-4 0</inkml:trace>
  <inkml:trace contextRef="#ctx0" brushRef="#br0" timeOffset="47701">20781 3633 24676,'57'-15'190,"0"0"1,0 0-1,0 0 1,0 1-1,-1 1 1,1 0-1,2 1-1034,-7 2 0,2 1 0,0 1 0,2 0 0,2 0 849,0 1 1,2 1 0,2-1-1,0 1 1,0 0 0,-1 1-289,-4 0 0,-1 0 0,1 1 0,-1-1 0,2 1 0,1 1 289,-2-1 1,3 1-1,0-1 1,1 1-1,0 0 1,-2 1-1,-1 0-114,0 0 0,0 0 0,-2 1 0,0 1 0,-1-1 0,1 0 110,8 0 0,1 1 1,-2-1-1,-1 1 0,-2 0-191,-1 0 0,-2 0 0,-1 0 0,-1 0 124,2 0 1,1 0 0,-3 0 0,-4 0-266,-6 0 0,-4 0 0,1 0-4586,21-1 1,-4 0 4322,-23 0 1,-6 0 0,-3-1 0,-22 1-1</inkml:trace>
  <inkml:trace contextRef="#ctx0" brushRef="#br0" timeOffset="53500">18711 8426 18582,'20'-54'1622,"0"-1"1,0 0 0,-3 6-632,-6 7 79,-1-3-835,-6 21 17,-3 8-235,-1 16 6,-4 14 27,-6 17-16,-9 24-655,1-5 1,-2 3 670,2-3 0,-1 1-39,0 0 1,0 1-7,2-4 1,2 0-379,6-6 0,0-1 365,1-3 0,2 0 10,3-3 1,4-4 53,10-3-5,3-15 38,15-19 51,7-16-51,-10 3 1,2-4 484,1-3 0,2-2-462,5-8 0,-1 1 327,-11 12 1,0 0-331,6-6 0,-4 4-58,-8 11 5,2-1 11,-17 27-39,-2 0-23,-1 15 1,-4 11-79,-4 12-291,0-6 0,-1 4-3198,1 8 1,0 0 3561,0-3 0,1-3 0,3-11 0,1-6 0,1-4 0</inkml:trace>
  <inkml:trace contextRef="#ctx0" brushRef="#br0" timeOffset="58308">19673 8527 20800,'-3'-6'745,"0"2"734,3 4-1288,25-3-1,-15 6 23,19-1 28,-23 6 100,-2 0 62,-4-1-61,-5-1-28,-4 0-6,-3-3-17,-2-1 12,-1-10-124,2-5-84,2-5 40,3-12-35,4-2-27,5-7-62,15-3-33,5 14 16,6 8-5,5 13-6,-3 10-5,8 10 5,-1 14-22,-6 14-28,-13 12-219,-16-21 1,-7 2 243,-7 5 0,-6 1-477,-8 3 0,-5-1 505,-4 1 0,-2-3 34,0-4 0,1-2-1407,4-6 1,2-4 1492,-5 1 118,13-10-50,20-21 359,11-12-472,-2 3 687,23-14-737,-13 20 3381,21-5-3403,-7 13-420,21 12-773,-4 5-2987,7 16 4191,-18-7 0,-16-8 0,-10-8 0</inkml:trace>
  <inkml:trace contextRef="#ctx0" brushRef="#br0" timeOffset="60667">20863 8457 16812,'2'-5'4055,"-1"2"-1511,-1 3-2365,-41-44 0,12 33-148,-1-11 0,-3 2 13,-8 26-4,0 2 16,0 3 0,3 1-40,4 1 1,4 1 6,2 2-35,-5 9 12,11-6 56,-12 20-50,21-20 5,-9 20 23,12-13 22,1 7-28,5-9 106,4 5 12,4-14-6,1 4-6,-1-11-11,0-3-5,-3-3 812,0-1-588,1-1-197,1-5-61,5-4-22,2-5-34,6-3 6,7-1 10,6 1-32,7 1-12,6 4 5,6 6-5,1 9-17,3 10 12,0 15 2,-21-5 0,-2 1-2,10 11 5,-1 8-23,-23-5 12,-10-6-23,-9 12-83,-20-12-169,-18-4-386,-12-6-174,22-14 0,0-1-3207,-1-2 1,1-2 4052,-21-4 0,21 0 0,15-2 0</inkml:trace>
  <inkml:trace contextRef="#ctx0" brushRef="#br0" timeOffset="60934">20754 8327 21411,'53'-8'1114,"0"1"1,-4-2 0,-3-2-522,9-13-826,-26 10 1,0-1 324,1 0 1,-1 1-59,27-11 308,-12 8-342,-13 6-63,-14 5-1097,-10 4-2918,-4 2 4078,-3 2 0,-1 1 0</inkml:trace>
  <inkml:trace contextRef="#ctx0" brushRef="#br0" timeOffset="68467">21857 8392 18162,'-5'-5'3439,"0"2"-2548,5 3-672,-60-10-85,24 24-98,-2-13 1,-1 4-268,14 17 1,4 7 283,2-1 1,1 2-12,-5 10 0,1 3-23,3 2 1,3 2-17,2 10 0,4-2-9,4-17 0,2-2-22,4 12 0,7-2 6,15 5 50,2-17 0,4-3 22,13 8 247,-1-20 0,0-7-51,-10-10 146,18-7 62,-33-17-90,-6-7 51,-8-20-264,-16 5-39,-18-5-362,0 19 289,-21 4-76,23 18 1,-1 3-57,0-1 1,-1 2-216,-4 4 0,1 3-1927,-20 11-1355,14 4 3590,-1 6 0,26-14 0,1 0 0</inkml:trace>
  <inkml:trace contextRef="#ctx0" brushRef="#br0" timeOffset="69566">22326 8453 22263,'9'-49'281,"0"-1"1,1 5 0,5 8-259,19 19-18,12 5-5,9 7-17,1 9-5,-2 9-6,-4 11-50,-11 10-12,-10 8-33,-12 4 16,-16 5 113,-15-1 78,-14-2 25,5-22 0,-3-2 183,-18 10-80,1-7 332,9-17 21,15-7-128,2-7-157,10-4-100,18-8-147,-1 6 29,18-1-23,-2 9-33,12 6 16,3 10 1,2 13-18,1 10-473,-3 10 440,-7 6-34,-13 1-72,-20-3-253,-26-7-280,2-23 1,-6-3 483,-12-1 0,0-3 0,-6 2 0,-2-5 1</inkml:trace>
  <inkml:trace contextRef="#ctx0" brushRef="#br0" timeOffset="71792">10268 5769 22227,'-21'-25'-21,"0"-1"1,-16 1 137,32 51 366,-3 27-231,5-6-103,2 13 37,14 0-60,4-18-159,6-10 271,7-19 6,3-14-126,9-16 0,4-6-49,-17 9 0,2-2-653,7-8 0,5-4 0,-5 2 680,-9 5 1,0 0-8,4-3 1,2-2 0,1 0 2,-2-1 0,1 1 0,-1 0 69,17-13 0,-2 2-37,-2 1 1,-4 3-77,-12 9 0,-4 3 3,3-4-65,-3 1-303,-15 12-565,-7 8-3014,-9 12 3872,-1 3 0,0 0 0,1-3 1</inkml:trace>
  <inkml:trace contextRef="#ctx0" brushRef="#br0" timeOffset="77000">10332 5367 7542,'-3'-8'4595,"1"2"-3227,2 6 95,0 0-469,-61-59-1137,27 38 382,-9-13 1,-2 3 86,-5 21-82,7 3-62,3 5 0,-1 3-56,7 1 1,0 2-506,-17 2 1,-3 1 429,5 4 1,0 2 56,-3 2 1,0 2-11,-1 2 1,-1 3-24,10-2 1,0 1-1,2 0-8,-2 1 1,0 1-15,5-1 0,-2 1 1,3 1 22,1 0 0,1 2-6,-9 6 1,-1 3 7,3 0 0,1 1-5,3 0 0,2 2-1320,-1 7 1,3 1 1363,13-15 1,2 1-977,-3 21 0,7-1 935,8-6-115,10 7 1,4 0-66,5-8 10,5-3 0,4 0-121,18 6 10,-11-19 1,3-1 31,3-1 1,2-3 47,3-1 0,0-3 13,-7-4 0,1-2 187,18 3 0,0-2-33,-15-8 1,1 0 1,14 2 1,2-1 20,-13-5 0,-2-1 10,-2-1 1,-2 0 498,24 2-493,-15 0 2108,-14 1-2022,-13 2 3277,-10 0-3270,-9 2 603,-7 0-735,-9 0-34,-8 0-6,-8-1-9,-7-1-7,-8 1 20,-4 0 20,-6 4-46,29-5 0,0 0-145,-3 1 0,0 2 162,-2 0 1,0 1-315,-2 1 0,-1 0 305,-3 2 1,0 0 3,-2 1 0,-1 0 16,-2 2 0,-1 1-514,0 0 1,-1 0 505,0 2 0,0 1 0,1 0 0,1 0-6,0 2 0,2 0 8,3 1 1,1 0-345,2 0 1,2 1 327,3-1 0,1 1 3,2 0 0,0 1 6,2 0-1,1 1 6,0 2 1,1 1-18,1 0 0,1 2-8,1 0 0,2 1 5,1 0 1,1 1-1066,-1 7 0,2 0 1278,-6 16-110,10-18 0,2 2-748,4-4 1,1-2 824,-7 24 58,6-16 0,2 0-62,-1 12-85,4-20 1,1 1-119,1-1 0,1 0-64,0 0 1,1-1 4,2 1 1,0 0 14,3-1 0,1 0 16,2-1 1,2 0 5,3-1 1,2-1 7,1 0 0,1-2-2,1 1 1,1-1 12,0-1 0,-1 0 437,16 26-359,-4-1 17,-4 0 32,-3-4-8,-3-1 14,3-2 1,7 3-61,-7-15 38,14 8 2075,-8-13-2080,8 6 228,0 0-292,-2 0-13,-2 0 43,-4-1-11,-3-1 12,-2-5 16,-2-4 3325,2-5-3347,1-5 185,1-3-185,-1-7 6,-2 0-7,-5-3 18,-6 1 123,-6-1 352,-4 0-458,-7 1-51,-4-1 17,-9 0-23,-3 0 17,-2-1 6,-2 0 5,-1-1 18,-4 0 16,-16 1-33,13 2 22,-26 2 5,1 4-44,11-3 5,-14 4-6,35-4-10,-2 2-23,13-3 11,7 1 11,3 0 12,1 1-6,-3 3-11,-2 1-6,1 2 0,0-3-28,2 2 23,3-3-6,2 4 28,1-1 0,3 0 6,1 2-1,3-1-16,5 6 33,3 3 51,6 9-50,-5-8 33,8 8 5,-5-10 6,7 1 96,5-3 100,8-7 6,9-8-51,8-16-137,-22 1 1,0-3 81,3-4 0,0-4-70,-1-2 0,0-3 1,-2 2-843,-2 0 0,-2 0 796,10-9 1,-5-1 115,-7-11-168,-5-1 61,-11 19 0,-1 0 56,1-23-181,-7 8 170,-7 8-17,0 9-45,-4 8-5,2 7-6,3 7 1421,0 3-1477,0 7 45,0 2-17,0 6 171,-4 10-166,-4 9-5,-7 14 0,-4 8 0,-3 4-200,10-27 1,0-1 182,-1 0 1,-1 0 4,-12 10 1,0-1 17,-8 8-4,2-11 1,1-3-8,2-8 5,3-5 0,-2-1 17,-23 7 2,19-12 1,-2-1 2,2-3 1,-1-3-83,-1-3 1,1-3 64,-18-10 6,9-3 6,13-13 0,11 0 0,-3-6 44,4-4-49,8 14 380,1-4-380,6 15 141,0 0-287,2 5-6,2 6 145,5 8-10,6 6 16,8 5-6,7 3-5,6-1 0,23-4 6,-14-8-6,-4-7 0,1-3 34,24-11-471,-23 2 1,1-3 466,0-4 1,0-4 17,6-9 0,0-4-18,-8 2 1,-2-1-12,-1 0 1,-2-2 64,1-9 1,-6 0 5,-2-2 114,-6 1 0,-3 0-64,-9 13 96,-11-18-208,-3 36-6,-11-3 576,5 15-1074,3 3-3165,4 8 3641,8 2 0,-2-1 0,3-4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13:53:16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2564 2523 21282,'1'-5'3529,"-1"1"-1748,0 4-1579,10-29 5,-13 41-28,2-7-106,-13 38-20,1-9 0,-2 1-351,2-3 1,-1 0 313,-2 8 1,-1 0-6,3-3 1,0-2 5,-6 23 5,7-18 6,7-16 129,3-14 5,2-11-95,4-15 596,0-3-663,6-26-1671,0-2 0,0-2 1679,-3 14 1,1 0-7,0-6 0,1-4 0,0 5-37,-1 6 0,0 3 52,2-7 0,1 0 5,0 7 1,1 2-29,13-17-50,3 13 51,3 10 16,2 11-17,1 7-5,-8 7 5,16 17 6,-13 8-11,10 17 11,-19 6 6,-12 9-9,-12-27 0,-4 2 1434,-3 0 0,-4-1-1428,-3 0 0,-2-2 2,0-3 1,-1-2 142,-17 14-120,9-15 0,11-13 28,3-20-44,8-9-12,0-11 495,7 0-489,9 1-6,6 3 17,7 3-3404,12 4 3382,-9 8 5,12 5 5,-7 11-2273,19 14 2268,-13-2-22,12 18-37,-23-6 65,-4 13-6,-18 4-17,-23 2 1117,2-25 0,-4-2-1260,-11 1 1,-3-2-161,-13 5 56,15-14 1,2-3-801,-1-8 1764,-5-12-700,10-17 0,13 10 0,6-6 0</inkml:trace>
  <inkml:trace contextRef="#ctx0" brushRef="#br0" timeOffset="224">3324 2356 26967,'-5'62'160,"-1"0"1,0-1 0,0-3-150,0-14 0,0-1-42,-1 1 1,0 1-670,1 1 0,0-1-746,-2 12 1446,2 2 0,5-45 0,0 2 0</inkml:trace>
  <inkml:trace contextRef="#ctx0" brushRef="#br0" timeOffset="425">3289 2429 21847,'15'-43'764,"-1"0"0,0 1 0,1 8-574,4 13-123,6 1-123,3 9-397,1 7-1340,0 9-4760,-3 8 6553,-7 4 0,-9-4 0,-6-4 0</inkml:trace>
  <inkml:trace contextRef="#ctx0" brushRef="#br0" timeOffset="592">3228 2811 25646,'35'-30'-735,"0"-1"0,-1 0 0,11-2 0,1 0 0,-5 9-2929,12 5 3664,7 0 0,-4 1 0,-20 8 0,17-5 0</inkml:trace>
  <inkml:trace contextRef="#ctx0" brushRef="#br0" timeOffset="918">4186 2332 27141,'-38'-5'110,"-1"1"0,3 0 0,6 8-76,9 31-51,6 2 28,4 1 28,11 5-11,12-3-28,13 12 6,6-16 0,3-2-12,8 8-236,-10-16 1,-2-2 230,0 2 128,-8-2-134,-6 4 62,-29-1 0,-14-11-3307,-27-1 3268,9-10-124,11-4 1,-1-2-869,-26-11-3930,16-3 1,2-2 2457,-11-6 0,9-6 1,38 24-1</inkml:trace>
  <inkml:trace contextRef="#ctx0" brushRef="#br0" timeOffset="1375">1740 3587 24710,'54'-18'148,"0"-1"1,0 1-1,0 0 1,0-1-1,-4 1 1,2 2-142,6 1 1,2 2-1,0 1-1334,-4 0 0,0 1 0,2 0 1334,-9 2 0,1 0 0,2 0 0,2 0-324,-2 1 1,3 0-1,1-1 1,1 1 0,3-1 316,-9 3 0,3-1 0,2 0 0,0 0 0,0 1 0,-1-1 0,-1 1-162,4 0 0,-1 0 1,-1 0-1,0 0 1,0 1-1,0-1 146,-1 1 0,0-1 0,0 1 0,0 0 1,-1 0-1,-1 0-252,7-1 1,-1 1 0,0 0 0,-1 1 0,-1-1-369,-4 1 1,0 1 0,-1 0 0,-1 0 0,-1 0-772,3-1 0,-1 1 0,0-1 0,0 1 1407,5 0 0,2 1 0,-4 0 0,-11 0 0,9 1 0,-7 0 0</inkml:trace>
  <inkml:trace contextRef="#ctx0" brushRef="#br0" timeOffset="2134">5310 2321 25113,'-15'-29'471,"-5"17"-359,-9 46-56,2 3-45,10-8-5,10 3 33,14-17 11,9 2 34,9-14 12,7-10-57,-7-3 73,7-11 151,-11-7-145,-4 5 190,-9-18-180,-17 19-32,-5-8-35,-8 14-27,-1 6-34,4 6-17,5 5-33,4 7-785,5 15-1618,7 9-801,3 1 3254,9 1 0,-7-21 0,1 0 0</inkml:trace>
  <inkml:trace contextRef="#ctx0" brushRef="#br0" timeOffset="2457">5325 2734 26256,'-9'23'302,"9"-7"-173,31-21 62,-6-3 49,-11-2-21,-7-2-29,-8 0-100,-3 2 128,-12-3-145,1 7-17,-9-1-34,5 7-33,0 5-11,4 3-40,5 2-1758,3 13 1820,16-1 0,-7-4 0,9-4 0</inkml:trace>
  <inkml:trace contextRef="#ctx0" brushRef="#br0" timeOffset="3375">7135 2636 21887,'2'-57'1452,"-1"0"1,0 7 0,-1 7-910,-3 7-235,0 16-190,0 12-102,2 11 1,1 11 0,0 15 17,-1 15-6,-1 13-26,-1-23 1,0 2-156,-1 2 0,-2 0 164,0 2 0,-2-1-3,1-2 1,-1-2 19,-8 24 11,4-19 79,4-18 128,3-18-223,3-9 16,2-20-6,-1-12 1,4-21-20,-1 21 0,1-1-141,1-5 0,1-2 157,-1-4 1,1 0 0,0 1 0,1 1-34,0 2 0,1 1 3,1 7 0,2 1 0,15-22-1617,-5 32 0,1 3 1611,10-5-64,21 3 82,-13 18-29,11 3 6,2 12-6,-3 13-11,-6 17 11,-12 15-8,-21-22 0,-5 2-187,-7 4 0,-6 0 212,-4 1 0,-5 0-3,-5 0 0,-4-3 8,1-3 1,-1-3 177,3-5 0,1-3-155,-14 4 3163,10-17-3152,8-18 85,6-15-119,5-11 1,9-6 27,6 4 569,7 6-597,6 10 36,6 9-52,5 7 22,9 8-16,4 8-6,3 8 39,0 8-34,-6 4-3392,-10 15 3398,-15-13-33,-21 16-40,-22-14-101,-21 7-1237,9-19 0,-1-2 1052,-18 5-243,18-12 0,-1-6-2490,-4-12 3092,-4-19 0,22 9 0,11-8 0</inkml:trace>
  <inkml:trace contextRef="#ctx0" brushRef="#br0" timeOffset="3817">7878 2433 28098,'25'-43'12,"0"18"-12,8 61 11,-3 10-17,-12-6-2145,-10-8 0,-1 2 2129,-4 10 297,-10-7 1,-5-4-276,-4-9 11,-18 13 23,14-32-6,-2-11 17,6-16 16,11-27-50,7 12 1,15-22-18,9 20 3229,12-6-3257,-12 23 0,2 2-190,23-8-39,-2 7-734,1 12-1014,-7 7-2905,-9 3 1,1 2 4852,14 2 0,-8 2 1,-26-4-1</inkml:trace>
  <inkml:trace contextRef="#ctx0" brushRef="#br0" timeOffset="4541">8436 2475 22727,'-7'4'3131,"2"-1"-2016,5-3 10,0 0-1125,-23 4 17,24 1 17,-12 3-1,43-2-5,5-3 17,24-13-22,-22 0 10,5-10 18,-17-3 16,-4-3 11,2-18-22,-13 9 0,-7-3-39,-10 18 18,-17 3-35,0 11 0,-13 3 0,1 13 0,-6 16 0,10 7 0,1 14 0,17 1 0,6-8-46,11 12-128,10-8-178,4 0 150,2-17 1,4-3-63,2-4 1,5-4-109,10-2 1,5-2 0,-2-2 284,-2 0 0,1-4 49,7-7 1,6-6 0,-11-1 32,6-12 27,-9-2 1,-1-5 91,-17 1 1,-4 0-1116,1-2 0,-3 0 1164,11-24 27,-18 16 409,-12-1-184,-17 5-219,-8 0-129,-9 14 28,-9 14-22,6 10-73,-6 6-11,12 3 28,-3 32-12,22-20-5,1 3 0,2 2 0,6 8-11,3 10-6,4-14-11,17 3 51,0-23 44,20-3-34,-15-16 203,13-20-152,-14-7-33,2 0-14,-6-3 0,-1 1-37,-2 1 1157,-1 1 0,-2 1-1157,-5 7 0,-1 3 0,-5 9 0,-3 7 0,-1 5 0,-3 6 0,-1 9 0,-5 11 0,3 22-561,2-14-2358,12 23 2071,18-16 0,-10-13 0,7-4 0</inkml:trace>
  <inkml:trace contextRef="#ctx0" brushRef="#br0" timeOffset="5175">9767 2717 25987,'9'-57'412,"-1"0"1,0 4 0,-3 8-273,-7 15 241,-10 0-258,-2 20-84,-9 2-5,-5 18-29,-1 10 18,-1 13-23,4 10 0,5 7 5,7 4-10,6 1-7,17-5-38,12-9-12,15-15 51,11-13 22,3-22 3,-18-7 0,-1-4 3,9-15-289,-12 3 0,-2-4 308,-11 7 1,-1-2-7,4-10 1,-2-4-9,0-4 1,-2-1 2,-1-5 0,-2 0 0,0 0 1,-2 2 46,-1 4 1,-2 2 42,-1 9 0,-2 3-19,0-14-96,-2 21 0,-2 15 0,-1 10 0,-2 13 0,-1 14 0,-2 21 0,3-13 0,0 3 286,-1 6 1,2 2-287,-1 6 0,1 1-707,1 3 1,1 1 279,1 3 1,2 1-462,3-2 1,2-1-2829,4-2 0,2-3 3716,0-10 0,1-5 0,6 7 0,-8-23 0</inkml:trace>
  <inkml:trace contextRef="#ctx0" brushRef="#br0" timeOffset="5884">10494 2188 24239,'0'-7'3266,"0"1"-2661,0 6-225,0 0-363,-12-35-17,9 38-22,-9 12 5,12 48 0,1-15 0,-2 3-676,1-3 0,-2-1 292,-1 2 1,-1 0-241,-2-1 0,-3-1-217,-1-4 1,-2-3 417,-2-6 1,-2-5 226,-17 9 432,-1-22 212,2-27 191,3-18 73,5-17-124,6-7-213,8-2-156,15 5-124,14 7-67,15 8-11,16 7 197,-20 15 1,1 1-210,5 1 1,2 1-20,2-1 1,0 0-7,2-1 1,0 0 2,8-5 1,0-3 16,-8 2 0,-2-1 17,-2-1 0,-2-1 22,-8-1 1,-4-2 478,2-13-305,-3-7 157,-14 9 100,-5 7-55,-6 9-84,0 7 573,-1 6-869,0 5 6,-1 9-24,0 11 0,-4 20 0,0 18-416,2-22 0,1 2 416,0 5 0,-1 1 0,-1 2 0,1-1 0,0 1 0,0-2 0,2-4 0,0-2 0,-2 19 0,5-20 0,0-19 0,2-15 0,4-15 0,5-14 0,10-13 0,9-6 0,7 0 0,7 5 0,10 8 0,-16 15 0,10 10 832,-19 20-832,6 10 0,-3 15 0,-6 10 0,-2 8-693,-12-25 1,-1 0 692,0 5 0,0-2 0,1 5 0,-3-6 0</inkml:trace>
  <inkml:trace contextRef="#ctx0" brushRef="#br0" timeOffset="6485">10475 2227 18061,'0'-5'5803,"-1"1"-5313,-4-29 0,-2-7 211,1 4-553,-1-6 1,0-1 1038,3-2-1126,3 31-38,2-6 27,7 37 6,3 17-39,2 19-1705,-8-7 1,-1 1 1589,-2-12 0,-1 1-1101,-3 24 0,-3-1 745,0-22 0,0-3 1,-4 25-1,3-26 1</inkml:trace>
  <inkml:trace contextRef="#ctx0" brushRef="#br0" timeOffset="7320">13053 2511 20008,'2'-44'1166,"1"-1"1,-1 1 0,-2-12-1,-4 5-258,-17-8-248,2 33-525,-9 15 97,12 28-192,-7 20-7,5 8 1,0 7-851,-1 4 0,-1 4 817,3-6 0,-1 5 0,2-3-472,3-12 0,1-2 0,-1 2 425,-3 13 0,-1 3 1,1-1-145,2-9 1,2 0-1,-1 2-131,1-4 0,0 1 0,0 1 0,-1 2-632,-1 6 0,-1 1 1,0 1-1,0-3 156,1-8 0,0-2 0,0-1 0,0-1 450,-3 13 1,-1-1 0,-1-6 470,-11 8 1,-3-12 842,9-22 0,-3-10 109,-7-14 1,1-9-759,-7-20 181,27-11 1,6-14 0,5 5-234,4 6 1,4-1-132,5-14 1,3-7 0,4 4-72,-1 16 0,3 2 1,4-2-48,7-7 1,5-3 0,2 0 0,-4 5 25,-4 5 0,-1 5 0,3-1-72,4 0 1,5-2 0,-1 2 0,-5 8-13,-3 8 0,-1 2-41,2-1 1,4-2 0,0 2-399,9-4 0,-1 3 441,0 0 1,2-1 35,-1 3 1,4 0-1,-5 2 43,-10 4 1,-1 1 49,18-8 1,-5 1 269,-18 7 27,-13 4 1317,-11 5-683,0-6 1165,-4 2-1692,0-4 823,-1 5-941,1 2-151,-1 5-123,-2 3-1,-12 31-83,5-9-6,-9 24 17,9-3-33,1 5-26,4-11 0,1 1-501,1 23-3834,5-25 0,1-2 4366,3 2 0,1-9 0,-4-20 0</inkml:trace>
  <inkml:trace contextRef="#ctx0" brushRef="#br0" timeOffset="7519">13540 2293 25175,'-4'-3'1781,"0"0"-1803,4 3-1054,-25-22-3332,30 35 4408,-18-16 0,27 26 0,-5-9 0</inkml:trace>
  <inkml:trace contextRef="#ctx0" brushRef="#br0" timeOffset="8058">13785 2572 27113,'23'24'22,"0"-1"0,-1 12 1,-6 0-12,-16 13-247,-4-13 0,-4 0 247,-17 16 167,-13-12-82,9-19-40,7-15 118,13-22-95,11-11 10,9-15-16,10-8-17,13-1-48,-14 26 1,2 2-4,15-12 6,1 9 1,1 3-1,-1 3-6,0 0 1,0 2 221,-12 6-227,17-10 45,-23 7 43,2-8-9,-16 3 72,-12 0 51,-4 2-74,-3 6 25,-2 1-153,7 6 0,-2 2 0,8 3 0,0 1 0,4 4 0,5 8 0,6 13 0,11 13 0,5 12-121,-12-20 0,0 1 121,1 3 0,-2 0 0,7 22 0,-13-13 0,-6 1 0,-15 15-404,2-18 0,-5-2-352,-4-12 0,-2-2-2190,-17 11 2946,8-16 0,14-11 0,8-6 0</inkml:trace>
  <inkml:trace contextRef="#ctx0" brushRef="#br0" timeOffset="8452">14549 2791 28671,'30'-30'0,"2"-9"0,-5-18-660,-13 21 1,0-2 659,0-6 0,-2-2-389,-1-3 0,-1-1 389,-1 1 0,-2 1 0,-2 6 0,-1 2 480,-1-16-480,-8 20 0,-2 17 0,-3 10 615,2 5-615,0 11 1002,0 14-1002,-3 19 0,0 20-455,6-23 1,1 3 454,0 5 0,1 1 0,1 4 0,1 1-1546,0 4 1,1 0 1545,4 2 0,1 0-502,2 0 1,3-2-1016,3-3 0,2-3 1517,3-5 0,-1-5 0,4 3 0,-3-15 0</inkml:trace>
  <inkml:trace contextRef="#ctx0" brushRef="#br0" timeOffset="8618">14578 2574 22397,'-4'-3'3596,"1"2"-3361,3 1-10066,123-60 8192,-81 43 1,0-3-1,7-4 1,-14 8 0,-24 15-1</inkml:trace>
  <inkml:trace contextRef="#ctx0" brushRef="#br0" timeOffset="9351">16596 2462 20380,'1'-4'4498,"-1"1"-3663,0 3-258,-26-63-197,6 39-246,0-12 1,-1 3-6,-4 24-56,4 5-45,6 7-23,5 7-33,6 19 12,5-3 4,9 28 12,4-3-215,-3-17 0,-1 2 215,2 2 0,-1 1 0,1 0 0,-1 1 3,2 5 0,-1-1 2,2 12 18,-4 5 33,-24-39 0,-12-3-23,-29-14-27,0-14-12,2-4-33,1-15-394,10-4 102,16 11 1,2-3-2950,0-5 1,4 0-1779,-3-11 4505,9-2 1,14 32 0,0 2-1</inkml:trace>
  <inkml:trace contextRef="#ctx0" brushRef="#br0" timeOffset="10658">16852 2624 27393,'24'-1'297,"26"-11"-281,-14 1 40,21-13-28,-39 12 51,7-14-29,-12 0-5,-3-17-17,-5 13 45,-7-8-28,-4 21-6,-8 1-6,-8 9-16,-6 7-28,-6 11 0,-8 17 16,13-4-5,-6 21 0,17-6 25,7-7 1,3 2-37,-2 26-164,10-25 1,4 0 174,16 19-11,5-13 2,-3-18 1,3-3-48,28 5 30,-17-11 1,3-4 14,8-6 0,2-5-370,-9-6 1,-1-3 380,-2 1 0,-2-3 3,-6-7 0,-3-3-144,-4-3 1,-2-2 151,0 0 0,-2 0 0,12-27 29,-13 7 4,-8 13 29,-2-6 62,-4 4 196,-4 15-236,-6-2 701,-1 15-785,-1-2 320,1 6-331,3 3 5,-1 0-5,2 1 6,0 1 22,0 2-34,0 1 6,-3 1 12,2-1-52,-4 2 40,0 0 28,0-2-33,2-1 5,-1-1 22,4-1 6,-3-1-28,3 1 6,0-1-1,2 0-33,2 0 34,-2 1-17,-1 2 11,-5 4 11,1 0 24,-5 4-35,1 0-35,-3 5 24,-3 7 11,4-3 0,-2 8 22,7-5-22,3-4 0,9 15 6,2-20-12,12 14 6,1-18-11,12-2 11,-9-3 17,6-11 1,-12-5-18,3-9 0,-3-8 0,-4 4 0,2-18 0,-6 13 0,4-11 0,-5 14 0,-2 7 0,-3 8 0,0 4 0,-1 4 0,-1 2 0,0 5 0,-2 8 0,0 11 0,-5 24 0,3-10 0,0 23 0,9-21 0,7 8 0,12-6 0,9-10 0,7-10 0,3-10-3392,8-19 3392,-18-2 0,9-22 0,-26 10 0,10-32 0,-16 17 0,1-18 0,-9 17 0,-4 3 0,0 6 0,0 1 3392,4 6-3392,3 3 0,3 4 0,4 5 0,3 5 0,-5 3 0,5 8 0,-4 8 0,5 9 0,-2 7 0,1 2 0,3 1 0,3-1 0,5-2 0,4-1 0,3-4-494,5-4 494,-6-11 0,0-3 0,-1 1 0,13-2 0</inkml:trace>
  <inkml:trace contextRef="#ctx0" brushRef="#br0" timeOffset="11418">18594 2482 26984,'-9'-55'756,"-4"17"-577,-12 49-56,-7 12-72,-5 10-18,-1 10-27,5 7-23,12 3-56,12 0-123,19-5-3862,25-3 3688,-2-18-733,26-5-561,-9-18 955,-16-5 1,1-3 178,3-3 1,0-4 330,2-6 0,-3-3-68,0-6 0,-3-5 334,-2-4 0,-4-4 118,-2-5 0,-3-2 302,-2-4 1,-3-1 234,-2-3 0,-1 1-61,-3 2 1,-1 1-161,-1 4 0,-2 2-126,-3 7 1,0 3 172,2-17-150,-4 19 2775,-1 16-3112,0 12 360,3 15-421,3 17 0,5 24 0,-6-17 0,-1 4 134,-1 6 0,-1 2-134,-1 4 0,-1 2-446,-1 0 1,-1 0 445,1-1 0,-1-2 0,0-6 0,0-1-59,0-8 0,0-4 59,0 12 0,2-23 0,3-23 501,9-18-501,7-17 0,9-12 357,-13 22 1,2 1-358,1 0 0,1 2 0,22-18 0,2 13 0,0 14 0,-1 12 135,-2 12-135,-1 10 0,-2 13 0,0 9-478,-18-15 1,-1 1-3125,1 4 1,0 0 3601,-3-3 0,-1-1 0,6 8 0,-11-15 0</inkml:trace>
  <inkml:trace contextRef="#ctx0" brushRef="#br0" timeOffset="12092">6078 3600 23310,'60'-16'-3,"1"-1"1,0 1-1,-10 6 1,4 1 0,1 0-1,0 2 1,-4 1-1348,-2 3 0,-3 2 0,0 1 0,6-1 1350,-2 0 0,4 1 0,2-1 0,2 0 0,0 0 0,0 0 13,2 1 0,1-1 0,0 0 0,1 0 0,-2 1 0,-1-1-241,4 0 1,-3 1 0,0-1 0,1 1 0,6-1 259,-11 1 0,3-1 0,2 1 1,2-1-1,1 0 0,0 1 0,-1-1 1,0 1-14,-1-1 0,0 1 0,1 0 0,0 0 0,0-1 0,-1 1 0,-1 0 0,-1 0 13,1 0 0,-3-1 0,0 1 0,0 0 0,0-1 0,3 1 0,3 0-88,-11 0 0,3 0 1,1 0-1,2-1 0,1 1 1,0 0-1,0 0 1,-1 0-1,0 0 0,-3 0 1,-2 0 104,7 1 0,-3-1 0,-2 1 0,0-1 0,-1 1 0,1-1 0,2 1 0,2 0-22,-3-1 0,1 1 0,0-1 1,1 1-1,1-1 0,1 1 0,2 0 1,1-1-1,1 1 0,2 0-10,-12 0 1,1 1-1,2-1 1,2 0-1,2 1 1,0-1-1,1 1 1,0-1-1,0 1 1,0 0-1,-1-1 1,-1 1-1,-1 0 1,-2-1 0,-2 0-1,-2 1-15,11-1 1,-3 1 0,-2-1 0,-2 1 0,-1-1 0,0 0-1,1 1 1,0-1 0,3 1 0,1-1 0,-3 1 1,2 0 0,2-1 0,1 1 0,0 0 0,2 0 0,-1 0 0,0 0 0,-1 0 0,-1 0 0,-2-1 0,-2 1-1,-2 0 10,5-1 0,-2 1 0,-2 0 0,-2-1 0,-1 1 1,0 0-1,1-1 0,0 1 0,1-1 0,3 1 0,0 0 0,0 0 0,1 0 0,0-1 0,0 1 0,1 0 1,1 0-1,2 0-3,-10 0 0,1-1 0,0 1 1,1 0-1,1 0 0,1-1 0,-1 1 1,2 0-1,-1 0 0,1 0 1,0 0-1,1 0 7,-5 0 1,2-1-1,1 1 1,0 0 0,2 0-1,-1 0 1,0 0 0,0 0-1,0 0 1,-2 0-1,0 0 1,-1-1 0,-3 1-1,0 0-6,10 0 0,-3 0 0,-2 0 1,-1 0-1,-1 0 0,0-1 0,2 1 1,3 0-1,2 1-1,-9-2 0,3 1 1,2 0-1,2 1 1,1-1-1,1 0 1,1 0-1,-2 0 0,0 0 1,-2 0-1,-2 0 1,-4 0-1,-3 0 1,-3 0-10,14 0 1,-6 0 0,-6 0 0,1-1 0,2 1 0,6 0-2,-6 0 0,4 0 0,3 0 0,3 0 0,0 1 0,0-1 0,0 0 0,-3 0 0,-3 0 0,-4 0-63,8 0 1,-5 0-1,-2 0 1,-2-1-1,1 1 1,3 0-210,-3 0 1,1-1 0,2 1-1,-1-1 1,0 1 0,-1-1 0,-1 1 271,3-1 0,1 1 0,-2-1 0,-1 0 0,-3 0 0,-4 0 0,13 1 0,-6-1 0,-3 0 0,6 0 0,1 0 0</inkml:trace>
  <inkml:trace contextRef="#ctx0" brushRef="#br0" timeOffset="17702">13426 5270 15587,'12'-48'1352,"0"0"1,0-1 0,0 1-1,0-5 1,1 2 0,-3 7-1043,0 9 1,-2 4 1115,2-20-1149,-6 24 165,1-6-252,-5 27-171,0 9-21,-8 34-212,2-2 208,-4 5 1,-2 4-638,1-3 1,0 1 580,-4 14 0,0 2-254,1 3 0,1 1-626,3-1 1,2 1-1479,2-3 1,3-1 1840,3-9 0,1-5 1,1 12-1,2-28 1</inkml:trace>
  <inkml:trace contextRef="#ctx0" brushRef="#br0" timeOffset="18108">13752 4601 19804,'-47'-36'755,"1"-1"0,0 0 0,-2 3 0,-1 2 0,8 12-481,-5 21-799,5 8 1,-2 4 658,4 8 1,-1 3-545,4-1 0,-1 2 0,0 2 451,-3 4 0,1 3 0,-1 4-26,4 0 1,-1 5-1,2 0 1,2-1-16,0-1 0,4-2 0,0 5-217,2 2 1,-1 4-1,3 2 1,6-4 214,6-2 0,5-2 0,1 2 4,-1 7 0,1 2 0,8 1-552,9-8 0,7 2 1,3-2-1,-1-5 547,5 12 1,6-5 2,2-9 0,5-2 0,4-8-233,16-10 0,4-11 235,-14-2 0,2-3 0,5-2 2,-7-3 1,4-1-1,2-2 1,1-2-1,-1-1 10,2-4 1,0-3 0,0-1-1,0-1 1,-2 1-119,5-1 0,-1 0 0,-1-2 0,-1-4 123,2-5 1,0-5-1,-4 0 1,-9 1 5,-2-1 0,-6-3 17,0-3 0,0-4 0,-5-2-3,-2-13 1,-7-3 293,-4 10 0,-1-3 0,-5-2-324,-6 7 1,-3-2 0,-3 0 0,-2 3-14,-4-7 0,-4 2 1,-2 2-10,1 2 0,-2 1 0,-6 4-43,-6 7 0,-6 5 0,-2 4-219,-11-1 1,-5 5-809,0 5 0,-5 2 0,3 3-631,-3 2 0,2 4 1714,-16 7 0,12 3 0,34-1 0,6 1 0</inkml:trace>
  <inkml:trace contextRef="#ctx0" brushRef="#br0" timeOffset="18535">12812 6197 16040,'8'-10'2436,"18"-24"0,3-7 567,-8-1-2639,7 2 0,-4 2-124,-17 9 91,-13 23-202,-7 7-78,-14 12-12,-17 16-17,0 6-484,9-5 0,-3 5 443,6-4 1,-2 2-1,0 1-656,-2 2 0,-1 1 1,0 1 231,3-4 1,-1 2-1,1 0 1,1 0-2515,-5 6 0,1 0 1,3-2 2956,4-3 0,1-1 0,3-3 0,-2 2 0,5-4 0,-1 5 0</inkml:trace>
  <inkml:trace contextRef="#ctx0" brushRef="#br0" timeOffset="19184">11905 7089 19916,'0'-3'2722,"0"1"-813,0 2-1886,11-23 100,-13 40-78,6-28 16,-27 50 46,-21-7-305,5-6 259,8-9 1,0-3 78,-9-4 146,-11-6-180,21-8 46,3-15-1,20-6-34,1-10-33,11-9-61,0 16 220,11-2-238,-4 22-10,6 3-6,2 15 33,6 10-33,1 15 16,-3 11-21,-9 10-308,-14-23 1,-5 1 320,-6 5 1,-6 1-1613,-7 5 0,-5 0 1595,-7 3 0,-4 0 14,-2 1 1,-2-3-274,0-6 0,0-3 332,6-8 0,1-6 99,-21 1 55,18-26 307,18-17-430,14-18-61,8 11 3063,8-3-3086,13 15 918,1 7-935,16 7 39,3 13-66,7 11-552,7 4 422,-23-13 1,0 0-163,4 0 0,2 0-367,4 0 0,2-2-1020,4-1 1,1-4 1468,7-3 0,-2-3 0,7 0 0,-8-7 0</inkml:trace>
  <inkml:trace contextRef="#ctx0" brushRef="#br0" timeOffset="19567">12043 6941 19940,'-43'-41'572,"1"0"1,-1 0-1,1 5 1,-1 2 0,1 9-307,-10 13 0,-1 9-1309,-9 7 0,-2 7 1119,17 0 1,-1 3 0,0 4-338,-2 4 0,-1 3 0,1 3 298,0 4 0,1 2 1,2 3-20,1 3 1,2 3 0,3 1-21,3 3 0,2 3 0,4 1-13,2 1 0,3 2 0,3 1 0,3 2 0,3 1 1,4 0-9,2 1 1,4 0-1,4 0-1,4-3 0,4 0 0,4-2-79,5-3 0,4-2 0,5-3 47,6-5 0,5-2 0,5-5 3,5-3 1,4-5 0,3-3 5,5-4 1,3-4-1,2-5-298,-12-4 0,0-4 0,1-1 1,0-3 337,2-3 0,-1-2 0,1-2 0,-1-3 14,0-2 0,-1-2 0,0-2 0,-1-2-65,-2-2 0,0-1 0,-2-2 1,-2-2 73,11-9 1,-2-3 0,-4-2 196,-5 0 1,-4-3-1,-4-4-191,-9 5 1,-4-3-1,-2-1 1,-2 2 12,-1 2 1,-3 2 0,-2-2-18,-1-17 1,-4-2 0,-6 4 9,-9 7 0,-6 2 560,-6-9 1,-7 2-584,-9 9 1,-6 7-26,-4 6 1,-5 5 407,-1 5 0,-1 6-733,1 4 1,1 3-1149,6 4 1,2 3 1128,10 1 0,4 1 0,-5 2 1,21 0-1</inkml:trace>
  <inkml:trace contextRef="#ctx0" brushRef="#br0" timeOffset="20017">13937 5811 25517,'16'1'73,"19"22"-87,3 12 0,6 8-870,-13-12 1,1 1 0,1 1 688,1 3 1,1 1 0,1 0-756,0 1 0,1 2 0,-1-1-553,0 2 0,0 0 0,-1-1 1261,-5-5 0,0 0 0,-3-3 0,0 1 0,-3-3 0,2 4 0</inkml:trace>
  <inkml:trace contextRef="#ctx0" brushRef="#br0" timeOffset="20607">14802 6870 15417,'-7'-6'5618,"1"2"-5080,6 4 208,0 0-287,-12-65-146,16 37-159,-4-12 0,5 2-53,19 19-73,1 6 17,3 8-34,-4 4 17,7 7-28,2 9-33,8 25 21,-13-8 4,-10-3 0,-2 1-20,-5 15 28,-5 13 22,-12-25 0,-5-1 40,-13 17 50,-12-2-22,11-26 206,0-7 52,9-11 206,-1-13-252,7-6-178,3-6 50,7-4-79,5 8-17,6-2-44,14 4-17,5 9-28,14 6 11,-10 6 0,13 10 5,-8 8-2,-13-2 0,-3 2-14,7 20-6,-17 10 6,-22-19-45,-25 4-107,-12-9-164,16-12 1,-3-1-606,-8-2 0,-1-3-1271,6-4 0,1-2 2203,-1-3 0,4-2 0,0-1 0,17-4 0</inkml:trace>
  <inkml:trace contextRef="#ctx0" brushRef="#br0" timeOffset="20974">14883 6379 18778,'-2'-5'3389,"0"1"-2504,2 4-22,-81-12-1745,43 20 1070,-21-3 0,-4 11-34,20 22 0,4 10-134,11-13 1,1 1-1,0 0-17,0 1 1,1 0 0,3 6-3,4 8 1,3 8-1,3 0 1,2-8-609,0 2 1,4 1 600,2-1 1,0 7-1,4 0 1,4-8-743,14 3 0,6-6 753,-1 2 1,5-3-10,4-13 1,5-3-1,3-4 2,-2-6 0,2-4 1,4-1 13,6-1 1,5-1-1,2-1 1,-3-3 30,9-1 0,-1-4 0,1-3 1,-10-3 1,1-1 0,0-4 0,-4-5 28,8-11 0,-4-7 0,-5 0-1111,2-4 0,-5-4 1060,-13 7 0,-2-2 1,-3-5 25,-5-7 1,-4-5-1,-3 0-83,-2 4 0,-3 0 0,-1-5 46,-1-6 0,-2-7 0,-1 0 1,-6 5-3,-4 1 0,-6 4 1,-4 0-7,-6-3 1,-6 1 0,-2 7-21,-9 8 0,-5 8-3,-1 6 1,-6 6-118,2 9 1,-5 5 0,2 1-258,5 2 0,0 2 0,-2 1-799,-2 0 0,-4 2 0,1 1 0,3 1 1193,-1 2 0,4 3 0,3-1 0,-3 2 0,7-1 0,-5 4 0</inkml:trace>
  <inkml:trace contextRef="#ctx0" brushRef="#br0" timeOffset="21483">10667 8434 15199,'6'-4'1955,"0"0"381,-6 4 1775,0 0-3870,23-42-140,-31 40 11,1-23-70,-18 35 0,-10 13-20,-6 0 0,-4 3-688,-7 3 1,-3 3 644,16-9 1,-2 1-1,1 1-63,-1 1 0,0 0 0,0 1-211,1 0 0,0 1 1,2 0-730,1 0 1,2-1 0,1 2 1023,1 0 0,1 1 0,3-2 0,3-4 0,4-2 0,-14 18 0</inkml:trace>
  <inkml:trace contextRef="#ctx0" brushRef="#br0" timeOffset="22408">9369 9263 24251,'-23'-31'128,"-1"1"1,-20-3-56,23 81-45,5-15 0,-2 2-858,-3 6 0,0 2 844,-2 3 0,0 1-6,2-1 0,1 0 0,4-6 1,3-1 269,3-7 0,4-2-228,7 11 422,11-19 61,22-18-371,-6-9 197,21-20-51,-14-5-40,5-11-66,-7 2-45,-11 7 828,-9 13-968,-7 11 6,-5 15-12,-4 13-11,-3 14 28,-1 12-51,1 7-33,3 3-123,5 4-765,5 1-48,7 0-419,9-7-477,5-12-1871,5-17-2228,2-20 1685,1-22 3401,1-22 732,-17 10 1,0-4 675,1-7 0,-1-5 482,-1 0 1,0-4 0,-2 2-589,2-5 0,-1-2 624,0 0 0,-1-5 1,-1 4-232,-3-2 1,-3 1-160,-2 10 0,0 0 0,-3 0-50,0-15 0,-5 2-137,-6 7 1,-5 3-235,-5 7 1,-6 4 68,-7 6 0,-6 6-43,-3 5 1,-4 6-221,-6 5 1,-2 8 110,-5 7 1,-1 8-67,15 1 1,-1 2-1,1 4-211,-5 5 1,-1 4-1,1 3 161,9-5 1,-1 3-1,1 0 1,0 3-259,-2 2 0,1 1 0,0 2 0,1 2 245,0 1 1,0 2 0,1 1 0,2 1-2,1 1 1,1 1-1,2 0 1,1 1-2,3 0 0,1 0 0,2 1 0,2-1-7,4-1 0,1 0 0,3 0 0,2-1-153,1 11 1,3-1 0,6-2 134,6-5 1,4-2-1,5-3-34,15 11 0,11-7 21,-6-22 1,5-4 0,3-4-187,8-3 1,3-6 0,2-3 210,-8-5 0,2-2 1,1-3-1,1-2 7,3-2 1,2-3-1,0-1 1,-1-3 19,3-3 0,0-2 0,-1-2 0,1-3-138,-6-1 1,0-4-1,0-1 1,-2 0-1,-3 1 136,-4 3 1,-2 0 0,-2 0 0,0-4 9,7-10 0,1-4 1,-3-1-1,-8 1 130,-8 2 0,-7 0 0,-2-2-130,4-10 1,-3-3-1,-3-1-81,-5 3 1,-4-1 0,-4 1 80,-4 3 1,-4 1-1,-3 2-9,-3 6 0,-3 1 0,-4 4 275,-14-11 1,-7 7-281,-5 9 1,-4 7-57,-3 7 1,-2 6 651,1 5 1,1 4-1106,5 5 0,2 4-915,8 3 1,5 3 1415,-8 12 0,22-10 0,13-7 0</inkml:trace>
  <inkml:trace contextRef="#ctx0" brushRef="#br0" timeOffset="23174">11699 8454 20727,'-11'-44'1135,"1"-1"0,-1 2 1,1 8-442,3 20-346,0 1-343,3 11 23,6 17 34,8 17-29,8 23-616,-4-18 1,2 3 576,2 5 1,3 3-68,-2-4 0,1 3 0,0-1-312,-2-4 1,-1-1 0,2 1-1498,2 8 1,0 1-1,-1-3 1882,2 6 0,-2-6 0,-7-15 0,-1-4 0,1 4 0</inkml:trace>
  <inkml:trace contextRef="#ctx0" brushRef="#br0" timeOffset="23841">12497 9364 16717,'-2'-4'4240,"0"1"-1686,2 3-2386,-66-27-89,41 24-15,-17-8 1,-4 4 125,-10 30-115,26-10 1,-3 0-200,-9 3 0,0 0 250,5-4 0,2-1 14,-19 5 146,1-7-47,26-6-200,6-2-39,11-1-11,9 0 17,1 4 22,5 8-17,-1 0 436,4 8-431,0 11 57,-4-8-40,3 33-22,-5-12 1,-1 7-1,-2-14 11,-3-8 29,0-11 44,-3 3 185,4-10-56,0-3-17,2-8 135,-1-8-219,1-6-39,-1-13-56,3 4 0,7-13 0,15 0-17,5 1-17,12 1 6,0 18 0,0 9-5,5 15-7,-15 5 1,-1 4 6,14 10-7,-13-3 1,-1 3-28,2 13-6,-3 15-78,-25-19 0,-7 0-84,-8 14-368,-8-14 0,-6-3-708,-22 4-933,13-15 1,-1-2-1660,-11 1 3875,-2-10 0,36-12 0,2 0 0</inkml:trace>
  <inkml:trace contextRef="#ctx0" brushRef="#br0" timeOffset="24241">12015 9122 23574,'-46'-6'180,"0"1"0,-1-1 0,2 4 1,1 3-1,5 10-82,-3 25 0,6 12-995,10-14 1,0 3 0,1 0 912,0 5 1,0 1 0,3 1 3,0 4 1,2 0 0,2 2-14,2 0 0,1 2 1,4 1-805,4 9 0,4 2 1,2-5 796,0 4 0,5-3-8,6-9 1,4 2-1,4-7 205,8-6 0,6-5-203,11 7 1,7-4-14,-12-17 0,3-3 1,3-4-287,4-3 1,3-3-1,1-4 303,5-4 0,2-5 1,-3-2 8,-9 1 0,-1-1 1,1-6 109,2-6 0,3-5 0,-2-3 0,-5-1-76,-3-1 0,-4-2 1,0-3-12,2-1 1,1-2 0,-2-3 0,-4-3-3,-6-3 0,-4-3 0,-3-1 0,-3 3 284,1 0 0,-3 2 0,-3-4-286,-2-1 1,-1-6 0,-3 1 0,-3 4 10,-5 3 0,-3 4 1,-2-2-59,-1-7 0,-3-1 0,-3 3 52,-3 7 1,-4 3 0,-3 3 7,-18-9 1,-6 8-29,-8 9 0,-4 8-21,15 11 1,-1 3 0,-2 3-12,0 2 1,-1 3 0,-1 4-430,-5 4 0,0 4 0,4 2 242,-3 0 1,4 4-916,-8 12 1,9 7 900,27-6 0,5 1 0,-12 10 0,15-1 0</inkml:trace>
  <inkml:trace contextRef="#ctx0" brushRef="#br0" timeOffset="24751">14950 8025 7484,'17'-55'2018,"0"1"0,-1 4 0,-2 5 1805,7-7-2743,-7 14 1138,-6 15-1657,-4 11 346,-3 7-891,0 6 3408,-6 10-3362,-6 15-17,-12 22-43,7-14 1,-3 3-347,-4 7 1,-2 2 239,-4 7 1,-2 1-842,9-15 0,0 1 0,0 0-1539,0 1 1,0 2 0,2-2 2483,-6 16 0,3-6 0,0 3 0,16-36 0</inkml:trace>
  <inkml:trace contextRef="#ctx0" brushRef="#br0" timeOffset="25341">14627 8887 24363,'-14'-61'576,"-14"26"-430,-9 70-118,10-9 0,-1 3-969,-2 5 0,1 2 955,-3 6 0,1 2-6,1 4 1,2 1 5,2 3 0,2 0-17,5 0 0,2-1-11,5-3 0,5 0-1548,8 2 1,6-3 1561,5 13-3,7-28 0,5-5 949,16-9-783,11-6 78,-5-22-6,-11-15 646,-13-15-685,-10-8-28,-11 0-33,-14 2 3316,-10 7-3406,-10 10 17,-17 12-90,9 12 74,-1 7-158,15 11-157,12 5-846,5 8-8716,26 6 7914,-6-11 1,12-4 0,-16-14 0</inkml:trace>
  <inkml:trace contextRef="#ctx0" brushRef="#br0" timeOffset="25734">15060 8616 21691,'-42'-23'532,"-1"-1"0,1 1 0,-13 2 0,-3 4 0,4 3-412,-2 4 1,0 5-1092,-1 6 1,-4 4 0,3 4 1071,-2 7 0,2 6-70,11-4 1,-1 2 0,1 6-603,8 6 1,0 6 0,2 2-1,4-3 571,3-4 0,4-2 0,1 3 5,-6 14 1,2 4 0,7-1 78,6 9 1,7 0-80,3-15 1,2 0 0,1 3-8,-2 10 0,2 2 1,6 2-32,7-5 1,6 2 0,2-1 0,-1-5 22,-3-5 1,-1-5 0,8 0-14,13 4 1,10 2 0,3-5-1,-5-10 17,2-10 1,1-8 5,2 3 0,5-1 0,-2-5 30,-6-9 0,-2-4 0,1-4 11,1-1 0,0-4 0,1-4 25,2-3 0,2-4 0,0-2 0,-3-2 46,6-9 0,-4-2 0,-2-2-58,-2 0 0,-1-2 0,-5-3 18,-5-4 1,-4-4 0,-4-1-426,-6 5 0,-2-1 0,-2-3 370,-1 4 0,-1-3 0,-2 0 0,-1-1-17,-2 0 0,-1 0 0,-3-1 0,-4 0-58,-5-5 1,-6-1-1,-3 1 1,-3 3-98,-8-3 0,-4 4 0,-4 2-23,-1 3 1,-3 2 0,-7 9-2281,-5 16 0,-8 6 1,-1 4-1,8 2 1932,-2 0 0,2 3 1,0 1-1,-2 2 0,12 0 1,14 3-1</inkml:trace>
  <inkml:trace contextRef="#ctx0" brushRef="#br0" timeOffset="26934">7506 5337 10614,'-55'3'340,"0"0"0,0 1 0,10-2 1,1 0-1,3 1 80,-8 0 0,8-2 334,16-3-362,38-2 572,20-3 0,9 0 228,9-1 1,9 0-1651,-5 0 1,8 0 0,3-1 0,0 1 747,-12 1 0,0 1 1,1 0-1,1 0 1,3 0-270,-7 1 0,2 0 0,2-1 0,1 1 0,1 0 0,1 0 0,1 0 42,-6 0 0,3 1 1,1 0-1,1 0 0,1 0 1,-1 0-1,-2 0 0,0 1 1,-3-1-363,10 0 1,-2 0 0,-3 0 0,1 0-1,2 0 1,5 0 300,-14 1 1,3-1 0,2 1-1,2-1 1,1 1 0,0-1-1,-1 0 1,-1 1 0,-1-1-1,-3 1-237,8-2 0,-3 1 1,-1 0-1,-1 0 0,0 0 1,2 0-1,3-1 192,-4 1 0,1 0 1,1 0-1,2-1 1,0 1-1,0-1 1,1 1-1,0-1 0,-1 0 13,-5 1 1,-1 0-1,1-1 1,-1 1 0,1 0-1,0-1 1,1 1 0,1-1-1,1 1 1,0-1 18,-1 1 1,1 0 0,2-1 0,0 1 0,1-1 0,0 1 0,1 0 0,-1-1 0,0 1 0,0-1-1,-2 1 1,0 0-51,0 0 0,0 0 0,-2 0 1,1 0-1,-1 0 0,-1 0 1,1 0-1,1 0 0,0 0 0,1 0 1,0 0 53,-3 0 0,2 1 0,0-1 0,1 1 0,1-1 0,0 1 0,0-1 0,-1 1 0,-1-1 0,-1 1 0,-1 0 0,-2 0 0,-2 0-15,12-1 0,-2 1 0,-3 0 1,-2-1-1,0 1 0,0 0 1,1 1-1,3-1 15,-7 0 1,1 1 0,1-1 0,1 1 0,1 0 0,-2-1 0,1 1 0,-2 0 0,0 0 0,-3 0 12,4 0 0,-2 1 0,-2-1 1,0 1-1,-1-1 0,1 1 1,1-1-1,2 1-15,1 0 0,0-1 0,2 1 0,1 0 0,0 0 0,-1-1 0,1 1 0,-2 0 0,0 0-9,3 1 1,-1-1 0,1 0 0,-2 0 0,1 1 0,-2 0 0,1-1-1,-2 2-20,4-1 0,0 1 0,-1 0 0,-1 0 1,0 0-1,-1 1 0,-1 0-119,3 0 1,-1 0 0,-1 0 0,0 1 0,-2 0 0,0 0 151,5 2 0,1 1 0,-2 0 0,-4 0 1,-5 0-1,3-1 0,-5 1 0,-3-1 0,5 4 1,1-1-1</inkml:trace>
  <inkml:trace contextRef="#ctx0" brushRef="#br0" timeOffset="27742">6983 7824 11151,'51'-11'544,"-1"1"0,1 0 1,-1 1-1,2 0 0,1 0 1,0 0-347,0 2 1,-1 0 0,1 0 0,3 0-628,1 0 1,2-1 0,2 1 0,4-1 0,5-1 520,-19 3 0,5 0 1,3 0-1,2-1 1,1 0-1,0 0 1,0 0-1,-2 1 1,-2 0-1,-4 0-236,4-1 1,-3 1 0,-4 0 0,1 1 0,1-1 0,2 0 0,5-1 197,-3 1 1,3 0-1,5-1 1,1 0-1,2 0 1,1 0-1,-2 0 1,-1 0-1,-3 0 1,-4 1-1,-6 1-98,6-1 1,-7 1 0,-3 0 0,-1 1 0,4-1 0,8 0 92,-9 0 1,5 0 0,3 0-1,4 0 1,2-1 0,1 1-1,0-1 1,-1 1 0,-1-1 0,-2 1-1,-4 1 1,-4-1-214,9 0 0,-6 1 0,-4 0 0,0 0 1,1-1-1,3 1 0,7-1 143,-12 2 1,4-1 0,2-1 0,3 1 0,2 0 0,1-1 0,0 0 0,0 1 0,1 0-1,-2-1 1,-2 1 0,-2 0 0,-2 0-21,7 0 0,-3 0 0,-2 1 0,-1-1 1,-1 1-1,1-1 0,2 1 0,2-1 1,3 0 50,-9 1 1,2 0 0,2-1-1,2 1 1,1-1 0,0 0 0,2 1-1,-1-1 1,0 0 0,-1 1-1,0-1 1,-3 1 0,-1 0 0,-2 0-16,5-1 1,-2 1 0,-2 0 0,-1-1 0,-1 1 0,0 0 0,0 0 0,2 0 0,1 0 0,3 0 8,-4 0 0,3 0 1,1-1-1,2 1 0,0 0 1,1-1-1,0 1 0,0 0 1,-1-1-1,-1 1 1,-2 0-1,-2 0 0,-2 0-5,6 0 1,-3 1-1,-3-1 1,0 1-1,-2-1 1,1 1-1,0-1 1,2 1 0,2-1 6,-4 1 1,1-1 0,1 1 0,0-1 0,1 1 0,1-1 0,0 1 0,0-1 0,1 0 0,0 1 0,0 0 23,0-1 0,0 1 0,2 0 0,0 0 1,0 0-1,1-1 0,-1 1 0,0 0 0,-1 0 1,0 0-1,-1 0 0,-2 1-2,3-1 1,0 0 0,-1 0 0,-1 0 0,-1 0 0,0 1 0,0-1 0,-1 0-1,0 1 1,0-1 0,4 1 1,-1-1 0,0 0 0,0 1 0,0 0 0,-2-1 0,0 1 0,-1 0 0,-1 0-42,6 0 0,0 0 0,-2 0 1,0 0-1,-2 1 0,-3 0 0,-1 0-819,3 0 1,-4 1 0,-1 0 0,0 1 0,0-1 863,2 0 1,2 0-1,-2 0 1,-2 1-1,-7-1 1,23 2-1,-16-1 1,-19 1-1</inkml:trace>
  <inkml:trace contextRef="#ctx0" brushRef="#br0" timeOffset="28358">5810 10071 26415,'0'-2'-1968,"0"-1"3435,28-11 0,14-1-1124,-11 10 1,3 1-1352,10-7 1,6-1-1,0 2 1127,-3 6 0,0 3 0,1-1-586,10-1 1,3 0-1,1-1 461,-8 1 1,2 0-1,1 0 1,1-1-226,-7 1 0,2 0 0,0 0 0,1 0 1,1-1 273,5 1 0,1-1 0,0 1 0,2-1 0,0 0-477,-6 1 0,0 0 1,1-1-1,0 1 1,1-1-1,1 0 325,-7 1 1,1 0 0,0-1-1,1 1 1,1-1 0,1 0-1,2 0 65,-2 0 0,3-1 0,2 0 0,1 0 0,0 0 0,0 1 0,-2-1 0,-1 0 0,-3 0-120,2 0 1,-3 1-1,-2 0 1,-1-1-1,1 1 1,3-1-1,3 0 137,-4 0 1,3 0 0,3-1-1,1 0 1,1 0 0,0 0-1,0 1 1,-1-1 0,-2 0-1,-3 0-10,3 0 0,-3 1 0,-1-1 0,-2 0 0,1 1 1,2-1-1,3 0 0,3-1 47,-10 2 0,4-1 0,2 0 1,2-1-1,1 1 0,2-1 1,-1 1-1,1-1 0,-1 0 1,-1 1-1,-1-1 0,-2 1 1,-3 0-25,9 0-1,-2-1 1,-3 1 0,0-1 0,-1 1 0,0 0 0,2 0 0,2-1 0,3 0 21,-12 2 1,2-1 0,1 0-1,2 0 1,1-1 0,0 1 0,1 0-1,0-1 1,0 1 0,1 0-1,-2 0 1,0 0 0,0 0 0,-2 0 22,5 0 0,0 0 0,0 0 0,-1 0 0,0 1 0,0-1 0,0 1 0,-1-1 0,-1 1 0,0-1 0,0 1 0,-1 0-45,4-1 1,-1 0 0,-2 1 0,0-1-1,0 1 1,-1 0 0,2-1 0,0 1 0,2-1-1,3 1 1,-9 0 1,2 0 0,1 0-1,2 0 1,1-1 0,1 1-1,-1 0 1,1 0 0,-1 0 0,-1 0-1,-1 0 1,-1 0 0,-3 1-1,-2 0 2,10-1 0,-3 1 0,-2 0 0,-2 0 0,0 0 0,-1 0 1,2 1-1,0-1 0,3 0-25,-4 1 0,2-1 1,0 0-1,1 1 0,1-1 1,-1 0-1,1 1 0,0-1 1,0 1-1,-1 0 0,-1 0-15,3-1 1,0 1-1,0 0 1,-1 0 0,1 1-1,-1-1 1,0 0 0,-1 1-1,0 0 1,0-1-23,-3 2 1,-1-1-1,0 0 1,0 0-1,-1 1 1,0 0-1,0-1 1,0 1-1,-1 0 1,-1 0-314,10 0 0,0-1 1,0 1-1,-1 0 0,0 1 1,-2-1-1,-1 0 0,-2 1 340,9 0 1,0 0-1,-1 1 1,-4-1-1,-3 1 1,-6-1-1,14 0 1,-8-1-1,-11 1 1,6 2-1</inkml:trace>
  <inkml:trace contextRef="#ctx0" brushRef="#br0" timeOffset="30716">15073 12394 26777,'-9'-26'134,"-4"31"-115,5 27 1,3 14-9,-5 4 1,-1 3-1611,-1 6 0,-1 2 1330,5-18 0,-1 0 1,1 0-1417,2 0 1,0 0 0,1-1 1684,-1 13 0,1-6 0,3 2 0,2-34 0</inkml:trace>
  <inkml:trace contextRef="#ctx0" brushRef="#br0" timeOffset="31483">16782 12416 23467,'0'-4'2022,"0"0"-1541,0 4-346,-5 7 5,-4 2-6,-6 6-16,-5-1 27,-3-1 51,-2-5 40,2-2 27,2-8-34,3-9-72,3-11-67,5-23-68,5 12 6,12-20-28,9 25-5,14-3-7,12 11 7,10 9-1,8 14-39,1 14-117,-33-3 0,-2 4 139,18 27-44,-18 10 22,-21 8 22,-13-26 1,-6-1-12,-8 5 1,-5 0-558,-7 4 1,-4 0 595,-3-1 1,-3-3 11,2-4 0,0-4-213,5-8 1,1-5 301,-21 0-11,21-21-33,18-14 240,20-9-279,18-5-12,16 0-17,13 4 1,7 4 685,4 7-711,-27 9 0,0 1-109,4 1 0,1 2-356,4 0 1,1 0-893,3 1 1,2 1 1387,6-1 0,-2 0 0,5 0 0,-5 0 0</inkml:trace>
  <inkml:trace contextRef="#ctx0" brushRef="#br0" timeOffset="31983">18118 12281 26631,'-9'-49'173,"-1"1"1,2 2 0,9 8-124,27 13-38,13 3-1,11 7-625,8 7 608,1 10-5,-5 12 8,-27 3 1,-3 4-4,8 11-11,-16-5 0,-4 2 1,-6 11 10,-10 10 6,-23 2 28,-7-14-11,-5-6 233,0-11-182,11-11 142,-5 0-30,7-6 16,7-9-62,7-4 298,6-7-325,8-3-34,8 1-23,11 2-22,29 10-22,-18 6 5,17 8-11,-18 10-17,0 4 0,5 8-22,-10 11-67,-22-5-18,-11-2-497,-32-4-1205,-12-9 1147,10-9 1,1-1 0,-7 2-1,2-7 1</inkml:trace>
  <inkml:trace contextRef="#ctx0" brushRef="#br0" timeOffset="33193">19620 12207 20000,'15'-48'1001,"0"0"0,0 0 0,2-7 0,-1 6-318,11-4-156,-15 35-303,-2 2 58,-9 23-63,-10 21-355,-4 8 198,-1-3 0,-1 3-443,-1-2 1,1 2 399,-5 9 1,0 4-9,0 7 1,2 0-1519,6-10 0,3-2 1507,1-3 0,5-3 16,16 17 1,8-27 39,13-5 205,7-18-87,17-29-107,-17 2 134,-10-3 0,1-3-117,12-15-25,-17 15 0,0 1 14,-1 2 0,-1 2 89,17-17 6,-9 13-146,-16 13 3249,-4 7-3276,-12 8 22,1 8-17,0 9-12,0 23 1,0-10-134,-1 23-718,-1-15-5192,10 24 6055,1-19 0,1-7 0,-2-24 0</inkml:trace>
  <inkml:trace contextRef="#ctx0" brushRef="#br0" timeOffset="33793">21462 12149 20694,'3'-7'2789,"0"1"-1534,-3 6 246,0 0-1445,21-57-61,-21 46 21,5-39 7,-40 62-1,-1-2 1,-3 0-255,3 0 1,-2 1 253,-7 1 1,2 0-1,-9 5-16,5 3 16,17-5-10,4 1 10,6-3 28,10-6-27,5-3 16,1 0 6,2-1 22,-1 2 563,-1 5-562,0 2 4,-3 9-66,1-5 44,-1 11 40,0 6-45,-1 1-6,0 7-17,2-11-10,1-8 16,-1 1-6,2-9 90,2-2 168,0-5 151,2-7-330,9-11-23,11-11-55,1 1-6,17-9 11,7 10-56,-7 5 5,19 4 23,-7 20-11,4 10-117,-23-3 0,-1 3 117,-6 2 0,-2 3-28,14 25 33,-13-9-14,-12-10 1,-2 1-48,-5 10-208,-11 17-593,-21-22-1227,-20-10 141,3-13 1954,-15-9 0,39-4 0,-7-2 0</inkml:trace>
  <inkml:trace contextRef="#ctx0" brushRef="#br0" timeOffset="34166">22481 11990 22957,'4'-4'3657,"-1"1"-3029,-3 3-511,-28 48-4307,-1-2 4204,2 0 0,-3 4 3,3-6 0,2 1 22,0 4 1,2 2-48,2 1 0,5 0 2,3-1 0,8 1 0,13 6 1,6-2 5,-3-19 0,4-2 5,7 4 1,7-4 36,9-9 0,3-6-144,-9-8 0,1-1 175,14 3 0,-3-4 33,5-14 202,-14-24-162,-30 0-34,-15-17-62,-24 7-36,7 20 0,-4 3 1206,-6 0 1,-4 4-1423,-8 1 1,-4 5-1190,11 4 0,-1 2 0,0 1 1391,-20 2 0,4 2 0,16-1 0,5 1 0,-11 2 0</inkml:trace>
  <inkml:trace contextRef="#ctx0" brushRef="#br0" timeOffset="35460">14069 14060 15517,'-61'8'7,"-1"1"1,1-1 0,-1 1 0,1-1 0,-1 1 0,-1 0 0,0 0-1,2 0 1,1 0 0,1 0-41,-5 2 1,1-1 0,3 0 0,6 1-162,4-1 0,4-1 0,7 1 1969,-14 5-1719,74-7 53,17-7 1,11-3 30,-3 0 0,6 0 0,8-1-319,-12 0 1,7 0-1,5 0 1,2-1-1,0 1 1,-2-1 0,-5 1 258,2-1 1,-3 1-1,-2 0 1,2-1 0,5 1-168,-2-1 0,4 1 0,3-1 0,1 0 0,0 0 0,-1 0 0,-3 1 193,0-1 0,-3 1 1,0 0-1,0-1 1,1 1-1,1 0-171,-2 0 0,0-1 0,1 1 0,1 0 0,1 0 0,1-1 0,2 1 94,-10 0 1,1 0 0,2 0-1,0 0 1,1-1 0,1 1 0,0 0-1,0 0 1,0 0 0,0-1-117,3 1 1,-1 0 0,0-1-1,0 1 1,1-1 0,1 1-1,0-1 1,1 1 0,1-1 0,1 0 96,-10 1 0,2 0 1,1-1-1,1 1 1,1-1-1,0 1 0,0-1 1,1 1-1,-1-1 1,-1 1-1,-1-1 0,0 1 1,-3 0-1,-1-1-7,7 1 1,-4-1 0,-1 1 0,-2 0 0,-1-1 0,1 1 0,1 0 0,2-1 0,3 0 0,2 0-1,-7 1 1,3-1-1,2 0 1,3 0-1,1 0 1,2 0-1,0 0 1,1-1 0,-1 1-1,0 0 1,-2-1-1,-2 1 1,-1 0-1,-4 0 1,-2 0-1,-4 1-3,19-2 1,-7 0 0,-4 1 0,-3 0 0,2-1 0,3 1 0,7-2-1,-17 2 0,3 0 1,2 0-1,2 0 1,2-1-1,1 0 1,1 1-1,0-1 0,0 0 1,0 0-1,0 0 1,-2 0-1,-1 0 1,-2 0-3,7-1 0,-1 0 1,0 0-1,-2 0 1,1 0-1,-2 0 1,1 0-1,0 0 1,-1-1-1,2 1 1,-1 0 3,-3 0 1,0 0 0,0-1 0,0 1 0,0 0-1,0 0 1,1 0 0,-1-1 0,-1 1 0,1 0 0,-1-1-1,0 1-3,2-1 0,0 1 0,1-1 0,-1 1 0,-1-1 0,1 0 0,-1 1 0,-1-1 0,0 0 0,0 0 0,-2 0 8,8-2 1,-1 1-1,-1-1 1,0 0-1,-1 0 1,-1 0-1,0 0 1,-3-1-1,0 1 39,1-1 0,-1 0 0,-3 0 1,0 0-1,0-1 0,1-1 0,3 0-23,-3-1 1,3-1 0,1 0 0,1-1-1,-1 0 1,1 0 0,-3-1 0,-2 2-1,-3-1-7,5 1 1,-3 0 0,-3 1 0,0-1 0,0-3 0,1-3 25,2-4 0,4-5 1,0-2-1,0-1 1,-5-1-1,-5 3 1,-8 2-25,-3-2 1,-8 1 0,0-3-15,7-6 0,2-5 0,-4-1 1,-14 3 312,-18-16 0,-17 2-327,2 16 1,-5-1 0,-7-2 2,-8-1 0,-7-3 0,-5-2 1,-1 2-1,5 4 5,4 4 1,2 5 0,-1 0-1,-5-2 2,-5-1 0,-5-2 0,-5-1 0,1 1 0,2 3 0,6 5 7,-7-1 1,6 5 0,-6-1-1,11 5 1,-4-1-1,-2-1 1,-3 0-1,-1 1 1,0 1-39,2 2 1,-2 1-1,-1 1 1,-2 0-1,1 1 1,-2-1 0,1 1 34,4 1 1,0 0 0,0 0 0,-1 0 0,-1 0 0,-1 1 0,-2-1 0,-2 1-53,3 1 1,-2 0 0,-3 0 0,-1 0-1,-1 0 1,-1 0 0,0 1 0,1 0-1,0 0 1,2 1 0,1 1 50,-2-1 0,1 1 0,1 1 0,1 0 0,0 1 0,-1-1 0,1 1 1,-2 0-1,-2 0-3,5 1 1,-1 0-1,-1-1 1,-1 1-1,-1 0 1,1 0-1,-1 0 1,1 1-1,1-1 1,0 2-1,2-1-1,-7 1 0,1 0 1,1 0-1,1 1 1,0 0-1,0 1 1,0 0-1,0 0 1,-1 0 0,0 0 0,0 0 0,-1 1 0,1 0 0,0 0 0,-1 1 0,1 0 0,-1 0 0,1 0 0,5 1 0,0 1 0,0-1 0,0 1 0,-1 0 0,1 0 0,1 0 0,0 1 0,1-1 0,2 1 0,-4-1 0,1 1 0,2 0 0,1 0 0,-1 1 0,1-1 0,-2 1 0,-2 1 0,-2 0 1,-1 0-1,-3 1 1,0 0 0,0 0-1,1 1 1,2-1 0,2 1-1,4-1 1,-4 1 0,6 0 0,1 0 0,1 1 0,-3-1 0,-5 2-3,2-1 1,-3 0 0,-2 1 0,-3 1 0,0-1-1,-1 1 1,1 0 0,1 0 0,3 0 1,0 0 1,3 0 0,0-1-1,1 1 1,0 1 0,-1-1 0,-2 1-1,-1 0 4,4-1 0,-1 0 0,-1 1 0,0 0 0,-1 0 0,-1 0 0,0 0 0,-1 1 0,-1 0 0,1 0-4,4 0 0,-1 0 1,-1 0-1,-1 0 1,0 1-1,0 0 1,-1 0-1,1 0 1,1 0-1,0 0 1,1 0-1,1-1 3,-3 2 0,0-1 1,2 1-1,0-1 1,0 0-1,1 1 0,-1 0 1,1-1-1,-2 1 1,0 1 3,2-1 1,-1 1-1,-2 0 1,0 0 0,0 0-1,0 0 1,1 1 0,2-1-1,1 0 1,2-1 0,3 0 1,-15 4 0,5-2 1,2 1-1,2-1 0,-2 1 1,-2 1 0,9-1 1,-3 1-1,-1 0 1,0 1-1,1-1 1,1 1-1,4-1 1,2-1-9,-15 6 1,6-1 0,1 0 0,-4 1 40,11-2 0,-3 0 0,-1 1 0,1 0 0,2-1 0,5 0-41,-15 8 0,6-2 0,5 1 227,10-4 0,3 1 1,3-2-250,0 1 1,7 0 1499,-2 19-1407,58-18-11,26-5 517,-2-15 0,6-4-572,-12-2 1,2-3 0,-1 0-3,-5 0 1,0 0 0,2 0-2,0-1 0,2 0 0,2-1 0,0 2-149,3 0 1,0 0 0,1 1 0,-1 1 151,0-1 0,-1 1 0,1 1 0,-1 1-12,3 1 1,1 1 0,-1 1 0,-6 4 17,14 9 0,-8 5-8,-17-3 1,-7 8 10,-12 26 1,-13 11 5,-12-10 1,-8 3 0,1 0-435,3-2 0,0 0 0,-3 3 422,-1-8 0,-2 3 0,-2 2 0,0 0 1,1-3-147,-1 5 1,2-2 0,-1 0 0,-1 4 139,1 0 1,-1 3-1,0 2 1,0 0-1,1-3-6,0 3 1,0-3 0,1 1 0,0 5-71,4-6 0,0 3 0,0 3 0,2-1 0,1-1 0,3-5-1106,2 5 1,3-5-1,2 0 1,0 2 1177,-1-1 0,1 4 0,0 0 0,1-3 0,2-8 0,3-3 0,1-6 0,1-5 0,3-6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14:20:23.0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3150 2366 21954,'0'-51'1099,"0"0"1,0 7 0,-1 4-579,-1 6-330,0 16-197,0 11 34,1 14 45,0 32-45,-2 19-23,1-14 1,-1 4-493,-1 3 1,0 0 466,0-9 1,0 1-91,-1 1 0,0 3 0,0-4 14,0-9 1,1-1-157,-3 9 0,0 4 0,0-7-342,-2 7 135,-1 6 224,7-39 123,3-22 95,3-18 22,2-23 3,-1 16 1,0-2 57,-1-7 0,0-3-18,1-6 0,-1-3 22,0-5 0,-1-1-9,-1 19 1,1-1-1,-1 1-417,0-20 1,0 2 472,0 4 1,1 1-15,0 6 1,1 1 0,1 4 0,1 3-20,2 4 0,1 3 39,11-19-45,1 19-44,1 14 747,3 11-753,7 14 6,8 12-5,-4 6 358,-9-2 0,0 5-406,-1 9 1,-2 3-232,-2 0 1,-4 2 265,-3 8 0,-8 0 14,-14-11 1,-8-3-1,-5-2 1,-5-3 1,-4-3 1,-2-4-4,-1-2 1,-1-3 3,2-5 1,-1-4 43,-24 0-251,8-26-106,23 2-1284,12-25-6232,29 8 7927,5-3 0,-1 13 1,-6 11-1</inkml:trace>
  <inkml:trace contextRef="#ctx0" brushRef="#br0" timeOffset="582">3801 2072 26927,'-5'-4'3292,"2"1"-3720,3 3 1820,-11-57-1517,28 48 1575,-11-41-1321,21 59 1,6 13-130,10 12-145,-13-7 1,-3 3-134,-9-1 1,-5 1 271,-4 3 0,-6 0-207,-5-1 1,-4-1 663,-16 24-898,-9-15 527,0-18 1117,6-16-1197,7-17 0,10-10 0,8-13 0,10-2 0,10-2 0,9 4 0,9 1 0,8 4 0,6 2 0,5 3 0,0 1 0,-2 3 0,-9 2 0,-13 3 0,-12 3 0,-11 0 0,-7 0 0,-2 0 0,-3 1 0,0 1 0,-1 3 0,-1 3 0,2 3 0,0 6 0,0 7 0,0 12 0,-1 10 0,2 8 0,0 6 0,3 3 0,2 2-246,4-2 50,2-3 1,-3-22 0,-2-7-1</inkml:trace>
  <inkml:trace contextRef="#ctx0" brushRef="#br0" timeOffset="782">4396 1745 32767,'-10'4'-496,"9"14"0,12 5 0,0 1 0</inkml:trace>
  <inkml:trace contextRef="#ctx0" brushRef="#br0" timeOffset="1406">4648 2056 32767,'35'25'0,"-6"10"-2915,-26-1 3121,-8 11 432,-4-3 1433,-8-1-2071,7-16 0,-1-7 0,8-17 0,-1-12 0,2-10 0,0-17 0,6-11 0,4-8 0,8-3 0,5 3 0,2 7 0,4 9 0,12 8 0,-9 14 0,19 5 0,-10 12 0,12 11 0,1 10 0,-22 1 0,-2 3 0,8 10 0,-1 20 0,-28-20 0,-7 7 0,-12-9-2191,-9-6 2788,3-14 956,-1-8-1512,10-14-1101,0-19 1525,4 3-374,9-23 75,14 3-174,-2 9 354,15-11-346,7 21 0,4 6 0,8 7 0,-16 16 0,1 11 0,-2 17 0,-6-3 0,7 19 0,-11-2-764,-3-6-2501,4 12-712,-5-21-5854,11 4 9386,-7-13 0,-3-8 0,-13-9 0</inkml:trace>
  <inkml:trace contextRef="#ctx0" brushRef="#br0" timeOffset="1774">5717 2077 28552,'1'-4'4215,"0"1"-4215,-1 3 0,11-40 0,-7 29 0,10-29 0,-7 44 0,7 2 0,13 3 0,-6-3 0,17-2 0,-22-6 0,12-7 0,-10-6 0,4-19 0,-6-2 0,-5-10 0,-7 14 0,-6-3 0,-4 12 0,-11-4 0,4 13 0,-20 4 0,11 16 0,-4 2 0,-2 26 0,15 2 0,-2 24 0,14 2 0,6-29 0,3 1 0,4 1 0,2-2 0,16 21-2181,5-15 1,1-2-4312,6-1 6313,-5-6 1,-2-4-1,-13-12 1,-2-3-1</inkml:trace>
  <inkml:trace contextRef="#ctx0" brushRef="#br0" timeOffset="2066">3401 2939 26149,'55'-6'176,"1"0"0,-1 1 0,0-1 0,6 0 0,0-2 0,2 1 0,0-1-152,-7 0 0,2-1 0,-1 1 1,1-1-1,-2 0-1207,5 0 0,-2 1 0,2-1 0,5 0 1191,-9 2 0,4 0 1,3 0-1,2 0 1,0 0-1,-2 0 1,-4 1-205,-3 1 1,-2 1-1,-2-1 1,1 1 0,0 0-1,2 0 194,-1-1 0,1 0 1,0 0-1,2 0 0,0 1 1,0-1-1,0 1-23,3 0 1,2 1-1,1 0 1,0 0-1,-3 0 1,-3 0 0,-6 1-54,3 0 0,-7 0 1,-1 0-1,5 0-114,0 0 1,6 0 0,1 0 0,1 0 0,-5 1-1,-5 0 167,7 2 1,-6 0-1,-2 1 1,11-2-1,-6 0 1,-18 2 0,1 1-1</inkml:trace>
  <inkml:trace contextRef="#ctx0" brushRef="#br0" timeOffset="2657">7335 1699 18969,'-1'-9'3316,"0"3"-2672,1 6-246,0 0-90,-60 11-129,33 7 37,-10-3 0,4 3 118,20 20-70,16 1-69,13-5-59,13-7 87,8-11 242,3-7 145,-2-13-136,-5-8 110,-8-11 98,-7-7-97,-10-4-108,-9-2-171,-8 2-286,-8 5-275,-3 7 57,-2 8 97,2 9 290,2 12 677,6 1-81,0 22-964,9 1-1883,2 19 2139,13 7 0,-5-26 1,3 0-1</inkml:trace>
  <inkml:trace contextRef="#ctx0" brushRef="#br0" timeOffset="2967">7402 2188 29200,'-2'0'3143,"-1"0"-2719,3 0-424,26 0 0,4 6-436,7-2-161,-3 5 131,-21-5-53,-3 0 196,-6-3-264,-5-3 20,-13-10-59,-3-3 372,-14-9 191,2 3 126,3 2 126,4 5-147,8 5-434,6 6-3122,5 12 2712,6 1 1,-2 1-1,2-4 1</inkml:trace>
  <inkml:trace contextRef="#ctx0" brushRef="#br0" timeOffset="3456">8501 2680 23388,'-38'-7'851,"-1"1"1,-19-6-746,73 3-61,24-2-43,-6 5 1,5 0-965,13 0 1,5-1 918,-12 2 0,1 1 0,1-1-56,3 0 0,1 0 0,0 1-90,-2-1 1,0 1-1,0 0-140,-5 0 1,0 1 0,-2 1-1471,14-1 0,-3 1 1799,-12 2 0,-4 1 0,6 0 0,-22 1 0</inkml:trace>
  <inkml:trace contextRef="#ctx0" brushRef="#br0" timeOffset="3660">8933 2660 17776,'-3'0'4329,"1"0"-2480,2 0-1552,-47 66-230,33-35-483,-13 17 1,3 5 432,16 6-85,4-19 1,1 3-219,0 2 1,2 1-614,4 2 0,4 0-4017,7 4 1,4-4 4020,-6-16 0,0-3 0,17 19 0,-23-41 1</inkml:trace>
  <inkml:trace contextRef="#ctx0" brushRef="#br0" timeOffset="4189">9399 2770 23002,'-4'-48'1105,"1"1"0,0 4 1,-2 10-866,-1 23-228,2 11 88,6 37-66,1-5-15,1 5 1,1 4-395,-1-7 0,0 1 403,1 10 0,-1 2-11,0 8 0,-1-1-23,-1-18 1,0-2 5,0 11 0,0-3 11,2-4 17,1 0 190,-1-19-5,1-19-3220,7-27 3063,-2 3 516,10-25-499,-6 14-23,5-6-50,2 8-39,22 5 28,-2 15-28,20 9 39,-9 14 17,-2 9-51,8 5 28,-13-6 6,-4-3-11,-13-11 3442,-12-10-3386,2-7-6,-5-12 101,-1-18-67,-5 11 269,-2-19-96,-7 27-54,-2-8-192,1 18 0,-2 5 0,3 6 0,0 6 0,2 7 0,2 11-332,7 23-855,5 1-185,6 4 1372,-1-20 0,-1-3 0,-4-7 0,9 10 0</inkml:trace>
  <inkml:trace contextRef="#ctx0" brushRef="#br0" timeOffset="5140">11420 3187 24803,'0'-56'782,"-1"-1"1,-1-1 0,-2 9-487,-1 23-205,-3-2-86,5 21 14,6 18-8,2 2 1,7 27 4,2 7-10,-5-4 0,-1 1-9,-3-13 0,0 1-263,0 22 0,-2-1 266,-7 3 5,2-19 1,-2-3 25,-5 2 19,2-18-27,3-17 72,2-28-39,9-9 17,9-26-34,3 16 6,3 11 0,3 1 99,14-9-136,-9 15 1,2 1-3,22 0-6,-10 13-195,19 16 145,-23 13-29,16 14-50,-19 8-39,-2 4-22,-4-2 100,-8-11-111,8-1 100,-14-18 62,8-5 39,-6-17 433,2-12-338,2-8 145,0-3-117,-2 1 23,-4 6-12,-5 9-39,-6 8-83,-4 8-7,1 7 6,-2 2 1,10 20-35,2-1-10,12 15-23,17 3 33,-10-15-22,22 6 40,-15-22-6,9-1 22,-5-15-6,-11-2 18,-2-17 61,-7-22-45,-8 12 23,-3-28-29,-16 25 12,-1-9 33,-4 5-50,2 8-56,2 11-100,2 11-136,3 7-452,6 12-1458,5 10-5695,7 12 7021,-2 0 0,-5-10 0,-5-8 0</inkml:trace>
  <inkml:trace contextRef="#ctx0" brushRef="#br0" timeOffset="5766">13005 3101 22688,'0'-5'3954,"0"0"-2727,0 5-981,0-62-167,1 46-79,-1-43 5,0 70 34,-2 12-22,-4 15-6,-2 12-39,-2 5-44,1 1 32,1-5 12,4-6 45,1-14 17,1-14-12,0-16-5,0-14 11,-1-16 11,0-17-11,1-15-31,1 26 1,0-1-122,1-1 1,0 0 125,1 3 1,1 2 14,4-22-6,7 14-11,7 14 28,11 11-33,11 9-12,11 13 17,5 13-260,-28-5 1,-2 4 259,0 2 0,-3 4 2,-1 0 1,-2 2-14,-3 2 0,-2 0 167,6 26-178,-9-4 22,-13-8 11,-7-9 11,-6-15 1,-3-12 487,1-20-487,0-16 21,3-21-10,4-10-136,6 27 1,1 1 168,7-28 6,7 9-28,5 10-38,3 11-7,3 9 0,4 10 0,5 6 0,6 12 0,3 9-13,1 14-26,0 11-45,-23-17 0,-2 3-90,-1 0 1,-2 2-578,8 29-761,-8-4-1949,-6-9 3461,-3-10 0,-4-18 0,0-7 0</inkml:trace>
  <inkml:trace contextRef="#ctx0" brushRef="#br0" timeOffset="6240">14102 2680 24559,'3'-48'1010,"0"0"0,0 6 0,-1 6-646,-2 14-252,0 11-79,0 13-16,3 15 11,5 19-1702,0 4 1,2 2 1670,-3-11 0,1 2 3,4 20 0,-1 2-243,-5-17 0,0-1 231,0 9 1,-1 1 0,0-6 0,-2-2 0,0 24 11,-2-18 11,-2-24 11,-1-13 1,0-21 3167,-1-13-3157,0-18-10,1-9 27,1-3 17,2 3-16,4 7 699,5 10-716,12 9-3415,3 13 3381,2 7 17,6 17-1,1 12-16,10 14-168,-20-12 1,0 0 158,-2 3 1,-2 1-12,-2 5 1,-4 1 19,1 10 0,-23 10-51,-19-29 3171,-19-1-3252,9-18 0,-2-4-39,4-5 1,1-3 24,0 0 1,1-3-362,3-6 0,3-2-1756,-8-15 2263,1-13 0,16 21 0,12 2 0</inkml:trace>
  <inkml:trace contextRef="#ctx0" brushRef="#br0" timeOffset="6843">14744 2866 26922,'7'38'147,"0"0"1,1-2 0,4-10-5702,16-26 5582,-5-2 1409,13-14-1426,-5-19-5,-7 5-1,-8 1 1,-2-1 22,-4-14 848,-1-12-826,-8 2-16,-5 21 33,-10 3 6,-2 21 3364,-7 2-3398,0 9 17,-5 20-28,4 11 6,-1 20-18,12-9 7,6 15-23,12-9-12,4-13 1,3 0-151,1-6 0,3-2 148,4 4 0,2-3-19,10 3-29,8-6 51,-11-18 61,11-16-44,-15-5-12,8-40 6,-20 21 14,-1-2 0,-1-1 20,1-13-6,-2 13 0,0 1 0,3-11 25,0 12 0,1 2-8,-1 6 45,14-17 10,-4 22 12,20-1-84,-11 10 68,29 15-78,-23 13-270,8 8 252,-5 15 0,-13 0-12,0 12-134,-10-1-946,-13 10-263,-6-22 1355,-12 13 0,8-38 0,-4 3 0</inkml:trace>
  <inkml:trace contextRef="#ctx0" brushRef="#br0" timeOffset="7390">17048 2928 18019,'-1'-5'4240,"0"1"-1016,1 4-3174,13-32 640,-10 43-730,10-13-172,-13 59-155,2-25 0,1 2-932,2 4 1,1-2-1261,8 22 2061,9 0 1,-13-37 0,0-2-1</inkml:trace>
  <inkml:trace contextRef="#ctx0" brushRef="#br0" timeOffset="7783">17386 2649 23707,'-32'-48'683,"1"0"1,-1 4 0,3 12-600,4 27-34,1 13-28,13 5 6,2 17-11,5 1-11,5 24 5,6-7 6,9 7-17,5-16 33,4-9 51,0-11 56,-2-11 17,-6-14-17,-5-10-5,-7-14-12,-9-8 22,-9-2 29,-8 3-56,-2 6-40,1 10-50,6 7-34,7 8-66,4 4-264,4 16-258,8 6-683,7 20-1669,13 3-6885,9 3 7983,-9-15 0,-7-11 1,-14-15-1</inkml:trace>
  <inkml:trace contextRef="#ctx0" brushRef="#br0" timeOffset="8210">17877 2753 21803,'0'-8'4089,"0"3"-3249,-17-56-286,7 37-352,-2-12 0,1 4-158,3 21-49,2 10 10,4 16 51,1 18-44,3 20-284,2-20 1,2 3 251,2 3 1,2 1-21,2 1 1,2 0 17,-3-10 0,1 1-40,6 11 0,-2-2-44,0 7 25,-6-16 0,-2-2-138,-11 0-83,-8-13-141,-9-12-21,-3-16-8,2-13-15,4-18 235,4-16 257,8 24 1,0-1 131,2-1 1,-1 0 94,0 1 0,0 1 252,-3-24 116,-1 10-74,0 12-84,2 9-100,2 10-196,1 8 420,0 7-543,-3 14 69,-4 15-92,-6 20-17,5-16 0,-1 2-672,-2 5 0,-1 1 507,4-8 0,-1 2 182,-8 27 0,2-4 0,5-17 0,2-3 0,1 0 0</inkml:trace>
  <inkml:trace contextRef="#ctx0" brushRef="#br0" timeOffset="22699">19188 2754 24687,'-6'32'1009,"13"-4"-847,20-23-22,12 0-5,3-2-12,1-6-11,-3-6 17,-4-8-23,-8-9-39,-8-7-11,-9-6-28,-8-4-11,-10-2 17,-5 3-6,-7 9-11,-5 10-1,-3 11-4,-3 13-7,-2 12-22,0 13 12,2 14 16,1 9-148,16-20 0,2 2 143,1 1 0,3 1-4,3 5 1,2 0-3,4 11 6,17 7-6,12-31-6,17 1 1,12-13-12,2-12 3,-30-7 0,-1-3 11,0-4 0,-2-2 14,-1-4 1,-1-3-1,-1-2 0,-1-1 3,-3-1 0,-1-1 25,11-27 28,-10 6 34,-9 7 78,-6 10 23,-4 9 50,-2 8-202,0 8 17,-1 3 241,0 19-297,-2 2-17,-1 20 1,-2 1-23,1 4-79,2-1-245,7-4-718,2-6-2957,6-8 4027,-1-8 0,-4-7 0,-4-6 0</inkml:trace>
  <inkml:trace contextRef="#ctx0" brushRef="#br0" timeOffset="22893">19885 2299 25802,'-34'-21'-2458,"2"0"0,45 38 1,-10-14-1</inkml:trace>
  <inkml:trace contextRef="#ctx0" brushRef="#br0" timeOffset="23127">20305 2161 24715,'-3'-6'1972,"1"2"-992,2 4-952,-20 2-22,12 17-6,-18 37-14,18-14 0,4 6-1179,-3 4 0,1 6 1,-1-4 797,0 4 0,1 2 395,2-7 0,0 7 0,1-2 0,1-12 0,-1 16 0,3-7 0,-1-1 0</inkml:trace>
  <inkml:trace contextRef="#ctx0" brushRef="#br0" timeOffset="24065">20108 2927 19675,'-9'-55'1642,"-1"1"1,1 3 0,0 5-1374,-3-2-17,3-1-196,9 16-61,22-12-46,9 11 14,-4 16 1,3 2-14,17-2-1,-14 7 1,1 1 0,24-9 61,-17 2 0,-1-2 0,14-8 37,-17-3 0,-5-1 13,-7 1 110,-3-3 0,-1-1 31,-8 8 593,9-22-330,-13 29-146,0-3-218,-5 15-17,-1 4 101,2 20-51,1 15-50,4 29-51,-6-23 1,-1 3-434,0 5 0,-1 0 405,-2-7 1,-2-1 5,-1 10 1,-3-1-4,-1-11 1,-1 0 7,-1 7 1,-1-2-20,1-4 1,0-3 35,0 8 1,2-16 50,7-28-56,7-16-6,0-3 12,18-34-12,-9 24 406,0 0 0,3 1-400,17-10-5,1 3-29,-2 9 29,2 17-40,-8 13 34,16 9-6,-14 5-17,17 24 17,-15-7-11,-10-10 0,0 1-5,11 10-1,-4-9-16,-7-10 11,3-8-6,-4-14 39,16-18 17,-4-8-27,6-13-12,-16 14 50,-2-13-11,-13 16-28,-1-3 51,-10 6-28,-6 15-23,-2-1 17,-14 8-11,4 6-6,-11 6-6,6 7-16,3 9 0,4 8 11,8 5-6,7 2 6,11 1 0,9-1-11,9-4 11,6-4 0,4-9-5,2-9 10,4-13-5,3-12-11,2-12 22,-5-9 12,-3-15-7,-13 0-10,-7 2 16,-7 10 12,-3 12 1,3 4-35,4 3 0,6 3 0,6 5 0,7 4 0,6 11 0,1 10 0,-2 12 0,-6 10 0,-9 7-270,-5 2-1209,-5 0 1479,3 2 0,-9-22 0,1-4 0</inkml:trace>
  <inkml:trace contextRef="#ctx0" brushRef="#br0" timeOffset="24982">23673 2670 24015,'-11'-59'657,"0"-1"1,-1 6-1,-6 12-422,-29 21-83,-7 18-12,-6 20-2905,23 5 0,2 3 2776,-13 15 0,17-6 0,4 2 1411,6 15-1411,11-21 1,3 2-23,10 23 22,14-13-11,15-12 5,11-15 902,7-18-896,3-19 14,-27 3 0,-2-5-158,0-5 1,-2-3 162,-2-6 1,-1-3 1155,-1-6 0,-2-2-1133,-1-3 1,0-2-10,-1-1 1,0 0-6,-1 3 1,-1 2-150,-2 8 1,-1 2 299,4-19-11,-8 22-56,-3 18 432,-2 11-555,-1 10 976,-4 16-954,-2 21-22,-2 4-434,1 8 1,1 5 427,2-13 1,1 2 1,0-1 0,0 2 1,1-2-17,3 11 0,4-3-250,3-4 1,4-3 274,2-6 1,4-5-1,20 13 23,-1-23-16,-1-24-12,-2-21 22,2-21 389,-17 13 0,-1-1-389,-1-2 0,0 0-2,-2 0 0,0 2 619,8-19-532,-7 15-29,-5 15-33,-5 10-23,-1 7-22,0 9 407,5 9-412,4 13 5,3 9 0,3 6-11,2 1-163,-2-14 0,2-2-649,10 10-1160,12 3-4284,-21-29 5419,-6-10 0,-8-3 0,-4-2 0</inkml:trace>
  <inkml:trace contextRef="#ctx0" brushRef="#br0" timeOffset="25141">24187 2312 24844,'-28'-41'300,"0"0"1,4 4 0,5 9-452,12 21-370,14 8-1814,11 10 2335,20 13 0,-15-9 0,4 3 0</inkml:trace>
  <inkml:trace contextRef="#ctx0" brushRef="#br0" timeOffset="25485">24497 2365 23338,'0'-4'3764,"0"0"-2975,0 4-789,-6-7 6,11 32 11,2 6-17,3 0 0,3 3 8,0-1 0,2 0-218,1-2 0,0-2 210,13 20 23,-3-14-7,-11-17 29,-3-13 6,-4-19-7,1-13-10,4-16 425,2-11-442,4-6-17,3 3 0,5 7-61,2 11-225,3 12-924,11 10 415,-12 10-1899,17 9 2694,-8 10 0,-14-4 0,-1 2 0</inkml:trace>
  <inkml:trace contextRef="#ctx0" brushRef="#br0" timeOffset="25744">25199 2392 27774,'16'-31'100,"-4"17"-72,-15 40-72,0 26-52,0-11-414,2-3 1,3-1-320,3-4-1848,12 28 2677,9-24 0,-9-11 0,2-6 0</inkml:trace>
  <inkml:trace contextRef="#ctx0" brushRef="#br0" timeOffset="25941">25411 2211 25752,'-33'-48'-402,"26"37"0,20 27 0,10 15 0</inkml:trace>
  <inkml:trace contextRef="#ctx0" brushRef="#br0" timeOffset="26244">25809 2348 27482,'-15'-29'56,"-1"-1"0,-10-5-50,24 53 0,0 17-6,9 7-6,1-3-5,15 13 8,-5-23 0,1 0-182,0 0 1,1 0 184,2 3 0,-1-1 11,5 9-22,-12-8-6,-8-11-89,-13-4-600,-17-12-694,-9-10-3210,-14-14 4610,10-7 0,13 8 0,12 7 0</inkml:trace>
  <inkml:trace contextRef="#ctx0" brushRef="#br0" timeOffset="26759">25771 2305 26922,'16'-33'728,"-3"7"-683,-14 25-11,-1 0-12,-2 1-33,0-1 0,0 1-12,0 1 23,1 0 40,-1 2-29,3-2-6,0 0-10,3 1-18,-1-2 23,2 0 0,-2 2 12,-1 3-24,-2 8 7,-3 9 5,-5 11 5,-6 14 12,-6 9-263,10-24 1,0 0 245,-9 20-104,6-12 1,2-1-160,2 1-1213,2 2 1,4-1 1475,12 0 0,-4-2 0,7-21 0</inkml:trace>
  <inkml:trace contextRef="#ctx0" brushRef="#br0" timeOffset="26993">26167 2390 24228,'-1'-3'3019,"0"1"-2011,1 2-1002,1-5-1,1 28 1,0 6-163,1 33-351,-1-28 1,-1 0-199,2 1 1,-1-1-533,3 18 426,7 5 1,-7-37 0,4 3 0</inkml:trace>
  <inkml:trace contextRef="#ctx0" brushRef="#br0" timeOffset="27193">26289 2133 25926,'-34'-27'-1849,"9"8"1,36 34-1,-3-6 1</inkml:trace>
  <inkml:trace contextRef="#ctx0" brushRef="#br0" timeOffset="28541">26601 2341 17927,'5'-51'2287,"0"-1"0,1-6 0,-2 9-1850,-1 19 208,1-13-186,-3 30-241,0 3-218,-1 7 11,0 14 1,1 1 16,1 29 0,-1 13-12,0-13 1,-2 3-701,-2 6 0,-2 1 695,-2 3 0,-1 1-3,-6 7 1,-1-3-4,4-19 1,0-2 2,-3 6 1,-1-5 47,-1-7 106,1-5 79,7-15-45,6-25-168,3-1 45,12-42 1346,-5 24-1386,5-6 1,1-1-6,5-4-23,-5 13 1,1 2 5,4-3-11,12 5 6,-14 17-17,29 4-6,-15 17 11,16 13 12,-16 1-17,1 16 0,-9-5-6,-2 16 17,-9-18-23,-23 12-10,-3-31-29,-28 9-89,-1-20-191,11-8 1,-1-3-158,-12-5-1840,17-11 1,6-4 2338,9-3 0,1-6 0,11 21 0</inkml:trace>
  <inkml:trace contextRef="#ctx0" brushRef="#br0" timeOffset="28915">27228 2830 21427,'1'6'4079,"-1"-2"-3183,0-4-499,9-89-279,4 29-636,-5 3 1,1-6 567,8 2 1,0 3-749,-4 9 1,-1-1 701,0 3 0,0-4 0,-1 3-2,0-1 1,-2 1-353,1-16 1,-2 3 396,-4 24 1,-1 2-27,1-12 1,-2 3 151,-2-3 508,-1 21-692,0 14 1598,-4 18-1592,-1 23 22,-5 30-223,4-15 1,-1 3 208,0 11 0,0 0-9,0-8 1,1 1-72,0 3 1,-1 5-1,1-6 7,2-10 0,0 1-208,0 15 0,-1 8 0,2-10 56,3-22 1,3-1-1549,3 28 0,4-6-1304,5-23 3074,22 7 0,-25-34 0,7-4 0</inkml:trace>
  <inkml:trace contextRef="#ctx0" brushRef="#br0" timeOffset="29249">27620 2548 26872,'-11'-40'118,"8"9"-130,19 33 24,10 0-1,-2 0 17,16-6-17,-16-5 17,8-10-6,-17-4 1,-7-3 33,-7-1 0,-7 3-17,-4 7 51,-5 7-23,2 4 56,-12 11-89,10 1 44,-19 26-28,14 1-33,-9 24-249,12 0 164,7 3-60,8-13-656,17 7-2213,14-13 2997,6 2 0,-10-18 0,-9-12 0</inkml:trace>
  <inkml:trace contextRef="#ctx0" brushRef="#br0" timeOffset="30207">29117 2206 20772,'10'-58'1478,"1"1"1,-2 6 0,-4 6-728,-6 7-499,-2 16-22,-3 10-197,4 18 18,0 18-12,0 27-20,1-12 1,-1 3-804,-2 9 1,-1 2 789,1-8 0,-2 1 10,-1 1 1,-2 3 0,0-4-1,-2 1 1,0-2-206,-4 17 0,0-2 208,3-23 1,1-4 75,-7 12 90,5-23-56,7-19-90,3-22 1467,10-18-1473,5-20-16,-2 25 0,2-2 114,2-1 1,0 1-110,2 1 1,0 1-12,0 3 0,2 3 28,18-17-28,-1 14-27,-5 13-7,19 14 1,-12 16 22,17 16-192,-30-9 1,-3 3 191,1 4 0,-3 0 11,11 19-17,-14-13 1,-3 1 16,-8 8-142,-15 17 86,-28-22-1099,-8-27 1,-12-7 0,6 0 1064,14 1 1,1-3-169,-14-3 1,-7-4 0,17-6-1564,21-16-3152,10-13 4472,21 4 0,1 12 0,0 11 0</inkml:trace>
  <inkml:trace contextRef="#ctx0" brushRef="#br0" timeOffset="30560">29880 2269 25651,'-22'43'67,"-1"-1"0,5-3 1,12-9-51,46-18 16,7-7 6,5-11 1,0-9 88,-3-9 113,-3-6 157,-8-2 89,-8 2-17,-10 5-50,-9 8-179,-7 7-62,-3 6-128,-7 27 23,-4 15-74,-2 10 0,0 4-551,3-15 0,0 1 551,0 4 0,-1 5 0,1-2-87,0 9 0,0 0-257,2-8 1,-1 2-1,1 1-1114,0 0 0,0 1 0,0-2 1458,-1 16 0,1-5 0,2-19 0,0-5 0,1 5 0</inkml:trace>
  <inkml:trace contextRef="#ctx0" brushRef="#br0" timeOffset="33083">6324 4596 21149,'6'-42'1060,"0"0"0,0 0 0,2-13 0,-1 6-360,0 3-211,-3 19-315,-2 13-24,-1 18 1,0 18-33,-7 24-82,1-11 1,-1 3-500,-4 7 1,-2 3 431,-2 6 0,-1 1-775,-1 4 0,1 1-277,6-18 0,0 0 0,2-1 630,-2 14 0,1-4 0,4-16 0,2-4 1,0 5-1</inkml:trace>
  <inkml:trace contextRef="#ctx0" brushRef="#br0" timeOffset="33673">7938 4691 20369,'1'-45'1009,"1"0"1,-1 0 0,-6-17 0,-6 10-201,-12 19-529,-23 11-56,3 34-179,6 0-9,11 8 0,1 5 15,-6 28-458,11-18 1,2 3 414,2 2 0,3 0-8,3-1 0,3-1-16,9 2 1,5-3-2,5 11 273,29-3-261,0-32 55,11-8 6,-22-15 0,-1-6 28,13-22-22,-7-9 27,-24 5 1,-5 0-40,-1 1-31,-3 5 1,-3 1 98,-12-13-62,-1 13-39,-4-4 767,-10 21-862,6 32-135,-4 5-33,9 13-613,10 7-3472,17-5 3483,3 1 0,1-14 0,-3-10 0</inkml:trace>
  <inkml:trace contextRef="#ctx0" brushRef="#br0" timeOffset="33973">8451 4418 23131,'0'-3'2940,"0"1"-1786,0 2-1104,-13 75-50,14-40 0,0 3-402,-3 3 0,-3 5 1,3-2 353,5 10 0,2-2 0,-3-8 1,-1-3 180,-3-4 1,-2-2-111,-7 12 38,-10-26 46,-1-29 5,2-22 22,8-22-67,10 19 1,3-1-24,7-25-22,10 13 1,6 0-2,-2 14 1,3 2-137,12-12 1,1 1-68,-10 17 0,2 4-4140,17-2 1,1 6 4321,9 2 0,-24 7 0,-3 2 0,-5 3 0</inkml:trace>
  <inkml:trace contextRef="#ctx0" brushRef="#br0" timeOffset="34399">10583 4737 24150,'6'-62'961,"1"1"1,-4 5 0,-4 6-643,-4 12-207,-6 14-84,5 32 22,2 21-50,-1 25 0,0 0-640,0-1 1,0 4 373,1-13 0,0 1-591,1-2 0,-1 3 0,2 0 857,-1 18 0,2-5 0,0-25 0,1-2 0,0 26 0</inkml:trace>
  <inkml:trace contextRef="#ctx0" brushRef="#br0" timeOffset="34785">10818 4332 21265,'-4'-6'3322,"0"2"-2695,4 4-106,0 0-470,-45-3-35,33 13 12,-35 20-16,47 7 10,5 14 12,6-17 50,7-13 84,2-9-68,-4-11 220,8-22-113,-9-6 39,4-19-39,-11 2-61,-3-1-17,-8 4-45,-3 8-23,-4 9-33,-2 12-44,1 7-29,-2 14-56,-3 9-263,1 16-1081,2 13-476,6-3 1921,3 7 0,4-30 0,0 0 0</inkml:trace>
  <inkml:trace contextRef="#ctx0" brushRef="#br0" timeOffset="35060">11320 4293 25472,'-8'-58'700,"-1"0"0,0 6 0,2 5-353,4-3-112,-1 15-167,2 15-74,2 16 23,3 27-6,3 30-11,-1-11 0,-1 5-931,0 13 1,-1 4 853,-2-15 1,0 1-1,-2 1-160,-2 3 0,0 1 0,-1 0-467,0 2 0,-2 1 0,1-1 704,-2 6 0,0-1 0,0-5 0,1-5 0,1-5 0,0-5 0,1 1 0</inkml:trace>
  <inkml:trace contextRef="#ctx0" brushRef="#br0" timeOffset="35290">11084 4746 24839,'-26'-44'509,"0"1"1,1 3 0,12 9-437,25 16-68,16 5-38,22 5 2,-17 4 0,2 0-556,5 2 1,1 1 353,4 0 1,0 0-292,0 1 0,0 0-691,-1 1 0,0-2-1841,-2 0 1,-1-1 2470,-6 0 1,-4 0 0,0-1-1,-20 0 1</inkml:trace>
  <inkml:trace contextRef="#ctx0" brushRef="#br0" timeOffset="35726">11902 4495 16583,'0'-4'7651,"0"1"-5640,0 3-1474,-49-64-178,24 43-245,-6-15 1,1 5 9,13 25-96,7 6-45,7 4 34,2 12-12,4 13 1,5 18 16,9 14-321,-6-27 0,2 1 302,1 1 0,0-1-9,2 1 0,1-1 6,0 0 0,-1-1-101,1-2 1,-2-1 49,12 24-10,-10-12-320,-9-7 134,-9-17-626,-11-5-679,-10-19-310,-13-9-1868,9-4 0,0-4 462,-11-12 1134,12 2 0,3-2 2688,0-20 1182,10 21 1,2-2 321,2 2 1,2 1 1352,0-24-958,6 7 40,9 4-1883,-1 18 314,7-1-374,-7 20-108,3 4-212,-5 15 272,-1 15-441,-3 3 12,-4 19-95,-6 1-377,2-16 0,0 1-819,-1 1 0,0 1 1218,1 4 0,1-2 0,-1 4 0,3-4 0</inkml:trace>
  <inkml:trace contextRef="#ctx0" brushRef="#br0" timeOffset="36340">12257 4732 22419,'0'-4'3607,"0"1"-2033,0 3-1563,-20-31 0,17 24-5,-9-21 0,25 29 33,16 0-28,-8-3 6,13-9 28,-8-15-17,-2-7-17,-3-4 39,-9-6 23,-7 10 5,-2-6 12,-8 10 5,-5 11-11,-7 10 0,-11 20-17,-5 22-44,5 1-12,4 12 39,12-1-5,4 8-37,5-19 1,1 0-4,5 0 1,3 0-6,3-2 0,3-2-14,4-3 0,4-3-3,3-3 1,4-3-1697,11-4 0,2-4 1685,19 0 22,-14-12 1,-1-7-174,-14-3 0,-2-5 181,6-5 1,-1-5 2,-4-4 1,-2-3 5,-4-4 1,-3-4-1,-2-2 0,-3-5 7,-6 6 1,-1-3 0,-1 3-270,1-3 0,-3 0 275,-1 2 1,0-2 0,-1 4-25,-2 3 0,-1 2 0,-1-6 0,0 1 0,-2 4 0,-1 3 0,-3-9 2941,0 14-2941,4 20 539,-2 28-539,1 1 0,-3 23 0,-2 5 0,-2 13 82,4-19 1,-2 6 0,2 1-83,1 3 0,0 1 0,2-2-663,-1-8 0,1-1 0,1 3 417,1 2 1,2 3 0,1 0 0,3-4 245,4 1 0,4-3 0,-1-2 0,-3 6 0,1-3 0,6-7 0,-1 0 0</inkml:trace>
  <inkml:trace contextRef="#ctx0" brushRef="#br0" timeOffset="36957">13462 4517 23394,'-5'-49'1049,"1"-1"0,-10-5 0,-3 11-707,-4 22-258,-11-6 221,15 33-277,8 17 32,5 14 0,3 13 0,-1-1-52,0 9 0,1 2-608,0-4 0,1 4 0,0 2 590,0-12 0,0 1 0,0 0 1,0-1-627,0 3 1,1-2-1,-1 3 535,0 2 0,1 4 1,-1 0-1,-1-2-211,-2 8 0,-1-2 1,-1-3 47,2-12 1,-2-2 0,-2 0-820,-4 5 1,-4-1 0,-3-5-1778,-14 5 1,-3-5 190,4-6 0,-1-7 448,-1-12 1,4-14 1805,5-42 1507,17 2 1,6-4 75,1 4 1,2-2 715,2-7 0,2-4 0,0 4-392,0 7 0,0-1-559,5-14 1,1-8 0,0 6-632,-1 7 1,0 2-290,-1 3 0,2-2 0,0 3-498,3-7 1,1 5-566,-3 9 0,1 2 1050,3 0 0,0 5 0,-3 5 0,1 2 0</inkml:trace>
  <inkml:trace contextRef="#ctx0" brushRef="#br0" timeOffset="37157">13732 4933 28671,'-4'-34'0,"0"0"0,-2-18 0,6 43 0,6 11 0,-6-3 0,4 3 0</inkml:trace>
  <inkml:trace contextRef="#ctx0" brushRef="#br0" timeOffset="38352">13251 5001 15804,'-4'0'6133,"1"1"-4934,3-1-919,-31 14-112,22-8-22,-23 9 39,31-10-113,1-3 85,1 1 0,5-1-45,6-2-112,11-1-1226,23-8-1614,-10 1 1992,17-6 0,-43 11 0,-2 2 0</inkml:trace>
  <inkml:trace contextRef="#ctx0" brushRef="#br0" timeOffset="41335">4715 6707 17585,'-6'-6'2711,"1"1"-1829,-25-10 0,-9 0-192,-5 10-455,-6-7 0,-1 4 73,-7 27-123,4 13-711,28-11 0,3 0 576,-11 17 408,3 11-396,19-2-23,9-3 190,18-1-162,17-18-39,-3-9 51,22-6-62,-27-7 661,16-1-359,-28-2-123,-2-2-151,-8-1 45,-15-8-62,3 4 17,-26-6-17,9 11 5,-16 6-22,13 6 34,-8 17 17,-1 20-45,3 4-207,18-19 0,4 2 184,2 20 12,19-3-29,5-12-125,10-14 0,5-3-468,23 0 344,-19-7 0,2-4-1562,13-10 0,2-6 1743,-8-4 1,-1-3 0,-4 5 0,-2 0 0,14-12 0</inkml:trace>
  <inkml:trace contextRef="#ctx0" brushRef="#br0" timeOffset="41683">5062 6961 16941,'0'-3'6234,"0"0"-3539,0 3-2572,-25-8-11,4 30-56,-27 5-56,27 3 0,2 3-17,-16 20-39,14-22 0,-1 1-492,3 0 0,0-1 268,1-1 0,0 0 39,-12 23 6,6-20 274,10-25 0,-3-5 129,5-23 258,6-21-95,6-6 33,11-9-191,3 21 660,9 4-660,3 14-122,8 5-51,13 12-23,9 12-262,-5 3-96,-6 4 0,2 2-1454,-11-3 1,0 2-3082,17 8 1,-3 1 3787,-18-8 0,-4-3 0,11 8 1,-29-18-1</inkml:trace>
  <inkml:trace contextRef="#ctx0" brushRef="#br0" timeOffset="41902">4065 8021 24706,'59'-18'155,"-1"-1"1,0 0 0,2 1 0,0 0 0,-1 2-166,-5 3 1,-1 2 0,1 1-1246,4-2 0,1 0 0,0 1 273,2 0 0,1 0 0,-2 0 982,-6 1 0,-1 2 0,-5-1 0,3 1 0,-6 0 0,6 0 0</inkml:trace>
  <inkml:trace contextRef="#ctx0" brushRef="#br0" timeOffset="44292">9115 7295 25359,'3'3'488,"0"7"-381,0 9 16,-4 6-17,-6-3-11,-7 1-5,-7-4 16,-5-3 1,-1-7-6,3-6 5,4-10-16,5-11-57,6-2 74,4-33-46,9 6-150,0 13 0,1-1 122,12-18-5,3 9-33,2 12-1,1 10-5,4 12 5,3 15-5,6 18-17,0 22 11,-20-12 1,-3 2-471,-3 8 1,-6 0 478,-3-6 0,-5 2-20,-11 4 0,-7 5 0,-1-3 1,0-8 1,-1-2 0,-3 2-478,-1 3 0,-3 3 0,-1 0 1,0-2 493,-9 7 1,0-2 0,-1-2 9,2-2 0,-1-2 0,1-3-99,5-6 0,1-3 1,0-4 168,-5 2 0,2-9 42,-11-14 11,23-27 688,14-18-760,13 2-7,10 7 1,5 0-39,22-13 601,-7 14 1,4 3-628,1 8 1,2 5-4,4 3 1,3 5-15,5 2 1,1 3-99,5 5 1,1 3-745,4 0 0,2 2 259,-20-1 0,1 0 1,0 2 619,6-1 0,2 1 0,-6 0 0,-4-2 0,-4 1 0,-2-1 0,1 0 0</inkml:trace>
  <inkml:trace contextRef="#ctx0" brushRef="#br0" timeOffset="44881">10349 7405 26491,'-38'-24'358,"0"-1"1,7 2-1,14 3-363,49 2-6,24 1-29,-17 9 1,2 2-457,6 1 0,1 1 398,1 1 0,-1 1-65,-3 2 1,-2 3-71,-7 1 1,-4 2-50,10 13-99,-28 10 162,-35 8 185,-2-15 0,-4-1-338,-10 2 0,-2 0 406,-6 0 0,-1 0 50,-1-1 0,0 0 45,4-2 0,1-1-32,7-3-1,2-1 0,-10 7 547,21-11-430,19-7-29,21-5-144,20-8-29,-8 2 0,3-2-11,5-2 0,2-2 103,1-1 0,0-1-78,-4-1 0,-2 0 17,-6 0 0,-3-2 74,8-21-21,-17-5 34,-17-6 6,-14-2 77,-12 2 57,-4 4-28,0 12 5,9 9-27,8 11-102,8 7 593,3 5-710,8 7 5,11 12-38,21 33-584,-7-8 620,-7-5 0,-3 4-65,-10-10 0,-2 0-112,0 11 1,-2 1-247,-7 2 0,-5 1-1179,-5 2 0,-4-2 1599,-2-3 0,0-5 0,-3 0 0,11-25 0</inkml:trace>
  <inkml:trace contextRef="#ctx0" brushRef="#br0" timeOffset="45881">13376 7249 24822,'0'-51'855,"0"-1"0,0 7 0,0 5-418,1 7-359,-1 16-22,0 9-61,0 14 16,2 14-5,0 31-373,0-6 358,-1-5 1,-1 2-3,-3-10 0,0 0-15,-2 18 1,0-1 11,0-15 0,1-2-17,-1 9 1,1-4-26,1-6 67,2-3 51,1-21-57,1-11-5,0-12 350,2-15-339,0-10 11,-1 3 1,0-3-312,1 4 1,-1-1 304,2-7 1,0 1 0,4-11 5,2 2 12,-3 24-17,0 1-23,-4 15 1,1 9-1,1 12 589,5 21-611,0 10 11,-1 7-70,-6-8 1,-1 2-155,-4-8 0,-2 0-1176,1 16 1,-1 0 52,-1-15 0,0-2 1364,-1 2 0,1-3 0,1-6 0,0-1 0</inkml:trace>
  <inkml:trace contextRef="#ctx0" brushRef="#br0" timeOffset="46110">14046 7565 27270,'-8'31'-726,"-1"0"1,-4 18 725,9-14 0,3-2 0,-1-11 0,1 20 0</inkml:trace>
  <inkml:trace contextRef="#ctx0" brushRef="#br0" timeOffset="46668">14668 7318 23500,'0'-5'1652,"0"2"-223,0 3-1340,18-31-38,-12 29 16,13-19 0,-20 37-33,-3-2 72,-10 6 1,2-11-40,-4 1 157,0-10-90,5-7-72,-1-2 22,1-13 78,5-12-89,1-3-39,9-10-12,11 11-16,3 10-1,24 2-16,-2 13 0,22 3-242,-6 14 247,-4 14-16,-9 14 5,-17 1-17,-17 3 1,-8 3-23,-9-7 0,-5 2-758,-7 19 1,-6 1 746,-10-5 0,-4-2 54,11-17 0,-1-1 0,1-1 13,-6 4 0,-1-4-87,-8 1 0,2-7 271,-1-6 7,-7-11-34,33-22 184,16-14-279,6 3 1450,21-6-1507,1 18 347,19-1-408,1 14-140,9 9-397,-9 1 39,-15 0 0,0 2-7680,18 9 8234,2 1 0,-21-7 0,-16-6 0</inkml:trace>
  <inkml:trace contextRef="#ctx0" brushRef="#br0" timeOffset="47731">8505 9242 20005,'-6'-6'3506,"1"2"-3206,-9-27 0,1-7 64,7 6-250,-2-15 1,5 1-81,18 22-1,16-1 74,22 12-74,-2 7-203,-14 6 1,-1 2 169,10 8-14,-16 7 0,-4 6-14,2 14 11,-11-8 0,-3 2-22,-9 24 53,-18 2 3,-12-1 6,-8-6 16,1-8 62,4-12 72,6-11 57,6-10-22,5-12 228,2-7-285,3-5 1,2-1-113,8 2 1,7 4-18,11 5-11,1 3-22,28 16 33,-7 4-184,-12-1 1,1 1 155,17 19 6,-9 3-105,-16 1 127,-17-1-10,-19-4-24,-17-4-49,-15-7-152,-8-6-409,-5-9-1800,1-7-1348,14-6 3845,2-6 1,25 4-1,2-1 1</inkml:trace>
  <inkml:trace contextRef="#ctx0" brushRef="#br0" timeOffset="48326">9966 9219 23444,'-3'0'2168,"0"0"-1199,3 0-980,45-67-79,6 41-713,-3-13 1,5 2 687,-4 26 0,0 8 8,1-2 1,0 2-99,-3 4 1,-3 3-4,-8 2 1,-4 3-157,8 21 252,-25-2 78,-29 0 1,-10-1 61,1-6 0,-5-1-363,-15 11 0,-3 0 439,2-6 0,1-1 47,-1-1 0,2 0 309,4-3 0,1 0-331,8-3 0,2-1 456,-7 7-423,21-8-5,24-9-73,19-3-95,27-11 5,-20 2 1,1-2 130,5-4 0,0-1-125,-1-3 0,-1-1 19,-3-2 1,-4-3 9,-6-1 1,-5-3-14,-6-3 1,-6-2 5,-8-1 1,-6-1 19,-3 0 0,-5 0 47,-4 3 1,-3 2 134,-16-20 23,4 15-23,9 11-73,10 11-95,7 6 610,6 10-616,9 10-27,9 17-46,10 16 12,-12-17 0,0 1-144,1 5 0,-1 1 65,0 3 1,-2 2-247,-1 2 0,-3 1-877,-2 2 0,-4 1 578,-8 5 1,-2-4 0,1 8 0,-10-8 0</inkml:trace>
  <inkml:trace contextRef="#ctx0" brushRef="#br0" timeOffset="48810">13156 9376 20628,'-11'-62'692,"0"1"0,0 0 1,1 5-1,-1 2 1,2 5-399,-1 3 0,1 6 103,-5-20 809,5 23-1139,5 21 316,2 19-338,3 18-29,3 24-10,-2-11 0,0 3-574,-1 22 0,-2 4 392,-2-3 0,-1 1-93,0 0 0,-1 0-1717,-3 0 1,1-3 1493,3-19 0,1-3 0,-3 14 0,5-33 0</inkml:trace>
  <inkml:trace contextRef="#ctx0" brushRef="#br0" timeOffset="49048">13640 9666 25797,'15'-57'627,"1"0"0,-4 11 0,-2 8-453,-2 13-163,-5 25 0,0 5-22,1 20-347,-1 31 5,-1-9-767,-3-8 0,-1 1 1120,-1 19 0,-1-18 0,2-6 0</inkml:trace>
  <inkml:trace contextRef="#ctx0" brushRef="#br0" timeOffset="49757">14697 9242 22391,'-1'-53'819,"0"0"1,-1 8 0,3 7-551,9 11-180,12 7-44,7 2-11,16 5-29,1 11 1,-7 5-6,19 18 11,-12 14-31,-20-13 1,-2 1 2,9 19 0,-19-1 23,-13-8 11,-5-2 22,-14 2-11,-4-11 22,-6 3 197,-4-9 56,9-7-141,3-7 163,4-9 151,3-7-258,3-2-78,2-4-89,10 7-40,3 3 0,11 3 23,19 7 16,9 9-47,-13-1 0,1 4-207,1 4 0,-2 3 215,20 14 3,-20-9 0,-2 2-28,-5 1 0,-3 2-3,-3 0 1,-2 0-4,-5 3 1,-7 0-247,-25 13-282,-23-4-197,-3-10 209,-5-9 0,0-3 0,16-6 0,1-2 0,1 0 0</inkml:trace>
  <inkml:trace contextRef="#ctx0" brushRef="#br0" timeOffset="51334">8942 10877 25163,'-40'-48'645,"-4"13"-533,-3 41-22,-3 4-46,1 4-21,12-2 44,-17 10-45,27-9 6,-24 15 12,21-8-18,-4 7 17,6 4-5,12-6-12,6-2 73,10 2-11,4-7-44,2 4 16,4 0 16,0 2-44,-2-5 118,-2 16-34,-10-15-6,-4 9 18,-5-10 32,-1-4 63,1-5 16,1-4-22,1-6-34,-1-5-95,4 0 95,-3-9-123,5 2 6,0-5-29,4 3-27,3 4 11,12-6-12,5 7-5,8-2-28,26 7 12,-3 9 4,-10 0 1,0 2-6,18 9-22,-15 2 0,-1 2-23,9 12-92,-18-9 1,-3 3 97,-3 15 16,-18 0 18,-13-10-40,-19 5-218,-27-1 36,23-18 1,-3-2-633,-9 2 1,0-3-562,4-5 1,1-3 1436,-24 2 0,23-4 0,18-4 0</inkml:trace>
  <inkml:trace contextRef="#ctx0" brushRef="#br0" timeOffset="52017">10637 11170 25247,'29'-34'-44,"0"1"0,0-1 1,2 3-1,1 1 1,2 6-83,17 7 0,3 8-1083,2-1 0,0 2 954,-1 3 0,-1 2-87,-9 5 1,-3 4 3,15 15-234,-30 5-962,-51 32 1271,4-34 0,-5-1-49,-15 13 1,-3 0 442,-1-5 1,0-2 173,-1-1 0,0 0-1056,-2 0 0,3-2 941,15-9 1,2 0 408,-27 13 374,38-20-704,6-3-28,19-7-191,18-8-61,23-10-14,-17 5 0,3-2 121,3-4 1,1 0-86,2-3 0,-2-2 17,-2-1 0,-4-2 56,-4-1 0,-4-2 1473,-7 0 1,-4-2-1323,-5 0 1,-4 0 346,-6-30-29,-9 8 1,-7 12-106,-1 11-123,4 13 392,5 9-650,5 5 353,5 11-414,7 10 64,8 18-64,10 14-23,-1-4-454,-5-5 1,-1 2 299,-8-10 0,-1 1-333,4 14 0,-4 3-854,-8-8 0,-6 0 1358,-8 3 0,-2-3 0,-3 5 0,-6-7 0</inkml:trace>
  <inkml:trace contextRef="#ctx0" brushRef="#br0" timeOffset="52465">13252 10843 23310,'0'-59'1150,"1"1"0,-1 6 0,-3 7-5964,-5 4 4914,2 21 1402,-1 7-1468,7 18 829,1 17-846,1 22-15,-1 2 1,0 2-298,0-12 0,-1 2 222,-2 23 0,-2 1-201,-1-16 0,0-1-623,-1 13 1,-1 1 896,3 3 0,0-4 0,1-24 0,1-3 0,2 22 0</inkml:trace>
  <inkml:trace contextRef="#ctx0" brushRef="#br0" timeOffset="52668">13825 11165 22375,'0'-5'4015,"1"1"-2923,-1 4-1041,-2-27-40,0 31-17,-6-4-89,-6 48-177,3-16 1,-1 2-1311,-4 4 1,0-2 1581,0-2 0,1-3 0,-6 9 0,9-19 0</inkml:trace>
  <inkml:trace contextRef="#ctx0" brushRef="#br0" timeOffset="53385">15257 10723 18201,'3'0'5086,"-1"0"-3030,-2 0-1462,10-29-493,-11 21 16,2-23-66,-19 29-12,-14 0 6,-12 1-26,9 4 1,-2 0-372,-16 0 366,14 2 0,0 2 20,-17 8-23,11-3 6,-5 8 50,25 1-44,4-4 77,-1 21-32,13-10-29,-1 6 28,1 5 352,2-4-380,-3 10 22,0-2-5,0-2 45,0-1-67,4-15 39,0-1 179,4-17 252,0-1-370,4-18-78,0 2 123,14-35-61,8 8-85,11-12 18,9 14-40,-12 16 6,11 4-34,4 9-5,3 7 16,-3 5 34,6 28-34,-26-10-5,-3 1 0,-2 2-17,-1 14-37,-11-9 1,-3 1-87,-12 27 33,-8-5-106,-5-28 0,-6-2-591,-5-2 1,-3-2-1940,-1-1 0,-2-1 2754,-2-1 0,2-3 0,-2-4 0,17-6 0</inkml:trace>
  <inkml:trace contextRef="#ctx0" brushRef="#br0" timeOffset="54448">8553 12841 19221,'-5'0'4520,"1"0"-6740,-27-11 0,-4-4 2534,13 6 637,-17-6 0,4 1-603,26 12 556,2 0-798,10 2 40,11-1 100,44-4-210,-19 3 1,2 1 1530,0-2 1,1 1-1546,8 3 1,-3 2 21,13 13-24,-23-3 0,-3 7 24,-2 14 1,-5 6-772,-9 2 0,-5 2 730,-2 2 0,-5 1-20,-10 7 0,-4 0-182,0-9 1,-2 2-348,0-1 1,1 4 0,0-3-548,0 1 0,1 1 1093,2-2 0,2 2 0,0-9 0,3-2 0,1 14 0</inkml:trace>
  <inkml:trace contextRef="#ctx0" brushRef="#br0" timeOffset="54641">8471 13587 21668,'-5'-6'2331,"2"2"-2264,1-33 0,5-8-78,7 16-71,2-23 1,11 0-3329,20 27 1,7 6 2910,-11 1 0,3 1 499,11-1 0,5 0 0,-9 3 0,1 2 0,-12 3 0,0 1 0</inkml:trace>
  <inkml:trace contextRef="#ctx0" brushRef="#br0" timeOffset="55284">11060 12958 22453,'-34'-12'596,"-1"0"1,-6-11-614,66 6-36,12 4 0,6 2 16,-3 1 1,1 2-371,7-3 1,4 2 380,-8 3 0,3 1 0,-3 1-39,4 3 1,-1 1 25,3-2 0,-3 3-51,9 12 282,-48 0-187,-22 14 17,-13-7 1,-5 1-1,-4 2 1,-3-1-481,-13 7 0,-1-2 519,9-5 1,2-2-31,10-4 0,2-2 114,-28 12 23,29-10-117,7-3 508,17-5-564,35-10-18,8-7 6,-7 2 1,2-1-1501,0-2 1,0-3 1572,14-9 0,-2-3 0,-13 4 0,-1-2 211,6-8 1,-4-3-44,-6-23-90,-11 11 45,-11 12 1,-1-1 246,-2-5 22,-2-12-56,-3 28 2938,1 11-3201,-2 9 386,3 9-459,0 22-17,3 9-28,2 9-17,3-12 1,1-1 0,2 3-15,2-2 0,0 1-136,4 10 156,-15-4 0,-6 8 0,3-7 0,6 9 0,-14 0 0,0-1 0</inkml:trace>
  <inkml:trace contextRef="#ctx0" brushRef="#br0" timeOffset="55724">13414 12896 21444,'2'-45'896,"0"1"0,0-1 1,0-14-1,-1 7-139,-6-3-259,-2 20-123,-2 16-229,2 10-29,0 14-117,3 15-5,-4 20-152,0 19-369,5-22 0,0 1-105,2 5 1,2 0-1792,4 2 0,2 0 2422,0-5 0,2-3 0,4 9 0,-3-21 0</inkml:trace>
  <inkml:trace contextRef="#ctx0" brushRef="#br0" timeOffset="55931">14058 12926 26586,'10'-38'59,"-1"-1"0,7-15-154,-14 71-264,4 17-750,0 14 1109,-1-11 0,1-1 0,-2 2 0,3 5 0</inkml:trace>
  <inkml:trace contextRef="#ctx0" brushRef="#br0" timeOffset="56232">14777 12600 22918,'-1'-9'968,"7"-21"1,7-6-358,10 0-810,-2-5 1,4 0 483,23 3-38,6 8-90,2 10-62,1 11-17,-3 18 12,-6 20-48,-27-3 0,-3 4-37,-2 8 1,-5 3-15,-1 6 1,-2 2-512,-3 4 1,-3 0 460,-2 1 0,-3 1-143,-1-2 1,-2-1-399,-1-3 1,0-1-1334,-1-5 1,2-2 1932,-4 21 0,5-34 0,3-20 0</inkml:trace>
  <inkml:trace contextRef="#ctx0" brushRef="#br0" timeOffset="56401">14975 12868 24073,'48'-26'-743,"1"0"1,-1 0 0,-5 3 0,-1 0 0,-5 8 0,15 7 0,-22 5 0</inkml:trace>
  <inkml:trace contextRef="#ctx0" brushRef="#br0" timeOffset="57631">8517 15019 19529,'-1'-57'1842,"-1"0"1,2 6 0,0 5-1142,1 0-293,2 14-318,-1 15-56,0 10-40,0 18 6,2 2-28,0 30-98,-2-8 0,-1 2-98,2 25-1340,-4 0 1,0 2-1924,0-24 1,1-1 3486,-1 13 0,-1-3 0,2 0 0,0-24 0</inkml:trace>
  <inkml:trace contextRef="#ctx0" brushRef="#br0" timeOffset="57848">8920 14865 23976,'19'-56'771,"1"1"0,-3 5 1,-2 13-683,-9 31 12,0 19-11,2 19-74,-2 6-33,-2 6 1,-2 4-970,-3-9 1,-1 2 335,-1 19 0,-2 3 107,-1-2 0,-1-5 1,2-22-1,1-4 1,-4 28-1</inkml:trace>
  <inkml:trace contextRef="#ctx0" brushRef="#br0" timeOffset="58698">11132 14854 20761,'-11'1'1260,"-22"1"1,-4 1-544,13-2-426,-11 1 0,3-3 28,23-3-235,15-6-33,14-4 5,21-4-40,1 2 1,2 4 0,4 0-629,-11 3 1,1 0 614,20-4 0,-1 1-3,-19 4 0,0 0-435,16-2 1,0 1 428,-19 2 0,0 1-146,14-2 0,-1 0 129,-13 2 1,-3 2 11,21-2-23,-16 3-11,-17 3 1106,-15 3-1106,-17 7-55,-18 9-24,-21 7 175,17-10 0,-2 0-79,-5 1 0,-1 0 20,-2 0 0,1 1-44,1 0 1,0 0 56,5-2 1,2 1-9,6-1 0,1-1 20,-15 13-6,12-4-27,9-3-46,7-5 34,7-5 720,10-1-681,13-7 466,17-5-488,22-11 5,-19 3 0,1-3-341,5-3 1,0-1 354,0-2 0,0-1 9,-3-1 0,-2-2 11,-3-1 0,-3-1-120,-5-2 1,-3-2 166,-5-1 1,-3-2 22,-4-1 0,-4-1 31,-4 1 0,-3 0 22,-4 1 1,-2 1 200,-13-27 85,-4 9-11,2 11-90,7 13-129,7 10-117,5 8 527,2 4-611,6 22 5,7 12-17,-2-3 1,0 4-312,4 6 0,0 2 281,-1 5 0,-1 3-60,-3 2 1,-2 2-82,-2 1 1,-4 0-210,-5 1 0,-3-1-822,-2-2 1,-3-1 1207,-5 2 0,0-5 0,-3 7 0,1-12 0</inkml:trace>
  <inkml:trace contextRef="#ctx0" brushRef="#br0" timeOffset="59110">13584 14448 22503,'3'-63'1310,"0"1"1,0 2 0,-2 8-796,-3 8-358,0 13-39,-2 20-129,3 9 5,0 12-11,2 14-72,1 22-23,1-15 0,0 3-567,0 7 0,2 3-117,0 3 1,1 2 795,2 8 0,0-3 0,1 7 0,1-7 0</inkml:trace>
  <inkml:trace contextRef="#ctx0" brushRef="#br0" timeOffset="59341">14086 14707 24247,'27'-48'791,"0"0"1,-4 6 0,-5 9-512,-12 23-268,-4 8 28,-2 11-40,0 15-78,-2 18-292,-3 17-429,1-25 0,0-1-2525,-1 2 0,1-2 3324,-3 22 0,5-23 0,1-15 0</inkml:trace>
  <inkml:trace contextRef="#ctx0" brushRef="#br0" timeOffset="59599">14960 14367 25455,'11'-59'653,"0"0"1,-3 8-1,0 10-334,-2 23-83,-4 11-192,0 3-44,-1 17-5,0 20-57,-1 27-552,-3-19 0,-1 4 451,-2 5 1,-1 3-314,-2 4 0,-2 0-1118,0 1 1,0 0 1593,1-8 0,1-4 0,-2 12 0,6-27 0</inkml:trace>
  <inkml:trace contextRef="#ctx0" brushRef="#br0" timeOffset="59832">15500 14381 24211,'1'-53'1155,"1"-1"1,0 5 0,1 6-635,2 10-470,-1 13-7,-3 21-27,-1 21-6,-1 5-5,0 3 0,-2 4-23,0 1 0,-2 2-873,0 4 0,-2 3 1,1-2 695,-1 3 1,0 1-1478,-3 6 0,0 4 1,0-6 1228,2-11 0,0-2 0,-1 7 1,1-4-1,1-9 0</inkml:trace>
  <inkml:trace contextRef="#ctx0" brushRef="#br0" timeOffset="60742">8261 16498 13804,'0'-11'1848,"0"-23"1,1-4 1466,-1 13-3024,1-11 1,-1 3 1338,-1 22-1641,0 10 847,-1 16-842,-1 19-22,-3 26 1017,0-21 0,0 2-1289,-1 4 1,-1 3-2757,-2 13 1,1-1 3055,1-14 0,1-3 0,1-3 0,2-6 0,1-6 0</inkml:trace>
  <inkml:trace contextRef="#ctx0" brushRef="#br0" timeOffset="61250">8614 16404 14964,'-4'-8'1652,"-3"-25"1,1-5 981,7 12-2478,-3-17 1,5 0 6,19 13-85,12-3-33,8 10-17,5 10-28,0 8-6,-2 14-5,-13 2-26,-4 17 1,-2 8-31,-12-8 0,-3 2 376,9 15 0,-4-1-320,-11 14 11,-17-6 698,-7-17-670,-11 2 72,-7-9-49,12-13 2162,-4-7-2017,15-9 0,0-3-16,6-3 406,3-4-558,3 4 17,6-3-12,7 3-22,10-1-22,9 3 34,8 10-40,19 15 0,-16-2 22,-12-1 1,-1 3-3420,7 17 3414,-10-5-116,-12 22 111,-21-31-113,-30 23-128,-1-24-17,-10 3-914,-6-11 1177,21-12 0,1-1 0,-6 2 0,-8-4 0</inkml:trace>
  <inkml:trace contextRef="#ctx0" brushRef="#br0" timeOffset="61958">11033 16342 19487,'-3'0'2677,"0"0"-1092,3 0-1540,44-64-40,-16 41-2,14-17 0,8 2-9,1 22 1,1 7-261,-9 0 0,1 0 226,2 2 1,4 1 0,-7 2 218,8 2-384,-11 7 1,-6 5 114,-20 5-5,-19 29 39,-30 0-282,-3-7 0,-4 1 355,3-6 0,-1-1-1,-7 4 1,2-2-9,18-14 1,2-1-9,-19 17-11,30-18 580,3 1-547,17-11 45,25-7-61,-7-3 11,10-4 0,2-2 50,11-9 238,-13 3 1,-1-2-210,5-8 60,-15-2 1,-4-1-56,0-6-2,-4 0 1,0-2 595,2-22-85,-2 5-324,-4 9 296,-7 20-374,-3 16-158,0 1 499,-1 8-560,0 8 78,1 4-56,8 34-22,2-4 0,-2-9 0,2 0 5,5 11-42,0-11 1,0 0-138,5 13-31,-7-14 1,-2 2-726,-6 20-2061,-22 0 2154,-9-8 0,3-18 0,5-13 0</inkml:trace>
  <inkml:trace contextRef="#ctx0" brushRef="#br0" timeOffset="62407">13613 16126 25007,'-13'-45'573,"-1"0"0,2 5 0,1 10-528,4 22-90,2 12 34,2 6 5,0 22 1,-1 7-45,1 4-521,-1 10 0,0 5 134,2-18 0,1 0-1218,-1 12 0,0 0 1655,0-5 0,1-4 0,-1 12 0,2-26 0</inkml:trace>
  <inkml:trace contextRef="#ctx0" brushRef="#br0" timeOffset="62932">13899 16247 20280,'-1'-10'1750,"-3"-28"0,-1-6-1067,3 1-445,0-8 0,1 1-53,7 13 169,17-3-214,-1 17-96,16-5-16,6 13-16,10 9-40,7 13-164,-29 0 0,-2 5 164,0 4 0,-2 3-3,-2 3 1,-3 3-12,-3 3 0,-3 2 5,-5 1 0,-4 0 37,0 18-9,-15-16 1,-6-1 59,-13 5-73,-16 9 38,9-22 80,8-11 49,7-6 23,6-11-5,4-7 296,4-8-352,5-1 35,5 0-63,6 4 5,12 4-84,-5 5 33,27 7-33,-21 5-5,28 11-12,-10 5 3,-16-6 0,1 2-212,23 20 192,-10 2 29,-18 1 16,-26-4-11,-11-10-17,-13-10 0,-6-2-83,-18 0-21,13-5 1,-1-1-583,-21-3-737,9-11-8391,11-3 9386,16-1 0,12 2 0,9 6 0</inkml:trace>
  <inkml:trace contextRef="#ctx0" brushRef="#br0" timeOffset="63324">14954 16346 26312,'29'-48'286,"-6"11"-258,-21 35-1474,-2 2-6300,-2 3 7746,0 0 0,-1 0 0,1 0 0</inkml:trace>
  <inkml:trace contextRef="#ctx0" brushRef="#br0" timeOffset="64318">12419 16495 19318,'8'-57'849,"1"0"0,-1-1 0,0 1 0,-1 1 1,-2 6-489,-4 11 1,0 3-108,-1 2 1,0 3 634,0 5-693,0 13 31,-1 10-283,1 5 171,-1 13-120,1 35 10,-1-6-179,0-3 0,-2 3 177,-1-11 0,0-1-3,-2 8 0,0 2-17,-1-4 1,0 0 24,0 0 1,1-2-15,-2 7-28,1-3 57,6-30 83,0-2 23,1-10 738,1-21-834,0 2 23,2-30-22,1 5-1685,-2 9 0,0 0 1674,3-14-12,-3 18 0,0 2 101,3-3-73,-2 7-16,0 8-29,-3 16-67,0 1 3420,4 15-3358,-2-2-45,7 25-106,-5 5-488,-2 5 1,-2 4-2592,-1-3 1,-2 1 2561,1 4 1,-1-4 0,-2 8-1,4-36 1</inkml:trace>
  <inkml:trace contextRef="#ctx0" brushRef="#br0" timeOffset="64524">12985 16605 26704,'-20'59'-1399,"0"0"0,5-15 0,0 0 0,1-4 1399,2-6 0,0-2 0,-8 24 0,11-33 0</inkml:trace>
  <inkml:trace contextRef="#ctx0" brushRef="#br0" timeOffset="65833">8133 17722 25057,'3'24'179,"-3"13"-314,-3-2 1,-1 4-1291,-1 2 0,-2 1-2857,0 2 0,-1 1 4282,2-6 0,0-2 0,-2 10 0,5-22 0</inkml:trace>
  <inkml:trace contextRef="#ctx0" brushRef="#br0" timeOffset="66415">8712 17814 19070,'0'-6'4453,"-1"1"-3473,1 5-364,-3-61-319,5 39-222,-1-14 1,4 3 36,15 19-11,12 2-62,12 2-44,10 4-200,6 8 202,-28 2 0,-1 4 0,1 3 1,-1 4 16,-1 4 0,-1 4-14,-3 2 0,-2 3-14,-4 2 0,-4 3-40,-4 1 1,-4 0-73,-4 2 0,-4 0-143,-4 0 0,-2 0-1372,-7 7 0,-2-1-3235,-7 15 4876,6-22 0,1-5 0,6-13 0,0 0 0</inkml:trace>
  <inkml:trace contextRef="#ctx0" brushRef="#br0" timeOffset="66609">8999 17994 18874,'-2'-2'4828,"0"0"-3809,2 2-1142,28-46-443,10 25-994,-4-9 0,6 1 1560,5 14 0,-1 5 0,7-3 0,-1 1 0</inkml:trace>
  <inkml:trace contextRef="#ctx0" brushRef="#br0" timeOffset="67310">10948 17610 19873,'-5'0'1031,"1"0"-404,4 0-571,89-71-45,-53 56 0,4 0-354,9-11 1,6-6-1,-1 7 306,4 13 1,0 7-73,5 0 0,-4 2 47,-20 3 1,-3 2-54,2 2 0,-8 5 898,-18 12-811,-19 11 39,-31 8-8,7-18 0,-2-1-41,-6 1 0,-1-2 97,0-1 0,0-1 16,5-2 1,0-2 516,-18 8-514,20-8 934,17-7-1113,14-4 112,7-3 34,17 0 687,11-4-710,18-4-19,-14-2 0,0-1 25,-6 0 0,-1 0 28,25-12 106,-16-4 23,-17-2 22,3-13 431,-8-12-335,-8 16 280,-8-6 223,-11 22-621,2 5 112,-7 2-40,6 11-223,3 1-56,2 2-96,4 5 124,2 1 5,4 13-39,6 8 0,15 25-6,-6-13-95,-5-1 1,-2 0-52,-5 0-125,-4 0 0,-4 1-1516,-17 19 1142,1-18 1,0-2 0,-5 6 0,-1-7-1</inkml:trace>
  <inkml:trace contextRef="#ctx0" brushRef="#br0" timeOffset="67768">12895 17949 22099,'-5'-52'1050,"0"-1"0,1 1 1,0-8-1,-2 9-770,-6 8 145,8 37-425,2 7 98,1 5-81,0 16-34,1 33-22,-1-23 0,0 0 11,0 4 0,0 1-320,0 12 1,-1-1-224,1 2-2597,0 7 1,1 0 2349,3-4 1,-2 5-1,2-36 1</inkml:trace>
  <inkml:trace contextRef="#ctx0" brushRef="#br0" timeOffset="67967">13437 17988 23523,'0'-4'1994,"0"1"-1899,0 3-280,-6 28-482,-3 0-2352,-9 29 3019,-1-14 0,6-16 0,5-11 0</inkml:trace>
  <inkml:trace contextRef="#ctx0" brushRef="#br0" timeOffset="68417">14183 17969 22952,'5'-44'730,"-1"1"1,0-1 0,2-15 0,-2 7-232,-3 5 62,-1 13-303,0 14-154,1 11-138,-1 9 55,2 17 24,0 21-51,-1-7 1,0 3-440,-3 10 0,-2 1 257,-2 5 1,-3 1-410,-2 1 1,-2 1-1157,0-2 0,1-1 1753,3 0 0,1-3 0,-1 5 0,8-12 0</inkml:trace>
  <inkml:trace contextRef="#ctx0" brushRef="#br0" timeOffset="68724">14780 17765 26039,'-25'-48'311,"0"0"1,5 5 0,10 5-211,34 7-18,13 2-10,10 5-73,6 5 11,1 11-7,1 12-21,-3 16 45,-4 21-425,-26-12 0,-3 4 419,-2 5 1,-4 3-46,-2 3 1,-4 1-110,-5 2 1,-3 0-200,-4 0 1,-2-1-707,-3-2 1,-1-1-3067,-1-4 1,-1-1 3322,-6 18 0,9-24 0,5-18 0</inkml:trace>
  <inkml:trace contextRef="#ctx0" brushRef="#br0" timeOffset="68891">14922 18018 26502,'30'-53'-168,"1"1"0,1 3 0,6 8-1364,2 22 1,3 6 398,-4 0 1,-1 2 0,11-2 0,-21 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14:21:46.1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7053 1846 32767,'2'-49'0,"-1"0"0,0 5 0,-1 8-202,-2 15-363,-1 11-335,-1 9 1654,-5 26-271,0-4-113,-10 34-687,3-3-1362,6-9 0,0 1 1627,-3 16-873,8-19 1,1-1 430,5 7 0,-1-14 1,2-8-1</inkml:trace>
  <inkml:trace contextRef="#ctx0" brushRef="#br0" timeOffset="374">7294 1490 15325,'0'-6'3866,"0"2"-960,0 4-2759,-31 17 1025,25-1-1254,-23 10 687,37-4-841,2-9 1263,5-1-755,6-13 7,-6-6 44,4-17-187,-9-6-10,-2-12-254,-6-3 383,-9 3-24,-7 6-77,-10 6-422,2 12-212,3 7 57,5 9 284,6 14 72,2-2-342,2 23-1002,10 0-5176,5 16 6587,5-5 0,-4-16 0,-4-12 0</inkml:trace>
  <inkml:trace contextRef="#ctx0" brushRef="#br0" timeOffset="607">7929 1491 25331,'-52'22'52,"0"1"0,12 10 0,3 7 0,9 0-58,15-2 1,4 4-1056,-4 7 0,-1 10 1,-1 0-1,3-7 982,1 3 1,1 0-110,0-4 1,-1 6-1,1 2 1,1-4-478,1-2 0,1-2 1,-1 2-1049,0-3 1,0 2-1,-1 0 1,1-2 1712,-3 10 0,1-2 0,0-5 0,-1 3 0,1-8 0,-3 8 0</inkml:trace>
  <inkml:trace contextRef="#ctx0" brushRef="#br0" timeOffset="757">7182 3099 10751,'5'-58'1422,"0"0"1,5-3-1,3-5 1,0 7-1143,0 8 0,2 0 38,2 2 0,3-7 0,2 0 0,-1 7-122,6-5 0,1 5-170,-6 9 0,0-1 0,2 2-2,4 2 0,2 2 1,-1 3-154,3 1 0,0 2-73,5-6 1,3 0 355,9 2 0,-5 5 1,-14 9-1,23-13 1</inkml:trace>
  <inkml:trace contextRef="#ctx0" brushRef="#br0" timeOffset="1266">9076 1599 28881,'-14'-61'53,"-1"0"1,0 3 0,-2 13-1129,-3 30 796,-8 3 257,6 12 458,-16 33 103,6 15-1207,8-8 0,-1 5 393,3 4 0,1 3 416,1 6 1,1 2-61,7-18 0,1 0 1,2 3-206,2 6 1,1 2 0,1-4 53,1 3 0,3-1-337,3-8 0,3 2 0,4-6-701,7-5 1,3-4 339,-1 1 0,3-2-1221,11-3 0,4-7 1983,0-10 0,0-3 0,12 6 0,-2-11 1</inkml:trace>
  <inkml:trace contextRef="#ctx0" brushRef="#br0" timeOffset="1667">9656 1867 24798,'5'-47'1090,"-1"-1"0,1 8 0,-3 8-734,-4 17-653,-1 15 1208,1 13-831,1 11-252,-1 17-55,-2 13 95,2-23 1,-1 2-39,-1 1 0,0 1 96,-2-1 1,0-2 121,-4 18-635,-6 1 479,7-28 443,-1 2 114,6-22 93,4-13-532,1-13 265,2-3-152,13-30 85,3 10-257,-4 12 1,1 0 255,16-17-8,0 7 29,0 13 980,-1 10 103,2 11-864,2 7-447,3 13 0,-1 8 0,-7 3 0,5 28 0,-16-10-1109,-6-9 1,-1 0-3081,7 19-5642,3-6 7721,-4-15 0,-3-11 0,-11-13 0</inkml:trace>
  <inkml:trace contextRef="#ctx0" brushRef="#br0" timeOffset="1843">10503 1850 26371,'0'-4'2628,"0"1"-2342,0 3 425,29-61-718,2 41 125,-9-13 1,4 2-2160,13 23 0,1 8 1008,12-3 0,7 0 0,-34 3 0</inkml:trace>
  <inkml:trace contextRef="#ctx0" brushRef="#br0" timeOffset="2040">10688 2082 30180,'46'-26'-976,"1"-1"1,-11 5 0,-2 4 0,25 2 0,-34 10 0</inkml:trace>
  <inkml:trace contextRef="#ctx0" brushRef="#br0" timeOffset="2490">11274 1787 20569,'-4'-8'4305,"1"2"-3852,3 6 1088,3-66-5376,16 26 3969,-13 1 0,3 1 98,30 3 1123,-7 21-1052,10 1 491,-1 7-110,-3 14-771,-4 10 172,-6 15-393,-7 13-93,-10 10 158,-18-16 0,-4 0-139,-6 16 269,-6-14 1,-5-2-20,7-16 0,-2-1 293,-5 4 1,0-1 365,-21 14 271,13-11 128,15-13-227,10-7-271,18-6-546,3-4 226,26-4-1217,13-4-1185,-12 1 0,2 1 1844,1-1 1,-3 1-1,14-2 1,-19 3-1</inkml:trace>
  <inkml:trace contextRef="#ctx0" brushRef="#br0" timeOffset="4351">10130 1992 32767,'40'-16'0,"0"0"0,-2 2 0,-4 3-175,4 11-99,5 3 1,-19-2-1,-2 3 1</inkml:trace>
  <inkml:trace contextRef="#ctx0" brushRef="#br0" timeOffset="4557">10295 2174 32767,'-23'13'0,"20"-6"0,51-19 0,-15 5 0,4-1 0,12-1 0,-2 1 0,7-1 0,0 1 0</inkml:trace>
  <inkml:trace contextRef="#ctx0" brushRef="#br0" timeOffset="5144">12135 1430 22066,'-6'-5'3117,"2"1"-2909,4 4 154,0 0-542,-26-51 61,32 50 25,-13-26 47,43 73-185,-16-14 1,1 3 222,1 5 1,-2 3-174,0 4 1,-5 4-182,-6-7 1,-2 2 0,-3 0-3458,-3 14 0,-4-1 3820,-2 4 0,-3-6 0,-7 0 0,5-28 0</inkml:trace>
  <inkml:trace contextRef="#ctx0" brushRef="#br0" timeOffset="5794">13045 1588 19809,'-5'-6'3159,"2"2"-2772,3 4 117,-37-64-269,18 45-193,-5-17 0,-5 7 8,-23 47-27,4 8-18,-2 7 1,19 4-1,23-7-5,4-5-5,12 6 29,16-12 185,-2-5 22,19 1 134,0-9 55,-1-1 3,2 0 6,-20 0-24,-10-1-71,-7 3-414,-11 2 597,-8 6-15,-11 4 15,-7 2 21,-1 3-13,2-1 20,5-1 343,7 0 398,6 2-912,10-6-440,5-2-499,9-7 241,9-3 470,2-2 153,0 0-318,-5-1-148,-11 2-359,1 1 288,-18 15 980,1-6-68,-35 28-577,7-9-97,-9 6 0,6-1 0,17-2 0,5-6 0,12 6 0,19-18 0,12 2-654,33-8 50,-13-7-4312,2-5 1,-2-1 3595,-8-1 1,11-1 0,-39 1 0</inkml:trace>
  <inkml:trace contextRef="#ctx0" brushRef="#br0" timeOffset="7193">9753 3289 21791,'5'-53'1096,"0"-1"0,-1 7 0,0 8-748,-3 18-292,0 10-106,-1 14 55,0 17-10,0 23 5,0-9 0,0 2-449,1 9 0,-1 3 350,-2 7 1,0 2-792,-2 5 0,0 1 175,1-20 0,-1 1 0,0-1-1145,-1 0 1,1 0-1,0-2 1860,-1 12 0,1-4 0,-1 10 0,3-29 0</inkml:trace>
  <inkml:trace contextRef="#ctx0" brushRef="#br0" timeOffset="8033">9604 3799 18924,'-5'-49'1137,"1"-1"0,-1 6 0,3 6-1114,15 11-57,-2 11-95,28-1-95,5 10 56,-13 2 0,3 1-224,1 0 0,2 1 101,-1 0 0,0 0 44,-1 1 1,-1-1-62,27-3 157,-8-5 319,-11-5 336,-13-6 73,-12-4 89,-9-3-4,-8 1-2,-3 2 74,-1 4 212,0 2-744,2 8 212,2 3-442,0 7-17,3 5-78,22 29-40,10 20 96,-12-16 0,0 1-336,-4-4 0,-2 0 240,-3 4 1,-3-1-174,-3 24 241,-6-25 0,-3 0 151,-17 25 106,-4-24 275,-12-17-140,13-26-17,5-13-79,14-10-66,21-12-107,-2 11-12,25-11-27,-5 16-6,15-5-22,4 2-4,-25 16 0,1 0-2,1 1 1,0 0-26,2 1 0,-1-1 8,-2 0 1,1 0 16,1-4 0,-2 0 39,8-7 57,-2-9 22,-28 14 16,-2-2 62,-8 5 730,-5 4-718,-1 4-46,0 2-83,-1 3-40,0 8 17,1 6-5,0 13-12,2 10 6,2 7-5,6 7-1,5 1-11,10-2-16,9-6 16,7-10 17,3-12 50,7-16-10,-15-8 21,3-18 24,-19-7 32,-2-14 46,-9-18-102,-6 17-8,-1 7 1,-1 2-32,-1 6 6,-3-18-28,5 31-291,0 2 78,3 10-1719,13 20 144,-1-4 1788,25 23 0,-24-23 0,10 5 0</inkml:trace>
  <inkml:trace contextRef="#ctx0" brushRef="#br0" timeOffset="8407">11509 3480 17843,'-10'0'4167,"3"0"-2044,7 0-1205,0 0-862,-40 41 40,44-19-29,-22 31-11,54-36 23,2-7 22,6-18-79,-16-2 62,7-20 50,-18-13-94,-2 6 24,-9-1 0,-2-1 93,-4-8-34,-3-10 157,-8 18 96,-11 18-214,-6 5-33,-14 12-51,11 11-1704,2 7 0,1 4 1654,-3 7-162,4 1 0,0 3 140,1 20-26,12-10 1,3 3-51,5-6 0,5 1-163,6 4 1,4-1-216,12 9-1602,8-17 0,5-3-7781,18 5 8636,-22-13 0,-1-3 1,3-3-1,-23-11 1</inkml:trace>
  <inkml:trace contextRef="#ctx0" brushRef="#br0" timeOffset="9749">9247 4512 20875,'37'-25'61,"1"-1"1,0 1 0,13-11 0,-4 10-29,0 17 117,-17 5 12,-15 7 83,-19 7-117,-15 10-32,-20 6-29,-16 6-299,23-15 1,0 0 251,-1-1 0,1 0-6,3-1 0,2 0 47,-13 10-44,14-4 11,15-4 51,10-2 44,11 0 11,9-1 487,13 0-570,8-2-6,6 1-17,5 0-28,0 0 0,-4 2 0,-8-1 5,-13 2 23,-12 0 23,-12 2 16,-11 4-17,-10 3 29,-16 11-51,10-11-6,-7 8-33,20-15 11,3 3 11,8-2-11,9-1 11,6-1 0,10 2-5,7 1-12,4 3 18,2 0-12,-5 2-6,-10-1 124,-14 6-57,-11-10 62,-19 10-16,-10-13-46,-16 4-44,-4-7-269,-10-7-185,22-8 437,-9-9 0,37 5 0,-4-3 0</inkml:trace>
  <inkml:trace contextRef="#ctx0" brushRef="#br0" timeOffset="11477">7537 5977 20414,'-48'33'530,"1"0"0,2 5 0,8 4-485,21-8 0,4 4-1310,-1 8 0,0 6 1,0-1 1239,4-9 1,0-1 0,1 3-16,-1 3 1,-1 4 0,1 1-1,1-2-72,-1 13 0,2-1 0,1 0-52,1-13 0,2-1 1,-1 1-1,1 0-186,0 0 0,1 0 0,-1 0 0,0 0-722,-2 14 1,-1 0-1,-3-1-157,-1-4 1,-3 0 0,-3-2 826,-2-4 0,-3-2 1,-3-4 951,-2-5 1,-2-4 0,-2-3 521,-14 6 1,-3-9-169,3-11 1,-1-10-334,5-11 1,1-9-113,5-8 0,5-8-44,4-9 0,6-6-175,3-7 1,8-3-191,8-5 1,6-2-90,8-2 0,6 1-174,-1 18 0,3 1 0,2 1 108,5-2 1,3 0 0,1 2-445,6-3 0,1 1 0,3-1 521,-9 10 0,2-1 0,1 1 0,1 0 30,1-2 1,1 1 0,1 0 0,0 0 11,0 1 0,1-1 0,0 2 0,0-1 0,-2 3 0,1-1 0,-1 1 0,-1 1 21,10-6 1,-2 1 0,-1 0 221,-6 5 1,-1 1-1,-2 1-151,9-7 1,-5 2 214,-8 7 0,-5 1 20,6-4 1756,-15 10-1868,-23 13 1832,-10 11-1966,-16 14 1069,-6 18-1159,1 13-11,21-21 1,2 0-9,4 2 0,3-1-8,7 30 10,13-10-4,11-11 16,9-13 44,3-13-16,-7-8 108,13-24 48,-17-7 152,9-19 107,-17-5 61,-10-3-39,-14-2-79,-8 3-78,-11 6-62,-4 8-72,-4 8 286,4 9-438,7 6-89,9 8-95,7 6-297,5 10-869,6 8-2743,8 9 4071,5-2 0,-5-9 0,-4-7 0</inkml:trace>
  <inkml:trace contextRef="#ctx0" brushRef="#br0" timeOffset="11802">8368 6310 17770,'0'-4'4868,"0"1"-2992,0 3-1859,1-13-17,18 29-12,6-1 6,-4 9 1,-1 5-12,-1-1 1,-1 3-163,-4 1 0,-3 1 151,-5 1 0,-3 0 19,-6-1 1,-5-1 59,-18 20 77,-8-19 57,1-22 11,9-26 151,15-33-229,10 6-5,13-17-366,4 25 1,3 2 272,-1 4 0,2 1-32,11-12 1,2 2-54,-2 11 1,2 3-163,0 3 0,2 3-630,2 2 1,0 3 856,4 1 0,-3 2 0,6-1 0,-5 4 0</inkml:trace>
  <inkml:trace contextRef="#ctx0" brushRef="#br0" timeOffset="12436">9482 6020 23002,'3'-40'868,"0"-1"0,-1-18-594,-12 83 23,-8 27-207,5-12 0,-1 6-1474,1 0 1,-1 5-1,2-2 1389,-2 5 1,1 0-4,2-1 0,1 4 0,3-3-233,5-7 0,4-2 0,0-2 200,-1 12 1,5 0-103,4-8 0,3 0 0,7-5-660,22 2 1,5-6-150,-11-5 0,4-2 942,4-7 0,6-4 0,-9-4 0,0-2 0,17-3 0</inkml:trace>
  <inkml:trace contextRef="#ctx0" brushRef="#br0" timeOffset="14900">10346 6310 23478,'-6'-21'481,"-1"19"-478,3 28 0,3 13-59,-2-5 0,0 1-137,1 0 0,1-1-303,2-1 0,3-1-2153,8 27-4700,10-7 7349,1-16 0,-8-15 0,-6-12 0</inkml:trace>
  <inkml:trace contextRef="#ctx0" brushRef="#br0" timeOffset="15253">10595 6015 21775,'-41'-12'67,"0"0"0,4 2 0,9 11-50,24 39 0,8 1-17,9-2 17,10-6 16,7-10-5,-4-11 124,9-15-45,-17-11 5,4-12 212,-19-29-128,-10 10 51,-10-16 38,-3 24-27,-1 8-129,3 10-208,7 9-66,5 8-40,6 14-465,7 10-1585,8 15 1387,15 12 0,-13-22 0,3 0 0</inkml:trace>
  <inkml:trace contextRef="#ctx0" brushRef="#br0" timeOffset="15443">10895 6282 17249,'-4'0'4952,"2"0"-4722,2 0-1340,53-60-2895,-2 43 3154,-7-15 1,-1 3 0,2 27 0,-21 1 0</inkml:trace>
  <inkml:trace contextRef="#ctx0" brushRef="#br0" timeOffset="15633">11063 6472 25786,'28'-20'-967,"2"7"1,3 1 213,-1 2 0,1 0-380,23-3 1,-6 1 0,-19 6 0,13-3 0</inkml:trace>
  <inkml:trace contextRef="#ctx0" brushRef="#br0" timeOffset="16635">11660 6243 13049,'5'-8'7673,"-2"2"-6458,-3 6-385,0 0-522,5-13-280,-3 10 22,5-8-16,-4 14 5,2 1 34,-3 1-17,0-1 140,-1-1-73,-1-2 358,0 1-335,-1-8-96,0 0 85,-2-22-40,2-2 0,0-18-39,7 2 0,5 1-33,2 12 5,8 1-6,2 14 23,21 0-40,-3 11-10,12 13-1,-20 6-11,5 19 6,-10 18 0,-6 8-244,-16-18 0,-5 0 230,-9-3 0,-6 0-3,-5 2 0,-4-1 8,3-8 1,-2 0-23,-16 12 0,-1-3 58,15-15 1,0-2 42,-10 8 0,1-4 81,-4-7 5,14-15 85,11-16-73,9-3-5,13-9-108,8 9 461,15 2-505,-7 7 0,16 5-96,9 8-106,5 3-245,-21-1 0,-1 1-718,26 10-121,-29-9 1,1 0-3631,2 0 1,-2-2 3910,16 4 0,-15-5 0,-23-5 0</inkml:trace>
  <inkml:trace contextRef="#ctx0" brushRef="#br0" timeOffset="16840">12663 6087 24363,'-5'-44'461,"0"0"0,0 4 0,2 7-388,3 10-151,5 9-174,4 6-410,3 13-1040,1 11-4443,-3 14 5297,-2 2 0,-5-10 0,-2-9 0</inkml:trace>
  <inkml:trace contextRef="#ctx0" brushRef="#br0" timeOffset="17043">12844 6387 26206,'2'50'-64,"-1"0"1,-3 2-1,-4-2-216,-4-4 0,-4 0-1726,-8 5 1,-6 2 2005,3-12 0,-4 1 0,3-4 0,2-3 0,1-3 0,-2-1 0,0 0 0</inkml:trace>
  <inkml:trace contextRef="#ctx0" brushRef="#br0" timeOffset="17540">13603 6176 19596,'13'-50'1590,"0"-1"1,-2 7 0,-2 6-924,-3 9-399,-5 14-212,-1 13-16,0 18-12,0 15-17,0 21-28,0-20 1,1 2-329,0 3 1,1 0-135,0 0 0,0 1-1151,2-2 0,0 0 1630,2 1 0,1-3 0,-1 4 0,3-7 0</inkml:trace>
  <inkml:trace contextRef="#ctx0" brushRef="#br0" timeOffset="17925">13996 5686 21689,'-41'-25'89,"0"1"1,3 3 0,10 11-47,20 27-21,1 23-26,4-8-35,14 28 50,0-24 59,12 1 161,-10-26 133,-2-11-292,-5-7 129,-2-12 6,-3-4-28,-4-9 12,-4 1 10,-5 2-55,-3 7-96,2 8-117,1 6-381,5 14-521,8 9-3142,9 15 4111,7 0 0,-4-10 0,-3-8 0</inkml:trace>
  <inkml:trace contextRef="#ctx0" brushRef="#br0" timeOffset="18200">14575 5886 23769,'-41'12'164,"0"0"0,0 0 0,-18 7 0,8 5-80,23 3 0,5 3-2701,-3 7 0,2 0 2645,-5 12-11,16-17 0,4-1 1402,12 2-1430,13 4-11,20-9-23,21-6-368,-9-14 1,3-3 272,-14-1 0,1-2-689,21 0 0,3-1 532,-12-1 1,-4 0-1,-13 0 1,-2 0-1,30 0 1</inkml:trace>
  <inkml:trace contextRef="#ctx0" brushRef="#br0" timeOffset="21377">14970 5989 21461,'9'-44'-2089,"18"7"375,7 31 0,6 5-3202,-2-2 1,0 1 3406,17 0 1,-21 1-1,-25 1 1</inkml:trace>
  <inkml:trace contextRef="#ctx0" brushRef="#br0" timeOffset="21566">15150 6216 10952,'-3'1'9415,"1"0"-7172,2-1-2182,7-13 117,4 5-749,37-20-796,4 10-1359,-12 5 1,2 0 2725,-8 4 0,-3 1 0,0-1 0,-20 6 0</inkml:trace>
  <inkml:trace contextRef="#ctx0" brushRef="#br0" timeOffset="23877">15030 5909 20638,'-3'-58'1653,"2"13"-1586,1 43 106,0 2 23,1 11-100,0-4 290,4 26-140,-1-4 68,4 29-101,3 3-135,-1-9 25,-2-15 1,1-1 14,1 4-73,1 8 50,-3-13 0,-6-12 17,0 3 45,-2-3-51,-1-9-50,0-2 118,0-9 6,0-2 234,1 0-375,0-7 17,2-3 6,6-15-34,0 6 17,8-17 16,7-4-27,2-3-6,7-6-17,-12 19 40,9-4-46,-14 20 6,16-8-5,-14 17-6,9 0-6,-5 9 12,-3 2-6,9 10 17,2 2-23,13 5 6,-11-7 0,1-1-5,11 7 5,-11-8 0,-1-1-56,2 3-112,-1 5-146,-16-2-443,-17 1-2811,-11-2-5,1-9 3573,0-2 0,10-8 0,0 0 0</inkml:trace>
  <inkml:trace contextRef="#ctx0" brushRef="#br0" timeOffset="24516">15105 6007 12707,'-2'-2'4643,"0"0"0,2 2-4004,-32-50-437,24 37-101,-25-37 50,33 53-39,0 2 269,6 22-124,0 3-55,5 20-51,1 1-84,-3-9 11,-1-11 1,-1 0-6,4 7-6,6 15 34,-1-15-45,-5-17 22,1 1-39,-8-16 163,1 1 72,-3-5-94,0-1 190,1-4-253,0-6-16,3-9-34,1-8-11,2-8-22,5-5-6,4-4 17,4 1-12,-4 10 7,10-5-18,-14 22 40,18-11-46,-12 18-4,12 0-1,-8 5-22,24 10-1,-9 5 12,-9-2 0,1 1-5,22 16-23,-3 4-73,-7 3-325,-9 2-1125,-10-1-5731,-9-1 7282,-8-9 0,-5-13 0,-2-8 0</inkml:trace>
  <inkml:trace contextRef="#ctx0" brushRef="#br0" timeOffset="24968">16435 5975 19204,'-1'-4'4027,"-1"0"-2246,2 4-2010,-12-51-567,17 43-3768,-1-30 4564,19 55 0,-7-4 0,-5-4 0</inkml:trace>
  <inkml:trace contextRef="#ctx0" brushRef="#br0" timeOffset="25177">16544 6282 20923,'-7'1'3305,"1"1"-2734,6-2-123,0 0-229,-21 76-967,18-26 756,-5 7 1,-1 5-82,9-12 0,0-2-65,0-14 1,-3 0-672,-5 17 0,-5-1 809,-2-14 0,-2-5 0,-5 17 0,-1-10 0</inkml:trace>
  <inkml:trace contextRef="#ctx0" brushRef="#br0" timeOffset="25458">17049 6016 18586,'20'11'50,"-2"16"894,-16 7 0,-2 6-1513,1-1 1,1 1-3028,0 1 0,0-1 3596,0-7 0,1-2 0,0 8 0,-1-19 0</inkml:trace>
  <inkml:trace contextRef="#ctx0" brushRef="#br0" timeOffset="25857">17154 5548 19652,'-6'-5'2493,"1"0"-2123,5 5-292,0 0-117,-26 0 28,23 6-40,-13 5 6,31 6 45,3 2 96,-1-6-24,-8-6 74,-2-4-40,-7-11 85,-1-3 72,-4-8 45,-5-2-3090,-7-2 2973,5 8 33,-5 2-129,9 9-84,-1 2-72,2 7-23,4 1-336,1 13-913,9 3-2103,6 13 3436,4-2 0,-5-11 0,-4-9 0</inkml:trace>
  <inkml:trace contextRef="#ctx0" brushRef="#br0" timeOffset="26086">17915 5787 24822,'-20'49'-293,"0"0"0,4 2 0,7-1-97,14-14 1,5-1 138,4 16 0,-1-5 0,-5-19 1,6 20-1</inkml:trace>
  <inkml:trace contextRef="#ctx0" brushRef="#br0" timeOffset="26286">17708 6196 15636,'-7'-5'7103,"2"2"-6437,5 3 252,-61-70-822,46 47-60,-15-19 0,13 1-69,63 17-63,-15 12 1,3 2-589,15-2 0,1 2 563,-13 4 1,2 2-586,22-2 1,-1 2 231,-29 2 0,2 0-2803,12-1 0,6 0 0,-6 0 3208,-12 0 0,-1 0 0,6 1 1,-5-1-1,-7 0 0</inkml:trace>
  <inkml:trace contextRef="#ctx0" brushRef="#br0" timeOffset="26510">18799 5706 19036,'-3'-2'4587,"2"0"-2161,1 2-2398,-23-13-6,17 28 1,-16 2-35,22 22-44,4 18-146,0-24 1,1 0-135,4 22-1353,-1-9 0,0 0 1555,-2 9 0,2-3 1,-7-23-1</inkml:trace>
  <inkml:trace contextRef="#ctx0" brushRef="#br0" timeOffset="26677">18585 6067 23487,'-18'-50'95,"1"1"0,-1 8 1,11 7 135,54 4-1104,6 18-603,-10 3 0,3 2-3440,-2 3 1,-1 2 3711,-8 0 0,-4 1 1,13 0-1,-32 1 1</inkml:trace>
  <inkml:trace contextRef="#ctx0" brushRef="#br0" timeOffset="27141">19408 5477 21218,'-18'-40'1058,"-1"-1"1,1 0 0,-7-13 0,5 8-790,10 19 162,5 11-408,14 25-7,9 22-16,-1-2 0,1 5-418,3 9 0,0 4 418,1 7 0,-2 4-410,-9-17 0,-1 1 0,-1 1 387,-2 2 1,-2 2 0,-2 0-103,-3 2 0,-2 0 0,-3 1-251,-1 0 1,-3 0 0,-2-1-1052,-3 0 1,-3-1 0,0-2 1426,-8 13 0,0-6 0,7-18 0,1-5 0,-3 2 0</inkml:trace>
  <inkml:trace contextRef="#ctx0" brushRef="#br0" timeOffset="27817">20286 5301 19736,'0'-7'2257,"0"2"-918,0 5-1367,-29-47 67,10 50-5,-31-25-17,23 55-6,0-3 0,-1 1 28,-11 10-195,11-13 0,2 0 151,-4 9 38,14-7 35,22-7-18,20-7-28,7-7 6,3-6 0,3-1 34,18-1-31,-17 0 0,-2-1 53,10-1 33,-19 0 358,-14-1-330,-11 2-27,-10 3 11,-6 2-1,-11 5-27,-3 4-17,-2 3-17,0 4-39,2 2-11,3 5-6,2 1 1,4 1-12,1 0 0,2-1 0,2-2 5,3-3-10,7 2-7,5-10-16,6 4 17,1-9 22,2 5 1,-2 2-7,-4 4 6,-7 2-5,-13 4 11,-13 3 16,-11 2-27,-3 0-3404,6 4 3398,16-14 12,8 4-7,21-14-100,13 5-347,21 0-118,-12-10 0,2 0-1477,8 1 0,1-2 2037,-1 0 0,-3-2 0,3 2 0,-27-5 0</inkml:trace>
  <inkml:trace contextRef="#ctx0" brushRef="#br0" timeOffset="29252">11044 8514 20464,'9'-40'1781,"0"0"1,-4-22-1659,-15 70-56,-8 13-33,5 4-6,-3 36-56,9-25-146,0 11 0,1 1-477,3-3-3152,0 5 0,2 1 2976,0-5 1,1-2-1,0-35 1</inkml:trace>
  <inkml:trace contextRef="#ctx0" brushRef="#br0" timeOffset="29623">11404 8071 16992,'0'-6'4531,"0"1"-3405,0 5-1048,-38-15-55,25 20-6,-34 9-12,41 17-5,-2 7 0,8-11 0,6-12 241,5-2 50,3-14 28,3-13 40,-6-16-12,-3-10-45,-6-4-145,-4 10 274,-7-2-268,1 22-129,-4-2-34,4 16-22,-1 8-29,3 1-481,1 21-896,10-4-4051,9 16 4631,6-11 0,-4-10 0,-5-10 0</inkml:trace>
  <inkml:trace contextRef="#ctx0" brushRef="#br0" timeOffset="29986">11845 7893 25214,'-47'14'56,"0"0"0,4 8 0,9 10-59,22 22 0,10 10-1308,-3-13 0,1 3 0,0 2 1308,0-7 0,1 0 0,-1 2 0,1 1-34,-1 5 1,0 2 0,0 1 0,0 0-55,1-10 0,0 0 1,0 1-1,-1 0 0,1 1-492,-1 0 0,0 0 1,0 1-1,-1-1 0,1 0 234,-2 11 1,-1-1-1,1 0 1,-2-2 163,0-5 0,0-1 0,-1-2 0,-2-2 379,-2 6 1,-1-3-1,-3-4-63,-7 4 1,-3-8-24,-15 1 85,9-37 0,-1-11 137,-15-24 260,14 2 1,1-5-393,6-8 1,4-6-3,4-6 0,6-5 887,5-8 0,6-1-1030,4 10 0,7-1-295,9-2 1,7-5-1,3 5 225,-3 14 0,2 3 1,2-1-43,2-2 0,2-3 0,2 1 1,0 3-232,9-4 1,2 4 0,0 0-1123,0 2 1,2 0-1,-1 2 1412,-6 6 0,0 1 0,-4 2 0,2-1 0,-5 5 0,4-3 0</inkml:trace>
  <inkml:trace contextRef="#ctx0" brushRef="#br0" timeOffset="30468">12962 8035 15829,'0'-11'2374,"-7"-26"1,-5-1-178,1 20-2085,-4-17 0,-1 10 730,-5 49-657,-4 26-121,12-11 1,0 5-378,0 11 1,1 4 328,4-13 1,1 2 0,1 2-328,-1 4 1,1 2 0,0 0 298,1 3 1,2 1 0,0 0-40,2 0 1,1 0 0,3-2-106,3-2 1,2-2 0,4-1-232,2-4 1,4-1 0,2-3-996,4-5 1,3-2 0,2-2 1381,4-3 0,3-3 0,-3-3 0,-3-1 0,-2-4 0,26 8 0</inkml:trace>
  <inkml:trace contextRef="#ctx0" brushRef="#br0" timeOffset="32057">13441 8296 20358,'0'-5'1759,"0"1"-897,0 4-486,-2 47-348,1-17-17,-1 3 0,0 5 6,-3 5 0,1-2-434,-3 14 445,0 3 0,-1-1 115,2-13-132,2-8 1,-1-2 430,-1-8 118,2-7-330,0-12 22,4-31-118,4-9-27,1-26-46,4 11 1,-3 14 0,2-1-319,4-3 1,2 1 289,2-1 1,1 1-6,-1 1 0,3 3-166,6 2 1,2 4 160,13-1-68,-13 10 1,2 3 38,17 4-5,-2 14-28,-1 10-95,1 12-209,-1 14-82,-9-6-4491,-10 0 1,-1-1 4502,-3-2 1,5 11 0,-20-33 0</inkml:trace>
  <inkml:trace contextRef="#ctx0" brushRef="#br0" timeOffset="32590">14882 8315 21495,'11'-46'1088,"0"1"1,1 5-1,-7 10-853,-8 24-128,-8 19 16,-8 17-17,-12 24-89,3 0-634,1-3 0,0 4 586,8-13 0,1 2-115,0-4 1,-1 4-1,1-2-764,-3 11 0,2-2 314,-1 4 0,2-5 0,-1 7 1,3-10-1</inkml:trace>
  <inkml:trace contextRef="#ctx0" brushRef="#br0" timeOffset="32957">14546 8210 17994,'-4'-3'3053,"0"1"-958,4 2-1972,-55 49-5,43-19-102,-16 0 1,5 2 90,35 8-18,-2-21 158,5 5 167,-8-17-100,-3-12-163,-1-8-62,-2-10-16,0-5 6,-3-1-46,1 3-38,-1 8-18,2 8-106,0 7 40,0 11-197,1 8-755,5 13-4807,8 9 5848,3-3 0,-8-17 0,-5-11 0</inkml:trace>
  <inkml:trace contextRef="#ctx0" brushRef="#br0" timeOffset="33301">15339 8604 23747,'-48'9'296,"0"-1"1,6-1 0,6 4-5868,13 19 5594,11-10 1425,15 6-1398,9-10 905,11-2-854,6-5 5,2-7 68,1-10 3431,-4-8-3375,-3-9-1,-8-6-10,-7-2-46,-9 1-44,-11 5-67,-9 8-57,-6 7-16,-3 7-17,0 8-946,0 14-2376,14 2 2502,5 7 0,10-14 0,3-5 0</inkml:trace>
  <inkml:trace contextRef="#ctx0" brushRef="#br0" timeOffset="33552">15813 8299 23259,'0'-7'2874,"0"2"-1777,0 5-1063,-15-14-23,9 25-56,-15 33-33,16 4-602,0 2 1,1 1-123,1-14 1,1-1-1915,-1 11 0,1-1 2716,1-5 0,0-5 0,0 2 0,1-26 0</inkml:trace>
  <inkml:trace contextRef="#ctx0" brushRef="#br0" timeOffset="33950">16126 7982 24262,'-57'-13'28,"12"17"-28,43 28-23,8 9 7,4-4 27,8-6 73,-5-13-23,0-6 51,-7-18-5,-2-8 44,0-12 6,-2-9-17,-1-5 89,-2-7-150,0 17 73,-2-1-74,1 22-134,-1 2-11,-1 9-1675,-2 26 1742,8 4 0,-4 1 0,7-11 0</inkml:trace>
  <inkml:trace contextRef="#ctx0" brushRef="#br0" timeOffset="34201">16606 8329 25702,'1'-42'-113,"0"0"1,20 0 0,13 9-571,17 22 0,8 10-619,-16-4 1,1 1 0,1 1-3,-1 2 1,1 2-1,-3 1 1304,6 2 0,-6 2 0,6 2 0,-18 1 0</inkml:trace>
  <inkml:trace contextRef="#ctx0" brushRef="#br0" timeOffset="34382">16703 8523 24962,'33'-15'-1008,"0"0"0,11-6-2370,14 7 1,3 2 2245,-1 0 0,-24 6 0,-4 0 0,-7 1 0</inkml:trace>
  <inkml:trace contextRef="#ctx0" brushRef="#br0" timeOffset="34568">17396 8222 20336,'-6'-2'4284,"1"0"-3836,5 2-633,42-60-11,-11 42-557,10-16 0,8 3-661,-2 25 0,1 7 448,-9-4 0,0 2 966,18 0 0,-7 0 0,-21 2 0,8-1 0</inkml:trace>
  <inkml:trace contextRef="#ctx0" brushRef="#br0" timeOffset="34784">17579 8483 24973,'21'-35'-423,"6"15"0,4 5-545,30 4-553,-14 2 1,0 1 599,-14 2 0,-1-1 921,13-3 0,-4 1 0,-11 2 0,15-4 0</inkml:trace>
  <inkml:trace contextRef="#ctx0" brushRef="#br0" timeOffset="35093">18454 8166 24279,'-56'3'253,"-1"0"1,5 0 0,8 5-220,13 18 5,10 4-39,11 5-34,12-8-5,15 6 50,10-9-33,23 8 44,-3-14 51,9-5 6,-17-18 66,-3-9 85,-8-13-67,-5-8-34,-8-5 100,-5-1 6,-9 3-50,-8 3-50,-7 7-79,-5 5-96,-3 7-217,1 7-920,1 6 1177,0 11 0,10-4 0,1 3 0</inkml:trace>
  <inkml:trace contextRef="#ctx0" brushRef="#br0" timeOffset="35574">19285 7964 23291,'-24'-55'861,"0"0"0,4 6 0,3 10-598,7 23 6,6 10-252,11 19 0,11 20-12,-1-2 1,1 4-827,4 9 1,2 5 812,-7-11 1,0 2-1,-1 1 2,-1 2 1,-1 2-1,-2 1-15,-1 1 1,-3 2 0,-4 1-160,-9 12 1,-5 1 0,-2-3-473,3-16 0,0-3 0,-4 0 166,-5 6 1,-3 1 0,-4-4 485,-15 7 0,1-9 0,4 0 0,8-14 0,0-1 0</inkml:trace>
  <inkml:trace contextRef="#ctx0" brushRef="#br0" timeOffset="36657">20539 7932 23287,'-39'-31'142,"1"0"0,1 0 0,13 13-148,22 20 34,12 6 12,3 1-57,5 2 17,8-1 0,-3-2-3409,12 6 3415,-12-4-18,1 5 7,-17-3 10,-3 7-5,-13 3 6,-13 6 16,-18 5 0,13-14 1,-1 0-247,-11 5 1,1-1 223,-13 10 6,18-12 0,4 0 3142,10 3-3137,3 2 40,28-1 5,14-8-28,10-4 0,17-7 73,8-2-113,-11-1 23,-16-1 1,-5-1 16,-11 1 757,4 2-701,-22 2 45,-10 7 56,-22 14-96,-5 4-77,-5 3 49,0 6-5,11-3 6,-3 13-37,20-18 0,3 2-436,-2 21 450,10-3 90,18-6-101,-4-28 186,24 13-147,-18-23-22,19 3-17,-4-7 11,-2 0-39,-3-1 472,-8 2-500,-6-1-84,1 1-1344,-3 5-2599,-6 0 4055,-5 4 0,-1-9 0,-1-3 0</inkml:trace>
  <inkml:trace contextRef="#ctx0" brushRef="#br0" timeOffset="39769">14711 9721 15367,'0'-3'5808,"0"1"-4071,0 2-953,-83 10-1426,37 19 706,-10-5 1,2 6-501,27 8 1,7 7 443,-1 7 0,3 5-387,6-14 0,2 1 0,0 2 373,1 4 1,1 2 0,0 0-23,1 4 0,0 0 0,1 1-60,0 1 0,1 1 0,0-1-151,0 2 0,0 0 1,0 0-203,-1 0 0,1 1 0,-2-2-48,-1 0 0,0-1 0,-3-1 212,0-2 1,-2-1 0,-2-3 231,-2-5 0,-2-1 1,0-5 69,-2 6 0,-5-6 78,-12-4 1,-3-10 160,-10-16-99,16-13 0,3-9 80,10-14 1,7-8-56,4-13 1,6-5-138,5 11 0,5-2 0,1-1 1,4-5 0,3 0 0,3 0-116,4-2 1,2 0 0,3 1-10,3 1 0,2 1 0,2 1-66,1 3 1,1 1 0,1 2-414,0 3 1,0 2 0,1 1 401,-2 3 1,0 1-1,1 1-250,-1 2 0,0 1 0,0 1-199,17-11 0,0 1-39,2 1 1,-1 1 304,0 0 1,-1 1 330,-4 1 0,-1-1 159,-6 3 1,-2 0 354,-8 4 1,-2 0 146,11-15 1773,-17 14-1431,-13 8 1366,-14 8-1708,-10 5 1158,-14 11-1331,-10 11-124,-10 12-304,22-8 0,1 1-15,0 2 0,1 1-1680,2 6 1,2 1 1634,-3 9 5,8 10-5,22-28 34,6 1 56,10-11 202,5-10-180,3-11 3453,2-10-3245,-2-8 100,-4-6-6,-8-1 185,-4-3-184,-9 12-275,-1 5 34,-4 14-146,0 5 17,-2 14-40,-4 8-5,-1 9 11,-4 18-22,0 0-121,5-16 0,1 1 129,1-1 1,1 0 2,3 2 0,3-1-23,8 13 35,4-10 27,13-24 0,2-21-39,17-14-6,-19 3 1,-1-5-406,3-4 1,0-3 449,0-5 0,-1-3-17,-2-2 1,-2-3 13,-1-4 1,-1-2-1,-2-1 0,-1-3 12,-5 12 1,0-1 0,-2 3-18,1-3 0,-1 2 53,3-11 0,-2 3 140,-3 2-12,1-3-4,-6 21-96,-3 14-90,-3 12-16,-10 33 38,-6 27-55,6-15 0,0 6 0,1-1-210,-3 15 0,1 1 202,4-11 0,0 3 1,2-6 15,1-4 0,3-3-22,2 6 0,2-1 154,8 16-230,3-22 0,2-3-132,5 3 216,10-9-28,-9-40 11,5-13 51,1-10 0,-1-6-3,-2-2 0,-2-2 346,3-6 1,-2-1-288,-7 8 0,-5 2-17,0-7 129,-5 2 72,-6 13 91,-2 4-202,0 6-96,-1 13-11,0 5 557,2 3-612,-1 16 27,1 5-17,2 21 29,3-8-3432,18 25 3420,-4-27-22,1-1 0,5 2-255,3-3 1,1-1 259,1 1 1,-1 0 2,0-1 0,-1 0-8,9 19-23,-26-9 40,-13-1-23,-11-6-95,-23-9-773,-11-10 118,7-1 239,-7-15 528,28-8 0,5 2 0,8 1 0</inkml:trace>
  <inkml:trace contextRef="#ctx0" brushRef="#br0" timeOffset="40185">16246 10160 26306,'11'-16'90,"-3"3"0,15 7-62,-10 0 95,12-10 56,-5-8-61,-1-3-29,-1-2 236,-8-1-84,-7 14-68,-3-3-89,-2 12 0,-7 4-50,-10 14-28,-2 7-12,-3 7 28,-2 25-27,12-8 10,-2 10-38,12 8-23,8-30-138,6 1 1,6-1-899,20 0-118,10 6 1210,-13-22 0,-1-4 0,-8-2 0,13 0 0</inkml:trace>
  <inkml:trace contextRef="#ctx0" brushRef="#br0" timeOffset="41793">12419 11666 15177,'-4'0'5578,"0"0"-3012,4 0-2493,15-29-62,14 12-14,-5-2 0,4 0 0,2 10 1,2 3-7,0 1 1,-1 1-14,21 0 22,-20 12 16,-22 9 12,-30 16 6,-25 10-454,12-17 1,-4 0 444,-2 1 1,-3 0 30,-5 3 0,2 0-40,16-10 1,1-1 0,-3 4 0,5-1 11,10 0 0,2 2 0,14-5 6,9-2-6,9-4-12,8-2 873,5-3-855,4-3-17,1-2-17,-1-2 28,-4 0-17,-9 1 45,-10 6-34,-8 0 46,-11 12-24,-10 3-4,-8 10-18,-4 4 0,-1 9-10,12-16-12,5 9-28,14-17 28,9 5 11,16 2-11,-1-10-3,4-4 0,1-1 3,2-2-11,-1 1 0,0 2 11,2 9 17,-1 19-23,-17-12 23,-32 23 5,0-31 20,-6-2 0,-4-1 59,-16 0-34,-13-2-33,2-9-118,7-14-370,4-8-2341,5-13 2795,8 1 0,12 7 0,10 7 0</inkml:trace>
  <inkml:trace contextRef="#ctx0" brushRef="#br0" timeOffset="43390">9541 13237 18162,'-11'-4'1199,"1"1"-398,10 3 308,0 0-1076,13-39-33,18 22-6,-8-8 1,5 1-1,10 13 1,2 6-3415,21-5 3386,-5 5 40,-35 9 22,-17 12 0,-23 7 0,-9 1 0,-2 1-23,-20 12-384,5-7 0,-1 1 396,14-10 0,2 0-6,-7 5 0,2 1-8,5-3 0,3 0 14,-10 15 3011,20-1-3012,19-12 1,15 0-28,5-13 1172,13 1-1155,12-5-6,5 0 45,10-2-45,-23-3-17,4 1 23,-27-1 27,4 3 102,-25 5-29,-11 4-5,-14 8-45,1-4 39,-16 8 18,-1 7-74,0 3-45,2 7 12,22-11 0,11-10 61,14 7-62,2-20 7,9 9-12,3-11 16,14 5-27,7 0 11,1 0 6,4 0-6,1 2-23,-4 1 29,-6 0 128,-18 1-44,-17-10 128,-12 9-5,-32 0-140,-11 0-351,17-6 1,-1 0 288,2-3 1,2 0-46,-20 5-240,-5 0-3900,17 0 4174,7-2 0,12-2 0,19-6 0</inkml:trace>
  <inkml:trace contextRef="#ctx0" brushRef="#br0" timeOffset="44141">8038 15730 23747,'-12'-54'5,"17"27"-5,11 44-23,2 9 1,0 4-84,0 20-244,-6-11 0,-2 1 254,-3 18-30,-13-7 0,-5 0 98,-4 3 42,-12 3 0,-5-3 182,-9-10-25,13-15 0,-1-7 280,-6-15-345,14-15 73,9-22-55,24-26-82,-1 24 0,4-2-456,9-8 1,5 0 382,4 4 0,4 1-42,3 1 1,2 2-82,2 1 0,1 2-216,-1 4 0,2 2-386,-2 2 0,1 2-1518,0 3 0,-2 2 2274,-4 2 0,-5 3 0,2-1 0,-23 9 0</inkml:trace>
  <inkml:trace contextRef="#ctx0" brushRef="#br0" timeOffset="44476">8682 15831 23618,'1'-32'196,"1"6"-325,2 24 28,-2 1-2750,0 9 2101,-1-3 246,-1 7 291,-2-7 325,-2-2 162,1-2 34,0 0 829,3-1-1367,0-3-1449,0 2 1679,0-4 0,0 4 0,0-1 0</inkml:trace>
  <inkml:trace contextRef="#ctx0" brushRef="#br0" timeOffset="45152">7385 15776 18638,'2'-53'1551,"0"1"1,-1 6 0,0 5-835,-1 5-398,-1 16-140,0 11-44,2 65-107,0-20-567,0 16 1,-1 9 490,-3 2 1,-1-1-654,2-10 1,0 2 569,-2 0 1,-1 5-1,1-4-326,-1 4 1,0-1-138,1-10 0,0 1 1,1-1-642,-1-5 0,1 0 0,-1-2-2465,-1 12 1,-1-3 3230,1-14 1,0-4-1,-2 3 1,2-20-1</inkml:trace>
  <inkml:trace contextRef="#ctx0" brushRef="#br0" timeOffset="45341">7171 16329 12068,'-1'-4'6161,"0"0"-5842,1 4-391,48-65-2385,2 34 2253,-18 4 1,4-5 0,2 5-701,6 10 0,3 5 1,-3 1-766,5-3 0,-1 0 1669,-4 3 0,1 0 0,-7 2 0,-1 1 0,-1 1 0</inkml:trace>
  <inkml:trace contextRef="#ctx0" brushRef="#br0" timeOffset="45500">8424 15847 13653,'7'-6'4352,"-2"0"-3545,-5 6-73,0 0-3675,28-32 2941,-19 24 0,20-23 0,-27 31 0</inkml:trace>
  <inkml:trace contextRef="#ctx0" brushRef="#br0" timeOffset="46066">8667 15894 12304,'-6'5'6671,"0"-1"-6010,6-4 3130,0 0-3376,19-56-141,-10 37-73,2-13 1,-1 3 190,-4 23-246,-4 3-163,-3 10 107,-7 13-79,0-2 0,-6 19 12,1 0-1,2 2-16,3-2 16,5-2-22,4-8-6,7 9-10,-1-12 44,17 2 72,-3-19 97,13-5 5,3-16-96,-6-4 191,11-19 56,-11-2-93,-12 9 0,-1-3-13,6-21-29,-9-6-123,-11 26 1,-4 2-35,-2 12 1,-1 0-73,1 8-101,0 5 33,2 6-436,10 5-465,6 6 117,5 1-7135,15 19 7998,-16-10 0,3 3 0,-15-13 0</inkml:trace>
  <inkml:trace contextRef="#ctx0" brushRef="#br0" timeOffset="46416">9358 15850 19188,'-3'0'4592,"1"0"-2441,2 0-1983,4-14-145,16 0-7,-1-9 29,30-7-22,-23 12 38,22-17 169,-17 1 72,-4 1-139,-5 1 173,-16 8-40,-15 6-189,-5 3-57,-6 5 51,-18 12-79,16 3 29,-30 21-46,30-9 7,-18 24 4,13 4-66,5 6-28,5 0-270,17-2-788,15-9-3780,2-11 1,2 0 4034,8 6 1,4-4-1,-26-25 1</inkml:trace>
  <inkml:trace contextRef="#ctx0" brushRef="#br0" timeOffset="46644">10078 15912 26413,'-1'-17'-1563,"-1"4"1563,5 13 0,-2 0 0,2 0 0</inkml:trace>
  <inkml:trace contextRef="#ctx0" brushRef="#br0" timeOffset="47144">6127 17093 9582,'-6'3'8031,"1"-1"-5829,5-2-1049,87-20-896,-46 9 1,5-1-1022,12-2 1,7-1-1,-4 0 771,-17 4 1,-2 1 0,4-1 7,11-2 0,6-1 1,2 0-1,-3 1-522,-9 3 1,-3-1 0,0 1 0,3 0 497,-5 0 0,0 1 0,2-1 0,2 0 0,1 0-25,2 0 1,2-1-1,3 1 1,-1-1-1,-1 1 1,-3 1-359,-2 0 0,-3 1 0,-1 0 1,1 0-1,4 0 392,5-1 1,3-1 0,2 0 0,1-1 0,-1 2 0,-4-1-222,1 1 0,-2 0 0,-1 1 0,-1 0 0,0-1 226,-3 1 1,0 0 0,-2 0-1,0 0 1,-1 0 4,6-1 0,-1 0 0,-2 0 0,-2 0-8,5-2 0,-2 1 0,-4-1 379,5-1 1,-7-1-2767,6-9 2385,-33 6 0,-16 7 0,-6 4 0</inkml:trace>
  <inkml:trace contextRef="#ctx0" brushRef="#br0" timeOffset="55119">21272 788 16846,'2'2'1445,"-1"13"-997,-2 17-134,-2 20-208,0-20 1,0 3-698,-3 16 0,-1 2 627,0-3 1,0 1-18,-1-1 1,0 1 27,-1 5 1,-1 0-3,0-5 0,0 1-512,2-7 1,-1 2 0,0 2 496,-1 0 0,1 2 0,-1 0-1,0 1 1,0 2 0,0 0 0,0 2 0,0 1 0,0 1-6,0 2 0,1 1 1,0 1-10,2-14 0,0 0 1,0 1-1,0 1-403,1 1 0,-1 1 0,0 1 0,0 1 401,1 0 1,-1 2-1,0 0 1,0 0-1,1-4-422,-1-2 1,1-4 0,1 1 0,-2 3 414,0 4 1,0 3 0,0 2 0,-1-2 0,2-3 1,0-3 1,0-4-1,0 0 1,1 3-3,-1-1 1,1 1 0,-1 2-1,1 0 1,0-1-1,0 0 1,1-1 0,-1 1 0,1 0 0,0 2-172,1 0 1,-1 1 0,1 2 0,0-1 0,0-1 0,0-3 167,0 5 0,1-3 0,-1 0 0,1 5-1,-1 1 1,1 7 0,0 2 0,-1-1 0,1-3-1,1-9-81,-1 5 1,1-9 0,-1 7 78,1-9 0,-1 5 0,0 3 0,1 1 0,-1-2 0,0-4-4,0 6 0,-1-4 0,1-1 0,-1 3 1,0-1 1,0 1 0,0 1 0,0 2-1,-1 0-2,0-2 0,0 3 1,0 0-1,-1 0 1,0-2-1,1-3 5,-1 7 0,1-4 0,-1 0 0,0 4 0,0-9 0,0 4 0,-1 0 0,1 1 0,0-2 0,0-4-94,-1 7 1,1-5-1,0 0 1,-1 2 93,1-1 0,-1 2 0,0 1 0,0 1 0,0-1-2,0-1 1,1 0 0,-1 0 0,1 0 0,-1 0-7,0-1 0,1 0 0,0 0 0,-1 0 0,1 2 10,0-2 1,0 1 0,0 1 0,0 0 0,0 0 0,0-3-6,0 5 1,1-2 0,-1-1 0,1-1-1,-1 1 3,1-2 0,0 0 0,0-1 0,0 0 0,0-1-3,0 9 0,0 0 1,-1-1-1,1-3 18,0-8 0,1-2 0,-1 0 1,1 2-5,-2 10 0,0 2 0,0 1 1,0 0-8,-1-1 0,1-1 0,0 1 0,-1-1 0,0-1 0,0 1 1,0-1-1,0 1 3,-1-1 0,1 0 0,-1 0 0,-1-1 37,1 0 0,-1 0 0,-1 0 0,1 0-39,-1-1 1,0-1 0,-1 1-1,1-1-7,-1 0 1,1-2 0,-1 1 0,0 2-22,0-7 0,1 2 0,-1 0 0,1 0 0,0-2 28,-1 5 1,0-1 0,1-1 0,0 0 156,0-3 1,1-1 0,-1 0 0,1-1-160,-1 12 1,0 0 0,1-4 1,1-9 1,0-2 0,1 1 9,-2 10 0,0 1 0,0 1-4,0-3 0,1-1 0,-1 0 2,1-1 0,0-1 1,0 0 2,0-1 1,0 0 0,-1 0-1,1 0 1,-1-1 0,0 0 0,0-1 0,-1 0 0,0 0-2,0-2 0,-1-1 0,1 2 5,-1 6 1,-1 0-1,1-1-9,3-7 0,0-2 1,0-1-15,-2 18 0,2-1 17,3-5 0,2-2 355,2-12 1,0 0-348,1 11 1,1 1 10,1-2 1,0 0-15,3-2 1,0-1-3,1 0 0,0-1-3,0-4 0,0 0 774,0-5 1,-1-1-778,-2-1 1,-1-3 2622,2 9-2835,-9-4-843,-4-26-2064,0-3 3108,-1-5 0,7-5 0,0 0 0</inkml:trace>
  <inkml:trace contextRef="#ctx0" brushRef="#br0" timeOffset="59926">24200 2358 24217,'-7'-42'418,"-1"0"1,1 0-1,1 16-407,4 27 45,-4 23-56,-2 14 3,2-6 0,-1 3-472,-2 4 0,1 0 396,1-7 0,1 2-1246,-3 20 1,0 1-3449,1 4 4767,3-7 0,0-6 0,4-28 0,0-4 0</inkml:trace>
  <inkml:trace contextRef="#ctx0" brushRef="#br0" timeOffset="60315">24788 2301 24822,'18'-39'437,"1"0"0,0 0 0,-10 15-275,-31 41-44,-9 10-76,5-2 0,-1 3-31,5-6 0,1 3-588,-14 19 0,2 3 582,12-12 1,2 1-9,-7 14 1,3 3-10,12-11 1,4-3 157,2 20-160,14-22 0,6-3-37,14 2 40,-7-13 0,3-3 67,17-3 17,-3-15 55,-6-15 29,-6-9-6,-10-10 781,-8 6-692,-22-14-5,-11 14-179,-22-6-56,-5 17-39,-1 8-17,5 6-241,9 9-1299,12 5 1596,12 13 0,8-12 0,6 2 0</inkml:trace>
  <inkml:trace contextRef="#ctx0" brushRef="#br0" timeOffset="60693">23605 3299 19227,'-7'0'2822,"2"0"-2256,5 0-235,0 0-180,73-26-998,-35 18 1,5 1 756,6-4 1,7-2-1,-1 3-573,-2 3 0,-1 3 0,0 0-308,3 0 1,1 0-1,-2 2-2306,-1-1 0,-2 2 0,-2-1 2588,5 1 0,-5 0 1,12 1-1,-45 0 1</inkml:trace>
  <inkml:trace contextRef="#ctx0" brushRef="#br0" timeOffset="60931">23831 3441 25140,'57'-18'65,"0"-1"0,-1 1 0,-2 2 0,-1 0 0,0 3-77,-3 3 1,-1 3 0,-2 1-720,7-2 1,-1 1 228,11-1 1,-3 1-1169,-27 4 1,-4 0 868,13 0 1,-21 3-1,-13 0 1</inkml:trace>
  <inkml:trace contextRef="#ctx0" brushRef="#br0" timeOffset="63274">26056 2675 22531,'-20'-44'638,"0"1"1,1 4 0,0 12-628,-4 28-6,-22 26-5,1 13-990,9-6 1,-1 4 933,1 2 0,-1 2-210,-2 6 0,1-1-31,7-9 0,2 0-1227,-5 8 1,2 0 906,9-9 0,2-3 0,-10 17 1,9-12-1</inkml:trace>
  <inkml:trace contextRef="#ctx0" brushRef="#br0" timeOffset="63652">25521 2640 15625,'0'-5'3546,"0"1"-1990,0 4-1466,-47 0 5,24 30-50,-28-3 17,39 22 38,15-16 74,7-9 162,6-9 169,4-7 38,0-11-56,-3-8-61,-2-11-57,-7-7-206,-3 3 195,-16-18-291,3 26 12,-15-14-85,4 26-89,-3 1-118,4 13-196,8 13-638,8 16-2302,19 14 3349,1-19 0,3-2 0,3 6 0,7-5 0</inkml:trace>
  <inkml:trace contextRef="#ctx0" brushRef="#br0" timeOffset="63983">26161 3147 18756,'-7'0'3535,"1"0"-2975,6 0 151,0 0-213,-33 1-279,32-1-1,-21-1 12,40-4-1,0-2-61,-4-3-33,-4-1-12,-5 0-50,-4 0-34,-6 1-16,-4 1-18,-6 3-21,-4 3-18,-2 6-56,1 4-224,2 7-660,6 4-2958,7 5 3084,9-3 0,-2-6 0,4-7 0</inkml:trace>
  <inkml:trace contextRef="#ctx0" brushRef="#br0" timeOffset="64376">26718 2809 23013,'25'-54'96,"0"0"1,-1 16 0,3 1-1,1 10-101,32 6-529,-17 8-1,2 2 535,-9 5 0,-2 4-39,23 6 354,-18 10-287,-19 14 79,-20 16 33,-23 12-342,2-24 0,-4 0 247,-7 2 0,-3-1-12,-4-1 1,0-1-17,-1-1 0,0-1-1,4-2 1,2-1-9,5-4 1,4 0 42,-7 15 49,25-9 501,30-9-635,25-8-179,-12-8 0,3-4-1048,9-2 1,3-2 1260,-7 0 0,1 0 0,-4 0 0,-3-1 0,-4 1 0,3 0 0,-1-1 0</inkml:trace>
  <inkml:trace contextRef="#ctx0" brushRef="#br0" timeOffset="64941">27704 2575 22145,'55'-13'-650,"0"0"1,0 0 0,-12 1 0,-2 0 0,-2 6 0,11 9 0,-6 4 0,-7-1 0</inkml:trace>
  <inkml:trace contextRef="#ctx0" brushRef="#br0" timeOffset="65131">27883 2821 23926,'48'-36'-2443,"-18"11"314,11 15 1,11 5 0,-3 1 1184,-1 0 1,-4 0 0,-2 1-1,-4 0 1,7 0 0</inkml:trace>
  <inkml:trace contextRef="#ctx0" brushRef="#br0" timeOffset="65341">28668 2583 22935,'55'-22'-525,"-1"-1"1,1 1 0,-10 1 0,-2 2 0,-2 6-933,8 11 1,-3 6 604,-9 0 1,-3 0-1,18 1 1,-16 2 0</inkml:trace>
  <inkml:trace contextRef="#ctx0" brushRef="#br0" timeOffset="65532">28751 2827 22334,'53'-19'-939,"0"1"0,1-1 0,-10 3 0,-2 0 0,-2 4 939,12 4 0,-8 4 0,-11 0 0,16-1 0</inkml:trace>
  <inkml:trace contextRef="#ctx0" brushRef="#br0" timeOffset="65864">29731 2631 19876,'-44'-5'991,"0"0"1,-4 4 0,6 5-908,20 6-12,-12 16 7,25 3-57,10 3-27,7-2 49,29-1-4,-2-13 4,22 2-560,-3-11 511,-10-5 106,11-9 179,-4-12-157,-11 2 168,2-19 224,-30-2-201,-8-3-174,-8 1 224,-25 4-207,-3 17-106,-8-2 33,-21 14-292,19 13-1198,-16 12-8425,23 14 9157,13-5 1,11-6 0,8-15 0</inkml:trace>
  <inkml:trace contextRef="#ctx0" brushRef="#br0" timeOffset="67043">29363 3790 22839,'-5'41'88,"-1"0"0,-2 0 0,-3-2-66,-1-3 0,-3-1-255,-4 0 0,-1 0 241,-2-2 1,0-2 10,1-2 1,1-3 75,-13 13 428,13-17-70,11-13-118,6-16-256,5-2 133,10-31-105,6 1-65,-4 9 0,2-1-80,1 4 0,1 0 55,3 0 0,2 2-34,1 2 0,2 2-94,28-10 100,-1 14-23,-2 14 1,-3 12-6,-2 10-51,-1 8-11,1 4-3390,5 7 3340,-18-13-140,12 5 50,-18-17 73,9-1 350,-3-6-194,1-3 56,-1-4-89,-2-1 3454,-2-3-3359,0-3-27,-6 1 61,13-11 5,-11 3 46,9-6 77,-12 6 74,-9 5-129,-6 5-146,-12 4 23,-8 8 16,-11 6-39,-3 9 12,0 2-35,10-4-21,6 6 33,15-10 11,8 4-5,14-8 10,8-6 24,6-6 55,-1-9 84,-5-7 39,-9-7 6,-10-7 51,-7-3 5,-15-1-33,-12 2-85,-16 4-61,-13 6-6,-7 8-56,0 7-3487,8 10 3432,20 2-158,10 10-453,17 1 173,24 5 0,5 1 1,-13-4-1,38 15 0</inkml:trace>
  <inkml:trace contextRef="#ctx0" brushRef="#br0" timeOffset="67249">30846 3733 25987,'-33'48'-277,"0"1"1,4-2 0,6 3-2816,16 3 1,6 0 2147,-3-11 1,1-4-1,-1-2 1,0-5 0,-2-6-1</inkml:trace>
  <inkml:trace contextRef="#ctx0" brushRef="#br0" timeOffset="67416">30484 4162 17723,'0'-8'4027,"0"2"-3433,21-23 1,10-4-410,5 7-166,5-11 1,5 2-121,-14 25 0,0 6-549,5-1 1,1 2 649,7 5 0,-2 1 0,6-1 0,-4 6 0</inkml:trace>
  <inkml:trace contextRef="#ctx0" brushRef="#br0" timeOffset="68102">30157 5416 21170,'3'-7'4027,"0"1"-3842,-3 6 252,0 0-269,-9-2-22,-16 53-118,2-20-647,5 6 0,-2 9 0,2-5 624,4-11 1,-1 1-19,-3 8 0,-3 4 0,1-2-381,-1 2 1,0-1 309,-4 9 0,-1 0 39,4-7 0,1-2 42,3-7 0,1-4 20,-5 4-17,7-16-22,10-32 22,6-17 11,6-5 0,2-2-5,4-21 295,-1 20 0,2-6 0,0 5-329,6-20 16,0 1 1,0-2 16,-6 21 1,1-1 11,9-17 0,2-1-9,-3 11 1,1 1-4,6-5 1,2 3-3,-11 19 0,1 2-1,7-4 1,1 3 181,-4 9 1,1 2-185,7-2 0,2 3-14,4 6 0,0 5 3,12 5-54,-19 8 1,-5 7 58,-6 23 17,-4 21-14,-24-16 1,-6 1-160,4-14 0,-4 1 170,-22 16 0,-5-5-8,-1-9 6,-5-4 0,-2-3-6,-4-5 404,20-10 0,1-2-426,-16-1-150,18-21-1318,8-5 258,13-7-6772,26-9 7246,6 10 0,-3 4 0,-6 9 0</inkml:trace>
  <inkml:trace contextRef="#ctx0" brushRef="#br0" timeOffset="68619">30709 5149 25040,'17'10'196,"11"23"-190,-7 5-12,-5-9 1,0 1-12,6 12-39,-12-9 0,-1-1 5,-3 0-21,-11 30 100,-8-39 5,-11 1-16,6-18 117,-5-14-66,13 2 49,-2-12 18,11 2 44,13-10-123,8 3-44,5 1-7,24-5 18,-6 8-21,-11 6 1,1 0-8,12-2 27,12-3 23,-28 7 28,6-5 5,-22 5 264,-4-7-18,-7 6-21,1-5-158,-3 8 74,0 2-40,0 4-45,-1 0-89,-2 5-34,-6 7 6,-1 2-17,-9 17 11,-2 12-27,3-5-113,3-3 0,1 1-453,-1 9-160,4-12 0,1 1-4059,-3 14 4801,5-11 0,5-15 0,2-9 0</inkml:trace>
  <inkml:trace contextRef="#ctx0" brushRef="#br0" timeOffset="68816">31244 5099 21523,'-2'-6'3170,"0"1"-2750,2 5-851,-22-36-1137,17 44-6431,-15-18 7151,22 48 0,1-11 0,-2-13 0</inkml:trace>
  <inkml:trace contextRef="#ctx0" brushRef="#br0" timeOffset="69619">31421 5315 21343,'1'-3'3798,"0"1"-2879,-1 2-745,11 9-85,-10 10-33,4 11 0,-16 8-22,-6 0-17,-3-5-12,2-6 12,3-8 39,6-10 6,5-8-34,4-10 11,6-9 11,7-12-16,9-8-6,8-5 17,5 0-17,5 4-6,0 9-11,0 10 0,-1 10 6,2 10-6,3 11-11,0 8 0,-3 8 12,-7 3-1,-9 4 0,-11 0-5,-12 0-12,-8-3 17,-4-8 17,-3-6 34,4-8 67,4-5-17,4-3-79,6-7-22,7-2 17,8-5-5,7-1-12,5 0 11,2 0 1,1-1 5,-1-2 11,0-1-11,-8 4-3426,14-4 3421,-23 12 22,14-4-23,-20 8 0,1 5-16,-1 5-6,-3 7 22,-2 5 3398,-2 2-3414,-1 1-12,3 0 12,3 0-17,6-4 0,-1-7-12,13-5 18,-6-10 16,10-10 0,-5-13 11,-1-12 51,-2-4 73,-5 0 39,-4 5 39,-6 6 85,-4 5-309,-2 12 0,-2 5 0,-3 12 0,-5 10 0,-5 11-46,-3 23-223,7-10-1361,5 26 1630,22-11 0,-9-16 0,8-3 0</inkml:trace>
  <inkml:trace contextRef="#ctx0" brushRef="#br0" timeOffset="75382">23929 6330 20576,'2'-8'4391,"-1"3"-3791,10-58-342,-9 47-129,7-38-57,-13 65 52,-9 25-82,-2-2 0,-2 4-550,-1 2 0,-2 2 427,-6 14 0,1-1-71,7-17 1,2 1-1969,-5 20 0,3 0 2120,10-24 0,1-3 0,-3 7 0,2-4 0,5-9 0</inkml:trace>
  <inkml:trace contextRef="#ctx0" brushRef="#br0" timeOffset="75659">24324 6379 25163,'21'-39'287,"1"-1"1,1 5 0,2 8-220,22 24-40,7 9-17,0 9-22,-14 5 5,-17 8 0,-4 4-5,-4 29-726,-7-12 0,-3 0 712,-6-12 0,-3-1-331,-6 20 0,-2 0-582,4-18 0,0-1-2496,-3 17 1,1-1 3433,5-18 0,2-5 0,0 9 0,2-19 0</inkml:trace>
  <inkml:trace contextRef="#ctx0" brushRef="#br0" timeOffset="75841">24239 6862 19389,'1'-6'3708,"-1"2"-3509,25-25 0,11-5-87,8 2-452,-13 7 0,5-5 0,-1 5 174,3 9 1,0 4-1524,6-1 1,1 3 1688,-3 1 0,-4 1 0,15-1 0,-24 4 0</inkml:trace>
  <inkml:trace contextRef="#ctx0" brushRef="#br0" timeOffset="92643">23448 9019 19776,'7'-41'1795,"0"0"0,2-21-1571,-20 66-179,0 9 27,-10 14 1,-3 5-31,4-2 0,-1 3-808,-12 17 0,1 3 665,4-2 0,3 2-585,1 2 0,4 1-524,4-11 1,4-1 1209,1 4 0,2-5 0,4-9 0,1-2 0</inkml:trace>
  <inkml:trace contextRef="#ctx0" brushRef="#br0" timeOffset="93051">23959 9170 18952,'1'-6'3865,"0"1"-2179,-1 5-1569,-41 6-22,6 25-53,0-9 0,0 4-406,8 10 0,4 3 364,4-9 0,3 2-20,-1 15 1,4-1-20,6 15-1,6-19 1,3-1-28,11 4-142,26 1 187,-7-26 72,15 2 96,-13-22 50,-8-11-56,-10-3 837,-9-18-876,-10 15 386,-26-23-269,-5 18-39,-21-7-100,2 13-46,4 7-5,6 6-44,11 10-197,11 5-757,10 9-4389,15 3 4511,6-2 0,0-9 0,0-5 0</inkml:trace>
  <inkml:trace contextRef="#ctx0" brushRef="#br0" timeOffset="95609">25279 9304 16023,'1'-6'5332,"-1"1"-3377,0 5-1698,-91-3-173,60 17 0,-1 3-583,-12-5 1,-7-1 0,5 6 509,1 20 0,6 5-50,0-1 0,2 2-96,4-2 1,2 2-267,5-3 1,1 0-849,5-2 1,3-3-1832,-7 17 3080,6-6 0,13-31 0,0-1 0</inkml:trace>
  <inkml:trace contextRef="#ctx0" brushRef="#br0" timeOffset="95991">24620 9369 21847,'-25'-39'401,"0"-1"1,3 3 0,1 13-368,4 30-12,0 10-11,0 10-5,5 8 11,5 2-12,6 0-16,8-5 17,4-3 16,4-9 85,4-7 72,2-16-56,-1-10 45,-3-11 28,-9-3-56,-4-1-34,-8 2 1,-2 2-57,-5 7-44,1 5-163,4 8-61,3 3-118,1 10-807,5 9-4217,10 12 5360,3 0 0,-6-14 0,-5-10 0</inkml:trace>
  <inkml:trace contextRef="#ctx0" brushRef="#br0" timeOffset="96358">25432 9737 20991,'1'-6'1820,"0"1"-1551,-1 5-274,-34 10 16,27 2 22,-22 9-16,38-4 0,3-3 257,1-5-78,-6-5 264,-1-2-186,-3-4 79,0-6-224,-1 1 123,-1-5-107,-3 6-106,-4 0 17,-12 4-67,5 3 0,-9 4-34,11 2-140,0 4-559,5 1-2298,8 0 3042,14-1 0,-8-4 0,8-3 0</inkml:trace>
  <inkml:trace contextRef="#ctx0" brushRef="#br0" timeOffset="96782">26487 9420 24755,'-48'-5'159,"1"1"1,-1 0 0,-11-3 0,7 6-158,21 12 1,5 6-37,-9 21 12,7-5-23,15 14 28,24-21-5,9 2 16,9-10 62,5-9-6,2-13 158,9-22-85,-14 2 95,-5-8 1,-2-2-280,-3 1 299,-2 1 0,-1-1 254,-1-1-128,1-4-100,-8 13-74,-5 11-106,-3 8-67,-1 8 33,-3 13-5,-6 33-62,-1-4-213,0-1 1,-2 3 237,1-7 1,-1 0-561,-4 13 0,0 4 423,-2 2 1,-1 3-753,5-18 0,0 1 0,-1 1 881,-1 5 0,0 2 0,0-5 0,1-3 0,2-4 0,0-3 0,1 0 0</inkml:trace>
  <inkml:trace contextRef="#ctx0" brushRef="#br0" timeOffset="97551">28167 9486 21282,'2'-5'3831,"0"1"-2856,-2 4-874,-74 8-93,45 6 1,-2 2-401,-9-1 1,-6 0-1,4 2 378,4 7 0,3 3-193,-10 5 0,0 1-2437,2 4 0,2-1 2644,4-4 0,2-1 0,4-2 0,5-3 0,8-7 0</inkml:trace>
  <inkml:trace contextRef="#ctx0" brushRef="#br0" timeOffset="97765">27441 9461 25699,'41'40'12,"0"0"0,0 1 1,-1-1-1,0 0 0,-7-1-88,-8 3 1,-2 0-1242,9 8 1,5 0 1316,-6-15 0,2-2 0,-3-2 0,-2 1 0,-1-2 0,7 2 0,1 0 0</inkml:trace>
  <inkml:trace contextRef="#ctx0" brushRef="#br0" timeOffset="100209">23212 10923 18403,'1'-11'3742,"-1"3"-2586,4-27 1,-1-5-328,-1 15-661,2-17 0,-1 6-179,-3 29-95,0 11 72,-2 5 62,-7 22 0,-2 9-31,1-6 0,-2 2-319,0 6 0,-2 3 1,1-2 284,0 2 1,-1 0-208,-3 13 0,1 3-1831,4 1 0,2-2-558,1-10 1,1 0 2632,2 9 0,2-8 0,4-23 0,1-2 0</inkml:trace>
  <inkml:trace contextRef="#ctx0" brushRef="#br0" timeOffset="100591">23850 11027 17624,'2'-6'5249,"0"1"-4510,-2 5 23,0 0-639,-82-1-1272,36 30 1155,-4-20 0,0 6 13,16 27 1,9 6-20,9-15 0,2 2-144,-5 13 1,2 1 123,9-12 1,5-3-166,10 28 96,12-13 78,4-16 22,21-5 903,-13-20-779,11-8 659,-14-16-520,-8-11 13,-7 2 55,-7-7 145,-11 1-235,-7 1-157,-4 5 51,-16 10-135,13 10-50,-22 3-62,19 11-280,-8 7-1585,11 10 1966,8 8 0,5-15 0,6-1 0</inkml:trace>
  <inkml:trace contextRef="#ctx0" brushRef="#br0" timeOffset="101793">24846 11221 15614,'15'-59'1893,"0"0"0,-1 1 0,-1 9-823,-4 17-465,-1 5-386,-4 15 55,-2 15 180,-9 20-1915,-6 11 0,-3 4 1506,3-8 0,-3 4-13,-4 4 0,-5 7 0,-2 0 0,4-4-700,-5 4 0,-1 1 659,1-2 1,-3 6-1,-2 2 1,3-4-33,0 0 0,1-3 0,-2 5-164,6-8 0,-3 4 0,0 1 0,0 0 0,3-4-176,-6 9 0,2-4 1,0 4 380,4-7 0,-1 6 0,1-1 0,1-3 0,5-10 0,3-4 0,2-4 0,-7 20 0,-1 0 0</inkml:trace>
  <inkml:trace contextRef="#ctx0" brushRef="#br0" timeOffset="102391">25175 11658 23114,'27'-44'629,"-1"0"0,0-1 0,-10 19-523,-15 28 107,-10 19-89,-9 12-79,-4 9-23,3-11 1,-1 2-315,2-2 1,0 0 291,-5 9 0,0 3 0,-2 7 0,2 1-545,7-8 1,1-2 530,2-2 0,3-1-48,3 24-439,19-14 456,-2-10-22,23-3 0,12-27 50,-5-6 11,-7-8 1,0-4 380,16-18-373,-13 1 1,0-3 14,-7 3 0,-3 0 495,-1 0 0,-3-1-462,0-18 423,-18 13-378,-31-23-78,8 23 8,-5 8 1,-2 1 30,-4-4 6,-6-10-28,10 6 16,5-10 17,14-3-16,9 2-23,12-3-23,9 18 1,-1 10 33,15 4 172,-17 9-211,19 3 17,-15 10-1,13 15-27,-13 0 11,4 23-11,-17-2 0,-7-6 0,-3 0-233,-4 17 222,-9-8 0,-5-2-978,-14 9 709,12-22 0,-2 0-1709,-2-2 1,-1-3 1999,-8 8 0,5-5 0,13-14 0</inkml:trace>
  <inkml:trace contextRef="#ctx0" brushRef="#br0" timeOffset="102808">24623 12723 20744,'47'-20'16,"1"-1"0,-1 1 0,0 0 0,1-1 0,10-6 0,-3 1 0,0 4-37,1 8 1,1 4-1,-4 2-712,11 0 0,-4 1 125,-1 0 1,-1 2-1197,0 0 1,-7 2 1989,4 3 0,-29 0 0,-15 1 0</inkml:trace>
  <inkml:trace contextRef="#ctx0" brushRef="#br0" timeOffset="103076">24815 12804 23466,'53'-16'154,"0"-1"1,0 1-1,-5 1 1,-1 1-1,-4 3-56,-2 3 1,-4 3 64,26-4 474,-15 3-486,-15 2 177,-14 2-199,-8 1-6,-6 0-123,-3 0 49,7-3-867,5-2-3075,11-5 3893,0-1 0,-7 4 0,-7 2 0</inkml:trace>
  <inkml:trace contextRef="#ctx0" brushRef="#br0" timeOffset="104258">23935 10600 16818,'-28'-34'766,"1"0"0,0 0 0,-13-5 1,-4 2-1,5 7-590,9 14 1,-2 4-1185,-21-2 0,-9 2 0,6 5 1078,12 6 0,0 5 1,-13 3 0,-7 4 0,5 4-12,14 1 1,3 4 0,-2 4-24,-5 5 1,-3 6-1,1 1 1,3-1-24,1-1 0,4-1 0,-1 6-226,9-5 1,-1 4 0,1 2-1,1 1 1,5-1 227,-3 11 0,5 0 0,2 6-9,5-9 1,1 6 0,1 1 0,1 0-1,2-4-269,-3 12 1,3-4 0,3 3 249,4-1 1,3 5-1,2-1 1,5-7-11,4-8 1,4-4-1,6 1-388,2-1 1,6 1 0,1-1 0,0-4 393,0-2 0,0-5 1,6-2-39,16 5 1,8-3 0,-1-8 36,-10-13 1,-1-6-1,4-3-26,5-1 1,5-1 0,2-3-1,-3-2 48,-6-3 0,0-2 1,-2-1-1,1-2 3,-1 1 0,0 0 0,0-3 0,-3-3 28,13-11 1,-2-4 0,-4-3 25,-9 3 1,-3-1-1,1-6 37,2-3 0,2-6 1,0-2-1,-4 1-58,-6 5 0,-2 0 0,-1 0 0,0-3 83,2-6 0,1-3 0,-3 0 0,-3 4-24,-5 3 0,-3 3 0,-1 1 251,-2 3 0,-2 2 0,-3-4-22,-2-13 1,-4-4-1,-2 5-244,-1 9 0,-4-1 19,-4 0 1,-3-7 0,-3 0 0,-4 10-31,-15 2 0,-4 6-51,-4-11 1,-4 3 7,-10 9 1,-4 6-65,14 12 1,-1 1-1,1 2-42,-10-4 1,-1 2-116,5 5 1,-3 1-1,4 6-691,-1 9 0,1 4 882,2 2 0,-2 2 0,5 0 0,4-2 0,4 1 0,1 4 0,-1-1 0</inkml:trace>
  <inkml:trace contextRef="#ctx0" brushRef="#br0" timeOffset="117075">13895 6902 8429,'-60'8'1017,"1"1"0,0-1 0,10-2 0,3 0 0,2 1 43,-9 2 0,8-1-714,8-1-278,-16 3-63,49-8 414,14 0-24,21-3-191,10-4 0,8-2-897,4 0 1,5-1 708,-5 0 1,3-2 0,1 1-541,1 1 1,1 0 0,0 0 499,-10 1 1,1 1 0,-1-1 0,-1 2-461,5-2 1,-2 1 0,5 1 428,4-2 1,5 1-1,0 0 1,-4 0 15,-2 1 0,-3 1 0,2 0 22,1-1 0,4 0 0,0 1 0,-5 0-7,1 0 0,-3 0 0,-2 1-8,-7 0 1,-2 1-1,-2 0-268,10-1 1,-5 0 150,13 1-56,-23 1 889,-25 3-516,-20 3 1244,-18 2-1384,-31 4-40,18-5 1,-4 0 240,-9 2 0,-4 0-244,12-2 0,-2 0 0,-1 0 3,-9 1 1,-1 0 0,1 0-260,8 0 0,1-1 0,-3 1 266,2-1 1,-3 1 0,-1 0 0,1 0-513,-3 1 0,0 1 0,0-1 0,0 0 526,0 1 1,1 0 0,-1-1 0,0 1 2,-2 0 1,-1 1 0,2-1-1,5 0-230,-17 3 1,9-2 108,15-2 0,6-1 819,-1 1-492,32-5 1154,30-6-953,30-6-257,-12 0 1,4 0 452,-7 0 0,2 1 1,1-1-545,7-1 1,1 0 0,2 0-433,6-1 1,1 0 0,0 1 413,-12 2 1,1 0 0,0 0 0,0 1-14,1-1 0,1 1 0,1 0 0,-1 0 1,-1 1 0,1-1 0,0 1 0,-1 0-49,13-1 0,0 0 0,-1 0-2,-5 2 0,-2-1 0,-1 1-242,-7 1 0,-2 0 1,-2 0 281,9-1 0,-4 1 116,-14 1 0,-4 0 23,0-1 602,-34 2-870,-27 4 83,-27 3-26,23-1 0,-1 0-172,-25 4-2430,17-3 1,3 0 2362,-2-1 1,-5 2-1,34-5 1</inkml:trace>
  <inkml:trace contextRef="#ctx0" brushRef="#br0" timeOffset="117809">16103 6216 5483,'1'-6'4946,"-1"1"2335,0 5-7018,7-50 489,-11 52-534,-7-10-173,-8 46-3,-2 8 0,-1 2-412,0-1 325,0-1 1,1 3-138,6-15 0,2-1-317,-3 10 1,1 1-1309,1-1 1,1 0 1806,2 1 0,2-2 0,-2 5 0,4-9 0</inkml:trace>
  <inkml:trace contextRef="#ctx0" brushRef="#br0" timeOffset="118184">16204 6658 13060,'0'-5'2657,"3"-25"1,2-5-1560,1 4-782,1-8 1,0 1 226,8 4-437,0 12-106,1 5 0,2 11-33,-6 8-29,3 8 29,-4 12 33,-6 13 0,-9-4 0,-4 1 5,-3 14-102,-5-8 0,-3-1 114,-13 12-1658,7-15 1,1-1 1646,-8 10 16,-2 1-11,23-25 45,3-2 118,8-6 27,10-7 56,9-5-257,25-10-269,4-4-78,3-2-3114,9-3 3461,-19 7 0,-6 1 0,-15 6 0</inkml:trace>
  <inkml:trace contextRef="#ctx0" brushRef="#br0" timeOffset="123842">14671 6125 11632,'-6'-4'4654,"1"0"-4499,5 4 1998,0 0-1767,-27-10-596,20 7 441,-15-9-187,28 9 312,14-4 187,9-4-2020,1 2 1,2-1 1556,14-3-376,-5 2 1,0 2 381,-9 4-963,20-3-2939,-34 12 3684,-2 6 0,-10-4 0,-5 3 0</inkml:trace>
  <inkml:trace contextRef="#ctx0" brushRef="#br0" timeOffset="124017">14712 6298 4568,'-7'7'6993,"2"-1"-2958,5-6-3298,0 0-1483,68-41-316,-41 28 812,16-11 1,-3 3 0,-26 18 0,-1 0 0</inkml:trace>
  <inkml:trace contextRef="#ctx0" brushRef="#br0" timeOffset="138693">25436 6593 19171,'31'-28'-389,"0"1"1,10 3-1,2 7 56,-5 18 0,1 5-576,9 0 1,1 1 143,3 3 0,-3 1 260,11 5-2066,-9 11 2349,-46-16 99,-21 9 330,-26-7 345,0-3 0,-4 0-389,13-3 0,-1 0 1335,-29 3 0,2 0-490,10-2-11,3 0 1,3-1-612,15-1 631,-11 2-849,30-4 78,4-1-100,10-1-1,17 2-240,16-1-216,6 0 1,2-1-132,-11-1 1,1 1 29,26-1 0,0 1-2,2-2-51,0 1 0,0-2 204,-27-1 1,-2-2 358,10 0 0,-5-4 249,-13-15 297,-34-8 381,-21-8-403,7 17 0,-3 0-74,-1-2 0,-1 0 261,-2-5 0,1 1 458,-8-9-427,2-11-242,27 31-475,1-9-151,7 20-39,12 5 261,-1 11-250,20 23 17,-13-1 0,-1 4-534,0 4 0,-2 1 514,0 2 0,-4 2-300,-12 15 1,-7-3-241,-7 4-2573,-1-18 0,-6 6 0,1-7 3172,2-12 0,0-2 0,-4 6 0,2-3 0,4-10 0</inkml:trace>
  <inkml:trace contextRef="#ctx0" brushRef="#br0" timeOffset="146174">27637 6937 11872,'0'-5'6072,"0"2"-4358,0 3-712,3-61-352,-2 39-410,0-12 1,0 3 11,-3 23-167,-7 10-1,-10 14 11,-15 17-55,0 4-433,3 1 1,0 3 417,11-10 0,1 0-11,-9 14 0,3 1-132,10-11 1,4-1 112,-1 28 22,21-8-12,5-15 9,9-15 0,6-3 48,22 2-37,-10-9 0,0-2 3,18-3 19,-15-11 1,-1-3-8,-1-4 35,0-6 1,-3-4 64,-7-11-39,6-17-57,-26 5 24,-21-9-40,-2 16-12,-21-10 12,1 16 12,-10-9-7,0 0 1,2-1 11,5-1 11,7 0 16,10 2-21,10 0 809,15 2-855,10 3 228,15 5-233,9 5-17,7 9 11,5 8 29,-2 13-29,-4 13-33,-10 14 11,-9 14-291,-14 7 297,-10 7 2,-9-29 0,-1-1-53,-2-1 1,-2 1-105,-2-1 1,0-1-160,-8 16-1608,6-14 1,1 1 1943,-5 16 0,1-6 0,8-17 0</inkml:trace>
  <inkml:trace contextRef="#ctx0" brushRef="#br0" timeOffset="146391">28377 7270 16581,'-3'-3'3165,"1"1"-274,2 2-3025,-39-38 127,31 28-2228,-22-27 2311,51 39 0,-8-1 0,5 1 1</inkml:trace>
  <inkml:trace contextRef="#ctx0" brushRef="#br0" timeOffset="146992">29301 6893 23366,'-47'-29'132,"1"1"1,11 3-1,1 5-62,-2 12 0,3 5-47,1-1 10,-22-2-27,27 5 16,-1 7-16,13-2 11,2 10-23,8-1 57,-1 7-1,2 6-44,0 3 16,2 5 40,0 8-74,1-13 175,-4 13-90,2-25 55,-11 16-72,6-19 28,-12 9-5,8-11 212,-4 0-117,7-5 162,1-4-84,8-6-5,1-9-175,3 2 18,7-11-28,7 7-118,21-9 117,13 6-47,-20 9 0,-1 2-31,18 1 17,-1 12-11,-16 8 0,8 12 17,-7 7-29,-10 16 1,-11-14 22,-12 13-6,-13-18-100,-19 15-1,5-15-330,1-9 0,-1-2-302,4-6-9092,-21 6 8049,31-16 0,-3-2 1,14-2-1</inkml:trace>
  <inkml:trace contextRef="#ctx0" brushRef="#br0" timeOffset="147241">29306 6961 14146,'5'-5'4066,"-1"2"-3192,26-14 0,9-1-1004,10 0 491,5-4 1,4 0-60,-21 13 1,-1 2-40,-1 1 1,0 0 240,25-4 238,-12 3-702,-21 4 225,-9 0-405,-15 3-1411,-2 5-2628,-1 0 3490,-2 6 0,1-7 0,0 2 1</inkml:trace>
  <inkml:trace contextRef="#ctx0" brushRef="#br0" timeOffset="148217">27648 7882 7436,'-49'-1'1168,"0"-1"1,0 1 0,1-1 0,-10 0 0,2 0 0,9 1-911,-13 1 167,21 1 549,27 0-263,6-1 836,37-1-1244,-1-3-104,11-1 0,6-1-582,-1-1 0,4 0 415,-5 1 0,2 0 0,4 0-522,-1 0 0,4 1 0,0 0 1,-3 0 477,0 1 1,-3 0 0,5 0-55,2 1 0,5-1 1,1 2-1,-5-1-138,1 2 1,-4 0 0,5 1-144,-9 1 1,4-1 0,1 2 0,-1-1 0,-3 0-41,9 1 1,-4-1-1,2 2-1018,1 2 1,5 1 0,-3 0-1,-9 0-1227,-6 2 1,-5 0 2631,11 2 0,-7-1 0,-17 0 0,-22-7 0</inkml:trace>
  <inkml:trace contextRef="#ctx0" brushRef="#br0" timeOffset="148508">27394 8209 11228,'-59'8'2505,"0"1"1,1 1-1,22-6-1983,38-8-12,23-6-214,10-3 121,17 0 1,6-1-1236,-23 6 0,2 1 928,13-2 0,7-1 0,0 1-502,0 3 0,0 0 0,-1 1 410,-10 0 1,0 0 0,3 0 7,8 1 1,6 0 0,-2 0-1,-8 0-9,-4 2 0,-1 0-4,8-1 0,6 0 0,-5 1-375,3-1 0,-5 1 362,-8 0 0,-1 0-204,10 0 0,-6-1-362,-11 2 839,5-1-1684,-25 1 1411,-6 2 0,-8 0 0,1 0 0</inkml:trace>
  <inkml:trace contextRef="#ctx0" brushRef="#br0" timeOffset="150081">21278 13708 19944,'8'34'559,"0"0"1,4 20-184,-9-40 49,-4-4-38,-6 4 28,-11 1-281,1-4 141,-13 1 44,10-8 45,-3-1-67,8-7-73,7-8-34,9-15-39,19-27-89,7 3-261,6-2 244,8 15-17,-6 18-6,8 2-22,2 13-11,-17 8 17,7 19-23,-15 14-3,-8 2 1,-4 4-856,-6-1 0,-3 2 861,0 2 0,-7 0-42,-12 4 0,-9 1 4,-1-10 0,-6 1 0,2-3 44,7-5 1,0-1-1,-3 1 3,-4 1 1,-3 2 0,0-2 0,2-4-184,-12 6 0,0-4 266,5-7 1,-3 0-1,3-4-22,2 0 0,1-6 151,-7-7 0,8-7-61,16-11 107,3-23-24,33 0 40,24-17-218,-4 18-4,-3 12 1,-1 5-20,-4 6 5,34 7-44,-32 9-28,7 7 0,1 2-51,0 3 541,-2 1 1,3 1-2222,13 9-883,-16-11 1,1 1 2652,-4-3 0,-3-1 0,11 4 0,-18-9 0</inkml:trace>
  <inkml:trace contextRef="#ctx0" brushRef="#br0" timeOffset="150274">21967 14381 22520,'2'-4'3042,"-1"0"-2090,-1 4-908,21 23-133,-20 26-40,14 1-559,-21-9 1,-9 2-4229,-6-1 1,-2-2 4068,6-10 0,1 0 0,-4 2 0,3-6 1,10-16-1</inkml:trace>
  <inkml:trace contextRef="#ctx0" brushRef="#br0" timeOffset="151441">22932 14047 9475,'-6'1'8765,"2"-1"-3998,4 0-4526,-2-50 314,9 9-460,-3 0 0,1-1 0,16-13-39,3 10-33,2 11-35,3 11 1,1 11-22,2 6-40,3 15 22,-1 9-22,-10 9 1,-2 5-40,6 21-160,-12-14 0,-4 1 98,-11 20 73,-17-1 104,3-30 0,-4-2 28,-4-1 0,-2-2 30,-16 12 4,11-18 1,0-2 219,-6-2 63,-11 0 144,21-25-357,15-2-46,14-14 354,15 5-398,11 5 0,15 4-40,-13 7 151,6 3-156,-7 10 22,16 18-39,1 8-131,-21-9 0,-2 1 137,6 25 5,-15 5-11,-12-12 20,-13-11 0,-6-2-3,-19 7-1688,-1-10 0,-2-2 1593,-13-2-112,-8-4-3227,10-18 3434,17-5 0,-3 0 0,23-2 0</inkml:trace>
  <inkml:trace contextRef="#ctx0" brushRef="#br0" timeOffset="151658">23985 14222 23590,'7'49'156,"1"-1"1,-3-2 0,-4-4-459,-17 5-1575,-5 0 1877,0 0 0,8-22 0,3-4 0</inkml:trace>
  <inkml:trace contextRef="#ctx0" brushRef="#br0" timeOffset="152098">24698 13909 21427,'1'-4'3445,"0"1"-2319,-1 3-1081,-21-7-28,-10 42-23,-12-5-269,25-3 1,2 3 269,-6 28-18,15-12 141,7 8-225,22 1 74,-2-22 5,26 0 61,-9-24 46,14-8 38,2-15 23,0-14 39,-2-8 73,-4-2 0,-9 5-44,-11 10-74,-12 11 371,-9 9-483,-6 7 23,-7 15-28,-4 9-57,-5 14-16,1 7-56,1 6-624,3 7-1320,7-16 1,1 1 1507,0-9 1,1-2-1,1-1 1,0-4-1,1-3 1</inkml:trace>
  <inkml:trace contextRef="#ctx0" brushRef="#br0" timeOffset="152291">25448 14500 22459,'1'-4'3338,"0"1"-2190,-1 3-1210,-18 34-4867,3 8 3937,-8 12 992,16-19 0,3-5 0,2-11 0,1 9 0</inkml:trace>
  <inkml:trace contextRef="#ctx0" brushRef="#br0" timeOffset="152924">26380 13982 25892,'-11'-33'80,"-1"0"0,-11 4 1,-1 9-53,-5 22-2831,-8 1 1,-1 1 2819,4-1 567,-2 0 0,0-1-584,10 1 903,-17 1-886,26 2 5,-4 2-16,8-1 3308,-3 3-3298,11-4 378,-5 7-372,7-6 17,-1 8-5,3-1 5,0 17-5,-2-1 11,-3 11-29,-2-12 7,-4 4 10,1-7 23,-4 5-39,6-13 78,3-4 135,4-12 660,2-1-839,4-7-1,6-8-27,4 0-23,-1-2 22,2 6 6,-2 6-50,10 2 10,-7 4 24,12 10-24,8 18-32,5 10 27,3 5-121,-21-17 0,-2 0 99,8 17-9,-15-15 1,-3-1 36,-1 8 28,-32 4-34,1-28-50,-33 5-174,6-15-549,-13-5-1663,2-8 2453,11-10 0,22 8 0,10 0 0</inkml:trace>
  <inkml:trace contextRef="#ctx0" brushRef="#br0" timeOffset="153157">26881 14331 24870,'-14'61'-206,"-1"-1"1,1-6 0,-1-4-2876,0-14 1,-2-4 1723,-12 17 1,9-17 0,7-16 0</inkml:trace>
  <inkml:trace contextRef="#ctx0" brushRef="#br0" timeOffset="153791">27939 13850 24032,'-12'-40'336,"1"1"0,0 2 0,-1 14-257,-6 37 21,-7 18 12,-6 20-470,13-19 0,1 2 377,-1 4 1,2 1-18,3-9 1,2 1-3,0 16 0,5 0-50,15 13 16,1-17 0,5-2-5,7-11 0,5-6 16,2-2 1,2-3 34,-2-6 1,0-3 9,13 1 51,-7-17 28,-20-16-5,-3-9-1,-13-10 593,-13 3-616,-14 3-16,-12 4-28,5 10 6,-23 5-45,19 13-23,-15 9-459,11 28-1053,21 2 1546,5 22 0,17-32 0,3-3 0</inkml:trace>
  <inkml:trace contextRef="#ctx0" brushRef="#br0" timeOffset="154008">28574 14302 26290,'-9'41'-1427,"1"0"0,-1 0 1,1-3 1426,-2 14 0,3-19 0,3-15 0</inkml:trace>
  <inkml:trace contextRef="#ctx0" brushRef="#br0" timeOffset="155191">29205 13822 11380,'-1'-3'7024,"0"0"-3635,1 3-2661,26-62 37,-10 40-609,4-14 1,2 5 52,-1 24-164,6 14 381,-10 5-393,7 23-16,-1 9-56,-4-5 0,0 2-206,-6-12 1,1 1-25,9 23 0,-1-2-100,-3-6-346,-4-3 1,-1 0-2904,-7 8 3618,-13 11 0,3-28 0,-8-9 0</inkml:trace>
  <inkml:trace contextRef="#ctx0" brushRef="#br0" timeOffset="155357">29156 14209 18392,'43'-45'558,"1"1"0,-8 4 1,-1 9-621,18 14-1068,-1 8-428,-16 5 1,2 0 1447,-3 2 1,-3 1 0,13 0 0,-20 1-1</inkml:trace>
  <inkml:trace contextRef="#ctx0" brushRef="#br0" timeOffset="155560">30225 14177 24967,'-17'49'-1955,"0"0"1,-3 8 0,3-7 1954,6-16 0,-2 4 0,8-24 0</inkml:trace>
  <inkml:trace contextRef="#ctx0" brushRef="#br0" timeOffset="156091">30850 14099 17938,'0'-6'4022,"0"2"-1803,0 4-2175,-49-34-44,28 33 11,-13-10 1,-1 7 523,1 49-563,2 6-46,7 2 18,17 1-5,13-11 10,5-10 1,4-1-17,17 19 19,-7-23 1,0-3 19,11 0 5,16-5 23,-26-15 897,18-7-852,-18-22-40,-5-11-16,-6-7 33,-13-15 18,-12 2-511,-1 12 0,-3-3 521,0 8 0,-2 0 20,-3-5 0,0 3 307,-5-7-186,8-8-141,15 30 6,25-25-39,10 30 0,23-5 0,-12 16-15,-10 6 1,-2 2-3,0 4 23,22 7 998,-22 18-1021,-5 8 5,-8 20-50,-22 6 1,-7-8-272,-4-17 0,-4 0-259,-1-6 1,-2 1 28,-15 20 1,-1-1-1,0 0 1,14-22-1,0 0 1</inkml:trace>
  <inkml:trace contextRef="#ctx0" brushRef="#br0" timeOffset="159566">22934 7598 9419,'-7'-5'549,"1"2"319,6 3 515,70-36-814,-36 26 0,4 0-1079,9-4 0,7-4 0,-1 5 566,-2 4 0,0 4 0,1 0-657,5 1 0,3 0 0,0 1 575,-13 1 1,1 1 0,0-1 0,0 2-15,0-1 1,0 1 0,0 1 0,-1 0-503,15 1 0,-1 0 1,-2 2 276,-6-1 0,0 2 0,-3 0-791,13 3 1,-6 2-542,-16-2 1,-10 2-230,-14 9 1826,-19-8 0,-18-2 0,12-7 0</inkml:trace>
  <inkml:trace contextRef="#ctx0" brushRef="#br0" timeOffset="159949">23409 7634 8468,'-51'4'813,"1"1"0,0-1 0,0 1 0,-9 0 0,3 0 0,5-1-449,5 1 1,7 0-146,-3-1 1122,38 1-988,41-4-317,-1-1 1,6 1-455,18-2 1,7 1 302,-16-1 0,4 1 0,2 0 1,-3-1-585,0 1 0,-2-1 0,4 1 612,5-1 0,5 1 0,-1 0 0,-8 0 6,3 1 0,-1 1-375,-7-1 0,6 1 0,0 0 1,-6 0-313,8 1 1,-2 0-1017,-10 0 1,3-1 0,-11 1 836,-2-2 404,-64 0 478,-12-1 1,-9 1 241,5-1 1,-5 1-1,-1 0 215,-9 1 1,-2-1 0,-1 1 25,11 1 1,0-1-1,-1 1 1,0-1 151,-2 1 0,1 0 0,-1 0 0,0 1 16,2-1 1,-1 0 0,1 1 0,1-1-35,-11 1 1,1 1 0,3-1-72,9-1 1,1 0 0,5 0-213,-4 1 0,6-1 2904,0 1-2254,44-4-527,27-5 0,9-3-334,-8 4 1,4 0-371,11-4 0,7 0 1,-1 0 333,-7 2 1,-2 1-1,5-1-229,5 0 1,5 0 0,1 0-1,-4 1 151,-2-1 0,-4 1 0,4 0-213,-2 1 0,4 0 1,-1 1-1,-4 0-3217,13 0 1,-4 1 3485,-17 0 0,1 1 0,-5 0 0,0 1 0,-5-1 0,0 1 0</inkml:trace>
  <inkml:trace contextRef="#ctx0" brushRef="#br0" timeOffset="161349">33147 14182 9767,'1'-5'5382,"0"1"-2051,-1 4-1786,-3-62-740,-1 44-570,-5-17 1,-6 6-35,-18 31-114,2 4 0,-1 2-370,-24 10 303,12 1 0,-5 4-332,11-3 1,-2 2-1,0 1 176,-2 1 0,0 1 0,0 1-395,-7 5 1,-1 3-1,3-1-1125,9-5 0,2 1 1,2-2-1362,-6 7 1,2-2 3016,2 0 0,5-3 0,8-8 0,3-2 0</inkml:trace>
  <inkml:trace contextRef="#ctx0" brushRef="#br0" timeOffset="161533">32146 14035 15496,'3'-5'4851,"0"1"-3737,-3 4-195,69-19-639,-24 35-684,10-9 0,2 7 379,-16 19 0,-4 8-523,-4-7 1,2 3 160,4 6 1,5 5-1,-2-1-1227,-11-10 0,0-2 0,1 2 1614,3 4 0,3 4 0,-1-1 0,-5-5 0,3 2 0,-5-5 0,-4-3 0,0 0 0</inkml:trace>
  <inkml:trace contextRef="#ctx0" brushRef="#br0" timeOffset="164322">21523 7048 17529,'-10'-52'818,"1"0"1,-1 1 0,0 0 0,2 2 0,2 9-157,6 3-354,1 2-246,-1 18 10,3 16 80,0 25-91,0 6 9,-2 12 0,-2 4-51,1-8 1,-2 1-3,0 17 0,2 2 28,3-8 0,2-4 27,4 14 54,5-28 0,5-7 266,22-9-199,-10-11 1,3-4-403,6-8 1,3-6 333,-1-5 0,3-5 0,-2 1-890,4-4 1,1-2 816,1-4 0,3-3 1,-2 2-12,-13 8 0,-3 1 1,3 0-5,7-6 0,2-1 1,-1 1-14,-2 3 0,1-1 1,-2 2-259,-3 3 0,-1 1 0,-1 1 248,13-6 0,-2 1-23,-7 6 1,-2 2-62,-5 4 0,-1 2-334,23-2-828,-8 15-4330,-9 18 5064,-10 8 1,-14-6-1,-9-6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14:25:04.5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19140 2149 21926,'28'13'639,"-9"-4"-135,-23 12-375,-5-9-5510,-33 18 5488,14-16 91,-6-3 1,0-2 1384,5-6-1264,-18-9 793,32-14-900,2-33-167,9 12-611,7 5 1,3 1 604,5 3 1273,8 3 0,4 2-1312,1 6 100,8 5 1,0 4 149,-4 11-63,28 13-37,-16 13-58,-14-3 1,0 1 36,12 20-137,-17 1 1,-7 5-372,-11-10 1,-7 2 312,-8 8 1,-6 5 0,-2-5 13,-3-1 1,-7-2 57,-4-7 1,-9 3 0,-1-1 0,5-7 42,-2-2 1,-3-2 95,2-4 1,-9 3-1,2-1 1,6-7 251,7-6 0,1-3 144,-25 5 0,6-7 1857,25-15-1719,6-24-376,29 7-217,14-6 0,5 1 39,8 4-730,15 0 1,3 3-179,3 6 395,0 4 0,4 2-42,-15 5 0,0 2-88,10-1 1,2 3-209,-2 2 0,-1 1-1256,-3 2 1,-1 1 1919,-2 2 0,-4 0 0,5 2 0,-10-3 0</inkml:trace>
  <inkml:trace contextRef="#ctx0" brushRef="#br0" timeOffset="191">19973 2166 24532,'0'-7'3604,"0"2"-2923,0 5 360,0 0-514,4 19-696,0 16 0,-1 8-115,1 2 0,-2 5-1692,-2 8 0,-2 7 1,-2-1 1999,-2-8 1,-3-2 0,1-2 0,-1 11 0,0-6 0,-1-17 0,-1 0 0</inkml:trace>
  <inkml:trace contextRef="#ctx0" brushRef="#br0" timeOffset="5241">20288 2170 13580,'0'-5'6812,"0"2"-3290,0 3-2497,8-37-831,-6 27-75,6-27-84,-12 37 280,-5 0-312,-7 1 460,-4 2-45,2-1-238,-15 3 273,7-3 310,-15 3 369,5-3-299,1-1-2,2 0-51,4-1-7,6 0-237,5 0-536,9 0 0,1 0 0,8 0 0,-2 0 0,1 5 0,0 6 0,-5 16-28,2-5-762,-7 19-157,1-8 79,-9 25-17,7-19 1,-5 17 697,8-19 35,-3 15-143,6-17 84,-4 9 80,7-29 141,-2 8-86,3-17 312,0 0 578,2-5-929,2-9 137,2 0 233,6-9 4,4 0 52,8 1-269,4 1-213,2 4-118,6 4 105,-10 3-96,7 6-89,-8 4-50,5 6-88,-1 6 272,-4 5 212,-8 3-3380,-10 14 3409,-7-11-17,-16 17 16,-8-14 3,2-7 1,-2-1 19,-10 8-25,8-12 0,1-2 2,-7 0 12,-16 0-11,18-9 50,-18-6-34,20-8 3404,-11-2-3398,17-1-6,-2-1-16,10 3 33,-1 0-39,5 2 0,6 1-17,3 2 23,3 0-6,13 5 0,-3-2 34,19 5 0,-1-4 12,11 0 2,7-3-46,-14-4 1,-1-2-3,14-2 0,-12-1 0,-1-2-17,11-7 11,-13 2 1,-2-2-24,11-7 34,-15 1 0,-3-1-41,-5 3 75,5-29 0,-18 24-3397,-4-12 3352,-5 16 28,-15-5-16,9 14-2274,-21-10 2262,19 17-11,-16-1 17,17 7 2269,-7 1-2258,3 1-22,-6 2 33,8-1 3381,-8 2-3403,14-3 6,-7 1-1,7-2-10,0-4 44,0-2-22,2-13-34,3 4 28,1-13 34,2 2-23,1-21-10,0 1-18,0-10-11,0 21 40,0-4-1,0 23 6,0-9-28,0 18-11,0-4 11,0 9 0,0-3 5,0 2 17,0 0-7,0 0-33,0 2 17,10 2 32,-2 0 18,21 3-5,1 0-44,27 1 173,-15-2 53,-2-4 1,-2-1 246,-2-1-204,1-3 0,1 0 267,0-3 3,8-6 35,-23 7 86,-10 0-200,-8 5-326,-3 1-144,-2 1-345,0-1 20,-4 2 310,-3 2 212,-10 2-13,0 1 11,-28 6 9,15-3-29,-2-1 0,-3 1 34,0 1 0,0 0-199,0 1 0,-1-1 0,2 0 0,2 1 0,-23 6 0,34-8 0,-14 2 0,26-7 0,-5 0 0,5-2 0,-1 0 0,2-1 0,-1 0 0,1 0 0,0 0 0,1 2 0,4 4 0,1 1 0,1 15 0,2-1-451,1 14-195,2-1-17,0 3 12,-2-8-231,0 13 424,-2-21 213,0 22 89,0-21 87,1 5 88,0-11-15,2-6-80,-1-5 25,2-3-53,0-5-30,6-5-11,-1-2-5,14-14-16,-9 10 32,28-17 75,-13 16 64,14-6-5,-9 11 6,-2 5 5,-9 4 6,10 14-40,-10 5 12,9 16 11,-9 6-5,-8-5 21,-5 12-21,-12 0 33,-12 0-11,-13 3-6,-14-17-11,-9-9-28,8-7-151,-13-7-1591,5-10 1770,2-11 0,15 4 0,18-5 0</inkml:trace>
  <inkml:trace contextRef="#ctx0" brushRef="#br0" timeOffset="6391">21380 2242 23769,'22'-47'-125,"0"1"0,-11 7 0,6 8-99,21 21 0,11 10 0,-1 1-1327,4 0 1,0 2 925,11 2 1,-1 3-168,-9 2 0,-5 7-404,-15 9 1,-9 4 624,-7 14 461,-31-4 1,-11-2 378,-22 3 364,7-14 1,-12 4-1,-3 1 1,4-5 267,3-3 1,3-3 0,-2 1-740,0 1 1,-2 2-1,0-1 1,5-4 259,-11 2 1,12-6 143,20-8-73,12-1 729,34-14-1155,13-3 0,6-2-39,-9 2 0,1-1-172,8-2 1,5-3 0,-5 3 140,-7 1 1,1 0 195,9-4 1,5-4 0,-4 1-203,-4-2 1,-2 0 8,15-10 0,-5-1 11,-5-10 45,-23-16-28,-21 28 36,-11-1 1,-5 1 115,-14 0 89,-13-11 817,13 17-759,10 7 960,9 7-1176,11 5-42,3 5-7,14 11-84,6 9 27,13 18-2,-17-13 0,0 3-265,-1 5 0,-2 3 208,-3 5 1,-5 2-546,-6 5 0,-6 2-36,-8 2 1,-5 1-1186,-6 1 0,-5-2 1820,1-6 0,0-5 0,7-13 0,3-4 0,-4 3 0</inkml:trace>
  <inkml:trace contextRef="#ctx0" brushRef="#br0" timeOffset="6841">23531 2335 19669,'16'-45'1484,"0"0"0,0 0 1,5-15-1,-4 11-1304,-11 27-40,-4 10-101,-2 24 23,-1 1-17,-1 43-57,0-20-67,1 1 1,0 2-511,2 18-1402,6-12 0,2-1-3454,3 17 5445,2-23 0,-1-5 0,-4-13 0,1-1 0</inkml:trace>
  <inkml:trace contextRef="#ctx0" brushRef="#br0" timeOffset="7374">24404 2142 20778,'1'-7'3221,"0"2"-1894,-1 5-531,0 0-712,20-57-73,-15 43-22,15-40 33,-24 62 6,-10 11-22,2-3 27,-21 14-10,17-18 77,-13 6 91,15-14 38,-1-11-167,8-2 33,3-19-44,11-3-7,7-12-44,13 0 200,15 4 42,-10 17 369,25 7-3,-31 17-130,28 12-108,-16 14-272,-14-7 0,0 3-42,-2 2 1,-4 4-219,-4 10 1,-6 3-480,-10-2 1,-6 0 401,-2 1 0,-5 0-181,-17 5 0,-7-3 188,9-14 0,-3-1 0,2-1 66,-7 6 1,-1-1-1340,-18 3 0,4-9 1498,17-15 389,-19-21-461,42-2-14,4-29-29,15 22 818,27-20-696,-8 25-25,11 1 0,3 3-31,2 4 970,12 3 0,2 0-1379,0 3-941,-11 0 0,7 1 0,-6 0-1050,-11-1 0,-1 1 2456,26 2 0,-5 0 0,-20-1 0,-1 0 0</inkml:trace>
  <inkml:trace contextRef="#ctx0" brushRef="#br0" timeOffset="7549">25322 2470 21013,'-4'0'4066,"1"0"-1943,3 0-2207,-46-42-296,36 30-96,-31-30-8044,65 41 8520,-1 0 0,2 0 0,-12 0 0</inkml:trace>
  <inkml:trace contextRef="#ctx0" brushRef="#br0" timeOffset="8126">26113 1935 23125,'0'-3'2269,"0"1"-1497,0 2-766,-43-39 5,19 31-6,-11-11 1,-5 3 50,-9 21-36,14-1 0,1-2-43,-11 2 180,-1-2-67,35-2 105,-1 1-128,11 0-50,0 1-26,1 5 61,0 13-23,0-3-5,3 16 0,-1-6-6,2 9-11,-2 12 28,-6-6-19,1-1 7,-9-5-33,2-12 101,-4 2 141,6-12 78,3-6-77,4-13-127,3-8-78,0-1 51,7-13 22,9-4-78,-2 5 27,9-2 24,18 4-33,-6 9-33,-7 5 0,2 3 7,17 7-1,3 13-1,1 11-2851,-11 1 2825,-4 4-140,-16 0 0,-3 2 97,0 15-15,-6-8 1,-6-1-383,-24 11-392,-17-7 102,0-14-2894,4-15 1,0-3 3635,-4-3 0,-5-2 1,25-4-1</inkml:trace>
  <inkml:trace contextRef="#ctx0" brushRef="#br0" timeOffset="8342">26081 1887 21808,'47'-25'756,"-1"0"1,1 1 0,6 1-1,2 1 1,-4 5-646,1 3 0,-2 5-77,0 1 1,-4 3 102,9 2-172,-29 2-112,2 2-1344,-16 4 1491,-11 7 0,1-5 0,-3 2 0</inkml:trace>
  <inkml:trace contextRef="#ctx0" brushRef="#br0" timeOffset="12241">17555 5002 11514,'-6'-2'6996,"1"0"-3335,5 2-3202,3-3-127,1 2-152,6-2 72,3 5-162,1 1 374,-3 2-374,-6 3 39,-5 1 39,-8 2 5,-8 0 34,-18-2-128,7-5 190,-20-7-180,26-2 186,-14-19-208,23 8 73,-2-22-39,11 7-39,7-11-12,7 0-5,18 0-39,-6 16-1,18 3 6,-9 18-5,12 4 5,1 11-17,-16 5 1,-2 3-23,9 11 8,-14-2 1,-4 3-534,-8 26 494,-12-16 0,-4 2-653,-9 7 0,-6 1 673,1-12 0,-3 0 0,-2 0 10,-3 1 1,-2 0 0,-2 0-892,-9 3 0,-2 1 0,1-4 945,-1 1 0,0-3 25,7-10 1,-2-2-1,3-7 64,-17-2 71,0-10 253,22-22-225,32-31-185,21 4-20,0 13 1,5 3 137,12 7 1,2 5-158,-11 3 0,0 3-65,20 0 1,1 3 1286,-13 3 0,2 4-2315,1 2 1,3 2 0,-2 0-2226,1 0 0,0 1 3329,11 7 0,-8 0 0,-19-4 0,-3 0 0</inkml:trace>
  <inkml:trace contextRef="#ctx0" brushRef="#br0" timeOffset="12441">18526 5434 24284,'0'-3'1714,"0"0"-1378,0 3-403,32 63-4038,-34-30 1,-2 1 1841,15 13 1,-2 0 2262,-22-4 0,-3-6 0,3-13 0,0-1 0</inkml:trace>
  <inkml:trace contextRef="#ctx0" brushRef="#br0" timeOffset="13207">22568 5124 16224,'5'-46'1751,"0"0"1,0 1 0,1-10 0,-1 5-234,-1-12-1210,-3 38 107,-1-6-275,0 23-151,0 9 16,0 6 29,0 23-76,0 7 0,-1 4-769,0 18 441,0-3 0,-1 3-885,1-20 1,1-2-458,1 1 1,0 0 1711,2 3 0,1-5 0,1-8 0,1-1 0</inkml:trace>
  <inkml:trace contextRef="#ctx0" brushRef="#br0" timeOffset="13565">23181 4788 22660,'-1'-46'726,"-1"-1"0,4-4 1,4 9-649,4 20 12,31-14-79,-1 26-22,22 3-1,-8 20-16,-8 16 23,-18 4-284,-19 3 0,-7 3 269,-8-6 1,-5 0-270,-6 15 0,-5 1 300,-5-8 1,-5-2-7,-2-3 1,1-2-6,7-8 0,0 0 14,-3 1 0,3-1 8,3 2 18,-2 5-7,23-21 90,25-1 292,-3-8-407,17-1 1,4-2-37,6-5-296,-6 2 1,7-2 0,-3 1-478,3-1 0,1 0-1233,-2 1 1,3 0 0,-2 0 2033,6 1 0,-4 1 0,-16 1 0,-4 0 0,4 1 0</inkml:trace>
  <inkml:trace contextRef="#ctx0" brushRef="#br0" timeOffset="16458">19120 5079 13877,'-1'-5'5775,"-1"1"-5282,2-29 0,3-8 89,10 6-397,-4-13 0,5 2 39,26 13-151,-4 10-6,-5 11 0,0 4-45,3 2 20,1 5 1,-1 5-9,-1 12-57,6 15-45,-23 9 29,-15 8 45,-17 7-232,2-26 0,-2 1 217,-4-1 1,-2 0 22,-1-1 0,1-2 25,-14 11 191,-8 0 196,22-23 50,-5 1-151,18-22-101,8-11 396,9-10-547,1 4 100,17-7-77,-7 15-35,12-2-27,-5 11-23,6 7-11,5 8-6,8 10-38,5 13-239,-24-11 0,-1 1 202,-2 3 0,-2 2-149,10 28-177,-21-2-2,-26-3-436,-26-6-133,11-23 1,-4-1-3939,-14 1 1,0-2 3394,17-6 0,2-2 1,-29 8-1,50-15 1</inkml:trace>
  <inkml:trace contextRef="#ctx0" brushRef="#br0" timeOffset="16692">20205 5242 14372,'0'8'3898,"-1"-1"-1630,1-7-1899,0 0-268,-61 71-2373,40-32 2199,-12 3 1,3 4-4844,24-9 1,6-4 3070,-1-3 1,0 19 0,1-43 0</inkml:trace>
  <inkml:trace contextRef="#ctx0" brushRef="#br0" timeOffset="17225">21068 5375 19921,'-5'0'2655,"2"0"-1798,3 0-1283,-19-14 62,25 10-1143,11-12-3057,41 14 4564,-13-1 0,-1 1 0,6 0 0,-3-1 0</inkml:trace>
  <inkml:trace contextRef="#ctx0" brushRef="#br0" timeOffset="17541">21572 5280 14107,'3'0'3842,"0"0"-8819,-3 0 4943,65-27-134,-30 19 708,8-7 1,0 2-748,-7 10 991,-6 1-700,3-3 274,-2 0-156,-6 0 4901,-1 1-3311,-16 3 380,0 1-1607,-7 0 410,-1 0-331,-4 0-213,-3 1-100,-3-1-68,-2 0-229,4 0-6,3-1-241,4-1-1277,5-1-8341,9 0 8858,0 0 0,0 0 0,-9 2 0</inkml:trace>
  <inkml:trace contextRef="#ctx0" brushRef="#br0" timeOffset="19458">16589 6597 16415,'-47'-23'131,"1"0"1,6-18-104,99 27 3,-7 7 1,11 1 0,0 0-1852,-7 2 1,0 1-1,5 0 1931,-9 0 0,4 0 0,2 0 0,1 0 0,-1 1 44,0-1 1,0 2 0,0-1 0,1 0-1,2 0-226,-6 0 1,1-1 0,0 1 0,2-1 0,0 1 0,0-1 142,-3 0 0,1 0 0,1 0 0,-1 0 0,1 0 0,-1 0 0,-2 0-105,1 0 1,-3 0 0,0 0 0,1 0 0,2-1 0,4 0 112,-3 1 0,3-1 0,3-1 1,2 1-1,1-1 0,0 1 0,-1-1 1,-2 1-1,-2 0-165,3-1 1,-2 1 0,-2 0 0,0 0 0,1 0 0,2-1 0,3 1 118,-11 0 1,2 0 0,2 0-1,2 0 1,0 0 0,1 0-1,0 0 1,0-1 0,-1 1-1,-1 0 1,-2 1 9,7-2 0,0 1 0,-2 1 0,0-1 1,0 0-1,-1 0 0,1 0 0,0 1 1,0-1-15,-5 1 0,0-1 0,0 1 0,0 0 1,0-1-1,0 1 0,0 0 0,1 0 1,-1 0-1,0 0-12,6-1 0,0 1 0,1-1 0,-1 1 0,0-1 1,0 1-1,1 0 0,-1-1 0,-1 1-8,0 0 1,0 0-1,0 0 1,0 0 0,-1 0-1,0 1 1,1-1 0,-1 0-1,0 0-2,-2 1 1,2-1 0,-1 1 0,0 0-1,0-1 1,-1 1 0,-1 0 0,-1 0 0,-2 0-4,4 0 1,-3 0-1,-1 0 1,-1 0 0,1 0-1,1 1 1,2-1-11,-3 1 0,3 0 0,1 0 0,1 0 0,0 0 0,-1 0 0,-2 0 0,-2 0 0,-3 0-78,14 0 0,-5 0 0,-2 0 0,0 0 0,3 1 17,-3-1 0,2 0 0,1 0 0,-1 0 0,-2 1 1,-4-2-823,9 1 0,-2-1 0,-5 0 1,-5 0 887,9-1 0,-8-1 0,-3 1 0,-7-1 0,-4 0 0</inkml:trace>
  <inkml:trace contextRef="#ctx0" brushRef="#br0" timeOffset="20467">15526 4803 19496,'-1'-5'-73,"0"2"123,1 3 12,-50 70-26,39-38 1,1 3-769,-8 9 0,-3 7 0,5-1 730,9-4 0,5 0 0,1-1-4,-2 14 1,3 2-18,1-11 1,1 6-1,0-1 1,0-5-6,0 7 0,1 1-61,1-9 1,0 7-1,0 3 1,1-3 0,-1-8 1,1 9 0,1 0 11,1-5 0,1 7 1,0 0-1,0-10 43,2-4 0,-1-5 111,3 13 0,-2-8 57,-3-18-225,-17-36 23,-11-30 64,6 5 0,0-2-140,2 2 1,0-4 159,1-10 0,1-8 0,1 2-38,4 9 0,1 1 1,0-3 41,0-2 0,0-4 0,0-2 0,2 3-407,3-10 1,1 2-1,3-1 382,0 0 0,2 1 1,2-1 1,3 3 0,1-1 0,3 2-2,0 2 1,3 0-1,2 2-302,1 2 0,1 1 0,4 1 286,0 9 0,3-1 1,0 2-1,0 3 5,-2 0 0,0 4 0,3 0-563,16-11 0,5-1 1,-3 7 557,-9 10 1,5 1 2,1 4 0,11-3 0,4-1 0,-2 2 1,-6 4 14,-2 1 0,-5 3 0,7-1-3,-3 1 0,7-2 1,4 0-1,2 0 1,-2 1-1,-5 4-1,7-1 1,-4 4-1,1 1 1,6-1-101,-9 2 0,4 0 0,3-1 0,1 1 0,0-1 1,-2 1-1,-3 1 101,4 0 1,-3 0-1,-2 0 1,2 1-1,5-1-52,-11 2 0,4 0 0,2-1 1,1 1-1,0 0 0,-1 0 1,-1 0-1,-4 1 63,3 0 1,-4 0-1,-2 1 1,1-1 0,2 0-1,4 0-68,-5 1 1,4-1 0,2-1 0,1 1 0,1 0 0,0-1 0,-1 1 0,-3 0 0,-2 0 61,8 0 0,-4-1 0,-1 1 0,-1 0 0,3 0 0,2 0 0,-8 0 0,3 0 0,2-1 0,1 1 0,0 0 0,-1-1 0,-2 1 0,-4 0 0,-4 1 5,16-1 1,-9 0 0,1 0-1,8 0-4,-17 1 0,6-1 0,2 1 1,3-1-1,1 1 0,1-1 1,-2 1-1,-2 0 0,-4 0-2,11-1 0,-4 1 0,-2 0 0,0 1 1,2-1-1,4-1 2,-10 2 1,3-1 0,2 0 0,2 0 0,-1 0 0,1 0 0,-1 0 0,-1 0 0,-2 1 4,6-1 0,0 0 1,-2 0-1,-1 0 1,0 0-1,0 0 0,1 0 16,0 0 1,0 0-1,0 0 1,0 0-1,-1 0 1,-1 0-1,-2 0-6,-1 1 0,-3-1 0,-2 0 0,1 0 0,2 0 0,2 0 14,-1 0 0,2 0 0,3-1 0,0 1 0,1-1 1,-2 0-1,-2 1 0,-3-1 7,11 0 0,-4 1 0,-2-1 0,2 0 0,3 0-2,-12 0 1,2 1 0,2-1-1,1 1 1,-1-1 0,0 0 0,-1 1-1,-4 0 25,5 0 1,-3 0 0,-1 0 0,-1 1 0,0-1-1,-1 1 77,6 0 0,-1 0 0,0 0 0,-2 0 0,0 1-55,5 1 1,-1 0 0,-2 1 0,-1 1-9,8 0 1,-3 2 0,-2 2-34,-10 1 0,-3 1 0,-2 2 471,9 6 0,-5 5-482,-11 1 1,-4 5 61,-5 15 1,-5 4-54,-8-13 1,-3 2 381,-3 5 1,-3 4-1,-1-1-374,-2 14 1,-3 3-3,0-6 0,-2 4 0,1-2-21,0-9 0,0-1 1,-1 5 14,-2 8 0,-1 5 0,0 3 0,0-5-99,1-13 1,1-3 0,-1 1 0,-1 4 45,0 0 0,-2 5 0,0 2 0,-1 1 0,1-3 0,0-5-2,-1 0 1,2-4 0,-2-1 0,-2 3-48,-2 0 0,-1 3 0,-2 0 1,-1-2-1,-2-5-347,-8 7 0,-3-6 1,-6 2 409,0-7 0,-7 2 0,-2 1 0,2-3 0,5-4 0,2 0 0,5-4 0,-3-1 0,-14 1 0,0 1 0,0 0 0</inkml:trace>
  <inkml:trace contextRef="#ctx0" brushRef="#br0" timeOffset="21317">27587 4092 19708,'0'-7'2734,"0"1"-2387,0 6-89,0 0 16,20-22-39,-15 34-44,15 9-180,-17 40-3,-2-30 1,0 3 5,1 19 0,0 0-3,0 8 0,-1-13 0,-1-2 40,-2-6 173,0-16-6,0-13 336,-2-14-458,2-13-1,-2-17 17,6-15-11,8-13-422,-1 25 0,3 0 352,4-1 0,4 0-3,3 1 0,3 2-11,2 3 0,2 4-197,2 3 0,1 5 191,19-6-5,-22 16 0,2 4-23,30 8-9,-30 1 1,0 4-40,4 4 1,-1 3-200,-8 3 1,-2 4-473,-1 2 0,-1 1-615,9 18-3565,-12-8 1,-3 0 3207,-3-3 1,4 11-1,-15-35 1</inkml:trace>
  <inkml:trace contextRef="#ctx0" brushRef="#br0" timeOffset="21650">29040 3911 21265,'2'-6'3450,"-1"1"-2817,-1 5-587,-11 53-32,1-20 0,0 3-428,-1 5 1,-1 5-1,0-2 425,-4 8 1,1 2-396,0 5 1,0 5-1,1-6 146,4-10 0,0 3 238,2-3 0,0 11 0,0 3 0,0-4 0,3-13 0,-1-5 0,2-4 0,-1 16 0,1-1 0,-1 1 0</inkml:trace>
  <inkml:trace contextRef="#ctx0" brushRef="#br0" timeOffset="22067">29505 4375 22010,'-5'-52'679,"0"0"1,9-3 0,7 6-613,16 3-28,1 19 1,4 4-18,20 7-407,-18 8 1,2 4 392,0 4 1,0 5 2,-1 4 0,-2 3-17,-2 4 1,-4 7 16,-5 13 1,-5 4-7,0 19-333,-20-8 0,-8 1 328,-6-14 0,-7 0 13,-1-2 0,-5 3 0,2-4-239,-3 2 0,-1-2 223,-13 8 1,0-4 30,-2-1-1393,21-15 1,2-1 1380,-3 4 258,17-3-196,32-16-61,10-2 0,6-1-14,-7-2 0,2 0-104,9 0 0,5 0 1,-1 0 86,14 1 0,4 0-104,-15 0 0,6 0 1,0 1-1,-4-1-162,-1 1 0,-3-1 1,4 2-1064,6 0 0,6 3 0,-3-1 0,-8 0 1343,-2 0 0,-5 0 0,11 2 0,-6 0 0,-20-3 0</inkml:trace>
  <inkml:trace contextRef="#ctx0" brushRef="#br0" timeOffset="22341">27495 5465 19938,'-3'0'2420,"63"-13"-1732,-4 2 1,6-1-2076,-20 4 0,1-1 0,3 0 1464,4 1 0,5-1 0,0 0 0,-1 1-47,5 0 0,0 1 0,4-1-30,-4 2 0,5 0 0,2 0 0,-1 0 0,-4 0-322,-3 1 1,-5 0 0,1 1 0,6 0 246,-8 1 1,6 1-1,2-1 1,2 1 0,-3 0-1,-3 1 1,-7 0-107,11 0 0,-7 1 0,6 1-546,-6 1 1,8 0 0,3 1 0,-1 0 0,-5 1-1,-8-1-1550,15 3 0,-5 2 2138,2-1 0,3 2 0,-14-1 1,-13-1-1,-9 0 0</inkml:trace>
  <inkml:trace contextRef="#ctx0" brushRef="#br0" timeOffset="22566">27961 5776 22907,'49'-10'400,"0"-1"0,0 1 1,6 0-1,5-1 1,-2 0-1,-5 3-2488,3-1 1,2 1 2129,-3 1 0,9-1 0,2-1 0,-5 2-7,2 0 1,-2 2-1,5-1-17,-10 1 0,6-1 0,2 1 0,-2 0 0,-4 0-312,-4 1 1,-4 0-1,0 0 1,2 0 285,2 1 0,4-1 0,0 1 0,-3 0 0,-5 0-289,2 0 0,-5 1 0,1 0 167,5 0 0,1-1 1,-6 0-1,-4 2 1,-7-1-1,5-3 1</inkml:trace>
  <inkml:trace contextRef="#ctx0" brushRef="#br0" timeOffset="35399">16828 8339 11480,'7'-5'8968,"-2"2"-7552,-5 3 69,0 0-819,43-54-240,-32 41-345,15-18 0,-9 8 199,-25 25-257,0 1 27,-33 14-33,14-6 19,-4 3 1,-2 0-15,-3 2 31,-3 0 1,-4 0 32,7-3 1,-1-2-101,-5 1 0,1-1 115,-17 3 145,22-11-56,20-3-27,-1-3-130,10 1-10,3 0-23,3 2 281,0 12-270,-1-2-28,-2 31 28,1-7-11,-2 8 12,1 3-1,-4 7 11,1-10-5,-1-6 0,-1-1-6,-5 0 34,-5 12 33,5-23 152,5-12-68,5-6 169,3-7-113,5-15-162,5-8-17,10-17 17,9 0-50,0 7 19,-3 13 0,1 3-19,3 1-4,6 3 1,3 2-3,11 7-3,-11 5 1,0 2-15,11 7 17,-10 7 0,-2 4-268,-1 4 217,0 6 1,-4 4-84,-12 10 92,-9-11 0,-5 1 2,-14 10-142,-14-10 0,-4-4-70,-9 0-669,-11-2 1,-5-3 208,16-15 1,0-4-704,-14 4 1,-1-5-2020,12-8 1,4-5 3433,-18-10 0,24 2 0,18 4 0</inkml:trace>
  <inkml:trace contextRef="#ctx0" brushRef="#br0" timeOffset="35642">16896 8211 23842,'50'-20'605,"-1"1"0,-4 1 0,-7 3-191,-10 8-33,-8 1-101,-4 0-146,-5 0-89,-3 2-56,-1 0-241,-1 2-918,3 1-4163,5 1 5333,3 1 0,-6-1 0,-2 1 0</inkml:trace>
  <inkml:trace contextRef="#ctx0" brushRef="#br0" timeOffset="36483">17951 8347 24217,'47'-28'-809,"-1"1"1,5 2-1,3 5 238,-12 12 0,1 5 0,0 0-1993,20 1 0,-4 2 2216,-21 1 1,-5 4-1748,10 20-270,-64 10 2068,-4-10 1,-6 1 1290,-12 5 0,-7-1-285,3-4 1,-4 0-1,3-2 11,-5 2 0,2-1 4,5-4 1,-1 1-1,5-3-152,10-4 1,3 0-229,-2 0 1,2-1 796,-2 4-436,29-9-419,13-8-222,23-8 1,6-4-48,11-3 661,-13 3 1,5-3 0,-2 0-696,5-3 1,1-2 7,8-6 1,0-2 5,-7-1 0,-4-2 3,-10 0 0,-6-3 138,-8 3 1,-7-2-81,-12-7 1,-7 1-8,-7-13 30,-6 16 0,-4 3 194,-11-6 487,-10-6-510,17 20 45,8 6-202,17 16 1220,14 14-1299,-2 0-2,9 13 0,1 3-2,3 7-21,-5-7 1,0 4-228,0 7 1,-1 2 106,-3 7 0,-1 1 17,2-2 0,-3 3-385,-10-6 1,-4 2-1,-2-5-819,-12 14 1316,-8-1 0,-3-5 0,7-21 0,-13 8 0</inkml:trace>
  <inkml:trace contextRef="#ctx0" brushRef="#br0" timeOffset="38599">20248 8175 23562,'12'-7'661,"-1"1"-415,-8 11-128,0 2 22,2 7-17,-2 2 62,-4 10-113,-3-8 68,-8 9 7,-6-10 21,-10 1 179,-11-7-3482,3-13 3287,3-5 133,9-18-111,12-6-29,9-30-117,8 18-6,5 12 1,3 2 11,14 1 33,19-1-61,-14 15-40,28 13 0,-22 18 23,7 5-17,-11 24-5,-20 8 1515,-16-4 1,-11 5-1528,-5-11 1,-5 1-1,-2-1-352,4-5 0,-1-1 0,-3 0 369,-13 11 0,-4 1 0,3-7-596,8-10 1,0-2 625,-1 0 0,-3 2 0,4-6 54,-20 10 64,7-18 1,2-8-71,10-12 400,-12-37-416,42 9 2,10-9 1,6 0-21,6 4 6,5 3 1,5 2-32,1 13 1,2 4 286,2-1 0,1 3-287,-1 1 1,1 5-157,10 7 0,-2 5-143,6 1-933,10 8 0,0 2-1089,-5 0 1956,4 1 0,-4-1 1,-22-8-1,14 6 1</inkml:trace>
  <inkml:trace contextRef="#ctx0" brushRef="#br0" timeOffset="38767">20980 8705 22912,'0'-4'3333,"0"0"-2941,0 4-532,-4 16-661,1 12-364,-2 5 317,-2 22 0,5-35 0,-2 7 0</inkml:trace>
  <inkml:trace contextRef="#ctx0" brushRef="#br0" timeOffset="40349">24597 7897 23926,'3'-17'789,"-14"2"-654,-29 10-79,-1 1 53,-5 2 0,-4 1-22,11 1 0,-1 1 8,-17 0 1,-2 2 63,4 0 1,6 1-138,-6 1 29,4 1-29,46-3 12,-1 1 5,-1 5-3353,-6 9 3348,3-2 5,-5 7 107,-7 18-57,2 0-53,4-10 1,1 3 13,3 0 1,1-1-12,-4 12 28,3 9 23,7-30 33,0 2-28,2-10 45,0-7 3549,3-6-3330,-1-2-141,1-6-162,2-5-34,4-8 23,8-5-22,7-1-18,10 1 34,6 2 17,6 5-67,4 6-17,11 10 34,-17 5-1,16 15 29,-22 6-28,-2 2-62,-3 24-107,-26-3 57,-4 1-272,-23-18 0,-8-5-126,-9-4-868,-5-3 0,-5-3-1992,9-8 1,1-3 2734,-6 0 0,2 0 1,-14-1-1,26-5 0</inkml:trace>
  <inkml:trace contextRef="#ctx0" brushRef="#br0" timeOffset="42117">21417 8302 21439,'-6'-53'646,"-1"0"0,-1 7 0,7 8-422,29 11-118,0 12-61,6-2-28,18 8 0,-13 9-23,17 8-44,-15 12-1,-8 12 35,-11 8 10,-10-5-11,-15 12 12,-5-18 38,-14 4 1,-5 0 11,-12 2 8,7-7 0,0-2 31,-2-6 308,-1-5 11,18-11-28,-3-4-88,14-8-97,5-8-123,8 1-33,16-3-23,6 11-17,17 2 1,3 12-29,6 7-11,2 10-298,-4 8 220,-11 4-74,-16 1-77,-18 2-118,-22-2-191,-16 0-582,-15-1-2716,-6-5 3881,7-7 0,16-11 0,13-7 0</inkml:trace>
  <inkml:trace contextRef="#ctx0" brushRef="#br0" timeOffset="42343">22154 8495 22627,'-9'54'-350,"-1"0"1,0-4 0,-1-4-3802,-6 4 4151,0-10 0,9-20 0,4-14 0</inkml:trace>
  <inkml:trace contextRef="#ctx0" brushRef="#br0" timeOffset="42824">22502 8071 17126,'1'-5'4234,"0"2"-610,-1 3-3579,17-36 28,-15 38 5,11-15-27,-24 57-23,-5 13-23,5-17 1,0 1-2047,-4 16 2044,8-24 0,1-1 42,5 19-12,8-16-10,0 6 162,15-22-11,-1-16-18,15-11 2053,0-15-2075,4-12 1,-2-6 55,-3 0 40,-6 2-6,-7 11-45,-8 8-95,-6 10-78,-5 6 16,-2 8 23,-1 9-68,0 22 29,0-6-56,-4 26-102,-6-8-198,2-14 0,-2 1-946,-1 2 0,1 1-860,-1 0 0,2 0 2156,3 0 0,0-3 0,1 5 0,5-10 0</inkml:trace>
  <inkml:trace contextRef="#ctx0" brushRef="#br0" timeOffset="43017">23056 8586 16387,'0'-4'5635,"0"1"-3007,0 3-2606,-23-15 371,9 27-510,-19-5-210,16 32-1275,4 2-3681,6-3 5283,6-9 0,1-13 0,2-9 0</inkml:trace>
  <inkml:trace contextRef="#ctx0" brushRef="#br0" timeOffset="44433">20009 9739 13721,'-57'-4'1056,"1"0"1,15 2 0,7-1-732,8-3 414,61-7-322,-4 4 0,6-1-1440,4-1 1,6-1 0,2 0 1120,-3 1 0,3 0 0,2-1 0,2 0-448,-3 1 1,2 0 0,2 0 0,0 0 0,1-1 363,-3 2 0,1 0 0,1-1 0,0 1 0,1-1 0,0 1-141,5-1 1,0 1-1,0-1 1,2 1 0,-1 0-1,1-1 123,-8 3 0,1-1 0,0 1 0,0-1 0,1 1 0,-1 0 0,0 0-182,1 0 0,0 0 1,0 1-1,-1-1 1,1 1-1,0 0 1,-1 0 187,0 0 0,0 0 1,-1 0-1,0 1 1,1 0-1,-1-1 0,-1 1-32,9 0 1,-1-1 0,0 0 0,0 1 0,-2 0 0,-2 0 25,-2 0 1,-2 1 0,-2 0-1,2-1 1,2 1-48,-1 1 1,4-1-1,1 0 1,-1 1 0,-2-1-1,-6 2-119,15-2 0,-6 0 1,1 1 131,-3 0 0,4 0 0,-3 1 0,-9-1-343,2 0 1,-19 3 1469,-29 2-1229,-38 3-77,-10 1 1,-13 2 0,0 0 225,5 0 1,-1 0 0,-4 1-107,8-2 1,-4 1 0,-2 0 0,0 0 0,0 0-63,1 0 1,0 0 0,-1 1-1,0-1 1,-1 1 118,5-1 1,0 0 0,-1 0 0,0 0 0,-1 0 0,0 1 35,-4 0 0,-1 1 1,0-1-1,-1 1 0,2 0 1,1-1-214,-2 1 1,4-1 0,-1 0 0,-1 1 0,-5 1 262,9-2 1,-3 1 0,-2 1 0,-2 0 0,0 0 0,1 0 0,2 0 0,4-1-165,-3 0 1,5 0-1,0 0 1,1 0 0,-2 0-1,-2 1 178,2-1 0,-3 1 0,-2 0 1,0 1-1,0-1 0,0 0 1,3 0-1,2 0 44,-12 2 1,2-1-1,2 1 1,2-1-1,1 0 36,-6 1 0,1 0 0,2 0 0,3-1 265,-6 2 1,3-1-1,3-1-114,-7 3 1,8-2 737,18-4 1,8-1-72,3 1 2392,49-10-2896,9-2 0,9-3-229,2 1 1,4-2 0,4 0-267,-1 1 0,3-2 1,2 1-1,3-1 116,-3 1 0,1-1 0,3 1 0,0-1 0,2 1-251,-4 0 1,1 0-1,1 0 1,1 0-1,0 1 1,1-1 202,-4 1 0,0-1 0,1 1 1,1 0-1,-1 0 0,2 0 0,-1 0-224,3 0 0,0-1 1,1 1-1,0 0 1,1 0-1,-1-1 0,1 1 215,-7 1 0,0 0 0,0-1 1,0 1-1,1 0 0,-1 0 1,1 0-1,-1 0-126,0 0 0,0 0 0,0 0 0,0 1 0,0-1 0,0 0 1,-1 1-1,0-1 124,7 0 0,-1 0 0,0 0 0,0 0 0,0 0 0,-1 0 0,-1 0 48,-3 1 0,0-1 0,-2 1 0,1-1 0,0 1 0,-1-1 0,1 0-36,1 0 1,2 0 0,0-1 0,-1 1 0,-1-1-1,-3 1 1,-2 0 20,14-2 1,-6 1 0,0-1 0,1 0-37,-5 1 1,3-2-1,-1 1 1,-3-1-1,-5 1-149,-2 0 0,-6 0 0,1 0 136,5-3 0,0-1 0,-5 2 0,-4 1 0,-6 0 0,7-5 0</inkml:trace>
  <inkml:trace contextRef="#ctx0" brushRef="#br0" timeOffset="45599">30301 3353 13522,'-41'-25'0,"-1"0"1,1 0 0,0 0-1,-3 2 1,-4 1 0,-1 0 0,1 1-1,1 1-1216,1 0 1,2 2-1,0 0 1,-5 1 1248,-4 1 1,-4 0-1,-3 1 1,1 1 0,0 3 85,3 3 1,0 3 0,-1 1 0,1 1 0,-1 0-240,-3 1 1,-1 0-1,-1 1 1,1 0-1,0 2 190,1-1 1,1 0 0,0 1 0,0 2 0,0 1 127,0 3 0,-1 1 0,2 2 1,0 1-1,1 1 90,-4 3 0,3 0 1,-2 3-1,-3 3-183,12-4 1,-2 4-1,-3 0 1,-1 2-1,2 0 1,1 0-1,4-2-57,-3 2 0,3-2 0,2 1 1,-1 1-1,-3 5-127,5-1 1,-3 3 0,-2 3 0,-1 2 0,1 0 0,3-1 0,3-2 0,6-2 94,-4 3 1,7-4 0,1 1 0,-5 7-8,4-3 0,-5 5 0,-2 4 0,-1 1 0,1 2 0,1-3 1,4-1-1,5-6-30,-3 6 0,6-6 0,2 1 1,-3 5 22,-3 3 1,-3 5 0,-1 3 0,1 2 0,3 0 0,6-2 11,4 1 1,5-1-1,4 1 1,1 0-1,1 0 53,0 1 0,2 0 0,2 1 0,1-1 0,2 0-48,2-3 0,-1 0 0,3-1 0,4 0 0,6-3 100,8 8 1,7-3 0,7-2 0,5-3-30,1-9 1,6-3 0,4-2 0,4-1-1,4 0-19,-9-9 0,3 1 0,3-1 0,3-1 0,1 0 0,1-1 0,0 0 0,-1-1 0,-1 0-23,5 0 0,0 0 0,-1 0 1,1-2-1,0 0 0,0-1 1,1-1-1,0-1-16,3 0 0,0 0 1,0-2-1,1 0 0,0-1 1,-1-2-1,0 0 0,-1-2 53,3-2 1,-1 0 0,0-2-1,0-2 1,-2 0 0,0-2 0,0 0 5,1-1 0,-2-1 1,-1-2-1,0 0 1,3-2-1,4 0-57,-14 0 1,4 0-1,1-1 1,1-1 0,2 0-1,0 0 1,0-1 0,-1 0-1,-1-1 1,-2 0-10,7-1 1,-2-1 0,0 0 0,-1-1 0,0 0 0,0-1 0,1-1 0,1 0-39,-2-1 0,1 0 1,1-1-1,0 0 1,0-1-1,0 0 1,-1-1-1,-2 1 0,-2-2 22,-1 1 0,-2-1 0,0-1 0,-1 0 1,-2 0-1,0 0 0,-2 0 0,0 0-6,5-2 1,-3 2 0,0-1 0,-1-1 0,0-1 0,3-3 1,-4 0 1,3-2-1,0-2 1,1-1 0,0-1-1,-2 0 1,-2 1-1,-4 1 0,9-8 1,-4 1 0,-3 0 0,1-1-1,1-1-3,-2 3 0,3-1 0,0-1 0,-1-1 0,-3 0 0,-2-1 28,0-4 1,-2 0-1,-3-2 1,-3-1-1,-5-1-32,-6 1 1,-5-2 0,-2-2 0,-3 1 0,-1-1-2,-1 0 1,-2-1 0,-2 0 0,-1 0 0,-4 0-1,1-11 0,-3 0 1,-6 1-1,-7 2-12,-6 13 1,-7-1-1,-4 2 1,-1 3-1,1 3 4,-5-4 0,-1 4 0,-10-2-50,6 11 1,-7-3 0,-6-2 0,-4-1 0,0 0-1,0 3 1,4 2 0,5 4-9,-10-4 1,6 5-1,-2 1 1,-7-2-33,12 7 1,-6-3 0,-4 0 0,-3-2 0,-1 1 0,1 2-1,2 1 1,4 3 0,6 3-56,-12-1 0,7 6 0,0 2 0,-11 0 156,16 4 0,-7 0 0,-5 1 0,-4 0 0,-3 0 0,0 1 0,1 0 0,2 1 0,5-1 0,5 1 0,7 0 0,-11-2 0,10 2 0,1-1 0,-8 2 0,-8 1 0,0 1 0,0-1 0,0 0 0,0 1 0,0-1 0,0 1 0</inkml:trace>
  <inkml:trace contextRef="#ctx0" brushRef="#br0" timeOffset="46816">25379 7946 8976,'4'-50'916,"1"0"1,0 0 0,-1 0-1,-2-13 1,-1 1 0,-6 3-482,-3 8 0,-4 2 0,-5 2-1262,-5 0 1,-4 2 0,-4 1 1044,-7-1 1,-3 1-1,-5 2-97,7 9 1,-2 2 0,-3 0 0,-3 1-405,-5 1 1,-5 1-1,-2 0 1,0 1 0,4 3 298,0-1 1,4 3 0,-1 1 0,-3 0-11,4 2 1,-3 0 0,0 0 0,-2 2 0,-1 1 4,5 3 0,-2 2 0,-1 1 1,1 0-1,-1 1 0,2 0-265,-6-1 1,1 2 0,1 0 0,-3 0 0,-2 0 261,3 1 0,-2-1 0,-3 1 0,-1-1 0,0 1 0,2 1 0,1 1-75,0 1 1,1 1-1,0 1 1,1 0-1,0 1 1,0 0 71,0 1 1,-1 1 0,1 0-1,0 1 1,0 1 0,-1 0 2,2 0 0,-1 1 1,0 0-1,0 1 1,1 1-1,-1 0-1,-1 1 1,1 1-1,0 0 1,-1 1-1,1 0 1,0 1-67,-1 1 1,-1 0 0,1 0 0,0 1 0,0 1 0,0 0 63,-1 1 1,0 0 0,0 1-1,0 1 1,-1 0 0,1 0 0,9-1 0,-1 0 1,0 0-1,0 1 1,0 0-1,0 1 0,1-1-2,0 2 0,-1-1 0,1 1 0,0 0 0,0 0 0,0 1 0,0 0 0,-7 3 1,0 1 0,0 0 0,1 0 0,0 1-1,1 0 8,2 1 0,0-1 0,1 1 1,0 0-1,1 1 0,1 1 4,2-1 1,1 0 0,0 1 0,2 0 0,0 1 0,1 1 9,-6 4 1,2 2 0,0 0 0,2 1 0,1 0 6,4 0 1,1 0 0,2 1 0,0 1-1,3 0 21,-6 9 1,2 1-1,2 1 1,4 0-37,4-1 0,2 1 0,3 1 0,3 0 59,4-1 0,2 1 1,4 0-1,3 1-27,4-1 1,4 0-1,3 1 1,3-1 216,3-1 0,3 1 0,3-1 0,6 1-131,6-3 1,5 1-1,3 0 1,2-2 0,-3-3-63,0-1 1,-2-3-1,2-2 1,5 1-1,1-3 1,4 1 0,2 0 0,2-1 0,1-2 0,-2-3-3,2-3 1,-1-3 0,1-1 0,2-2 0,2 2-39,2 1 1,3-1 0,1 1-1,2-1 1,1 0 0,0-2 9,-5-3 0,1 0 0,1-2 0,0 1 0,1-2 0,1 0 0,-1-1-40,-3-2 1,1 0 0,0 0 0,0-1-1,1-1 1,-1 0 0,-1 0 0,-1-1 26,8 1 1,-3 0 0,0 0 0,0-2-1,3 0 1,3-1-44,-11-2 1,2-1-1,3 0 1,1 0-1,2-1 1,-1-1-1,0 1 1,-1-2-1,-1 1 1,-4-2 55,10 1 0,-4-2 0,-1 0 0,-1-1 0,1-1 0,2 1 0,3-1-22,-11 1 0,3-1 0,1 1 1,2-1-1,0 1 0,1-1 1,0-1-1,-2 1 0,-1-1 1,-2 1-1,-3-1-8,10-2 0,-5 1 1,-2 0-1,-1-1 1,1-1-1,3 0 1,4-2 1,-9 0 1,4 0 0,2-1 0,3-2 0,1 1-1,1-1 1,-1-1 0,0 1 0,-3 0 0,-2 0 0,-4 1-1,-4 0-6,12-2 0,-8 2 1,-3-1-1,0 0 1,3-1-1,6-2-5,-11 3 0,4-1 0,2-1 0,4-1 1,1 0-1,1-1 0,0 0 0,-1-1 1,-2 1-1,-2 0 0,-4 0 0,-4 0 2,15-5 1,-6 0-1,-4 0 1,-1-1-1,1 0 1,3-2-8,-1 1 1,2-1 0,0-1 0,1-1 0,0 0 0,-2 0 0,-1-1 1,-5 1 0,0 0 1,0-1-1,-2 0 1,0 0-1,-2-1 0,-1-1 24,3-3 1,-2 0 0,0-1 0,-2-1 0,-2 0 0,-2-1-33,2-5 1,-2 1-1,-2-2 1,-4-2-1,-5-3-19,-5-3 0,-4-5 1,-4-1-1,-4 1 1,-2 4-21,2-11 0,-6 3 0,-10-3-46,-6 12 0,-6-3 0,-5-1 1,-3 2-1,-4 5-118,-7 1 1,-4 5-1,-5 2 1,-2 0-108,6 5 0,-2-1 1,-3 0-1,-1 1 1,-1 1-1,-1 1-1323,-3 0 1,-4 2-1,0 0 1,-1 1 0,1 2-1,3 1 1508,0 1 0,1 1 0,0 1 0,3 2 0,1 1 0,-19-5 1,4 2-1,11 6 0,0 0 0</inkml:trace>
  <inkml:trace contextRef="#ctx0" brushRef="#br0" timeOffset="63399">15065 11244 16801,'7'-46'1466,"-1"0"0,0 0 0,4-10 1,-5 5-314,-10-12-861,-1 36 228,-19-12-363,-2 33-22,-20 11-74,8 10-11,8 5 1,1 3-6,-11 12-21,9-1 0,-5 9 1,4-3-714,4 1 1,3 1 690,-1-4 0,-1 2 0,6-3-8,5-4 1,7-1 5,10 3 0,4-2 22,4 0 0,13-5 1,7-6 50,18-23-23,-11-4 1,1-5-6,14-13 39,-14-7 0,-3-5-600,0-4 592,-5-2 0,-1-3 78,-11 7 0,-2 1-26,0 0 1,0 0 655,-3 1 1,-1 2-544,-3-2-79,-5 17-106,-2 10-50,-1 9 11,-9 20 692,-2 9-709,-4 11-9,5-5 1,2 3 3,0 24-305,3-19 1,2 1 298,6-8 0,3-3 5,4-2 0,3-3-5,13 12 6,20-7-12,13-25-510,5-15 527,-24-6 0,-1-6 5,-3-8 1,-3-3-3,-5 4 0,0-3 2,-1-5 1,1-4 0,-2 0 8,2-8 0,-2-2-511,-1 1 0,1-3 0,-1 1 513,-5 4 1,-1 1 0,-1 0-6,0 0 0,0 0 1,-1 1 70,7-16 0,-2 4-29,-4 7 1,-2 4 80,3-17 23,-10 24-96,-8 20 428,-12 19-489,-9 20 23,-5 6-23,6 0 0,-1 6 177,-1 16 1,0 4-191,7-16 0,1 2 0,1 1-372,-2 10 1,1 3-1,4-2 375,3-6 1,2-2 0,4 0-16,5 18 0,7-2-347,6-8 0,7-6 355,8-7 0,4-7 6,5-8 0,2-7-244,0-6 0,1-7 249,1-9 1,-2-5 10,-9 0 1,-2-4-12,8-13 1,0-9-101,-12 4 1,-1-5 0,0-1 122,1-3 0,0-2 0,-1-2-2,-3 4 0,0-3 1,0 0-1,-2 0-4,2-7 0,-2 0 1,-1 1-5,0 3 1,-2 0-1,-1 1 364,4-13 0,-3 3-341,-7 17 1,-3 3 425,-5 0 1,-5 5-317,-8 4 491,-5-1-603,-5 34 1666,-7 25-1672,1 9-24,7-6 0,-3 7 1,3-3-548,1-4 1,0 2 527,-1 6 0,-4 7 0,1 3 0,3-5-61,4-3 0,3-3 0,-1 3-169,0 2 0,0 3 1,1 0-1,4-2-752,4 4 1,4-1 0,5-2 654,5 0 0,4-1 0,-1-5 1,0-4-1,1-5 0,3-7 1,1 0-1</inkml:trace>
  <inkml:trace contextRef="#ctx0" brushRef="#br0" timeOffset="64408">18225 11483 19943,'16'-57'1038,"1"1"1,0-1-1,-2 2 1,0 1-1,-5 11-332,-6 1 358,-3 3-1087,-1 22 144,0 14-98,0 29 5,-2 19-17,0-11 0,-1 3-268,0 5 1,-2 2 250,-4 13 1,-1-1-340,3-17 0,-1-1 356,-5 13 0,1-4-5,0-9 167,-6 10-100,12-33 17,0-23 477,8-9-561,10-33 5,9 2-6,2 8 1,3 1 113,-8 11 0,2 0-125,12-10 0,2 1-2,-4 11 0,0 2-1,-5 3 1,0 2-1,7-3 1,0 6-129,10 8 131,-7 7-5,17 26 33,-31-4-44,18 29-17,-21-9 39,3 14 17,-4 1-40,4 1 1,-6-20-23,8-5 34,0-29-3080,4-13 3113,0-6 495,4-20-517,-4 0 8,-8 8 1,0-1 76,7-9-57,1-14 33,-15 27-5,-2-2 3314,-5 14-3359,-5 10 11,-10 24-33,-2 5 11,-5 8 6,-3 20-23,13-26 6,-2 27 5,12-31 1,16 17-7,7-22 12,25-2 6,-18-18 13,-4-13 1,-2-4-20,-5-6 22,-2-2 1,-1-3 22,0-15 2,-10 11 1,-1-1-9,1-11 28,-8-13-16,-9 28 10,-6-2-33,-6 10-33,-9 8 5,9 8-11,-9 7-79,9 9-156,4 6-118,2 1-2980,17 17 677,5-14 2667,12 15 0,-9-24 0,0 1 0</inkml:trace>
  <inkml:trace contextRef="#ctx0" brushRef="#br0" timeOffset="64767">19724 11236 22257,'1'-5'4884,"0"1"-4106,-1 4-655,-1-3 17,-15 38-106,5-17-37,-3 12 0,-1 3 20,-5 11 6,2-6-7,6-7 91,8-20 10,4-12-44,11-17-17,3-8-4,12-16-52,-5 9 0,11-9 0,10 1 0,4 3 0,-17 19 0,0 3 0,19 3 0,-11 9 0,10 19 0,-26-1 0,13 24-7,-23 11-217,-3-8-384,-6-9 1,-2 2-9224,-2 28 8697,0-15 0,0-2 0,2-37 0</inkml:trace>
  <inkml:trace contextRef="#ctx0" brushRef="#br0" timeOffset="65066">20567 11371 28026,'-31'-29'229,"6"5"-212,25 24-6,2 0 6,2-1 0,11-1-28,18-3-393,7-3-1645,15-2 2049,1-3 0,-26 5 0,-2 1 0</inkml:trace>
  <inkml:trace contextRef="#ctx0" brushRef="#br0" timeOffset="65782">22095 11377 24206,'2'-48'1041,"0"1"1,0 6 0,-2 8-941,-2 17-17,-1 16-67,2 21-6,1 25-8,-1-11 0,0 3-831,0-4 0,-2 3 833,-3 7 1,-3 4 0,0-1 5,-5 7 0,-1 2-15,2-6 1,-2 4-1,1-3-7,-2 6 0,2-5 8,2-9 0,3-4 382,-2 1-345,6-23-23,1-36-17,2-23 6,2 10 0,2-4-370,3-9 0,1-3 378,3-6 1,3-5-353,2 4 1,2-3 0,0 2 346,-4 15 1,0 2 0,1-3 1,2-4 1,2-3 0,0 0 0,0 3-402,1 2 0,-1 3 0,1-1 401,4-8 1,2-1 0,-1 2-259,0 5 0,-1 2 0,2 2 247,9-11 1,0 6 5,-9 14 0,2 4 191,8 2 1,1 7-220,9 7 6,14 13 33,-27 15-31,-18 13 1,-5 4 8,-3 10 8,-13 13 0,-8 4 6,-2-22 0,-5-2 356,2 0 1,-3 1 0,-1-2-360,-11 5 0,-1-4 5,0-4 1,1-2-4,3-7 1,2-4 1331,-20 6-1502,17-19 621,15-23-2655,18-17 2202,25-20 0,-12 21 0,12 1 0</inkml:trace>
  <inkml:trace contextRef="#ctx0" brushRef="#br0" timeOffset="66282">22990 10785 21590,'2'-3'4028,"0"0"-2679,-2 3-1371,17 26-1,1 4 29,-2-2 0,0 4-2138,-4 8 1,-1 0 2137,1 17 8,-12-11 0,-5-3 873,-5-10-853,-19 17 38,4-35 68,-3-3 28,6-15-44,11-12 3312,13-12-3436,28-15-469,-2 10 466,3 9 0,4 0 11,-5 8 1,1 1-1,10-5 1,1 0-4,0 2 1,-1-1 2,-1 0 1,-2 0 2,-4 0 0,-3-1 0,20-19-84,-15 3 285,-14 4 102,-11 7-6,-8 7-189,-3 5-119,-1 6 445,0 3-445,-1 4 160,0 2-160,-9 25 0,4-9 0,-10 31 0,8-25 0,-6 34 0,6-16-362,3-12 0,1 1-500,0 7 862,2 8 0,2-31 0,1 6 0</inkml:trace>
  <inkml:trace contextRef="#ctx0" brushRef="#br0" timeOffset="66466">23753 10580 25965,'-18'-27'-3237,"4"18"2287,17 38 1,6 11-1,-3-4 1,-4-1 0</inkml:trace>
  <inkml:trace contextRef="#ctx0" brushRef="#br0" timeOffset="67049">23855 10893 27594,'37'-7'22,"0"-1"1,19-10 11,-45 69-34,-17-2-39,-2-10 44,-15 14 51,-3-24 56,0-6-11,4-8 5,10-22-44,10-12 0,10-15-62,3-1 30,8 3 1,3 0-8,15-14-9,-11 14 0,2 1 64,16-11-5,-2 11-23,8 8-27,-15 12-7,16 6-32,-18 14-7,9 7 34,0 18-5,-13 0-6,-6 0-11,-14-2 16,-10-1 7,-3-6 16,-8 2 89,-2-19-65,1-2-52,2-6 0,7-17 0,3 3 0,8-21 0,1 14 0,11-4 0,4-1 0,2 3 0,4-1 0,1 2 0,-2 8 0,3 4 0,1 2 0,1 2 0,10 9 0,0 4 0,-10 4 0,3 8 0,-4 4 0,-13 1 0,5 27 0,-19-23-712,-7 3 0,-4 2-9119,-17 19 7382,3-1 1,-2-19 0,18-27 0</inkml:trace>
  <inkml:trace contextRef="#ctx0" brushRef="#br0" timeOffset="67965">25122 11051 21545,'0'-4'4308,"0"0"-3507,0 4-751,11-48-22,-6 36 22,19-34-10,-4 49 10,15 2-39,-6-2 51,23-5 16,-15-7 6,17-10 11,-15-10 12,-5-8-40,-13 4 73,-4-19-78,-12 25 218,-7-22-146,-11 31-44,-12-1-57,3 14 23,-21 21-39,11 7-17,7-3 0,2 4-207,-11 27 204,19-20 0,2 1 3,3 2 0,4 1-22,1 2 0,5-1-116,5 1 1,5-2-619,5-1 0,4-2-560,9-1 0,4-4 1316,10-1 0,0-5 0,7 5 0,-1-10 0</inkml:trace>
  <inkml:trace contextRef="#ctx0" brushRef="#br0" timeOffset="68866">26709 11196 16879,'30'-52'1196,"1"0"0,-1 0 1,-6 12-1,-1 1 1,-1 0-566,1-5 0,0-1 0,-3 4-501,-3 3 0,-1 3 138,7-13 1,-2 3 140,0-4 321,-8 20-668,-7 15 166,-3 10-189,-1 24-11,0 16-34,-1-3 1,0 3-370,-3 7 0,-2 2 366,-2 5 1,-3 0 19,-4 4 1,-2-2-7,2-11 1,-1-2 236,0-4 1,0-1-249,-2 0 1,1-3 27,0 2 18,-1-2-40,20-39 28,15-30 5,11-8-28,-9 15 1,2-2 143,3-1 0,1 1-130,0 1 1,0 1 5,1 3 1,0 2-134,-2 2 1,1 3 118,25-11 0,-2 11-39,-10 11-1525,-6 11 0,0 2 1536,-2 5-14,0 2 1,-1 4-54,-3 12-6,2 10 424,-9 3-614,-8-2 90,-5-11-300,4 0 142,0-16 3466,6 1-3202,-2-13-50,29-25 128,-21 10 9,4-4 0,1-1 53,8-5 11,9-8 17,0 1 5,-7 3-27,-8 8-28,-12 9 44,-9 10 62,-9 12-28,-5 8-140,-6 19 22,2-8-10,-3 13 16,8-14-12,2 3 18,4-10 78,17-4-62,-4-10 96,37-13 39,-11-12-45,-10 3 0,0-3-12,-5 0 1,-2-4 42,5-6 0,-2-1-452,8-12 362,-14 15 0,-2 1 31,-1 0-50,-1 1-29,-9 12-55,-4 6-269,-5 8-2303,-4 2 299,1 2 2323,-5 5 0,6-4 0,-1 1 0</inkml:trace>
  <inkml:trace contextRef="#ctx0" brushRef="#br0" timeOffset="69941">28644 10909 20582,'24'-43'1076,"1"1"1,-1-1-1,0-2 1,0 0 0,-3 5-901,-5 7 1,-2 2 108,2-4 1,-3 4 173,-4 8-403,-2 6-17,-5 10-56,-2 19 34,0 14-22,0 7 13,-4 5 0,0 1-8,-3 5-931,0 0 1,-2-1 913,-1-4-94,1 1 1,-1 0 132,3-10 264,-4 16-112,11-49-124,2-6 0,5-20-10,4-7-18,8-16-11,5-7 463,-5 22 0,1 2-457,9-13-26,-1 14 1,0 4 35,-1 7-11,-2 4 1,2 1 0,13 2-17,14 2 0,-18 10 0,1 4-17,24 11 17,-5 4 12,-17 21-24,-22 4-10,-13-6 0,-3 1-6,-8 14 22,-7-14 0,-4-2 1,-21 3 13,12-15 1,-1-1 13,-8 3-5,1-9 56,25-23-29,9-17 7,11-14-29,12-14 28,-3 22 1,2 2 728,9-12-765,-8 16 0,3 2 14,20-6 0,4 6 11,-1 6 13,1 13 145,-20 8-208,6 11 0,1 5-90,5 17 81,-12-12 1,-3 4-79,-9 6 0,-7 1-390,-6 14-47,-5-14 1,-5 0-1684,-16 11-3428,-5-15 5646,5-14 0,12-10 0,8-7 0</inkml:trace>
  <inkml:trace contextRef="#ctx0" brushRef="#br0" timeOffset="70425">30248 10183 25677,'29'-42'395,"0"0"1,3 6 0,-5 15-153,-16 31-64,9 45-118,-16-16-342,-1 4 1,-3 5 302,-6 0 1,-3 0-12,0 1 0,0 1-11,-3-2 0,-1-2 17,0-7 0,-1-2-6,1-7 0,-1-2 199,-11 23-199,2-12 132,13-26-115,5-13-44,8-15 44,2-1-28,21-41 11,-6 24 0,2-3-58,5-4 1,2 0 54,2-1 1,-1 4 2,10-5 51,5 7-56,-17 24 5,12 4 6,-5 23 5,8 16-42,-15-2 1,0 3 412,10 16-382,-14-11 1,-5-1 16,-9 1-12,-11-3 1,-6 0-17,-11-2 8,-6-5 1,-7-2 8,2-15 0,-4-4-23,-19 0 1,-3-5-363,8-5 0,0-4 189,-5-5 0,3-4-306,17-2 1,4-1-507,-8-12-8840,26-12 7810,13 25 1,5-6-1,-5 20 1</inkml:trace>
  <inkml:trace contextRef="#ctx0" brushRef="#br0" timeOffset="71050">31148 10507 21007,'-5'3'4779,"1"-1"-3850,4-2-699,-38 43-68,41-30-27,-22 31-40,54-46-34,4-6 23,0-8 0,0-11-44,-2-5 16,-3-9 16,-4-3 7,-8 1 16,-10 6 0,-7 9-28,-11 10-39,-6 8 12,-6 6 4,-7 6-44,-6 8 6,-4 8 11,0 12-12,3 8-16,10 6 11,10-8 23,15 18-46,11-16 18,12 13-1,9-18-22,4-9 28,3-11 22,3-9-33,0-12-11,0-9 55,-1-10-10,-3-9-40,-4-5 62,-6-2 11,-5 1-11,-5 4 27,-2 5 46,0 4-34,1 4-28,-3 8-49,17 1-7,-5 11 0,14 3 0,-14 9 0,11 27 0,-18 3 0,-6-7 0,-2 2 0,-1 29 0,-9-24 0,-1-1 0,0 12 0,-3 9-679,0-28-5600,1 0 5431,3-9 0,-2-10 0,2-7 0</inkml:trace>
  <inkml:trace contextRef="#ctx0" brushRef="#br0" timeOffset="72733">32425 10467 24699,'29'-50'750,"-1"0"1,-3 8-1,-6 7-548,-12 17-146,-6 12 22,-4 6-61,-9 11-11,-14 12 22,-12 14-28,-2 10-11,5 3 33,16 0-22,20 1-6,20-1-169,-2-23 1,3-1 182,3-1 1,1 0-23,0-2 0,-1 0-14,12 13-28,-16-10-180,-21-10 24,-10-8-1110,-33-3-594,6-11-205,-15-8-74,18-14 386,14-9 745,12-9 1372,11-7 1473,8-5 756,5 2-246,2 9-611,-3 13-626,-3 13-483,-7 10-202,-4 9-189,-18 24-52,-7 9-1771,-4 3 1,-2 1 1597,-11 13-554,9-9 0,-1 2 145,7-6 0,4-2 1,-12 13-1,5-3 0</inkml:trace>
  <inkml:trace contextRef="#ctx0" brushRef="#br0" timeOffset="74367">11553 13205 19915,'26'-48'803,"1"1"0,-3 2 0,-6 3 31,-10-11-621,-6 17 677,-10-9-621,-7 23 106,-22 1-341,7 11-3181,-26 17 3170,22 5-392,-13 19 1,-2 5 396,3 2-17,15-10 0,-3 5 1,6-4-1,1 9-140,7 6 1,5 0 117,7-6 22,6-1 0,6-2 28,23-8 6,19-1 22,-9-20 0,3-4 2520,17-4-2537,-14-7 1,0-7 44,-8-6 0,-4-2 410,-4 5 1,-2-1-392,7-11 1,-6-4 39,-11 5 0,-4-2 52,-1 1 1,-1-1-112,-2-2 0,-3 1 73,-5-7-118,-1 16 285,-3 12-318,1 10 477,-2 11-471,-6 23-12,-1 12-17,0 6 17,2 6-5,6-2-12,8 1-10,3-7-7,17-10 301,6-14-278,26 4 11,-15-14-11,18-4-11,-15-21 33,-1-3 12,-5-7 5,-10-8 0,-12-11-3381,-4-14 3359,-6 9-73,-8-17 78,1 29-56,-1-13 46,12 9 4,4 10-21,14-1 3355,-5 14-3339,13 1-16,-12 8 137,37 3-138,-32 7-3,4 8 1,-4 5 25,-10 6-20,-1 9 0,-3 3-13,-4 0 16,-1 4 0,-1 0 11,-2-7-17,2 0 1,0-2-18,1-8 23,13 12-5,2-23 5,6-7 11,10-12-17,-11-6 34,18-28-5,-17 1-430,6-11 415,-21 21 1,-4-1 10,-2-4 1,-1 1 22,-1 2 0,-2-1 25,-1-1 0,-3 3 17,-6 1 6,-3 11 151,-17 6-213,11 8 17,-18 3-45,9 20 445,5-2-461,-5 35-7,17-9 1,0 12-3517,16 4 3052,3-24-1397,10 2 0,7-1 1884,2-10 0,2-1 0,-8 0 0,-1-2 0,22 4 0</inkml:trace>
  <inkml:trace contextRef="#ctx0" brushRef="#br0" timeOffset="75191">14486 13297 17798,'32'-30'1569,"0"1"1,0 0 0,11-16 0,-9 3-1139,-13-9-736,-14 7 1,-3-3 570,-3 14 0,-2 0-53,-2-13 0,-3 1 580,-17-12-614,-17 22-50,-17 18-90,3 16-189,15 8 0,-1 6 181,-3 9 0,1 5-405,1 2 1,1 4 370,-4 10 0,6 1-3,17-13 1,4 1 143,1 15 0,8 0-149,12 12 5,3-19 1,6-1-1,8-14 0,5-4 12,4-4 0,2-5 8,4-4 0,1-5-3,0-7 0,-1-3-5,23-10-6,-19-9 0,-1-6 16,-12 6 1,-2-3-6,10-15 1,-2-4-339,-9 2 0,-4-2 352,-2-5 0,-2-1-5,-1-2 0,-3 1 2,-2 1 0,-1 1 26,-2 6 0,-2 2 22,-2 8 0,-1 3 610,-5-14-619,0 23 779,-4 14-801,1 16 480,-3 16-491,-5 23-9,6-11 1,1 3-154,-1 7 0,1 3 125,1 4 1,2 1 8,1 2 0,4 0 0,3-3 0,5 0-12,2-6 1,6-2 3,10-3 0,2-4 19,13 8-78,-12-24 1,0-6 66,4-9-3,-4-15 0,-1-6 26,13-18-7,-16 4 1,-2-4 0,-10 4 0,-3-1-3,-1 0 0,-1 1 48,1-26 22,-4 15 50,-6 16-112,-1 14-10,-2 8 1073,-1 13-1068,0 8 131,-2 16-137,3 8 0,3 7-11,4-9-78,10 16-219,3-20-621,10 13-1267,0-18-150,-4-9 2335,7-8 0,-20-9 0,5-2 0</inkml:trace>
  <inkml:trace contextRef="#ctx0" brushRef="#br0" timeOffset="75383">15222 12638 25702,'-23'-43'347,"0"0"0,2 4 0,7 9-358,15 21-213,19 14-90,-1 4-1305,26 22-3427,-5 5 4198,4 6 0,-16-14 0,-14-11 0</inkml:trace>
  <inkml:trace contextRef="#ctx0" brushRef="#br0" timeOffset="75733">15564 12848 22403,'-3'-11'4788,"2"3"-4334,1 8-225,0 0-240,-15-21 22,12 39 1,-6-5-10,15 21 1,7 5 25,4 13-25,-1-17 0,3-3-14,11 2 16,7 1 1,-4-15 11,-5-14 16,-4-17-5,-1-12 11,-2-17 17,-3-12-25,-11 21 0,-1-1 16,-1-8 1,-1 1-59,1-15 45,0-8-6,-2 36-40,2 2-32,1 12-102,5 8-420,6 10-1865,15 13 779,-7 0 1652,15 20 0,-28-26 0,4 7 0</inkml:trace>
  <inkml:trace contextRef="#ctx0" brushRef="#br0" timeOffset="75941">16241 12904 21819,'6'-4'5053,"-1"1"-4599,-5 3 891,0 0-1345,-16-41 0,11 34 0,-15-12 0,15 48 0,0 32-108,2-21-452,3 18-1753,5-16-1647,-1-2-1568,3-8 5528,-2-15 0,-3-12 0,1-2 0</inkml:trace>
  <inkml:trace contextRef="#ctx0" brushRef="#br0" timeOffset="76116">16342 12724 24312,'-32'-45'832,"-1"-1"1,3 5 0,8 9-687,18 21-140,3 6-163,3 0-812,8 12-2677,10 6 3646,3 7 0,-7-6 0,-6-5 0</inkml:trace>
  <inkml:trace contextRef="#ctx0" brushRef="#br0" timeOffset="76591">16706 12710 23668,'-3'-4'3243,"1"1"-2364,2 3-862,-28-16-11,22 29-1,-17-4 7,33 35-7,10 6-8,-3-19 1,3 0-254,-1-3 1,0-2 255,1 0 0,0-1-61,17 17-219,-9-7 50,-4-6 40,-5-6 106,-14-15-11,-7-6-57,-18-16 607,4 4-506,-25-23 18,18 10 7,0-14 1,2-4 64,5 2-678,3-3 0,3 2 718,8 13 430,3-21-335,1 31 111,2-12-94,-2 24-57,-1 0-72,-7 16 1294,-1 0-1260,-20 39-74,0-2-344,12-19 0,-2 2 325,-1 2 0,0 2-194,-2 4 1,1 0-650,-1 3 0,1 0-171,1-2 0,2-1 1011,4 1 0,4-5 0,2-9 0,1 9 0</inkml:trace>
  <inkml:trace contextRef="#ctx0" brushRef="#br0" timeOffset="76815">17206 12788 25427,'0'-3'2464,"0"1"-2027,0 2-482,-25 40 34,19-17 0,-7 10 0,2 4-891,21 18-1277,3-1 2179,9 5 0,-10-35 0,-2-7 0</inkml:trace>
  <inkml:trace contextRef="#ctx0" brushRef="#br0" timeOffset="77000">17313 12439 22486,'-6'-8'2683,"0"1"-2241,-11-23 1,-2-3-443,10 16-5,-9-18 0,6 10-1076,23 39 2,3 3-5832,8 25 6911,-8-8 0,-2-4 0,-6-12 0</inkml:trace>
  <inkml:trace contextRef="#ctx0" brushRef="#br0" timeOffset="77483">17664 12496 26234,'5'-55'679,"-1"0"0,1 5 1,-1 12-562,-2 23-68,1 9-28,1 11-16,3 19 0,3 24-6,-5-13 0,-1 4-411,-1 7 0,-1 2 422,-5 5 0,-1 0-14,0-10 1,-1 1-4,-6 18 0,-1 0 9,6-25 0,-1-2-3,-1 12 0,0-3 11,2-2 68,3-23 6,2-17-85,13-35 0,-1-6 0,0 7 0,1-2 0,11-22 0,5 4 0,3 9 0,2 11 0,-1 12 833,-2 13-833,-1 15 0,-2 15 0,0 15 0,-1 10 0,-3 3 0,-8-2 0,-12-8 0,-17-10 0,-15-12 0,-15-9 0,-12-10-222,25-4 0,0-3-442,-2-1 1,0-3-4253,-2-4 1,2-1 3099,-8-4 1,10 1 0,27 15 0</inkml:trace>
  <inkml:trace contextRef="#ctx0" brushRef="#br0" timeOffset="77881">18157 13133 21159,'-2'2'4739,"0"0"-2701,2-2-1920,3-20-57,10-6-19,0-8 0,0-4-3,10-14-308,-8 15 1,-2-1 291,1-13 1,-4 11 0,1-7 1,-1 2-6,2-3 1,0-1-239,0-1 1,0-4 0,1 4 276,-2 6 1,0 4-8,-1 6 0,-1 3-51,4-15 0,-4 18 0,-5 14 0,-2 7 519,0 13-519,-5 16 0,-3 24 0,1-12 0,0 3-98,-1 9 0,2 3 98,0 5 0,1 1 0,4 4 0,5 1-428,2-14 0,2 2 1,1-3-103,2 1 1,3-1-1493,9 10 0,5-6 1406,-6-25 1,0-5-1,9 13 1,-3-15-1</inkml:trace>
  <inkml:trace contextRef="#ctx0" brushRef="#br0" timeOffset="78235">18736 12880 22739,'-2'-3'3847,"0"2"-3023,2 1-690,-8 5-84,23 3-61,4 4 45,29-2 22,4-4-39,5-12-17,-21-2 0,4-19 16,-25-4 29,-1-25 78,-14-1 34,-8 1 118,-10 14 49,0 18-283,1 8-41,4 8 0,-4 10 0,8 3 0,-5 9 0,-17 42 0,17-13 0,0 4 0,-2 4 0,3 3-1072,5 5 1,8-2-671,9-14 0,6-3-3174,6-2 1,2-2 2833,15 14 0,-8-18 0,-21-24 0</inkml:trace>
  <inkml:trace contextRef="#ctx0" brushRef="#br0" timeOffset="78924">20607 13133 22085,'11'-50'643,"0"1"0,0-1 0,0 0 1,1 0-1,-1 4 0,-3 2-338,-4-6 1,-6 6 242,-10 0-36,0 8-372,-6 63-129,13 6 1,4 6-10,-3 6 1,1 1 0,3 1 0,0 2 5,0 14 1,-1-3-665,0-26 0,-1 1 656,-1 9 0,0 6 0,0-8 381,-5 5-373,-1-10 0,1-2 165,-1-6-45,-2 1-94,8-30 28,7-32-2341,2 6 2284,7-20-144,1 17 0,3 1 161,17-19-11,-15 19 0,2 0-17,7 3 0,2 5 0,12-1 3,-11 8 0,2 3 3,21 9 12,3 15-7,-1 15-98,-28-9 1,-2 2 81,-3 3 0,-4 2 0,7 31 5,-25-1-5,-23-6 22,-23-9-17,9-25 1,-2-4-17,-16 3-40,9-14 0,1-6-201,-3-13 11,-6-6 2347,21-12-4313,24 2-7613,28-17 7404,-3 19 1,13 4-1,-22 22 1</inkml:trace>
  <inkml:trace contextRef="#ctx0" brushRef="#br0" timeOffset="79267">21376 13052 21254,'6'6'3646,"-2"-1"-3046,-4-5 772,0 0-1210,-11 65-38,43-46-91,-20 15 1,1-3 16,42-32 45,0-10-39,-15-8 87,-12 2 0,-1-3 288,9-16-196,-6 1 58,-17 6-293,-8 10 0,-2 5 0,-2 11 0,2 20 0,-2 4 0,4 14 0,-3 17 0,-1 4 0,0-23 0,-1 3-1131,-1 17 0,0 8 1,-2-7 1130,1-11 0,-3 2-138,-2 0 0,-3 10 0,-1 3 0,0-2 0,1-6-1093,-1-3 0,2-5 0,-3 5 1231,0 3 0,-2 7 0,-1 1 0,1-5 0,2-10 0,0-8 0,2-4 0,-1 0 0,0 1 0</inkml:trace>
  <inkml:trace contextRef="#ctx0" brushRef="#br0" timeOffset="85466">24037 13043 17216,'0'-6'5164,"0"1"-4579,-10-23 1,-3-4-200,2 11 98,-9-17 1,-2 4-362,7 26 112,-30 10-112,8 24-55,-11 6-43,25-12 1,-1 4 11,-4 5 0,-3 5 1,3-4-597,5-3 1,0 0 561,-9 13 1,-3 5 0,9-6 13,5 11-14,11-17 0,6-3 8,12-3 56,40-17-67,-14-14 0,11-10 0,4-6-184,-18 2 0,-1-3 217,13-8 1,-1-2-26,-16 10 1,-3-1 33,1-3 0,-3 0 1067,0-3-784,13-20-95,-22 29-79,3-6-112,-13 22 11,-6 11 443,-1-1-470,-15 28-23,3-4 11,-4 9 11,6 1-66,8 0-52,4-1-156,13 0-280,15-20-73,17-10 392,-3-11 45,-1-8 0,-1-4-188,3-7 378,2-4 1,-1-4 83,-6-7-25,-12 10 0,-2 1 37,-2-5 112,-6 0 173,-3 8-162,-2 3-157,-2 6 6,-4 9 244,-2 3-250,4 14-34,-2 5-11,2 18 12,-3 6-29,-3 3-33,1-9 33,-1 4 1,2-15-23,1 3 56,2-15 22,5-13-44,7-17-12,2-2 62,18-23-17,-6 12-22,16-14-6,-7 14-5,2 6-34,-4 9 11,-4 7 6,-5 12-23,-5 6 1,-3 9-1,-4 4-5,-4 2-118,1-2-330,4-3-459,9-5-209,11-7 371,10-14 600,-5-2 88,-1-10 146,-12 0 1,-1-3 285,5-8-109,-7 5 0,-3-1 344,-8-6 29,-8 5-113,-4 3-101,-2 8-128,0 5-185,0 6-84,-1 6 27,-1 7-32,0 7-7,0 9 18,0 4-18,5-1 1,7-2-12,9-6-5,1-10 22,28-7-11,-20-8 14,6-5 0,0-4 25,4-14-1612,-7 2 1,-2-3 1712,1-6 274,4-14 23,-20 25-122,-2 2-315,-7 11 0,-8 29 0,-1-3 0,-9 39 0,2 0-697,4-16 1,0 1 696,1-8 0,1 2 0,-6 20 0,0 1 412,2-12 1,0 0-1632,-2 8 1,0 0 1218,2-6 0,1-5 0,2-8 0,1-3 0</inkml:trace>
  <inkml:trace contextRef="#ctx0" brushRef="#br0" timeOffset="87150">27245 13135 20197,'4'-56'1353,"0"1"1,-5-3-1,-7 11-871,-11 24-163,-19-1-212,7 23 58,-8 20 1,0 8-110,-3 4-577,-3 9 1,-1 4 542,20-14 0,2 2-14,-8 16 1,3 2-15,11-17 1,2 0-12,2 9 0,8-2 478,24-1-484,9-18 1,5-3-700,20 2 713,-2-16 1,0-5-9,5-7 6,1-9 0,2-5 16,-21 2 1,-2-3 5,15-9 0,-4-3 0,-16 2 1,-5 0 13,-5-1 0,-4 0 36,-4 1 1,-3 0-1342,-3 0 1,-2 1 1374,-3-8 513,-8 4-468,-6 30-78,-10 12-23,1 5 68,-18 31-119,12-6 12,10-9 0,2 1 23,0 16 599,13-4-734,10-5 2978,19-3-3113,-5-14-94,20-4 229,-12-17 95,19-17 23,-17 2-1340,11-18 1401,-24 16 241,11-20-67,-13 13 112,7-15-280,-12 20 72,2-3-72,-7 17 106,3-4-167,-6 8 1439,2-1-1451,-5 4 0,0 6 22,0-2-5,0 7-62,-2 2 11,1-1-22,-3 1-772,-2-2-1139,0-4-5359,0 2 7326,4-5 0,1-2 0,1-1 0</inkml:trace>
  <inkml:trace contextRef="#ctx0" brushRef="#br0" timeOffset="87967">27528 13145 21847,'25'-49'1044,"0"-1"0,-4 9 0,-3 5-310,-4 1 100,-6 14-649,-1 6 190,-4 7-274,-13 34-51,2-7 6,-15 35 40,1 4-332,1 2 244,11-26 1,1-1 7,2 14-4,3-13-18,6-7 68,5-14-34,0-5 50,9-15 12,9-22-62,-3 2-12,-3 1 1,1-1 56,12-15-142,-4 9 1,1-1 118,-2 6 1,2 1-6,5-3 0,0 2-12,14-3 0,-14 15 1,1 4 11,12 2-39,7 1-17,-3 26 11,-22 9-84,7 19-443,-19 3-162,-8-7-9142,-9 14 8011,-1-32 1,-2 7 0,3-25-1</inkml:trace>
  <inkml:trace contextRef="#ctx0" brushRef="#br0" timeOffset="88575">28697 13103 16079,'7'1'6788,"-2"0"-5606,-5-1 919,0 0-1788,4-49-78,-3 39-11,1-31-78,-6 55-62,-1 7-50,0 0-18,4-2 18,10-6-12,1-6 1,16-5-18,-7-6 1,10-8 0,1-3 38,6-12-22,-6 3 1,-2-2 16,-3-8 6,-12 3 0,-3-2 39,-3-14-9,-6 10 1,-4 0-3,-4-1 89,-18 1-27,2 30-34,-11 6-17,-4 14-6,-3 18-53,19-7 0,3 2-2,-13 23 5,9-1 0,2 5-28,8-5 0,2 0-180,-5 0 1,5 2-99,14 9 1,9-7-989,9-10-118,9-6 1,5-5-2947,9-10 4330,-8-8 0,-2-3 0,-7-4 0,1-2 0</inkml:trace>
  <inkml:trace contextRef="#ctx0" brushRef="#br0" timeOffset="89467">30861 12779 24458,'-11'-39'417,"0"0"0,-11-19-282,3 70 22,-7 11-28,-7 13-62,10-10 0,1 0-56,-7 11 28,8-9 1,3-1-18,7-8-11,-3 12 6,13-22 78,-1 3 57,4-9 72,-2 1 420,1-3-628,0-1 1,-3 8 6,-1 0-1,-2 8 23,-3 7-40,2-5 40,-6 15-17,3-4-3347,-4 20 3336,4-15-567,3 12 550,7-26 6,19 13-12,-6-22 85,24 3-40,-18-19 51,25-22-6,-13-5 16,-5-7 1,-2-4-51,-10 10 1,-4-1 1386,3-13 0,-3-2-1384,-7 4 1,-3 3-26,1-16 67,-6-3-45,1 43 831,-13 2-870,-3 17 0,-13 11 6,-8 16-17,-5 16-295,22-19 1,1 4-504,2 9 0,2 0-423,-2 16-1423,18-17 1,6-2 2643,15-3 0,-1-5 0,-3-14 0</inkml:trace>
  <inkml:trace contextRef="#ctx0" brushRef="#br0" timeOffset="89706">31280 12821 21293,'23'-50'835,"-1"0"1,1-1 0,-4 8 0,-1 1 0,-2 7-164,1-7-46,-10 23-502,-14 29 67,0 6-34,-18 40-115,10-22 0,-1 3-1659,-6 16 0,0 2 1617,4-8 0,-2 3-7,3-3 0,-4 7 0,1 0 0,3-6-680,-2 3 1,0 1 592,0-1 0,-1 7 1,-1 1-1,2-5-611,3-7 0,2-3 1,-1 2-132,-1 3 0,-2 4 0,0 0 0,1-4 216,1-2 0,1-3 0,-3 2 620,-8 13 0,-4 3 0,5-14 0,1-4 0,4-17 0,0 1 0</inkml:trace>
  <inkml:trace contextRef="#ctx0" brushRef="#br0" timeOffset="89808">30515 14188 17899,'-9'-40'1714,"0"0"0,6 5 0,4-4-1488,5-16 0,3-7 0,3 6-1890,2 4 0,6 1 1701,7 0 0,6-2 1,0 4-38,9 2 0,3 2-203,-9 14 0,3-3 0,1 1 0,-2 2-179,-2 3 1,-1 2 0,3-1 381,3 0 0,4-1 0,-1 1 0,-9 6 0,13-6 0,-14 9 0,0-1 0</inkml:trace>
  <inkml:trace contextRef="#ctx0" brushRef="#br0" timeOffset="91399">11836 15242 24592,'-5'-2'1793,"0"0"-1060,5 2-609,-36-37 10,34 10-115,-10-4 1,3-2-9,30-4 3,3 1 0,2-1-8,4-6-355,-7 9 0,2-6 1,-3 2 348,-3-2 0,-2 0 3,-1 0 1,1-3 0,-4 0 1,-1-15 1,-4-1-3,-3-1 0,-4 1 8,-3 4 0,-4 3-275,-4 5 0,-3 6 236,-6-6 0,-15 25 6,14 29 11,-9 19 0,-3 8 16,4 3 1,0 4-440,-1 0 1,-1 5 0,1 0 421,2 1 1,3 1 0,0 3-496,3-2 0,1 3 0,1 0 0,2-3 490,0-2 0,2-2 1,1 5-141,1 9 0,1 7 0,2-1 1,2-8-57,3-3 0,1-1-93,3-6 1,0 6 0,1 0 0,1-8-104,2-1 0,2-1-881,6 8 0,4 5 0,-1-9 1111,5 10-48,0-11 0,0-12 633,-12-31-14,-3-57-196,-6 16-551,-1-15 0,-2-2 674,-2-6 148,2 8 1,0-10-1,0 7-204,2 14 0,1 0 24,0-13 1,1-7 0,3 8-181,3 13 1,3 3-5,4-8 1,3 0-62,3 5 0,5 2-23,4 1 1,4 3-20,6-2 0,4 1-9,7-2 1,4 1-223,-13 10 0,2 1 0,2-1 221,-1 2 0,3-1 0,-1 0 1,-1 2 220,-2 1 0,-1 1 1,1-1-215,1 0 0,2 0 0,0-1 1,-5 4-1,7-5 0,-3 1 3,5-2 0,-2 0 11,-16 8 0,-3 2 2296,12-9-2268,-28 17 652,0 3-556,-15 15 1363,-4 12-1335,-6 18-23,-5 16 508,9-21 0,-1 3-629,-1 4 1,1 1-9,2-8 1,0 2 16,-5 21 0,0-1-245,6-19 1,0 0 224,-2 17 1,1-2 8,2-4-1,5-10 68,6-31 28,4-10-50,8-14 744,7-14-756,7-12-8,-9 12 0,1 0 188,10-12-199,-9 14 0,0 1 30,5 5-22,5 2-33,-14 16 28,-1 18-1,-8 25-33,-1-6 273,1 22-284,-2-24 22,4 4 22,8-11-33,-4-11 34,11-12-17,-11-8 151,29-29-107,-25 14 43,1-3 0,-1-1 19,-9 3 308,8-22-285,-11 25 195,3-13-279,-8 25 22,0 6-67,-3 8-23,1 28 6,0-11-230,4 32-1662,4-10 1892,-1-12 0,1-2 0,2 4 0,1-4 0</inkml:trace>
  <inkml:trace contextRef="#ctx0" brushRef="#br0" timeOffset="94840">25953 12467 20285,'-9'-53'1254,"0"0"1,-1 4 0,-2 11-1087,-2 20 28,-11 8-67,3 19-28,-11 11-17,-7 13-23,-2 11-490,2 4 446,8-1-12,11-13-10,10 5 10,16-19 57,9 1-34,5-13 101,25-16 128,6-14-133,-2 0 10,-19 3 1,-4-2 319,7-17-320,-6 5 51,-3-9-84,-17 25 681,1-6-676,-6 15-78,-1 1 0,-2 10-17,-9 14-28,3-4 29,-9 19-7,9-15-5,-5 27 0,9-24 11,-2 20-27,9-27 10,21 7 28,-7-14-10,37-7-18,-26-9 20,-1-3 0,2-5 14,-1-5 0,-1-4-180,1-1 1,-1-2 165,0 1 0,-2-3 33,-1-13 1,-5 0-772,-2-5 757,-4 1 1,-3 0 0,-4 5 44,-2 8 0,-1 1 29,-2 5-46,0-3 255,-1 26-322,-2 14 797,-6 26-786,1-3-5,-3 20-3,5-5 1,0 1-4,2 7-288,-1 3 0,4 3 162,6-16 1,2-2-48,-2-7 0,1 0-1804,12 20 0,3-1 1983,9 1 0,-1-2 0,-12-27 0</inkml:trace>
  <inkml:trace contextRef="#ctx0" brushRef="#br0" timeOffset="95041">26123 12249 25965,'53'-30'-2105,"-1"0"1,-6 1 0,-6 9 2104,0 19 0,-24 1 0,1 0 0</inkml:trace>
  <inkml:trace contextRef="#ctx0" brushRef="#br0" timeOffset="95466">26549 12515 24305,'43'-37'189,"-1"0"0,-6 2 0,0-2 1,-6 2-126,-11 5 0,-2 1-592,8-10 1,0-4 591,-6-11 1,-4 0 2,-5 13 1,-2 0-29,3-9 0,0-1 112,-4-3 0,-1 5-27,0 3 335,-1 5 0,-1 4-319,-3 14-101,2-2-16,-3 20 269,-1 10-298,-7 25 18,-4 13-12,2-9 0,-1 2-72,0 3 0,0 1 72,0 3 0,0 2 74,1 3 0,2-1-91,2-10 0,1 0-243,2 16 0,3-2-379,4-19 1,2-1-861,3 13 1,2-2-8089,19 10 9587,-2-16 0,-10-17 0,-9-12 0</inkml:trace>
  <inkml:trace contextRef="#ctx0" brushRef="#br0" timeOffset="96599">27071 12333 23170,'1'-39'1150,"1"0"0,-1 1 0,-1 12-881,-1 22-196,0 1-73,1 3 5,4 0 12,14 3-17,-2-1-39,33 1 33,-12-7 34,18-5-5,-12-8 5,-8-4 11,-9-5 0,-9-2 45,-9 1 11,-4 4-22,-8 6-28,-4 7-23,-7 4-5,-6 6-6,1 4-5,-15 16 5,11 2-11,-5 6-56,9 13-11,12-11-163,6 15-834,26-6 443,0-14-1183,27 3-73,-6-19 1115,1-2 222,-12-8 0,1-3 579,9-7 176,-14 1 1,0-2 635,9-15-302,-13 4 1205,-4-15-730,-12 12 103,0-11-859,-8 19 208,-7 5-397,0 10 78,-11 4-79,-2 7-28,-10 11-33,8-3 11,-6 12-11,12-8-11,0 6-6,6-2-17,4-2 0,10-6 23,11-5 16,0-6-16,16-8 10,-6-6 18,6-8-6,-3-1 129,1-10-62,-12 10 17,1-3-17,-14 14-50,-2 4-6,-3 1-16,-1 3-1,-1 3-5,-1 4-6,0 3-28,0 3 17,3 1 39,1-4-50,7 1 28,-1-8 0,15 0 22,-9-4 202,16-12-118,-19 2 56,6-11-50,-14 6-17,-1-3-6,-1 1-55,0 3-12,-1 4-22,3-3 11,0 3-10,4-5-18,2 2 0,4-3 0,2-1 0,1-4 0,-5 6 0,-2-3 0,-7 9 0,-1-3 0,-1 5 0,0 0 0,0 5 0,-2-1 0,1 3 0,-1-1 0,1 1 0,-1 0 0,1 0 0,-1 0 0,-3 6 0,1-2 0,-3 15 0,4-9 0,0 16 0,4-11 0,11 27 0,4-7 0,2-4 0,1 0 0,5 6 0,11 11 0,-22-19 0,-6 9-169,-10-14-851,-16 2-1903,-4-14 2923,-9-2 0,14-5 0,3-3 0</inkml:trace>
  <inkml:trace contextRef="#ctx0" brushRef="#br0" timeOffset="96966">28230 12266 21496,'10'-49'100,"0"-1"1,0-2 0,0 6-17,0 1-17,1-2 887,-6 5 1,0-2-860,-2 11 1,-2 1 30,2-14 0,-1 1 159,-2-14 898,-3 19-1183,0 18 638,-1 13-638,3 5 1805,-2 5-1805,0 9 459,-7 24-459,4-4 0,0 0 0,1 3 0,2 22-495,7-9 0,2 2 321,-2-14 1,2-1-634,7 17 1,5 0-4110,0-11 1,1-2 3427,-5-7 1,0-1-1,13 20 1,-23-42-1</inkml:trace>
  <inkml:trace contextRef="#ctx0" brushRef="#br0" timeOffset="97165">28230 12007 26754,'32'-28'-396,"0"-1"1,11 1-1,-2 8-1542,-7 15 1938,26 0 0,-42 4 0,-1 0 0</inkml:trace>
  <inkml:trace contextRef="#ctx0" brushRef="#br0" timeOffset="100024">14906 14677 26150,'-25'-41'218,"4"25"-151,15 65-5,-2 14-46,3-29 1,-2 1-3,-1 1 0,-1 0 0,-1 0 0,-1 0 3,0-2 0,0-2 17,-11 23 27,6-19 34,6-18-11,7-21-28,10-18 0,10-18 23,9-15-21,-4 15 1,0 0-345,-6 10 1,0 1 307,8-13 1,0 2 10,9-8-3202,0 4 3191,-4 11-22,17 13-11,-11 10 6,24 8 5,-25 9-101,17 26-274,-18-2-96,-8-8 1,-1 1-1300,15 17-919,2-3-1629,4-8-1036,-1-12 2050,-4-12 7755,-5-17-738,-5-9 2039,4-17-4491,-13 8 738,8-9-475,-15 19-499,-1 2-544,-8 10-218,-11 16-67,-6 11-77,-6 13-58,2 2-33,8 0-17,16-7 51,23-5-12,-2-13-16,29-7-23,-11-16 20,-15 3 0,0-3 53,0-3 0,-1-3 78,-2-2 1,-2-1 63,-3-2 1,-2-1 188,9-28-130,-11-1-55,-10 4-124,-6 14 101,-5-1-173,-1 22 39,-2-7-129,1 17-258,-1 8-27,3 4-1272,0 18-3406,6 0 5019,0 5 0,1-12 0,-2-8 0</inkml:trace>
  <inkml:trace contextRef="#ctx0" brushRef="#br0" timeOffset="100624">16397 14614 27326,'-19'40'54,"1"0"0,0 3 0,2-5-9,2 0-23,-1 6-16,9-24 50,2-2 78,2-9-5,2-15-17,4-9 17,2-13 5,4-11-11,1-13-75,-5 21 0,1-1-128,1-2 1,1-1 104,2 2 0,2 0 9,18-21-23,10 14-6,8 16 19,8 11-24,-18 15 0,0 5 0,14 5 0,-16 5 0,-5 4 0,-6 6 0,-9 5 0,-4 4 0,-7 15 0,-7-15 0,-3-1 0,-7 7 0,-19 3 0,15-27 0,-13 5 0,20-19 0,-2-18 0,8 2 0,13-49 0,-2 30-715,4-4 0,1 0 715,1 6 0,21-21 0,-5 23 0,-2 8 0,2 2 0,8 4 0,-8 7 0,1 3 0,16 9 0,-13 2 0,-1 2 0,12 8 0,0 18 0,-34-16 0,-15 41-360,-8-31-965,-7 3 1,-2-1-4832,-9-9 6156,-14 11 0,25-22 0,0-1 0</inkml:trace>
  <inkml:trace contextRef="#ctx0" brushRef="#br0" timeOffset="101307">17684 14419 23271,'13'-60'1207,"0"1"1,-3 13 0,0 4-864,-1 8 1,-1 4-98,1 3 374,5-6-565,-9 23 34,8 8-29,-1 24-48,1 5-13,1 11 0,-7-4 0,-1 1 0,0 12 0,-7-3 0,-2 9 0,-1-6-433,0-15 0,-2 1 433,-6 16 0,-3 7 0,0-7 0,2-17 0,-1-2 0,-4 8 0,1-4 0,-5-1 0,12-26 0,2-6 0,6-20 0,14-28 0,3-6 0,6-6 652,6 3-652,10 9 0,6 7 0,-14 21 0,0 4 0,12 4 0,2 7 0,-9 15 0,0 4 0,4 2-259,6 11 0,-3 7 259,-12 8 0,4 11-128,-31-5 128,-25-13 0,-3-12 0,-5-2 0,1-5 0,-3-3-141,-9 1 0,0-4 141,-15-2 0,22-7 0,0-3-743,2-5 1,1-3-3806,-20-14 3898,10-10 0,33 18 0,9 9 0</inkml:trace>
  <inkml:trace contextRef="#ctx0" brushRef="#br0" timeOffset="101931">18428 14701 27027,'54'-19'104,"1"-1"1,-8 3-1,-4-1-54,-14 3 1,-2-2 50,15-16-34,-11 5 22,-11 2 1,-3-1-45,-1-3 87,-4-1 0,-2 0-48,-6 8-7,-2-10 108,-18 19-74,-12 6-89,-1 4 41,-24 21-63,17 11-269,10-5 0,0 4 269,4 0 0,1 3 0,2 2 0,2 2-167,3 1 0,2 1 167,4-2 0,4 1 0,5-3 0,5 0 0,19 21 0,20-12-43,-16-26 1,0-3 26,19 1 10,-13-11 0,0-4 6,10-11 8,-12 1 1,-2-2-9,14-25 11,-12 2-11,-12 1 0,-1-2 51,8-18-228,-9 16 0,1 0 186,-4 11 0,-1 1-9,3 0 0,-1 3 0,6-8 0,1 3 0,-13 20 528,13-1-528,-5 12 339,13 11-339,-3 21 0,1 15 0,-14-18 0,-1 1-106,-1 0 0,-1 1 106,-1-1 0,-1 1-1461,-2 1 1,-1-1 1460,1 8-242,-7-2 242,-14-12 0,7-16 0,-5 7 0</inkml:trace>
  <inkml:trace contextRef="#ctx0" brushRef="#br0" timeOffset="102818">21752 14545 25926,'5'41'868,"-10"8"-782,-8-17 1,-3 0-371,0 1 1,1-1 299,2-2 1,1-1 233,-1 21-199,20-4-57,3-21 163,23-5-95,1-18-28,15-10 5,3-10-1727,1-10 1722,-15 3 349,7-16-238,-22 12 85,9-16-180,-19 22 96,-4 2-12,-7 17-72,-1 4-40,-2 5 1852,-7 19-1902,2 4 34,-3 15 27,5-3-55,8-3-34,7-3 56,12-9 11,10-7-11,7-9 45,4-13-34,0-13 0,-12-3 28,9-24 62,-19 7-70,-6 8 0,-2-2-20,2-24 6,-10 19 1,-1 2-18,0-13 0,-2-7 0,-3 34 0,-3 4-13,2 9-115,-3 10-57,2 2-1361,2 19-991,10-3-7294,10 10 8819,-1-12 0,-3-9 0,-12-7 0</inkml:trace>
  <inkml:trace contextRef="#ctx0" brushRef="#br0" timeOffset="103382">22825 14527 24021,'21'-47'956,"-1"0"0,2-2 0,1 6-357,5 2 62,7-4-504,-14 22 61,-5 8-196,-14 15 6,-3 14 23,-5 20-28,-1-4 0,-1 2-23,-8 29 0,3-23 0,-3 5 0,1-2-540,-5 4 0,-1 1 540,2-4 0,0 2 0,0-2 0,-3 4 0,3-4-4,4-8 0,3-2 4,0 12 0,12-22 0,9-15 0,10-20 0,9-10 0,7-13 0,-5 4 0,-6 6 0,0 0 0,13-7 539,-11 10 1,0 3-540,15-1 9,0 13-9,-16 8 0,5 13 0,-17 0 0,15 19 0,-13-15 0,20 20 0,-21-25 0,17 6 0,-16-15 0,21-6 0,-10-7 0,13-10 0,-15 1 0,-3-6 0,-1 0 0,-2-2 0,0-1 0,-1 1 0,-8 7 0,3-9 0,-9 21 0,0-2 0,-3 11 0,-4 13 0,-3 5 0,-7 24 0,5-14 0,-1 15 0,8-24 0,2 22-1653,10-16 1653,22 12 0,-16-22 0,11-4 0</inkml:trace>
  <inkml:trace contextRef="#ctx0" brushRef="#br0" timeOffset="103565">23968 14413 23080,'-1'-9'3518,"0"1"-3233,-13-26 1,-4-2-219,8 16-84,-8-21 0,2 12-72,13 32-34,3 4-1412,6 29-7796,8 17 9331,2 4 0,-2-14 0,-7-26 0</inkml:trace>
  <inkml:trace contextRef="#ctx0" brushRef="#br0" timeOffset="104149">24378 14585 21590,'1'-4'4649,"0"1"-2935,-1 3-1613,-82-14-516,50 19 426,-19-4 1,0 9-10,31 17 1,6 4-19,-13 19-1435,14-11 1,4 0 1411,4-1 79,13 0 1,7-1-601,18 1 269,-1-10 0,3-4 95,18-9 100,-8-14 1,-1-6 101,4-5-232,-2-4 1,1-5 231,-6-4 0,-2-4-248,3-4 0,-1-1 259,-1 0 0,-2-3 37,-8 0 0,0-5 0,-4 3-26,-4 5 0,-1-2 31,4-8 1,1-6 0,-3 3 133,-5 0 1,-4 0 52,3-7 1,-4 0-21,-4 9 1,-4 4 2387,-1-19-2423,-7 30 19,-2 17-187,-4 29 528,-7 22-551,1 5 0,1 7 0,0 3-27,7-23 0,0 1 27,-1 9 0,-1 6 0,2-5 0,1-9 0,1 0 0,-2 9 0,0 4 0,1-6 0,-3 22 0,1-2 0,0-4 0,5-24 0,-1 15 0,4-43 0,11-18 0,15-19 0,0-1 0,2 4 0,0 1 0,-1 3 0,5 2 0,3 4 0,4 8 1026,18 1-1026,-15 20 0,-1 8 0,-12 1 0,14 17-136,-17-9-1801,10 12-7894,-13-9 8554,-9-11 0,-6-7 0,-7-9 0</inkml:trace>
  <inkml:trace contextRef="#ctx0" brushRef="#br0" timeOffset="104624">26572 14932 27074,'21'-40'154,"0"0"1,0-1-1,7-10 1,2-2-1,-3 5-123,-4 4 0,0 3-2845,6-12 1,-1-1 2818,-10 12 1,-2-3 18,-6-2 1,-2-4-1,-1 3 253,-1 0 1,-2-1-273,0 4 1,0-3 0,-4 6 525,-6 6 0,-5 8-503,-8 10-33,-13 16-1,9 19 3018,-2 17-2996,6 4 1,0 7-14,6-4 1,1 3 0,0 1-744,-1-3 0,0 1 0,1 1 740,1 2 0,2 2 0,1 1-88,-1 13 0,3 1 1,0-2-981,3-18 0,0-1 0,1 1 715,-3 15 0,0 3 1,7-3 99,13 7 0,3-11 0,-5-16 0,3-9 1,-1-1-1</inkml:trace>
  <inkml:trace contextRef="#ctx0" brushRef="#br0" timeOffset="105233">27123 14768 26222,'2'-41'101,"1"0"0,0 3 0,5 9-96,22 21-2,1 1 0,3 1-20,21-7 20,-17 3 0,-2-1-3,1-5 11,-8-2 196,-10-22 51,-16 15-163,3-13 79,-16 26-85,1 11-5,-5 8 28,-5 9 6,-7 15-73,2 0 16,3 0 1,2 3-17,-6 17-159,10-14 0,1 0 148,4 17-34,17-9-11,15-11 5,6-12 0,7-8-11,2-11 1,3-4-1,22-7-224,-12 1 0,0-3 246,-16-4 1,-3-2-3,-1-2 0,-3-3 8,-2-4 0,-2-1 9,-3-3 0,-2-1-6,-3-2 0,-1 0 28,-3 1 0,-1 2 30,3-16 119,-4 0 151,-2 6-104,-2 9-238,-1-4 0,-2 25 0,-2 0 500,0 11-500,0 9 0,0 15 0,3 4 0,5 15 0,3 3 0,4 3-208,3 4 0,3 1 208,-7-26 0,1-1 0,1 6 0,-1 0 0,3 24-947,-37-3-39,-3-22-2226,-8-15 0,-4-5 3212,-10-3 0,7-3 0,16-5 0</inkml:trace>
  <inkml:trace contextRef="#ctx0" brushRef="#br0" timeOffset="105824">28534 14590 23836,'5'-42'937,"0"0"1,1 1-1,-3 7-511,-6 13-57,-4-1-324,2 10 28,-2 4-17,6 7-28,0 10-28,1 1 33,4 19-21,2-7-18,4 8 0,2 3 62,16 20-345,-6-13 0,2 1 272,1-5 0,1-3 14,-4-6 0,0-1-28,7 7 1,-1-1-177,-3 5-174,0 10-106,-39-26-113,-20-11 29,-19-14 212,-6-13 191,24-3 1,1-2 139,-11-12 48,18 5 0,4-3 117,2-16 104,11 13 1,1 1 10,-1-10 285,7 2-139,4 32-185,1 3-163,0 9 790,3 11-812,-1 4 31,1 34-81,-9-5-317,0-10 0,-2 0-1829,-3-4 0,-1-1 2168,-8 21 0,9-27 0,6-17 0</inkml:trace>
  <inkml:trace contextRef="#ctx0" brushRef="#br0" timeOffset="107098">29751 15065 14656,'1'-3'5153,"1"0"-1434,-2 3-2532,23-75-363,-15 32-931,5-11 1,-1-2 268,-9 21 1,-3 2-63,1-6 1,-1-1-28,1-4 0,0-1-9,0-3 1,0 1 21,1-2 1,-1 3-40,1 10 1,-1 2 232,0-5 0,-2 3-101,-3 6-151,0-2 6,-10 36-12,5 8-5,-10 14-12,4 6 1,0 7 2,-2 14 1,1 5-375,3-14 0,0 2 1,2 1 342,0 4 1,1 1-1,2-1-115,4-7 0,0 0 0,2-3-114,-2 8 0,2 0-1253,4-4 0,2 2 1,1-4 1082,5 4 0,0-3 0,-2-1 1,0-3-1,8 6 0</inkml:trace>
  <inkml:trace contextRef="#ctx0" brushRef="#br0" timeOffset="107941">29533 14947 21909,'-4'-46'713,"0"-1"0,0 6 1,6 3-487,13 7 0,7 4-205,21-13-615,-6 8 0,5 3 595,-3 12 1,0 5 183,-7 2 0,2 1-189,16-1 0,0 0 11,-17 3 1,0-2-181,12-3 0,0-4 194,-14 0 1,-3-2 38,-3-4 1,-4-3 94,-2-1 0,-2-3 415,9-27 17,-7 6 485,-6 14-765,-6 16-157,-4 12-117,-8 30 72,-7 36-70,4-20 1,0 4-944,0 1 1,0 3 0,0-3 914,0-1 1,1 0 7,-5 18 1,2-2 20,-1-6-34,0-5 0,0 0 19,-5 5-16,-1 7 11,6-27 78,9-27-84,4-3 6,13-22 3397,8-8-3389,-3 3 1,1-1-21,10-10 14,-8 9 1,1 2 8,7-4-22,6 0 0,-3 11-1,-6 10 1,0 15-6,0 8-11,4 10-1,-7-3 1,2-1-104,4-6 1,1-1 35,2-2-11,6 0 1,1-3-12,3-11 107,11-8-6,-6-7 22,-7-8 1,-14 3 89,1-12 11,-17 12 22,1-9-44,-12 15-50,-7 6-1,-5 7-22,-8 11-6,-4 9-10,-3 12 10,1 7-5,5 3-40,8 0 12,7-4 17,10-6-17,7-8-1,3-8 12,21-7-22,-6-12 33,11-8 51,-12-9-23,-10-7-22,-9-6 44,-8-6 1,-9-1 33,-7-5-39,1 18-22,-6-3-45,14 25 5,-3-2-50,7 9-174,1 4-50,3 1-1853,17 14 564,-3-7 721,29 13 0,-30-17 0,10 2 0</inkml:trace>
  <inkml:trace contextRef="#ctx0" brushRef="#br0" timeOffset="108332">31378 14639 19945,'0'-4'4665,"0"0"-1942,0 4-2638,6-35 315,-4 27-400,3-27 206,-4 35-448,-1 0 777,-4 0-569,3 0 6,-4 0 45,4 0 56,0 0-62,1-4-33,0 0 33,0-4-6,0 4 23,0 1-28,0 2-1344,0-1 762,0 6-1216,3 2-1608,2 5 3406,1 6 0,-2-9 0,-2 2 0</inkml:trace>
  <inkml:trace contextRef="#ctx0" brushRef="#br0" timeOffset="108690">31113 14708 26379,'-2'-12'689,"1"11"-594,-1 53-22,1 0-56,2-8-99,3-11 1,2 0-848,8 9-1816,11 15-1035,-4-27 3780,4-9 0,-16-14 0,1-2 0</inkml:trace>
  <inkml:trace contextRef="#ctx0" brushRef="#br0" timeOffset="109107">31512 14630 27628,'-28'-47'95,"5"13"-28,24 65 107,2 23-124,0-8-2042,-2-8 0,-1-1 2043,-2 1 226,-4 2 0,-2-1-254,-1-4 38,-12 24-16,13-45 118,-2 0-56,10-22-107,3 0 0,7-14 0,9-3 0,2-1 0,3-5 1390,5-1 0,2-2-1390,-8 10 0,-1 3 0,25-19 0,-4 6 0,-7 17 491,8 14-491,3 9 0,2 5 0,-20 7 0,-2 4 0,0 3-1560,-4 10 0,-3 3-3947,-10-1 5507,-5-3 0,-4-3 0,-2-11 0,-4 0 0</inkml:trace>
  <inkml:trace contextRef="#ctx0" brushRef="#br0" timeOffset="110024">11150 16785 21024,'6'-58'1421,"1"1"0,-2 0 0,-2 12-1135,-5 30-113,-3 0 119,-8 18-152,-13 29-107,1-4 9,4 4 0,0 6-386,1 2 1,2 0 348,3-8 1,0 2-32,-1 11 1,5 0 147,17 9-139,17-7 17,25-12-34,-1-24 28,-12-11 1,1-5 27,0-7 1,-1-3 22,22-9 53,-21-5 0,-6-4 87,-11-11-90,-7 10 0,-4 1-22,-7-13 5,-13-10-22,0 23 31,-2 2 0,-2-1 42,-5-3-6,-7-10-101,13 27 525,0 9-643,10 7-595,-4 1-5705,5 11 5548,1-2 0,0 3 0,3-5 0</inkml:trace>
  <inkml:trace contextRef="#ctx0" brushRef="#br0" timeOffset="110332">11710 16422 26906,'14'35'-6,"1"-1"0,6 17 1,-1-2 10,0-2-706,-3 6 1,-3 2 683,-8-2 37,-5-19 0,-4-2 493,-11-5-345,-10-20 267,-1-18-245,1-16-61,8-17-67,12-12-179,9 24 1,4 0 96,5-1 1,3 1-144,6 2 1,2 2-656,3 1 1,2 4-4099,1 3 1,-1 2 4471,14-4 0,-17 10 0,-19 9 0</inkml:trace>
  <inkml:trace contextRef="#ctx0" brushRef="#br0" timeOffset="111768">13842 16356 25494,'-14'0'902,"-3"16"-807,-1 33-39,-3 5-5,3-1-63,8-8 12,10-9 12,11-9-29,11-12 50,14-9 23,9-17-11,-6-2 70,-9-14 0,-2-3-26,-6-2-5,-2-5 0,-4-1-11,-11 3 42,-5 0 0,-2-2 42,-6-11-90,0 16 0,0 2 0,-7-2 40,-14 8-96,4 19 17,-16 10-23,10 7-36,1 16 1,2 4 7,1 4-1352,1 7 0,3 2 1347,10 0-473,5 4 0,6 3-56,6-16 0,5 0-1266,13 21 0,8-3-2278,4-19 0,3-6-358,0-2 1,0-5 4050,23-4 1,-40-14 0,-8-2 0</inkml:trace>
  <inkml:trace contextRef="#ctx0" brushRef="#br0" timeOffset="112508">14384 16643 19657,'29'-48'876,"0"1"0,1 0 0,-3 3 0,-1 1 0,-4 4-560,-4 1 1,-3 4 246,6-17 283,-4-1-375,-15 32-270,-10-1-125,-6 22 31,-41 27-79,23-3 0,-1 2-1229,0-1 0,0 1 1201,0 3 0,3 3 19,3 3 1,3 1-282,5-7 0,1 1 214,-6 12 1,4 1-135,11-11 0,4-2 103,4 8-44,19-8 73,9-28 2387,13-15-2306,-13-4 0,0-4 2,11-12 17,-12 4 1,-1 0 67,5-12 16,6-11-5,-4 2 604,-5 7-526,-7 11 108,-9 14-293,-6 13 34,-11 18 0,-7 18-84,-12 23-363,9-18 1,-2 3 409,-2 4 1,0 1-34,4-8 0,-1 2-44,0 0 0,0 3 1,1-1-153,1 2 0,2 0-1758,-5 17 0,2-2 1702,8-23 0,4-3-1336,11 26 913,23-51 661,1-2 5,13-32 51,-11-2 0,1-6 34,8-5 0,1-2-1097,-1 1 1,0 0 1056,0 0 1,-1 1 27,-1-1 1,-1 1-89,-7 6 1,0-1 108,-3 3 0,2-1 0,-2 0 902,6-11 1,-2 2-753,-8 10 0,-2 1-94,-3 3 1,-1 2 404,1-5-246,-12 19 3064,-3 4-3104,-23 30-128,-8 12-90,3-6 0,0 3 348,1-1 1,2-1-388,-9 15 67,11 0-56,13-24 828,30 6-817,-9-18 23,37-7 5,-23-8-17,3-5 1,3-2-34,14-8-91,-10 2 0,-1-2 153,8-11 44,-4-8-45,-24 13 96,-6-7 395,-10 5-508,0 6-5,-3 3-72,0 14-158,0 4-257,3 0-1770,6 8 1381,12 3 0,-9-1 0,4 1 0</inkml:trace>
  <inkml:trace contextRef="#ctx0" brushRef="#br0" timeOffset="113356">16037 16316 23103,'-4'-7'2901,"1"2"-2498,3 5 437,0 0-392,-105 2-341,51 18-368,-8-14 1,1 5 288,28 13 0,8 3-11,0 6 119,-3 12-142,24-22 12,21-3-1,-3-12 1,29-3 5,-10-13-11,7-2 62,12-18 44,-18 2 475,15-13-486,-24 12 95,-1-5-65,-12 11-125,-1 3 0,-6 7 0,-7 20 0,-7 13 0,-8 20 0,-5 13 0,10-25 0,1 0 0,-7 28 0,8-10 0,8-16 0,12-10 0,2-16 0,48-25 0,-12-9-230,-7 2 0,1-5 230,-9 0 0,-3-4-477,1-4 1,-2-4 476,0-6 0,-1-2-348,-10 13 1,-1-1-1,0-1 348,0-1 0,-1-1 0,-1 0 0,0 1 0,0 0 0,-1 1 0,5-15 0,-2 2-30,-4 15 0,-2 3 30,-2 0 0,-2 5 364,-6 6-364,-7-1 873,-11 33-873,-10 19 0,1 10 0,3 11 0,0 8-114,7-5 1,0 2 113,0-1 0,0 4 0,0-1 0,3-3 0,0-1 0,2 0 0,0-1 0,2-1 0,0-2 0,-2 7 0,5-2 0,11 5 0,10-6-196,22-3 196,-6-19 0,5-7 0,1-16 0,1-8 0,1-7 0,1-6-364,3-7 1,-2-5 363,3-5 0,-2-5-453,1-5 0,-2-3 453,-1-4 0,-2-1 0,-1-2 0,-2-1 0,-3 4 0,-2 0 0,-2 5 0,-3 3 464,-4 6 1,-2 2-465,8-17 242,-12 16-242,-9 16 751,-4 11-751,-12 37 0,1 10 0,0-5 0,-1 5-1075,2 8 1,1 0 1074,2-13 0,1-1 0,1 17 0,0-2-265,2 13 265,-1-24 0,-2-1-166,-3 15-1568,-7-23 0,-5-2 1216,-21 4 1,6-3 0,6-15 0</inkml:trace>
  <inkml:trace contextRef="#ctx0" brushRef="#br0" timeOffset="114117">18745 15991 22413,'4'-50'630,"0"1"0,0 0 0,0 0 0,0-5 0,1 3 0,-3 8-58,-1-10-44,-3 38-354,-7 11-15,3 16-19,-9 49-107,9-15-504,3 3 0,0 11 0,1-2 473,3-1 1,0-1-9,-1-4 1,1 2 0,0 0-25,1-8 0,1-1 0,-1 0-321,-1 3 0,0 1 0,-1-2-162,1 11 1,-2 3-2765,-2-2 0,-3 4 0,0-11 2210,-4 8 1,2-18 0,1-8 0,3-22 0</inkml:trace>
  <inkml:trace contextRef="#ctx0" brushRef="#br0" timeOffset="114565">18440 16680 17473,'-1'-43'1522,"0"1"0,0-1 0,0-14 1,3 3-1173,4 9 0,3 4-160,17-17-134,3 13-5,21 18-35,-15 13 6,21-3 1,5-2-1353,-18 7 1,0-1 1312,4-1 0,4-2 1,-3 1-1,6-4 0,-4 0-1334,-9 3 0,-3 0 1353,-5 1 1,-2-2-360,-2-1 0,-4 1 418,3-4 365,-3-9-100,-41 33 504,-7 3-604,-6 13 1,-1 6-3,-13 17 825,17-17 1,1 3-977,7 8 0,6 1-12,7 12-36,8-14 1,4-2-21,11 6 1368,6-17 0,5-4-1350,14 0-9,-11-7 0,0-4 25,15-11-5,-14-4 27,-11-9 494,-7-28-152,-9 7-263,-4 6 0,-2-2 39,-9-19-67,-4-1-50,2 15 451,0 1-457,0 18 156,-1 5-301,-2 13-488,5 14-1450,2 10 2027,13 9 0,-4-13 0,7 0 0</inkml:trace>
  <inkml:trace contextRef="#ctx0" brushRef="#br0" timeOffset="115124">21490 16604 24620,'-3'-7'1182,"-5"-24"0,0-7-779,5-7-672,-2-6 0,3-3 359,6 16 0,4 2-20,3-7 0,1 0-37,-1 8 1,1-1 2,4-13 1,1-1-715,-4 8 0,1-1 703,3-15 1,-2 1-1,-4 17 0,-2 3 488,4-23-536,-16 51 18,-13 36 19,1 2 0,-2 6-31,-4 15 0,-1 6-664,6-12 0,0 2 0,0 2 682,1 3 1,1 2 0,1-3-6,2-8 0,2-2 1,0 2-7,-1 15 1,0 4 0,1-5-279,1 1 1,1-1 93,0-4 0,0 3 0,1-4-716,-1 6 1,-1-5-436,0-4 1,-2-4-2494,0-9 0,-2-3 3838,-9 11 0,7-22 0,5-14 0</inkml:trace>
  <inkml:trace contextRef="#ctx0" brushRef="#br0" timeOffset="115708">21181 16908 14566,'-7'-54'2120,"0"1"0,0-1 0,0-2 1,1 2-1643,0-6 1,2 5-180,2 22 1,2 2-110,5-13 1,2 1-671,3-13 508,6 21 0,5 1-36,2 10 0,3 2-358,15-9 0,2 0 377,-6 6 0,4-1-916,7-1 0,5-1 0,-4 3 899,-10 4 1,1 0-1,9-4 1,4-3-1,-6 4 14,-15 7 1,-2 1-62,25-16 0,-4 0 98,-12 8 154,-8 3 0,-5 3 130,-20 12-66,0 2 273,-7 9-245,-7 29 0,-3 12-162,1-8 0,0 4 1145,-1 1 1,0 0-1222,-1 3 0,1 1-17,-1-1 1,0-2-15,2-2 1,1-2-12,2-5 0,1-2-17,-2 19 23,5-21 73,5-12-17,9-20-45,12-11-17,11-15 8,-8 5 1,2 0-3,10-8 22,-11 9 0,0 3 989,3 3-961,5 2-50,-15 11 17,-2 13-1,-10 1 35,14 28-52,-9-21-16,17 20 23,-6-25 5,13-3-23,-6-6 35,23-16-24,-27 1 15,1-7 0,-3-3 126,-5-10 84,4-15-96,-15 16-9,-5-6-136,-6 17 0,-1-2 0,-2 13 0,1 7 0,-1 9 0,1 10 0,2 12-4205,11 20 2989,0-12 1216,4-5 0,1-3 0,-4-11 0,5 9 0</inkml:trace>
  <inkml:trace contextRef="#ctx0" brushRef="#br0" timeOffset="117915">24766 16135 24189,'-12'-46'480,"0"-1"0,0 6 0,-5 10-335,-19 24-55,-6 7-6,0 6-67,2 4-28,7 4 50,7 3-17,6 3-11,7 1-22,3-2 34,-1 10-1,7-7-22,0 10 17,14-7 11,9 0-34,17-1-11,-3-5 11,-3-2 1,2 1-1,-5 1 1,-1 0 8,1-1 0,-1 0 8,18 24-11,-32-24 22,-15 11 62,-25-12-11,-31 5-455,19-13 1,-4-3 403,2-1 1,-3 0 0,3-1-519,-5 0 0,0 0 492,4-1 1,-2-1-1,4 0-35,6-1 0,2 0-253,-1-2 1,2-1-1675,-4-8 1966,43-9 0,-3 7 0,17-2 0</inkml:trace>
  <inkml:trace contextRef="#ctx0" brushRef="#br0" timeOffset="118683">25286 16224 25884,'-55'-28'173,"0"0"1,3 5-1,5 10-145,-8 31-11,8 12 0,10 6-11,15 4 178,13-1-173,17-3 53,11-5-86,16-9 68,9-10-35,12-15-5,-17-4 55,5-15 124,-22 0-34,0-6 67,-8 4-16,-6 6-79,-5 8-39,-4 7-73,-4 7-5,-18 29 5,-7 11-3,4-8 1,-1 4-590,-2 0 1,-1 1 582,-3 5 1,1-1-17,5-9 0,1 1-190,-8 16 0,4 0-300,16-22 0,2 0 8,-3 9 0,6-3-42,15-6-890,45-29 1137,9-24-1171,-13 2 0,1-2 1465,-12 3 0,0-3 6,1-2 0,1-3 1,-1 0-1,3-3 0,-1-1 28,-2 2 1,2-2-1,-1 0-184,6-7 1,-1 1 274,-4 2 1,-2 0-63,-5 4 0,-3 1 163,-4 4 1,-2 1 2868,10-11-2588,-12 13 913,-10 13-1188,-8 9 878,-4 5-839,-11 17 236,-3 5-465,-10 18-22,1-1-18,3 0 1,6-5-12,7-8 1,14-8-18,9-9 29,12-6 27,9-9-44,-5-3 28,18-14 0,-17 1 33,9-9 57,-14 5 10,-2-2-100,-10 8 0,6-3-23,-11 11-660,23 0 33,-16 5-2061,22 4 2694,-6 2 0,-12 0 0,2-1 0</inkml:trace>
  <inkml:trace contextRef="#ctx0" brushRef="#br0" timeOffset="119817">26565 16291 17464,'2'-4'5326,"-1"1"-2408,-1 3-2688,-30-25-74,-5 32-122,3-10 0,-3 3 33,-2 22 0,2 8-27,6-7 1,2 1-41,2-2 0,3 1 280,0 11-269,17-14 546,17 3-569,0-12 7,35-9 16,-20-8 264,26-11-242,-18-5 68,7-8 17,2-12 27,-13 6-38,-5 4 44,-13 12-62,-10 13 51,0 2-140,-5 7 12,-5 8-7,-7 17 1,2-5-1,-5 18-10,9-9-1,2-5 17,10 5-5,2-22-17,15 5 0,-5-12-45,32-2 22,-7-7 6,-6-1 0,2-2 39,16-12 0,1-11-16,-24 8 5,-1-8-11,-15 13 61,7-17-33,-13 17 28,1-6-29,-8 13 12,-1 5-5,-1 3-34,-1 2 44,0 0-33,0 0 28,1 2-50,0-2 67,1-2-34,0 0 0,0-3 11,1-1-5,-1 1-17,1-3 11,0 5 1,0-4-12,-1 4 28,-2-3-28,1 6 33,-4-2-22,1 3 2,-3-1-26,-3-1 2,-1 3-6,0-1 12,3 2 27,0 0-11,4 2-22,1 0 22,5 2-16,9 1-12,1-1 28,7-1 13,18 0-31,1-2 4,-4 0 0,0 0-30,8 0 50,11 0-29,-30-1 40,16 3-28,-24 2 0,5 6 0,-18 0 13,-6 12-48,-9 13 46,1-6 13,-6 17-59,12-9 35,1-1 0,12 2-17,1-20 34,14-2-23,13-7 1,9-3 10,14-6 1,-2-9-17,0-8-228,-2-10 261,-5-11-5,-10-11-5,-10-7-12,-13 0 0,-8 14 0,-8 2 0,-9 17 0,-1 5 0,-6 10 0,1 20 234,1 2-234,-8 22 0,0 17 0,2 5-249,10-23 1,4-1 17,4 20-1616,13-5-7984,11-10 8709,-2-13 1,-4-12 0,-11-11-1</inkml:trace>
  <inkml:trace contextRef="#ctx0" brushRef="#br0" timeOffset="120924">28607 16256 27079,'20'-29'140,"-2"18"-117,-10 58-7,-1 5-10,-2-11-4302,-1 6 4296,-3-22 661,-23 20-650,10-29 22,-23 8-33,19-26 34,0-8-40,9-2 3389,20-23-3400,14 6 3,-1 7 0,4 0-389,7 3 1,3 3 259,7 1 1,4 1-74,5 2 0,2 2-30,3 1 0,-1 2 72,-1 1 0,-2-1 126,-6 1 1,-3-1 80,-7-1 1,-5-1 101,17-10 145,-21 1 140,-16 3-51,-9 3-139,-10 4-73,-6 4 789,-9 2-857,-3 8-27,-5 10-62,9-1 17,-1 14 27,11-4-32,3 9-40,6 1 22,5 0 12,2-10-62,7 1 28,-9-15 56,3 1-28,-8-12 5,-1-6 23,-1-2 11,-2-18-11,2 2 28,3-18-50,1 15 11,10-8 5,2 13 6,8-2-39,2 5-6,5 6 28,-5 8 1,11 2-29,9 5 28,3 3-17,9 2-27,-11 0 44,-13-2-45,8 1 23,-21-4 17,2 2 5,-17 1 34,-15 5-40,-1 3 40,-30 22-28,9-4-20,9-8 0,1 1 9,-4 14-28,15 4 10,10-14 35,8-1-6,4-15-23,30 6 6,-4-10-28,24 3 28,-25-12-11,10-14 56,-24 2 111,14-28-83,-24 7 11,0-20-22,-12 14 33,-13-18-56,-3 25 0,-7-9-22,5 24-84,-4 10-11,12 8-662,-6 8-1349,11 7-7742,3 9 9313,3-5 0,0-5 1,-1-9-1</inkml:trace>
  <inkml:trace contextRef="#ctx0" brushRef="#br0" timeOffset="121249">30322 16559 26554,'32'-34'104,"0"1"0,-1-1 0,6-7 0,1-1 1,-6 3-58,-9 7 1,-2 0-453,11-18 1,-1-3 479,-8 5 1,-3 1 16,-4 1 1,-3 1-31,-4 6 0,-4 2 514,-6-15-576,-12 23 303,-10 22-303,-5 22 0,5 7 0,5 12 0,2 5 0,5-5 0,1 1 0,-3 6 0,2 3 0,7 1 0,2 3 0,1-5-369,2 20 288,2-22 0,1 5 1,1-6-614,12 18-40,-5-23 0,1 0-431,8 12 1165,-4-18 0,0-4 0,-5-8 0,8 6 0</inkml:trace>
  <inkml:trace contextRef="#ctx0" brushRef="#br0" timeOffset="121399">30412 16418 26273,'40'-32'-1660,"0"1"1,0-1 0,2 2 0,0 2 0,0 8 1659,6 11 0,-2 6 0,16-3 0,-24 3 0</inkml:trace>
  <inkml:trace contextRef="#ctx0" brushRef="#br0" timeOffset="121957">31987 16204 20711,'3'-5'4413,"0"0"-4222,12-23 0,2-7 716,-8 5-784,8-6 0,-6 3-5,-23 17-90,-4 16 73,-36 17-45,19-3-17,-9 8 0,-1 5-33,-6 12-189,17-9 0,3 2 183,11-5 0,7 2-25,7 5 0,6 0 117,7 12-98,17-13 1,5-3-28,6-8 38,0-5 1,1-3-1,7-8-5,5-11 51,-13-12 33,-13-12-34,-11 2 59,-10-5 1,-3-1-66,-3 0-16,-1-3 0,-2-1 51,-6-2-68,-4-5 6,1 10 11,1 10-73,5 11-46,2 5-352,5 7-3421,10 6-113,5 0 3129,16 6 0,-15-6 0,2 0 0</inkml:trace>
  <inkml:trace contextRef="#ctx0" brushRef="#br0" timeOffset="122166">32809 15868 24755,'-4'-5'2179,"0"1"-4942,-23-7 0,-7 3 2791,8 11 432,-22 8 1,-1 11-464,25 12 0,5 8 21,-2 0 1,-1 3 0,3-1-13,-3 9 0,2 3 1,5-13 0,-1 3 0,0 2 0,1-1-323,-3 9 1,0-2-1,1 0 193,-1 1 0,0 0 0,0 0-466,-1 2 1,1 0 0,0-5-2077,0-4 1,-1-3 2664,-8 13 0,1-4 0,12-23 0,0-3 0,-13 15 0</inkml:trace>
  <inkml:trace contextRef="#ctx0" brushRef="#br0" timeOffset="122316">31968 17156 19827,'-20'-59'1262,"-1"0"0,4 13 0,6-1-335,15-16 0,10 5-2574,10 0 1706,-1 21 1,6-5 0,4 8-32,14 6 0,6 6-25,-5 3 1,4 1 0,-1 2-25,-8 3 1,-1 2 0,5 1-394,12 2 1,6 1 0,0 1 0,-8 2-214,-2-1 0,0 1 211,-3 1 1,8 0 0,-3 0-1,-13 1 1,-2 0 0,10-1-1</inkml:trace>
  <inkml:trace contextRef="#ctx0" brushRef="#br0" timeOffset="123948">11963 18124 23958,'-15'-57'410,"0"-1"1,2 2 0,3 2-271,8 13 0,3 1-819,1-5 0,2-1 738,3-3 0,1-2 0,1-1 0,2 0 49,0 4 1,-1 1 67,-2 8 1,0 3 629,1-8-823,-5 25 183,-8 29-172,-7 24-17,2-1 1,-1 3 36,0-3 0,0 3-122,-1 11 1,1 7-1,0-1 71,1 6 1,1 3 22,2-11 0,-1 6 0,2 0 0,0-6-42,0 12 0,1-2-123,2-6 0,-1 2 0,3-5-578,2-3 1,2-5-1068,-2 2 0,1-2 981,2-8 0,1 0-4073,0 3 1,-1-4 2043,-5 0 2737,-6 5 231,-18-58 458,-13-21 98,14 12 1,-2-2 794,-3-5 0,1-1-742,3 8 1,1-3 1554,-10-15 1,3-1-1323,11 15 0,3 1-384,-7-12 1,4-1 224,3-13-342,11 7 2985,15 3-3338,6 14 0,3 1-28,14-15-419,1 8 0,3 0 363,-5 8 0,3 1-665,5 0 1,4-2 0,-1 3 669,1-2 1,2 2 9,-3 4 0,4 1 0,-6 3-51,15-4 47,-12 6 1,-1 0 61,-3 1 102,5-1-91,-30 12 758,-9 5-686,-4 5 2548,-1 23-2480,-1 12-129,-1-8 1,-1 4-203,0 1 1,-1 2 98,-1 0 0,1 1 8,0 0 0,0 0-1569,0 3 0,1-2 1580,1 12-5,-1 3 5,2-38 90,0-2 67,6-19-101,5-14 520,12-16-523,-4 5 1,2-1 2998,10-13-2996,-8 13 1,0 0 21,6 0-27,3 1-62,-10 13 45,-6 12 5,-7 17-128,5 23 44,-5-4 96,8 22 322,-4-21-440,11 7 17,-5-15 56,20-4-17,-20-16 89,19-8-22,-15-10-61,6-10 106,-9 1 381,3-16-112,-13 12 33,1-9-183,-8 14-231,-5 7 0,1 8 0,-1 4 0,1 4 0,1 7 0,-1 8-1250,11 18 18,0-8 1232,29 15 0,-25-29 0,13 4 0</inkml:trace>
  <inkml:trace contextRef="#ctx0" brushRef="#br0" timeOffset="124816">14826 17869 26385,'-35'9'1685,"6"-14"-1561,38-23-12,-5 4-56,-3 18 11,-1 9-78,0 4-17,0 19 39,-1 13-56,0 19 51,0-7-34,1-12 0,-1 1 22,1 11 14,0-17 1,0-1-20,1 2 33,0-11 40,-1-17 5,3-7-123,0-8 123,8-28-11,4-2-53,-2 8 0,1-1 2,9-12-16,0 8 0,2 1 61,3 1-22,6 0 0,2 3-17,-3 9-33,2 6 0,2 5 5,5 14-3,-5 7 1,-1 4-9,4 10-954,-13-1 1,-4 1 942,-4 2-650,7 25-974,-10-13 856,-1 0-828,3-13 431,1-21 878,1-5 203,31-25 426,-14-3-60,-7 5 1,-1-1 81,4-8 426,4-8-371,-17 17 567,16-20-695,-19 22 2472,9-7-2544,-19 23 32,-5 11-128,-5 5 62,-11 29-152,6-6-22,-4 25 51,10-26-18,9 4 29,2-25-40,26 1 18,-11-11 24,10-6 0,3-3 26,13-10-178,-13 2 0,-1-2 212,16-17 111,-9-11-28,-18 8-50,-9-3-146,-14 19 157,-7-1-134,-1 10-102,-2 0-66,2 6-1113,4 3 59,4 3 1216,23 6 0,-16-4 0,15 4 0</inkml:trace>
  <inkml:trace contextRef="#ctx0" brushRef="#br0" timeOffset="125381">16610 17770 22783,'-6'-3'3848,"0"1"-3680,6 2 207,0 0-313,-21 68-45,13-42-2126,-7 21 0,0-1 2131,8-26 899,-5 12-803,10-25 84,-1 1-85,5-20 6,4-5 17,2-15 3392,5-6-3436,3-4-7,2-1-22,2 4-16,2 6-40,2 9-11,5 8 0,-4 7 39,21 9-5,-10 9-51,7 2-45,3 20 46,-23-6 16,4 5 0,-19-4 33,-9-8-66,-5 1 49,-2-6 12,-15-4 12,10-11-29,-6-1 63,11-17-74,6 6 0,0-8 0,20-17 0,-1 12 0,16-17 0,-10 25 0,19-1 0,-17 13 0,7 1 0,1 4 0,12 11 0,10-1 0,-22 7 0,-2 3 0,9 9 0,-15-6 0,-2 1-1586,-3 15 1586,-23 1 0,-1-18 0,-8-3 0</inkml:trace>
  <inkml:trace contextRef="#ctx0" brushRef="#br0" timeOffset="126040">17507 17551 23427,'33'-24'1111,"-1"0"0,-4 1 0,-9 0-562,-29-10-107,-1 6-195,4 9-107,3 9-96,3 7-38,1 7 67,0 11-51,2 13-67,3 19 45,2 14-492,0-5 487,-1 1-1577,-4-17 0,-1-1 1621,-1 10-111,-4 5 0,-3-1 83,-1-10-11,-7 13-39,9-38 229,2-14-190,3-7 444,0-13-467,2-1 3389,7-29-3293,4 8-68,4-8 167,0 10-172,18-14 0,-6 16 0,-4 8 0,1 2 0,16 3 0,5 10 0,6 17 0,2 13 0,-27-4 0,-1 5 0,-1 7 0,-2 1 0,3 12-41,-15 14 58,-31-23-76,-3-10 1,-3-2 13,-17 5-799,7-12 1,1-4 687,-2-5-295,1-5 0,-1-3-943,-7-10-1788,-13-13-1500,32 2 4682,11-5 0,11 18 0,2-1 0</inkml:trace>
  <inkml:trace contextRef="#ctx0" brushRef="#br0" timeOffset="127333">18347 17722 27225,'16'39'392,"2"-11"-235,7-40-68,-5-5 40,-9-4 0,-7-5-17,-4-2 28,-5 0-84,-3 4-11,0 8-17,-9 4 5,4 8-33,-7 4-11,2 8 78,-1 8-44,2 9-85,2 10 62,5-5-28,2 24 22,6-26 23,11 35-67,0-38 36,11 1 0,2-3-14,5-6-31,5-4 0,4-4 65,4-8 2,-5-5 1,-1-2 2,2-5 34,11-15-79,-28 11 34,14-24 22,-14 8 85,6-15-135,-11 15 67,6-10-22,-10 22 44,24-20-38,-18 27-57,19-5 45,-19 15 1,16 9 27,-18-1 7,12 23-46,-18-11 0,2 31 0,-10-19 0,1 23 0,-2-23 0,5 7 0,3-19 0,7 0 0,1-8-46,15-9 92,-12-4-46,22-14 0,-22 4 0,21-24 0,-17 10 0,8-13 0,-14 12 0,2-15 0,-7 11 0,3-17 0,-8 18 0,-2-7 0,-3 18 0,-1-4 0,-1 16 0,0 2 0,0 5 0,1 0 0,0 4 0,0 6 0,-1-2 0,1 3 0,0-7 0,0 3 0,0-3 0,0 2 0,1-2 0,-1 0 0,0-2 0,0 0 0,-2 1 0,0-2 0,-4 2 0,2-1 0,-1 1 0,2-1 0,2 0 0,0 0 0,-2-1 0,2 0-5300,-1 0 5300,6 1 0,-3 0 0,3 1 0</inkml:trace>
  <inkml:trace contextRef="#ctx0" brushRef="#br0" timeOffset="127982">19440 17869 25147,'-3'0'2599,"1"0"-1894,2 0-654,2 5-40,11-5-179,7 3-1299,11-4-8364,-2 0 8777,-10 1 0,-9 0 1,-8 0-1</inkml:trace>
  <inkml:trace contextRef="#ctx0" brushRef="#br0" timeOffset="138240">27059 8167 21864,'-38'-12'763,"0"-1"1,2 3 0,12 0-618,28-2 28,43-16-205,-17 15 0,4 1-742,4-1 1,5-2 0,1 1 646,2 2 1,1 2 0,2 0-588,5 0 1,1 0-1,1 2 479,0 0 1,0 1 0,-2 1 20,10 0 1,-4 1 375,-8 0 0,-5 7-1647,6 29 1406,-60 2 111,-8 18-177,-15-28 0,-12-3 368,3-1 0,-8 1 0,-1 0 0,3-2-123,0 1 0,3-1 0,-4 1 8,0 0 0,-3 1 1,0-1-1,4 0 238,-2 1 0,3 0 1,6-3-192,-12 7-111,14-8 0,7 0 1864,22-5-1702,23-8-2831,8-4 2647,21-8-198,0-5 1,5-3 146,9-4 0,1-2 18,-13 5 1,1-1 0,-1-1 13,-2 0 0,-1-2 0,-5 2-2,-2-2 1,-4 1 556,-6 1 0,-4-2-408,5-32-50,-14 19 140,-17-7 0,-6 0-45,-6 10 42,-4 1 0,-4 1 373,-5 2-281,4 4 2947,6 9-3232,14 10 905,3 7-983,7 12 27,6 11 12,11 20-12,-9-17 1,0 2-32,1 4 1,-1 1-329,-2 4 1,-2 0 260,-2-7 1,-4 1-780,-7 22 1,-7 0-1571,-4-14 0,-3-1-2249,0 8 0,-3-3 4058,2-13 1,0-6-1,4-7 1,7-9-1</inkml:trace>
  <inkml:trace contextRef="#ctx0" brushRef="#br0" timeOffset="145099">29203 7631 19154,'1'-9'2864,"0"-28"1,-4-4-2276,-6 15-404,4-15 0,-5 6 22,-16 30-39,-6 17-23,-10 19-117,17-6 0,2 4-288,-4 8 0,2 3 296,0 5 0,2 3-30,2 4 0,4 0-12,4-11 0,3 0-61,6 6 0,5-2 5,13 2-8,18-8 0,11-6 6,-3-16 0,6-7-1023,6-3 0,5-2 0,-5-3 1095,0-5 1,-4-6 13,-6-4 0,1-3 1,-8-1 27,5-17 45,-7-16 1,-5-8-63,-15 18 1,-3-2 2,0-1 0,1-4 0,-4 3 51,-4-5 0,-3 3-29,-3 4 1,-4 4 87,-15-20-2213,-4 27 2117,-8 17 871,-12 20 0,-5 9-918,15-1 0,-2 3-15,-2 1 1,-3 2 0,5 1-17,1 9 0,7 3-132,7 2 1,4 0-555,-2 21-2319,25-12 0,6-2-6724,5-2 9425,0-9 1,1-4-1,-5-15 1,-4-6 0</inkml:trace>
  <inkml:trace contextRef="#ctx0" brushRef="#br0" timeOffset="145356">30309 7069 26883,'-53'12'157,"1"0"0,1 4 0,5 8-139,17 6 1,3 7 0,3-1-1217,-4 3 0,1 1 1199,3 2 1,-2 5 0,5-3-25,1 5 1,4-1-73,-2 12 0,4 2-132,9-5 0,7-2-439,9-6 0,6-4-91,-2-10 0,7-4 757,12-5 0,7-2 0,-6-4 0,3 3 0,0-7 0,1 1 0</inkml:trace>
  <inkml:trace contextRef="#ctx0" brushRef="#br0" timeOffset="146124">30866 7788 24246,'11'-47'390,"1"0"1,-3 7-1,-1 7 2,-1 17-358,-6 12 415,1 4-421,-4 13 17,-4 9-34,-2 2 12,-17 25 5,8-21 14,-6 3 0,-1 0-9,1-6 250,-24 13-115,27-28 106,-4-17-213,17-5 40,8-40-79,4 24 18,10-29 201,-2 32-207,14-10-28,-12 22 16,11 0-11,-13 12-44,21 22 27,-15-6 11,7 9 1,-1 3 5,-1-1-19,0-1 0,1-1 19,1-1-34,5-1 1,-1-3 44,-2-4 62,24 3-89,-39-22 33,9-24 70,-17-7 0,-2-4-76,5-17-1474,-6 4 1,-3 0 1462,0 7-738,-1-3 1,1 0 732,0 1 10,0 2 1,1 2 33,0 9-44,0-3-17,0 25-107,0 8-190,0 5 1592,4 9-2482,1 2 1198,22 27 0,-17-25 0,12 14 0</inkml:trace>
  <inkml:trace contextRef="#ctx0" brushRef="#br0" timeOffset="146540">31649 7450 27337,'-27'29'117,"6"-12"-128,12 41 56,3-11-39,-2-2-6,2-5 0,2-17 11,3-13 263,-1-1-145,2-8 78,2-12-140,4-8 17,7-16-44,0 4 72,17-24-90,-11 25-3,4 0 1,2 2-25,-1 7-18,29-9 34,-29 23 40,28 3-29,-30 8-22,27 20-11,-29-6-182,2 5 0,-2 3-950,-5 9-2749,4 17 3892,-13-16 0,-4-14 0,-2-10 0</inkml:trace>
  <inkml:trace contextRef="#ctx0" brushRef="#br0" timeOffset="146865">31264 7296 26267,'-7'-48'101,"44"2"-90,5 38-8,17-1 0,8-1-12,-15 3 1,2 1-5,-9 0 0,1 0 0,-3 1-666,4 1 1,-5 0 504,16-1 170,-37 4-9827,9 0 9813,-11-1 0,1 0 0,-13 1 0</inkml:trace>
  <inkml:trace contextRef="#ctx0" brushRef="#br0" timeOffset="147381">32419 6958 24217,'-24'-59'875,"1"0"1,2 7 0,5 7-551,12 16-213,5 11-11,7 9-73,0 6 19,17 18 1,3 8-401,1 4 358,2 3 1,0 4 17,-3 12-7,-6 6 1,-2 10-122,-9-15 1,-4 2 0,0 2-1097,1 8 1,-1 2 0,-4 1 1200,-6-12 0,-3 1 0,-2-2 0,1-6 0,-2 4 0,0-6 0,-5-4 0,0 1 0</inkml:trace>
  <inkml:trace contextRef="#ctx0" brushRef="#br0" timeOffset="147881">29083 8734 17559,'53'-8'278,"0"-1"1,0 1 0,1-1-1,3 0 1,4-2 0,0-1-1,0 1 1,-5 0-1427,-5 1 0,-5 0 0,2 0 0,4-1 1148,0 0 0,5-1 0,3 0 0,0-1 0,-1 1 0,-3 0-53,1 1 0,-3 0 1,0 1-1,0 0 1,4-2-305,0 1 0,3-1 0,2 0 1,0 0-1,-2 1 0,-1 0-106,0-1 0,-2 2 1,0-1-1,-1 1 1,0 0 423,3 0 1,3-1-1,-2 1 1,-5 0-1,-7 2 1,7-1-1,-6 2 1,0-1 0,-1 0-1</inkml:trace>
  <inkml:trace contextRef="#ctx0" brushRef="#br0" timeOffset="148148">29928 8721 6811,'-59'21'962,"1"-1"0,-1 1 0,1-1 0,-1 0 1,7-2-1,-2 1 0,0 0 0,2-1 1,4-1-1,7-3-458,-12 5 0,6-2-8,-11 4 0,18-7 2256,36-13-2264,34-12 0,23-8-290,0 0 1,6-1-463,-12 4 0,4 0 1,2-1-1,-3 1 286,5-2 1,-1 1 0,5 0-184,-12 3 0,5-1 1,2 0-1,1 0 0,-1 0 1,-3 1 171,10-2 0,-3 1 0,0 0 0,4-1-139,-6 1 1,4 0 0,3-1 0,-1 0 0,-3 1 0,-3 1 134,4-1 0,-5 1 0,0 1 0,1 0-20,-5 1 1,2 1 0,0-1-1,-1 0 1,-1 1-381,6-2 0,-1 1 0,-1 0 0,0-1-282,-3 2 0,0-1 0,-1 0 0,-2 1-2602,9-2 0,-2 0 0,-8 1 3261,-8 1 1,-10 2-1,-12 3 1,-8 2-1</inkml:trace>
  <inkml:trace contextRef="#ctx0" brushRef="#br0" timeOffset="152149">30507 3382 15949,'-42'-36'-177,"0"-1"0,0 1 1,0 0-1,-6-6 0,2 3 1,0 6-295,-6 6 1,-4 6 558,10 8 1,-6 1 0,0 1 0,3 1-712,3 1 0,3 1 1,-6 0 691,-3 1 1,-7-1 0,-3 1 0,0 1 0,4 2 76,-1 2 0,5 2 1,-3 2-1,-4 1-25,10 0 0,-5 1 0,-3 2 1,0 0-1,-1 0 0,3 0 1,3 1-122,-4-1 1,4 0 0,1 1 0,-3 1 0,-5 3 82,10-1 1,-4 2 0,-3 1 0,-2 1 0,-1 0 0,0 2 0,1 1 0,2 0 0,2 0-166,2 2 1,1 2-1,1 0 1,1 1-1,0 1 1,1-1 0,-1 0-1,-1 0 91,0-1 1,0 0 0,-1-1 0,1 1 0,-1 0 0,1 0 0,1 1 0,1 1-109,-5 3 0,2 0 0,-1 1 0,2 1 0,0 0 1,1 2-1,0 1 176,2 1 0,0 1 1,1 2-1,1 0 0,0 2 1,0 0-1,1 1-62,4-3 1,0 2-1,1 0 1,0 2-1,1-1 1,-1 1-1,0-1 1,0 0 6,0 0 0,-1 0 0,-1-1 1,1 1-1,0 0 0,1-1 0,1 1 1,2 1 24,-1 1 0,1 1 0,1 0 0,1 0 0,1 1 0,2 0 1,2 0 16,-1 6 1,2 1-1,1 1 1,2-1-1,2-1 1,2-4-77,-2 2 0,2-4 1,2 0-1,2 7 51,-1 6 0,-1 7 0,1 4 0,4 0 1,8-3-1,9-7-7,18 3 1,13-6 0,6-3 0,-3 2-43,-7 3 0,0 0 0,2-2 0,7-4-25,2-13 1,3-4-1,5-2 1,4-3 0,2-2 71,-3-7 1,5-2-1,3-2 1,2-2 0,-1-1-1,-2-1 1,-3 0-87,1 2 0,-5-1 0,0-1 0,5-1 0,9 0 81,-17-3 0,6 0 0,4-1 0,5 1 0,2-1 0,3 0 0,0 0 0,1 0 0,0-1 0,-2 1 0,-2-2 0,-3 0 0,-5 0 0,-4-1-14,9 0 0,-6 0 1,-5-2-1,0 0 1,1 0-1,3-1 0,7 0 7,-7 0 0,5 0 0,4-1 0,3 1 0,2-1 0,1 0 0,1-1 0,-1 0 0,-2 0 0,-2 0 0,-3 0 0,-5-1 0,-5 0-57,11-2 1,-8 1-1,-4-2 1,0 0 0,3-1-1,6-1 76,-6 0 0,4-1 1,5-1-1,1-1 0,3-1 1,0 0-1,-1 0 0,-1 0 1,-3 0-1,-3 1 0,-5 0-30,9-1 0,-8 1 0,-2 0 0,0 0 0,3-3 0,9-3-4,-16 3 1,6-1 0,3-3 0,4-1 0,2-1 0,2 0 0,0-2-1,0 1 1,-1-1 0,-1 1 0,-3 0 0,-4 2 0,-3 0 0,-6 2-7,13-6 1,-8 4 0,-5-1-1,0 1 1,3-3 0,7-5-4,-12 7 0,4-3 0,3-2 1,3-2-1,2-1 0,1-1 1,0 0-1,-1 0 0,-1-1 0,-3 1 1,-2 1-1,-5 1 0,-4 1-4,11-8 0,-7 1 1,-4 1-1,-2-1 0,0-1 1,4-2-1,-2 2 0,2 0 0,2-2 0,0 0 1,-2-2-1,-2-1 0,-4-2 0,-6-1-13,-3-5 0,-5-4 0,-3-2 0,-4 0 0,-1 1 0,-3 1 0,0 5 6,3-10 0,-2 5 1,-5 0-1,-7-4-13,-8 3 1,-5-5 0,-5-1-1,-3 1 1,-2 5 0,-1 9-10,-10-1 0,-3 10 0,-9-3-20,6 8 1,-6-3 0,-5-2 0,-2 0 0,-1 2 0,3 2 0,4 3 9,-5-2 0,5 4 0,-2 1 0,-11-2-99,14 8 1,-6-1-1,-4-1 1,-4-1-1,-3 0 1,-1 0-1,-1 1 1,2 1-1,1 1 1,3 1-1,5 4-150,-7-1 1,4 2-1,2 3 1,1 1 0,0 0-1,-2 0 1,-3-2 120,1 0 0,-1-1 0,-1 0 0,-2-1 0,0 1 1,-1 1-1,0 0 0,1 2 0,1 2-1059,-7 2 0,-1 2 0,-1 2 0,0 1 1,2 0-1,3 1 0,4 0 0,5 0 1138,-8 0 1,7 0 0,2 1 0,-3 0 0,-5 0 0,-6 1 0,1 0 0,7 0 0,15 0 0,-8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4A67-A749-BC20-CD88-C48988A81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4EDAF-6A54-FFD1-F572-B16950E7A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FCD3D-E778-F566-32BB-189C3451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60B6B-98AA-A1A8-F5C0-7EEBADBA6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54C0-F9E3-10E6-259C-F0088BE6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1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CA63-2BC4-FC24-696B-37FFCC316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7DA0-1548-1530-3FD5-996BE310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BD187-BDF0-5411-2D7A-3C6398EE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005A4-13F1-B137-113C-DAF45CD1B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8C225-A431-CE29-94EA-FD99C139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31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64E5-1914-505D-FE39-882FE0DBE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C94FF-EEB9-B240-0FEB-AC3FC17FE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2ACF3-6BF1-5C96-1CCB-B29C66517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1CDFD-CFE5-0F80-5B86-19A561FA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2EDD1-6292-493B-297C-469132AEA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5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1C1F2-2E06-2917-8E8B-7768B0F6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4348A-6356-6905-21D6-8DE933A30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7B4D0-5063-9E6D-842A-CEA047EBA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C0224-C9AD-7ED9-E245-2F3E0B3C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266DE-033A-F921-403F-938528D4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50730-0F00-4725-E5B6-A453322A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41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1ADA-779D-400C-5173-A562C1621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7DA45-DBC9-8B0B-8CA4-980AB6323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710DC-C360-8B62-C86D-8A5C2953D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7B612-1FCC-561F-CA96-779451DA5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C99C3-B40A-24B8-B604-2396077C0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42D18-C724-808F-D338-3B49EA20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EB77-7BB4-BEBC-74B3-626446CD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C0370B-F53B-BD37-C9AD-12FB38E0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5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047C4-6980-A86E-5B08-F99C02C68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3CC72F-5A4E-30F7-9A41-B69F8D50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A8B31-31A9-7C71-5F02-60651FD4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F2AEB-88D6-8800-6392-87DD39CD2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FF2ECB-5E5A-67BD-026D-1E803946F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B4746-0719-F99F-1AC0-43C9BB3F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8E79E-C4D7-7782-AF9F-E0D163E6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94AE-8216-D1B3-484C-DDA0C2444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164AC-4DD0-B701-1370-ED7617091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16285-8B17-5761-E908-9CDA1EA17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23849-2599-F668-67F5-28AA4084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9423B-B5F2-2182-A9DE-B69B825C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59E63-BDC3-B86C-19DF-DABE1AC4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1266-9D48-E5F8-9334-A970E881C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F2B21E-3B01-5C68-D8E7-32118FB25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64C08-9154-5FA5-77CB-ED5E16ADC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22958-3E34-B0CE-224A-BC134CA74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C9AC7-0B13-1964-1C7D-963B1428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D6CE8-B50B-07E1-49DD-E493883E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C3AD-A08D-7FFF-B5EE-DFFAF736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E05BE-A41D-5443-FE5F-DE787D1BC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2FFB2-758F-147A-B90D-F5F83CAF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83B54-E753-5DB1-7D0F-C8986326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9CAFA-2642-6A21-E624-12BF57B0E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3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A15F6B-C0C9-FB9E-C182-0F7D2F3CE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60A7A-6C6B-7D8B-2E70-18B07FD09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8F62B-EB39-1C71-051D-E39E905F5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022D-61B3-1D48-C0BA-E8F1388F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902C2-5E42-BAA9-1945-A5E54939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5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0E3252-8958-165F-242A-07B3EE63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5D87E-9A4E-7A2D-D080-784D748C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7FAB5-2921-7CAF-7CD1-52A141E1B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CAFBB-B503-1A40-8039-67062D0BDE86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EC54C-69D7-11BE-572A-E7C0A79E8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03B75-6B45-9693-5D27-B16042DCC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D8875-88DB-514D-972A-B8D72079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2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background with text&#10;&#10;AI-generated content may be incorrect.">
            <a:extLst>
              <a:ext uri="{FF2B5EF4-FFF2-40B4-BE49-F238E27FC236}">
                <a16:creationId xmlns:a16="http://schemas.microsoft.com/office/drawing/2014/main" id="{977D844A-B2C8-C7FE-1F8E-7494549C22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F0AAAF-6573-1ABC-33A6-BDD092042867}"/>
                  </a:ext>
                </a:extLst>
              </p14:cNvPr>
              <p14:cNvContentPartPr/>
              <p14:nvPr/>
            </p14:nvContentPartPr>
            <p14:xfrm>
              <a:off x="605160" y="1934640"/>
              <a:ext cx="1890720" cy="175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F0AAAF-6573-1ABC-33A6-BDD0920428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5800" y="1925280"/>
                <a:ext cx="1909440" cy="177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94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7614E0F-4B85-2AE5-553C-192E6A852F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DCF95E-8D50-B38C-8FD8-B10763433654}"/>
                  </a:ext>
                </a:extLst>
              </p14:cNvPr>
              <p14:cNvContentPartPr/>
              <p14:nvPr/>
            </p14:nvContentPartPr>
            <p14:xfrm>
              <a:off x="110160" y="563040"/>
              <a:ext cx="8560800" cy="3373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DCF95E-8D50-B38C-8FD8-B107634336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00" y="553680"/>
                <a:ext cx="8579520" cy="339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8823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69F9D-F65B-02DE-8D0C-513AE870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5CD62E-BAE7-124A-267A-4BAED9EE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65885E4-1FB9-C11B-B129-C5E1105A14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47B5FD-16D3-FA4F-0585-498BFC40979B}"/>
                  </a:ext>
                </a:extLst>
              </p14:cNvPr>
              <p14:cNvContentPartPr/>
              <p14:nvPr/>
            </p14:nvContentPartPr>
            <p14:xfrm>
              <a:off x="626400" y="700200"/>
              <a:ext cx="8164080" cy="4683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47B5FD-16D3-FA4F-0585-498BFC4097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040" y="690840"/>
                <a:ext cx="8182800" cy="470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818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9C4F0-6450-DAF1-600E-6C87C7D2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AD50C4-4FAE-D138-61D9-ACC769649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FAFEF80-5184-90CA-ABA9-116BAE9223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EF677F0-B503-0E8E-70F7-D16B8084986A}"/>
                  </a:ext>
                </a:extLst>
              </p14:cNvPr>
              <p14:cNvContentPartPr/>
              <p14:nvPr/>
            </p14:nvContentPartPr>
            <p14:xfrm>
              <a:off x="1098000" y="599760"/>
              <a:ext cx="9774720" cy="5996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EF677F0-B503-0E8E-70F7-D16B808498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8640" y="590400"/>
                <a:ext cx="9793440" cy="601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666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31D05-8BDF-B83E-49F4-7297E8A6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E61C7-9693-8FC1-76BB-81FC8D4A3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BD012CC-7ABC-2B3F-24D5-DD177AE647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2AC9EE-248D-B44A-9180-C896BBF102C4}"/>
                  </a:ext>
                </a:extLst>
              </p14:cNvPr>
              <p14:cNvContentPartPr/>
              <p14:nvPr/>
            </p14:nvContentPartPr>
            <p14:xfrm>
              <a:off x="2201760" y="283680"/>
              <a:ext cx="9732240" cy="5871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2AC9EE-248D-B44A-9180-C896BBF102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2400" y="274320"/>
                <a:ext cx="9750960" cy="589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987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AD608-A65D-3E21-D12A-9E19AFBE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B08B03B-100E-1C40-5935-66E7F65C3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002FC71-CE19-226C-5FAF-3C6E0F71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6FD689-F143-86FF-F4B9-3778DCFF2851}"/>
                  </a:ext>
                </a:extLst>
              </p14:cNvPr>
              <p14:cNvContentPartPr/>
              <p14:nvPr/>
            </p14:nvContentPartPr>
            <p14:xfrm>
              <a:off x="3946680" y="615960"/>
              <a:ext cx="7959600" cy="610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6FD689-F143-86FF-F4B9-3778DCFF28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7320" y="606600"/>
                <a:ext cx="7978320" cy="611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959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2</cp:revision>
  <dcterms:created xsi:type="dcterms:W3CDTF">2025-11-07T13:16:07Z</dcterms:created>
  <dcterms:modified xsi:type="dcterms:W3CDTF">2025-11-07T15:20:25Z</dcterms:modified>
</cp:coreProperties>
</file>