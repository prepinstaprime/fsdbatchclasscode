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/>
    <p:restoredTop sz="94682"/>
  </p:normalViewPr>
  <p:slideViewPr>
    <p:cSldViewPr snapToGrid="0">
      <p:cViewPr varScale="1">
        <p:scale>
          <a:sx n="126" d="100"/>
          <a:sy n="126" d="100"/>
        </p:scale>
        <p:origin x="232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9T13:38:53.18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2961 2458 10707,'1'-37'4915,"-1"1"0,1-9-3946,-1 2 0,0 0 28,0 6-314,-1 10-307,0 11-287,1 9-55,0 9 27,0 11-16,1 14 28,0 14-34,0 12-11,-4 6-1699,1-21 1,-1-1 1686,-2 13-42,-2 13 60,2-33 78,-1 0 180,0-13 16,0-10-140,0-13 3287,-1-11-3399,-2-16-17,1-15 0,2-13-139,4 25 1,1-3 118,0-12 1,1-1-416,1 16 0,0 0 407,1-12 1,2 1-12,5-1 11,7-7 11,15 4 84,-7 22 128,18 2 368,-7 23-388,13 12-53,7 15-6,-25-3 0,0 3-109,2 5 0,0 3-28,0 4 1,-1 1-66,-2 3 0,-1 2-134,-1 0 1,-2 1-169,-2-1 1,-1 0-247,0-3 0,-1 0-466,-1-4 1,1-1-1303,-1-6 0,0-1 1560,12 10 1,-16-20-1,-11-12 1</inkml:trace>
  <inkml:trace contextRef="#ctx0" brushRef="#br0" timeOffset="188">3107 2408 20716,'23'-46'-6,"0"1"1,4 2-1,3 9-318,22 20-666,-17 7 0,1-1 990,5 2 0,-1 0 0,4 0 0,-4 1 0</inkml:trace>
  <inkml:trace contextRef="#ctx0" brushRef="#br0" timeOffset="1684">3749 2118 23073,'-3'0'3461,"1"0"-2464,2 0-975,3-22-188,16 23 174,-1-17 145,25 36-330,-5 5-23,8 11-42,-7 5-54,-12 2-52,-13 0 153,-18-7 3,-9-8-37,-10-10 484,-6-10-61,9-8 77,-4-10-45,12-7-80,0-9-28,6-4-100,3 0-119,12-4-92,6 7 76,7 4-64,17 5 28,6 7-218,-4 3 0,2 0-286,19-1-433,-4 3 0,-1 0 127,-5 1-612,-4 1 0,0-1-3378,3-2 1530,4-2 5206,-20-4 2287,-21 1-1621,-12 0 1326,-16 0-231,-9-1-2364,0-1-253,-1-1-532,10 4-296,6 4-216,3 1-253,4 3 98,1 1 862,6 4-74,23 17-278,-7-5-94,17 14-166,-8-4 122,5 11-49,-6 0 106,-6 4-855,-19-18 192,-14-1 979,-10-9 301,-14-2-50,-4-4-53,-4-11-162,16 1 87,2-12-173,17 4-604,6-5-352,20-5 269,0 7 230,26-5 205,14 6 94,-8 4-317,-13 4 0,3 1-11,-1 4 0,1 0-304,0-1 0,2 1-297,9 1 1,-1-1-1013,-10 2 0,-2 0-954,20-1-452,-24 0 1,-2 0 2009,1-1 2337,4-6 397,-26 1 5173,-8-13-4664,-4 4-1448,0-4-441,-1 6 1281,-4-2-1622,-1 2-745,-5-3-406,1 9 223,-13 8 1446,-10 15 578,1-1-36,-5 9-42,4 8 3,10-2-257,-1 5-705,17 5 0,8-20 0,19 18-942,3-23 15,16 2 240,7-15 568,-2-15 482,-4-5-52,-15-4 369,-6-8-78,-12 14 117,4-13-719,-5 10 0,-1 4 0,-2 2-9,-4 11-733,0 2 30,-3 6 689,-3 11-4,-1 4-19,1 8-70,10 0-281,13-2-102,4-5 434,9-7 1,4-3 339,7-1-761,12-1 1,3-3 492,-23-6 0,-1-2 103,14-2 1,-3-2 232,5-8 462,-3-21 43,-27 14-389,8-28-371,-20 18-235,1-14-186,-6 18 797,0-6-1000,-1 19 51,0-4-12,-1 17 157,-1 10 356,0 27 152,0-5 4,1 28 46,1-16-142,9 10-276,8-5-196,10-8 59,6-11 44,1-14 163,-8-11 227,14-25 198,-12-6 72,13-18 184,-13 5-36,-10 9 138,-3-3-366,-9 20-241,-1-2-209,-5 18-336,-3 13 240,-4 17 29,-3 17 130,4-17 1,2 3-476,0 7 1,2 3 393,4 6 0,2 3-203,1-12 1,1 1-1,1-1-810,3 10 1,1 3 1175,-2-9 0,2 5 0,-1-2 0,-1-8 0,-2-8 0,0-3 0,3 27 0,1-1 0</inkml:trace>
  <inkml:trace contextRef="#ctx0" brushRef="#br0" timeOffset="2851">7228 1923 22535,'0'-6'4040,"0"1"-3644,0 5 1694,-22-63-2708,10 44 300,-1-16 0,-2 5-164,4 30 1527,3 7-152,1 7-44,2 9-338,3 5-1040,4 4 897,6-3-144,11 1-73,-5-13-1201,9-2 170,-11-12 1135,3-4 662,-4-8 256,0-10-225,0-8-381,1-13-567,-3 12 0,0-7 0,-4 18 0,-1 1 0,-2 8 0,-9 9 0,1 4 0,-15 12 0,2 5 0,-3 13 0,6 6-6453,11 12 5499,8-12 0,2-9 0,-1-19 0</inkml:trace>
  <inkml:trace contextRef="#ctx0" brushRef="#br0" timeOffset="3193">7355 2155 29536,'-4'0'3231,"1"0"-3231,3 0 0,-31 18 0,26-8 0,-18 21 0,37-13 0,12 7 0,-7-9 0,14-2-46,-15-12 5,4-2-68,-4-8 305,-6-4-196,-1-5 0,-10-7 0,-6 9 0,-14-7 0,-6 13-450,-16-1-369,9 5-27,2 3 704,18 2-44,6 5-1354,6 5 1542,13 7 0,-8-6 0,8 0 0</inkml:trace>
  <inkml:trace contextRef="#ctx0" brushRef="#br0" timeOffset="3734">2402 3362 7939,'-44'9'1222,"1"1"1,0-1-1,-5 1 1,7-1-971,-1 0 546,38-8 75,11 2 808,18-1-343,24 0-683,4-5 1,7-2-1111,-18 1 1,2-1 0,1-1 512,2 0 0,1-1 0,5-1 20,5-2 0,5-1 1,2-1-1,-2 1-49,-9 1 1,-1 1-1,1-1 1,4 0-407,-4 1 0,4-1 1,2-1-1,1 1 1,1 0-1,-2 0 399,0 1 1,0-1-1,0 1 1,0 0-1,1 1 1,1-1-272,-4 1 1,1 0 0,0 1 0,1-1 0,1 1-1,0-1 1,0 1 255,-4 1 1,0 0 0,1-1 0,0 1-1,0 0 1,1 0 0,-1 1 0,1-1-156,2 1 0,0-1 0,1 1 0,0 0 1,0 0-1,-1 0 0,-2 1 0,0-1 150,-3 1 1,-2 0-1,0 0 1,-2 1-1,2-1 1,1 1-1,3 0-41,-2 0 0,3 0 0,2 0 0,1 0 0,1 0 0,-1 0 0,-2 0 0,-2 1 0,-3 0 45,6 0 1,-4 0-1,-1 0 1,-2 0 0,3 0-1,3 0-1,-4 1 1,3-1 0,2 0-1,0-1 1,1 1 0,-2 1-1,-2-1 1,-2 0 4,1 1 0,-2-1 1,-1 1-1,-2 0 0,-2-1 1,-1 1 109,9 0 0,-3 0 0,-1-1 1,-1 1-110,1-1 0,-1 1 0,-1-1 0,-2 0 227,2 0 0,-3-1 0,-1 1-264,-4-1 0,-2 0 0,-1 0-1487,9-2 1,-8-1 1512,-15-4 0,-22 4 0,-6 2 0</inkml:trace>
  <inkml:trace contextRef="#ctx0" brushRef="#br0" timeOffset="6900">5214 4431 14415,'-2'-10'2571,"-3"-30"0,1-5-992,0 12-1058,-1-12 1,1 2 32,2 24-352,0 10-107,2 5-22,7 22-23,-2-4 28,4 16 1,0 7-37,-4-6 0,0 2-302,2 20 1,-1 2 292,-2-1 1,-2 1-32,-1 2 1,-1 2-119,1-14 1,-1 2-1,0-3-178,2 1 0,0 0-2207,2 13 0,3-4 2501,6-4 0,-2-9 0,-3-21 0</inkml:trace>
  <inkml:trace contextRef="#ctx0" brushRef="#br0" timeOffset="9488">4994 4131 14303,'32'-16'162,"-1"1"1,3 0-1,0 5-115,-1 6 1,0 4-706,6-3 0,2 1 674,4 0 1,2-1-455,5-1 0,1 0 466,6-1 0,1 0-30,-17 1 0,2-1 0,0 1-4,3-1 1,2-1-1,0 1-351,3-1 1,1 0 0,0 0 367,3-1 0,1 0 0,1 1-503,2-1 0,0 1 0,1-1 501,-13 2 1,0 0 0,1-1 0,0 1 2,2 0 1,0 0 0,1 0 0,0 0-5,3-1 0,0 1 1,0 0-1,0-1-5,2 1 0,0 0 0,1 0 0,-1 0-304,2 0 0,0 1 1,1-1-1,-1 0 309,1 1 1,0-1-1,0 1 1,0 0-11,0 0 1,1 0-1,-1 1 1,1-1 2,-1 1 1,0-1-1,0 1 1,0 0 3,0 0 1,0 1-1,-1-1 1,0 1 3,0 0 1,0-1 0,-1 1 0,1 0-5,-1 0 1,0-1 0,0 1 0,0 0-6,0-1 0,0 1 0,0-1 0,0 1 2,1-1 1,0 0 0,0 0 0,0 0-1,1-1 1,0 1 0,0-1 0,1 0-3,0 0 0,1 1 0,1-1 0,-1 0 2,-12 0 0,1 1 0,-1-1 1,1 1-1,-1-1 1,1 0 0,1 0 1,-1 1-1,0-1 1,0 0-2,0 0 0,0 0 0,0 0 1,0-1-1,0 1-1,-1 0 0,1-1 0,0 1 0,-1-1 1,1 0-2,-2 1 0,1-1 0,0 1 0,0-1 0,-1 0-10,13-1 0,-1 0 0,0 0 1,0 0 17,0 0 0,-1 0 1,0 0-1,1 0 16,-2 0 0,1 0 0,0 0 0,0 0-15,0 0 1,-1 0 0,1 0 0,-1 0-8,1 0 1,0 1 0,1-1 0,-1 0 2,0 0 1,1 1 0,-1-1 0,1 0-2,0 0 0,-1 0 0,1 1 1,0-1-261,1 0 1,-1 1-1,0-1 1,0 0 255,1 0 0,-1 1 0,1-1 0,-1 0 2,1 0 1,0 1 0,0 0 0,-1 0 51,0 0 0,0 0 1,0 0-1,2 0-49,-5 1 1,2 0 0,0 0 0,-1 1-1,-4-1 1,-4 1 0,-3 0 0,-1 1 0,3-1 2,1 0 0,3 1 0,1-1 0,-2 0 0,-4 1 5,7-1 0,-4 1 0,2-1-1,-6 0 1,3 1 0,0-1-1,-1 1-4,-2-1 1,-1 1-1,0-1 1,0 0-2,14 0 1,0-1-1,-1 1 4,-1-1 0,-1 0 1,0 1 4,0-1 1,-1 1 0,1-1 5,-2 1 1,0-1-1,0 1-2,0-1 1,-1 1 0,1 0-1,-1 0 1,-1-1 0,1 1 5,-1 0 0,0 0 0,0 0 172,0 0 0,-1 1 0,-1-1-172,-1 0 0,0 0 1,0 1 10,-3-1 0,0 0 1,-1 0-20,-2 0 1,0 0 0,-1 0-1,-2 0 1,0-1 0,-1 1 643,21-2 1,-1 0-658,-1 0 1,0 0 2,-1-1 1,-1 1-15,0 0 1,0-1 5,-3 1 0,0 0 14,-2 0 0,0-1 183,-4 1 1,0 0-181,-2-1 0,-1 1-6,-2 0 0,0 0-3,-2 0 1,0-1-1,0 2 1,-1 0-1,-1 0 0,0-1-8,0 2 0,0-1 771,0 1 0,0 0-766,9 0 1,-1 0 497,-16 2 1,0 0-504,10 0 0,-1 0 11,4 1 1001,5 0-990,-12 0 767,-15 1-699,-11 1 5,-8 0 12,-4 0 505,-1 0-500,0 0 0,-1 2 22,0 1 18,0 0 38,0 3 40,0 0-34,0 2-45,0 1-17,0 1-15,-1 1-35,1 2-23,0 2-10,-1 3-18,2 1 18,1 13-18,1-9 40,4 18-28,1-9 0,1 12 11,-1 3-6,-3-16 0,-1 2-28,0 2 1,-1 1-12,1 0 1,-1 1-172,0-1 0,1-1 171,3 24 6,-1-23 0,-1 0-12,3 13 17,-1-14 1,-1 0 16,2 11-28,1 13 1,0-1 7,-2-25 1,-1-1 2,1 12 17,5 15 1,-4-25-1,1 16 0,-2-10 11,-3-3 12,-3-14-12,0-12 455,0-2-175,-1-8 29,-2 1-68,-4-4-213,-2-4-55,-2 0 10,-1-4-22,0 1-11,-9-4-16,-1 3 10,-8-1-5,8 6-12,-8-1-16,3 3-6,-10 0 12,-7 1 30,7 2 0,0 1 14,-20 0-302,9 1 0,-4 1 285,-1 1 1,-1 0-688,-5 1 1,-2 0 682,13-1 1,-2 1 0,3-1 0,-2 1 1,0 0-13,1 1 1,-4 0 0,6 0 8,7-2 1,0 1-306,-7 0 1,-6 2 0,2-1 306,4 0 1,2-1 0,1 0 9,-12 2 0,-2 1-2,4-2 0,-4 1 0,0-1 0,3 0 0,0-1 1,1 0-438,7-1 0,2 0 0,-3 0 434,-2 0 1,-3 0 0,-2 0 0,-1 0-5,5 0 0,-1 0 0,-1-1 0,-1 1 0,-1-1 2,-4 1 0,-1 0 1,0 0-1,-2 0 1,-1 0-290,4 0 1,-2 0-1,-1 0 1,1 0 0,1-1-1,3 1 296,-10 0 0,4-1 0,1 1 0,-1-1-4,-2 1 0,0-1 0,1 0 0,2 0-112,7 0 0,3-1 0,-1 0 0,-4 1 114,4-1 0,-4 1 0,-1-1 0,-2 1 0,1 0 0,3 0-195,-5 0 0,2 0 1,1 0-1,-1 0 0,-1 0 196,3-1 0,-1 1 0,-2 0 0,2 1 0,2-2 1,3 1-34,-4 0 0,3 0 0,2 0 1,-2 0 33,-8 1 0,-1 0 0,-2 0 0,-2 0-2,13 0 0,-2-1 0,-2 1 0,1 0 0,1-1 1,3 0-4,-10 2 1,4-1 0,1 0 0,-4 0 4,0 0 1,-3 1 0,-1-1 0,1 1 0,2-1-21,9 0 0,1-1 0,0 0 0,0 0 0,-1 1-1,-5-1 1,-1 1 0,0 0 0,-1 1 0,1-2 18,0 1 1,0 0 0,0 0 0,0 0 0,-1-1-70,5 1 0,-3 0 0,-1-1 0,3 1 0,2-1 0,6 0 71,-8 0 0,8 0 0,-6 0 54,6 0 0,-5 0 0,-2 0 0,0 1 0,0-1-48,1 0 1,-1 0 0,0 0 0,0 0 0,0 0-4,-2 0 0,1 0 1,-2 0-1,1 0 0,-2 0-70,6 0 1,-2 0 0,-1 0-1,1-1 1,3 1 0,2-1 66,-2 0 0,4 0 0,0-1 0,-3 1-5,-3 0 1,-5 0-1,0 0 1,1 0-1,3 0 19,4 0 1,3-1 0,1 0-1,-5 0-23,-2 1 0,-4 0 0,-1-1 0,0 1 0,3 0 3,-3-1 1,1 1-1,3-1 1,1 0 3,-5 1 0,2-1 0,0 0-2,7 0 0,-1 0 0,-1 0 0,0 0 66,0 0 0,-1 0 1,0 0-1,0-1-68,-1 1 1,0 0-1,-1 0 1,-1 0-1,-6 1 1,-3 0-1,2-1 1,5 0 3,4 0 0,4 0 0,0 0-6,-10 1 1,-2-1 0,3 1 127,11-1 0,2 0 0,-1 0-120,-10 0 0,-2 1 0,-1-1 1,11 0 1,-3 0-1,1-1 1,2 1 78,-8 0 0,2-1 0,1 1-82,3-1 0,1 0 1,-1 1-13,-4-1 1,0 0 0,6-1 551,9 0 0,1 0-544,-15 1 1,-6-1-1,7 0 9,19 0 0,1 0-11,-13-1 1,-6 1 0,8 0 1,-14-1 6,-3 1 0,-1 0 0,28-1 0,2 0 0,-15 0 0,1 0 654,11 0 0,3 0-637,-27-1-12,10-1-10,8-1 5,13 1 1001,-6-2-989,15 3 2533,-6-1-2556,12 1 698,4 1-698,5 0 276,1 0 116,2 0-392,0 0-34,-2-1 28,-2 0 11,-2-1 23,-2 0-17,0 1-5,2 0-18,-6-1-16,2 2 11,-8 0 28,-2 1 11,-1 0 40,1 1 21,3-1 40,5-1-5,4 0-57,1-1-33,2 0-6,-5-3-17,2-1-10,-8-1 4,-2 1 29,-4 0-6,3 2 12,-11-3-12,15 3 62,-14-5-12,16 3-21,-4-3-7,7 2 1,3 1 22,1 1 17,0-1 5,1 1 17,-3-5 28,-3-2 23,-5-7-23,-4-7-61,-3-14-51,3-16-382,11 21 0,1-2 349,-2-25-144,7 13 1,4 1-406,9-14-1174,-2 19 0,2 2 1745,13-6 0,-8 21 0,-5 13 0</inkml:trace>
  <inkml:trace contextRef="#ctx0" brushRef="#br0" timeOffset="10100">6083 4811 19574,'0'-11'1772,"0"-26"1,0-4-669,-1 10-768,1-10 0,-1 3-40,0 20-279,-1 10-123,1 12 128,1 12-5,0 18-6,0 17-17,1-17 1,1 1-341,0 4 0,0 1-391,2 3 1,2 2 736,1 6 0,0-3 0,1 5 0,2-4 0</inkml:trace>
  <inkml:trace contextRef="#ctx0" brushRef="#br0" timeOffset="10544">6996 4582 19686,'2'-49'1076,"-1"-1"1,1 0 0,1-3 0,-2 2-677,-1-2 1,-2 4-241,0-3 289,-2-2-12,0 19-370,1 18-153,2 10 64,2 43 44,4 16-15,-2-11 1,0 8 0,-1-3-477,1 3 1,0 1 460,-1 4 1,0 5 0,-1-2-486,-1-14 1,0-2 0,1 2 284,-1 11 1,0 2-1,1 0-461,0-1 1,0 0 0,2 0-2609,3 5 0,0 2 0,1-6 2438,-1 0 0,1-5 0,1-1 0,0-10 0,-4-26 0</inkml:trace>
  <inkml:trace contextRef="#ctx0" brushRef="#br0" timeOffset="11145">7859 4632 15619,'-7'-6'2156,"1"2"468,6 4-2024,0 0 343,33 5-808,-20 0 518,23 5-311,-31-1 1402,-8-1-1385,-14-1-270,2-3 63,-16-6-18,8-7-38,-5-9 16,1-26-56,12-3-40,3-3 12,14 1-16,8 12-18,-1 7-39,19 3 12,-5 21 21,6 4 7,12 14-1,-1 14-5,-15-6 0,0 3-252,-2 4 1,-3 4 253,-4 1 1,-6 2-15,-6 3 1,-7 1-17,-9 3 0,-8-1-26,-8 4 1,-5-2-322,-6 2 1,-5-3 402,10-12 0,-2-1 0,1-2 22,-7 2 0,1-5 28,-1-2 1,4-7 10,0-10 96,7-22-40,31-18-106,9-2 0,27-5-28,0 21 6,20 1-29,-11 13 1,2 2-77,-13 1 1,0 0 5,25 1 1,1 1-488,-23 4 1,-1 0 162,0 0 0,1 0-1521,4 2 0,-2 0 1242,9 0 1,-17 0 0,-21-3 0</inkml:trace>
  <inkml:trace contextRef="#ctx0" brushRef="#br0" timeOffset="11384">8726 4240 24284,'-8'-49'741,"0"1"1,1 5-1,2 10-730,5 25 40,5 18-29,5 19-28,8 31-1187,-7-15 1,-1 3 1189,-2-4 1,-1 2 2,-2-1 0,-2 3 0,-1-1-40,-3 15 1,-2 3-142,0-18 1,-2 4-1,0 0 1,1-4-28,-1-2 1,0-3 0,-1 3-1415,0 2 1,-1 4-1,0-1 1,2-7 1621,2-1 0,0-4 0,-1 8 0,1-5 0,3-13 0</inkml:trace>
  <inkml:trace contextRef="#ctx0" brushRef="#br0" timeOffset="12021">9492 4628 11620,'-6'1'6732,"0"0"-3567,-9-62-2627,9 32-847,-4-18 1,1-2 549,6 11-54,2 7 1,2-1 506,14-22-560,6 2-100,7 9-9,-2 24 0,2 4-14,5 1 0,1 4 1,3 3 13,-2 7 0,-1 3-36,2 3 0,-1 2 8,0 0 0,-3 3 6,1 13 0,-5 4-20,2 18-48,-12-10 1,-5 1 80,-13-4 1,-5 0-3,-6-1 0,-2-1 9,-17 15 33,-13-3 184,2-18-88,8-6 996,-6-12-873,24-17 40,-3-11-130,11-8 264,3 3-332,7-6-5,10 4-67,5 2-23,12 4-16,4 14-6,9 9 0,9 11-111,-22-1 0,-1 3 111,2 3 0,-2 2-9,-3 2 1,-4 0 14,9 23-6,-23-1-17,-26 0-45,-21-2-300,12-21 1,-4-2 78,-3-1 0,-2-2-678,-2-2 1,-1-2 960,-5-3 0,2-3 0,-5 2 0,6-6 0</inkml:trace>
  <inkml:trace contextRef="#ctx0" brushRef="#br0" timeOffset="12451">10641 4237 18141,'14'-50'1141,"-1"0"0,1-1 1,-3 6-1,1 1 1,-3 6-285,3-21-291,-5 17 170,-3 16-675,-1 13 43,-2 15-93,2 18 0,1 24 9,-1-8 0,-1 5-690,0 10 1,0 5 672,-3-11 1,-1 2 0,0 1-6,-1 6 0,-2 0 0,1 2-54,-2 2 0,-1 1 0,0 0-172,1 0 0,0 1 1,1-1-393,0-3 0,1 0 0,1-1-1613,3-3 0,1 0 0,1-3 2233,2 15 0,1-8 0,1 0 0,-3-38 0</inkml:trace>
  <inkml:trace contextRef="#ctx0" brushRef="#br0" timeOffset="13186">11901 4118 18453,'0'-6'4694,"0"1"-3047,0 5-1563,-82-22-28,33 46-559,-9-17 1,0 7 521,25 21 1,7 8-3,-1-1 0,3 2-12,3-1 1,4 0-6,4-3 0,3-2 117,6-5 1,5-1-95,14 18-1,16-13-16,12-14 83,5-11 68,-2-13 23,4-20-113,-18 2 129,6-20 23,-22 9 724,-1-9-798,-8 0 51,-14-3-173,0 19-23,-11 3 11,-4 20-37,-7 14 1,-2 4-8,-10 4 10,9-1 1,1 3-185,3 12-4244,11 11 3628,7-9-2213,26 8 3036,23-23 0,-15-7 0,5-6 0</inkml:trace>
  <inkml:trace contextRef="#ctx0" brushRef="#br0" timeOffset="13443">12430 3850 18296,'0'-38'2820,"0"1"1,0 0-2188,0-6 0,0 2 140,-2 16-420,2 2-258,-2 12-95,0 17 11,2 6 28,-1 26-5,2 16-17,0-13 0,-2 7-851,0-4 0,0 7 0,-2 1 0,1-5 834,0-3 0,0-4 0,0 5-21,-3 12 0,0 6 0,-1 0 0,0-9-613,0-1 0,-1-3 320,1 4 1,-2 5-1,3 0-2963,3-4 0,2-1 0,1-1 3255,-1-6 0,2 0 1,-1-2-1,2 14 0,2-8 1,3-15-1</inkml:trace>
  <inkml:trace contextRef="#ctx0" brushRef="#br0" timeOffset="14062">13313 4259 13077,'6'0'7449,"-1"0"-6654,24-28 1,5-12-1254,-7-6 706,-2 13 0,4-5 0,-7 3 71,-10 1 1,-4 2 635,3-30-535,-12 8-184,-15 13-108,-33 15-88,-10 20-173,27 7 1,0 3 137,-3 8 1,0 6 2,2 7 1,2 3-6,5-7 0,0 4-9,-8 19 0,6 2-10,9 12 7,6-24 1,3 1-31,11 25-1,25-12 35,-3-11-4,5-17 1,4-7 69,7-13-27,6-3 758,-7-23-713,-9-6 19,-8 4 0,-1-1 42,13-21-21,-5 2 66,-7 13 651,-9 14-785,-3 5 41,-3 7-92,-6 10 28,0 16-6,-3 10-33,0 8 17,-4 20-6,0-19 0,1 2-489,-1 4 0,1 2 200,-1 11 1,2 1-314,2-6 0,2-2 131,1-10 1,3 1-2628,10 10 1,4-3 3097,9 0 0,5 4 0,-17-35 0</inkml:trace>
  <inkml:trace contextRef="#ctx0" brushRef="#br0" timeOffset="14313">14053 3980 20845,'4'-43'1280,"-1"1"0,1-1 0,1-13 0,-2 7-771,-1 11-279,-2 17-185,0 13 5,0 15-44,0 4 50,0 41-28,0 11-640,0-10 1,0 5 616,0 3 1,-1 3-579,0-16 0,1 1 0,-2 1 543,1 3 0,-1 0 0,1 1-131,-1 0 1,1 0 0,0 1-444,1-2 1,0 1 0,0-3-838,2 8 0,2-2 1441,1-11 0,1 0 0,0-7 0,1 4 0,6 15 0</inkml:trace>
  <inkml:trace contextRef="#ctx0" brushRef="#br0" timeOffset="15397">15247 3818 15261,'1'-3'6082,"0"0"-3824,-1 3-2040,-19-8-5,1 11-22,-21-6-12,2 16-34,-7-2-21,-7 1-24,-2-2 1,2-2-17,8-3 6,11-1-12,12-2-44,7 2-12,6 1 1,1 2 5,3 3 0,0 4 0,3 4 5,-1 5 18,1 5-17,-1 4 11,1 3 22,0-1-22,0-1-12,1-6 6,0-5 29,1-7 88,0-7 208,0-4 79,2-4-208,0-6-157,1-5-22,2-9-39,3-2-22,5 0-18,5 3 18,8 6 5,9 5-23,8 7-10,4 10 16,0 9 17,0 9 39,-4 6-28,-6 3-16,-10 0-1,-14-3-28,-16-4-27,-15-3-124,-15-5-341,-12-5-892,-9-7-3382,-6-8 4800,7-5 0,19 1 0,14-1 0</inkml:trace>
  <inkml:trace contextRef="#ctx0" brushRef="#br0" timeOffset="15710">15827 3466 23019,'0'-6'2610,"0"1"-1664,0 5-929,-12-22 0,10 36 28,-12 21-34,10 10 0,3 9-951,-2-7 0,-1 2 0,0 1 943,0 5 1,-1 1 0,0 1-23,0 2 0,0 0 1,1 1-121,-1 0 1,2 0 0,-1 0-260,1-3 0,1 0 1,0 0-1870,1 2 1,1-1 0,0-3 2266,1 4 0,1-6 0,0-8 0,-1-7 0,2-14 0</inkml:trace>
  <inkml:trace contextRef="#ctx0" brushRef="#br0" timeOffset="16143">16644 3624 21590,'0'-5'4078,"0"1"-3888,0 4-162,5-15 40,-11 42-1,-2 2-48,-3 6 1,-2 4-312,0 1 0,0 0 309,0 0 0,2-1-17,4-2 0,1-2-11,2 25 44,14-17-3071,17-18 3105,-3-14 40,22-18 33,-6-14 22,13-13-71,-26 13 1,-1 0 17,-1 1 1,0-1 181,22-20-207,-19 17 61,-2 3-111,-19 18 3199,2 5-3205,-1 13-11,0 18-23,-1 0 1,0 4-23,-1 2 0,0-1-143,1 3 0,-1 0-476,-1 4 1,0 0 14,-1 2 0,1-3 0,0 17 1,0-4-1</inkml:trace>
  <inkml:trace contextRef="#ctx0" brushRef="#br0" timeOffset="20633">6536 6351 17199,'0'-6'5316,"0"1"-4107,0 5-531,-36-60-331,16 45-272,-5-18 1,-1 8 3,1 37-46,-4 12-16,-1 14-6,-1 11-5,6 5-1,9 2-5,12-4 0,17-8 17,13-9-6,11-13 73,4-12 73,-1-16-33,-4-14 44,-4-15 73,-7-10-65,-14 15 1,-2-1-77,1-12 80,-7-15-29,-10 24-45,-4-4-33,-6 7-17,-3 8-50,0 8-57,-1 7-44,1 7-157,0 10-549,3 8-2991,4 9 2944,6 1 0,4-9 0,3-7 0</inkml:trace>
  <inkml:trace contextRef="#ctx0" brushRef="#br0" timeOffset="21134">8038 6091 11972,'0'-12'3551,"-3"-29"0,-2-5-493,1 5-2632,-1-9 0,0 2 78,2 14 530,1 14-967,2 10 363,0 9-407,3 13 1231,4 14-1232,7 34-490,-5-11 451,-3-6 0,-2 2-213,-2-9 1,-2 2-4687,-1 21 1,0 0 3903,0-20 1,0-2-1,-1 1 1,0-7 0,1-19-1</inkml:trace>
  <inkml:trace contextRef="#ctx0" brushRef="#br0" timeOffset="21810">9785 5959 25450,'12'-6'532,"-2"0"-420,-11 7-45,1 0 0,-2 0 39,0 0 23,-3 1 28,-4-1 22,-7-4-134,5-2 33,-6-11 12,7-2-17,2-15-62,3 5-11,6-1-6,6 9-27,4 8-12,10 3 23,7 4-23,18 17 34,-13-1 44,16 23-50,-24 1-33,-2 12-1657,-20-12 0,-5-1 1679,-7 16-17,-9-10 0,-7-1-387,-1-9 1,-3-1 403,-8 7 0,-2 0-166,1-5 1,0-3 252,6-8 0,2-3 92,-11 0-17,17-27 2714,15-9-2842,5-6 5,17-15-11,-2 19-33,26-19 27,-16 27-39,37-4 40,-30 18-107,34 11-740,-13 10-4064,-10-3 1,-1 1 3558,11 5 1,-5-1-1,-36-20 1</inkml:trace>
  <inkml:trace contextRef="#ctx0" brushRef="#br0" timeOffset="22495">11424 5866 4984,'7'6'6716,"-2"-1"-3142,-5-5-415,0 0-1294,-29-61-1686,22 37 19,-9-23 1,5-1 803,19 11-946,7-13-39,2 22 3343,17 2-3371,-5 16 11,6-1-23,16 19 35,-11 10-7,-10-2 1,-2 4-45,14 26 16,-13-3 6,-17-7 1,-4 2-368,-11 18 375,-4-15 1,-4-1 11,-5-8 0,-4-2 2,-2-3 1,-2-3 41,-1-3 1,-1-3 25,-7 2 118,-3-8-6,20-18-11,2-6 61,5-14 260,7 1-394,5-4-73,1 12 11,8 2-3397,8 6 3358,-2 3 5,15 2-5,1 11 0,13 7 0,5 11-5,-1 10 5,-10 5-84,-18 17-34,-24-8 23,-13-3-440,-21-18 0,-6-6 2823,-2-1-3577,-6-2 1,0-3-1742,8-8 3030,-15 0 0,35-6 0,2-1 0</inkml:trace>
  <inkml:trace contextRef="#ctx0" brushRef="#br0" timeOffset="23146">13221 5720 21836,'8'-59'1191,"0"-1"1,0 2-1,-2 14-978,-5 34-224,2 0-51,-3 13 124,0 11-28,0 2 22,-5 34-34,-2-6-16,-2 12 2,3-22 0,0-1-2,1 9-12,-2 12 1,9-26-1,2-15 185,14-12-16,8-18 27,22-16-61,-7 1 2,-13 8 1,1-1 11,-2 1 0,-1 0-79,-1 1 1,-1 1 19,22-20-62,-25 24-33,-8 10 11,-7 8 17,4 17-1,-3-3 7,14 39-57,-8-9-31,-3-10 1,1 2-418,-2-2 1,0 0-1096,3 2 0,0 1-3339,3 0 1,1-2 3353,9 15 0,-6-19 0,-13-23 0</inkml:trace>
  <inkml:trace contextRef="#ctx0" brushRef="#br0" timeOffset="23937">15117 5367 24682,'-5'-45'453,"0"0"1,0 4 0,0 10-347,2 25-102,-1 4-16,-3 7 33,-8 6 1,-11 11-18,-11 8 29,-7 3-17,-3-1-6,7-7 39,10-9 113,14-8 78,8-6-90,6-4-62,2-2-21,1-3-40,1 1-12,0 2-66,0 3 56,-1 9-1,1 3 6,1 10-5,0 3-12,1 2 34,-1 3-11,-2 0 0,1-2 0,-6-2-6,0-6 45,-3-6 62,2-6 117,3-5 6,2-2-118,2-5-84,3-6-50,5-6 5,4-5 1,6 0-12,4 4 11,2 5-22,1 5 11,2 6 17,1 9-16,2 6-7,2 12 23,-2 6-22,-5 6-17,-9 1-51,-10 0-179,-18-1-425,-10-3-914,-14-6-2610,-4-8 4218,6-9 0,12-7 0,10-3 0</inkml:trace>
  <inkml:trace contextRef="#ctx0" brushRef="#br0" timeOffset="24176">15219 5189 26021,'41'-18'-176,"0"-1"1,-1 2-1,-2 1 176,12 0 0,-22 8 0,3-1 0</inkml:trace>
  <inkml:trace contextRef="#ctx0" brushRef="#br0" timeOffset="24744">17021 5350 23635,'11'-51'1015,"0"0"1,-1 6 0,-6 9-753,-10 17-190,-7 11-68,-7 11 6,-12 14 6,-11 20-20,15-9 1,1 3-416,-3 6 1,1 2 406,1 4 0,2 2 0,3 2 0,4 0-3,5 0 0,4 0-14,5-1 0,8 0 30,12 4 1,6-2-9,-7-16 1,5-3-281,23 9 1,3-7 318,-10-15-84,1-11 1,-1-7 145,-9-19 62,7-17 17,-15-1 748,-8 1-776,-11 5 598,-11 4-739,-23 5-10,3 11-96,1 7 0,-4 4-683,4 4 0,-2 4 148,-15 2 1,0 0 0,-5 4 0,2 2 0</inkml:trace>
  <inkml:trace contextRef="#ctx0" brushRef="#br0" timeOffset="28095">7468 3268 15989,'0'-4'2279,"1"0"96,-1 4-1574,15-6-168,-15 25-83,2 9-332,-14 3 0,-6 3-681,-8 9 0,-4 1 532,4-9 0,-2 1 0,-2 0-10,-5 5 1,-3 1 0,-1 1-571,5-7 0,0-1 1,-1 2-1,-1 0 564,-2 2 0,-1 1 1,-1 0-1,0 0-453,-3 3 0,1 0 0,-1 1 1,0 0 438,8-7 0,-1 0 0,1 1 0,-1-1 1,0 1-322,-1 2 0,0-1 1,0 1-1,-1 0 0,1 0 307,-2 2 1,0-1 0,0 2 0,0-1 0,-1 0-163,-1 2 1,-1 1-1,0-1 1,0 1 0,0 0 164,5-7 0,0 1 0,0-1 0,-1 1 0,0 0 0,0 0-48,-1 1 1,0 0 0,0 0-1,-1 0 1,0 0 0,0 0 44,-1 1 0,0-1 0,0 0 1,0 1-1,0-1 0,1 0-29,0-1 1,0 0 0,1 0-1,-1-1 1,1 0 0,1 0 45,-5 5 1,0-1-1,1-1 1,1 0-1,1-2 143,-3 4 1,1-2 0,2-1 0,3-2-166,-2 0 1,3-1 0,4-4-46,2-1 0,5-6 1265,6-3-1677,28-23-2677,19-20 3114,9-7 0,-9 4 0,-8 7 0</inkml:trace>
  <inkml:trace contextRef="#ctx0" brushRef="#br0" timeOffset="29233">5189 9147 15821,'-15'-55'2363,"0"0"1,1 6 0,1 7-1417,-1 7-505,4 16-358,4 11-50,3 15 55,2 13-16,-1 21-34,1-11 0,0 3-416,-1 9 0,0 3 385,0 8 0,-1 3-25,0 7 1,-1 1-145,1-18 1,0 0-1,0 0-964,0 0 0,0 0 0,0-1 1125,0 1 0,0 0 0,1-4 0,0-4 0,-1-4 0,2 21 0</inkml:trace>
  <inkml:trace contextRef="#ctx0" brushRef="#br0" timeOffset="30884">5026 8938 13816,'-3'-3'1131,"0"2"-683,3 1-167,88-22-186,-44 15-532,-2-2 1,9-1 0,-4 2 495,-5 3 0,0 1 39,15-3 0,3 0-39,-17 2 1,2-1 0,1 0-503,5-1 0,1-1 0,1 0 476,8-1 1,1-2 0,2 1-504,-11 1 0,2-1 1,0 0-1,2 0 491,-8 1 0,1 0 1,0 0-1,1 0 0,1 0-350,4-1 1,0 0-1,1 0 1,1 0 0,0 0 356,-6 1 1,0 0 0,0 0 0,1 0 0,0 0 0,1 0-150,2 0 1,1-1 0,0 1-1,0-1 1,1 1 0,0 0 166,2-1 1,1 0 0,0 1-1,0-1 1,1 1 0,0-1-64,-8 2 0,1 0 1,0 0-1,0 0 0,0 0 1,1 0-1,-1 0 60,1 1 0,1-1 0,-1 0 1,1 0-1,0 1 0,-1-1 0,1 1-34,0 0 1,0-1-1,1 1 1,-1 0 0,0 0-1,1 0 1,-1 1 25,1-1 0,0 0 0,-1 0 1,1 0-1,0 0 0,0 1 0,0-1-2,0 0 0,0 1 0,0-1 0,0 1 0,0-1 0,0 1 0,0 0-9,1-1 0,-1 1 0,1 0 0,0 0 0,0-1 0,0 1 0,0 0-12,0 0 0,1 0 0,-1-1 0,0 1 0,1 0 0,-1 0 0,1 0-10,0 0 0,0 0 1,1 0-1,-1 0 1,0 0-1,1 0 1,-1 1 1,1-1 1,-1 0 0,1 0 0,0 0 0,0 0-1,0 0 1,0 1 2,0-1 0,0 0 0,1 0 1,-1 0-1,1 1 0,-1-1 1,1 0-2,0 0 0,0 1 1,0-1-1,1 0 1,-1 0-1,0 0 0,1 1 6,0-1 0,-1 0 0,1 0 0,0 0 0,0 0 0,0 0 0,0 0 0,-7 1 1,0-1 0,-1 1-1,1 0 1,0 0 0,0 0-1,-1 0 1,1 0 5,0 0 1,-1 0 0,1 0 0,0 0 0,-1 0 0,1 0 0,-1 1 0,1-1-3,7-1 1,1 1 0,-1 0 0,0-1 0,1 1 0,-1 0 0,-1 0-11,0 0 0,0 0 1,0 0-1,-1 0 1,0 0-1,0 1 1,0-1-2,-1 0 1,-1 0-1,1 1 1,-1-1 0,0 0-1,-1 0 1,1 1 1,-3-1 0,0 1 0,0-1 1,0 1-1,0 0 0,-1-1 0,0 1 0,7-2 1,0 1-1,-1 0 1,0 0 0,0 0-1,-1-1 2,-2 1 0,0 0 1,-1 0-1,0 0 1,0 0-1,-1 0 19,-1 0 0,-1 0 0,0 0 1,0 0-1,-1 0 0,0 0-12,8-1 1,-1 0 0,0 0 0,1 0 0,0 0-5,-4 0 0,2 0 0,1 0 1,-1 0-1,-3 1 0,-2-1-7,6 0 1,-4 0 0,-1 0-1,3 0-2,1 0 1,4 0-1,0-1 1,-2 1-1,-5 0 10,10-1 0,-6 1 0,3-1 76,-6 1 1,1 0 0,1 0-1,-1 0-75,-2 0 0,-2 0 0,1 0 0,-2 0 1,-2 1 1,0-1-1,-1 1 1,-1 0 4,13-2 1,-2 0-1,-1 0 296,-6 0 1,0 1-1,-2 0-262,-6 0 0,-1 0 1,-2 0 51,13-2 0,-3 0 6,-8 0 0,-2 0 727,-7 1 0,-3-1-716,20-5 2034,-13 3-2079,-14 2 2129,-11 4-2162,-8 2 912,-5 2-1080,-1 0 513,-1 6-250,-2 1-56,-2 9-28,-3 4-39,-1 6-6,-1 10 23,-2 24-34,4-15-273,2-8 1,2 1 267,2 21-4,0-19 1,2 4-9,1 14 0,2 1-359,-1-18 0,0 1 379,4 20 0,2 0-3,-2-18 0,1-1 2,2 13 1,1 2 3,0-1 0,-1 2-3,-2-12 1,0 1 0,-1-3-532,1 2 0,-2 0 544,1 16 1,-2-2 19,-2-24 1,-2-2-24,-2 7 0,-2 1 85,-5 1 0,-2-3-34,0-9 0,-3-2 120,-14 24-100,-5-14 653,1-15-712,5-7 1,-2-2-2074,-26 7 2048,0-5 2,24-10 1,-3-2-237,-10 2 0,-1-1 239,8-1 1,-3 0-8,-11 2 0,-6 0 0,5-1-1,12-1 1,0-1-152,-11 3 1,-7 0-1,0 0 133,3 0 1,0 1 0,2-1-251,7-1 0,1 0 1,-2 0 249,-2 1 0,-5 0 0,1 1 0,3-1 6,0 1 0,2-1 0,-4 1 3,5-1 1,-5 0 0,-1 1 0,1 0 0,3-1 316,-12 3 0,4-2 1,-4 1-311,11-1 1,-4-1-1,-1 2 1,-1-1 0,2-1-299,2 0 0,1 1 0,-1-1 0,2-1 0,0 1 296,-3 0 0,1 0 0,0 0 0,-4 1-2,-3 0 0,-5 0 0,-1 1 0,1-1 0,4 0-56,4-1 1,4-1 0,0 1 0,-5-1 48,4 1 0,-5 0 0,-2 0 0,0 0 0,0 0 1,2 0-166,-5 0 1,1 0 0,2 1 0,-2-1 0,-1 0 178,2 0 0,-1 0 0,-2 1 1,1-1-1,2 0 0,4-1-115,-6 1 1,5 0-1,0-1 1,-2 1 111,3 0 1,-3-1-1,0 1 1,1-1 0,2 1 2,-4 0 1,2-1-1,0 1 1,-3 0-9,3-1 0,-1 2 0,-2-1 0,0 0 0,0 0-4,2 0 1,0 0-1,1 0 1,-2 0-1,-1 0 6,3 0 1,-1 0 0,-1 0-1,-1 0 1,2 1 0,1-2-47,-4 1 1,2 0 0,1 0-1,-2 0 1,-3 0 50,8 0 1,-3-1-1,-1 1 1,-2 0 0,1 0-1,1-1 1,1 1-14,-4 0 0,0-1 0,1 1 0,1-1 1,1 1-1,1-1 8,-3 0 0,2 1 0,0-1 0,-1 1 1,-2-1-18,7 0 1,-3 0 0,-2 0 0,0 0 0,2 0 0,4-1 0,6 0-18,-13 1 0,8 0 0,-6-1 28,10 0 0,-6 0 0,-3 1 0,0 0 0,2-1 0,4 0 41,-5 1 0,5-2 0,0 1 1,-5 0-40,5 0 1,-3 0 0,-3 1 0,0-1 0,1 0-1,2 0-56,-4 1 1,2-1-1,0 0 1,1 1 0,1-1 67,1 0 0,2-1 0,0 1 0,0 0 0,-2-1 1,-4 2 0,-3-1 0,0 1 0,4-1 0,5-1 160,1 1 0,5-2 1,-4 1-167,0 0 1,-5 0-1,-2 1 1,-1-1-1,4 0-8,-4-1 1,3 1-1,-1-1 1,1 0-11,-3 0 1,-1 0 0,0 0-1,1 0 9,4 0 0,0-1 0,0 1 0,-2-1-31,7 0 0,-3 0 1,1-1-1,2 1 0,5-1 180,0 0 1,5 0 0,-4-1-163,-12 2 1,-6-1-1,-1 0 1,3 0 13,-5-1 0,3 0 0,2-1 271,9 1 1,2 0-1,-4-1-292,-3 0 1,-4 0-1,1 0 1,6-1-35,-9 0 1,3-1 31,3 0 1,-4 0 0,6 0 10,4-1 0,1 0-15,2 0 1,-2-1 0,5 1 22,8 1 0,0 0-47,-15-2 1,-7 0 0,6 1 87,5 1 0,1 0-106,2 0 0,-2-1 0,3 1 20,2 1 1,2 0 850,-7 1 0,1-1-887,11 1 0,0 0 28,-16 0 0,-1 0 67,11 0 0,1 0 8,-4-1 1,2 0 17,-7 0 1085,-4-5-1057,4 0-34,-1-1-1,-6-1-10,13 2-12,10 2 1430,-6-1-1363,1-3 1293,0-3-1080,-3-4 555,13-4-577,4-6-73,4-12-84,8 2-22,7-2 0,3-5-560,6 8 1,2-2 346,2-17 0,4-2-322,4 7 0,1 3-863,-3 9 1,1 2 1324,1 0 0,-3 5 0,-2 7 0,-2 2 0</inkml:trace>
  <inkml:trace contextRef="#ctx0" brushRef="#br0" timeOffset="31844">6802 9591 20603,'-3'-47'894,"0"1"1,-1 0 0,0-17 0,2 10-347,4 11-30,1 17-451,0 12-189,-2 9 38,1 15 216,1 15-98,2 26-45,-1 2-817,-3 0 0,0 3-1752,-1-13 1,0 0 1969,2 15 0,0-6 1,-3-9-1,2-29 0</inkml:trace>
  <inkml:trace contextRef="#ctx0" brushRef="#br0" timeOffset="32350">8702 9195 11804,'7'-56'1004,"0"0"0,1 0 0,-1 0 0,-1 5 0,0-1 1,-1 3-1,-1 3-245,-2-17 0,-3 5-266,0 8 0,-2 4 311,-1 10 1,0 3-374,-2-9 184,3 21-727,1 20 450,1 23-271,0 29-33,1-9 0,0 6-293,0-7 1,1 4 0,-2 1 267,1 8 1,-2 3-1,0 2-383,0-10 1,0 2 0,-1 0 0,-1 1 363,0 4 0,-1 0 0,-1 1 1,1 1-512,-1 1 1,-1 1 0,1-1 0,0 1 226,0-1 0,1 0 0,0-1 0,2 0-729,1-3 1,2 0 0,0-2 0,2-1 1022,2 6 0,2-2 0,0-6 0,2 1 0,1-7 0,5 1 0</inkml:trace>
  <inkml:trace contextRef="#ctx0" brushRef="#br0" timeOffset="33004">9866 9056 14766,'4'5'1439,"-1"-1"1303,-3-4-1431,0 0-310,48-11-833,-35 8 588,36-8-481,-48 11 1400,-8 0-1641,-7 3 16,-14-1 12,-7 1-1,-4-3 40,3-7 39,7-8 39,7-19-134,11 7-28,9-14-34,15 16-5,11-1-1,11 8 12,4 8-11,1 12 22,-2 11 11,-2 15-11,-5 13 11,-8 9-8,-18-14 0,-5 0-20,-5 17-283,-10-13 1,-4 0 287,-2-10 1,-3-2 5,-6 9 1,-3-1 44,-7 0 1,0-3-10,14-11 1,0-2 67,-4-2 0,2-6 87,6-15-51,0-9-21,9-11-46,7-7-5,18-9-57,7 7 1,9 2 576,11 11-615,-3 12-12,14 1-227,-9 12 0,2 4-353,-9-3 1,1 1-1650,11 6 0,1 1 2274,-10-2 0,-4-2 0,5 2 0,-6-3 0</inkml:trace>
  <inkml:trace contextRef="#ctx0" brushRef="#br0" timeOffset="33361">11170 8295 17496,'-1'-5'4985,"1"1"-2431,0 4-2694,-13-38 162,8 37 202,-17 12-491,15 32 315,1-1 1,0 8 0,1-4-577,1-8 0,0 3 558,0 5 1,0 10 0,0 1 0,0-4-827,-1-3 0,1-2 1,0 1 800,-1 10 1,0 3 0,0-1-1,-1-2 1,-1 0-1,1 1-144,1 3 1,0-1 0,1-1-15,0-10 0,-1-2 0,3 4-1132,0 4 0,2 6 0,1-2 0,0-9-421,2-4 1,1-3 1460,0 3 0,2 4 1,-1-10-1,1-3 1,1-4-1</inkml:trace>
  <inkml:trace contextRef="#ctx0" brushRef="#br0" timeOffset="35128">6534 9574 22526,'-2'-31'33,"1"7"-77,1 24-18,-1 0 129,-1 3 180,-2 1 83,-3 4 174,-1-1 168,-1-3-364,3-1 330,-1-9-374,3-6-107,-1-13-101,4-11-28,17-17-11,-4 14-28,19-11 11,-8 25 5,5 1-16,-2 9-11,-1 8 10,2 11 29,1 11-17,1 15-17,-3 12-5,-9 11-116,-12-22 0,-4 2 135,-6 5 0,-5 0-364,-5 5 1,-5 0 354,-7 2 1,-4 0 11,-2-1 0,-2-3 11,1-5 1,0-3 2,5-6 0,1-4 165,-19 6-73,23-15 141,6-11-208,16-7-22,5-9-6,13-6 0,17-11-14,-6 12 0,3 0-230,6-1 0,2 0 241,4 1 1,2 2-310,0 0 0,2 2 119,-1 2 0,2 1-606,0 1 1,2 2 787,7 0 0,-4 1 0,8 0 0,-4 2 0</inkml:trace>
  <inkml:trace contextRef="#ctx0" brushRef="#br0" timeOffset="35835">9743 9433 10998,'-5'-2'6218,"1"0"10,4 2-5959,-6-25-151,9 15 173,11-29-196,2 28 95,24-9-16,-6 9-34,26-2-129,-17 6-3,-11 4 1,0 3 2,10 10-28,11 9 17,-2 13 12,-6 10-7,-8 4 23,-13 3 90,-20-2 27,-25-2-61,-24-4-73,3-18 1,-2-4-352,11-4 1,0-3 260,-15 4 1,-1-3-499,-11-2-4339,18-6 1,1-1 4851,-14 1 0,13-4 1,29-1-1</inkml:trace>
  <inkml:trace contextRef="#ctx0" brushRef="#br0" timeOffset="36862">12307 8807 16958,'11'-48'2132,"0"-1"0,-1 5 1,-2 8-1473,-4 12-301,-2 11-387,-1 7-79,-2 11 180,-4 16 6,-8 21-71,2-10 0,-1 2-451,-4 7 1,0 0 470,-2 4 0,-1-1-22,3-1 0,0-1 5,4-11 0,1 0-1536,3 9 0,3-4 1547,3-7 146,8 15 151,8-38-39,11-12-117,11-15 44,9-16 63,-19 14 0,-1-1-192,0-2 1,0 0-6,-1 0 0,0 1 3259,19-17-3287,-7 10-45,-9 12-17,-7 11-5,-4 11-12,-1 11 505,2 14-415,-2 14-72,-3 9-29,-7 8-624,-3 3 58,-6 2-817,-1-1-2124,0-5 3552,7-10 0,0-21 0,3-12 0</inkml:trace>
  <inkml:trace contextRef="#ctx0" brushRef="#br0" timeOffset="37227">13795 8052 15322,'-3'-5'6234,"0"1"-4984,3 4-293,19-84-986,-10 47 345,2-13 1,-1 4 257,-5 26-585,-4 12 133,0 11-49,-4 25 39,-2 16-90,0-6 1,-2 5-586,-2 7 0,-1 3 570,2-11 1,-2 3 0,1 0-521,-3 9 0,0 1 0,0 1 515,2-9 1,-1 0 0,1 1 0,-1 1-464,0 3 0,0 1 0,0 1 1,0-1 460,0 2 0,1-1 0,-1 1 0,2 0-26,1 0 1,0 1 0,1-1 0,0 0-347,2-2 1,0 0 0,1 0 0,2-1-189,2-2 0,1-1 0,1-1 0,2 0 560,3 14 0,3 0 0,0-8 0,-1-4 0,1-6 0,2-9 0,0 0 0</inkml:trace>
  <inkml:trace contextRef="#ctx0" brushRef="#br0" timeOffset="40160">12738 8436 8668,'0'-6'7624,"0"2"-3317,0 4-4156,-25-43-34,1 42 96,-33-20-67,15 49-381,8-2 0,-4 5 414,8-4 1,-2 2-1,0 2-815,-1 1 0,0 1 1,-1 2 672,-4 6 0,-1 2 1,3 0-20,8-6 1,2-1 0,2 0-255,-8 17 1,4-1 249,7-2 0,4 0 2,5-4 1,5 0 16,5-3 1,5-2 50,5-4 0,4-1-133,6-4 1,5-3 162,5-4 1,5-3-23,4-4 1,3-5 5,3-3 0,0-5 39,-1-5 1,-1-5 4,-5-3 1,-2-4 19,-5-4 1,-4-3 745,15-28-712,-16-6-56,-10-6 1696,-11-3-1678,-10 1-74,-7 5-28,-12 6-6,-7 7-39,-10 8-11,-7 11-5,-7 9-40,-4 11-39,0 10 635,7 7-619,11 7 462,13 4-473,10 1 1,9-1 16,8-1 434,13-4-338,10-4-23,6-7 22,33-6 29,-10-8-253,-12 0 0,0-2 186,24-9-1,-16 1 11,-14 7 1,0 0-17,7 0 11,14-2 0,-20 9-5,-6 9-7,-5 9 7,-3 12 10,-4 8 388,-6 5-415,-4 2 44,-12 4 12,-13-1-20,3-21 0,-5-1-331,-6 1 0,-2-2 331,-6 1 0,-3-2-9,-3-1 1,-2-2-3,-1-2 0,1-4 17,1-2 0,3-3 8,-20 1-30,1-23 30,33-10 11,-2-23-16,20-15-266,11 25 1,4-2 244,3-4 1,3-2-462,5-2 0,3 0 451,3-3 0,3 0 13,3 0 1,1 0 8,2-1 0,0 1-6,0 1 1,0 0-1,-2 4 0,0 0 6,-3 4 0,1 2-6,-3 3 1,-1 3 201,-2 3 0,-1 2-221,13-15 62,-9 10-6,-8 11 461,-8 10-495,-6 6 686,-2 4-793,-12 14 287,-6 9-208,-16 22 8,13-15 1,-1 2-439,-3 7 0,0 1 430,-1 5 0,-1 2 11,0 3 1,-1 1 8,0 2 0,0-1-1,6-10 1,0 0-3,-8 14 0,2 0 5,11-19 1,1 0-14,-5 13 0,3 0-103,9-13 0,2-2 105,4 24 6,13-10 6,13-10 44,14-12 52,14-12-7,10-15-45,-29-4 1,1-4 16,-1-3 0,0-5-1482,1-9 0,-2-2 1499,8-13-22,-19 8 0,-4-1-25,-7-13 42,-2-12 16,-11 6-11,-9 8 507,-13 10-597,-8 10-22,-9 9-44,-5 10 98,15 10 1,-1 4-114,-3 4 0,0 3-134,-1 2 0,2 3 834,1 2 0,4 2-613,-10 19 0,19-19 0,9-3 0</inkml:trace>
  <inkml:trace contextRef="#ctx0" brushRef="#br0" timeOffset="41746">14832 8657 17540,'21'-59'1267,"0"-1"1,-2 12 0,-5 4-694,-9 9 1,-3 4 19,-2-6-169,-6-11-223,-8 26-157,-12 13-34,0 10-22,-22 19 44,-1 16-532,10-2 1,-1 3 489,6-2 1,2 1 2,-3 7 1,3 1-102,10-10 0,5 0 87,5-4 1,3 0-21,2 19 46,19-15 95,13-15 89,15-17 1138,10-18-1113,-22 0 1,0-3-3,1-4 0,0-4-231,-1-3 0,-1-1 152,-2-1 0,-1-2 17,-3 2 1,-2 0-12,-4 3 0,-1 2 89,4-18-49,-8 15-96,-6 14-96,-3 9 24,0 10 580,-2 11-631,-1 16 28,-2 18-6,0 15-355,1-26 1,1 1 278,0 2 1,1 0-253,1 2 1,0-1-732,1 1 1,0 0-2387,1-1 1,0 0 3461,1-5 0,0-4 0,1 11 0,-1-20 0</inkml:trace>
  <inkml:trace contextRef="#ctx0" brushRef="#br0" timeOffset="42213">15678 8548 16567,'10'-59'893,"0"0"1,-1 0 0,1 0 0,-1 6 0,-1 0 0,0 2 0,-3 6-466,-1-5 1,-3 6-138,0 6 1,-2 3 774,0-15-977,-1 22 40,0 17-190,2 24 122,-1 25-47,1-3 0,0 4-741,-2 16 0,-1 2 732,2-6 1,-3 3 2,0-6 1,-3 5-1,0 1 1,-1-3-2,-2 4 1,0-3-1,-2 4-442,0 2 0,-1 4 0,0 1 0,-1-3 238,2-8 1,0-3 0,0 1 0,0-2-667,-2 15 1,2-2 0,0-1-1887,4-5 1,1-1 0,1-4 2306,3 11 1,2-8-1,2 10 1,3-35 0</inkml:trace>
  <inkml:trace contextRef="#ctx0" brushRef="#br0" timeOffset="42850">16873 8191 24637,'-3'-7'807,"-2"1"-650,-6 8-107,-14 2-22,-21 2-11,16-1 0,-3 0-247,-2 1 1,0 1 240,2-1 0,3 0-28,-18 6 103,19-3-136,13-2-23,10-3 39,4 1 23,0 2 6,0 5 400,0 6-344,-1 8-7,-1 6-10,-1 6-6,-1 2-6,0 1-5,2-5 6,1-4 16,1-8 6,0-7 61,1-7 392,0-5 107,1-3 235,0-2-610,0-7-169,0-3-27,1-8-34,6-8-6,0 8-16,13-7 5,6 11 17,11-1-28,7 6-45,10 10 57,-16 6-18,11 15-16,-22 5 10,-1 9 18,-13 3-17,-16-1-79,-16 0-397,-15 0-1401,-12-3 1916,-8-7 0,23-12 0,3-8 0</inkml:trace>
  <inkml:trace contextRef="#ctx0" brushRef="#br0" timeOffset="43379">17374 8001 18055,'6'-58'1231,"0"0"0,-1 0 0,1 9 1,-1 3-1,-2 7 125,-3-8-1389,0 35-67,0 2 150,-1 51 12,1-4-31,-1 5 1,-1 9 0,0-2-1089,0-7 1,-1 3 1060,0-3 0,-1 7 1,-1 2-1,0-1 3,-2-1 0,-1 1 0,0-1 0,0-1-4,-1 6 1,0-1 0,0 3-367,-2 0 0,0 4 1,-1 0-1,1-6 273,2-6 1,1-3-1,0 1-599,-1 15 0,1 4 0,1-6-278,0 0 1,1-3 966,4 9 0,0-9 0,2-27 0,0 5 0</inkml:trace>
  <inkml:trace contextRef="#ctx0" brushRef="#br0" timeOffset="43810">17900 7984 25018,'-5'43'106,"-1"0"0,-3 13 1,-2 0-1335,2-17 0,0 0 1242,-2 7 1,0-2-10,1 13 654,3-7-648,2 2 493,3-20 140,6-16-84,6-18-240,13-14-52,10-15 29,6-9 1142,-6 6-1330,-11 10 1,1 1 2,4-4-6,6-5-62,-10 16 1,-6 12-6,3 12-33,-2 5-56,8 41-3359,-12 2 3403,-5-23 1,0 4-102,-4 19 1,-3 1-787,0-12 1,0 1-400,-1 0 0,1 3 0,0-3 1292,0 8 0,1-5 0,-2-15 0,1-3 0,1 4 0</inkml:trace>
  <inkml:trace contextRef="#ctx0" brushRef="#br0" timeOffset="46250">6981 11355 20005,'11'-51'2263,"-1"0"0,0 3-1778,0 7 1,1-7-1,-2 9-781,1 0 542,1-4 480,-6 22-698,-4 15 106,0 3-128,-1 17 16,0 33-11,0-4-3,-5 15 1,0 2-288,1-29 0,-1 1 271,-1 8 1,-1 4 0,0-1-38,-1 5 0,1-1-34,2-1 1,0-2 217,0-6 1,3-2-1131,2 6-242,0-29 225,0-3-1944,1-26-3607,2-17 3227,-1 3 2627,1-16 0,-2 33 0,1-5 0</inkml:trace>
  <inkml:trace contextRef="#ctx0" brushRef="#br0" timeOffset="46829">7076 11167 23623,'15'-41'623,"1"0"1,0 1 0,-7 15-612,-10 25 32,-3 7 35,-5 9 5,-6 13 5,-8 14-10,-4 14-285,11-23 1,0 1 233,0 3 0,0 0-22,2-6 0,1 0 16,-4 15 0,0 0-19,8-16 0,1 0 2,-3 11 1,3 1 0,10 12 67,15-12 67,15-14-51,2-14 45,0-13 1,3-5 55,20-15-383,-15 3 1,0-5 290,-9-3 0,-3-4-6,-1-3 1,-4-2-57,-6 6 1,-2-3 66,3-18 1,-5-3-48,-7 13 0,-3-2-6,3-15 1,-4-1-1,-7 11 1,-4 1-9,-2 4 0,-2 2-3,-11-18-74,2 22 1,-1 4 50,-9-4-10,-13-7 443,6 22-471,0 10-79,-3 11-95,1 12-269,3 17-974,7 15-1266,19-17 0,2 2 2705,-2 26 0,8-18 0,2-19 0</inkml:trace>
  <inkml:trace contextRef="#ctx0" brushRef="#br0" timeOffset="47360">10073 11041 21243,'7'-55'1557,"1"1"0,-2 6 0,-2 4-817,-1-2-231,-2 14-184,-1 12-213,0 10-106,0 7 5,0 13 11,-1 16-16,-2 21-20,0-14 0,-1 2-407,-2 8 0,0 1 320,-1 6 1,-1 1-873,1 3 0,1 1-951,1 1 0,1 0 1924,1-8 0,2-5 0,0 2 0,1-30 0</inkml:trace>
  <inkml:trace contextRef="#ctx0" brushRef="#br0" timeOffset="48017">12347 10715 25096,'8'9'1160,"-2"-3"-690,-4-6-122,0 0-175,-1-1-38,0-2-35,-1-3-38,0-4-12,-5-5-10,0-5-1,-3-8-6,3-6-10,5-4-6,11 1-17,9 2 5,12 7 18,4 9-40,4 9-6,1 11 1,1 12 0,-1 14 5,-4 15 0,-9 11 0,-19-22 0,-3 2-275,-4 2 0,-6 0 295,-7 5 0,-6-1-12,-8 4 1,-6-1-561,-10 4 0,-3-2 557,11-13 1,-1-1 0,-1-1 19,-14 11 1,1-3 33,10-9 0,2-3 47,-8-2-21,28-29 4,24-18 7,14-14-23,18-5-70,-15 21 1,2 2 21,2 0 1,1 3-18,1 3 1,0 2-3,0 2 0,1 4 335,6 5 0,-1 4-526,13 5-372,-16 3 0,-3 3-4249,4 15 4050,2 3 1,-17-10-1,-9-10 1</inkml:trace>
  <inkml:trace contextRef="#ctx0" brushRef="#br0" timeOffset="48663">14405 10608 22462,'17'-52'487,"-1"0"0,1 4 0,1 5-314,0 14 1,1 4 321,9-8-406,17 0 145,-14 22-183,8 3-18,-1 12 1,1 14-12,-15 5 1,-2 4-26,-3-2 0,-3 3-142,0 8 1,-2 0 139,-3 13-46,-18 7 63,-11-14 228,-16 9-198,10-26 0,-1-1 98,-19 9-23,4-7 180,9-16 17,13-11 111,-5-11-195,11-4-68,4-9-100,7 6 78,8-2 301,6 7-407,16-3 24,-7 9-58,31 5-17,-25 7-33,33 12 39,-15 7-17,-13-3 0,1 3-170,-10-2 0,-1 1 187,-2 4 0,-4 0-6,-6 9-3302,-38 16 3291,3-25-655,-17 0 0,-4-1 364,-3-8-421,2-2 1,-3-3 739,10-9 0,2-2 0,-10 3 0,-1-5 0</inkml:trace>
  <inkml:trace contextRef="#ctx0" brushRef="#br0" timeOffset="49279">16409 10317 19776,'2'-10'2693,"10"-31"1,3-6-1831,-2 12-549,3-12 0,-2 3 89,-6 23-241,-5 11-201,-3 9 0,-5 12 67,-6 15 11,-11 18-31,8-15 1,1 1-9,-10 21 0,8-11 0,3 0-6,1 0-8,3 0 0,3-3 14,5-11 45,12 12 39,4-30 39,14-5 0,4-18 12,7-13 22,2-10 11,-2-2-45,-9 3-45,-9 9-11,-9 12-78,-8 9-11,-3 5 11,-1 10 11,2 7-17,4 13-28,0 8-112,0 4-313,1 1-701,4 2 129,1-9 194,20 13 0,-22-30 0,13 7 0</inkml:trace>
  <inkml:trace contextRef="#ctx0" brushRef="#br0" timeOffset="49900">18478 10045 27578,'-38'-30'61,"-6"7"-27,-6 26-29,3 0 23,6-1 0,-1 1-718,-17 4 690,19-1 0,1 0 17,-13 9 200,19-2-234,-2 10 133,17-8-116,-4 8-11,13-8 45,4 3-29,3-6 358,2 2-363,0 1 17,1-1-6,0 7-22,-1-6 11,0 1 11,-1-2-11,0-2 17,-1-1 22,0-4 51,1-2 128,0-3-72,1-1 106,3-9-224,4-4-12,6-8 18,5 1-23,3 2-5,2 6 12,1 4-18,2 3-13,3 9 13,5 6-28,2 11 12,-6 0-1,7 26 17,-18-11-11,0 17-12,-21-11 6,-15-7-27,-15-3-124,-16-4-2900,1-13 0,-1-3 1533,-3 3 1535,7-12 0,7-4 0,25-3 0,-1-7 0</inkml:trace>
  <inkml:trace contextRef="#ctx0" brushRef="#br0" timeOffset="50130">18550 10022 21607,'3'-2'5019,"-1"0"-3608,-2 2-777,64-42-634,-41 28 0,14-9 0,-3 1 0,-21 15 0,-5 2 0,-3 1-225,-2 1-2508,0 1 2733,-2 1 0,0 1 0,0 0 0</inkml:trace>
  <inkml:trace contextRef="#ctx0" brushRef="#br0" timeOffset="71541">2390 13083 15472,'-7'0'3433,"2"0"-348,5 0-2867,0 0 600,2-20-801,9 14 445,20-17-501,19 21-1114,-5 0 1,2 0 989,-14 1 1,0 0-586,17-1 1,1 1-2932,-13-1 0,-1 0-545,22 0 4224,-2-1 0,-45 3 0,-3 0 0</inkml:trace>
  <inkml:trace contextRef="#ctx0" brushRef="#br0" timeOffset="71719">2816 13014 12976,'-5'-1'9011,"0"0"-5532,5 1-3400,-55-14-57,42 12 241,-41 16-184,54 8-1,0 23-11,-4-8 1,0 0-57,-1 13-318,-2 1 1,-1 5-47,0-4 0,2-1-681,0-8 1,1 1 1033,1 0 0,1 2 0,1-8 0,1-1 0,1 15 0</inkml:trace>
  <inkml:trace contextRef="#ctx0" brushRef="#br0" timeOffset="72042">3389 13181 20935,'1'-7'4088,"1"2"-3689,-2 5 614,0 0-1002,-28-50-5,6 50 22,-26-29-22,13 68-12,7-4-1687,10 0 0,2 0 1665,2 5-198,2 5 1,5 1-184,19 2 85,3 9-528,16-33 1,9-8-211,-6-7 0,3-5-2903,21 3 1,2-4 3964,-11-6 0,-4-3 0,17-2 0,-26 1 0</inkml:trace>
  <inkml:trace contextRef="#ctx0" brushRef="#br0" timeOffset="72268">4173 13136 24503,'45'-13'-1967,"0"-1"1,-1 1 0,0 1 0,-2 0 0,-4 4 674,19 5 1,-19 2 0,-27 1 0</inkml:trace>
  <inkml:trace contextRef="#ctx0" brushRef="#br0" timeOffset="72641">4314 13364 26598,'44'-6'-21,"1"-1"0,0 1 0,16-3 0,-7-1-103,-1-13-624,-4-3 670,1-11 78,-17-3 236,-18-2-175,-19 3 193,-12 3-24,-13 4 106,-1 5 117,1 1 349,6 7-382,5 3-105,4 7-315,7 4 0,3 3 0,4 2 0,3 11 0,7 15 0,8 21 0,-7-16 0,0 3-324,0 5 0,-2 2 21,-2 3 1,-2 2-706,-6 1 0,-4 1 1008,-7 5 0,-2-4 0,-3 8 0,-6-10 0</inkml:trace>
  <inkml:trace contextRef="#ctx0" brushRef="#br0" timeOffset="73309">6232 13405 19826,'6'-52'2083,"0"0"1,-4 0 0,-4 6-1608,-6 10-241,-9 6-162,-1 28-51,-5 15-5,-11 14-9,12-6 1,0 4-358,-3 6 0,1 2 346,0 3 1,1 3-1,3 2 0,4 1-11,3-1 0,6 0-3,6-1 1,6-2 2,7-3 0,4-3-9,20 14-8,3-22 1,4-6 18,-10-10 1,1-3 16,15-2 1,1-6 14,-10-8 0,-2-7 10,-2-6 1,-3-6 11,-2-5 0,-4-5-6,-2-5 1,-3-3-485,-3-5 1,-3-3 483,-2 0 1,-3-2 33,-2 3 0,-4 1 22,-4 6 1,-3 2-68,-5 7 0,-5 4 115,-24-16-87,-1 35 0,-4 7-47,-11 3-1,14 10 1,1 6-28,-12 24 5,26-12 0,-1 3-277,-4 7 0,1 3 246,4 3 1,3 3-88,4 0 1,3 2-205,5 1 0,5 0-471,8-1 1,6-1-1552,8-2 1,4-3 2360,4-5 0,1-5 0,11 7 0,-13-17 0</inkml:trace>
  <inkml:trace contextRef="#ctx0" brushRef="#br0" timeOffset="73574">7235 13084 22918,'0'-6'3618,"0"2"-2823,0 4-789,-71-15-1,37 36-2128,-15-4 1,2 6 2105,21 32 11,10-10 1,4 1 244,7-12 1,3-1-285,1 9 0,2 1-109,4-1 0,4-1-367,3-1 1,8-2-2163,8-6 0,8-2 1,-1-3 889,-3-1 1,2-3-1090,21 5 0,0-7 2522,3-14 1,-27-5 0,-2-1 0</inkml:trace>
  <inkml:trace contextRef="#ctx0" brushRef="#br0" timeOffset="73968">7679 13560 19686,'13'-45'1578,"0"1"0,0 0 0,5-15 0,-9 8-402,-18 9-907,1 20 84,-3 5-219,9 14-100,0 0-23,6 26-11,-1-6 5,2 16 1,0 2 0,0 4-12,-1-1 1,0 2 16,-3 12 6,0 9-45,-3-13 56,1-13 50,-1-16 107,1-11-11,1-9-74,0-18-72,1 2-22,8-38-17,-1 24 27,2 1 1,2-1 0,10-7-6,-4 11 1,2 1 10,14-12-28,-1 7-5,7 12 17,-16 13-1,21 0-5,0 21 6,-8-2-29,-4 9 1,-1 4 5,-4 2-64,0 5 0,-2 2-98,-7-3-754,-3 2 1,-2 1-4871,-6 1 5287,0 8 0,-7-26 1,-1-10-1</inkml:trace>
  <inkml:trace contextRef="#ctx0" brushRef="#br0" timeOffset="74201">8518 13087 23959,'-1'-4'3333,"0"1"-2779,1 3-520,33 7-23,-14 7-17,18 23 1,0 9-1883,-9 11 1876,-4-5 1,-1 4-25,-12-9 0,-6 2-594,-5-2 1,-3 3 0,-1-2-979,0 13 1,-2 0 1607,-6-9 0,-2 1 0,0-10 0,-5-1 0,-1-3 0</inkml:trace>
  <inkml:trace contextRef="#ctx0" brushRef="#br0" timeOffset="74545">6043 14283 21647,'58'1'47,"0"-1"0,0 1 1,0-1-1,-1 1 0,-3-2 1,3 1-1,2-1 0,-1 0 1,0-1-1,-2 1 0,-5-1-880,12-1 1,-5 0-1,-1 0 1,5-1 818,-5 1 1,3 1 0,3-1 0,0 0 0,-3 1 0,-4-1-3,4 1 1,-4 0 0,-1 1 0,5-1-55,-9 2 1,3-1 0,2 1 0,-1 0 0,-2 0 0,-3 1-196,2 0 1,-3 0-1,-1 0 1,2 1-129,2-1 1,3 1 0,0-1 0,-2 1 0,-5 1-1362,5 1 0,-4 1 1,-5 0 1753,3 0 0,-8 1 0,-1 3 0,-29-5 0</inkml:trace>
  <inkml:trace contextRef="#ctx0" brushRef="#br0" timeOffset="74821">6414 14618 17540,'-47'10'1286,"0"0"1,0 1 0,-9 0 0,16 0-329,31-4-202,62-13-619,-21 3 0,5-2-1302,21-2 1,9-1-1,-4 0 1226,-6 1 1,5 1-16,-17 1 1,8 1 0,4-2 0,2 1-1,-2 1 1,-5-1-420,6 1 0,-4 0 0,-1 0 0,2 0 383,-3 1 0,1-1 0,0 0 1,2 1-1,-1-1 30,4 0 0,1 0 1,0 0-1,-3 0 0,-4 0-28,8 1 1,-6-1 0,2 1 10,-7-1 1,1 1 0,1 0 0,-4 0-85,6 0 1,-4 1 0,-5 0 99,-10 1 0,-3 0 570,10-1 0,-5 2-614,-12 2 1903,-15 4-3069,-6 1 1699,-7 2 1,3-5 0,-2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9T13:40:58.55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7393 5214 11407,'-1'-9'1504,"-13"-25"0,-9-3-726,-1 17 1,-3 1-1268,-16-20 1,-5 2 994,-6 20 1,-1 8-275,12 4 1,-3 4 43,-6 4 1,-5 5 0,5 0-216,7 0 1,-1 2-19,-2 4 1,-6 2-1,-3 4 1,3 2-23,4 5 0,2 2 0,0 2 0,2-2-383,3-6 1,2 0-1,0 0 1,-1 4 365,-1 6 1,-2 3-1,1 3 1,3 0-1,5-3-440,4 1 1,6-1 0,-1 3 438,-2 2 0,-2 4 0,2 0 0,3-2 0,2-2 1,4-2 0,1 3-266,-3 8 1,2 3-1,4 2 265,4 1 1,5 0 0,0 0-10,1-10 1,0-1 0,4 3-133,5 14 1,5 3-1,9-5 85,13-8 1,9-5 0,0-1 31,-9-6 1,0-1 0,8 0 3,-1-10 0,8 1 0,3 0 0,2-1 1,-1-3-1,-6-4-94,7 1 0,-3-6 1,9 1 154,-6-4 1,9 1 0,5-1 0,3 1 0,-2-2-1,-3-2 1,-7-1-91,1-2 1,-7-3 0,1-1 0,9-1 97,-11-1 1,7-1 0,4 0 0,3-1 0,1 0 0,1-1 0,-3-1 0,-2-1 0,-5 0-127,4-2 1,-4-1 0,-2-2-1,-1 0 1,2-1 0,4 0 125,-2 0 1,3 0-1,2-1 1,0-1-1,1 0 1,-1 0-1,-1-2 1,-4 0-83,8-3 0,-3-1 0,-2-1 0,0-1 0,-1-1 0,-1 0 83,-2 0 0,0-1 0,-2 0 0,0-1 1,0-1-1,-2 0-52,6-4 1,-1 0-1,-2-1 1,0-1-1,-2-1 62,-5 2 0,-1-1 0,-2 0 0,0-1 0,-3-1 114,5-6 1,-3 0 0,-1-2 0,-4 2-128,0-2 0,-3 1 1,-4-3 239,-3-6 1,-3-3 0,-7-2-205,-10-2 0,-7-2 0,-3 0-36,-1-1 0,-3-1 1,-5 0-29,-2 8 0,-3-2 1,-4 2-1,-2 2-28,-3 6 1,-4 2-1,-1 2 1,0 2 85,-5-5 0,0 3 0,-5 0-114,-1 5 0,-3 0 1,-4 1-1,-3 3-101,1 6 1,-5 3-1,-1 1 1,0 2 0,2-1 114,-3-3 0,3 1 1,-3 1-1,-6 2-105,13 6 1,-5 0 0,-4 1 0,-2 1 0,0 1-1,1 1 1,3 0 0,4 2 34,-8 1 0,5 2 1,2 1-1,-2 0 1,-3 1-30,3 0 1,-2 0-1,-3 0 1,0 1-1,0 1 1,2 0-1,2 1-291,-8 2 0,2 1 0,2 1 1,0 1-1,1 1-782,3 1 0,1 1 0,0 1 1,1 0-1,3 0 1192,-4 2 0,2 1 0,2-1 0,5 0 0,2 0 0,5-1 0,4-1 0,7 0 0,0 0 0</inkml:trace>
  <inkml:trace contextRef="#ctx0" brushRef="#br0" timeOffset="484">6959 5635 15395,'-2'-6'2890,"1"2"-1304,1 4-1049,-62-63-402,38 48-77,-18-18 1,-1 10-64,18 38 5,-11 15 5,7 14 6,5 10 23,6-7-23,11-14 0,4-1-5,10 5 56,8 11 100,14-26 174,9-11-140,-5-11 33,-3-9 1,0-5 107,13-15-105,-12 7 1,-3-2 299,5-18-107,-16-1-133,-10 3-113,-14 4-73,-5 5-27,-6 6-63,1 8-133,-8 2-118,8 10-169,-7 1-228,7 12-932,6 9-4614,9 13 5330,10 2 0,-5-15 0,0-10 0</inkml:trace>
  <inkml:trace contextRef="#ctx0" brushRef="#br0" timeOffset="876">8262 5565 23041,'-62'3'48,"1"-1"1,5 2 0,10 8-66,13 39 11,20-2 40,25-4-23,22-6 0,-6-21 0,4-3-378,6-2 0,3-3 431,4-2 1,1-5-231,-1-4 0,0-4 359,-4-4 0,-4-4 53,-5-4 1,-6-4 348,8-27-259,-20-4-112,-21-3-100,-18 3-63,-15 5-38,-10 9-91,-2 10-268,7 14-639,8 14-2038,8 17 3013,4 22 0,11-16 0,3 5 0</inkml:trace>
  <inkml:trace contextRef="#ctx0" brushRef="#br0" timeOffset="1710">7150 6368 23007,'-47'-22'84,"13"17"-84,44 55 23,11 3 10,12-3 57,12-8-23,-17-25 0,2-3-276,3-3 1,3-4 300,5-2 1,1-4-338,5-5 1,2-4 333,2-3 1,1-3-4,-11-2 0,1-2 0,-4 0-30,3 0 0,-2-2 70,8-8 0,-5-1 131,-7-4 321,0-14-489,-19 21 1,-10 0 11,-11 20 310,-2 2-445,-6 3 905,-4 8-894,-12 15 23,7-4-5,-17 18-12,7-7-6,-16 10 6,20-19 1,-2 0 21,-10 2 1,-1-2-6,12-5 0,-1-3 11,-19 4 0,1-5 6,8-4-3,6-4 0,0-3 14,0-10 6,-7-7-6,7-9 17,-1-13-40,13 11 18,-4-9 10,15 19-27,-1 0-57,5 9-111,3 4 123,3 8 5,0 6-5,4 9 5,4 8 23,9 5 22,21 8 1,7-8-309,4-2 302,12-12 18,-5-8-7,-21-5 1,2-2 19,5-6 1,1-3-4,-6 0 1,-2-3-20,-1 0 0,-2-3 59,23-18 11,-19 4-17,2-9-39,-11 1-112,-7-4-84,-8 16-1143,-4-1-5505,-6 18 6816,-3 1 0,2 4 0,-2 1 0</inkml:trace>
  <inkml:trace contextRef="#ctx0" brushRef="#br0" timeOffset="26498">6098 7225 24105,'13'-57'1154,"-3"13"-1042,-20 56 34,-11 17-62,4-3 0,-2 5-28,-6 13 0,-1 5-1031,5-8 1,-1 4 0,0 2 1003,3-5 0,0 1 1,-1 2-1,0 1-12,-1 5 0,-1 2 0,0 1 0,0 1-12,4-7 1,0-1-1,1 2 1,-1 0 0,1 0-14,0 2 0,1 0 0,0 0 0,0 1 0,2-1-361,1 1 1,0-1 0,2 1 0,0 0 0,2-1 240,-1 12 1,2 0-1,2-1 1,2 0-120,4-3 1,1-1-1,4 0 1,2-2-169,2-4 1,3 0 0,2-1 0,3-3-631,2-2 1,3-2-1,3-1 1,1-3 1044,4 0 0,4-2 0,-1-2 0,-3-4 0,8 9 0,-2-6 0,-1-9 0,0 1 0</inkml:trace>
  <inkml:trace contextRef="#ctx0" brushRef="#br0" timeOffset="27076">8910 6983 18476,'-7'-46'1794,"0"1"0,1 4 1,1 7-793,3 12-823,1 10-67,1 7-112,1 7 118,7 15 45,9 27-68,0 13 0,2 5-927,-4-14-1,-2 3 879,-3-7 0,1 5 1,-1 1-1,-3-2-781,-1 5 0,-2-2 0,-2 3 733,1-3 1,-2 3 0,0 1-1,-2 0-19,-2 2 0,-1-1 0,-2 1 0,-4 4-617,-2-5 0,-4 4 1,-3 2-1,0-1 0,-1-2 1,3-4-141,-2 3 1,1-5 0,0-1 0,-4 4 777,1-6 0,-3 5 0,-2 2 0,0-4 0,3-4 0,3-11 0,-2 1 0,2-6 0,-1 1 0,0-1 0</inkml:trace>
  <inkml:trace contextRef="#ctx0" brushRef="#br0" timeOffset="28593">5905 7140 12001,'2'-4'5237,"-1"1"-1596,-1 3-3037,9-35-32,-21 41 50,-12-10-320,-7 27 1,-6 13-962,3-9 0,-2 2 1,-2 1 755,-8 5 0,-3 3 0,-1 1-54,6-6 1,-1 1-1,0 0 1,-2 2-25,8-6 0,-2 2 0,1-1 0,-1 1 0,0 1-498,-1 0 1,0 0-1,-1 0 1,1 1-1,0 0 469,1-1 0,0 0 0,1 0 0,0 0 0,0 0-31,-5 6 1,1-1-1,0 1 1,3-1-278,3-2 1,2-1-1,1 0 1,2 1-113,-5 6 1,2 1 0,3-1-1851,6-5 0,2-1 0,3-1 1976,-2 6 0,5-3 1,-2 4-1,16-23 0</inkml:trace>
  <inkml:trace contextRef="#ctx0" brushRef="#br0" timeOffset="29143">8950 6800 24295,'35'3'188,"0"0"1,7 4 0,2 6-133,9 12 0,2 5-847,-14-7 0,0 1 0,1 1 800,4 2 1,-1 2-1,2 0-472,1 1 1,1 2 0,1 0 462,2 2 0,1 1 0,0-1-45,-12-8 0,1 1 0,0-1 1,0 1-192,1 0 1,0-1 0,0 1 0,0-1-1300,0 1 0,1-1 1,0 0-1,-2-2 1535,8 5 0,-1-1 0,-4-3 0,2 2 0,-5-5 0,6 2 0</inkml:trace>
  <inkml:trace contextRef="#ctx0" brushRef="#br0" timeOffset="30293">12379 4873 16936,'-46'-21'645,"0"0"1,4 7-1,-3 2 1,3 6-391,-2 7 0,-1 6-1056,1-2 0,-5 2 0,1 2 931,2 2 1,0 2 0,-2 4 9,4 0 0,-2 2 0,-1 3 0,1 1 24,-2 6 0,-1 2 0,1 2 0,2-2-377,5-4 1,2-1 0,0 1 0,0 4 298,2 4 0,-1 5 0,0 2 1,3 0-1,5-3-321,1 7 0,5-1 0,-1 2 246,-6 7 0,-1 1 1,6 2-18,8 0 0,5 0 1,6-1-275,5-10 1,5-1 0,6 1 199,7 2 0,6 1 1,5 0-1,3-4 47,4-6 1,3-3 0,4-2 0,4-2-177,4-2 1,4-1 0,4-3 0,2-2 0,0-3 195,-6-5 1,1-3 0,2-3 0,0 0 0,2-2 0,0 0-89,-3 0 1,1-2-1,1 0 1,0-1-1,1-1 1,1 0 0,-1-1 115,4-1 0,1-1 0,0-1 0,1-1 1,-2 0-1,0 0 0,-2-1-67,-1 1 1,-1-1 0,-2 1 0,0-2 0,2-1-1,4-2 96,-4-1 0,5-2 0,1-2 0,2 0 1,-1-1-1,-1 0 0,-3-1 0,-4 0-107,0 0 1,-3-1 0,-3 0 0,0 0 0,1-1 0,2-1 73,-2 2 0,2 0 0,1-1 1,0 0-1,-1-1 0,0-1 0,-3-3 4,7-5 0,0-3 1,-1-2-1,-3 0 1,-3 0-1,-6 3-15,7-5 0,-8 2 0,2-6 56,-2 2 1,3-5-1,1-3 1,-4-2 0,-7 0-48,-9-2 1,-6-3 0,-4 0 0,-1-1 5,0 1 0,-1 0 1,-3 0-1,-4-2 9,-5-5 0,-4-2 0,-4 2 0,-3 5-8,-4 6 1,-3 4 0,-9 0-6,-11 1 0,-11-1 0,-2 3 1,4 5-18,6 7 0,2 5 1,-7-2-30,-3 2 1,-9-1-1,-5-1 1,-2 1-1,2 1 1,3 5-7,3 3 1,2 3 0,1 3-1,-2-1 1,0 0 18,1-1 1,0 0-1,-1 0 1,-2 0 0,0 1-1,-2 2-98,-1 2 0,-4 1 0,-1 2 0,-1 0 0,2 1 0,4 0 0,4 1 54,-4-1 1,6 1 0,0 2-1,-5 0-109,5-1 1,-4 1 0,-3 0-1,-1 1 1,0 2 0,2 0-1,4 2-320,-5 3 0,4 3 0,0 0 0,2 2 0,-1 1-84,1-1 1,0 1 0,0 0 0,0 2 0,2 2-494,-2 3 0,-1 2 0,2 1 0,2 1 1,5 0 1071,-6 9 0,7 1 0,5-4 0,4-4 0,8-5 0,9-4 0</inkml:trace>
  <inkml:trace contextRef="#ctx0" brushRef="#br0" timeOffset="30718">12091 5322 18347,'-51'-10'901,"1"0"1,-10 6 0,5 7-381,3 17-373,15-3 1,2 3-88,8-1 1,4 2-17,-8 22-12,17 1-5,17-12 259,31 7-18,10-20-163,12 1-1069,-9-18 1,1-5 1046,5-3 31,6-9 0,1-5-17,-29 4 0,-3-2 244,11-10 0,-3-1-213,-4-12 47,-24 10 0,-6-1-30,-14-9-40,-17-13 18,-14 23-63,-6 12 342,9 11-588,-10 7-129,25 11-229,-3 10 494,24 13-2992,22 9-168,6-4 3209,23-1 0,-36-27 0,0-4 0</inkml:trace>
  <inkml:trace contextRef="#ctx0" brushRef="#br0" timeOffset="31083">13769 5129 20879,'-55'2'445,"1"0"1,-1 0 0,9-3 0,2 1 0,7 6-435,3 15 1,9 4-52,0 13 35,2 20 22,33-13 22,19-6-6,24-11-273,-20-17 0,1-4 313,5-3 0,1-2 44,0-5 1,-1-3 36,-3-4 0,-2-3 28,-5-4 0,-4-4 147,10-28-55,-19-5-50,-17 0-67,-12 5-68,-12 7-89,-5 9-33,3 11-298,-25 8-240,4 17-301,10 3 1,-2 5 871,-3 7 0,3 3 0,-7 3 0,3 3 0</inkml:trace>
  <inkml:trace contextRef="#ctx0" brushRef="#br0" timeOffset="31502">12355 5958 23467,'-43'9'179,"15"6"-34,53 21 68,11-3-2135,-3-18 1,3-3 2056,19 3-18,-5-8 1,3-6-30,-8-6 0,1-3-45,-6 1 0,2-1 0,0-2-19,2-2 0,1-2 1,-1-1 12,0-1 0,0 0 1,-1-2-1,-2 1 0,-1-1 1,-1 0 29,13-8 1,-4 0-97,-8 3 0,-3 0 253,14-14-56,-22 11-151,-17 10 2438,-8 8-4712,-13 8 72,0 5 1679,-13 7 1,14-5 0,-2 1 0</inkml:trace>
  <inkml:trace contextRef="#ctx0" brushRef="#br0" timeOffset="32340">11809 6594 12847,'0'-4'7343,"0"1"-5259,0 3-1093,-3-60 39,0 39-789,-2-42 157,2 57-365,2 5-105,-3 5 100,-7 11 16,-3 5 40,-10 18 0,-2 4-62,9-15 1,-1 3-591,-7 11 1,-4 6 0,0 3 627,5-6 1,0 2-1,0 2 1,0 0-728,-2 4 0,1 1 0,-1 1 0,1 0 674,-1 1 0,0 1 0,2 0 0,0 1-7,2 2 0,1 2 0,1-1 0,3-1-10,4-8 0,2-1 0,2-1 1,-1 3-276,2-3 0,-1 2 0,0 1 0,3 0 0,2 1 252,2 5 1,3 2-1,2 0 1,2-1-1,1-3-5,3 5 0,3-3 0,1-1 0,2-2 7,-2-1 0,2-1 1,3-1-1,6-3-233,10 0 1,9-2 0,2-3 0,-1-5-1177,5-1 1,-1-6 0,4 1 1261,-4-2 0,3 2 0,-1-2 1,-4-4-1,10 1 0,-8-7 1,9 2-1</inkml:trace>
  <inkml:trace contextRef="#ctx0" brushRef="#br0" timeOffset="32891">14458 6286 19518,'-4'-6'4010,"0"1"-3444,4 5 946,0 0-1472,-13-36-12,29 55 0,2-5-31,9 28 0,2 16-609,-7-13 0,0 3 0,-2 0 613,-2-6 1,-2 0 0,-1 6-5,-3-2 1,-1 6 0,-2 3 0,-1-1 0,-3-2-720,-2 0 1,-3-1-1,-3 0 1,1 3 643,-1 5 1,-1 5-1,-1 1 1,-2-1 0,-2-2-594,-2-7 1,-2-1-1,-1-1 1,-2-1-1,0 1 671,-1 3 0,-3 2 0,0-1 0,1-3 0,1-4 0,-1 3 0,1-4 0,0-2 0,3-6 0,-1 0 0,0 0 0</inkml:trace>
  <inkml:trace contextRef="#ctx0" brushRef="#br0" timeOffset="33509">11622 6694 16353,'15'-51'1680,"1"0"1,-1 5-1,-7 10-918,-13 20-418,-5 12-181,-16 24 5,1 3 0,-5 5-1106,0 1 1,-2 4-1,-2 1 998,1-1 0,-2 1 1,-1 1-1,-1 1-23,-5 6 1,-2 1 0,-1 1 0,-1 0-35,8-7 1,-2 1-1,1 0 1,-1 0-1,1-1-378,-1 1 1,0 0-1,0 0 1,1 0-1,0-1 337,-7 7 0,1 0 0,0 0 1,2-2-126,5-3 1,1-1 0,1 0-1,2-1-1550,-5 8 0,2-2 0,4-1 1713,-6 8 0,7-4 0,11-17 0,5-4 0,-1 2 0</inkml:trace>
  <inkml:trace contextRef="#ctx0" brushRef="#br0" timeOffset="34243">14497 6216 19197,'-35'-43'1079,"0"0"0,4 5 0,7 9-221,18 22-947,6 5 310,4 3-36,14 9 50,21 8-120,-4-3 0,4 2-566,14 4 1,5 0 485,-12-4 1,2 0-1,1 0-407,5 3 0,0 0 0,1 1 383,1 1 0,1 1 0,-1 1-555,0 2 0,-1 1 0,0 1 538,-1 2 0,-1 0 1,3 4-207,-12-5 0,3 2 1,1 2-1,0 0 0,0 0 60,0-1 1,1 1 0,-1-1 0,-1 1-1,-2-2 1,3 2 0,-2-1 0,-2 0 0,-2-3-1,2 1 1,-1-1 0,1 0 0</inkml:trace>
  <inkml:trace contextRef="#ctx0" brushRef="#br0" timeOffset="35425">17328 4702 11670,'-21'-59'2113,"1"1"1,3 11 0,1 5-725,-8-4-392,-18 25-745,4 5-967,-17 22 1,-5 8 767,26-5 0,-1 4-739,-9 6 1,-9 5 0,0 2 0,6-3 763,-2 4 1,-1 3 6,9-3 0,-7 6 0,-2 2 1,3 0-1,7-5-21,-8 10 1,4 3-165,11-7 1,-3 7 0,-1 3 0,4-2 0,6-5 130,0 9 0,6 1-17,5 2 0,0 9 0,3 0 0,5-9-23,6-1 1,7-2-290,7 1 1,6 8 0,4-2 0,-1-9 277,7-2 1,10-6-5,-2-7 1,10 2-1,5 0 1,2-3-1,-3-5 17,3-5 0,0-6 0,1-2 0,5 0-133,-4 0 0,4 0 1,3 0-1,1-1 0,-2-1 1,-4-2 139,-2-1 0,-3-2 0,-1 0 0,2-3 0,4 0 22,-1-2 0,5-2 1,2 0-1,2-2 1,-3 0-1,-3 0 0,-6 0 28,3 0 0,-6 0 1,-1-2-1,6-2 3,-2-1 1,7-2 0,3-2-1,1-1 1,-2-1 0,-4 0 0,-7-1-10,-2-3 1,-5-1 0,-3-1 0,2-2-23,2-2 0,3-3 1,0-1-1,-3 0 1,-7 1 180,1-5 0,-7 1 1,-4-6-200,-5-5 0,-4-7 0,-2-1 1,-4 5-11,1-6 0,-6-2 13,-4-3 0,-2-8 0,-3-2 0,-4 9 56,-7 10 1,-3 6 0,-4-2-50,-1-2 0,-1-3 0,-4 2 0,-3 5-1,-14-2 0,-6 6 0,-3 3-13,7 9 0,-3 1 0,-1 3 0,0 2 137,-6-3 0,1 3 1,-6 1-163,3 7 0,-6 0 1,-2 2-1,2 1 1,6 1-8,0 1 0,6 2 0,-8 1-94,3 3 0,-8 0 0,-4 1 0,-1 2 0,3 1 0,7 1-184,0 4 1,6 2-1,1 1 1,-2 1 156,2-3 1,-1 1 0,0 0-1,0 1 1,3 3-371,-6 5 1,2 2 0,2 3 0,2 2 477,2 4 0,3 3 0,1 1 1,3-5-1,0-3 0,3-4 1,0 3-1,3 6 0,0-1 1,0 1-1</inkml:trace>
  <inkml:trace contextRef="#ctx0" brushRef="#br0" timeOffset="35860">16851 5031 22139,'-50'-12'353,"0"0"0,-5 7 0,8 9-280,19 25-73,-8 17-23,21 2 12,9-9 28,22 18 33,-1-29 81,10-1 1,6-3 143,19-9-88,-13-5 1,3-6 47,-6-8 0,-1-5-125,-1-3 0,-3-5 114,-4-4 1,-4-3 144,6-31-139,-18-8-1737,-19 23 1,-5 2 1579,-10-15-45,4 23 0,-4 3-258,-9 7 1,-2 5 240,6 5 1,-2 1-132,-12-3 0,0 3 64,-14 15-95,19 13 28,19 4-212,15 17-1659,36 12-121,-7-25 1,7-1 2318,4-3 0,7-1 1,-5-4-1,-5-3 1,-2-2-1,6-3 1,0 0-1</inkml:trace>
  <inkml:trace contextRef="#ctx0" brushRef="#br0" timeOffset="36213">18201 4913 18694,'1'-6'4196,"0"1"-2354,-1 5-1640,-71-50-90,31 48-110,-8-18 1,1 8-81,11 44 16,14 6 46,18 5 10,21-1 28,21-3-2,-11-21 0,4-3 2,5-3 0,0-2 34,24 1 92,-19-13 1,-2-5 165,4-12-146,-15 3 0,-3-4 90,-5-22-157,-14 5 50,-28-18-89,-13 20-234,5 11 0,-4 4 161,-1 7 0,-2 5-124,-8 3 1,0 5-371,5 8 1,2 5-633,4 2 0,4 6 1137,7 11 0,7 2 0,3 0 0,7 3 0</inkml:trace>
  <inkml:trace contextRef="#ctx0" brushRef="#br0" timeOffset="37158">17174 5682 22481,'-26'19'274,"6"9"-206,16 24-15,8-20 0,3-2 14,4 12 185,12-13 0,5-4-11,6-7-360,6-5 0,5-4 332,-5-9 0,2-6-36,2-2 0,4-4 1,-3-1-106,4 0 1,0-5 78,1-6 1,2-5 0,-8 2-386,-16 7 0,-2-1 340,18-16 1,-4-3 83,-10-6-33,-15 14 0,-4-1-152,-5-7-83,-6 6-387,-9 24 141,5 10-2936,-5 17 508,4-3 2752,-5 18 0,7-21 0,0 1 0</inkml:trace>
  <inkml:trace contextRef="#ctx0" brushRef="#br0" timeOffset="37967">16702 6326 14062,'16'-52'1583,"1"-1"0,-3 10 1,-3 6 40,-8 0-1193,-2 21 785,0-9-868,-1 17 469,0-4-464,0 8-247,1-1 96,0 3 705,0 2-800,0-2 27,-1-3-89,1 0 78,1-9-50,-1 7 196,0-5-230,-1 9-100,-1 2 50,-3 6 67,-22 37-31,7-13 0,-3 4-466,0 1 0,-4 5 0,0 2 450,-4 6 0,-1 3 1,1 0-473,4-7 1,0-1-1,-1 6 453,3-2 0,-2 5 0,-1 3 0,3-2 0,2-6 2,0 1 1,3-5-1,0 6-18,2-4 0,-2 7 0,0 4 0,1-1 0,3-2 0,3-5-548,2 8 1,4-4-1,2 1 423,-5 10 0,2 1 0,8-3-546,9-12 1,7-2 0,7-5 696,15-2 0,9-5 0,-5-2 0,-7 4 0,-2-4 0,20-1 0,0-1 0</inkml:trace>
  <inkml:trace contextRef="#ctx0" brushRef="#br0" timeOffset="38691">18449 6011 18789,'-4'-45'1333,"1"0"0,-1 4 1,2 9-528,2 18-173,0 4-196,0 6-230,0 2-212,0 1-57,3 6 129,5 8-5,13 13-17,17 15-671,-10-13 0,3 2 623,8 9 1,1 1-1,-5-6 0,2 5 0,-7-6 0,2 6 1,1 1-1,-3-1-620,0 5 0,-3-1 1,1 5 609,0 1 0,1 5 1,-1 2-1,-5-1-508,-6-3 1,-3 0-1,-3 0 1,-3 1 356,-3 3 0,-2 0 0,-4 0 0,-2 0-919,-4 2 1,-2-1 0,-3 0 0,-1-3 891,0-5 0,-2 0 0,-1-3 1,1-4-1,-8 18 0,0-8 0,9-23 1,-1 0-1</inkml:trace>
  <inkml:trace contextRef="#ctx0" brushRef="#br0" timeOffset="39217">16997 6099 15356,'-2'-3'5092,"0"0"-3760,2 3-693,-11 26 78,6 30-499,-4-8 1,-1 6-1043,5-7 1,1 3 0,-1 5 868,-1-7 1,-1 5 0,0 2 0,0 0 0,0-4-458,0-1 1,0-2 0,1 0 0,-2 5 425,1-1 0,-1 5 0,0 2 0,-1 1 0,1-1 0,1-3-391,0-1 0,0-2 1,1-2-1,-1 2 1,1 2 381,0 1 1,0 2-1,0 0 1,0 2 0,1 0-1,1-1-225,0 0 1,0 0-1,1 0 1,0 0-1,1-1 1,2 1 204,1-3 0,1 2 0,1-1 0,1-1 0,0-1 0,1-3-117,0 13 0,0-4 0,3 0 0,5 2-111,2-11 0,4 3 1,2 0-1,2 0 1,0-2-1,1-5-1131,4 6 0,2-6 1,1-1-1,1 2 1374,0 0 0,2 3 0,0-1 0,-1-3 0,-2-6 0,1-1 0,-2-6 0,-2-4 0,-2-5 0,-1 0 0</inkml:trace>
  <inkml:trace contextRef="#ctx0" brushRef="#br0" timeOffset="39740">18401 6128 22845,'21'-8'728,"15"55"-655,-16 10-1090,-6-14 1,1 7 0,-2 0 1045,-3-2 1,-1 0 0,-1 3-349,0-1 0,-1 2 0,-1 3 0,0 3 334,-3-7 1,-1 4 0,-1 1 0,0 0 0,-1-1 0,1-3-226,-1 8 1,0-3 0,-2-1-1,0 5 185,-1-5 1,-1 4 0,-1 2 0,-1-1 0,0-1 0,0-4-585,-3 7 1,-1-4-1,-1 0 1,0 1-1359,1-2 1,-2 2 0,1 1 0,-1-2 0,1-3 1654,0-3 0,0-1 1,0-3-1,1-3 0,-1 2 1,0-4-1,3-8 1,-1-3-1</inkml:trace>
  <inkml:trace contextRef="#ctx0" brushRef="#br0" timeOffset="44089">22014 4362 14583,'-19'-36'1232,"1"0"1,-22-3-749,0 0 0,-7 4-1212,2 22 1,-4 8 1021,-7 2 0,-2 6-145,14 3 1,-1 4-1,1 0-48,-11 4 0,-2 6 90,11 4 1,-4 5 0,1 3 0,2 0-812,-2 5 0,3 0 1,-3 5 659,10-9 0,-3 4 1,0 0-1,1 2 0,4-1-39,-1 5 1,2 0-1,4 1 1,2 1-7,3-2 1,3 1 0,3 0 0,3 1-78,0 12 1,5 0 0,7 0 94,7-2 0,5-1 0,6-2-4,6 0 0,6-2 1,4-3-414,7 0 0,6-2 1,4-3 401,-6-11 1,3-2 0,2-2-1,3-2-268,5 0 1,3-2 0,3-3-1,0-1 239,-6-5 1,2-1 0,0-2 0,2-1 0,0-1-8,4-1 0,2-1 0,0-2 0,1 0 0,0-2-22,-8-2 0,1 0 1,0-2-1,0 0 0,0-1 1,0-2 58,1 1 0,-1-2 0,0-1 0,1 0 0,-2-2 0,0 0 14,-1-1 0,-1-2 0,-1 0 0,0-1 0,-1-1 0,-1-2 27,5-2 1,-1-2-1,-1-2 1,-2-1-1,-3-1 47,5-6 1,-3-2-1,-3-2 1,-3-3-16,-9 1 1,-2-3 0,-4-1 0,-3-3-17,2-14 0,-6-3 0,-5-1-21,-6 14 0,-3-2 0,-2 0 1,-1 0-8,-1 0-1,-1-1 1,-1 0 0,0 1-4,-1-16 1,-1 1-1,-2 1 7,-1 4 1,-1 0 0,-3 2-19,-2 3 0,-2 2 1,-5 2 151,-3 4 1,-4 2 0,-5 3-215,-5 2 1,-5 3 0,-4 4-9,-8 0 1,-6 4 0,-3 4 8,8 6 1,-3 3-1,-2 1 1,-1 2-11,6 3 1,-1 1 0,-1 1 0,-1 2 0,-1 1-46,-2 2 0,-1 1 0,0 1 0,-1 2 0,1 1-192,-2 1 1,1 2 0,-1 1 0,1 1 0,1 2 27,1 1 1,1 2-1,0 1 1,2 2-1,0 2-881,3 0 0,1 3 0,2 0 1,0 2-1,3-1 1148,-3 5 0,1 1 0,3-1 0,5-2 0,-7 4 0,10-4 0,12-4 0</inkml:trace>
  <inkml:trace contextRef="#ctx0" brushRef="#br0" timeOffset="44533">21502 4808 19608,'0'-7'1153,"0"1"-660,0 6-264,0 0-105,-84-44-466,36 44 367,-10-15 1,-1 6-29,29 25 0,4 7 6,0 1 0,4 1 13,2 2 1,5 0 21,-5 27 35,19-6 180,15-11 200,15-12-5,12-13-140,11-22-196,-22-1 0,2-5-1605,11-13 1,-2-4 1539,-11 9 1,-1-1 47,10-14 0,-4-2 37,-3-12-34,-16 22 0,-4 0 82,-5-20-141,-22 12-33,-15 12-68,-9 9 3089,0 8-3346,4 11 219,5 15-1351,8 16-2817,9 14 4268,27 15 0,-9-26 0,14-3 0</inkml:trace>
  <inkml:trace contextRef="#ctx0" brushRef="#br0" timeOffset="44905">22607 4512 21864,'-36'-41'379,"0"1"0,3 2 1,0 13-352,-6 31 11,-8 28-33,17-2-26,9-2 0,3 2-19,4 15-11,1 12-2781,17-26 1,2-2 2836,6 10 1340,23 5-1172,0-32 5,17-8-28,8-19-59,-27 0 1,-1-3 24,0-4 1,-1-3 22,-3 0 0,-2-3 103,-5-4 1,-3 1-143,3-11 854,-19-5-1016,-20 21-337,-23 1 107,8 11-1495,-28 24 178,35 3 1608,-1 11 0,3 1 0,10-8 0,-6 12 0</inkml:trace>
  <inkml:trace contextRef="#ctx0" brushRef="#br0" timeOffset="45268">21668 5208 24318,'-37'20'25,"0"0"0,-15 14 25,61 5 1,12 1-6,9 1-26,-6-20 1,3-2 33,2-8 0,3-3-601,6-1 1,2-2 634,13-2 0,4-3 2,2-6 1,2-5 20,-14-2 0,1-4 1,-4 0-50,3-2 1,-2-2 53,10-11 0,-6-3 64,-21 6 0,-4 1-72,16-19-1760,-21 13 1,-5 2 1630,-7 10 500,-2-13-1224,-7 28-9085,-6 3 8858,3 5 0,-2 0 1,6 1-1</inkml:trace>
  <inkml:trace contextRef="#ctx0" brushRef="#br0" timeOffset="46309">21129 5679 16549,'0'-5'3518,"0"1"-2751,0 4-482,-47-11 68,9 28-180,-5-7 1,-4 5-922,4 18 1,2 5 850,3-4 1,-1 1-401,3 1 1,-3 2-1,-1 4 393,8-6 1,-2 3 0,1 0 0,0 1-473,-1 3 1,-1 0 0,1 1 0,-1 2 390,4-2 1,-1 1 0,0 2 0,2-1-1,1 1-8,-2 6 0,2 0 0,2 1 0,0 1-2,6-8 1,-1 1 0,2 1 0,0-1-1,1-2 3,-1 4 1,2-3-1,0 2 1,0 4-6,3-4 1,0 4 0,1 3 0,0 0 0,1-2-1,2-2-23,1 6 1,2-3-1,1 1 1,1 3-12,1-8 0,0 4 0,1 1 1,0 1-1,3-2 0,3-3-49,5 12 0,4-2 1,3-2-1,3-1-53,4-1 0,3-2 0,3-2 0,4-1-113,2-2 1,3-1 0,2-3 0,3-2-829,2-2 0,3-2 0,2-2 0,-1-3 873,-4-6 1,0-1 0,-1-3-1,-2-2 1,18 9 0,-7-7-1,-21-14 1,1 0 0</inkml:trace>
  <inkml:trace contextRef="#ctx0" brushRef="#br0" timeOffset="46915">22948 5728 17904,'0'-4'3579,"0"0"-1864,0 4-1340,64-53-4279,-13 65 3960,-7-30 0,0 4-3,-15 31 0,-3 13 47,9 17 1,-1 6-55,-13-16 1,-1 2 0,0 3-32,2 4 0,1 4 1,-1 2-1,-2 1-381,-4 0 1,-1 1 0,-2 2 0,-1 0 361,-2-7 1,-2 1 0,0 1 0,-1 0-1,-1 1-329,0 1 0,-1 2 0,-1-1 0,-1 1 0,-1 0 233,0 1 1,-1 1-1,-1 0 1,-1-1-1,0 1-271,-1-1 0,0 0 0,-1 0 1,-1 0-1,0 1 371,-2 1 0,-1 3 0,0-1 0,0-3 0,0-5 0,0 3 0,1-5 0,-1-1 0,-1-5 0,1 0 0,-1 0 0</inkml:trace>
  <inkml:trace contextRef="#ctx0" brushRef="#br0" timeOffset="50398">20810 5626 18941,'-56'30'365,"0"0"0,0 0 0,14-9 0,1-1 1,-1 5-186,0 6 1,-1 6-1,0 1 1,3-3-1928,0 0 0,2-2 1,-1 2 1807,-8 6 1,-2 0 0,1 1 39,3-1 0,0-1 0,1 2-384,1 0 0,1 1 1,1-1 295,7-8 0,0 0 0,0 3 45,-2 4 0,-2 4 0,2 0 1,5-5-48,-4 7 0,4-2-15,6-9 0,-1 1 1,3-1 11,-3 6 1,4-3-32,-2 10-206,0 1-988,12-19 1217,6-20 0,5-6 0,1-8 0</inkml:trace>
  <inkml:trace contextRef="#ctx0" brushRef="#br0" timeOffset="51034">19662 6745 17320,'-1'-49'1144,"0"-1"1,-1 8-1,-8 9-858,-34 20 149,7 16-301,1 13 1,-1 5-45,-5 11-1027,12-3 0,-6 9 0,-1 2 0,6-5 965,1 3 0,1-1-13,-6 8 0,-4 5 0,3 0-129,7-6 0,1 0 0,3-1 117,-7 12 0,2 1-2,6-13 1,-1 1 0,2 0-95,0 10 0,4-1 45,9-7 1,3 0 5,2-3 0,2-1 39,2-5 0,6-4 95,16-8 1,6-7 8,9-5-1,1-14 1,10-7 0,-5-1-53,-5-2 0,1-5-285,6-6 0,9-7 0,0-1 0,-7 2 290,1-3 0,-2-3 7,-6 4 0,6-5 1,-2-2-1,-5 2 394,-8 2 0,-4-1 1,-1-2-338,6-15 1,-1-4-1,-5 0-20,-7 10 0,-3 0 1,-3-1 2,-4-3 1,-3-1 0,-5 4 639,-8-5 1,-9 5-649,-9 2 1,-8 7-138,-1 11 0,-2 6-47,1 3 0,-1 7-216,3 11 0,1 7-661,4 7 1,2 3-2454,-20 20 3718,19-10 0,1-2 0,5-3 0,0 1 0</inkml:trace>
  <inkml:trace contextRef="#ctx0" brushRef="#br0" timeOffset="51692">23221 5495 14533,'-5'-4'5069,"1"1"-3888,4 3-878,-21 12-1,31 16-89,-2 24-154,17-16 0,8 1-491,4 6 1,4 1 438,-11-12 1,1 0 0,1 1-537,3 2 0,0 0 0,1 0 491,1 1 1,1 1 0,0-2-156,1 1 1,1-2 0,0 1-846,0-2 0,1-1 0,-2-2 1038,12 8 0,-4-3 0,-15-13 0,-5-3 0,3 1 0</inkml:trace>
  <inkml:trace contextRef="#ctx0" brushRef="#br0" timeOffset="52351">24597 6578 15445,'24'-52'2188,"0"1"0,-1 1 1,-9 8-1460,-17 21-382,-9 0-224,-13 11 62,-32 24-135,12 2-252,5 7 0,2 4 230,-3 9-447,3 9 1,1 6 438,13-13 0,3 4-9,1 10 0,0 8 0,6-3-11,5 2 0,6-2 9,5-7 1,2 2-1,7-5 27,12 1 1,8-5 22,7-1 0,6-4 25,5-4 0,3-5 28,4-6 0,1-6 19,-1-6 1,-1-7 10,-4-7 1,-2-8 28,-6-6 0,-3-6 0,-7-4 0,-6-10-980,-12-6 0,-6-8 0,-2 3 862,-1 3 1,-3-1-26,-4 1 0,-2-4 0,-5 5-369,-6-1 1,-3 3 410,-4-1 0,-2 0-119,-6-7 1,-4 0 24,4 18 0,-3 2 0,2 3-21,-2-1 0,-1 4-992,-26-1 1,2 8 408,4 11-862,2 6 0,-2 6 1490,10 8 0,4 2 0,-15 2 0,3 6 0</inkml:trace>
  <inkml:trace contextRef="#ctx0" brushRef="#br0" timeOffset="53282">16223 7132 15575,'2'-45'1531,"0"0"1,0 0 0,-4-23 0,-3 14-1297,-5 36 57,-29-4-247,15 23-6,-11 11 0,-2 5-16,-2 10-556,7 0 0,-5 6 0,3 0 567,1 4 0,2 1-12,-8 7 0,1 3-22,13-10 0,3 3 0,3-3-14,5 1 0,1-1 55,-4 8 0,4 1-44,17 0 0,6-4 14,5-1 34,15-2 0,5-4-11,5-12 80,10-5 1,5-8 5,-20-12 1,0-6 97,23-7 1,0-8 145,-15-11 0,-4-5-258,-5 8 1,-5-5 68,-11-6 1,-4-7-1,-4 5-921,-2-14 802,-2 6 0,-4 0 115,-7 17 0,-3 4-25,-9-17-146,2 15 0,-2 3-62,-8 1 511,-17 7-1837,11 19-663,-10 5 2051,5 16 0,21-9 0,-1 1 0</inkml:trace>
  <inkml:trace contextRef="#ctx0" brushRef="#br0" timeOffset="54475">10353 7741 12225,'3'-58'2449,"-1"0"1,0 8 0,-4 4-983,-8 0-929,-10 18-404,-12 14-95,-12 19 23,-11 22-810,22-3 0,0 6 795,-3 9 1,1 5-23,-1 7 0,3 4-27,13-17 0,1 2 1,3 0-5,-4 18 0,6 1-14,9-6 1,7-1 10,9-7 1,7-4 28,8-4 0,7-4-140,7-6 0,4-4 196,6-6 0,4-5 33,5-6 0,1-7-334,-18-4 0,0-3 1,-1-3 345,0-2 0,-1-2 1,-2-4 113,2-8 0,-2-5 0,-4 1-146,1-1 1,-5-2 33,1-19 1,-9-3-54,-15 16 0,-5 0-344,-3-11 1,-4 0 289,-5 3 1,-5 2-37,-7 5 1,-5 4-104,-5 5 0,-5 6-314,-5 5 0,-3 6-3221,-7 5 1,-1 6 3326,5 4 0,2 3 0,-15 3 0,27 3 0</inkml:trace>
  <inkml:trace contextRef="#ctx0" brushRef="#br0" timeOffset="60815">6783 8360 21679,'6'-43'653,"-1"0"1,0 1 0,-1 18-654,-2 38 90,-1 6-1,0 23 1,-1 6-1451,-3 11 1379,1-19 1,0 6 0,-2 0 3,-3 3 0,-2 1 1,1-1-9,-1 12 0,0 0 19,2-8 1,-1 1 0,1-9 363,2 5 535,3-16-657,2-50-101,6-40-107,-2 7-294,1 1 0,1-4 319,-1-6 1,-1 1-650,0 9 1,0-2 600,0 1 1,0-4 0,1 4 28,0-1 0,2 0-23,1 5 1,1-2-1,-1 3-33,1 0 0,1 3 432,3-5 0,2 6-455,3 9-11,12 4 6,-10 17 583,15 19-586,-12 11 0,-1 7-34,11 17 1,-1 8-257,-8-5 1,-2 4 0,-1 1-35,-2 0 0,-3 1 0,-2-2 48,-4-5 1,-2-2 0,-2 1-2547,-4 3 0,-2 1 0,-1-6 2372,-1-7 1,-1-3-1,1 9 1,-1-6 0,0-15-1</inkml:trace>
  <inkml:trace contextRef="#ctx0" brushRef="#br0" timeOffset="60985">6884 8683 24693,'7'-49'-150,"-1"0"1,-3 8 0,9 6-3654,42 12 0,12 12 2859,-24 0 1,-2 2 0,9-3-1,-4 2 1,-5 1 0</inkml:trace>
  <inkml:trace contextRef="#ctx0" brushRef="#br0" timeOffset="61849">12790 7830 20783,'2'-6'3064,"0"0"-2123,-2 6-263,0 0-644,16-44-12,-10 49 1,12-25-40,-15 47 0,-4 14 23,1 10 5,-1 8 101,-3-26 174,2-20 83,-4-1-89,1-14-173,-2-3 117,-3-19-157,3-5-62,0-21 23,11-10-202,3 24 0,1 0 177,-1 5 0,3 0-26,10-16 1,2 3 11,2 1 13,2 4 1,2 3-31,2 10 11,12-1 12,-17 19-34,5 10 16,-3 8-5,18 15 17,-5 4-11,3 12-29,-17-2 40,-10-6-39,-15 21 10,-13-18 40,-13 15 17,-9-17 17,-4-7 432,0-9-349,4-9-55,9-9 106,2-13-84,14-2-45,0-9-50,15 4 11,2 5 34,27-5-34,0 12 16,23-2-4,0 18-132,-25-1 0,0 3 106,1 4 0,-1 2-20,19 14-11,-23-5 1,-4 3-35,-7 12 40,-9 18 11,-26-31 0,-6-3-286,-15 9 238,1-12 1,-2-3-250,-19-1-31,24-8 1,-1-2-1522,-22 1 1877,14-14 0,21 4 0,11-6 0</inkml:trace>
  <inkml:trace contextRef="#ctx0" brushRef="#br0" timeOffset="62358">17859 7182 25422,'-20'-40'164,"0"0"0,2 3 0,-3 12-5768,-21 41 5621,13-2 1406,-14 24-1406,14-1-23,-4 16-2,18-25 0,2 2-34,3 5 0,3 0-26,3 12-10,12 2-189,17-30 1,8-5-336,2-4 0,4-3-1891,22 3 1,3-4 2492,-8-8 0,-4-2 0,-14 1 0,-5 0 0,5-4 0</inkml:trace>
  <inkml:trace contextRef="#ctx0" brushRef="#br0" timeOffset="63199">21719 7073 22167,'5'-37'1677,"1"-1"1,-1 6-4043,1-10 0,-1 4 2510,-4 26 1287,0 1-1455,-1 15 894,2 16-877,1 16-92,1 2 0,0 3-87,2 20-420,-2-11 0,1 1-297,-2-15 0,0 0-3221,0 15 1,0-1 4122,0-14 0,-1-3 0,1 19 0,-3-37 0</inkml:trace>
  <inkml:trace contextRef="#ctx0" brushRef="#br0" timeOffset="63434">21695 7354 13281,'-8'-56'780,"1"1"1,0 0 0,1 9 0,1 0-1,3 3 427,4-13 1,5 5-998,2 15 0,3 3 1190,22-18-1339,-2 21-531,1 18 1,1 5 486,8 5 5,2 6 1,4 5 721,2 14 0,-1 7-742,4 3 1,-2 3-9,-16-11 1,-1 1 0,-2 2-21,9 18 1,-7 2-17,-13-10 0,-7 1-34,-4 16 1,-11 0-15,-13-12 1,-7-3-40,-2-2 0,-9-6-669,-8-12 1,-9-5 0,4-3-707,6-3 0,0-3 1504,-6 1 0,-5 0 0,10-3 0,-1-3 0,2-1 0</inkml:trace>
  <inkml:trace contextRef="#ctx0" brushRef="#br0" timeOffset="121132">10758 3997 14981,'0'-5'5399,"0"2"-4660,0 3-649,-14-12 16,-1 30 23,-10 4 0,-1 4-76,8 0 0,0 5-660,-14 14 1,-6 7 0,3-6 634,5-7 0,-2 0-3,0 0 0,-5 5 0,-1 1 1,1-3-1,5-6 0,1-3 1,-1 1-1,-3 4-448,-1 0 1,-4 4 0,-2 2 0,-1 0-1,2-1 1,2-2 433,-6 4 0,4-3 1,-2 2-1,-7 5 15,16-15 0,-4 4 1,-3 2-1,-2 2 0,-1 1 1,-1 1-1,0-1 0,1 0 1,2-2-1,1-2-190,-2 2 1,1-1 0,2-2-1,-1 0 1,1 0 0,0-1 0,-2 2-1,0 0 184,2 0 0,-1-1 0,0 1 0,0 0 0,-1 0 0,0 1 0,0 0 0,-1 1 0,-1-1-102,0 1 1,-2 1 0,-1 2-1,-1-1 1,0 1 0,1-1-1,1-1 1,2-2 0,3-2-1,3-4 101,-6 7 0,5-6 0,2-2 0,-1 2 1,-7 6-38,9-8 1,-5 4 0,-2 2 0,-3 3-1,-1 0 1,0 1 0,0 0 0,1-1 0,2-3-1,4-2 1,3-3 27,-10 9 0,6-6 0,2-1 0,-2 0 1,-4 6-3,5-5 1,-4 3 0,-2 2-1,-2 2 1,0 1 0,-1-1 0,2-1-1,1-1 1,4-3-2,-7 6 1,4-3-1,0-1 1,2-1-1,-2 1 1,-2 3-3,6-6 1,-2 1-1,0 1 1,-1 1 0,-1 0-1,1 0 1,0-1 0,0 0-2,2-1 1,0 0 0,0-1 0,0 1 0,0-1 0,0 1 0,-1 0 0,-1 1 8,2-2 1,-2 1 0,-1 1-1,1 1 1,-1-1 0,0-1 0,2 0-1,1-1 1,2-3-1,-6 6 0,3-2 0,2-2 0,-1 0 0,0 0 0,-2 2 16,-2 1 1,-2 2 0,-1 1-1,-1 0 1,2-1 0,2-2 0,3-4 37,-7 6 0,4-3 0,2-2 0,-3 1-21,4-3 0,-2 2 0,0-1 0,1 0 0,3-3-21,1-1 0,3-3 0,0 1 1,-2 0 136,-8 7 0,-3 2 0,2-2 0,5-4-90,-3 1 1,3-1 338,0 1 1,-3 1 0,8-6-401,-1 0-11,17-13 1717,18-13-2160,4-3 1455,4-2-4137,3-2 3125,8-3 0,-7 2 0,2 0 0</inkml:trace>
  <inkml:trace contextRef="#ctx0" brushRef="#br0" timeOffset="125390">3846 11428 25270,'-6'-28'19,"28"8"1,9 3 8,29 2-60,-11 2 0,8-1 1,-5 0-719,-15 4 1,0 0 2,14-3 0,7-3 1,-9 3-1170,11-4 1916,-7 3 0,-6 2 0,-23 5 0,4 0 0</inkml:trace>
  <inkml:trace contextRef="#ctx0" brushRef="#br0" timeOffset="125597">4195 11216 22227,'-5'45'410,"0"-1"1,-1 17 0,3-5-310,2-7-1640,1-9 0,0 8 1,-1-6 1524,1-9 0,0-1-289,0 8 1,-1 6 0,1-4-2198,0 0 1,0-1 2499,1 3 0,0-2 0,0 10 0,1-26 0</inkml:trace>
  <inkml:trace contextRef="#ctx0" brushRef="#br0" timeOffset="125882">5117 11304 23198,'0'-4'2313,"0"1"-2134,0 3 34,-60-6-162,30 15-182,-18-2 1,-3 6 163,22 6 1,1 5-295,-10 13 0,1 1 261,11-12 0,4 2-1553,-1 19 1,7-1 1524,12-6-254,12 0 1,7-3 51,9-10-199,8-6 0,5-5-344,-4-11 1,4-5 540,7-6 0,4-3 0,-4 1 0,-9 4 0,-2-1 0,11-8 0,0 0 0</inkml:trace>
  <inkml:trace contextRef="#ctx0" brushRef="#br0" timeOffset="126481">6086 11265 20000,'-8'0'4396,"1"0"-3959,7 0 73,0 0-578,-7-8 63,15 3-18,41-21-49,1 13-656,-5 1 1,9-2-1,-6 3 540,-11 2 1,1 2-534,12-3 0,6 1 1,-8 2-1626,14 4 1113,-21 2 1,-13 9-3534,-59 41 4317,-1-12 118,-3-9 0,-10 3 1,2-3 870,4-4 1,0-2 534,-15 10 1,0-1 106,18-11 0,4-2 638,-11 8-1344,22-13 2232,15-7-1100,10-6-380,5 0-702,10-5 986,2 0-1355,32-15-218,0 1-452,-22 7 1,4-1 512,24-7 0,-3 2 0,-18 5 0,1 1 0,-1 0 0</inkml:trace>
  <inkml:trace contextRef="#ctx0" brushRef="#br0" timeOffset="127598">8026 11123 13527,'11'-55'1803,"0"0"1,-3 12 0,-1-1-1,-2 5-519,-1-19-836,-5 21 0,-3 4 249,-13 4-428,-12 18-83,-11 24-124,4 6 16,1 14 1,0 8-634,8-5 1,2 3 565,0 0 0,0 3 1,2 0-24,-2 17 1,4 0-3,5 0 0,4 1 3,6-5 0,6-2 2,6-5 1,6-3-200,5-6 0,6-3 188,5-6 0,7-4 9,16-7 0,2-5 19,-16-7 1,2-4 13,19-8 1,-1-9 10,-20-5 1,-2-4-419,9-9 1,-2-4 437,-3-7 0,-5-4 0,-4-5 1,-4-4-25,-11 16 1,-2-1 0,-2-2 33,-2-9 1,-2-3 0,-3 4-597,0-3 0,-3 3 552,-1-7 1,-8 4 41,-12 16 1,-8 5-17,-8 9-1,-4 4-44,3-6 0,-3 5 139,-20 19 0,2 10-150,10 6 10,6 6 1,3 7-23,4 23-240,13 6 0,8 8-1947,15-1 1,7 0-444,-5 1 1,6-2 2652,16-7 0,3-10 0,-7-18 0,2-2 0</inkml:trace>
  <inkml:trace contextRef="#ctx0" brushRef="#br0" timeOffset="127848">9082 10559 19753,'0'-7'4106,"0"2"-3748,0 5-89,-71 17-40,28 20-698,-9-8 0,1 7 519,17 16 1,9 4-515,5-17 0,3 0 478,-2 17 0,7 0-20,11-21 1,4-1-208,3 7 0,5-1-59,5-4 1,7-2-1689,17 0 0,5-4-382,-12-10 1,2-4 1817,17 3 1,-6-6 0,-27-8 0,-3-2 0</inkml:trace>
  <inkml:trace contextRef="#ctx0" brushRef="#br0" timeOffset="128065">9661 10766 17736,'-2'-6'6324,"0"1"-4408,2 5-1877,-16-42-22,14 38 11,-4-7-28,13 38 0,0 12 0,0 1-28,-3 1-681,-3 10 1,-3 0-1475,-3-4 2183,-2 1 0,-1-4 0,2-18 0,-3 10 0</inkml:trace>
  <inkml:trace contextRef="#ctx0" brushRef="#br0" timeOffset="128315">10098 10328 27337,'46'37'26,"-1"0"0,-11-14 0,-4 5-32,-10 22 1,-6 13-1,-5-6-1681,-4-13 0,-4 1 1343,-2 12 1,-4 7-1,-3-3-2169,-5-14 0,-3-3 0,-1 1 2306,-2 4 1,-1 1-1,0-4 1,-2 4-1,1-8 1,-6 7-1</inkml:trace>
  <inkml:trace contextRef="#ctx0" brushRef="#br0" timeOffset="141595">15528 9485 25578,'-2'-14'76,"3"20"-92,3 40-36,-1-2 1,-1 4-1206,-1-11 0,0-1 1088,-1 8 1,0 1-1485,0 9 1,-1-3-2207,0-1 3272,-1-8 0,0-4 0,2-17 0,-2-4 0</inkml:trace>
  <inkml:trace contextRef="#ctx0" brushRef="#br0" timeOffset="142439">15552 9376 18930,'-4'-5'3775,"1"2"-3025,3 3-610,-51 38 12,20 1-630,-1-9 0,-2 2 601,4 6 0,3 0-17,7-13 1,-2-1 64,-8 8 0,0-2 142,-3-2 758,3-14-685,18-23-179,0-15-106,11-21-39,9-12-18,2 7-13,4 14 0,3 2-20,2 2 11,3 2 1,4 3-29,8 4 12,22-5 0,-14 15 5,-2 6 0,4 3 115,-11 2 1,1 1-124,15 2 0,1 4-3,-10 2 0,-4 3 0,-2 4 0,-4 4 229,17 23-229,-17 6 6,-13-9 16,-10 16-16,-5-20 16,0 8-22,-1-19 6,1-9 567,-1-9-517,0-9 57,-1-11-97,-5-12-4,-6-10-7,-11-2-5,-8 1 23,-6 3-18,-6 6-27,-4 2 22,-3 4-39,-2 6 5,9 6 14,9 8 1,0 2-26,-15 9 22,14-2 1,-1 4-51,-18 17 57,4 9-399,4 8 406,25-19 1,1 1 14,-12 25-59,10-1 36,10-6 12,6-8-1,7-7 40,3-8 11,1-7 435,0-7-340,-2-4 32,1-7-144,-1-1 33,11-20-22,0-6 23,10-21-17,0-5-142,-11 25 1,0 1 102,1 0 0,1 0-23,16-22-6,3 11 18,2 12-1,4 11 1,4 9 5,6 7 0,3 11-6,1 7 0,-5 11-134,-7 10-492,-7 8-197,-11-4 829,-10-9 0,-3-2 0,-4-7 0,4 10 0</inkml:trace>
  <inkml:trace contextRef="#ctx0" brushRef="#br0" timeOffset="145915">6811 13016 14775,'-6'-43'1455,"0"-1"0,0 1 0,-5-17 0,-5 9-895,-25 6-347,1 28 0,-4 6-177,13 3 1,-4 5-1008,-14 8 1,-8 6 0,5 2 992,10-1 0,1 4-7,1 1 1,-6 2-1,0 3 1,4-1-158,-1 4 1,4 0-1,-2 4 147,-3 5 1,-2 3 0,0 2 0,4-2-221,2-2 0,3-1 0,1 4 208,2 0 0,0 4 0,3 1 0,5 0-4,6 7 0,7 1 0,0-1 7,0-8 0,0-1 0,4 3-13,1 13 0,5 4 1,7-4-53,9-10 0,5-3 0,1-1 43,2 13 1,7-3 6,6-7 1,8-1-1,3-8-5,-3-12 0,1-6 0,7-2-12,-1-3 0,5-1 0,3-2 0,0 0 0,-3-1-361,-2-1 0,-3 0 1,1-3-1,5-1 389,-1-3 1,3-1-1,4-2 1,0-2 0,-1 0-1,-4-2-133,0-1 0,-4-2 0,0-1 0,1-1 0,5-2 145,-7 1 1,4-2 0,3-1 0,0-1 0,1 0 0,-1 0 0,-2 0 0,-4 1-113,3-1 0,-4 1 0,-1 0 0,0 0 1,1-2-1,2-1 109,-2 0 0,3-1 1,2-2-1,0 0 1,0-1-1,-1 0 1,-4 1-1,-2 0-61,5-4 1,-3 1 0,-3 0 0,0-1-1,2-1 87,-2 1 0,1-2 0,1 0 1,-1-1-1,-1 0 0,-2 0-5,3-4 0,0 0 0,-2 0 0,-2-1 0,-2-1 29,4-4 1,-2-2 0,-3 0 0,-3 0 220,4-10 1,-4 0 0,-5-3-172,-8-5 0,-5-3 0,-5 4-59,1-1 0,-11-1 5,-14 10 1,-8-5-1,-6 1 1,-1 7-48,-5 10 0,-3 7 0,-6-2-4,-3-1 1,-6-2 0,-4-1 0,-1 4-1,1 4-12,-7 4 1,0 5 0,0 3 0,-1 0 3,-1-1 1,1 0 0,-3 3 0,-5 2-50,10 5 0,-5 2 0,-3 1 1,-1 2-1,-1 1 0,2 1 0,3 0-122,-2 2 0,1 1 0,2 2 0,0 0 0,-1-1 0,-2 1 38,4-2 0,-1-1 0,-1 0 1,0 0-1,-1 1 0,1 2 1,-1 2-945,6 1 1,-2 2 0,0 2 0,-1 0 0,2 1 0,3 0 0,3-1 0,5 0 1088,-8 2 0,7 1 0,2-1 0,-2 1 0,-9 2 0,-2 1 0,4-1 0,8-2 0,10 0 0,-1-1 0</inkml:trace>
  <inkml:trace contextRef="#ctx0" brushRef="#br0" timeOffset="146372">6368 13315 16068,'0'-6'5001,"0"2"-3331,0 4-1659,-69-25-11,49 30 0,-19 0 0,5 7 0,31 22-14,12 7 0,8-2 36,21-7 17,-4-9 1,6-5-688,13-15 1,1-8 717,-16 2 0,0-4 142,4-7 1,3-4 0,-7 0 318,8-14-106,-7-8 1,-5-3-168,-17 4 14,-7-3 0,-6-2-65,-17-2-123,2 14 0,-3 1-11,-12-4-12,-17 2-78,3 16-25,8 8 0,0 4-19,-12 1-314,-16 21-85,37 7-1237,-3 31-1034,30-23 1,8 0 2730,6 5 0,4-3 0,10 12 0,4-19 0</inkml:trace>
  <inkml:trace contextRef="#ctx0" brushRef="#br0" timeOffset="146715">7923 12938 20403,'0'-6'3540,"0"1"-2779,0 5-626,-61-38-113,31 37-25,-6-18 0,0 7 9,0 54-6,18-14-11,4 2 0,2 2-6,5 14 5,10-13 1,6 0-11,16 16 25,-2-24 0,3-4 8,16 2 28,-4-14 0,2-4-488,2-3 558,-2-5 0,1-5 138,-13-8 0,-2-5-37,1-8 0,-3-4-98,-4-9 0,-6-2-98,-6 12 0,-6 0-3,-11-8 0,-7 5 61,-16 6-187,5 11 1,-2 4-133,-16 5-731,6 15 1,2 6-1028,-2 5 1352,1 10 1,4 1 0,15-10-1,-5 14 1</inkml:trace>
  <inkml:trace contextRef="#ctx0" brushRef="#br0" timeOffset="147425">6283 14436 9514,'0'-4'7847,"0"1"-3176,0 3-4037,-39-61-410,21 49-196,-4-19 0,-2 7 235,-16 66-171,19-13 1,-1 4-755,-2 1 0,-2 5 0,0 1 718,-1 6 0,-1 2 0,0 2-504,5-7 0,-1 1 0,0 1 1,0 2 496,-1 3 0,0 2 0,0 1 0,1 1-24,0 2 0,0 0 0,1 2 1,1-1-26,1-1 0,1 2 0,2-1 0,0-1-23,3-3 1,1 1-1,2-2 1,1 0-424,0 11 0,2-2 1,4-1 13,4-8 1,4-1 0,3-2-1375,4-5 1,3-2-1,3-3 1520,10 9 0,1-7 1,-7-13-1,0-6 1,6 2-1</inkml:trace>
  <inkml:trace contextRef="#ctx0" brushRef="#br0" timeOffset="147922">8101 14096 24447,'18'-52'291,"-5"12"-227,16 66 1,4 18-26,2 6-1087,-12-13 0,3 8 1,-2 1 1067,-6-4 1,-3 0-1,0 8-24,-1 1 1,-1 8 0,0 4 0,-2 0-1,-2 0-88,-2-2 0,-3 1 0,-1 0 1,0-1-1,-1 1-449,1 0 1,1-1 0,-1 1 0,-2-1 0,-3-1 118,-2 0 1,-4 0 0,0-1 0,-2-1 0,0-4 421,-2 0 0,0-3 0,-1-2 0,2-3 0,-1 3 0,1-4 0,0 0 0,-5 12 0,1 1 0</inkml:trace>
  <inkml:trace contextRef="#ctx0" brushRef="#br0" timeOffset="149072">5944 14279 9234,'0'-5'6750,"0"1"-5726,0 4 1464,12-65-1856,-8 48-86,3-20 0,-2 8-400,-4 28 268,-11 15 7,-11 13-236,-7 9-970,2-7 1,-5 6 0,2-3 854,0 0 0,-1 0-3,-1 1 0,-5 4 1,-2 2-1,-1 0-496,5-4 0,-3 0 0,0 0 0,0 1 0,-1 0 468,-3 3 0,0 0 0,-1 0 1,1 1-1,-1 0-310,-1-1 0,0 1 0,1 0 0,-1 0 1,-1 0 290,0 2 0,-1-1 0,1 0 0,-2 1 1,1 0-10,4-4 0,0 1 0,-1 0 0,1 0 1,0-1-1,1 0-244,-2 0 1,3-1-1,-1 0 1,0 2 0,-4 2 223,7-4 1,-4 3-1,-2 2 1,0 1 0,0 0-1,2-1 1,1-2-1,5-3-79,-12 11 0,6-3 1,1-1-1,-2 2 62,3-4 0,-2 2 1,0 1-1,1-1 0,3-1 65,-1 1 0,2 0 0,3-1 0,3-2-501,1 4 1,4-2 0,2-2-79,-8 10 0,5-1 540,13 1 0,7-9 0,9-23 0,10 0 0</inkml:trace>
  <inkml:trace contextRef="#ctx0" brushRef="#br0" timeOffset="149722">8327 14049 10024,'-2'-5'5652,"0"0"-4093,-9-30 1,-3-7-8,0 8-959,-2-13 1,-2 2 308,3 20-538,4 9 471,0 1-511,6 10-262,0-2-96,4 6 46,8 8 10,1 0 62,34 28-45,9 0-718,-9-6 1,4 3 686,2-1 1,2 0-4,-12-8 1,0 1 0,1 0-3,3 2 1,1 0 0,1 1-3,2 1 1,2 0 0,-3-1-513,-7-4 1,-2-1 0,4 1 487,3 2 1,4 1 0,1 1 0,-3-2-725,1 1 0,-2-2 0,2 2 175,2 0 1,3 1-1,1 2 1,-3-2 571,8 7 0,-3-2 0,-4-2 0,-3-3 0,-5-3 0,-8-1 0,0 0 0</inkml:trace>
  <inkml:trace contextRef="#ctx0" brushRef="#br0" timeOffset="151715">3594 16692 15322,'-3'-58'1680,"0"1"1,0 5 0,-6 6-321,-21-3-1074,5 21 157,-26 16-269,14 29-79,-8 7-45,19 2 1,0 5-676,3 2 1,-1 2 621,-7 14 1,1 2-422,1 5 1,2 2 409,4 1 0,2 0-34,6-1 1,4-2-6,3-5 0,6-3-98,5-7 0,5-3 56,23 16 123,2-39 0,6-9 14,0-10 0,2-7-289,2-1 0,0-6 331,7-16 0,0-8-394,-17 9 1,0-2 0,-2 0 393,10-8 0,-2-1 13,-8 3 0,-1-3 0,-5 3 253,-8 2 0,-5 0-241,3-18 0,-5 0-87,-5 20 1,-3 2 52,-5-9 1,-6 4 225,-18 4-226,1 18 1,-4 3-81,-12-1-152,-21 11-397,28 14-1441,-7 7 1995,10 13 0,15-13 0,6 1 0</inkml:trace>
  <inkml:trace contextRef="#ctx0" brushRef="#br0" timeOffset="152715">10241 14660 15244,'0'-45'1305,"0"1"0,1 6 1,-3 6-399,-8 7 319,-3 7-604,-1 3-162,-3 4-281,6 7 39,-2 3 23,-6 8-90,-5 4 6,-15 12-17,-7 10-316,16-11 0,0 0 212,4-2 1,-1 0 36,-8 9 0,-2 2 19,-1 3 1,0 2-412,3-1 1,0 2 340,0 4 1,5 0-4,14-7 1,4-1-9,0 18-28,13-11 0,5 0-5,12 14-252,-1-16 1,5-2 343,5-12 0,5-5 64,5-5 1,3-5-49,-6-4 1,1-6 148,11-8 1,0-7-9,-11-2 0,-1-5 25,13-15 0,-2-5-256,-11 4 0,-4-2 102,0-9 0,-6 0-62,-11 16 1,-4 0 27,-2-21 1,-4 1-2293,-3-3 2292,-5 1 1,-6 1-14,-12 8-145,-5 15 0,-4 3 61,-4 9-13,1 12 1,1 6-1378,6 14-6506,-5 10 7929,21 3 0,8-8 0,4-6 0</inkml:trace>
  <inkml:trace contextRef="#ctx0" brushRef="#br0" timeOffset="154323">12554 12273 16089,'-42'-46'975,"0"1"1,-1 0 0,3 7-1,-1 2 1,-1 7-808,-2 10 0,-2 5 0,1 3-1499,-6 1 0,-2 6 1445,4 4 0,-2 3 0,0 2-23,5 3 1,1 2-1,-3 3-17,-7 4 0,-5 5 1,0 1-1,2 1-477,6-1 1,2 1 0,1 2 0,-1 2 426,5-2 1,-2 3 0,1 1 0,1 0-1,3 2-12,-1 4 1,3 2 0,3 0 0,1 0-10,-2 3 1,3 0 0,2 4-14,8-5 0,0 2 1,2 2-1,4 0 12,1 15 0,5 2 0,0-2-6,0-10 0,0-1 1,6 4-304,6 4 1,4 5 0,5 0-1,3-7 281,4-10 0,4-4 0,3 1 3,2 2 1,3 2 0,4 0-1,2-6 7,2-6 1,4-4 0,1-3 0,0-1 3,5 2 1,1-2 0,7-4-21,-1-5 1,6-3 0,4-1 0,0-2-1,-4-2-171,4-1 0,-3-4 0,1-1 0,2 1 200,-5 0 1,2 0 0,1-1 0,1-1 0,-1-2 0,2-3 1,0-2 0,0-2 0,-1 0 0,-2-2 7,-7 0 1,-2-1 0,-1 0 0,1-2 0,4-2-44,-2 1 0,3-3 1,2 0-1,0-2 1,0 1-1,-2 0 1,-3 0 42,2 0 1,-4 1 0,-1 0 0,0-2 0,4-3 7,-1-1 0,3-3 1,3-1-1,-1-2 1,-1 0-1,-4 1 0,-4 1-64,4-5 0,-6 2 0,-1-2 0,3-2 68,-6 4 1,2-3 0,2-1 0,-2 0-1,-1 1 1,-5 1-3,1 0 1,-4 1 0,-3-1 0,1-3 42,4-12 0,0-5 0,-4 0 0,-5 6-6,0-3 0,-6-2 11,-6 3 1,-2-8-1,-3 0 1,-7 6 75,-14-8 0,-9 2-140,0 3 0,-5-3 0,-3 6 0,-8 0 0,-8 6 2,1 13 1,-7 0 0,-3 2 0,6 4-11,7 5 1,3 4 0,-8 0-18,0 2 1,-7-2 0,-5 1 0,-2 0 0,2 3 0,5 2-17,-5 2 1,4 3-1,0 1 1,-4 1-9,5 0 1,-4 1-1,-2 0 1,1 1-1,1 0 1,4 2-4,-4 0 0,4 1 0,1 2 1,-5 3-98,6 2 1,-4 2-1,-1 2 1,-1 1-1,2 1 1,4 0-148,-7 5 1,4 0-1,0 2 1,-3 2-92,7-2 1,-3 0-1,-2 2 1,1 1-1,1 1 1,4 0-142,1 1 0,3 1 1,1 1-1,1 1 0,2 2 473,-2 5 1,0 3-1,2 1 1,3-2-1,3-6 1,-13 10-1,6-5 1,8 5-1,0 0 1</inkml:trace>
  <inkml:trace contextRef="#ctx0" brushRef="#br0" timeOffset="154789">11874 12736 19339,'-21'-42'920,"0"0"0,0 4 0,-4 10-560,-20 24-226,6 9 34,6 6 0,0 4-34,-10 14-511,12-6 0,1 3 410,-10 22-27,12 1 175,12-2-181,13-6 167,15-6-128,14-11 23,18-10 16,16-16-227,-25-5 0,2-3 191,2-5 0,-1-2-3,-7 2 1,-2-1 125,9-11 0,-3-2 81,-2-13-131,-12 13 0,-3-1 92,-8-13 376,-17 8-483,-12 11 2,-3 11-57,-23 7-73,13 11-17,-13 7-61,17 12 5,12-1-655,13 27-1047,24-12-575,1-9 0,5-3 1778,4-6 1,-1-4 0,1 0 0,-17-11 0</inkml:trace>
  <inkml:trace contextRef="#ctx0" brushRef="#br0" timeOffset="155172">13385 12367 23226,'-42'-37'332,"1"-1"0,2 5 1,3 14-272,-1 36-22,-3 15-11,3 12-16,7 8-1,12 6 0,15 2-17,20-3 12,4-14-366,8-14 1,5-4 398,21 1 81,-10-9 1,0-5 13,6-9 163,3-21 238,-33-12-278,-4-15-66,-15-8-68,-13-4-39,-11 1 112,-10 8-173,-2 9-57,-1 11-111,5 14-208,4 9-90,4 15-2263,2 14 2706,2 22 0,9-20 0,2 3 0</inkml:trace>
  <inkml:trace contextRef="#ctx0" brushRef="#br0" timeOffset="156656">12047 13447 11497,'-4'-3'6788,"1"0"-5303,3 3-1407,-34-25-27,27 22 106,-23-5-96,35 22 197,9 22-163,-5-20 106,10 14 102,2-13 279,27-1-408,-10-7-463,9-8 1,1-5 373,4-3-4,1-2 0,1-3-8,-1-4 65,-15 1 0,5-2 1,-6 1 40,13-9 33,-5 1 1,-3-4 510,-13-7-242,-7 4-72,-9 0-252,-10 18 33,-3 5-116,-1 5 822,-2 1-913,1 2-1,-4 4 36,-12 10-7,2 1-11,-23 14 0,10-10 0,-2-1 0,-2 3 0,-2 0-129,0-1 0,-2 1 126,-8 3 1,3-1 13,-2-1 14,2-2 0,1-3-2,11-6 50,-21 1-1,24-13 74,-17-12-107,13 3 96,-20-23-79,29 15 162,-20-21-156,29 22 61,-6-12-112,16 22 258,0-3-359,3 10 90,3 5-5,5 6 5,5 9 5,4 8-10,10 13-1,0-4 17,11 5 17,2-14-22,-6-9 38,0-11 1,1-4-316,21-12 321,-14 1 1,0-4 13,-5-5 1,-3-4 19,0-2 0,-1-1-14,-2-2 0,-1 0-14,13-13 14,-15 12 0,-3 0-26,4-2-27,9-9-11,-20 21-12,-7 5-111,-7 7-1169,-1 4 1286,-2 6 0,-1-3 0,1 4 0</inkml:trace>
  <inkml:trace contextRef="#ctx0" brushRef="#br0" timeOffset="159905">11314 14016 17580,'0'-9'1848,"0"-1"-1220,-1 6-360,0 0 309,-1 1-179,2 2-393,0 0-10,0-2 10,0 0 6,0-2-5,0 2 28,0-1-23,0 3-11,0-1-6,0 0 12,0 0 27,0-3-16,0 3 22,1-1 611,-1 3-650,-4 3 46,2-1-30,-1 1 68,1-2 303,2 0-398,0-4 11,0-1-6,0 0-22,0-1 11,0 4-392,0-1 381,3 1-17,-1 3-6,2 1 29,-1 0-12,-1 3 6,-2-1 6,1 0-45,-1-1 22,0-3 595,0 0-371,0-4-22,-1 0 16,1-3 74,0 1 38,0 1-10,0 0-40,0 1 392,0 2-560,-2 0-33,0 1-17,-3 4 22,-1 5-6,-6 10 29,-4 11 61,-7 18-45,8-12 1,0 1-756,1-4 1,1 4 741,-4 15 0,-2 8 1,2-1-970,4-5 0,0 0 0,0 4 915,2-8 0,0 5 1,-1 1-1,1 1 0,2 0-12,0-2 0,1 1 0,1 0 0,1 0 0,0 1-399,1 3 1,0 0 0,1 2 0,0-1 0,1 0 386,1 1 1,1 0 0,0 0 0,2 0 0,1-1-36,1-1 1,1 1 0,2-1 0,1-1 0,2 0-107,1-3 1,1-1-1,2 0 1,1-2 0,3 0-309,2-4 0,2 1 1,1-3-1,1 0 1,1-4 197,0 1 1,-1-4 0,3-1-1,5-1 264,15 3 0,9 0 0,-1-5 0,-9-6 0,-10-5 0,-2-4 0,8-3 0,0 1 0,-1 0 0</inkml:trace>
  <inkml:trace contextRef="#ctx0" brushRef="#br0" timeOffset="160489">13669 13468 22778,'-16'-45'705,"0"0"1,2 5 0,3 11-695,9 23 28,4 13 23,8 14 33,11 25-73,-6-11 1,2 6-1269,0 8 0,1 7 0,0-3 1251,-5-11 1,0-2 0,0 5 6,2 9 1,1 6 0,0 1-1,-2-2 0,-2-9 1,-2-1 0,0 0 0,0 2-308,1 0 1,-1 3 0,0 1 0,0 0 0,-1 1 287,-1 1 0,1 0 0,-2 0 1,0 2-1,-2 2-18,-1-1 1,-2 3 0,-1 1 0,0 1 0,-1-3-1,-1-4-328,1-4 1,-1-4 0,0-1 0,-2 0-1,-1 4 243,-2 4 0,-1 3 0,-2 2 0,-1 0 0,-2-3 0,0-4-494,-4 5 0,-2-6 1,-1 0-1,-2 2 512,0 1 0,-3 4 1,0 0-1,0-3 1,3-6-1,-2 4 1,1-5-1,0-2 0,2-7 1,-1 1-1,0-1 1</inkml:trace>
  <inkml:trace contextRef="#ctx0" brushRef="#br0" timeOffset="161373">10996 14161 10074,'10'-42'2712,"0"-1"1,2-4 0,0 6-2012,-2 17 369,10-19-331,-6 17-6,7-8-542,-7 14 111,1 0-122,-10 16-107,0 1-28,-3 2 67,-2 1-23,3 1-66,-2-1 16,3 1-11,-1 0-6,4 2-16,-2 0 22,3 4 6,-6-1 94,2 6 80,-8 4-141,0-2 123,-13 12-128,6-11 72,-14 16 12,4-5 61,-3 6 0,0 3-78,-9 11-240,9-11 1,-2 3 247,-5 6 0,0-2-106,11-14 0,-2 1 8,-4 6 0,-4 4 0,1-2-714,-5 7 0,2-2 692,5-7 0,0 0 11,-5 7 0,2-2-6,0 2-84,-3 5-38,15-19-382,6-9-770,11-15 1252,7-10 0,-4 4 0,4-6 0</inkml:trace>
  <inkml:trace contextRef="#ctx0" brushRef="#br0" timeOffset="161674">10483 14484 9671,'26'-43'1049,"-1"1"1,0 2-1,-5 9-1088,-15 25-314,1 2-79,-8 8 432,-4 13 0,4-10 0,-4 7 0</inkml:trace>
  <inkml:trace contextRef="#ctx0" brushRef="#br0" timeOffset="162189">10660 14683 21545,'10'-47'1009,"-18"27"-668,-18 48 7,-16 18-7,1 2-182,18-23 1,0 2-670,-1 1 1,0-1 621,-15 17 53,6-9 1,0 0-57,9-11 0,-1-1 57,-10 11 1,1 0-108,8-11 0,2-1-3,-10 9 22,2-2-83,19-16 16,-2 1-78,12-9 707,4-2-1234,4-2 635,25-14 0,-19 9 0,16-9 0</inkml:trace>
  <inkml:trace contextRef="#ctx0" brushRef="#br0" timeOffset="163005">13639 13419 20918,'-35'-34'1210,"16"7"-818,46 30-45,16 5-221,-12 0 0,3 1-31,7 5 1,2 2-884,6 4 0,2 2 808,4 6 0,0 2-2,-17-8 1,0 2 0,1 1 14,10 10 1,2 2-1,-3-1-342,-13-10 0,-2-2 0,4 3 334,10 6 0,7 3 0,0-1 0,-6-4-776,2-1 0,0-1 765,-4-4 0,7 3 0,0 0 0,-3-3-16,-3-3 0,-3-2 0,3 0-67,9 5 0,2 0 0,-1-2-682,-2-1 1,-1-1-1,-3-2 751,-7-3 0,-1-1 0,-5-2 0,2 0 0,-5-1 0,2-2 0</inkml:trace>
  <inkml:trace contextRef="#ctx0" brushRef="#br0" timeOffset="166815">18098 11848 18123,'-40'-36'313,"0"-1"1,-1 1 0,5 3 0,0 1 0,-3 10-44,-2 13 1,-3 10 0,0 1-1192,1 1 0,1 2 0,-5 3 1129,0 1 0,-5 3 0,-2 2 1,2 0-1,4 0-746,-6 4 0,4 1 0,-2 4 647,-3 4 0,-2 4 1,0 2-1,7 0-38,6 3 0,5 0 0,1 4-122,3-4 0,0 2 0,1 2 1,2 0 66,4-2 1,1 2 0,2 0 0,2 4-397,1 13 1,3 4-1,2 0 1,3-5 380,1-6 1,4-5 0,1 3-6,2 14 1,3 2-1,7-10 236,6-17 0,10-5-248,11-4 1,12 2 0,4-3 0,-4-2 173,9 5 0,7-4-174,-10-9 0,11 0 0,6 0 0,1-1 0,-4-3 1,-7-3-134,6-1 1,-8-6 0,10 0 110,-16-2 1,6 0 0,5-1 0,2 0 0,0-1 0,-1 0 0,-5 0 0,-6-1 17,6 0 0,-6-2 1,-2 0-1,7-1 17,-5 0 1,6-1 0,2-1-1,1 0 1,0-1 0,-3 0 0,-5-2 2,9-2 0,-5-2 0,-1-1 0,4-5-188,-6 0 0,3-4 0,2-2 1,-1-1-1,-3 0 0,-4 3 192,0-1 0,-4 2 1,-3-1-1,1-3-82,5-8 0,1-3 1,-4-1-1,-11 4 109,-10 1 0,-7-4 84,2-17 1,-2-9 0,-1 4-77,-2 9 1,-2-2 17,-4 7 0,1-7 0,-1-4 0,-1 4 0,-2 8-24,-2-4 1,-4 2 11,-3 1 0,-1-7 0,-3 1 0,0 9 340,-3 3 1,-4 4-373,-6-5 0,-5-2 1,-4 6 0,-15 7 0,-7 6-26,3 5 1,-5 1 0,0 3 223,5 3 1,1 3-1,-2 1-227,-3 1 0,-1 3 1,-6 2-42,12 4 1,-6 3 0,-3 1 0,0 1 0,1 1 0,3 0-42,-9 3 1,4 0-1,0 2 1,-6 1-72,13-3 1,-5 1-1,-2 1 1,0 1-1,0 1 1,4 0-1,4 2-514,-12 7 0,5 3 1,4 1-1,2-1-505,-2 3 0,4-1 1,1 4 1186,-1 9 0,1 4 0,10-7 0,-4 6 0,18-13 0,-1 0 0</inkml:trace>
  <inkml:trace contextRef="#ctx0" brushRef="#br0" timeOffset="167261">17465 12211 17927,'-6'-3'2061,"1"2"-1288,-26-3 0,-6 2-510,8 6-58,-18-3 0,-3 5 164,-5 26-296,10-5-23,16-6 1,3 3-1,0 17-27,7-6 77,21 15-44,13-32 101,32 9-22,12-22-26,-4-10 0,1-4-833,-15 3 0,-1-2 842,19-11 0,-4-5 27,-23 6 1,-5-4-80,6-11 1,-3-2 45,1-14 22,-22 6 1,-8 1-68,-10 6-150,-7-1 0,-3 3 117,-4 9 27,-23-11-55,17 25 904,-8 6-983,14 7 541,-2 18-1320,16 24-794,8 7 0,7-17 0,5 0-8185,24 19 8391,-3-17 0,-8-15 0,-16-16 0</inkml:trace>
  <inkml:trace contextRef="#ctx0" brushRef="#br0" timeOffset="167605">18642 12021 11665,'3'-9'7371,"0"2"-5764,4-25 1,-1-5-1014,-7 15-101,0-18 0,-5 5-314,-11 29 202,-37 15-303,25 3-22,-7 11 0,1 3-45,6 4-3,1 9 1,4 1-349,10-2 334,4-2 1,4 0 83,12 7-64,10-12 0,2-1-386,8 3 428,20-2 145,-12-26 236,13-21-251,-9 3 122,-11-13 0,-4-5-124,-8-1 29,-3-9 0,-4 0-118,-8 3 8,-6 0 1,-4 1-70,-6 11-34,-8 3 0,-1 2-45,-1 11-515,-35 1-22,34 14 582,-3 10 0,1 2 0,13-5 0,-12 15 0</inkml:trace>
  <inkml:trace contextRef="#ctx0" brushRef="#br0" timeOffset="168956">17032 13402 11850,'-2'-7'6385,"1"2"-5455,-1-29 0,1-6 447,0 11-904,0-14 1,0 4 165,1 25-370,1 6-236,-2 6 113,-5 16 50,-5 11-37,-3 10 1,-1 4-491,4-10 0,-1 3 428,-5 20 0,-3 8 0,1-4-931,4-8 0,0 1 863,1 0 1,-3 8-1,0 1 1,2-2-12,2-10 0,2-2 0,-1 1 0,0 4 1,-1 9 0,-1 5 0,-1 2 0,2-1 1,0-5-509,1-3 0,1-5 0,0 2 1,2 4 485,0-1 0,1 5 0,0 3 0,1 0 1,1-5-1,2-8-10,1 2 0,2-7 0,2 4-27,-1-1 1,2 6 0,0 1 0,2-2 0,2-6-518,4 2 0,2-5 0,2-1-24,4 7 1,2-1 0,2-3-1907,1-9 0,2-3 0,1-5 2487,9 3 0,-1-7 0,10 0 0,-19-18 0</inkml:trace>
  <inkml:trace contextRef="#ctx0" brushRef="#br0" timeOffset="169422">18620 13156 25012,'-12'-34'106,"0"-1"1,-7-17-12,19 69-50,0 1 14,-2 17 0,0 5-25,-1 11-514,0-13 1,-1 7-1,0-1 516,-1 16 1,0 5-681,2-11 1,0 6 0,0 1 0,1-4 646,-1 0 1,1-3 0,0 4 1,1-9 1,0 4 0,1 2-1,0-2 1,1-3-433,1 12 1,0-3 0,2 2 408,-2-5 0,2 2 0,-1 2 0,1-1-95,0-1 1,1 0 0,-1 0 0,0 0-262,0-2 0,0 0 0,-1 0 1,-1 0-1224,-1-1 1,-2-1 0,1 0-1,-2-2 1597,-2 8 0,0-2 0,-1-5 0,-2 3 0,1-8 0,-6 5 0</inkml:trace>
  <inkml:trace contextRef="#ctx0" brushRef="#br0" timeOffset="170107">16734 13493 13306,'11'-52'1618,"0"0"1,4-5 0,2 11-1115,-2 26 712,15-13-690,-20 26 734,-3 12-918,-13 7-84,-7 15 117,-19 14-176,-2-1 0,-4 2-1108,7-7 1,-2 1 960,-5 5 1,-5 4-1,1-2 4,8-7 0,1-1 0,-3 3 11,2-2 0,-2 3 1,-2 2-1,0-1 0,3-2-829,-8 9 0,1-2 1,-1 3 793,6-8 1,-1 3-1,-2 1 1,1 1-1,2-2-6,-4 5 1,3 0 0,-1-1 0,2 1-23,0-1 0,0 2 0,0-1 0,2-1-4,2-3 0,-1 0 0,2 0 0,4-1-659,-2 8 0,4 0 0,5-6 653,6-14 1,3 0-54,-6 21 0,5-3-75,9-21-3703,12 6 3660,3-32 0,2 1 0,-4-7 0</inkml:trace>
  <inkml:trace contextRef="#ctx0" brushRef="#br0" timeOffset="171022">18876 12965 20364,'-34'-20'655,"0"1"0,-19-11-588,53 30-28,0 0-5,-1 2 16,-1 5-27,1 1 16,-5 10-28,3-8 28,-2 9-33,4-11-17,0 1-152,2-3-1601,5 1-3109,0-1 4873,6 2 0,-6-5 0,0 0 0</inkml:trace>
  <inkml:trace contextRef="#ctx0" brushRef="#br0" timeOffset="171371">18723 13099 23192,'-14'-34'392,"31"30"-207,29 42-87,-8-7 0,2 4-1592,2 2 0,1 3 1525,-11-10 1,1 3 0,1 0-12,2 5 1,2 2 0,-1 0-6,4 4 0,0 2 0,1-1-430,-8-8 0,1-1 0,0 1 0,1-1 389,2 1 1,1 0 0,0 0 0,1-1-108,2 0 0,0 0 0,1-1 0,0 0-364,0 0 0,1-1 0,-1-1 0,-1-1-383,3 2 1,-2-1 0,-1 0 879,1 1 0,-2 0 0,-6-5 0,6 8 0,-5-3 0</inkml:trace>
  <inkml:trace contextRef="#ctx0" brushRef="#br0" timeOffset="172972">21833 11354 14566,'3'-63'1424,"0"1"0,-5 15 0,-2 1 1,-4 9-1061,-9 5-34,-5 3 0,-6 4-89,-6 13 0,-4 6-171,-4 1 0,-4 5-299,-15 7 1,-2 9 265,20 1 1,0 4 0,2 1-999,-12 7 0,0 7 982,11-3 0,-5 7 0,1 1 0,6-4-566,7-6 0,4-3 0,-3 5 546,-1 2 0,-4 4 0,0 2 0,0 1 1,5-3-4,-5 11 0,4-3 0,0 6-405,9-10 1,-2 4 0,2 2 0,0-2 0,3-2 398,-4 7 1,3-2 0,4 3-7,8 3 0,3 5 0,5-1 0,4-10-241,6-6 0,9-3 238,8-1 0,7 4 0,6-1 0,0-8 22,6-8 1,4-8 0,2 1-181,-7 0 0,2 1 0,1-2 1,0-3 166,7-1 1,0-5-1,6-3-24,-10-4 0,6-1 1,2-3-1,2 0 1,-4-1-1,-5 1-80,14-1 0,-6-1 0,8-1 94,-15-1 0,7 0 1,4-1-1,1 0 1,-2-2-1,-4 1 1,-8-1 228,8-3 1,-9-1 0,6-5-205,-1-1 1,8-5-1,3-3 1,0-1 0,-5 2-1,-7 2-177,3-3 0,-7 2 0,4-5 196,-8 4 0,6-5 0,3-1 0,-2-2 0,-4 1 0,-8 1 75,0-10 0,-8 1 1,-1-3 134,-3 3 1,0-2 0,-1-2 0,-4 0-162,-4-1 1,-2 0-1,-2-2 1,-3-2 23,-4-8 1,-3-5-1,-2 2 1,-2 3-50,1 1 0,-3 4 1,-3-3 24,-3 2 1,-2-4 0,-3 2-1,-2 6-10,-1 8 1,-2 5-1,-5-1-32,-12-13 1,-7 0 0,2 4-23,-2 1 0,-5 5-7,-1 9 0,-6 3 0,1 6 349,11 10 1,0 5-1,-5 3-447,-4 3 0,-6 2 0,-3 1 0,-2 4 0,3 1-49,0 2 1,1 4 0,-1 1 0,0 1 0,-1 2-146,4-2 1,-2 1 0,0 1 0,0 1 0,1 1 0,3 2 32,-6 6 1,2 2 0,1 1 0,3 0 0,4-1-1,6-2 0,4-2 0,1 2 0,0 4 260,-1 3 1,-2 6 0,1 1 0,4-3 0,6-6 0,-1 0-1,3-1 1,-2 5 0,1 1 0,-1 0 0</inkml:trace>
  <inkml:trace contextRef="#ctx0" brushRef="#br0" timeOffset="173405">21428 11470 19787,'-48'38'326,"0"0"0,13-7 0,0 2 0,7-3-309,-2 17-34,11-14 1,3 0 16,3 4 95,14-3 342,19-12 79,6-6-1,17-11-140,6-21-218,-6-4-212,-7-7 1,-2-1 306,1-5 162,-2-4 1,-3-3-30,-12-1-88,0-16-202,-20 27 23,-20 0-140,-4 17-29,-16-2 647,11 12-888,-13 17 199,22-2-1593,-11 36 140,24-20 1546,13 5 0,0-2 0,-4-18 0,9 8 0</inkml:trace>
  <inkml:trace contextRef="#ctx0" brushRef="#br0" timeOffset="173772">22623 11341 23366,'-25'-48'563,"-1"0"1,4 8 0,-2 15-581,-23 43 6,0 24 5,21-15 1,2 3-309,2 1 1,1 1 279,7-1 1,2-1-28,1 24 134,20-7-84,11-11 147,4-13 66,25-10-23,-7-20-67,-11-1 1,1-3 234,19-23 22,-8-9-83,-16-2-79,-13 0 224,-14 4-398,-11 4 32,-2 13-256,-17-2-268,5 18-533,-17 4-1354,-2 26-970,19-2 0,1 3 2637,1 2 1,2 0 0,-6 12 0,12-15-1</inkml:trace>
  <inkml:trace contextRef="#ctx0" brushRef="#br0" timeOffset="174171">21719 12220 21075,'-3'-5'3243,"2"1"-1607,1 4-1692,-21-46 72,14 44 24,-9 23-4,33 10 0,12 7-433,-8 7 1,5-5 424,18-9 0,5-11 2,-7-13 1,1-6 42,4-4 0,1-3 33,1-5 1,-3-2-51,-9 1 0,-1-4 148,9-11 0,-3-3-70,-17 9 1,-3-1-155,9-8 0,-4 0 255,0-10-95,-14 9-90,-8 10-83,-4 8-236,-1 7-13,-2 3-2362,2 5 2730,-2 9 0,2-6 0,0 6 0</inkml:trace>
  <inkml:trace contextRef="#ctx0" brushRef="#br0" timeOffset="180071">21282 12840 8483,'6'-5'4146,"0"1"-1996,-6 4 3104,0 0-5153,1-5 117,0 0-11,2-5-106,-2 3 218,2-4-128,-2 4-68,2-2-61,0 1-1,0 2 6,1 0-5,-2 2 28,0 3 543,-1 0-358,0-1-236,1-1-17,0-2 6,2 1-11,-2 1-6,-1 2-532,0 0 561,-1 6-40,0 0-12,0 3 1,0-2 6,0-4-1,0 0-1008,0-1-190,0 5-1983,0 2-2297,1 6 5484,1 0 0,-2-5 0,2-2 0</inkml:trace>
  <inkml:trace contextRef="#ctx0" brushRef="#br0" timeOffset="180922">21369 12827 15367,'7'-19'2739,"0"2"-2089,-5 15-78,-1-2-147,1 2 174,-1 1 432,0 0-964,-3 5 34,-3 0 151,-11 11 73,-10 7 17,-15 18-152,14-13 1,0 3-549,-5 5 1,-2 5 467,1 1 0,-2 4 0,2-1-1080,-4 6 0,0 1 1020,8-9 1,-2 3-1,-1 2 1,3-2 5,-2 5 0,2-1 0,-3 6-417,7-10 1,-2 4-1,-2 4 1,0 0 0,2-2-1,2-4 366,-1 2 1,2-4 0,1-1 0,0 4-163,-1-1 0,-1 3 0,0 1 0,2-2 1,5-5 150,2 2 0,4-5 1,2 2-72,0 8 1,3 3-1,0-3-7,0-8 0,0-1 0,3 0-314,3 8 1,2 2-1,3-6-1970,3-6 1,1-3 2367,2 2 0,1-3 0,2 7 0,-4-22 0</inkml:trace>
  <inkml:trace contextRef="#ctx0" brushRef="#br0" timeOffset="181780">22726 12669 10814,'-3'-4'6777,"0"1"-3624,3 3-1539,10-33-875,-7 25-409,7-25-201,-10 33-129,0 0 151,3 3 29,8 1-29,10 5-101,14 5-39,-2 1-16,20 17-233,-17-5 254,1 11 1,7 11 0,-5-4-1097,-7-6 1,0 3 1084,-2 0 1,5 9 0,2 4-1,-1 0 1,-5-5-576,-6-5 1,-3-3-1,0 1 1,1 2 482,2 6 1,3 3 0,0 2 0,-1-1 0,-3-4-165,-3-4 0,-1-4 1,-2 1-1,1 2 251,3 11 0,0 4 0,-1-3 0,-3-9 0,-3-8 0,-2-3 0,4 16 0,0 0 0</inkml:trace>
  <inkml:trace contextRef="#ctx0" brushRef="#br0" timeOffset="182498">21383 13043 4621,'0'-7'6693,"0"1"-4623,7-29 1,4-4-1472,-2 14 471,4-19 1,1 1-248,-4 26 428,1 1-999,-6 7 1954,-2 22-2016,-5 4 124,-5 41-177,0-20 0,-3 2-510,2 0 0,-2 2 1,-1 3 426,-2 8 0,-1 3 0,-2 6-14,4-11 0,-1 7 0,-1 3 0,1 1 1,-1-3-1,2-4-729,-1 4 1,1-4-1,0-1 1,0 5 692,1-6 1,0 3 0,-1 2-1,0 1 1,2-3 0,1-3 0,1 6 1,2-4 0,0-1-1,2 4-393,0-1 1,2 3 0,0 1 0,0 0-1,1-3 364,-1 5 0,0-3 1,2 0-1,2 3-247,1-2 1,2 3 0,1 1 0,3-3 0,2-6-55,6 4 0,3-7 0,3 1-202,-1-6 1,2 0-1,2-1 1,1-2-915,2-5 1,2-1 0,1-2 0,0-3 1440,7 3 0,2-3 0,-4-4 0,3 0 0,-4-6 0,7 0 0</inkml:trace>
  <inkml:trace contextRef="#ctx0" brushRef="#br0" timeOffset="183206">22719 12889 15143,'-9'-41'2065,"0"0"0,1-3 0,2 9-1578,5 19 707,1-12-881,0 18 426,0-5-571,0 11 40,0 0-326,0 4 118,3 10 45,2-1-6,17 26-39,-4-13 8,7 7 1,3 3-216,-6-8 0,0 1 209,12 15 1,1 4-1053,1 3 1,-2 0 1057,-5-5 1,0 2 6,-4-3 0,1 4 0,-2 3 6,-5-2 0,-1 3 0,-2 2 0,0 0 7,1 6 0,-2 1 0,0 0 0,-1 1-500,-1 1 1,0 0 0,-1 1 0,-4 0 471,-4-7 0,-2-1 0,-2 2 0,-1 0 0,-3 0-465,-3 4 1,-3 1 0,-2 0-1,0-1 1,1-2 347,0 5 1,1-2 0,-1 1 0,-3 2-547,0-10 0,-2 4 0,-1 2 0,-1-2 1,0-4-1,2-4 663,-5 9 0,1-7 0,1-1 0,1-4 0,0 0 0,2-6 0,2-6 0,-1 0 0</inkml:trace>
  <inkml:trace contextRef="#ctx0" brushRef="#br0" timeOffset="186340">15574 14612 15575,'0'-9'2971,"-3"-35"0,-3-6-2298,0 16-158,-2-20 0,-3 2 129,-6 27-364,-7 5-39,-18 37-157,9 5-11,2 10 0,-1 6-542,5-1 0,-1 2 484,1 3 0,-3 3 0,3-1-594,-2 1 1,3 1 576,4-6 0,0 2 0,7-2-9,9-1 0,7-3-1330,5-2 0,5-3 1364,22 20-7,3-38 1,5-8-318,1-6 1,4-6 320,2-4 1,5-4 0,-3 0-2,3-3 1,0-4 21,-5-3 0,1-3 0,-7-2 51,-9-3 1,-5-4 61,1-19 1,-5-2-116,-12 18 0,-7 0 34,-11-15 0,-13 3 97,-19 11 1,-8 7-110,-2-1 1,-3 4-37,-3 1 0,-2 5-5,0 12 0,1 6-62,13 4 0,0 5-280,-13 7 0,2 3 10,19-3 1,3 3-2643,-2 14 0,8 3 2667,12 10 0,4-5 0,9-14 0</inkml:trace>
  <inkml:trace contextRef="#ctx0" brushRef="#br0" timeOffset="186971">20518 14338 23948,'-59'-5'332,"0"1"0,4 4 1,6 12-274,19 18 0,7 9-570,-2 1 0,3 1 522,5-7 0,2 1-6,0 15 1,6 1 8,9-19 0,4 0-11,-3 6 0,7-2 19,21-4 1,10-9 5,-4-10 0,3-4-3,7 5 0,1-4 82,6-10 0,0-8 161,-5-10 1,-2-5-40,0-2 1,-4-6-438,-1-9 0,-7-4 334,-16 1 0,-7 1-84,-3 8 0,-5-1 36,-11-18 0,-7 2-38,-6 0-21,-4 6 1,-9 2-130,-9 18 1,-6 6-499,-6 1 1,-3 3-523,17 6 0,0 3 1,0 2 1129,-22 5 0,6 4 0,9-1 0,-1 3 0</inkml:trace>
  <inkml:trace contextRef="#ctx0" brushRef="#br0" timeOffset="188088">6632 15543 20078,'-3'-48'1103,"0"0"0,0-1 1,-1-20-1,1 14-587,3 34-348,0 4-180,0 13 85,4 27-45,-1-2 0,2 14 0,1 2-28,0 4 3,1 11 0,-1 0-233,-1-5 236,1 1 0,-2-1 22,-1-9-5,0 6 229,-3-28 392,0-12-23,0-5-397,0-10-196,-6-14-17,0-6 1,0-2-1,-5-17-102,3 3 0,1 0 91,3 14 0,1 1-17,0-14 1,2 2-7,4-12 9,7 20 0,3 5 9,5 7-7,9 3 1,2 1 0,-1 7-12,9 3 1,0 2 17,-3 7-96,2 7 1,-2 4 72,-7 5-22,13 26-45,-28 0 19,-10-5 1,-4 2 52,-6 16-90,-5-14 0,-4-1 152,-2-12 0,-1-2 418,-11 16-272,-8-5 192,21-30-209,-1-8 0,3-17-146,7 3 223,1-14-262,8 15-73,6-5 57,0 9-23,15 2 22,17 6-3375,11 6 3398,4 3 2,-21 2 1,-1 4-114,-1 3 0,-2 4 44,19 18 61,-10 2 0,-37-3 45,-23-5-95,-2-7 0,-4-1-84,-17 7-157,11-10 0,-1-2-2219,-16 2 2527,2-5 0,14-5 0,20-9 0</inkml:trace>
  <inkml:trace contextRef="#ctx0" brushRef="#br0" timeOffset="189288">12101 15364 15648,'6'-60'2626,"-1"-1"1,0 7 0,-1 3-2084,-1 13 1,0 3-141,0-9 348,-1 10-678,-1 25-79,-1-1 40,2 27 16,1 9-50,0 11-9,-1 0 1,-1 4-374,-1-9 1,-2 2 395,1 15 0,-2 2-3,0-9 1,-1-2-8,0-3 0,0-3 47,-2 19 296,3-20 196,1-22-274,-1-25-151,0-23-37,1-5 0,1-4 35,-1 11 1,2-2-58,0-25 0,1-2-450,1 17 1,1 2 412,1-10 1,1 1-6,2 8 0,1 5 11,10-18-39,3 27 5,7 18 17,10 15-11,9 12 11,10 12 16,-26-8 1,1 2-31,3 3 0,1 2-14,13 15 0,-2 2-14,-13-8 1,-2 0-102,6 10 1,-5 3-1329,-18-4 1,-7-1 1459,-4 18 0,-2-7 0,-8-34 0</inkml:trace>
  <inkml:trace contextRef="#ctx0" brushRef="#br0" timeOffset="189456">12139 15336 25084,'27'-41'38,"0"0"0,1 0 0,3 2 0,1 1 0,5 6-529,7 11 0,4 5 0,1 1-2786,-2-1 0,1 0 0,-3 2 1779,7-3 1,-5 3-1,-12 3 1,-8 3-1,-11 3 1</inkml:trace>
  <inkml:trace contextRef="#ctx0" brushRef="#br0" timeOffset="190307">17835 14409 18199,'25'-58'1622,"-1"0"0,-2 7 1,-6 7-856,-11 11 145,-12 14-732,-9 11 99,-18 18-212,0 5 22,-6 12 1,-3 5-677,9-4 0,0 2 619,2-1 0,-3 3 0,3-1-10,-5 12 0,3 1-102,6-2 1,4 1 76,7-3 0,5-1-3,5-3 1,6-2-6,20 24 8,1-33 0,5-5-39,10-3 0,7-5-304,1-5 1,6-4 0,-2-1-750,6-1 1,1-3-2183,1-3 0,5-2 0,-8 0 2360,-15 1 1,-4-1-1,5-1 1,-7 1-1,-12 3 1</inkml:trace>
  <inkml:trace contextRef="#ctx0" brushRef="#br0" timeOffset="190854">21858 14057 26099,'3'-27'-28,"1"23"-76,1 28 1,-2 16-547,0-2 0,-1 3-4266,-3 5 1,-1 0 4849,-1-3 0,1-3 1,-3 12-1,2-21 1</inkml:trace>
  <inkml:trace contextRef="#ctx0" brushRef="#br0" timeOffset="191097">21817 14288 23174,'-4'-51'616,"1"-1"0,0 0 0,0-4 1,2 0-1,2 12-510,5 6 152,13-21-219,7 37 6,17 5-45,-8 18 0,2 6 2,-2 5 1,-1 3-520,3 1 1,-2 4 516,0 9 0,-4 3 0,-8-3 0,-3 3-28,2 19 0,-4 1 14,-6-16 0,-7 0-12,-14 22 1,-10-3-14,-12-11-193,0-14 1,-9 1 0,4-5-195,7-9 0,-2-3 426,-12 2 0,-7 0 0,9-3 0,1-4 0,-19 0 0</inkml:trace>
  <inkml:trace contextRef="#ctx0" brushRef="#br0" timeOffset="243412">5051 17235 24486,'-36'-4'185,"60"-13"-241,23 5-1797,-3 0 0,1 0 1696,14-5-237,-19 5 0,6-1 0,0 0-526,12-4 1,4-1-1456,-15 5 0,6-1 0,-1-1 0,-5 2 2375,13-3 0,-5 1 0,-5 2 0,-8 2 0,-14 3 0</inkml:trace>
  <inkml:trace contextRef="#ctx0" brushRef="#br0" timeOffset="243605">5677 17022 24995,'-24'57'66,"0"-1"0,8-15 0,0 1 0,4-3-72,4-1 0,1 0-605,-3 11 1,-1 3 316,2 1 0,0-1-894,2-1 1,3 0 1187,9-1 0,2-4 0,-1 6 0,12-13 0</inkml:trace>
  <inkml:trace contextRef="#ctx0" brushRef="#br0" timeOffset="243905">6910 17187 25134,'-52'-7'136,"0"0"0,0 4 1,4 8-95,14 16 0,4 5-28,2-5 0,0 2-26,-3 8 1,-2 4 0,5-3-23,-9 15-266,3 0 1,8 1-71,24-5-179,20 7-201,33-15-1252,-8-24 1,10-6-1,-1-2 2002,-4-3 0,1-2 0,-1-1 0,-1 3 0,-1 0 0,-5-3 0,-2-4 0,-1-1 0</inkml:trace>
  <inkml:trace contextRef="#ctx0" brushRef="#br0" timeOffset="244121">7658 17154 25315,'43'-13'-425,"0"0"1,0 0-1,6 1 1,0 0-1,-4 4-617,-1 4 0,0 3 1042,-1 1 0,3 0 0,-6 1 0,-6-1 0,-3 0 0,0 2 0,1 0 0</inkml:trace>
  <inkml:trace contextRef="#ctx0" brushRef="#br0" timeOffset="244296">7859 17417 24889,'52'-9'-1875,"-1"0"1,3 0 0,3 0 1874,-13 2 0,2-1 0,-4 1 0,-4 1 0,-3 1 0,-1 0 0,0 0 0</inkml:trace>
  <inkml:trace contextRef="#ctx0" brushRef="#br0" timeOffset="244963">9487 16965 23248,'-6'-43'534,"1"0"0,-8 3 0,-4 15-473,-6 31 57,-32 21-884,20 1 1,0 6 793,-1 1 0,-1 4-392,8-5 0,0 3 0,2-3 366,1 3 1,3 1-11,-2 8 0,5 3-35,7-6 0,5 1-22,3-2 1,6 0-120,7-1 1,8-4 157,11-14 1,5-6 3,27 4 36,-1-20 0,1-7 8,-28 0 1,1-3-49,13-7 0,4-7 1,-5-1 100,-7-6 1,-5-3-17,-1 0 1,0-2 0,-3-2 27,-1-15 1,-6 0-49,-6 10 0,-3-1 126,-2-17 0,-5 2-28,-8 23 1,-4 2 390,-1-12 0,-7 3-467,-7 18 1,-4 6-23,-4 4 1,-3 5-29,-22 2-11,19 11 0,0 6-39,0 10 0,2 5-44,-2 3 0,1 3-27,-3 11 1,6 3-174,10-1 1,5-1 7,4-8 0,5 1-1792,8 17 1,10-1-2135,6-18 0,4-3 4201,6 12 0,1-5 0,11-3 0,-13-20 0</inkml:trace>
  <inkml:trace contextRef="#ctx0" brushRef="#br0" timeOffset="245221">10325 16761 20711,'0'-5'3260,"0"2"-2807,0 3-268,-69 12-28,43 7 0,0 5-122,-12 4 0,-4 3 1,5 1-627,9 4 1,5 3 552,3 3 1,1 5 0,6-4-67,6-8 1,5-1-121,1 15 0,5 0-196,8-12 0,5-5-188,7-1 1,3-4-374,21 10-400,-13-20 1,2-4-3087,4-6 1,0-4 4466,-3-2 0,-3 0 0,18 1 0,-42-4 0</inkml:trace>
  <inkml:trace contextRef="#ctx0" brushRef="#br0" timeOffset="245421">10736 17101 25040,'-18'-55'336,"3"23"-313,13 68-40,0 13-67,1 8-191,3 4-581,5-1-292,2-15 85,9 4 0,-15-37 0,5 4 0</inkml:trace>
  <inkml:trace contextRef="#ctx0" brushRef="#br0" timeOffset="245655">11158 16874 26934,'6'-26'196,"9"20"-163,12 55-30,-5-3 0,-1 6-1,0 2 1,-2 2-455,1 0 0,-2 5 340,-8-13 0,0 5 0,-3 1 0,-2-5-738,-5-5 0,-2-3 1,-2 3 22,0 6 1,-1 4 0,-3-1 0,-3-7 826,-15 10 0,-4-10 0,8-14 0,0-6 0,-8 2 0</inkml:trace>
  <inkml:trace contextRef="#ctx0" brushRef="#br0" timeOffset="251079">3373 2277 19171,'0'-11'1994,"-5"-29"0,-3-4-986,-3 16-790,2-14 0,-3 4-156,-2 29-62,0 18 39,-3 20-11,-5 27-271,9-17 1,1 6 245,1 8 1,1 8 0,1-5-471,0-2 1,3 2 454,2-6 1,1 6 0,3 0 0,2-7-45,6 0 0,5-4-15,-3-2 0,3 1 0,2-4-176,11 1 1,4-7-761,4-6 1,3-6-372,5-5 0,2-6 540,-8-4 1,3-6 837,7-9 0,5-5 0,-8 2 0,5-2 0,-3-3 0,-1-1 0</inkml:trace>
  <inkml:trace contextRef="#ctx0" brushRef="#br0" timeOffset="251255">4178 2706 14001,'0'-3'8306,"0"1"-6026,0 2-2174,-30 19-61,20-5-23,-21 28-16,28-18-297,16 29-1188,5-17-3349,20 14-5003,-9-24 9774,-1-8 0,-18-12 1,-4-3-1</inkml:trace>
  <inkml:trace contextRef="#ctx0" brushRef="#br0" timeOffset="251438">4408 2347 21847,'-10'-9'1451,"-21"-22"0,-3-5-1115,12 10-317,-11-9 1,3 2-171,20 22-303,15 19 102,2 4-1424,17 23-4430,0 9 6206,4 6 0,-11-15 0,-8-15 0</inkml:trace>
  <inkml:trace contextRef="#ctx0" brushRef="#br0" timeOffset="251829">4650 2502 20139,'0'-5'4027,"0"1"-2997,0 4-1041,-2 5 172,14 27-150,-3-1 0,2 2-14,-1-3 1,1 1-269,4 21 0,-2-1 282,-4-11-3,-4-6 1,-1-3 311,-2-11-63,-2-10-206,0-14 83,3-45-95,1 13-142,1-3 1,1-4 149,1 12 1,2-1 39,4-13 0,1 1-37,7-13-22,-6 25 0,0 4 588,0 10-593,22-3 10,-4 16-38,20 11-7,0 17 1,-26-4 0,0 4-34,-1 3 0,-2 3-336,3 14 1,-4 1-379,-6-13 1,-2 0-883,3 16 0,-1 0 1641,-4-15 0,-1-3 0,5 16 0,-2-13 0</inkml:trace>
  <inkml:trace contextRef="#ctx0" brushRef="#br0" timeOffset="252045">5572 2181 25466,'7'39'7,"-1"1"0,1 1 0,1 4 0,-2-5-49,-2-6 0,1 0-538,2 8 0,3 3 0,1-3 174,3-3 0,5-2-1552,13 13 1,3-4 727,-12-16 1,2-5 1229,16 1 0,-4-8 0,-15-11 0,8-4 0</inkml:trace>
  <inkml:trace contextRef="#ctx0" brushRef="#br0" timeOffset="252321">6079 2369 16521,'-2'-7'5377,"0"2"-4312,2 5-584,0 0-257,-69-48-173,45 42 13,-23-10 0,1 9-24,25 29 55,-9 9 0,0 2-17,0 1-119,-2 0 0,-1 1 198,-10 9-90,12-13 0,2-1-61,-7 7 5,5 3-11,28-22 28,28 0-33,-1-8-18,19-8 1,4-3-68,2-4-1289,5-1 1,0-1 1104,1-4-1505,5 0 1,4-2 1379,-13 1 1,-2 0-1,-4 2 1,-2 1-1,15-6 1</inkml:trace>
  <inkml:trace contextRef="#ctx0" brushRef="#br0" timeOffset="252698">6357 2473 19804,'-5'0'4441,"1"1"-3803,4-1-621,-26 17 56,42-3-39,-27 8 78,71-7-68,-29-12 4,5-3 0,0-3-20,-5-3 25,1-6 1,-3-2-21,-7-4 68,12-21-39,-25 16 145,-3-36-151,-8 30 33,-10-26 18,-5 33-12,-8 1-17,-6 9-5,-13 13-67,14 5-29,-20 25 12,32-10-45,-9 25 39,22-10-16,11 12-146,13 2-340,4-20 1,3-2-703,13 12-95,-3-13 0,5-2-2854,-3-9 0,2-3 3640,6 2 1,-1-2-1,-11-4 1,-4-2-1,9-1 1</inkml:trace>
  <inkml:trace contextRef="#ctx0" brushRef="#br0" timeOffset="253079">7404 2526 22458,'-34'-26'287,"1"0"0,-1 0 1,-21-9-1,4 13-192,8 26 861,-10 9-914,20 9 0,3 5-31,-7 15-134,7-7 0,5 1 117,11 6 200,19 17-216,13-26 5,8 4 0,18-21 23,1-22 25,-10-7 0,-1-5-6,-6-4 0,-1-2-90,-2-2 0,-2-3 124,-3-20 0,-5 0-3,0-10-13,-6 20 0,0-6 0,-1 3 15,-1-5 1,-1-1-229,0 4 0,-1-2 0,0 3 341,0-7 0,-1 3-17,-3 1 0,-2 7 368,-3 5-354,-7 16-90,6 16-22,-6 26-45,4 15-17,3-3 1,0 3-149,2 8 0,1 1 134,0-6 1,3 2-211,2 8 1,2 6-1,1-2-418,-1-12 0,2-2 0,0 2-759,2 8 0,0 2 0,1-2 1407,0-6 0,1-2 0,-1-7 0,4 10 0,0-3 0</inkml:trace>
  <inkml:trace contextRef="#ctx0" brushRef="#br0" timeOffset="253712">8726 2169 18896,'0'-10'2072,"1"-25"1,0-4-791,0 4-789,-2-9 0,1 1-201,-1 17-242,-2 9-67,2 17 34,-1 15-6,1 4 30,-3 10 1,-1 5 19,-4 26-315,2-13 1,0 1 241,2-6 1,1-1 11,3-1 0,3-2 0,4-3 0,5-2-182,23 20 166,17-19-1572,-12-24 1,2-6 1559,17-4 28,-16-9 0,-2-4-114,7-18 145,-19 11 0,-1-3 8,-5 1 0,-1-3 81,1-6 1,-3 1-3,1-6 635,-1-9-551,-18 36-9,0 0-204,-1 8 3287,-1 9-3287,-1 7 299,0 12-293,2 12-118,8 5-617,6 6-1097,9 0 1837,8 3 0,-13-25 0,-2-4 0</inkml:trace>
  <inkml:trace contextRef="#ctx0" brushRef="#br0" timeOffset="253896">9407 1985 20979,'-4'-3'2812,"0"0"-2722,4 3-1574,-15 3-4341,21 16 5825,-10 2 0,16 0 0,-4-8 0</inkml:trace>
  <inkml:trace contextRef="#ctx0" brushRef="#br0" timeOffset="254188">9739 2036 24771,'-6'-5'2950,"2"1"-2883,4 4 1160,0 0-987,-62-37-418,46 30 136,-18-11 1,5 8 48,27 29-140,5 12 186,11 10-173,4-6-78,0-11 1,5 1 28,7 3 1,2-1 129,-8-5 0,2 1-24,15 12 0,-3-2-111,-12-8-3579,10 23 3535,-33-33-600,-21 13 385,-3-21-2062,-28 2-123,17-7 2127,0-5 1,1-2 0,8 3 0,-12-7-1</inkml:trace>
  <inkml:trace contextRef="#ctx0" brushRef="#br0" timeOffset="254346">9524 2028 26043,'18'35'-1474,"0"0"1,13 15 1436,-38-10 1,-4-3 0,5-13 0,-2 11 0</inkml:trace>
  <inkml:trace contextRef="#ctx0" brushRef="#br0" timeOffset="254714">9980 2478 25976,'25'-39'176,"0"-1"1,0 1-1,4-7 1,-3 3-113,-6 11 0,-2 1 15,4-25-1188,-6 3 1,-1-2 1116,-4 15 1,-2-1 2,-1-1 0,0-3 0,-2 2 28,-1-9 1,-2 3-24,1 7 1,-2 2 22,-3-3 1,-3 6 733,-9 11-764,1 8 393,-6 12-228,6 20 73,-8 34-96,7-4-349,4 1 0,3 5 254,3-6 0,3 2-288,2 2 0,1 4 0,2-3 251,-1 4 0,3 1-166,7 3 0,4 3 1,0-8-157,-2-17 1,0-2-236,6 7 0,2 2 0,-1-6-476,11 9-3902,-4-11 1,0-3 3556,-5-8 0,5 2 0,-24-22 0</inkml:trace>
  <inkml:trace contextRef="#ctx0" brushRef="#br0" timeOffset="254871">10013 2145 22838,'-3'-3'2635,"1"2"-2753,2 1-1851,118-33-3943,-64 25 5914,-4-2 0,8-3 0,-12 6 0,-14 8 0,-1 2 0</inkml:trace>
  <inkml:trace contextRef="#ctx0" brushRef="#br0" timeOffset="255488">1998 3483 9077,'-45'-2'1756,"1"1"0,-1-1 0,-17-1 0,2-1-939,14 1 1,5-1 7,-16-2 33,34 1-637,21 2-137,15 1-34,9 1 34,40 0-776,-20-1 0,7 0 708,-5 1 1,8 0 0,0 0 0,-2 0-871,2 0 1,-2-1 0,5 1 850,-6 0 1,5 0 0,3 1 0,0-1 0,0 1 2,0 1 0,0 1 0,0 0 0,1 0 0,1 0-313,-6-1 0,0 0 1,1 0-1,0 1 0,0-1 1,0 1 330,0-1 1,-1 1 0,1 0-1,-1 1 1,1-1 0,1 0-206,2 0 0,1-1 0,0 1 0,1 0 1,-2-1-1,0 1 245,6-1 0,-2 0 0,0 0 1,2-1-1,5 1-65,-14 0 0,3-1 0,3 1 0,2-1 0,0 1 0,0-1 0,-1 0 0,-2 1 1,-3-1 38,9 0 1,-3 0 0,-2 1-1,0-1 1,2 0 0,4 0-9,-9 0 0,4 0 1,2 0-1,1 0 0,1 0 1,-1 0-1,-1 0 0,-2 0 1,-3 0 13,-1 0 1,-2 0-1,-3 1 1,0-1-1,1 0 1,2 1-1,3-1 4,-2 0 1,2 0-1,3 0 1,2 1 0,1-1-1,-1 0 1,0 0-1,-1 1 1,-3-1 0,-3 0-27,6 0 0,-4 1 0,-2-1 0,0 1 0,0-1 0,3 1 0,4-1 15,-8 0 0,3 0 0,3 1 0,1-1 0,2 0 0,0 0 0,-1 1 0,-1-1 0,-2 0 0,-4 0 0,-3 0-1,13 1 1,-7-1 0,-2 0 0,-1 0 0,2 1 0,4-1-6,-3 0 0,4 0 0,2 0 1,1 0-1,0 1 0,-3-1 0,-2 0 1,-5 0-9,5 0 1,-4 1 0,-2-1 0,-2 0 0,3 0 55,2 1 1,1-1 0,0 0-1,0 1 1,-3-1-58,7 1 1,-2 0 0,0-1 0,-1 1-19,0 0 1,0-1 0,-1 1 0,1-1-64,-1 1 1,2 0-1,-2-1 1,-5 0-358,0-1 0,-5 0 0,-2-1 14,5 0 1,-4-1 407,4-5 0,-8-1 0,-14 3 0,8-5 0</inkml:trace>
  <inkml:trace contextRef="#ctx0" brushRef="#br0" timeOffset="256130">11033 1711 15283,'-3'-3'2095,"0"2"597,3 1-2174,-39 27 287,28-12-520,-9 10 1,2 3-22,21-8 237,11 21 63,2-25 473,10 3 55,0-18 185,3-11-366,-5-4 272,11-24-264,-17 6-4,6-15-77,-16 10-479,-9 5-497,-4 10-623,-9 2-197,4 12 293,-20 2 837,15 9 311,-15 12-2095,9 22-338,4-4 1351,5 1 1,3-3 0,5-17 0,-1 9 0</inkml:trace>
  <inkml:trace contextRef="#ctx0" brushRef="#br0" timeOffset="256495">11323 2288 28256,'-4'0'2655,"1"0"-799,3 0-1856,-65 7 0,44 5 0,-15-2 0,4 2 0,26 8 0,13 10 0,1-15-315,29 14-340,-3-19 623,29-3 127,-11-23-100,-6-7-138,-17-13 674,-18 0-7,-16-4-524,-2 14-95,-10 1-479,-8 11 213,4 7-239,-10 0-163,3 23 591,10-2-2423,-4 25 2634,15 2 0,1-14 1,4 0-1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9T13:45:24.45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1894 1920 24228,'-11'-29'11,"2"24"57,9 64-43,0-23 0,0 4-10,-2 5 0,0 4 0,0-2-1184,0 9 0,0 0 1161,-1-7 1,0 3-1,3-2-90,6 13 0,5-6 106,0-15 1,4-4-264,7 6 0,6-8-400,25-8 90,2-16 566,-1-19-152,-7-12 145,-13-4 87,-13 0 1,-2-3 175,5-16-49,-7 10 0,-2-1 307,4-21 62,-5 5-292,-6 14 466,-2 0-399,-3 20 981,-1-2-1322,-2 14 459,0 28-448,0 6-11,0 27-11,0-2-233,3 3-204,5-2-644,10-5-2335,9-8-6415,5-13 8507,-9-12 1,-7-11 0,-13-7 0</inkml:trace>
  <inkml:trace contextRef="#ctx0" brushRef="#br0" timeOffset="158">2561 2236 22313,'-32'-24'-494,"0"-1"0,-13-4 0,50 38 0,4 5 0</inkml:trace>
  <inkml:trace contextRef="#ctx0" brushRef="#br0" timeOffset="567">2725 2161 24598,'1'55'18,"0"0"1,1-2 0,-1-3-8,2-12 0,0-3 3,-1 1 0,-1-2 9,-2 16 66,-3 1 236,0-32 146,0 1-297,3-21-3169,10-37 3102,-2 12-15,3-6 0,2-2 60,9-13-77,-7 19 1,1-1 36,15-21-45,-1 12-28,-4 13-28,0 11-22,2 10 3403,7 13-3397,6 11-9,-11 1 0,-1 2-14,11 11-2226,-4 4 1,-4 1 1497,-7-7 72,-5-4 1,0-1-5187,0-3 5870,1-8 0,-7-3 0,-3-9 0</inkml:trace>
  <inkml:trace contextRef="#ctx0" brushRef="#br0" timeOffset="768">3470 2114 21674,'-6'-55'1458,"0"-1"0,0 3 1,0 9-910,3 22-275,-1 3-274,2 12 0,2 16 6,3 5 16,9 45-11,5 0-908,-1-1 1,0 3 851,-5-23 0,-1 0-339,5 21 1,-1 1-1436,-4-18 0,0 0 1819,4 13 0,0-2 0,2 7 0,-2-13 0</inkml:trace>
  <inkml:trace contextRef="#ctx0" brushRef="#br0" timeOffset="1066">3939 2190 20520,'0'-8'4330,"0"3"-4089,0 5 39,0 0-241,-60-54 6,29 50-34,-11-16 1,-2 6 4,12 37 1,5 9-879,-18 12 868,12-5 0,2 2-6,12-13 0,2-1 0,-2 6 0,2 0 154,-3 20-159,20-13 33,19-12 11,20-12-22,20-7-62,-10-10 0,1-2-321,-14 1 1,0-2 149,21-3 0,1-2-417,-16 0 1,1-1-1424,1 0 0,4-1 1,-2 1 1687,6-2 0,-3 0 0,-2 1 0,-7 2 0,-9 2 0</inkml:trace>
  <inkml:trace contextRef="#ctx0" brushRef="#br0" timeOffset="1809">4433 2277 18902,'-5'-1'4290,"1"0"-3075,4 1-425,-63-12-695,44 9-62,-17-5 1,5 5-28,27 8 0,2 3-12,9 7 40,9 1-11,4-2-7,28-2-32,-8-10-24,19-9 52,-15-9 16,-9-10 5,-11-6 12,-13-5 22,-21-9 62,-15 4-28,-11 8-17,-8 15 89,-8 23-77,7 10-74,0 7 6,8 12 11,11 17-33,5-8-20,10-8 0,6 2-23,7-4 1,6 0-1811,3 0 0,3 0 1667,1-2 1,5-3-460,11-4 1,5-5-595,-2-6 1,3-5-835,22 1 0,4-5 1423,-7-5 0,0-5-221,-11-1 1,0-2 0,-3-1 483,0-3 1,-3-3 450,5-6 0,-4-3 852,-15 4 0,-3-1 372,4-5 0,-3-2 1731,-5-2 0,-4 0-1485,2-17-963,-8 8 732,-17 16-787,-8 14-203,-31 9-241,10 7 355,1 5 0,0 5-397,9 0 1,1 4-18,-9 11 1,2 2-8,-7 12-10,22-13 1,7 1 461,17 11-470,12-5 70,8-7-31,20-20-33,-13-12 22,5-7 1,1-6 22,15-18-300,-14 5 1,-3-5 268,-8-3 0,-4-4 4,-6 2 1,-2-5 0,-2 3-443,0-5 0,-1-1 442,-4 1 1,0-3 0,-3 1 101,-2-6 1,-2 2-303,0 1 1,-2 2 371,-2 2 0,-3 4 6,-3 4 112,-3 11 349,5 16-579,1 2 1076,3 17-1142,3 20-1,2 7-3,0 0 1,0 5-388,2 17 1,1 2 372,-2-11 1,2 3-65,-2-6 0,2 7 0,0-1 0,0-6-913,0 0 0,2-1 262,2 11 1,1 6-1,2-3 721,0-16 0,0-3 0,0-2 0,0 6 0,-1-3 0,2-6 0,-1 0 0</inkml:trace>
  <inkml:trace contextRef="#ctx0" brushRef="#br0" timeOffset="2732">6478 1944 19833,'-9'-48'1381,"0"-1"1,0 1-1,-3-17 1,1 11-876,1 19-417,2 16-43,5 10-164,2 14 287,1 12-92,4 21 4,1 23-391,-2-21 1,0 3 441,-1 5 0,1 2-46,0 2 0,1 0-68,1-2 1,2-1-77,3-5 1,3-2-145,2-6 0,3-3-5,2-8 0,3-3-137,26 4 75,5-24 72,4-22-84,-28 3 1,0-4 366,0-4 0,-2-1 55,-2-3 0,-2 1 110,10-17-27,-19 14 1,-3 1 178,-3-8 756,1-9-606,-11 22-162,-2 11-277,0 8 308,0 4-270,2 8 152,0 9-120,1 13 9,5 13-230,3 7-73,8 5-67,0-12-367,1-12 1,2-1-2258,12 6 265,-7-12 0,1-2 2550,11 2 1,-12-12 0,-11-6 0</inkml:trace>
  <inkml:trace contextRef="#ctx0" brushRef="#br0" timeOffset="2907">7292 1789 25392,'-4'-9'259,"-16"-24"1,-3-4-653,6 15 179,-6-14 1,1 5-293,14 23 291,5 11-906,13 22-949,-1-4 1882,17 31 0,-17-35 0,5 9 0</inkml:trace>
  <inkml:trace contextRef="#ctx0" brushRef="#br0" timeOffset="3190">7672 1825 29057,'-4'-6'241,"2"1"-739,2 5 2067,0 0-954,-58-42-887,43 47 970,-41-21-650,62 65-848,7 9 828,-2-26 1,1 0-276,3 0 0,0 1-207,2-2 0,1 0 25,-1-2 0,0-1 47,14 27-809,-15-22 204,-7-2 34,-18-20-316,-6-2-2697,-9-11 4104,-6-12 0,14 5 0,0-5 0</inkml:trace>
  <inkml:trace contextRef="#ctx0" brushRef="#br0" timeOffset="3341">7478 1888 31372,'-4'-9'-2896,"-2"-3"3211,2 42 0,0 18-530,-1-16 0,-2-1-1484,-1 11 1,0 2 1687,-1 6 0,0-3 0,1 7 1,1-4-1</inkml:trace>
  <inkml:trace contextRef="#ctx0" brushRef="#br0" timeOffset="3699">8097 2185 26302,'8'-57'524,"-1"1"0,2-9 1,1 6-266,0 4-309,-2 10 1,-3-2 124,-2 12 1,-3-1-89,-4-5 1,-2-3 0,0 3-835,1 2-1,-1 3 809,-6-11 1,-1 4 615,-2 12-616,3 9-46,2 3-237,5 11 382,3 6-72,1 12 1437,2 2-1397,3 20 0,1 6-23,0 6-411,1 10 1,0 4 405,-3-14 0,0 2-10,0 1 1,0 5 0,1-4-566,-1 5 0,2-1 506,0-6 0,2 3 0,1-4-290,3-3 1,3-2-1110,11 15 1,4-1-113,-9-19 1,2-3 1579,10 3 0,-3-6 0,-8-14 0,-1-4 0</inkml:trace>
  <inkml:trace contextRef="#ctx0" brushRef="#br0" timeOffset="3865">7988 2076 24934,'8'-42'-444,"-1"1"1,25-6-1,10 9 469,8 21 0,2 6 1,-7-3-1,-2 1 1,-9 6-1,0-1 1</inkml:trace>
  <inkml:trace contextRef="#ctx0" brushRef="#br0" timeOffset="4241">9062 1518 25594,'-46'16'175,"0"1"0,6-4 0,9 5 796,19 38-1108,18-16-270,3-3 569,17-12-102,8-13 442,-5-2-239,12-13 775,-18-11-458,7-19-74,-14 8-45,-3-27-196,-14 29-162,-7-26-420,-2 28-119,-5-5-276,3 17 79,3 5 245,-4 11 341,-2 11-1103,-4 18 1182,7-2 1,1 1 0,-1 0 0,1 13 0</inkml:trace>
  <inkml:trace contextRef="#ctx0" brushRef="#br0" timeOffset="4558">9147 2011 27479,'-4'0'1999,"1"0"-1365,3 0-589,-39 52-135,34-35-71,-13 44 113,43-54 278,11-2-172,-14-8 296,0-14-216,-12 4-199,1-16-44,-14 2-84,-9-2-118,-3 3-107,-13 5-62,0 11-786,-5 0-238,7 7 1536,0 11 1,18-5-1,-3 5 1</inkml:trace>
  <inkml:trace contextRef="#ctx0" brushRef="#br0" timeOffset="5267">1505 3277 9144,'-51'10'1506,"-1"-1"1,-11 3 0,5 0 55,11-1 96,8-3 0,3-1-798,16-3-703,0-1 6,23-3 95,16 0-135,1 0 157,21 0 0,5 0-146,6 0-1177,-12 0 1,8 0 0,-5 0 1081,-9 0 0,2 0 5,11 0 1,10-1 0,2 1 0,-4-1-530,-3 0 0,-3 0 0,5-1 496,-5 1 0,4 0 1,2-1-1,-1 1 0,-2-1-10,0-1 1,-3 1-1,0-1 1,4-1 4,1 0 1,3-1 0,1 1 0,-1-1 0,-4 0-333,-1 0 1,-3 1 0,-1-1 0,3 0 329,10-1 0,4-1 1,-2 0-1,-5 0 1,-9 1 1,-5 1 0,9-2 11,-5 1 1,8-1-1,5-1 1,2 1 0,0-1-1,-4 0 1,-5 2-342,8-2 1,-7 2 0,2-1-1,10-1 323,-15 2 1,6 0-1,5-1 1,4-1-1,1 1 1,2-1-1,-2 1 1,-2 0-1,-4 1 1,-5 1-4,6-1 0,-4 1 0,-3 1 1,-2 0-1,2 0 0,3-1 0,-2 0 1,2 1 0,1-1 0,0 0 0,1 0 0,0 1 0,0 0-38,-5 1 0,2 0 0,0 0 0,0 0 0,0 1 0,-2 0 0,-1 0 0,-3 0 43,11 0 0,-4 0 1,-2 0-1,1 1 1,5-1-40,-6 1 1,4-1 0,2 1 0,1 0 0,-1-1-1,-1 1 1,-3 0 39,-1 0 1,-2 0 0,-1 1 0,-1-1 0,0 1 0,1-1 4,-1 1 0,1-1 1,-1 1-1,1-1 1,-1 1-1,1-1 0,0 1 0,-1-1 1,1 1-1,-1-1 1,1 1-1,0-1-1,0 1 1,-1-1-1,1 0 1,0 1 0,0-1-1,-1 0-6,1 1 0,-1-1 0,0 1 0,1-1 0,-1 1 0,0-1-4,9 1 1,0-1 0,0 0 0,-1 1 0,0 0 6,-3 0 0,0 0 1,-1 0-1,0 1 1,-1 0 6,-3-1 1,-1 1-1,-1 0 1,0 0-1,-1 0-9,8 0 1,-1 1 0,-1 0 0,-1 1 102,-5-1 0,0 0 0,-2 1 1,0-1-95,10 1 0,-2 1 0,-1-1 385,-7 0 0,-1 1 0,-1 0-374,18 1 1,-6 0-9,-22-1 0,-5-1 261,21 4 1883,-45-5-2656,-8-1-998,-7-2 1496,-8-1 0,8 1 0,-1 0 0</inkml:trace>
  <inkml:trace contextRef="#ctx0" brushRef="#br0" timeOffset="6315">11431 2169 25309,'-21'30'-4,"1"1"0,1 15 1,5 4-283,11-6 1,4 2-1889,-1 8 1,1 1 2173,4 3 0,0-6 0,2-3 0,1-11 0</inkml:trace>
  <inkml:trace contextRef="#ctx0" brushRef="#br0" timeOffset="6540">10991 2204 21752,'-5'-3'1871,"1"1"-1691,4 2-225,101-40-98,-60 32 0,3 1-992,11-7 1,7-4 0,-2 5 202,-16 9 0,-1 3 1,-1 0 931,23 0 0,-5 1 0,-24 0 0,-4 0 0,19 2 0</inkml:trace>
  <inkml:trace contextRef="#ctx0" brushRef="#br0" timeOffset="6733">11122 2676 19781,'-4'1'4010,"0"-1"-3058,4 0-952,87-26-92,-53 19 0,2 1-694,11-5 0,6-2 0,-1 2-1250,8 2 0,-3 2 2036,-4 0 0,-4 0 0,-15 3 0,-5 0 0,6-1 0</inkml:trace>
  <inkml:trace contextRef="#ctx0" brushRef="#br0" timeOffset="7174">12310 2170 22548,'-13'-60'1030,"-1"0"1,0 1 0,2 8-477,3 19-369,1 4-185,5 17-5,3 22 33,7 20 11,2 26-34,1 0-13,-4 1 0,-4 5-736,-3-14 0,-2 2 594,0-1 1,0 4 0,-1-4-78,-3 2 1,-1 0-697,1-2 1,-2 3 0,0-5-1658,2-1 1,-1-3 1991,-2 14 0,1-5 1,2-8-1,4-27 0</inkml:trace>
  <inkml:trace contextRef="#ctx0" brushRef="#br0" timeOffset="7332">12083 2567 22727,'0'-42'722,"1"0"1,0 2 0,4 8-712,9 19-202,27-1-94,-5 7-393,22 3 678,-8 4 0,-3 1 0,-8-1 0,-1 0 0,0 0 0</inkml:trace>
  <inkml:trace contextRef="#ctx0" brushRef="#br0" timeOffset="7775">13074 2269 26396,'-40'-29'24,"0"-1"0,3 3 1,9 14-8,23 41-23,2-3 17,11 36-16,0-30-9,3 0 0,3 0-9,14 11 6,-3-11 1,2 0-397,11 9 348,-10-14 1,-1-3-115,-1-1-163,-5 1 146,-15-12-941,-29-7 661,3-8-532,-36-19 890,29 6 135,-5-8 0,1-2 162,5-1-22,1-1 0,1 0 857,-7-11-315,4 5-424,7 11 146,12 18-393,6 5-28,0 3 33,-1 16 1,-1-2-12,-7 28-173,-8 16-315,2-9-3851,3-9 0,0 0 4317,-2 4 0,3-6 0,7-18 0</inkml:trace>
  <inkml:trace contextRef="#ctx0" brushRef="#br0" timeOffset="8423">14784 2394 20666,'1'-47'1096,"0"0"1,0 0-1,2-12 1,-6 10-688,-17 13-266,-7 22-87,-14 6-17,-17 26-642,8 12 609,1 10 19,23-4 0,4 2-20,6-8 1,2 0-6,-4 7 0,2 0-11,5-4 0,3 0 160,5 20-155,11-7 12,4-11 57,16-25 77,7-25-17,4-10-22,-1-9-3175,-1-15 3147,-18 18 215,-1-2 1,-1 0 8,1-6 78,5-9-324,-15 30-63,-7 17 46,-10 27-28,-2 19-40,-1 12-204,7-25 0,2 0 1372,4 23-4730,5-12 3596,6 0 0,-6-27 0,1-1 0</inkml:trace>
  <inkml:trace contextRef="#ctx0" brushRef="#br0" timeOffset="9623">16533 2641 20492,'29'-33'739,"0"0"0,0-1 1,1-10-1,-2-3 0,-8 7-458,-11-4-4,-3-8 0,-6 2-36,-13 10 394,-16-6-613,-19 35-5,15 15 0,-1 5-571,-8 6 1,-1 4 539,-2 7 0,1 3 2,8-5 1,2 3-11,-8 15 0,4 3 118,18-15 0,2 2-130,-5 16 1,6 0 16,11 3 268,15-3-262,23-27 17,30-17-439,-26-8 1,2-5 449,11-8 0,0-6-12,-5-7 1,-3-5 30,0-6 1,-3-1-21,-8 6 1,-3-2 7,-5-5 1,-1-5-1,-3 3-113,0-6 1,-3 0 104,0 4 1,0-4 0,-2 4 16,-1-4 1,-3 3 101,-2 11 0,-2 3-84,-1-8-113,-7 24-11,-2 21 68,-2 8 5,-1 14-3,-2 4 0,0 5 0,-1 10 1,0 2-6,-1 11 1,0 2-66,2 3 0,3 1-165,4-9 0,2-2-275,5-1 1,4-1-300,3-4 0,5-3-62,5-6 0,6-3 687,4-7 1,4-6-598,5-5 0,3-6-60,5-8 1,0-7 680,4-6 1,-1-6 428,1-7 0,-3-4 6,-10 5 0,-2-3 414,10-17 1,-5-2-10,-18 13 1,-2-1-78,7-13 0,-3 0-176,-14 12 1,-3 2 482,0-19 259,-10 19-762,-14 13 107,-8 20-466,-17 14 6,-6 19-26,20-10 0,1 2-8,-16 18 286,18-11 0,3 1-314,3 9-6,-1 14 281,22-23-213,8-13 27,9-12-5,6-18 5,5-13 40,1-15 11,-2-11-15,-17 17 1,-2 1-25,2-10 411,-4-4-372,-9 33-118,-1 2-16,-4 16 10,-4 10 18,-3 14-12,2 9-33,2 8 16,7 1 17,4-9-5,14 11-17,5-23 11,15 6 11,3-21 6,18-27 5,-17-1 0,-10-5 1,-1-4 16,10-20-381,-16 12 0,0-4 370,-2-4 0,-2-3-468,0-5 0,-1-3 459,0-4 1,-1-4 11,-3 12 1,-1-3 0,0 3-7,0-2 0,-1 2 42,3-11 1,-3 7 117,-5 14-96,-3 7-122,-5 20 27,-9 37 12,-1 14-6,0-3 0,0 5-393,1 5 1,1 2 372,-1 7 1,1 2-185,2-17 0,1 2 0,0-1-88,0 3 1,0-1 0,1 1-404,0 0 1,1 0-1,1-1-1156,-2 19 0,3-1 1851,3-6 0,0-5 0,1 6 0,2-20 0</inkml:trace>
  <inkml:trace contextRef="#ctx0" brushRef="#br0" timeOffset="10141">17843 2320 18722,'-6'-5'5237,"0"1"-4710,6 4 381,-65-53-1077,50 39 144,-21-16 0,12 7-71,45 28-111,20 3-124,5-2 1,2 1-386,-11-2 1,1-1 233,22 0 0,4-1-196,-11-2 0,1-2 204,6-4 1,0-4 688,-2-3 1,-4-3-85,-18 3 1,-6-4 597,8-25 246,-29 14-51,-11-2-286,-16 9-184,-16 9-129,-13 8-135,-5 12 863,8 1-1028,15 6 1,2 3-15,-5 12-11,12-6 0,2 1 0,3 20-23,13-1 588,7-10-560,17-9 1,6-4 45,5-6 16,-1-2 0,0-7 196,11-26-162,-14 2 140,4-19 11,-18 8 45,1-8 44,-5 1 57,-5 4-320,-3 12 1,-3 7-79,0 10-51,-4 6 35,-5 12-1,-13 30-11,5-7-730,1 5 1,1 2-33,4 0-4126,4 8 1,3 0 3897,6-12 0,2 13 1,-2-45-1</inkml:trace>
  <inkml:trace contextRef="#ctx0" brushRef="#br0" timeOffset="10707">19667 2248 22215,'-9'-48'684,"-1"-1"0,0 0 1,-4-2-1,-3 0 1,0 11-500,-8 10-71,1 5 1,-2 4 85,-12 8-200,2 10 6,6 11-6,9 36 5,12-12-8,4 12 1,2 3-685,8 1 692,2 0 1,6 3-1,8-6 1,4-2-26,0 2 1,0-1 13,2-2 1,0-2 10,-5-7 1,-3-4 42,-2 9-3,-6 1 27,-39-12-21,-15-14-29,7-9 1,-3-2-461,-1-6 0,0-1 443,6 1 1,1-3-37,-14-8 0,3-7-206,-1-18-744,18 7 1,8-4-2384,20-1 1,10-1 2774,4 1 0,3 4 0,14-14 0,-9 24 0</inkml:trace>
  <inkml:trace contextRef="#ctx0" brushRef="#br0" timeOffset="10923">20030 1819 26379,'-19'51'11,"-1"-1"0,8-8 1,2 2-1,2-1-67,5 9 0,4 1-781,0-10 0,1 1 0,2-1-17,2 11 0,3-3 215,-2-11 1,1-1 579,5 12 0,-1-5 0,-3-15 1,4 20-1</inkml:trace>
  <inkml:trace contextRef="#ctx0" brushRef="#br0" timeOffset="11691">19912 2463 21343,'-10'-50'1301,"1"0"1,0 10-1,3 3-880,7-4-281,12 12-168,7 4-39,16 7-84,10 15-17,-4 7-482,-2 3 0,1 1-1254,16 7 1394,-22-7 0,-1 1-1663,17 4 2122,-33-9 600,-2-6-62,-20-5 992,-11-12 1025,-7-4-1362,1 0-161,0-1-667,12 11 352,1 0-509,6 7-163,2-1-33,10 9 28,2 4-12,36 29 18,-16-10-26,9 13 0,2 4-387,-19-15 1,-1 1 310,9 13 1,-3 1 13,-14-10 1,-5-2 42,-8 22 67,-18-14 11,-14-17 11,2-11 79,-10-18-6,18-9 751,-3-14-813,15 3 6,8-10-45,5 14-14,13-4 1,4 1-9,17-3-1702,2 4 0,3 3 1691,5 4-12,-11 8 0,0 2-208,12 0 247,11-2-16,-10 0 22,-13-3 0,-19 4 23,-9-5 11,-9 8 3277,-3-1-3311,-5 3 330,-11 7-336,4 2-5,-8 7-22,4 8 22,-2 17-6,4 7-10,7 11-7,17-6 29,13-4-12,15-2 1,13-9 16,7-11 14,-18-18 0,-1-6 26,14-11-29,-1-10 56,-23-24-10,-16 8-38,-4 6 1,-2-1-14,-4-5 0,-5-10-6,-2 28-56,1 1-100,2 11-2051,10 20-1568,7 8 2916,6 9 0,-6-11 0,-6-7 0</inkml:trace>
  <inkml:trace contextRef="#ctx0" brushRef="#br0" timeOffset="12182">21608 2281 19580,'1'-5'5875,"0"1"-4660,-1 4-1153,-52-19-45,16 35-29,-4-13 1,1 5 19,14 15 1,4 8-15,0 5 1,3 2-23,-3 13-25,13-16 0,6-1-149,18 7-98,5-14 1,3-2 69,18 6-239,-3-14 1,3-5 272,-7-8 0,0-4 78,10-3 1,1-4 108,-1-3 1,-1-7 67,-7-6 1,0-7 0,-3-2 44,-4-5 1,-2-4 0,-1 1-450,0 2 0,-1 0 0,-2-3 450,-1-9 0,-4-3 0,-1 3 99,0-7 0,-2 1-25,-4 11 0,0-1 1,-1 0 74,1-14 1,-2 2-311,-5 9 0,-3 4 201,-2-4 23,-6 15-134,3 29 296,-1 6-324,2 6 1239,-6 32-1234,-2 18-8,2-11 0,-1 4-413,0 6 1,0 1 403,2-15 0,0 1 1,1 0-5,-1 2 1,0 0 0,1 0-4,0 0 0,1 0 0,0-1-10,0 6 1,0 0-250,3 16 1,3-6-183,4-1-2680,7 0 0,4-4 3134,2-18 0,7 11 0,-18-40 0</inkml:trace>
  <inkml:trace contextRef="#ctx0" brushRef="#br0" timeOffset="12649">21895 2361 20677,'-3'-4'3652,"0"0"-2666,3 4-992,91-46-1591,-29 34 1582,-18-3 0,6-4 0,-3 6-41,4 9 0,-4 3 36,-14-1 1,-1 0-6,6-2 0,-3-2 524,-4-5-438,-1-6 250,-15 4-216,-10-3-39,-7 9 169,-7-1 780,0 5-820,-7 7-62,0 9-44,-3 14-29,0 9-27,7 10 21,6 6 1,13 4-28,12-1-14,5-23 0,2-3-452,13 10 465,-7-16 1,1-5-45,6-6 118,6-8-6,-9-16-6,-9-14 12,-8-13-46,-13 7 1,-2-1-22,-1-14-4,-5 11 1,0 2 452,-3-8-444,-2-6 78,4 21-285,1 7-6,2 17-728,0 9-1484,5 8 2397,9 13 0,-6-10 0,4-1 0</inkml:trace>
  <inkml:trace contextRef="#ctx0" brushRef="#br0" timeOffset="13024">22905 2204 20403,'-4'-4'4760,"1"0"-4311,3 4-387,62-33-12,-23 35-45,10-8 1,0 5-11,-10 27-4,-15-3 1,-3 2-20,-3 11 39,-1 20-11,-11-20 22,-12 8-16,-2-28 123,-11 7 78,5-14 174,-7-5-264,10-10 163,-1-21-207,9 8 84,6-33-135,4 26-10,12-25-1,3 20-90,17-7-21,-9 16-290,1 13 1,2 4-92,0 7-200,2 2 0,1 4-2282,17 14 2478,-17-4 0,-1 0 0,4 2 0,-5 1 0</inkml:trace>
  <inkml:trace contextRef="#ctx0" brushRef="#br0" timeOffset="13348">23714 2389 15589,'-7'0'7007,"1"0"-5503,6 0-1078,0 0 53,-57-19-289,54 23 109,-44-17-176,79 30 650,-9-9-616,31 1-11,-8-14-62,7-7-39,-18-5 33,-15-15-61,-13 1-12,-5-10 7,-6 10-1,-14-2-22,0 20 27,-18 0-10,13 14-12,-22 20 18,15 7-12,-5 8-12,10 2-2,15-9 0,3 5-154,5 4 0,2 1-902,3 9 0,2-2 98,3-6 1,3-3 971,8-2 0,1-4 0,-6-9 0,7 6 0</inkml:trace>
  <inkml:trace contextRef="#ctx0" brushRef="#br0" timeOffset="14175">25198 2307 24704,'-30'12'11,"0"-1"1,-13 1-4,25 17 0,6 5 4,3-4-1,2 26 6,17-24 44,10 7 62,12-23 51,6-13-84,-4-8 101,18-24-68,-16-3-2512,6-6 2478,-16 4 197,0-9-196,-14 21 66,6-12-251,-16 30 50,-2 8 68,-1 3 2433,0 23-2467,0-10 56,7 29-23,1-28-28,24 23 23,3-24-17,5-6 0,3-3-327,14-1 338,-8-7 0,-1-3 73,16-11-11,-27 3 0,-2-4 117,16-24-61,-20-11-28,-20-8 28,-21-5-45,-3 14 67,-17-5-28,2 16-190,1 7 17,7 10-130,11 19-312,7 11-1021,1 10-2643,13 8 3389,3-1 1,-1-10 0,-3-9 0</inkml:trace>
  <inkml:trace contextRef="#ctx0" brushRef="#br0" timeOffset="14957">26143 2008 25959,'2'61'36,"-1"-26"1,0 1-34,1 6 0,0 4 2,-1 13 1,0-1-807,-1-17 0,0-2 803,-1 14 1,-1-2 14,-3 1 518,-5 3-423,1-18 489,1-17-298,3-14-135,3-37-107,6-3-47,0 3 0,2-2 9,12-24 33,7 0-34,-7 27 0,1 3 803,5-6-825,8 6 17,-15 22-17,5 8 5,1 9 6,4 10-16,4 11 5,2 7-11,-7-5-96,-2-2 1,2-1-342,3-1 0,-4-5 0,2-2-953,11-11-55,3-10-163,11-18 1401,-18 0 184,8-21 112,-27 13 617,7-27-258,-14 23 1742,3-24-1759,-11 36 101,-5-8-258,-6 20-89,-9 5-140,5 3-12,-4 7 12,12 2 5,1 5-28,7-3 51,34 14-34,-11-16-17,13 0 0,3-3-17,-5-5 14,-1-6 1,-1-3 8,6-12 16,-13-4 1,-2-2-6,6-12 33,-16-1 1,-4 0 22,-7 1 135,-12-25-90,-3 33 201,-21-13-201,8 23-34,-27 6-61,14 32-18,1 2-1384,8 27 1396,19-20-194,4 6 0,4 4 77,16 19-239,1-15 1,5 0-2862,7-7 0,5-3 3189,-2-4 0,0-3 0,12 7 0,-19-18 0</inkml:trace>
  <inkml:trace contextRef="#ctx0" brushRef="#br0" timeOffset="16256">27316 2283 12528,'-5'-2'6088,"0"0"-392,5 2-5231,3-25-263,-2 18-141,1-18-66,-1 25-1,2 12 17,0-2-16,6 17-7,-2-7 7,18 26 16,-2-10-11,-1-5 0,1 1 17,9 10-17,-1 1 0,-17-22 39,-9-6 6,-8-10 168,-16-3-146,6-6 73,-15-8-67,18 1 84,-7-19-39,11 2 22,7-26-107,6 20 29,22-19-62,-11 33-56,21-8 11,-17 21-588,15 5 0,2 4-336,0 4-2031,6 3 1,-1 2-1605,-7 4 4604,13 9 0,-32-15 0,-2 0 0</inkml:trace>
  <inkml:trace contextRef="#ctx0" brushRef="#br0" timeOffset="16583">27762 2498 26088,'34'6'232,"0"1"1,14 3-127,12-15 124,-18-12-118,-1-7-28,-5-13-39,-17 2-23,-9 7 12,-12-3-18,-4 18-16,-21-4 0,10 13 40,-18 2-35,11 8-10,-15 12 5,12-1 11,-9 21-11,20-14-3,3 5 0,1 2-103,4 17-869,10-5 0,5 1-4017,8 6 4992,3-19 0,0-3 0,-5-12 0,1-2 0</inkml:trace>
  <inkml:trace contextRef="#ctx0" brushRef="#br0" timeOffset="18023">2686 4077 19075,'-15'-59'1663,"0"0"1,-1 5-1,0 11-1461,1 21 257,-3 9-448,13 13 141,-5 33-141,5-9 23,-1 9 0,-1 5 27,-2 23-47,1-3 0,1 4 3,3-12 0,2-2-193,-2 2 1,4-5 209,15 8 171,1-39-65,29-9-28,-6-21-23,-4-7 1,0-3-672,8-15 626,-13 5 1,-2-1 45,3-12-135,-14 20 0,-1 0 129,5-19 459,-9 14-515,-7 17-6,-7 16-16,-2 11 681,-15 39-704,6-3 22,9 2 1,9 1-12,12-15 1,4-2-209,-1 0 0,5-4 228,14-10 0,3-9-12,-9-8 1,1-4 8,8-2 1,1-4 16,-3-3 0,-1-6 42,-1-10 0,-4-3-20,7-13 39,-20 1 1,-6 0-56,-7 3 8,-6-2 0,-3 1-14,-4 8 33,-11-20-66,3 32-62,-3 1-1,6 11-189,1 12-471,3 14-2879,1 25 1131,3-8 2476,15 25 0,-7-42 0,7 8 0</inkml:trace>
  <inkml:trace contextRef="#ctx0" brushRef="#br0" timeOffset="18407">3784 4094 20940,'-4'-2'3557,"1"0"-1955,3 2-1630,-40 3 23,37 6 21,-24 3-4,44-1 72,31-3-40,-23-9 74,29-8-45,-33-3 112,19-24-40,-19 4 57,3-25-163,-17 21 28,-15-12 0,-9 22 17,-29 2 17,-10 31-78,1 4-9,20 17 0,5 4-511,6 1 486,6 2 0,4 2-17,8 18-17,11-13 0,3 1-162,7 15-392,7-19 0,5-3-1093,-1-14 1,4-2 1691,17 9 0,0-3 0,4 2 0,5-3 0</inkml:trace>
  <inkml:trace contextRef="#ctx0" brushRef="#br0" timeOffset="19100">5350 4043 21500,'17'-38'1088,"1"-1"0,-1 0 0,7-13 1,-8 9-843,-16 18 141,-4 7-236,-4 12-112,-7 7-22,3 6 11,-10 18-17,9-2 0,-3 17 0,2 4-11,1 1-1716,2 6 1,2-1 1704,8-10-24,9-1 1,5-1 23,18 7 14,1-16 0,3-3 8,13-4 8,-8-20 1,-1-7 19,4-15-11,-14 2 0,-2-2 0,5-13 95,-4-22-61,-17 27 72,-1-28-61,-11 34 3335,-4-3-3419,-1 17 92,-8 17-92,7 1-17,-10 22 11,12 11-11,7 3 22,6-3-5,20-10 0,21-14 67,11-5-403,-20-12 0,2-4 344,-6-4 0,0-4 20,-1-4 0,-2-2 0,15-12-133,-22 2 0,-5-2 161,-1-16-6,0-8 14,-17 20 0,-5 0-2,-7-9-12,-8-15-33,0 28-12,-11 8-56,8 17 627,-8 12-861,9 14-363,6 16-260,6-3-4206,30 22-801,-3-27 5835,2-5 1,1-3 0,-6-10 0,2-1 0</inkml:trace>
  <inkml:trace contextRef="#ctx0" brushRef="#br0" timeOffset="19456">6724 3937 24512,'-57'-27'224,"0"1"0,5 4 0,6 12-207,6 32-1,4 17 700,9 10-722,16-18 1,5 1-7,6 20-27,22 7 17,11-30 290,14-8-178,6-29 16,-1-23-22,-7-10 45,-16-15 22,-20 5-1630,-14 19 0,-2 1 1529,-3-11 311,-16-6-339,6 28-28,-6 4-33,0 9-62,1 16-218,4 11 2597,8 14-4995,13 9 2717,18 6 0,-7-22 0,7-3 0</inkml:trace>
  <inkml:trace contextRef="#ctx0" brushRef="#br0" timeOffset="19763">6883 3885 22733,'-3'-5'3708,"1"1"-2885,2 4-845,3-37 38,19 47-10,10-16-12,-8 28 1,1 10-12,-1-1 0,-1 3-493,-1 10 0,-2 0 487,-8-14 1,-2 0-9,-1 11 0,-6-2 43,-14-3 44,-8-1 162,-21-41-179,19-5 62,-6-41-39,24 2-40,4 17 0,2-1-16,1-1 0,4 1-93,7-2 0,3 4-238,9-10-700,-2 20 0,2 4 404,22 5 0,-15 3 0,-3 5 0</inkml:trace>
  <inkml:trace contextRef="#ctx0" brushRef="#br0" timeOffset="20148">7667 3680 22148,'1'-44'980,"-1"0"0,1 0 0,-1-12 0,1 5-425,1-8-348,-4 30 233,-1 22-428,0 27 49,-1 25-14,-1 2 1,1 3-789,0-13 1,0 1 734,-3 25 1,-1-1 221,4-30 1,-1 0-331,-2 21 0,1 9 1,0-7-341,2-14 0,0 0-680,2 19 1,0 9 0,3-13-4717,8 1 5850,-1-12 0,2-6 0,-1-23 0,0-3 0</inkml:trace>
  <inkml:trace contextRef="#ctx0" brushRef="#br0" timeOffset="20407">7987 3782 17507,'0'-6'4655,"0"1"-2835,0 5-1501,-67-20-17,26 33-112,-12-8 1,0 4-96,12 27-5,17-10 0,3 0 61,5 7-5705,3 17 5582,8-16 17,10 11 1398,8-18-1443,10 8 0,10-5-101,6-6-577,9-8-1291,-4-10 0,3-3 1734,-7-1 0,-1-1 0,0-1 1,-4 0-1,3 0 0</inkml:trace>
  <inkml:trace contextRef="#ctx0" brushRef="#br0" timeOffset="21416">9927 4391 24790,'21'-56'580,"0"-1"1,-4 14 0,-1 2-500,-5 3 0,-2 1-2753,7-23 2683,-7 29 1,-1-2 27,3-20 0,-2 0 304,-5 16 0,0 0-324,0-17 1,-2 1-31,-4 4 476,-5 12-504,-3 43 28,-23 44 11,6-3-598,6-5 1,-3 8 0,2-4 597,6-9 0,1 1-12,1 4 1,-3 7 0,2 0 0,3-6 251,1-2 0,3 1-321,-1 16 1,0 9 0,3-9-60,4-19 0,2-2-185,1 8 1,2 5-1,1-8-359,8 15-527,2-8 0,1-2 303,-2-7-6183,-7 11 5903,-16-46-141,-23-21 1027,9-6 447,-4-11 1,0-2 269,-2-6 609,7 4 0,-3-7 0,4 6-9,-3-13-133,1-2 0,3 1-182,9 13 270,3 0 0,1 1-617,2 6 2252,-1-22-2481,13 36 1427,7-2-1557,18 3-5,22-1 234,-15 9 0,4-2-255,0 0 0,4-1 1,-3 1 8,5-1 1,2-2-14,6-3 1,5-4 0,-7 3 32,-18 4 0,-1-2 12,10-8 1,4-5-1,-9 3 8,6-16 69,-8-4 1,-6-2 25,-15 8 374,-7 5 0,-4 1 2,-10 10-85,-2-1-274,-1 16-34,3 7-67,1 9 1143,-1 13-1126,-2 41-17,0-9-17,3-15 0,0 3 15,0 3 0,-1 4 1,0-4-538,0-5 0,-1 1 519,0 5 1,-1 8-1,-1-1 1,2-8-7,0-8 1,0-1 4,0 8 1,0 4 0,1-7 3,1 2 50,5 13 152,2-43 90,9-16-242,6-15-38,2-9 33,10-18-31,-12 21 0,2-1-3,4-5 1,1 1-21,-1 1 1,1 2 5,1 1 1,-1 3 19,3-2 1022,6-1-1044,-15 16-12,-3 2-28,-2 10 34,-8 6 17,2 20-6,-2 9-16,2 17-37,1-19 0,2-1-502,8 11-1576,13-12 1,7-5 2119,14-8 0,-22-7 0,-3-2 0,1-7 0</inkml:trace>
  <inkml:trace contextRef="#ctx0" brushRef="#br0" timeOffset="23176">8437 3581 18078,'-7'-11'4633,"1"2"-4572,6 9 516,0 0-342,-28 39-112,17-12-70,-5 4 1,2 0-21,9-5 376,12-2-162,0-18 178,12-4-190,-1-12-27,16-17-152,-9 4 45,13-20 56,-13 11 123,1-5 95,-9 11-145,-8 12-186,-9 11-27,-8 12-6,-7 11-16,-5 10 10,0 6-10,5-2-1,8-2 17,5 0-16,2-11-12,5 3 34,2-11-23,5-1 34,2-4 56,4-7 23,0-9 89,3-15-146,-7 3 23,0-18-6,-9 10 34,-2-16-90,-1 16-39,-2-8 22,0 26-324,0-5-40,1 13-1153,8 2-2219,7 8 3742,15 9 0,-13-6 0,2 1 0</inkml:trace>
  <inkml:trace contextRef="#ctx0" brushRef="#br0" timeOffset="23409">8936 3660 21075,'-2'-4'3674,"1"1"-1669,1 3-2010,-17-44-12,12 41 17,-14-25 17,15 57-34,0 8-560,1 13-11,2-16-1652,6 14-5770,5-21 8010,2 2 0,-3-12 0,-4-10 0</inkml:trace>
  <inkml:trace contextRef="#ctx0" brushRef="#br0" timeOffset="23573">9003 3449 19154,'-8'-40'-467,"-4"3"0,22 47 0</inkml:trace>
  <inkml:trace contextRef="#ctx0" brushRef="#br0" timeOffset="24249">9152 3289 24671,'-4'52'-10,"0"0"1,2 4 0,1-6-75,6-13-1059,-1 8 1,1 0-466,-1-5-1887,-2 2 0,-2-2-3669,-8-15 6391,-5 1 773,0-20 0,-4-14 8211,-1-13-4133,1-4-2526,1-1 1506,1-3-2403,8 15 476,-3-10-985,8 16-73,3-5-101,10 8-6,10-1-5,3 2-79,18-2-257,11-4 73,2-3 128,4-6 152,-22-5 44,-16 2 180,-6-18 122,-11 11 119,-1-13-174,-5 17 627,-1-4-621,1 18 139,-1-8-252,3 14-184,0 3 44,3 20 6,3 23-22,2 12-12,-2 0 12,-4-19 0,-1-1 5,0 7 11,-1 11-5,0-27 101,-1-13-6,1-7 252,4-18-292,3-6 18,7-18-40,-2 9 62,12-12-89,-10 22-12,13-10-22,-2 20-6,4 3 34,8 11-17,-10 6-168,9 14-1523,1 19-4818,-3 4 5661,-3 7 0,-19-27 0,-7-13 0</inkml:trace>
  <inkml:trace contextRef="#ctx0" brushRef="#br0" timeOffset="25223">11109 4155 23657,'-25'26'907,"7"-7"-750,16 2-28,5-7 5,6 1 34,6-4 0,9-3 6,5-6 78,13-12-179,-13 1 95,11-15 79,-21 2 27,-2-18-229,-9 12 11,-14-15-11,-7 21 22,-9-2-22,-8 12-1,-4 10 7,-5 12-3404,-6 19 3359,14-2-18,-3 19-39,20-10 51,4 12-11,12-2-6,18-3-123,23-5-1011,1-20 0,5-4-915,-12-5 1,1-2 2065,19 0 0,-4-4 0,-17-3 0,-1 0 0</inkml:trace>
  <inkml:trace contextRef="#ctx0" brushRef="#br0" timeOffset="26507">12454 4013 25225,'-15'-38'484,"0"0"1,-7-19-404,23 24 1,4 1 86,0-23-2847,-2 10 0,-2 0 2785,1-15-3,-2 22 1,-2 4 1445,-1 10-1560,0 4 837,-2 23-820,1 8 5,-3 27 5,0-1 1,1 3-17,0-8 0,0 3 1331,-4 25 0,-1 2-1320,2-15 0,-1 1-13,-2 4 0,0 5 1,1-3 1,1 4 0,1-2 0,-4 4 0,5-4 5,12-19 1,2-8 44,0-7 130,19-3-147,-12-30 18,19-26-29,-9 8 17,2-8 0,1-3-22,-8 12 0,0-2-6,7-11 0,1-1-14,-7 12 1,-1 3-4,16-17 17,-6 16-22,9 13 11,-1 11 719,11 12-730,-12 3 45,18 20-29,-26-11-8,1 5 1,-1 0 2,-7-3 17,16 16-12,-21-24-5,15 1 28,-10-16 0,16-17-17,-17-1 34,10-25-11,-14 7-12,-7 6 1,0 0-7,0-11 46,-6-14-56,-5 39 10,-11-3-10,2 22 16,-25 20-27,17-2 5,-20 29 0,23-21-6,4 7 1,4 2-18,8 7 14,6-6 1,6-1-31,21 1-9,4-19 1,5-5-492,-3-6 1,2-5 479,13-4 0,0-3 45,-14 0 0,-1-4-263,6-6 0,-1-6 241,-7-8 0,-2-3 22,0-4 0,-3-4-432,0-10 0,-4-4 468,-9 3 1,-4 1-12,-2 7 0,-2 1 6,-2 2 0,0 0-129,-1-6 1,-1 0 186,-2 8 1,-1 1-20,-1-6 0,0 3 767,-5-2-772,-3 26 402,2 10-453,-1 8 1010,1 6-999,-2 11 370,-3 12-376,-1 0 7,-5 7-10,0-1 1,-2 4-6,1 8 1,-1 4-500,4-11 1,0 1-1,1 0 502,2 2 0,1 0 0,2-2-11,1 12 0,3-2-261,2-13 0,4 0-5,11 15 0,5-3-244,10 0-601,-2-20 0,7 2 0,-2-6-3794,1-10 1,0-3 4025,6 5 0,-2-4 0,0-9 0,-28-7 0</inkml:trace>
  <inkml:trace contextRef="#ctx0" brushRef="#br0" timeOffset="27015">14025 4009 27051,'7'26'263,"-1"-5"-246,-12 14 0,-3 4 2,3-6 1,0 2-1171,-3 22 1,0 2 1153,2-7 0,1-2-3,0 0 0,2-1-3,1-5 0,3-3 197,5-8 0,0-2-188,1 19 471,4-11-409,-9-41-52,-6-13 12,-2-8 1183,-10-23-1206,1-7 6,6 0 1,0-3-509,4 17 1,1-3 496,3-11 0,2-7 0,1 8-3,2 13 1,3 1 3,2-15 1,4-7 0,-1 8 3,-2 19 1,0 2-6,8-24 0,2 2-196,-5 21 0,-1 4 185,10-18 5,3 8-22,5 24-5,-3 12 27,12 13 6,-15 9 0,-4 27 8,-17-15 1,-5 4 19,-8 7 0,-4 0 323,3-5 1,-4-3-324,-12 2 0,-5-5-6,1-11 1,-1-4 52,1 0 1,-1-3-82,-25 8-212,19-17-286,22-9-9327,9-23 7777,8 12 0,5-10 0,-4 20 0</inkml:trace>
  <inkml:trace contextRef="#ctx0" brushRef="#br0" timeOffset="27473">14578 3795 27426,'-43'-30'236,"10"6"-197,30 24-28,2-1 17,0 1-6,-1-1-10,1 1 16,-1-1-6,-1-1-28,1 0-5,-2-1 0,2 1 17,0 0-1446,0 1-8391,17 3 8670,-9-2 1,10 2-1,-13-2 1</inkml:trace>
  <inkml:trace contextRef="#ctx0" brushRef="#br0" timeOffset="28357">15909 3912 17456,'2'-7'3027,"6"-31"1,1-6-2428,-6 13-161,9-19 1,-11 1 165,-26 29 0,-4 6-583,3-3 6,-14 16 0,0 9-11,11 20 16,-4 7 1,-2 5-26,12-11 1,0 2-548,-10 20 0,4 0 539,2 6-225,21-17 1,7-4 219,10-9-2880,13 9 2885,-1-23-19,9-9 1,4-6 118,14-12 4,-3-4-1,-2-4-19,-5-15 14,-16 6 0,-4-1 70,-4-17-120,-8 18 0,-2-1 688,-1-18-602,-9-9 225,-5 29-348,-6-5 3252,-1 24-3363,-5 17 269,8 4-729,-4 20-1294,13 3-3971,15 11-4006,2-10 9122,11-6 0,-14-20 0,-3-3 0</inkml:trace>
  <inkml:trace contextRef="#ctx0" brushRef="#br0" timeOffset="28691">16691 3532 24987,'-38'-19'102,"0"1"0,-1-1 0,-15-1 1,6 16-92,23 31 0,5 15 2,2 5 0,2 7 0,2-1-21,3-7 1,1 0 0,2 3-555,0-1 0,1 3 0,1 1 0,1 0 507,3-1 0,2 0 1,1 0-1,0-3-20,0-1 1,0-2-1,1 3-181,2-1 0,0 4 0,0-1 0,-1-5-523,2 14 1,-5-2-457,-6-7 1,-4 3 0,0-5 783,0-1 1,-5-5 248,-16 2 1,-4-12 537,0-20 1848,-19-44-795,27-23-689,8 6 0,4-5-513,5-1 0,5-4 16,4 7 1,1-5 0,1 4 25,2-3 1,2-1-178,3 4 0,3-4 1,0 7-31,0 15 1,2 1-53,7-6 0,4-2 0,1 4-337,4 5 0,3 3-1252,16-12 1,3 5 1618,-12 17 0,-1 4 0,12-1 0,-21 10 0</inkml:trace>
  <inkml:trace contextRef="#ctx0" brushRef="#br0" timeOffset="30148">17702 3871 18778,'7'-39'3064,"0"0"0,-3 1-2736,3-2 0,-2 5-177,-4 21-336,-1 8 213,0 32-17,0 6 6,-3 31-6,-1-14-295,-3-8 1,-3 0 283,-10 14 8,5-17 1,-2-2 86,-10 7 415,2-17-196,9-19-124,8-33-84,14-14-67,0 7 1,3-4-136,5 0 1,1 1 109,-1 5 0,1 0 33,10-12 1,2 3-3,6-4-51,-13 18 1,0 2 568,7 4-575,-11 19 7,2 5 16,2 21-22,8 28 5,-14-24 1,1 1-240,2 9 0,1 1 247,-5-8 1,1 0 20,12 23 211,-4-12-206,-5-16 101,-7-13 5,-3-16-72,-2-14-18,1-15 502,0-2-518,-3 0 0,0-3-23,0-21-274,0 14 0,0 0 280,0 7 0,0 1-6,2 3 1,1 2-22,4-19-63,0 20-27,-4 15-941,5 19-1110,3 12-3954,11 13 5410,-1 1 0,-11-15 1,-8-10-1</inkml:trace>
  <inkml:trace contextRef="#ctx0" brushRef="#br0" timeOffset="30540">18643 3782 21971,'-2'-4'3820,"0"1"-3176,2 3-588,-67-19-61,38 30-1,-13-11 0,2 6 6,17 38 3,13-9 0,4 2 14,3 16-6,7 4-28,16-24 68,9-15 89,2-5-17,4-15-17,-8-15 51,-4-14-23,-7-9-27,-8-6 5,-11-5-34,-6 2-39,-6 6-16,-1 10-34,3 12-57,4 10 18,3 7-28,-1 6-1104,-11 27-1344,6 1 2526,-6 27 0,12-31 0,6-2 0</inkml:trace>
  <inkml:trace contextRef="#ctx0" brushRef="#br0" timeOffset="30774">18905 3658 23762,'8'-57'1060,"0"0"1,0 5-1,-3 9-948,-3 19 60,-1 9-172,-1 23 18,-1 18-13,-3 26-5,1-15 0,0 2-471,-3 6 0,1 3 454,-1 2 1,1 1-80,0 3 1,2-1-297,0 2 0,1-2-20,2-11 1,0 0-1903,2 18 1,1-1 1806,0-26 0,-1-2 0,1 6 0,0-3 0,0-10 0</inkml:trace>
  <inkml:trace contextRef="#ctx0" brushRef="#br0" timeOffset="30974">18850 3932 12463,'-3'-7'5433,"1"2"-2186,2 5-2945,0 0 700,-2-40-1209,20 39 263,8-28-1305,27 48 140,-6-3-3807,0-6 1,-1-2 3067,-7-1 1,23 1-1,-54-7 1</inkml:trace>
  <inkml:trace contextRef="#ctx0" brushRef="#br0" timeOffset="31608">19315 3850 26726,'-18'-34'50,"-1"1"1,-12-14-51,25 64 0,3 8 0,8 2 0,1-5 28,27 7-33,-15-18 27,24 5 6,-19-17 67,6-15-56,-11 3 23,-2-20-6,-13 6-34,0-2 90,-11-10-44,-2 18-40,-5-3 44,-25 14-44,18 11-28,-28 10 0,29 2 12,-17 26-1,17-4-22,-4 19-1,16-4-4,15 11-1,3-20 0,22 10 17,5-26 3,-2-12 0,1-3 2,16 2-5,-6-15 0,0-4 0,-7-5-3,-2-3 1,-1-3-425,6-16 441,-17 12 0,0-2-3,-3-3 1,-3-1 13,-1 0 0,-3-2 3,-1-1 0,-2 0-11,-2 0 0,-2 0 39,1-28 78,-5-3-67,-5 25 34,-5 0-39,0 27-29,-6 4-33,4 6 11,-6 13 1,6 0-46,-7 24 45,9-14 23,-1 35-51,16-17 11,11 7 1,7 4 13,-1-14 1,2 0 201,6 6 0,3 1-315,-7-10 1,2 0 0,-5-5-498,7 15 213,-3-3 0,-14-1-4253,-56-5 4642,0-7 0,-9-8 0,25-16 0</inkml:trace>
  <inkml:trace contextRef="#ctx0" brushRef="#br0" timeOffset="32874">18850 4073 23943,'6'-34'585,"0"-1"0,2-21-378,-15 48-156,1 2 112,-9 1-147,7 3 7,-8 0-6,7 3 78,-22 15-84,13-6 17,-22 19 67,8 3-72,-1 8-18,15-15 1,0 2 5,-7 25-17,3 3 6,7 5-504,7 1 510,4-14-27,12 5 61,10-15 44,3-7 39,6-9-39,-2-20-17,5-11-17,11-10-10,7-15 33,-20 14 0,-1-2-37,0-4 1,-1-2-20,-4 5 0,-2-1 19,3-8 1,-1-4 13,-2-5 0,-2-1-19,0-3 0,-2-2 5,0-8 1,-3-1-15,-7 11 1,-2 0 2,-2 2 0,-1 0 6,-3 3 0,1 1-3,-1 2 0,1 2-12,-2-17 59,3 19 0,1 3 14,4-3-27,2-10-51,-1 26 84,2 4-55,-5 9 395,0 0-452,-3 5 6,-1 5 11,-4 11 17,-1 15 5,-6 16-33,1 15-122,4-26 1,1 0 148,-4 25-306,4-21 0,0 1 279,0 6 0,1 1 0,-1 0 0,1 2-6,0 8 0,1 0-1090,2-12 0,1-3 877,2-10 0,1-1-2819,6 10 1,2-3 3048,6 0 0,2 3 0,-9-29 0</inkml:trace>
  <inkml:trace contextRef="#ctx0" brushRef="#br0" timeOffset="34315">18941 3867 8186,'0'-9'7293,"0"2"-6324,0 7 3210,0 0-3233,22-67-83,-12 42-664,3-11 0,0-1 1022,2 10-975,-8 14 180,4-15-90,-7 11-56,0-5-101,-3 2-67,0 4 12,-1 4 38,0 5-140,0 3-5,0 2-62,0 2 17,-3 3 34,2 0-6,-9 13 6,5-5-1,-7 14 6,2-1 6,-7 21-17,5-11 11,-2 21-5,7-13-6,1-1 11,3 17 6,2-15-23,1-2 18,2-10 4,0-22 29,0-1 34,-1-5 453,3-6-432,0-7 40,9-24-95,-4 0-22,4-20-23,-7 8 11,-1-5 28,2-11-33,-3 21-1,3-4-5,-4 25 11,7-23 12,-3 15-12,6-18-17,-6 29 6,1-1 6,-5 13-34,0-1-22,-2 7 55,-10 23 1,0 4-17,-8 23 11,3-5-6,5-9-5,2 13 11,5-13 5,0 0-10,2-10 10,0-9 23,1-8 56,0 1 6,-1-9 140,1-4-169,0-6 6,0-14-61,0 2 5,-1-16 6,0 2-11,2-14 5,-1 7 22,2-20-16,-1 28-22,1-7-40,-2 25-39,-1 11 95,0 27-33,-3 10 27,1 4 1,0 3-6,-3 12-191,1-11 0,1 0 202,-1-5 1,1 1-24,0 6 1,1 3-45,3 2 0,2-2-319,-1-8 0,2-3-3142,10 21 2699,-4-25 1,-5-14 0,-2-9-1</inkml:trace>
  <inkml:trace contextRef="#ctx0" brushRef="#br0" timeOffset="46568">2843 6420 11922,'-5'0'964,"1"0"1668,4 0-643,-39-11-1905,30 8-23,-28-8 79,43 10-72,5 1-68,1-1 11,14 0 22,-3 1-38,15 0 10,-9 0-16,17 0 34,-14 0-29,9-1 0,6-1-16,4 0 0,6-1-622,-11 1 1,5 0-1,2 0 1,-5 0 643,0-1 0,-3 1 0,2 0 7,6 0 1,1 1-1,0 0-15,-7 0 1,-2 1 0,2 0-27,5 0 1,2 1-1,1-1 18,-8 0 1,3 1 0,0 0 0,-1-1-325,1 1 1,-1 0-1,0 0 1,-1 0 335,11 1 0,-2 0 1,-2-1 3,-8 1 0,-2-1 0,2 0 7,10 0 0,3 1 1,1-1 10,-10 0 0,0 0 0,1-1 1,1 1-428,2 0 0,0-1 0,2 1 0,1 0 425,-5-1 1,2 1 0,0 0 0,1 0 0,-3-1 6,8 1 1,-1 0 0,-1 0 0,-2 0-19,6 1 1,-2-1 0,3 1 5,-8-1 0,3 1 0,1 0 1,1 1 13,-11-1 1,1 0 0,1 1 0,0 0-1,1-1-306,1 1 1,1 0 0,0-1 0,1 1 0,1 0 287,-3 0 1,2 0-1,1 0 1,0 1-1,-3-1 1,-3 0-93,7 0 1,-4 0 0,-2 0-1,0 1 92,0-1 0,-2-1 0,2 1 0,2 0 12,0 1 0,2-1 0,2 1 0,1-1 1,1 1-104,-7-1 1,2 0 0,0 0 0,0 0 0,2 0 0,0 0 86,-1 0 0,2 1 0,0-1 1,1 0-1,0 1 0,0-1 0,-1 0-28,0 0 0,1 0 0,0 0 0,0 0 1,-2 0-1,-2 0 0,-2-1 28,1 1 0,-4 0 1,-1-1-1,1 1 1,4-1-2,-2 0 0,4 1 1,1-1-1,2 1 1,-1-1-1,-2 0 1,-3 0 25,5 1 0,-4-1 0,0 0 0,0 1 0,5-1-16,-4 0 1,3 1 0,2-1 0,1 0 0,0 1 0,-1-1-1,-3 0-10,1 1 0,-1-1 0,-1 0 0,0 0 0,-1 0 0,1 0 6,0 0 1,0 0-1,1 0 1,-1 0-1,0 1 1,0-1-2,1-1 1,0 1-1,-1 0 1,1 0-1,0 0 1,-1 0-8,0 0 0,1 0 0,-1 0 0,0-1 0,1 1 0,-1 0 2,1 0 1,1 0 0,-1 0 0,0-1 0,-1 1-1,-2 0-6,0-1 1,-3 1 0,-1-1 0,2 1 0,3-1-6,-3 1 0,4-1 0,2 1 0,0 0 1,0-1-1,-2 1 0,-3-1 14,4 1 1,-3-1 0,-1 1-1,1-1 1,4 1 3,-3-1 1,3 1 0,2-1-1,1 1 1,-2-1 0,-1 1-1,-5-1-4,13 1 1,-5-1 0,0 1 0,4-1-7,-7 1 0,3-1 0,3 1 0,-1-1 0,-2 0 0,-3 0 1,5 1 0,-4-1 0,0 0 0,5 0 1,-9 0 1,4 0 0,2 1 0,-1-1 0,-2 0 0,-5 0 35,1 0 0,-4 0 1,-1 0-1,3 0-33,1 0 1,2 1-1,2-1 1,-3 0 0,-3 0 154,9 0 0,-4 0 0,2 0-154,2 0 1,3 0 0,1 1 0,-4-1-5,4 0 1,-4 1 0,0-1-4,0 0 0,-1 1 1,0 0 2,-2-1 1,0 1 0,-1-1 0,0 1 0,0 0 0,-4-1-2,10 0 0,0 1 0,-6-1 0,3 1 0,-5 0 414,1-1 1,-2 1-411,-4 0 0,2-1 0,-3 1 624,4 0 1,-4 0-627,-5 0 1,-2-1 825,-6 0 1,-1 1-801,27 2-11,-19-1 22,14 2 1477,-22-2-1482,9 1 5,-23-3 1235,-10 0-1178,-8 0 2940,-1-1-3014,-1-6 361,0 3-350,0-5 38,0 5-43,1 1 309,-1 1-253,0 8-45,0-3 6,0 6-23,-1-5 101,0-2-33,1-2 2083,-1 0-2145,0-4 0,-2-2 0,0-2-6,0 2 12,2 1-29,0 3-357,1 1 374,-1 4 0,-1 7-22,-1-1 0,0 8 0,0-9 0,-2 12-5,2-4-1,-3 24-11,1 0 12,1-2-6,-1 6-1,0-12 12,-2 22-3,2-23 1,-1 1-10,0 1 1,0 1-306,-3 10 1,0-1 333,-3 11-1602,1-3 1,-1-1 1562,1-2 16,-2 10 0,0 1-522,1-3 525,1-2 1,-1 0-4,0 1 0,-1 0 1,-2 5 2,3-19 0,0 3 23,-1 6 1,-2 5 0,1-4-418,1-3 1,-1-2 405,1 1 0,0 3 1,0-6-2,3-9 1,1 0-2,-2 3 1,0 3-1,0 0-2,-2 8 1,-1 2-12,2-1 1,-2 4 0,1 0 8,3-9 1,-1-1 0,1 4-3,-1 4 0,-1 6 1,0 0-1,1-2 4,-2 6 1,1-2 0,0 1-281,0-2 1,1 1-1,-1-2 288,-1-1 0,-1-2 0,1-3 9,-1 5 1,-1-1-15,3-13 1,-1 4-1,0-1 1,0-2-6,2-2 1,-1-2 0,0 1 447,-4 17 0,-2 2 0,1-3-454,-1 0 0,0 1-9,5-15 1,-1 5 0,-1 0 0,2-4-195,0-1 1,0-3-1,1 3 210,-2 2 0,0 4 1,1-1-1,1-5 1,-1 1 1,1 2 5,-3 6 0,-2 10 1,-1 0-1,3-8-199,0 2 1,0-1 192,-1 0 1,-1 8 0,-1-1-1,3-9-2,2-5 0,-1-2 6,1 0 1,-2 6 0,0 1 0,1-7 4,-1 4 0,0 1 4,-2 1 0,-2 9 1,0 0-1,2-9-4,1-4 0,-1 1-2,2-5 0,-2 9 1,-2 3-1,2-2 1,2-9-8,-1 7 1,-1-2-1,2 0 1,-3 6 0,1-1-1,3-8 0,2-8 1,0-1 5,-1 3 0,-2 6 1,0 1-1,2-6 251,0-1 0,-1 0-262,-3 13 0,-2 6 0,3-9-3,6-20 1,0-1-280,-4 13 0,-3 6 0,2-6-564,4-14 1,-1 0 845,-9 25 0,2-6 0,10-29 0,0-3 0</inkml:trace>
  <inkml:trace contextRef="#ctx0" brushRef="#br0" timeOffset="49522">2661 6549 15956,'2'-41'1023,"0"1"0,0 4 0,-1 8 58,0 15-510,-1 5-123,0-1-252,0 4 224,1 2-297,-1 1-369,1 1 313,0 8-33,-1 5-29,1 2-5,0 7 0,1-9 17,1 20 0,0-5 0,2 24-17,-1-18 16,1 30-4,-4-31 10,1 6 0,-1 2-5,-1-2 19,-2 8 1,1 2-635,-3-4 601,1 2 0,-1-1-3,-3 1 19,0 13 1,-2 4-15,3-23 1,-1 1-370,1 3 0,-2 3 1,2-3 374,0-5 0,0-1-11,-2 11 0,0 2 0,0 6 0,-1 1 5,-1 4 1,1 1-473,2-14 1,-1 2-1,2-4 456,-1 1 0,1-1 8,-2 10 0,0 3-1,2-18 1,1 2-1,-1-1 6,-1 4 0,0 0 0,1 0 1,-1-1 1,0 0 0,1-2 7,-3 8 0,0-1-7,1-6 0,-2 2 0,1-4-10,1-1 0,-2 3 10,0 7 0,-3 11 1,0 0-1,2-10-4,1-5 0,0 0-508,1-1 0,-2 7 0,0 0 0,3-9 508,0-5 0,1 0 4,0 4 1,0 7-1,0 0 1,1-6-429,0 1 0,1-1 435,-2 17 0,0 6 0,1-8-3,3-22 1,-1 1-9,1 5 0,-2 8 0,0 2 0,1-5 0,0-6 0,0-3 0,-1 4-6,0 5 1,0 6-1,0-1 1,0-6 5,-1 8 0,0-3-2,1-9 0,-1 1 0,2-4 2,-1-3 0,1 1-5,-1 4 1,-1 8 0,1 1 0,0-5 1,-1 14 1,0-1 3,1-12 0,0 4 1,0-1-1,1-5-25,-1 7 0,1-4 21,-1 15 1,0-4 2,2-24 0,-1 1 1,0 11 1,-2 6 0,0 0 3,0-7 1,-1 0 0,1 1-6,-2 8 0,0 1 0,0-2 0,1-10 0,1-2 0,-1 1-2,-1 5 0,-1 1 1,2-5 3,1-8 1,-1 0-5,0 8 0,-1 5 1,1-6 3,2-12 1,0 0-3,-1 18 0,-1 7 0,1-7 142,2-14 0,1 0-135,-2 11 1,0 5 0,1-4-8,0 1 0,0-2 2,0 2 1,-1 0 0,1-3 0,-1-1 5,-1 6 1,0-2 943,1-15 1,0 0-959,-3 14 1,1 0 5,-4 9 2,4-17 1,-1-1 3,-2 12-6,4-16 0,-1-1 1319,-2 13-1319,1-8 1113,2-13-1085,-1 3 1015,3-15-1048,0 2 480,2-10-424,2-3 638,0-3-695,-2-3 6,0 1-6,0-2-83,1-1-18,0 2-27,1-3 5,3 2 6,4 0 84,1 2-23,12 1 23,-2 1-6,11 3 6,0 2-6,6 3 34,-5 0-11,31 3 10,-6-5-286,-12-2 1,3-1 300,-2-2 0,0 0-6,6-1 0,0 0 8,-9 0 1,0 0 2,16-1 1,-3 0-9,-20-1 0,2 1 2,21-2 0,11 1 0,-4-1 3,-21 1 1,-2 0-1,3 0-799,7-1 0,5 1 0,0-1 0,-5 1 797,10-1 0,-1 1-1,-12 0 1,4-1 0,0 1 0,-6 0-698,8 0 0,2 0 696,-10 0 0,8 0 0,4 0 1,-2 0-1,-4 0-1,7 0 0,-4 0 0,5 0 2,-11 1 0,4-1 1,1 0-1,0 0 0,-2 1-352,7-1 1,-1 1 0,-1-1 0,-3 1 352,9-1 1,-3 0 0,0 1 3,-4-1 1,0 1 0,5 0 6,-9 0 1,5 0-1,2 0 1,-1 0 0,-3 0-8,-1 0 0,-3 0 0,0 0 0,5 1-181,-2-1 0,5 0 1,2 0-1,0 0 0,-3 1 1,-6-1 176,12 1 1,-6-1 0,4 1 2,-10 0 1,5 0 0,0-1 0,0 1-1,-3 0 20,-3 0 0,-2 0 0,0 0 0,3 0-23,4 0 0,4 1 1,2-1-1,-1 0 0,-2 0-44,4 1 1,-2 0-1,1-1 1,1 1 46,-2 0 1,3 0 0,0 0-1,-2 1 1,-3-1-5,-4 0 1,-3 0 0,-1 1 0,4-1 5,2 1 0,5-1 0,0 1 0,0 0 0,-6-1 0,-3 1 0,-4-1 1,-1 1-1,3-1-5,-2 1 0,3 0 1,0-1-1,1 1 1,-1-1-2,-1 1 0,-1-1 0,1 1 1,0-1-1,2 1 9,-1-1 0,2 1 0,1-1 1,-1 0-1,-1 0 0,-3 1-6,6-1 1,-4 0 0,0 0 0,4 1-1,4-1 1,5 0-1,1 0 1,-3 1 0,-7-1-3,-4 0 1,-6 0 0,6 0-10,-4 1 0,5-1 0,3 0 1,2 1-1,-2-1 0,-4 1 11,7 0 1,-4 0 0,1 0 0,5 1-1,-8-1 1,4 0-1,4 0 1,0 1 0,0-1-1,-4 1 1,-4-1-4,8 0 1,-6 1 0,0-1 0,4 1 0,-7 0 1,4 0 0,1-1 0,-1 1 0,-3 0 0,-5-1-1,4 1 1,-5-1 0,6 0 0,-6 0 1,6 0 0,4 0-1,0 0 1,-1 0 0,-4-1-5,8 1 0,-5-1 0,0 0 0,7 1 1,-10-1 1,6-1-1,2 1 1,1 0 0,-1 0-1,-3 0 1,-4-1 0,8 1 1,-5 0 0,-1-1 0,5 1 37,-9 0 1,3-1 0,2 1 0,-1-1 0,-1 1-1,-4 0-36,4 0 0,-4 0 1,0 0-1,2 1 2,-3 0 1,3-1 0,0 1 0,0 0 0,0 0-5,8 0 1,0 1 0,-1 0 0,2 1-3,-8-1 0,1 0 0,0 1 0,-1 0 0,-4-1 3,9 2 1,-3-1 0,2 1 1,5 1 1,4 1 0,-1 0 0,-10 0-6,-5-1 0,-2 0 1,10 2 1,6 1 0,-8-1 404,-18-3 1,1 1-404,8 0 0,7 2 0,3 0 0,-4 0 4,-3-1 1,-2 0-1,2 1 270,12 1 0,2 0 0,-3 0-277,-12-2 0,-3 0 0,-4 0 11,-3 0 1,-2 0 977,7 2 0,-1-1-967,-7 0 0,-2 1 2034,26 9-2045,-27-7 343,-7 1-320,-16-7 1360,-4-2-1343,5-2 218,-5-1-246,7-2 22,-3-1-23,2-1 1,0-1 83,-3 0-50,-3 0 28,-2 0-28,-4-1 23,-2-4-51,-1 2 28,-6-9-34,3 10-5,-5-9 0,2 7-12,-1-2 12,2 3 33,-5-5-38,6 7 44,-5-7 11,4 3 62,-4-10-73,3 4 61,-5-11 40,2-2 61,-4-24-178,5 10 66,2-15-72,7 34 16,4-16-95,5 22-11,0-5-117,11 11-298,1 8-2050,9 1 2521,-3 2 0,-9 1 0,-8 0 0</inkml:trace>
  <inkml:trace contextRef="#ctx0" brushRef="#br0" timeOffset="50899">4075 7589 17350,'-1'-51'1260,"1"1"0,0 0 1,0 1-1,-1 0 0,1 9-957,0-8 167,0-3-106,0 30-229,0 3-169,0 8 12,0 16 50,1 17 0,-1 26-23,-4-12 1,0 1-1405,0-2 0,-1 0 1388,-3 1 0,-1 3-249,-1 2 1,-1 5-1,2-3-1077,0 7 0,1 0 747,0-5 0,0 2 0,1-3 169,4 11 1,2-9-1,1-12 1,0 11 0</inkml:trace>
  <inkml:trace contextRef="#ctx0" brushRef="#br0" timeOffset="51340">4164 6984 18789,'-43'-14'601,"0"-1"1,0 0 0,-6 7-1,-1 5 1,5 11-393,10 18 0,4 11 1,0 2-2024,-2-3 0,1 1 0,0 2 1840,0 3 0,1 2 0,3 1 11,4 5 1,3 2-1,3-3 27,3 4 1,3 0-82,0-4 0,2 4 0,3-4 295,8 6 1,8-3-346,14 3 0,8-6 50,-9-16 0,6-5-20,21 5 1,7-8-299,-10-14 0,2-6 327,-6-1 1,2-1-1,-1-1 16,10-2 1,0-5 21,-1-6 0,3-4 0,-5-2 6,2-6 0,-2-5 5,-2 2 0,1-4 1,-4-1 19,-11 2 1,-3-2-1,-2-1 23,-2-1 0,-1-2 0,-3-1 70,7-18 0,-6-3 36,-12 13 1,-2-2 0,-3 3-91,-1-2 1,-5 1 103,-9-13 1,-8 4 892,-5 21 1,-6 3-930,-20-11 0,-4 2-118,15 13 0,-2 3-16,-17-3 0,-1 6-104,21 12 0,0 4-314,-16 3 0,-1 4 51,18 0 0,0 3-1980,-14 11 0,4 4 2313,-3 11 0,8-3 0,19-12 0</inkml:trace>
  <inkml:trace contextRef="#ctx0" brushRef="#br0" timeOffset="52141">8508 10903 20856,'-12'-45'522,"1"1"0,-1 0 0,1-1 0,1 0 1,6 7-215,13-12-107,5 9 1,3 0-124,12-12-61,-9 22 0,3 5-17,18 4-6,-13 12-5,19 13-11,-10 17 10,-4 11 1,-1 6-862,5 12 867,-13-11 1,-7 2-23,-15-8 0,-6 1-14,-14 16 0,-5 1 30,8-9 1,-4 1 9,-5-2 0,-5 2 1,0-4 1,-3-2 0,-1-2 20,3-4 1,-3 2-1,3-3-6,-1-1 0,2-3 0,-4 3 0,4-5-19,10-9 5,5 0 22,18-8-5,14-3-28,18-8-79,9-5 1,6-3-46,-5 1 1,0-2 190,10-3 0,4-1-1879,-2 0 1,5-2 0,-6 2 1361,-9 3 0,-1 0 1,-2 1-1,2-1 0,-9 3 1,0 0-1</inkml:trace>
  <inkml:trace contextRef="#ctx0" brushRef="#br0" timeOffset="52550">8625 10171 19764,'-48'3'439,"-1"1"0,1-1 0,-14 8 0,-3 5 0,10 3-268,14 6 1,5 4-672,1-6 1,-2 2-1,4 2 615,-6 20 0,5 7-641,11-11 1,2 4 0,1 1 530,0 1 1,2 2 0,0 1-13,5-6 0,1 2 0,1-1 0,3-3 236,-2 16 0,10-1-323,13-2 1,10 3 0,4-8 12,9-10 0,8-4-333,-10-8 0,3 1 0,4-1 1,3-8 328,7-7 1,4-7 0,2-4 0,-2-1-170,-3-1 1,0-2-1,0-1 1,1-2 258,-3-1 1,2-1 0,1-2-1,-3 0 1,-3-1 7,8-3 0,-4-2 0,0-3 33,4-6 1,0-5 0,-8 2 0,-7 1 1,-4-5 47,1-10 1,0-8 0,-8-1 274,-12 3 0,-7-1 0,-3-4-295,0 3 1,-2-2-1,-4-2 1,-4 2 17,-7 0 1,-5 1 0,-3 1 0,0 4-301,-2-2 0,-1 4 1,-5 3 273,-9-1 0,-4 3 0,2 6-31,7 9 1,-1 3-82,-14-6 0,-8-1 1,7 3 338,13 8 1,1 0-557,-8-2 1,-4-1 0,7 3 947,1 2-686,-11-1 0,33 9 0,-2 1 0</inkml:trace>
  <inkml:trace contextRef="#ctx0" brushRef="#br0" timeOffset="53392">14092 7966 19338,'12'-43'383,"-1"0"1,1 1 0,7-17 0,1 10-228,12 16 79,21 1-173,-14 19-28,18-1-12,-10 10 6,2 7-34,-12 1-22,5 9 186,-9 10-186,-6 6 110,-7 13-9,-26 3-23,-5-9 84,-25 11-2,9-25 0,-3-1-12,1-1 1,0-1 55,-4 0 1,1-2 799,-7-2-679,19-8 34,9-5 21,13-15-234,5-3-73,8-8-17,8 4-17,-2 6-11,9 6 0,-13 5-11,35 12-12,-14 5 9,1 5 0,0 3-2414,4 9 2416,-17-10 1,-2 2-94,-6 4 1,-4 1 71,0 22 33,-10-14 0,-6 0-17,-27 18-3,4-29 1,-3-3-18,-5-2 1,-2-2-82,-2-3 1,-1-3-121,1-2 0,0-3-230,2-2 0,1-3-2408,0-7 0,3-4 2876,-9-7 0,11-4 0,23 9 0</inkml:trace>
  <inkml:trace contextRef="#ctx0" brushRef="#br0" timeOffset="53800">14578 7408 16252,'-6'-4'1271,"-31"-3"1,-9 1-627,7 9-43,-12 3 1,-14 4 0,9 2-1671,22 2 1,2 3 1199,-14 7 1,-6 6 0,5 0-100,5 9 1,4 3-40,6-4 0,0 4 1,2-1 8,-5 8 0,4 5 21,6 2 0,2 6 0,4-3-7,8-17 0,3-2 0,1 3-23,-4 16 0,2 4 1,7-4-20,7-13 1,6-2 0,4-2-14,5-1 1,5-2 0,5-3 16,6-2 1,6-2 0,4-4-672,3-6 1,6-2 0,0-3 0,-2-1 700,0 0 0,-3-3 1,5-2 20,2-3 1,5-1 0,0-2 0,-5-5-28,-6-4 1,-3-4 0,0-2 91,8-1 0,2-3 1,-3-9-277,-9-13 0,0-11 1,-3-2-1,-5 4 226,-6 8 0,-3 3 0,-2-5 26,-1-5 0,-1-4 0,-3-2 0,-5 1 52,-6-7 0,-7 1 1,-1 1-31,-1 7 0,-2 1 1,-1-3 228,0 1 1,-1-4-1,-2 1 1,-4 2-249,-9-7 1,-5 3 0,-1 5-89,-2-2 0,-4 5-44,-1 11 0,-4 2 1,-1 6 307,-1 9 0,-4 6-1070,-9 5 1,-6 4-1,2 4 820,6 5 0,1 3 0,2 1 0,-19 0 0,6 3 0,24 1 0,0 1 0</inkml:trace>
  <inkml:trace contextRef="#ctx0" brushRef="#br0" timeOffset="55186">3304 12078 18565,'8'-44'934,"0"0"0,0 0 0,2-14 1,-1 13-801,-2 26-44,-1 10-6,-2 16-6,0 3 191,-6 48-151,-8 4-665,5-24 0,-1 1 552,-5 7 1,-1-2-9,4-9 0,0 0-163,0 11 1,1-1 159,3 18 23,7-17 39,5-25 510,14-19-404,-7-6 107,24-21-87,-17 2 0,-1-4-67,2-3 0,1 0 213,-1-2 0,0 1-247,-3-1 0,-2 2 149,9-16 161,-6 9-402,-6 13 22,-10 30 6,-3 5-6,1 25-5,-1-6-6,-1 4 0,2 5-37,0-4 1,1 0-134,2 7 0,0 0 111,1-8 0,1-3 213,17 24-787,3-16-412,-3-18 1,4-3-2542,27 0 763,-18-19 1,0-7-1682,18-14 4346,-20 2 0,-5-1 0,-5 4 0,1-2 0</inkml:trace>
  <inkml:trace contextRef="#ctx0" brushRef="#br0" timeOffset="55552">4323 11913 12582,'-22'-55'1539,"0"-1"0,0 1 1,1 10-1,0 1 0,-1 4-1290,-9-10 1,-3 7-385,-12 5 0,-4 7 462,14 14 1,-1 3-183,-19-5 1,-1 4-124,19 8 1,0 5 7,-11 6 1,2 4-25,-14 8-12,13 9 1,-7 10-1,4 2 0,17-8 1,3 2-1,-1 1-1016,-13 10 0,-2 2 0,5 0 1016,16-10 0,3 0 1,2 5-9,1 5 0,1 6 0,2 1 0,2-2-114,1-1 0,4-2 0,-1 5 109,-1 4 1,-2 5 0,3 0 0,6-5-156,6-6 0,5-5 0,4-1 65,10 16 0,5-7 55,-2-12 1,6-6-75,16-2 0,8-8 100,-5-13 0,3-6 0,2-2 256,4 0 1,2-4 0,3-2-246,-6-3 0,4-2 0,-1-2 0,-4-1-240,0-2 1,-3-2 0,-1-2 261,-3 1 1,0-2-1,1-4 44,-3-4 0,3-5 0,-2-2 0,-4 2-181,-3-1 0,-5 0 1,2-3 185,4-4 1,3-4-1,-2-2 1,-10 1-53,-11 0 1,-7 0 0,-5-1 56,-5-2 1,-5 0 0,-1 1 160,-3-10 0,-6 1-103,-10 4 1,-6-1 0,-3 5-20,-5 0 0,-5 4-82,3 2 1,-3-1 0,-1 5-68,5 10 1,0 4 0,0 2-233,-17-7 0,1 4-1151,3 5 0,3 4 1434,7 4 0,4 4 0,-7 0 0,21 7 0</inkml:trace>
  <inkml:trace contextRef="#ctx0" brushRef="#br0" timeOffset="58754">4298 7659 8665,'-9'0'4721,"2"0"-3432,7 0 688,0 0-1696,-10-7 424,7 4-761,-8-4 3,11 7 585,0 0-543,0-3-65,2 1 142,2-2 28,1 0 112,-1 0 60,1-1 29,-2 1 44,0 1-81,0 0 24,-2 0-125,0 1-2241,-1 1 2090,3 1 1,-2 1 0,1 0 0</inkml:trace>
  <inkml:trace contextRef="#ctx0" brushRef="#br0" timeOffset="61906">4254 7721 16962,'-7'-1'598,"2"0"-230,2-1-855,2 0 242,0-1 90,1 1-487,0-2 366,1 1-4451,10-1 2169,-5 2 2605,7 1 1,-10 1 0,-2 0-1</inkml:trace>
  <inkml:trace contextRef="#ctx0" brushRef="#br0" timeOffset="63975">4298 7716 13922,'-2'-4'3115,"1"1"-1044,1 3-1218,-4-15-1262,3 11 59,-4-11 124,5 15 4089,-1 0-4080,4-3 936,-1 1 25,12-7-340,-5 4 466,13-4-49,-2 2-232,9-2-403,6-2-9,22-5-294,-16 3 7,-7 4 0,0 0-320,12-2 226,-12 3 0,0 0-143,12-3 238,12-2 2,-20 6 61,-7 0 0,1 1-357,13-2 390,-9 1 1,-2-1-56,5 1-163,13-3 1,3 0-133,-3 1-1454,4-1 1,0 1 1437,-13 2 114,1 1 1,0-1-84,13-3 173,-16 4 1,0-1 35,6-1 55,-11 2 0,1 0-100,14-3-450,-12 2 1,-1 1 473,11-2 1128,-3 0 1,0 0-1108,-3 1 53,3-1 1,-1 1-96,-11 1 162,4-1 0,0 1 53,-5 0-19,5-2 1,-2 1-14,-12 2-1324,9-2 1,1-1 1177,-4 2 4,26-6 1010,-24 6-781,14 0 0,3-1 50,6 0-863,8 0 1,-1 1 844,-10 3-195,-8 1 0,8 1 1,-6 1 208,-10-1 1,-1 0 435,14 1 0,6 0 1,-4 0-495,-4 0 1,1 0-86,1 0 0,6 0 1,-2 1-305,-6 0 1,-1-1-1,1 1 272,-1 0 0,0 1 0,0-1 7,0 1 1,0 1 0,0 0 3,5 1 1,1 0 0,-2 1-18,-7-2 1,-2 0 0,2 1-28,16 2 0,3 1 0,-7-1 5,-15-1 0,1 0 49,4 2 1,7 0-1,1 2 1,-7-2-44,1-1 1,0 1 34,5 2 1,9 0 0,-1 1 0,-9-2-49,-8-1 0,-1 0 45,2-1 1,7 2 0,0 0-1,-5 0-34,12 1 1,-3-1 55,-10 0 0,1-1 1,-2 0-8,4 1 1,0 0 8,-1 2 1,3 1 0,-4-1-14,-6-2 0,0 0 11,12 4 1,6 1-1,-10-1-3,9 1 57,-17-1 0,6 1 0,-5-1 1759,18 4-1713,-1 1 1,2 0 402,-28-9 0,0-1-442,17 4 0,2-1 11,-9-2 1,0-1-5,-3 0 1,0-1 3,-5-1 1,-1-1 216,26 2-450,-10-2 34,6 0 1458,-26-3-1428,6-1 9,-7 0 790,23 0-818,-5 0 175,-2 1 1,3 0-97,-9 0 1,-1 0 90,1 1 1,-2 0 264,19 3-311,-20-1 0,-1 1-1,10 1-3,3 2 1,-1 1 7,-7-1-52,9 4 1,3 1-47,5 2-300,-9-3 1,0 0 314,7 1 93,-8-4 0,0-1-16,-12-2 0,1 0 5,15 2 0,1 1 30,-11-2 0,-1 0-94,-1 0 1,-3 0 392,17 4 558,6 1-552,-25-6-11,6 1-40,-15-4 6,22 2-92,-18-1 146,6 2 1,0-1-448,-6 0-13,21 5 16,-25-5 553,31 7-507,-29-6-47,25 6 64,-31-8-24,15 3 59,7 0 40,17 2-105,-9-2 42,-11-2 1,0-1-253,11 2 269,-13-1 0,0 0-39,17 2 10,1 0 3,-15-3-1,-7-1-3246,-3-1 3215,-14-1-8,24 3 11,-18 0 21,15 2 4,-12-1 104,2 1-138,-2 1 3443,0 1-3406,-3 0 0,-6-2 7,-3-1 12,-1 0-26,-4-3 15,3 3-15,-7-4 10,-1 0 8,-1 0 22,-2 0 28,2-1 12,0 1 15,2 0 107,7 1-124,-3-1 79,12 1-96,-12-2 12,3 1-18,-9 0-16,-2-1-162,-4 0 145,-2 0-201,-8 0-1703,-4 2 1921,-2-1 0,7 1 0,6-2 0</inkml:trace>
  <inkml:trace contextRef="#ctx0" brushRef="#br0" timeOffset="67826">13807 8280 13256,'-29'-16'820,"-1"0"1,-25-10-424,37 23 337,-30 2-538,17 0 191,-32 1-23,14 0-588,15 0 0,-1 0 347,-25 0-39,19 0 0,1 0-33,-10-1-1509,-5 0 0,-1 1 1503,-4-1 7,10 1 0,-9 2 1,8-1-318,17 1 1,0-1 295,-22 3 1,-8 0 0,8 1-15,19-2 0,0 0-626,-11 1 1,-7 1-1,6-1 637,9 0 0,-3-1 31,-9 2 0,-11-1 0,-2 1 0,9 0-454,-4-1 1,0 1 420,14-2 1,-7 1 0,-2 0 0,1 0 0,6-1 272,-2 1 1,5-1 0,-3 1-261,-3 0 0,-2 1 1,-2-1-1,3 1-15,-6 1 1,2-1-1,1 1-13,3 0 0,1-1 1,1 1-3,6 0 0,1 0 1,-1 0 1,-4 1 0,0 0 0,1 0-6,-12 2 1,-3 0 18,3 0 1,-4 1-1,2-1 4,15-1 0,2-1 0,-3 2 11,-6-1 0,-4 2 1,-1 0-1,2-1-116,7 0 1,1-1 0,1 1 0,-2 0 95,-5 1 1,-2 0 0,1 1-1,5-1-8,6-2 0,4 1 1,-1 0 29,-9 3 0,-2 2 0,8-2 636,10-2 0,2 0-632,-26 8 0,3 0 1686,8-1-1653,-1 0 0,-5 2 12,1 0 0,-2 1-18,9-3 1,-2 1 0,1-1-58,5-2 0,2-1 0,-3 2-25,-15 6 1,-4 2 0,4-1 29,12-6 1,2 0-1,-1 1-13,-9 3 1,-2 2 0,3-2 3,-5 2 0,0 2 15,3-1 0,-3 3 0,6-3-23,7-3 0,0 0 1,3-1 0,-6 3 1,2 0-1,7-4 1,9-3 1,0 0 25,-15 11 1,-6 4 0,5-3-199,11-7 1,0 0 186,-13 8 1,-7 5-1,7-6-3,13-8 0,-1-1 25,-8 4 0,-9 4 0,-2 0 0,4-2-27,7-3 0,2-1 0,-3 1-238,-6 3 0,-4 2 1,1 0-1,6-3 240,-3 2 0,4-2 13,-3 6 1,5-1 863,8-3-877,10-5 0,2 1 1562,0 10-1517,-1 0-34,3 0 11,-6 0 1063,8-12-1069,-8 6 1,-3 1-11,-8 5-15,8-6 1,2-1-9,1-2 1626,-3 3-1603,12-9 25,-4 2-42,-7 6-1,2-2-5,-6 4-33,-11 10 16,12-12 17,-13 11 0,-5 2-12,18-14 1,-2 0-633,-4 5 1,-5 2 0,6-3 643,7-7 0,3-1-200,-8 4 0,4-2 206,7-4-12,-7 4-27,9-6 5,2 2 28,-2 5 0,8-5 11,-3 4-14,-3 1 0,-3 1 9,-13 13-382,11-10 1,1-2 370,-8 5-1040,1 1 1045,13-14-39,-9 11 17,20-21-1998,-5 8 2025,5-7 1485,-12 15-1495,-6 3-12,-16 12 11,5-4 449,4-6 0,1 0-443,-1 1-8,0-1 0,0 0-9,6-5 6,-4 3 3163,10-7-3203,8-4 23,-8 8 6,-2 1-6,-6 8 22,2-4 567,-1 3-570,5-6 1,-1-1 8,-7 6 28,6-5 0,1-3 6,7-9 11,5-5 33,9-7-95,1-1-67,-2 1-33,-2 2 66,0 2 7,-9 8 32,-8 10 18,4-4 61,-12 10 12,20-20 10,-1 2-162,9-14 17,3-1 84,0-3 0,0 2-28,0 2-22,0 2-202,0-1-50,0 1-191,0-1 465,2-4 0,-2 4 0,2-2 0</inkml:trace>
  <inkml:trace contextRef="#ctx0" brushRef="#br0" timeOffset="70693">4164 12164 16415,'11'-5'1293,"0"1"-934,8-7-62,-1 2-4302,9-4 4055,-8 5 851,12-4-851,-16 7 130,25-9-84,-6 4 55,20-7 112,1 0-475,-15 6 0,1-1 235,16-5-9,-15 6 0,0-1 2651,10-2-2643,-20 5 1,1 0-4,-1 0 1,0 0 2,1-1 1,-1 1 5,18-6 19,-9 2 1,1-1-37,-12 4 1,0 0 4,15-6 1,2 0 5,-6 3 1,-1 0-6,2 0 0,0 0-6,2 0 0,-1-1 3,1 1 0,-1-1 3,-1 1 0,0 0-1,-2 0 1,-1 0-9,-1 2 1,-2 0 2,-1 0 0,-2 1 1,16-6 21,8-2 6,-1 0-22,3-2 49,-3 3-63,-23 8 0,1 0 14,16-2-12,-14 4 1,1-1-383,24-5 389,0 1-7,-29 5 1,-1 0 27,31-6 843,-15 3-854,-13 2 1,0-1-6,16-4 103,-15 3 0,2 0-109,-5 0 0,0 1-1579,9-5 1,-1 1 1572,18-5 3,-17 4 1,0 1 251,13-3-244,-13 4 1,-1 0-6,14-4-435,-19 5 1,-2 0 435,-2 2-24,0 0 0,0-1 29,-4 2 2844,20-7-2833,-29 8 65,3-1-71,-7 2 1304,7-2-1304,-5 1 336,9-3-335,-4 1 5,-1 2-17,-5 1 62,3-2-12,-7 3-27,2-2-6,0 0-17,10-6-11,-8 5 22,18-9-22,-22 11-5,12-4 10,-11 4-10,0 2-6,-3 2 5,-5 1 68,-3 1 234,0 0-273,-5 0-23,0 2-17,-6 1 0,1 1-5,0 1-6,-1 0 17,-1-1 11,3-1 22,-2 0 0,5-2-22,2 0-380,2-1 279,7-1 56,-3 1-89,6-1 22,-8 1-224,2 0-319,-1-1 655,0 1 0,-1 0 0,0 0 0</inkml:trace>
  <inkml:trace contextRef="#ctx0" brushRef="#br0" timeOffset="73586">13664 7956 7626,'0'-3'3193,"0"0"2212,0 3-4531,-29-19-476,20 13 548,-25-14-548,27 19 95,-2-1-155,2 1 239,-9 1-197,9 0 103,-9 0-89,10 0 246,-3 0-107,4 0-313,0 0-108,4 0-39,0 0 91,2 5-396,-1 0 74,3 14-117,-2-8 81,6 19-69,-3-15-13,6 17 105,4 1-3,1 3 222,5 6-12,-7-14 33,-2-5 58,-6 2 36,-5-7 78,-8 6-63,-3-12 148,-36 5-273,22-10 62,-33 7-29,25-8-37,-6 1-12,11-1-10,0 2-101,17-5 29,-6 4-134,11-3-746,1 3-945,3-1 1870,5 1 0,-4-5 0,2-1 0</inkml:trace>
  <inkml:trace contextRef="#ctx0" brushRef="#br0" timeOffset="74987">4375 11747 13604,'-8'-50'1054,"1"-1"1,1-1 0,3 11-747,4 27 630,7-15-535,-2 16 44,6-7-351,-4 10 110,3 0-10,-5 5 33,2-1-50,-2 2-50,-3 2-124,-1 1-55,-1 1 324,-1 7-83,0 4-113,0 10 6,0 7 39,0 8-67,0-6 101,-2 24-56,2-13 5,-2 18-11,1-10 6,1 6-90,0-20 1,2 1 21,3-21 331,25 8-218,-9-14 30,14-3 1,2-5-115,2-9-43,1-3 1,5-4-130,-2-5 1,0-2-1417,3-1 1,1 0 1074,-3 0 1,0 1 450,1-1 0,-6 4 0,-10 4 0,10-3 0</inkml:trace>
  <inkml:trace contextRef="#ctx0" brushRef="#br0" timeOffset="76086">7527 11086 7431,'3'-2'6267,"0"1"-2167,-3 1-2862,-62-20-958,38 16-25,-15-7 0,0 2 182,19 11 27,-4-1-324,12-2 107,1 1-152,6-2 101,0 2-162,2-1-62,0 1 16,3 0 231,8 0-146,1-1 50,18-2-62,-6-1 37,16-1 0,4-1-70,0 2-1256,6-1 1,0 2 1255,-7 1-32,0 3 1,1 1 14,11 6-3,-18-2 1,-1 2 2,2 5 101,-2 23-61,-21-18 61,3 24-56,-13-23 106,-9 30-134,4-24 28,-7 27 2458,6-30-2351,-7 23-107,4-21 83,-5 6 1,0 0-90,-1-7-27,-13 24-191,11-26-1888,1 7-7775,7-11 8506,6-4 1,4-10 0,-1-2 0</inkml:trace>
  <inkml:trace contextRef="#ctx0" brushRef="#br0" timeOffset="105847">4850 15349 12580,'-6'-54'1723,"-1"-1"1,0 1 0,-1-6 0,1 4-943,1 7 0,0 7-518,1 14 954,1 6-1117,3 19 340,-1 2-484,1 14 1212,0 19-1162,1 26-6,0-19 0,0 3-174,-1 7 1,-1 2 159,0 5 0,-1 2-53,-1 4 0,0 1-96,1-19 1,0 0-1,0-1-175,0 1 0,0-1 1,1 0-1282,-1 20 0,0-3-621,1-14 0,-1-3 1675,1 1 1,0-6-1,0-9 1,0-3 0</inkml:trace>
  <inkml:trace contextRef="#ctx0" brushRef="#br0" timeOffset="107205">4830 14818 16253,'-2'-3'1624,"0"1"-390,2 2-1155,29-8 39,-8 7-40,41-4 6,-5 8-1704,-5-2 0,2-1 1626,-15 0 0,1-1 1,3-1 0,4 0 1,-5-1-93,-7 0 0,2 0 103,10-2 0,10-1 1,2 0-1,-9 0-1,4 0 0,0 0-214,1-1 0,9 0 0,-1-1 0,-8 2 208,-5 0 0,0 0-441,7 0 0,11 0 1,0 0-1,-8 0 449,0 1 1,1 0 3,-15 2 1,6-1 0,3 0-1,-1 1 1,-7 1 321,4-1 0,-5 2 0,4 0-301,8 0 1,4 0 0,1 0 0,-4 0-19,-1 0 0,-4 0 1,3 0-351,4 1 0,6-1 1,-2 0-1,-7 1 360,5-1 1,1-1 4,-14 2 1,6-1-1,4 0 1,0 0-1,-5 0-208,-1 0 0,-4 1 0,1-1 1,3 0 182,5 0 1,4 1 0,2-1 0,-1 0 0,-6 0-2,-6 1 0,-5-1 1,1 1-1,3-1 19,5 1 1,5-1 0,1 0 0,-3 0 0,-6 1 187,-2-1 1,-5 0 0,6 1-192,-3-1 1,6 0 0,4 0 0,0 0 0,-2 0 0,-6 0 22,13 0 0,-6 0 0,4 0-37,-12 0 1,4 1 0,0-1 0,0 0 0,-4 0 29,1 1 1,-3-1 0,0 0 0,-1 1 6,13-1 0,-1 1 0,-3-1-9,7 1 0,0-1 76,-2 0 0,5 1 1,-10-1 453,-16 0 0,-1-1-534,9 1 0,5 0 0,-9 0 15,-1-2 19,-10 1 1,-2 1-20,-6 0 1087,5-1-935,-25 2 1066,-2 0-1140,-3 0 3055,-12 11-3167,5-5 991,-15 17-1001,11-10-1,-13 26-6,10-12 3,-3 10 1,0 3-3,1 3-18,-3 13 1,1 6-751,8-20 0,1 0 754,0-1 1,0 4-1,2-3 5,1 0 1,2 1-4,3 5 0,2 5 1,0-7 2,1-11 0,1-1-1,0 10 1,2 4-1,-1-4-77,4 18 78,-6-19 0,-2 0 3,-3 10 8,-5-20 1,-3-3-3,-4-5 22,-20 12-6,-1-12-17,-1-10 1,-1-2 5,-12 2-14,11-8 1,0-3 7,-7-6 1,4-3 0,-3-3-18,8 3 1,0-1 8,-4-3 1,-2 1-12,-14 0 0,-2 3 94,10 3 1,-3 0-80,7 0 1,-6 1-1,-1-1 1,5 1-864,-16 1 0,2 1 860,0 0 0,-5 0 0,9 0-1,13 1 1,-1 0-8,-5 1 0,-9 0 0,0 1 0,8-1 10,-1 1 0,-1 0 0,7-1 0,-8 1 0,-3 1 0,4-1 0,8-1-3,-5 1 1,1 0-3,-4-1 1,-9 2 0,1-1 0,8-1 4,1 0 0,1 0 1,4-1 1,-7 1-1,1-1 1,6 0-8,-2 0 0,0 0 7,1-1 1,-7 1-1,-1 0 1,4-1 3,0 1 1,4-1 0,-4 0-4,-1 0 1,-5 0 0,1 0 0,4 0-5,5-1 0,4 1 0,-4-1 3,-9 0 1,-5 0-1,0 0 1,8 0-5,0 0 0,-1-1 7,-4 1 0,-11-1 1,2 1-1,11-1-1,10 0 0,3 0-5,-11 0 0,-6-1 0,8 1-1,14-1 1,0 1 5,-11-1 1,-5-1 0,5 1 10,11 0 0,0 0 4,-21 0 1,-9-1 0,10 0-368,23 1 1,1 1 357,-10-1 1,-4 1-1,7-1 2,-3 1-15,7 1 0,0-1 15,-6 1-22,-15 0 953,27 0-926,-10 0 1873,17 0-1872,-9 1-6,15-1 1057,-15 2-1046,18-1 28,-19 1-27,22-2 98,-9 0-115,13 0 10,-12 1 1,10 0 11,-24 3-11,14-2 11,-36 6-28,30-5 56,-30 4-50,39-5-1,-9 1-89,24-3-750,1 0 727,3 4-16,0-2-521,0 4-381,0-4 1025,-2-1 0,0-2 0</inkml:trace>
  <inkml:trace contextRef="#ctx0" brushRef="#br0" timeOffset="108889">5645 15478 22431,'-16'-46'397,"1"0"1,1 4-1,-3 11-408,-10 24-6,3 5-5,-17 10 16,13 1 3,-12 12 1,-3 4-26,-7 10-979,9-4 1,3-1 945,4 4-147,6 11 68,18-19 23,1 7 61,15-14 78,5-10 1,4-4 1978,10-10-1850,12-21-44,7-11-266,-15 10 1,0-5 331,1-8 1,-2-1-504,-7 12 0,-2-2 467,5-15 1,-3-1-10,-10 14 1,-1 0 33,3-16 1,-1 2-34,2-14 19,-7 27 1,-2 5 132,-3 9-130,0 3-118,-2 11-353,-1 6 692,0 12-350,-1 1 29,-4 41-74,4-19-25,-1 19 1,1 2 47,4-8 247,1 2 0,2 0-331,9 1-1035,-4-21 1,1 0 990,9 13-440,2-17 0,2-3 322,1-3-258,33 6 246,-31-26-112,6-10 1,0-4 150,4-6 73,6-9 1,1-4 175,-19 12 1,-2 0 70,8-10 0,-1 1 45,-2-7 448,-11-9-381,-13 24 547,-9-18-608,0 27 2118,-18-4-2259,11 14-11,-17 6 11,15 3 441,-19 24-446,13 2-12,-10 18 1,12-13-85,3 16 68,10-31 10,6 16 24,2-30 55,10 0 11,1-8 79,16-16-107,-9 3 197,19-33-34,-19 10-85,8-17-55,-15 19 213,0-5-17,-9 23-101,0-2-162,-4 14-57,-2 8 51,-1 1-11,-5 21 0,1-6-9,0 13 1,1 3-15,2-4 3,-1 1 0,5 1-59,13 5 34,6-2 28,7-6 17,9-18 17,-11-9 16,5-11 1,1-5 5,3-5 25,5-15 0,-1-4-14,-5-5 54,-11 3 1,2-9 0,-5 5-888,1-17 838,-8 19 1,0-5 0,-3 6 34,-3-12 161,-2-4 1,-1 0-84,-2 9-1559,-2 2 1,-1 5 1530,0 18 95,-4-3-224,3 17 408,-2 5-458,4 8 39,-4 30 11,4-8-3,1 14 0,1 7-78,5-2 0,1 0-1118,-2 1 0,1-1 1098,3-1 0,3 0-420,4 0 1,1-3 2142,5 14-3624,4-3 0,1-2-262,-5-15 1810,-4-9 1,-1-3-1,-9-14 1,0 0-1</inkml:trace>
  <inkml:trace contextRef="#ctx0" brushRef="#br0" timeOffset="109432">6559 15337 22935,'-32'-32'-68,"0"0"1,25-28 17,44 53 16,12-1 1,2-1-1,6 0-2,-17 2 1,5-1 0,-5 1 23,-8 1 1,1 0 35,10-5 0,7-1 1,-10 1 48,3-4 53,-7 1 0,-5-1 25,-21 4 347,-7-8-341,-10 11 302,-34-6-240,7 11-124,-15 3-11,14 7 84,-13 19-129,18-7-50,-6 13 0,2 4 0,8 6-967,6-11 0,3-1 972,9 5-72,12 6 38,3-18-32,31 18 133,-8-31-10,13-1 21,-16-16 393,14-38-128,-13 2-247,-6 6 0,-1-1 324,-1-23-229,-8 15-11,-4 6 2400,-4 2-2423,-3 19 124,0-7-264,-2 23-73,0 2 40,-3 17 22,2-3-56,-2 39 22,4-24-213,3 16 1,4 2-409,5 7-748,-3-16 1,1 0 898,8 6-3752,2-13 1,2-1 4255,6 3 0,10 13 0,-27-36 0</inkml:trace>
  <inkml:trace contextRef="#ctx0" brushRef="#br0" timeOffset="109882">7565 14885 23394,'-2'-57'913,"0"1"0,0-5 0,-1 10-611,-1 25 555,-3-15-644,5 33-146,0-2-61,2 9-29,-1 4 6,1 10 23,-1 15 5,1 23 0,0-1-258,0 9 256,0-17 0,0 7 1,-1-2-922,0 11 0,1 2 913,-1-14 0,1 5 1,-1 1-1,1-3 10,-1 2 1,0-1-1,1-1-2,0-1 1,1 0-1,0-1-6,0-3 1,1 0 0,0-2-194,1 17 1,1-4 189,-1-14 0,0-2 0,1 8 0,-2-2-5,0 7-54,-1-19 0,-2-2-596,-2-1-2683,0-18 3338,1-15 0,2-1 0,0-3 0</inkml:trace>
  <inkml:trace contextRef="#ctx0" brushRef="#br0" timeOffset="111139">8093 15019 22498,'-19'44'347,"3"15"-297,17-21-11,-2-3 1,-1 3 10,-1 3 1,-2 0-287,-1 0 1,0 1 280,-2 4 0,-2-3 274,-6 18 1221,4-24-1007,4-15 195,6-24-577,3-6 84,7-50-207,-1 24-14,0-1 0,1-1 20,9-17-12,-1 14 1,2 0-11,-3 8 1,0 1-5,3-2 0,-1 4-2,1 10 5,4 9-16,-7 6-7,27 13-32,-16 9 21,11 6-5,-15 1-112,8 13-157,-5-6-324,14 15 522,-13-21-2734,23-4 911,-21-15 1243,11-9 1,-2-3 0,-14 1-1,18-9 1</inkml:trace>
  <inkml:trace contextRef="#ctx0" brushRef="#br0" timeOffset="111515">8811 15210 24055,'-41'-8'72,"10"0"-32,27 40-1,7-11 11,5 8-5,4-13 89,9-2-61,-5-9 190,35-12-151,-16-11-39,-7 2 0,0-3 123,5-23 34,-10-6-129,-9 10 246,-11-14-140,-11 21-72,-8-8-90,-3 21 27,-11 8-44,12 7 23,-33 17-46,18 5-8,7 0 1,1 2-37,-6 22-17,6 6-232,9 5 98,10 1-359,15-2-723,13-1-1831,18-4 11,-1-12 2559,7-2 0,-27-23 0,-2 0 1</inkml:trace>
  <inkml:trace contextRef="#ctx0" brushRef="#br0" timeOffset="112130">9414 15197 11245,'4'-7'9830,"0"2"-7702,-4 5-1260,0 0-638,-34-12-168,16 16 44,-38 2-28,14 34-72,19-18 0,-1 1-6,-2 4 0,0 0 5,-8 7 34,-10 3 23,19-22 84,-7 2-51,15-19 235,-2-19-66,10-7 162,-2-28-286,11 19 61,8-11-106,1 30 34,7-4-78,-6 13 66,16 3-100,-7 12 0,20 21-6,-16-3-11,5 13 11,-13-14 3,2 3 0,1 2-14,2 3 5,6 4 1,2-1-11,-5-8-4,8-2 1,4-3-318,13-7 326,-12-6 0,1-6 2,-5-8 1,-1-6 0,0-4 0,-2-3-3,17-20 28,-16 2 0,-4-5 5,-12 7 1,-2-2-383,5-18 1,-3-2 373,-8 6 0,-3-1-1042,-1 0 1,-2 2 1044,0 11 0,-1 2 39,0-5 1,-1 4 256,-2-1 85,0-24-225,1 42-122,1-6 545,2 29-601,0 4 2365,0 6-2348,1 42-18,0-19-8,0 16 1,0 4-564,0-20 0,1 0 538,1 17 0,1 0-25,2-8 0,3-1-239,2-2 1,3-1-6,2-3 0,4-1-322,1-3 1,2-3-1226,-1-4 1,-1-2 1843,16 8 0,-18-15 0,-9-12 0</inkml:trace>
  <inkml:trace contextRef="#ctx0" brushRef="#br0" timeOffset="112398">9682 15147 21646,'-51'-7'1562,"0"0"1,8 2 0,10 0-1361,22 2-168,12 2 44,16-1-61,0 1 11,34-2 0,6-2-6,-7 0 1,1 0-396,-14 1 1,-1 1 378,14-4 0,-2 1 5,-8 0 95,22-5 90,-36 5 45,2 0-151,-21 4-57,-6 2 655,0 0-10519,9 1 8386,-5 0 1,5 1 0,-7-2 0</inkml:trace>
  <inkml:trace contextRef="#ctx0" brushRef="#br0" timeOffset="128022">9134 11150 20111,'-9'0'6257,"2"0"-5826,7 0 1602,0 0-1131,-4-3-2102,3 2 731,-2-2 154,7 3 785,6-2-13,3-1 117,33-12-36,4-1-290,-18 5 1,1 0 497,-3 1 1,4-1-418,9-3 0,6-2 1,-4 2-330,-7 1 0,3 0 0,2-2 0,9-3 0,-1 0 0,-6 1 0,-1-1 0,-2-1 0,-3 1 0,3 0 0,-5-1 0,3-5 0,-5 1 0,-3 0 0,-4 1 0,18-21 0,-15 5 0,-14 6-348,-10 5-229,-13 4-1186,-10 3-5,-3 6 641,-20 1 396,17 9 1340,-21-1-893,27 5 469,-1 0 108,13 0 668,3 0-57,1 5-883,0-1-268,7 14-533,-1-9-48,21 16 57,-10-14 502,10 3 1,3 2-299,16 7 201,-10-5 1,1 1 410,-6-2 0,-2 0-1080,22 20 1325,-19-9-113,-14 8-788,-21-1-96,-11-1-167,-6-3 338,-21-8 1,27-15-1,-10 2 1</inkml:trace>
  <inkml:trace contextRef="#ctx0" brushRef="#br0" timeOffset="128506">10724 10560 22433,'0'-5'567,"0"1"2312,0 4-2069,38 28-1251,-22-14 311,11 14 0,-1 2 195,-14-5-177,-2 5 1,-2 3-576,-5 7 588,0 7 110,-7 0-334,2-22 818,-4 4 279,5-18 954,0-6-1173,1-20-355,4-15-305,-1-3 6,6-29-147,-4 33 93,3-4 0,1 2-251,1 5 59,18-20-64,-14 31 292,23-8 169,-19 18 671,30 0-121,-25 9-162,37 11-276,-32-3-341,4 3 0,1 2-358,5 4-845,-9-6 1,-1 0 355,6 1-6896,21-2 727,-30-9 6388,14-1 1,-31-4 0,-2 0-1</inkml:trace>
  <inkml:trace contextRef="#ctx0" brushRef="#br0" timeOffset="128815">11635 10603 10641,'0'-6'5999,"0"2"-1941,0 4-3498,-18 23-623,16-9 201,6 16 0,5 4-112,20-2-1715,-6-7 0,0-1 1739,8-4 299,9-9-147,-8-7 5,11-11-56,-22-3 190,2-29-122,-14 5-12,2-19-106,-10 16 145,-11-16-195,3 28 55,-14-22-89,12 31 3363,-4-5-3635,9 16-552,1 5 480,4 4-3347,5 14 3679,7 5 0,-4-6 1,1 0-1</inkml:trace>
  <inkml:trace contextRef="#ctx0" brushRef="#br0" timeOffset="129422">12290 10759 22487,'6'-45'500,"0"0"0,1-10 0,-1 8-410,-2 15-20,2-11 0,0-2-53,-1 2 5,2-12 1,0 0-7,-1 6-2827,-1-3 1,-1 0 2827,-2 13 8,-4 1 0,-3 3-8,-1 11 798,-16-16-799,11 28 29,-13-2-45,14 11 17,-12 14-11,11-1-6,-14 34 11,13-16 5,3 10 1,1 3-17,3 2-548,10 10 1,3 1 574,7-3-484,1-14 1,5 5 0,0-7 488,15 12 4,-8-16 0,6 3 0,-4-6 44,16 4-403,4-3 0,1-4 384,-8-11 217,1-6 1,-1-5-234,-10-9 39,2-8 0,-2-5-54,-7-5-7,1-11 1,-2-3-49,-5-3 54,-2-14 0,-2-3-9,-6 2-7,-5 14 1,-1-6 0,-1 7-7,-5-14 531,-6-7 1,-6 1-438,-5 9 314,3 12 1,0 4-375,0 8 40,5 7-55,6 14 2028,2 0-2061,2 7 3051,0 15-3044,1-2 0,6 40 0,-1-21 0,8 21 0,2 6-8,-3-20 0,0 0-1035,4 15 1,1 0 1030,-5-16 1,2-1-437,8 14 0,1 0-286,-7-18 1,2 0 733,12 23 0,0-5 0,-9-21 0,0-1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9T13:47:48.23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130 998 24728,'-36'0'3609,"0"0"1,-22-1-2790,58 0-1364,0 0-384,0 5 319,0 0 200,0 6 117,0-2-251,0 13-176,27-6-163,17 9 779,14-16 429,-10-5 1,1-2 73,-18-2 0,4-2-135,12-1 1,10-3 0,3 0 0,-4 0 69,0 0 0,-3 0 1,7-1-216,-5 1 1,9 0-1,3-1 1,0 0-1,-3 1 1,-7 0 23,9 0 0,-7 0 0,3 1-56,-3 0 0,3 1 0,-1 0 0,-5 1-1738,-8 1 0,-4 1 1,-4 0 1603,3 1 1,-3 0-1,8-1 1,-7 1-1,-16 1 1</inkml:trace>
  <inkml:trace contextRef="#ctx0" brushRef="#br0" timeOffset="917">891 1272 31178,'0'-6'-1336,"0"2"1477,0 4 1562,-19-33-1183,15 65 0,1 15-1222,-17-12 632,16 22 0,5 9-376,0-3 1,-1-5-1226,2 4 392,0-19 0,1 5 1,-1-7-3067,3 11 4049,0-10 0,0-5 0,-1-17 0,-1-2 0</inkml:trace>
  <inkml:trace contextRef="#ctx0" brushRef="#br0" timeOffset="1300">1149 1656 27221,'0'-4'1449,"0"1"2648,0 3-4097,-2-1 0,5 7-358,21 19-479,5-3 463,12 8-1051,-10-18 884,29-16 1468,-28-1-1627,4-5 1,-3-2 2629,-8-6-892,-2-8 1,-2-5-1039,-3-5 0,6-17 0,-21 26 0,-6-5 0,1 17 0,-3-9 0,2 20-1538,-1 3 341,2 18 199,-1-2 112,2 15 329,0 24 440,1-16 54,0 15 0,0 1 48,0 1-1235,-2-6 0,0 10 0,-1-7-3666,2-9 1,-1-3 3899,-2 19 0,1-4 0,2-16 0,1-29 1</inkml:trace>
  <inkml:trace contextRef="#ctx0" brushRef="#br0" timeOffset="1794">1958 1834 25778,'8'-45'1047,"0"-1"1,-7 1 0,-4 10-1170,-5 26-528,-16 1 910,12 14 581,-13 24-430,12-6-1978,-2 14 0,2 3 1496,2 4-975,0 14 1,1 2 1213,3-1-272,2-13 0,1 7 1,1-6-74,4-15 1,0-2-263,-1 18 1,2-4-278,3-18 2307,0-14-2069,-3-13 65,0-19-40,-1 0 325,0-12 1,0-3 25,0-5 69,3-16 0,0-3-57,2-1 80,-1 12 1,1-7 0,-1 7 399,-1 13 1,0 0-343,2-12 1,0-6-1,0 7-25,4-13-681,-4 18 1,1 4 657,3 6-826,13 3 815,-6 13-7,36-6-115,-24 16 1039,11 13 0,1 5-906,-9 2 3,0 8 0,-5 3-9,-15 2-1089,-11 2 1,-5 2 1100,-9 3-187,-16 4 1,-5-3 191,-6-6 95,4-10 1,-6 1-1,6-5-123,-9-1-117,2-2 0,3-5-343,20-9-6932,-1-17 7425,22 1 0,-3-3 0,9 8 0</inkml:trace>
  <inkml:trace contextRef="#ctx0" brushRef="#br0" timeOffset="2427">2455 1786 20999,'-4'2'5052,"0"-1"-4655,4-1-355,-38 13 717,43-25-501,-26 10-81,47-22 91,-4 4 132,8-13 79,-15 10-18,6-14-35,-21 17-651,-8 4-53,0 5-13,-12 4 72,6 5 43,-28 11 175,17 6 140,-11 5 17,21 1 24,6 12 54,4-11-25,11 40-300,3-36-45,8 4 0,5-2-265,14-6-2463,11 3 2509,-6-15 241,-6-14 1,1-4 270,14-12-30,-9 3 0,-1-4 263,6-20 81,-9-4-43,-9-1-190,-12 11-61,-6 4-73,-6-4-237,-2 15 134,-6-20-376,0 26 262,-8-13-225,7 19 2441,-2-3-2442,6 10 202,1 3-86,1 3-32,16 30 198,2 0 62,2 4 1,0 2-356,6 8 342,-10-12 0,-1-1-4,-3 10-10,-2 7-79,-14-7-369,-12-8-85,-2-13-4463,-20-2 5018,16-16 0,-3 2 0,15-8 0</inkml:trace>
  <inkml:trace contextRef="#ctx0" brushRef="#br0" timeOffset="2827">3461 1498 20453,'-1'-7'3870,"0"1"-3063,1 6-443,0 0-235,-61-1 73,27 14-188,-3-7 0,2 2 14,13 15-11,15-2 11,8 9-23,3-11 107,29 20-89,-2-27 27,12 5 6,-12-16 241,8-21-230,-18 7 90,17-33-124,-31 26 79,-2-26-39,-12 22-11,-5-8-1,-3 15-49,0 7-29,4 5 0,0 8 11,5 2-570,-2 32-326,5-14 223,8 15 1,2-1 0,-3-16-1,11 19 1</inkml:trace>
  <inkml:trace contextRef="#ctx0" brushRef="#br0" timeOffset="3142">3681 1976 25539,'-40'6'272,"-1"0"1,2 0 0,11 2-268,24-1 1,17 17 0,9-9 10,8 7 74,24-12-28,-30-7 111,21-3 18,-32-7-51,-3-8 16,-12-14-111,-3 9 6,-6-5 72,-7 6-101,2 8-33,-8-1-34,9 8-6041,-14 18 973,15-4 5113,-12 13 0,20-15 0,0 0 0</inkml:trace>
  <inkml:trace contextRef="#ctx0" brushRef="#br0" timeOffset="3508">751 2477 13967,'-52'6'414,"1"1"1,-1 0-1,1 0 1,-9 1 0,-3 1-1,2-1 1,10 0-74,5-2 1,2 1 69,-5 2 0,-4 0 0,12 1 1387,7 3-1680,-9 7-1,44-10 191,30-1 0,16-3-196,-3-3 0,2-1-1023,-2 1 1,3 0-1,-1-1 947,15-2 1,3-1-9,-15 0 0,6 0 0,1-1 0,-5 0-25,-3 1 1,-3 0 0,8-1 4,-7 1 1,8 0 0,5-1 0,1 1 0,-1-1 0,-3 1 0,-7 0-9,2 0 0,-7 0 0,0 0 0,9 1-6,-2-1 0,7 0 1,5 0-1,2 0 1,1 0-1,-2 0 1,-4 1-1,-7-1 1,7 0 1,-7 1 0,0 0 0,9-1-19,-11 1 1,6-1 0,5 1-1,2-1 1,2 1 0,-2-1-1,-2 1 1,-4-1 0,-7 1-19,13-1 0,-10 1 1,1 0-1,8-1-57,-13 1 0,5 0 1,5 0-1,2-1 0,0 1 1,0 0-1,-3-1 1,-5 1-1,-6 0-52,9-1 0,-9 1 0,0 0 0,8-1 150,0 1 0,8 0 0,5 0 0,0 0 0,-3-1 0,-7 1 0,-10 0 0,11 0 0,-6-1 0,8 1 0,-1 0 0,1 0 0</inkml:trace>
  <inkml:trace contextRef="#ctx0" brushRef="#br0" timeOffset="4450">3358 3401 24693,'0'61'95,"-1"-26"0,-1 0-89,-1 26-26,-1-9 1,0 1-239,0-16 1,1 0-1159,-1 15 1,2-1 1415,3-11 0,1-5 0,-1 4 0,5-11 0</inkml:trace>
  <inkml:trace contextRef="#ctx0" brushRef="#br0" timeOffset="4728">3842 3711 20699,'-6'0'3613,"1"0"-2829,5 0-722,-27-9-45,44 1 55,3-14-32,26 10-29,-13 3 0,-1 0-11,3-2 39,11-3-50,-19 6-129,2 2-185,-18 5-7029,5 1 7354,-7 4 0,-1-2 0,-4 1 0</inkml:trace>
  <inkml:trace contextRef="#ctx0" brushRef="#br0" timeOffset="5259">5111 3419 18000,'0'-6'4139,"0"2"-3674,0 4 258,-69-41-273,36 42 1,-3 1-390,-11-19 1,1 3-23,11 22 1,6 7 16,6 0 17,-3 29-73,14-19 19,7 7 1,6 0-9,10-8 6,10 4 0,5-1 5,22 2-306,-10-8 1,3-1 294,-2-5 1,-1-2-656,1 0 0,-1-1 655,18 7 12,-3 7 27,-35-9 57,-21 16-63,-13-14 29,-37 10-56,17-16 50,-22-1 0,-5-2-45,28-6 1,0 0 182,-19 2 1,0-3-783,17-8 1,8-3-2757,11-3-1355,-7-7 4688,39 5 0,-6 8 0,2 0 0</inkml:trace>
  <inkml:trace contextRef="#ctx0" brushRef="#br0" timeOffset="5467">5350 3599 26110,'-10'19'-11,"6"2"-90,20 36-100,-4-19-2656,-2-4 1,-1-1-2292,-2-2 5148,5 24 0,-10-43 0,0 0 0</inkml:trace>
  <inkml:trace contextRef="#ctx0" brushRef="#br0" timeOffset="5667">5565 3303 21323,'-39'-6'-5685,"7"-2"4819,47 61 0,-10-35 0,0 0 1</inkml:trace>
  <inkml:trace contextRef="#ctx0" brushRef="#br0" timeOffset="6067">5727 3621 21752,'0'-7'3473,"0"1"-3058,2-54 190,-2 38-633,2-40 5,-2 57 12,3 16 34,3 12-23,0 3 0,0 5 0,0 1 0,-1 4-6,-1 11 0,-1 0 18,-2-12-1209,-2 28 1220,1-49 274,-2 0-157,2-11 61,0-18-134,3-6 29,3-21-35,2 8 12,4-2 0,1 0-40,1 3-22,1 0 1,0 3-12,-4 12-34,16-4 1236,-14 15-1224,16 3 22,-15 8-112,30 29 61,-19-13-159,2 6 0,1 1-227,-2-1-1773,2 2 1,1 0-1023,3 3 2553,3-1 1,-2-3 0,-13-10-1,11 6 1</inkml:trace>
  <inkml:trace contextRef="#ctx0" brushRef="#br0" timeOffset="6526">6717 3648 17322,'1'-8'4738,"-1"2"-3486,-2-33 0,-5-7-933,-2 21-87,-8-24 1,-5 7-154,-5 36 67,-30 5-107,27 7-11,-28 19-45,31-6 3,2 6 0,3 2 3,7-1-56,-4 32 56,17-34-6,10 17 22,1-29 102,24 3-29,-14-16 465,31-24-184,-25-2 10,13-20-55,-19 13-185,-7 8-28,-3 9 111,-4 7-184,-3 5-50,2 13 28,-1 17-6,1 7 5,1 11-1690,-2-1 1,0 1 1689,0 20-8,-1-17 0,0 10 1,1 4-1,-1-7-579,0-4 0,-1-3 0,1 3 496,0 8 1,0 5 0,-1 0 0,-2-4-139,-3 1 0,-2-3 0,-1-4 39,-2 12 0,-4-5 42,-4-7 1,-8-6 86,-21-4 0,-3-9-343,-4 1 424,-8-23 1,0-16-180,32-16 0,5-10-239,-1 0 1,-1-4 0,3-3-839,4-3 1,4-4 0,2-1 1151,1-10 0,4-3 0,0 6 0,-1 3 1,3 3-1,6 2 0,0-1 0</inkml:trace>
  <inkml:trace contextRef="#ctx0" brushRef="#br0" timeOffset="7260">6761 3803 26598,'24'-45'81,"-1"0"1,1 0 0,-1 0 0,1 0-1,-3 2-53,3-7 0,-2 3-2203,-3 5 0,-2 1 2186,-1 1 0,-2-3 3,-1-14 0,-3 1 0,-4 21 0,-2-1 16,-2-8 0,-2-6 0,-2 8 1193,-7-6-1151,-4 9 1,-2 4-11,2 13 735,-10-5-853,14 25 34,-6 13 11,6 8 16,-11 34 2482,7-12-2487,5 2 0,0 9 0,2-2-3,5 1 1,3 1-400,0 4 1,1 5-1,3-4 363,11 3 0,4-4-62,1-2 0,3-4-123,0-6 0,1-4-209,-4-8 1,1-4-273,17 10 83,-4-19 213,-1-22-2705,7-29 3125,-15 0 12,2-15 782,-18 16-234,2-28-56,-10 24-10,-4-14-130,-7 37-27,-15 8-292,9 6-28,-6 5 3358,13 9-3375,15 14 6,3-7-6,25 11 6,4-18 5,18-1-22,5-12-1352,-4-14 1385,-14-4-76,-19-5 1,-3-5 148,3-14-36,-9 10 1,-2-1 159,-1-16-102,-7 14 29,-4 9 297,-4 9-370,-1 7 1369,-3 7-1436,1 20 11,-3 19-28,3 3-6,2 3 1,1 2-7,3 10-339,1-13 1,1 9-1,0-3-148,2 3 1,1 2-2741,0-2 1,0 4-1,0-2 3239,1 9 0,-1-5 0,-1-17 0,-2-5 0,2 6 0</inkml:trace>
  <inkml:trace contextRef="#ctx0" brushRef="#br0" timeOffset="8409">8690 2993 19759,'2'-42'1441,"0"-1"0,0 3 1,-1 9-1442,0 24 33,-1 10 79,0 20-34,-3 7 1,0 4-23,-2 21-1893,-2-4 0,-2 1 1843,-1 7-3,2-11 1,-2 6 0,2-5 76,3-15 0,1 1-78,-2 9 0,0 5 0,3-8 3,6 1 3,6-9 1,4-2 2,6-7 3,9-7 0,4-5-2,2-12 2,16-15 0,1-6 2,-7-5 12,0-5 0,-4-3 6,-12 1-1078,-5-3 0,-2-2 1117,-2 2-87,-3-1 1,-2 1 226,-7 14 1990,0-11-2068,-6 26 537,-4 3-666,1 7 3012,-4 10-3007,0 9-5,-2 12-1,4-4-16,4 1 0,4 2-39,10 7 120,4 18-299,4-26-1945,14 0 264,-14-14 1910,24 6 0,-34-20 0,6-2 0</inkml:trace>
  <inkml:trace contextRef="#ctx0" brushRef="#br0" timeOffset="8592">9268 3053 24799,'-44'-27'-4447,"21"30"-5384,41 31 7373,2 5 0,-7-17 1,-9-16-1</inkml:trace>
  <inkml:trace contextRef="#ctx0" brushRef="#br0" timeOffset="8969">9499 3244 26026,'-4'50'14,"2"-14"0,1-2-8,1-1-12,1 1 1,-1 1 10,1-9 46,1 16 38,-1-30 348,4-5-336,0-14 95,16-28-129,-8 8 11,7-11 1,1 0-40,0 1 22,2-4 1,1 2-39,-5 10 27,21-19-100,-23 37 39,5-1 11,-11 17 16,6 11-49,22 34-57,-5-1-397,-9-12 1,-1 0-23,0 8-264,-3-4-4997,6 4 5770,-6-16 0,1 3 0,-13-22 0</inkml:trace>
  <inkml:trace contextRef="#ctx0" brushRef="#br0" timeOffset="9186">10227 3079 25416,'-2'-42'610,"1"-1"1,0 0-1,0 18-604,1 26 5,0 20-17,4 13 1,1 6-12,-2-1 0,1 2-454,1 18 1,1 2 195,-3-11 1,-1-2-401,0 1 0,0-1 151,-1-12 1,1 0-2443,3 7 0,2-4-5760,1-5 8726,7 12 0,-9-37 0,0-3 0</inkml:trace>
  <inkml:trace contextRef="#ctx0" brushRef="#br0" timeOffset="9444">10421 3305 22907,'-16'-50'931,"0"-1"1,2 6 0,-1 10-703,-5 23-139,3 7-62,-2 12-17,3 2-11,-3 9-14,1 7 0,0 3 25,-7 18-11,7-13 0,2-1-5,2 11-7,8 7 12,3-20 12,22 30-12,7-39-124,26 5-374,11-24 49,-5-5 18,-28-1 0,4-1-3650,26-6 1,2-1 3514,-24 4 1,-1 0 0,17-3 0,-5 1 0,-21 3-1</inkml:trace>
  <inkml:trace contextRef="#ctx0" brushRef="#br0" timeOffset="10201">10902 3312 25550,'-40'-8'213,"1"1"0,-22-5-196,57 20 0,7-3 156,29 6-94,0-7 10,23-2 51,-14-9 34,-6-7-17,-12-9-40,-9-4-22,-7-3-39,-13 1-22,-8 3 16,-13 5-3302,-21 7 3325,13 7-689,-23 8 616,32 8-33,-7 9 33,19 1-17,5 41-39,17-12-90,0-7 1,3 1 2482,16 9-3203,-3-18 1,1-2-524,9 5-1518,0-9 0,7 2 0,-1-6 425,3-6 1,1-3 395,3 1 0,3 1 0,-3-7 2086,-4-7 0,-1-9 2254,14-12 1,-3-6 463,-20 5 0,-3-3-1391,8-4 0,-4-1 606,2-15 22,-19 8 0,-4-1-919,2-14-565,-4 10 1,-4 1 43,-14-3 2848,-9 9-3184,-13 11 540,-7 11-719,-8 13 14,12 9 0,2 3-14,-13 11-1702,17-5 1,3 1 1673,1 9-520,7 6 1,2 3 542,1 3-23,10 6 0,6-3 17,10-16 16,12-6 1,5-5-17,15-16-1,11-5 9,-22-15 1,-3-8-411,-6-6 0,-2-4 415,2 3 1,-2-2 14,-1-17 0,-5-4 8,-7 10 0,-3-1-7,0 6 1,-1-2 0,0 0 14,-1-1 1,-1 0 0,-1 0 39,1-17 0,-1 3-26,-2 15 1,-2 3 545,-2 1 0,-2 5-397,-2 7-90,-1-3-100,3 23 981,-1 22-982,3 2-5,-4 39 3,5-22 0,0 4 1060,0 16 0,-1 6-1073,2-14 1,0 1 0,0 2-1024,0 5 1,0 1-1,0-2 953,1-8 0,-1-2 0,1 3-1161,0 6 0,1 5 1,-1-2-1,1-7-3675,0-3 1,0-2 4595,1 6 1,-1 4 0,0-14 0,0-17 0,-1-9 0</inkml:trace>
  <inkml:trace contextRef="#ctx0" brushRef="#br0" timeOffset="10891">13026 2965 23439,'5'-44'735,"1"-1"0,-1 0 0,2-11 0,-2 9-388,-3 17-246,-2 20-90,0 6-22,-1 10 22,-5 21 12,-1 0 2,-10 23 0,-3 4-25,10-24 0,-2 0-1280,-5 13 1,-2 7 0,1-6 1276,5-13 0,1 0 3,-9 29 0,3 1 146,11-24 0,2-1-149,3 13 0,4-4-2,13 1 19,10-27 0,5-5-9,5-5-1101,10-10 1,1-6 1084,-4-6-58,5-12 1,-1-5 93,-21 7 0,-2-1-5,11-12 0,-2 0 1848,1-13-1692,-16 18 1,-3 3-26,-5 2 286,2-14-314,-11 29 555,0-2-650,0 11 3195,-2 2-3229,0 5 465,-5 20-471,2-5 7,-4 40 5,6-28-48,6 6 1,2 1-77,4-5-612,6 3 0,3 0-312,1-8 369,7-1 1,-1-2 0,-10-13 0,12 6-1</inkml:trace>
  <inkml:trace contextRef="#ctx0" brushRef="#br0" timeOffset="11059">13661 2944 15302,'-4'-4'3147,"0"0"-1086,4 4-2498,-37-8-5679,43 35 6116,-31-14 0,43 21 0,-9-20 0</inkml:trace>
  <inkml:trace contextRef="#ctx0" brushRef="#br0" timeOffset="11483">14050 3082 22526,'-1'-4'3204,"0"0"-2779,1 4-386,-47 36-5,45-1-20,-18-8 0,5 2 19,40 12 1,14-3-23,-2 0-221,4 0 1,2 0 204,0-3-1389,0 3 1382,-19-14-329,-29-6 296,-8-12-339,-23-5 1,-5-4-452,-18-11 404,9 1 0,2-4 111,15-4 1,4-2-1711,-12-18 1895,12-6 248,19 12 0,3-1 284,-3-8-134,3 10 1,1 3 33,3 9 1719,0 4-1573,3 12-58,0-1-340,-1 6 2260,-3 14-2271,-3 8 199,-5 20-222,2-5-118,-2 21-1064,7-6 1171,3-14 0,1-2 0,0 4 0,2-5 0</inkml:trace>
  <inkml:trace contextRef="#ctx0" brushRef="#br0" timeOffset="11825">14429 3422 24445,'15'-51'456,"0"1"0,0-1 0,0 1 0,-1 0 0,0 3-358,0-7 0,-1 1-982,2-7 1,-1 0 902,-2 10 1,0 1 58,2-11 1,-1 4 806,0-3-661,-6 16 0,-1 4 248,-3 14-438,-1-4-62,-3 27 126,-4 10-93,0 2-11,-7 21 1,0 9 10,3-6 1,0 2-1081,-3 12 1,0 2 1077,5-10 0,2 1-2,2 5 1,2 5 0,2-3-599,2 6 1,2 1 556,0 2 1,1 4 0,2-4-509,7 1 0,2-6 318,-3-11 1,1-3-107,-1-4 0,3-1 336,12 5 0,-1-4 0,-6-4 0,0-6 0,0 0 0</inkml:trace>
  <inkml:trace contextRef="#ctx0" brushRef="#br0" timeOffset="12017">14398 3131 23304,'-2'-3'3400,"1"1"-2986,1 2-358,66-43-50,-16 30-434,4-10 0,2 2 366,-15 18 1,-2 4-342,24-3-605,-5 2 1008,3 3 0,-34-3 0,10 3 0</inkml:trace>
  <inkml:trace contextRef="#ctx0" brushRef="#br0" timeOffset="12558">15789 2884 19988,'0'-7'3949,"0"1"-3193,-5-34 1,-2-6-466,0 19-182,1-21 0,-5 4 272,-16 29-353,1 9-6,-9 2 23,-10 24-67,16 4 16,-5 6 1,17-3-7,9 12 24,12-12 21,9 11 34,11-23 101,6-7 51,0-12 117,6-13-230,-14 0 90,1-12-56,-17 6-3487,-1 2 3381,-4 0 27,-5 0-145,1 12-33,-3-2 21,1 16-1063,-8 26-2028,3 6 3187,2-4 0,1 0 0,0 1 0,3 0 0</inkml:trace>
  <inkml:trace contextRef="#ctx0" brushRef="#br0" timeOffset="12876">15896 3268 26539,'-36'3'-9,"1"0"1,-21 16 8,54 3 7,18 34-7,-6-31 22,22 22 50,-8-32 197,10-3-7,-7-15 46,-2-11 48,-10-13 3,-7-14-286,-7 11 16,-8-14-50,-5 17-195,-3-3-1519,0 10 1675,-6 11 0,12 6 0,-3 5 0</inkml:trace>
  <inkml:trace contextRef="#ctx0" brushRef="#br0" timeOffset="16217">4331 5678 13945,'-48'3'1333,"0"0"0,2 1 0,12-2-1081,26-1 44,4 3 7,9-2 745,34 7-813,-5-4 56,26 1 0,6 0-738,-28-4 0,3 0 514,10 1 0,11-1 0,1 0 0,-8 0-632,5-1 0,3 0 574,-18-1 1,8 0 0,6-1-1,2 1 1,0-1 0,-5 0 0,-7 0-894,11 0 0,-6-1 1,7 0 875,-13 1 1,8-1 0,4-1 0,1 1 0,-1-1 0,-5 1-1,-6 0-301,11-1 1,-8-1-1,9 1 279,-12 0 0,7 0 0,5 0 0,3 0 0,0 0 0,-2 0 0,-4 0 0,-6 1-292,9-1 1,-8 1-1,0 0 1,8 0 309,-8 0 1,6 0 0,4 0 0,3 0 0,-1-1 0,-3 2-1,-5-1 1,-7 1-5,14-1 0,-9 2 1,7-1-16,-5 0 0,8 0 0,4 1 0,0-1 1,-5 1-1,-8-1 31,1 1 0,-7-1 0,5 1 0,-5 0 0,5-1 0,2 1 0,-4-1 0,-8 1 0,6-1 0,-6 1 61,-6-1 1,-2 1 22,21-2 1294,-32-1-1820,-32 0 202,-34-5 0,25 4 0,-17-2 1</inkml:trace>
  <inkml:trace contextRef="#ctx0" brushRef="#br0" timeOffset="16892">8073 5815 8276,'0'-5'8100,"0"2"-4331,0 3-2923,22-65 874,-17 34-1348,6-8 0,-1 2-103,-10 16-17,0 10 415,0 1-572,0 7 39,0-2-89,0 5-11,1 9-6,0-1-6,1 10 124,1 23-90,-2-9-4,0 8 0,0 9 0,-1-4-32,0-11 0,0 3-335,0 8 0,-1 9 1,1 2-1,-1-5 329,1 13 0,0-3-999,1-10 0,-1 2 1,2-3 972,0 6 1,3-1-102,2-7 1,1 1 0,0-4-173,-1 0 0,1 1-2173,-2 2 0,1 8 1,0-1-1,-2-9 1909,-3-12 1,1-2 0,0 23-1,-1-9 1,-4-36 0</inkml:trace>
  <inkml:trace contextRef="#ctx0" brushRef="#br0" timeOffset="18525">3899 6052 11911,'-4'-52'2705,"-1"0"1,1 4 0,1 5-2191,1 9 476,2-4-672,3 19-179,0-4-106,4 15-29,0 6 23,1 6 124,5 23-29,-4 11-45,-3-5 1,-2 3-531,-1 4 1,-1 3 487,-2 6 1,-2 4 4,0-5 0,-2 3 0,1-3-27,-1 5 0,0-1-14,-2 9 0,0 1 8,0-3 1,1-2 2,0-9 0,1 2 5,1-5 1,-1 3 0,0-1 56,0 9 0,-1-2 16,0 1 1,0-1-51,1-12 1,-1-1 27,-1 9 0,0 0-20,0-13 1,1 1-1,0 16 1,-1-1-37,3-19 1,0 0 7,2 12 1,3-4-14,3-11 72,13 21 34,-1-32-62,5 2 79,5-9 28,11-6-129,-5-2-2343,25-1 2365,-23-4-304,20-4 0,7-3 276,-14 1 1,4-2-12,-1 0 0,7-1 1,1-1-1,-5 1-475,-6 1 1,-5 0 0,5-1 464,5-1 0,5 0 1,1-1-1,-3 1 8,0 1 1,-3 0-1,5 0-2,-9 0 1,5 0 0,1 0 0,-1 0 0,-4 1-10,11-1 0,-3 0 1,2 0 3,1 0 1,3-1 0,-2 1 0,-7 1-3,-2 1 0,0 1 5,3 0 1,9 0 0,0 1-1,-8 0-2,-2 1 0,0 1-5,-2-1 1,7 1 0,-1 0-1,-9 1-1,-7 1 1,-2 1-7,5 1 1,8 1-1,0 0 1,-7-1 5,-1 1 1,1 1-4,12 1 0,8 0 1,-8 1-250,-14 0 0,-3-1 266,9 1 1,-1 0-10,-14-2 1,-1 0 5,8-2 1,-2 0-3,-1 0 10,4-3 1,-1-2 0,-7 0 1051,4-4 0,1-2-1046,4-3-5,-10 2 0,-1 0 16,1 0 791,-2 0-521,-25 8 1956,-2 0-2186,-5 1 1153,-1 0-1198,-1 0 128,1 1-139,0-1 5,0 1 57,0-2-74,0 2-5,0 0-140,0-1 23,8-2 89,-3 1-6,9-2 40,-5 1-12,2 1 6,-3 0 6,7-1-6,-7 3 0,7-2 11,0 0-11,16-3-39,-5 2 44,6-3 1,0 1 11,1 1-12,3-2 1,0 1-6,2-1 22,14-3 1,-31 5 33,-5 0-28,-13 4-28,2 0-6,2-2 12,6-2-12,0 0 12,13-3-1,-12 4 7,10-5 4,-17 7 40,1-2 0,-6 4-39,0-1-11,0 1-12,9-4 12,-2 2-1,23-6-5,-15 3 17,23-5-6,-25 6 141,9-3-141,-18 5-11,-18-9 0,8 8 0,-13-5 0</inkml:trace>
  <inkml:trace contextRef="#ctx0" brushRef="#br0" timeOffset="19284">4747 6745 16370,'11'-47'1845,"0"-1"1,0 0-1,4-16 1,-1 7-1359,4 7 477,-2 2-734,-11 29 156,1-7-408,-5 21-6,0 7 73,-4 32-40,0-2 1,-4 24-18,0-11 1,-1 0-97,2-14 1,1 1 36,-3 15 0,-1 8 0,2-7-61,2-13 0,2-1-852,0 13 0,2 5 1,2-6-1969,7 9 2952,1-10 0,2-5 0,0-19 0,0-3 0</inkml:trace>
  <inkml:trace contextRef="#ctx0" brushRef="#br0" timeOffset="19724">5880 6307 16678,'2'-54'1848,"0"0"0,1 2 1,0-2-1,0 8-1366,1-8 67,2-4 0,-1 5-246,-3 24 189,2-12-486,-4 33-152,1 6 130,-1 10 32,2 20-16,1-1-6,2 16 1,0 4 5,0 13-1127,-2-6 0,0 9 0,-1-5 1135,-2-12 1,-2 1-11,-1 6 1,-1 10 0,-1-1 0,0-7-322,-1-1 1,-1 0 313,0 2 1,-1 8 0,-1 0-1,2-10-5,1-4 0,1-1-112,2-3 0,0 7 0,1-1 0,1-9-202,2-7 0,2-1 328,5 9 0,2 5 0,0-10 0,0-7 0,12 18 0</inkml:trace>
  <inkml:trace contextRef="#ctx0" brushRef="#br0" timeOffset="20200">6402 6440 24939,'17'-14'112,"2"19"-67,-10 34-12,-3-5 1,-1 1-11,1 15 30,-5-3 0,-1-1-36,-2-13 39,0 0 1,-2-3 10,1-16 263,-1 3-61,3-15 336,1-7-566,0-1 23,1-22-40,1 8 28,8-33-27,-3 28 100,16-30-101,-13 37 1,9-13-18,-13 25-27,14-1-12,-3 9 23,6 1-6,-5 8-27,12 30 10,-14-15-1125,0 5 0,-1 0 923,-4-1-518,0 1 1,2 0-271,3-1-3892,10-2 1,3-3 4644,9-10 0,5 2 0,-24-15 0</inkml:trace>
  <inkml:trace contextRef="#ctx0" brushRef="#br0" timeOffset="21183">7146 6684 9789,'0'-6'8704,"0"2"-5856,0 4-2787,-33-39-49,22 33-18,-25-30 1225,27 54-1219,5-6-12,-2 18 12,5-16 0,5 13-11,-1-18 806,10 2-744,-5-9 1619,22-18-1564,-12-3-44,9-11-1,-13 4 1232,-5-22-1192,-4 15-50,-2-13-7,-5 26 52,-10 8-96,4 6-34,-24 6 51,17 7-34,-18 16 17,21-5-3476,-11 31 3442,13-21-1249,3 18 1,4 1 1092,5-11-378,2 0 0,2-2 164,8-13-2809,38 10-271,-9-18 521,-6-4 0,1-3 308,5-12-96,12-14 4733,-25 3-559,-2-3 0,-1-1 314,-3-2 3178,-1-7 0,-3-2-2380,-9 3 1021,4-17-2940,-12 28 353,-3 5-616,0 7 161,-3 3-508,-4 8-12,-2 2-11,-1 7 12,-10 18 5,7-10-28,-6 9 0,-1 3-51,-5 3 40,-9 14 11,9-23 106,-4-8 34,12-16-61,-5-1 5,17-15 134,5-19-123,4 9 73,9-23-67,0 23 118,24-23-124,-8 25-50,12-6-12,-12 27 1,-11 8-6,-1 7 5,2 29-5,-9-19-8,0 6 0,0 0-4,-1-3 18,2 5-6,0-13 17,10-5 28,-3-10 11,15-8-40,-11-11-3357,11-21 3358,-13 8-719,-6-10 0,1-9 0,-3 4 735,2-21-409,-6 15 1,0-8 0,-4 8 437,-7-9-546,-3 13 1,-1 1 561,-5 0 663,-3 6 0,-1 2-545,0 9 1580,-6-10-1754,17 30 1776,4 4-1809,1 2 3364,6 31-3353,-3-9 8,3 18 1,0 4-15,-2 0-19,-1 10 0,0 4 5,-2-24 1,0-1-138,2 16 1,0 0-12,2-14 0,1-1-1828,12 24 1217,-1-21-1949,10-10 314,-9-19 1678,8-1 1,-15-7-1,-1-1 1</inkml:trace>
  <inkml:trace contextRef="#ctx0" brushRef="#br0" timeOffset="21400">7522 6622 25842,'47'-30'336,"-1"0"0,-2 1 0,-3 6-241,11 9-56,-13 3-17,-1 0-72,-8 3-45,-7 2-2347,1 2 2442,-17 3 0,-1 1 0,-4 0 0</inkml:trace>
  <inkml:trace contextRef="#ctx0" brushRef="#br0" timeOffset="23852">10600 5932 15212,'-2'-37'2658,"0"0"0,-1 2-1682,0-1 0,-1 4-786,2 21 206,-3 20-340,2 5-12,-3 15 12,2 2-1031,-5 10 0,-2 10 1,1-4 974,2-9 0,-1 2-13,0 2 0,-3 8 1,0 0-1,1-5-326,-3 9 1,1-3 241,2-8 0,-1 2 0,1 0-170,0-2 0,1-1 0,0 0-890,-2 16 1,3-1 1156,1-4 0,3-5 0,1 4 0,4-15 0</inkml:trace>
  <inkml:trace contextRef="#ctx0" brushRef="#br0" timeOffset="24652">10458 5921 19563,'32'-37'252,"1"0"0,-1 0 0,4 2 0,1 1 0,1 10-954,9 12 0,4 7 767,6-4 1,5 0-1,-2 1-1044,-12 1 1,-2 1-1,3-1 1001,3-1 1,3 0-1,2-1 1,-1 0-8,-5 2 1,-2-1-1,2 0 1,4-1-238,-2 1 0,4-1 1,3 0-1,0 0 1,-1 0-1,-2 0 214,-1 1 0,-2 1 0,-1 0 1,2-1-1,2 1-5,2-1 1,3 0 0,2-1 0,0 1 0,-3 1 0,-4 1-187,7 0 0,-3 1 1,-3 1-1,-2 0 199,4 0 0,-4 0 0,2 1-3,-7 2 0,2-1 1,-1 1-1,-8 1 8,0-1 1,-1 1 31,9 1 1,4 2-1,-9-1 156,-2 2-176,-10 1 0,-3 1 1677,-10-1-1476,31 8-122,-23-7 97,10 2 0,1 0-75,-8-4-15,0 0 1,-1 1-20,-2-1 1002,22 8-974,-33-7 440,7 5-445,-24-7 89,0 3 16,-4 1 3221,-1 8-3360,0-2 783,-4 29-795,5-19 34,-7 35-22,1-8-31,2-12 0,-1 1-168,0-5 1,1 2 184,-1 19 1,-1 7 0,2-5-1685,1-12 1,1 0 1635,-1 9 0,1 5 1,0-6 18,3-16 1,1 1-207,4 16 0,2 9 1,1-3 186,-3-16 1,0-3-1,0 3-18,1 6 0,2 3 0,-2 0 0,-2-4 4,-1 13 0,-7-5-217,-7-6 1,-8-5 247,-12-5 0,-5-7-14,2-8 0,-2-5 0,-4-3 0,-7-5 12,0-6 1,-9-4 0,0 0 0,7-1-655,-5 0 1,-1 0 634,-1-2 0,-9 0 0,-1-1 0,10-1 1,-1-4 1,6-2-12,-3 1 0,0-1-3,5 0 1,-3-1-6,0 0 0,-4-1 0,3 1 12,0 0 1,-6-1 10,11 2 0,-10-1 0,-5-1 0,-2 0 0,3 0 1,5 2-2,0 0 0,4 1 0,0 0 0,-4-1-180,0 0 1,-4 0 0,-2 0 0,-1-1-1,2 1 1,4 1 181,4 1 1,3 1-1,2 0 1,0 0-1,0 0-1,-11 0 1,0 0 0,2 0 0,3 0-10,-2 1 1,2 0 0,-2 0 7,0 0 0,-5-1 0,3 2 1,7-1 201,2 1 1,1 0-213,-3-1 1,-5 0 0,6 1 531,11 0 0,3-1-539,-9-1 1,0 0-15,9 1 0,1-2-30,-11-3 0,7-3-6099,16-9 6149,0-5 0,24 10 0,4 6 0</inkml:trace>
  <inkml:trace contextRef="#ctx0" brushRef="#br0" timeOffset="25410">11569 6332 21075,'1'-5'2168,"0"1"-192,-1 4-2088,2-19 62,-2 14 33,1-12 101,-3 23-33,-11 9-35,0-3 29,-27 8-11,9-11 81,-18-1 0,-2-3 92,3-5-104,5-1 1,4-4 3,19-15-74,12 0 51,15-37-72,1 29 2,6-5 0,2 1-3,-1 14 6,16-10-17,-17 22-6,10 0-11,3 19 12,-4-3 10,13 22-16,-16-6 0,-3 4 5,8 26-123,-9-23 1,-5 1 119,-14-1 1,-8 0-9,-4-3 0,-6-1-5,-9 11 0,-5-1-1227,-6 0 1,-2-3 1265,9-7 0,-2-3-389,-15 1 1,3-6 444,9-5-223,4-9 1,5-6 238,16-7 77,-2-20-160,12 9 2003,11-19-1992,0 23 1082,25-7-1116,-14 16-17,38 6 18,-26 3-71,11 5 0,3 2-78,-11-4 0,-1 0-213,8 3 0,0-1 44,-8-2 1,2-1-131,24-1 1,-3-1-1,-12 1 1,0-3-1,0-1 1</inkml:trace>
  <inkml:trace contextRef="#ctx0" brushRef="#br0" timeOffset="25677">11993 5950 21528,'-1'-10'3322,"0"3"-2028,-3-56-1120,2 47-225,-2-43 40,3 66 67,-1 23 0,-1 7-45,0 8-446,-1 14 0,-2 5 432,0-13 1,-1 0-880,0-6 0,0 2 0,-1-1 879,-2 9 0,0 3-39,1-13 0,-1 6 0,1-2 0,1-6-234,0 1 1,0-1-48,2 2 1,-1 7 0,1 0 0,2-10-680,4 20-1745,3-10 0,2-3-6220,4-17 8616,3-1 1,-8-23 0,-1-5 0</inkml:trace>
  <inkml:trace contextRef="#ctx0" brushRef="#br0" timeOffset="26067">12157 6436 26021,'22'-24'73,"4"25"-57,-13 31-10,1 13 0,0 2-6,-3-2-612,-1 8 1,-3-2 639,-6-19 56,-5 19 22,0-36 924,-3-1-851,4-11 312,-5-24-452,6 5-5,-2-33-6,6 19 3,4-3 0,2-2 639,4-1-645,4-1 1,2 2-15,-3 9 23,24-15-46,-15 30 12,9-1 0,-6 10-16,21 11-18,-16 0-8,4 8 0,0 2-42,-6 5-177,-3 6 1,-1 2-109,-9-3-981,-1 4 0,-1 0-762,-4-6 1264,15 21 0,-18-36 0,4 4 0</inkml:trace>
  <inkml:trace contextRef="#ctx0" brushRef="#br0" timeOffset="26443">12994 6601 17809,'0'-5'7041,"0"2"-5097,0 3-2107,-6-42 90,4 34 85,-3-30-1,7 43-11,12 5 11,-3-6 79,27-1-62,-14-12 16,13-9 1,-18-6-17,-9 2 6,-6 2 78,-12-5-73,2 11 79,-15-10-85,10 17 1,-10-1-29,12 6-16,-14 12 6,11-2-7,-16 27 1,15-15-73,-7 38 17,14-29-2374,9 16 0,5 0 1696,6-12 249,-1 1 1,4-4-866,7-14-8424,32 0 9785,-15-9 0,6 0 0,-29-7 0</inkml:trace>
  <inkml:trace contextRef="#ctx0" brushRef="#br0" timeOffset="27017">13362 6642 11329,'3'-8'9830,"-1"3"-8419,11-24 1,1-4-707,-6 12 188,6-17 1,-1 4-653,-11 27-17,-2-3-196,0 10-50,-6 7 39,-3 5-29,-9 10 7,-4 4-6,2-4 5,-1-2-61,-17 5 50,13-10 84,-32 8-39,38-20 39,-10-8 12,25-5 72,4-17-134,5 12 44,23-25-38,-5 24-18,11-8 7,-15 18-1,12 9-22,-6 8-6,14 11 11,-17-1 12,7 15-12,-11-12-11,7 8 17,-6-12 12,-3-7 10,-1-6-11,-5-6 17,0-5 56,4-15-73,-5 1 0,2-16 1,0-7 16,0-19-1719,-3 18 1,-1 0 1712,-1-20-1131,-4 23 0,-1 1 1165,1-10-619,-1-4 1,-2 3 635,0 22-225,-1-20 203,1 44 1341,0 5-1376,0 12 2082,-3 16-2087,0 5 1,-2 26 3125,2-20-3160,0 9 1,2 3 10,3-21 1,1 0-17,1 19 0,3-1-70,3-18 0,2-4 655,9 15-887,2-10-1821,4-8 661,-10-13 1490,13-1 0,-21-11 0,2-2 0</inkml:trace>
  <inkml:trace contextRef="#ctx0" brushRef="#br0" timeOffset="27226">13450 6339 19983,'-2'-2'5847,"0"0"-5214,2 2-498,61-31 128,-3 20-641,-13-6 1,1 1 422,7 12 197,-26 2-264,-4-1-79,-10 2-1737,10 0-816,-17 1 2654,1 2 0,-6-2 0,-1 2 0</inkml:trace>
  <inkml:trace contextRef="#ctx0" brushRef="#br0" timeOffset="29650">7658 6639 19742,'-9'-28'1170,"3"5"-862,13 2-274,-1 9 61,15-19-45,-2 9-5,13-11-22,-9 7 10,14-7-5,-1 2 8,-3 5 1,1-1-729,15-11 706,-8 9 0,-2 0 14,3-2-3,3-1 1,0-1-9,3-1-6,-13 10 0,6-2 0,-5 4-5,14-7 18,-6 6 0,8-3 1,-6 4-23,-16 8 1,1 0-1049,12-4 1,5-2-1,-6 3 1058,13-3-1,0 3 0,1 0-5,-2 1 16,3 1 0,-2 0 18,-10 5 19,6 0 0,-1 2-26,-4 3-882,9 3 1,1 1 870,-3 4 8,-13 2 0,5 1 0,-4 1-102,18 4 79,-16 0 1,6 1 0,-6 0-8,15 7 7,-20-5 1,6 3-1,-7-1 2221,9 7-2237,-2 3 1,-3 2 8,-12-4 22,-1 6 1,-1 3 33,-6 4-1949,6 13 1938,-12-16 1746,7 12-1751,-7-17 13,1 2 0,0-1-8,-1-6 314,12 26-264,-18-33 90,4 10-96,-11-21 2765,1 2-2798,-1-6 1149,0 2-1127,-1-3 1054,0 0-1127,-1 1 40,-2 2-28,0 0 22,-6 2-33,3-3 5,-10 1-11,3-2-6,-4 1 6,3-3 11,-16 2-5,3-2-6,-10 0 11,10 0 85,-17-9-40,16 0-34,-11-5 1,23 3 61,0-12-39,4 6-6,-1-7-6,6 11 141,2-1-79,2 5-61,0-1-6,2 7-67,0 3 39,0 6 11,2-1 6,5 15-17,0-8 33,14 18-33,-9-15 17,21 20-6,-15-19 0,27 19-5,-24-21 33,32 13-5,-29-17 128,8-4 1,1-3 38,3-9-106,13-4 57,-13-12-7,-7-3-83,0 1 131,-8-1 0,-2 1-109,-4 3-5,9-15-23,-20 27 67,0-4-95,-1 5 33,3-7-61,-4 11 6,0-2-12,-2 5-173,0 1 168,-2 4 11,1 0 22,-7 13-16,3-7-6,-11 16-6,9-14 6,-20 27-11,7-15 22,-16 17-22,-1-13-22,-9-2-271,-10-4 304,9-8-1633,11-9 1,1-1 1637,-1-1 6,-16-2 79,11-11-90,20 4 28,-21-18 0,27 8 205,-4-3-211,10 8 3393,5 5-3415,2 5-213,2 0 196,12 0 17,13 0-45,24-1 6,-3 0-67,4 0-3140,-10-1 0,-1 1 3246,9-3 0,14 0 0,-44 3 0</inkml:trace>
  <inkml:trace contextRef="#ctx0" brushRef="#br0" timeOffset="31100">13281 6615 20554,'-1'-53'1254,"13"4"-1035,29 21-113,-14 12 1,5-1 33,8-1 0,6-2 0,-1 2-1712,12-4 0,1 1 1581,-13 4 1,2 0-1,0 1 8,-6 4 0,1 2 0,0 0-1,4 1 1,2 0 0,-2 2-6,12-4 0,2 1-1,-12 4 0,6-1 0,0 2 0,-4 1-10,13 0 0,0 2 0,-2 0 0,3 1 0,-2 1-2,-12 2 0,-1 1 0,-1 2-10,-2 1 1,0 2 0,-2 0-6,7 2 1,-3 2-7,5 7 1,-5 1 951,3 7-918,-8 4 1,-2 2 519,-4 2-503,3 10 0,-1 1 28,-5-3-17,-8-10 0,-2-2 90,-2-3 1807,-9-10-1550,-5-9 734,-6-5-890,0-4-107,-5-6-207,-3-4-207,-3-7-3339,-8-12 533,5 12 3097,-5-6 0,12 18 0,1 0 0</inkml:trace>
  <inkml:trace contextRef="#ctx0" brushRef="#br0" timeOffset="31875">15795 6027 17479,'3'-59'2126,"1"0"1,0 0 0,2 7-1847,3 11 5,-1 4-279,-6 33 33,-1 12 39,1 17-61,-1 8 6,0 13 5,-4 3 0,-2 1-26,2-16 1,-2 2-1422,-4 22 0,-3 10 0,1-7 1408,1-17 0,0 1-85,-1 9 1,-3 12 0,1-1 0,3-10-370,1-7 0,3 0 155,0-3 1,0 7 0,1-1-1,3-9-287,3-8 1,4-3 596,8 27 0,1-4 0,-3-18 0,10 17 0</inkml:trace>
  <inkml:trace contextRef="#ctx0" brushRef="#br0" timeOffset="32760">15843 5856 14785,'-3'-7'2296,"2"2"-1876,0-24 0,3-6 1048,12-4-1437,-10 1 0,3 2-1739,23 5 1787,-11 23 126,18-2 0,6 0-23,-8 3 0,1 2-109,13-4 0,2 1 5,-13 2 1,2 1 75,9-1 1,5 0 0,-1 1-82,7 0 0,1 0-860,-5 1 1,3-1 0,-5 1 817,-4 1 0,0 1 2,0 1 1,4 1 0,-5 0-612,-6-1 0,1 1 581,15 1 1,6-1 0,-7 1-2,-21 0 1,1 0 4,14 1 1,8 1 0,-6 0 3,-10-1 0,0 0-6,2 1 1,6 0 0,0 1 0,-8-1-12,-5-1 0,-1 1 13,10 1 1,5 1 0,-8-1 9,4 1-570,-2 0 1,-2 0 591,-10 0-390,9-1 0,2 0 418,-1 0 23,10-1 0,0 0-40,-7-1 467,4-1 0,-1 0-164,-15-1-135,12 0-11,-38 0 1731,-9 0-1720,0 0 1883,-1 15-1983,-3 5-68,-1 10-10,-3-1 2,-3 7 0,-2 3-26,2-6 1,0 1-12,-4 14 1,0 0 0,5-13 0,1 2-5,-1 5 1,1 4 0,1-4-427,1-5 0,1 1 421,-3 12 0,0 6 1,2-8 3,0 11 16,-1 0 1,0 0-11,-2-1 5,-2 5 0,-2-2 12,0-12 24,-9 8 1,-4-3-9,2-15-953,-5-1 1,-1-4 969,-1-13 16,-6-5 1,-3-3-34,-4-2 3,-16-4 1,-3-2-38,32-6 1,-2 0-279,-21-2 0,-9-1 0,7 0 278,12 0 1,-2 0-252,-5 0 1,-9 0 0,-2 0 0,9 1 248,-1 0 0,0 1 11,-3 0 0,-10 1 0,0 0 0,10 1-6,4 0 0,1 1-7,1 1 1,-7 0-1,1 1 1,9 0 6,7 0 1,0 1 157,-4 0 0,-7 2 0,-1-1 0,7 0-133,-9-2 1,3 1-21,4-1 0,-3 1 0,4-1 9,1-1 1,1-2 19,-10-1 0,2 0 600,22 0 1,-1-1-1993,-25-5 0,6-2 1350,25-4 0,-5 1 0,30 9 0</inkml:trace>
  <inkml:trace contextRef="#ctx0" brushRef="#br0" timeOffset="33759">16366 6230 13866,'-4'0'4705,"1"0"-868,3 0-3086,-19-72-516,27 41-149,-11-14 1,5 3 42,28 19-73,-6 8-17,-1 5 1,12 5-46,-9 8-5,11 1 0,-15 9-12,9 17 12,-12-8-14,4 7 0,-2 2-9,-4-3-28,-3 9 1,-3 0 72,-9-9 39,-13 27-16,-6-36 97,-13-1 1,-4-2 120,-11-3-788,13-4 1,1-1 714,-4-7 173,7-12-184,12 3 169,-2-15-275,15 13-1,10-11-50,4 15-5,7-3-6,-2 8-22,17 11 22,-8-3-1057,6 9 1,1 2 1033,-1 3-474,-1 6 0,-3 2 464,-8 0-12,-7 4 0,-6 0 23,-11-5-954,-11 3 1,-6-3 975,-9-5-421,-11-3 0,-3-2 382,1-7 640,-5-3 1,0-4-1431,0-11-1650,17 0 1,1-2 2459,1-13 1,15 6 0,10 6 0</inkml:trace>
  <inkml:trace contextRef="#ctx0" brushRef="#br0" timeOffset="34024">16927 5862 25724,'12'39'41,"1"-1"0,-2-1 0,-1 2 74,-6 22 0,-4 1-804,1-23 0,-1 3 682,-2 2 0,-1 9 0,-1-1 0,1-7-16,-2-2 1,0 0-212,-1 6 0,-1 10 0,0 1 0,2-8-830,0 3 0,1-1 499,0 3 1,-1 5-1,1-10 1,3 6-1,0-18 1</inkml:trace>
  <inkml:trace contextRef="#ctx0" brushRef="#br0" timeOffset="34484">17288 6258 25051,'30'55'292,"-7"-10"-230,-19-11-5515,-5 14 5553,-2-16 753,-1 4 0,-2-1-746,-2-5-40,-3 8 11,6-26 1554,3-8-1324,1-8-240,0-6-7,-1-12-38,1 0 1717,5-16 1,5-2-1724,14-4-17,-12 8 0,2 3-11,13 11-23,1 18 34,-8 2-3420,28 6 3398,-23 1-34,4 7 0,1 5-146,-3 7 6,10 11-123,-23-9-998,-7 2-2435,-3 2 3752,-2 2 0,-1-12 0,0-10 0</inkml:trace>
  <inkml:trace contextRef="#ctx0" brushRef="#br0" timeOffset="34911">17873 6485 19451,'-9'-6'4671,"3"2"-4498,6 4 147,0 0-220,22-3 29,-8 4-50,15-3 184,-6 2-118,-5-5-82,3 1 15,-5-6 174,6-16-179,-11 10 95,12-32-56,-16 21 190,-1-15-184,-7 20 39,-8 1-107,1 15 6,-11-1-34,6 5-16,-20 11 0,19-2-12,-19 26 6,24-13-6,-7 34-38,13-15-1,2 8-39,5-12-1177,27 17 360,-11-24-3412,11 2 0,3-4 4313,-1-10 0,5 2 0,-23-15 0</inkml:trace>
  <inkml:trace contextRef="#ctx0" brushRef="#br0" timeOffset="35510">18320 6441 26161,'11'-42'-23,"-12"20"29,-13 39 0,-28 24-34,5-9-792,9-10 1,0-1 842,-9 5-168,-3-5 173,25-14 78,-3-6-22,16-11 0,4-7-34,6-3 1144,5 1-1178,0 7 715,17 0-731,-10 9-6,10 1-5,5 21 11,-17-7 5,13 11-10,-19-13 27,20 11-27,-7-8 5,18 5 16,-18-13 7,13-7-12,-14-7 28,9-8-5,-17-1 83,2-26-72,-11 14 2,-2-10 1,0-3 20,-3-15-104,-2 16 0,-1-1 131,-1 9 0,-1 2 90,-6-22-101,2 17 151,-1 8-190,5 20-40,-1 0-49,3 10 32,1 18-4,-2 9 10,0 10 240,0 1-248,2 3 0,1 1-19,5 13-1,-3-13 1,2 1-474,8-7 0,1-6-148,-1-1-1731,14 21-85,-19-39 2471,2 0 0,-6-9 0,-1-2 0</inkml:trace>
  <inkml:trace contextRef="#ctx0" brushRef="#br0" timeOffset="35709">18376 6331 20706,'57'-19'160,"1"-1"1,-7 2 0,-2 3-49,12 6-90,-25 4 1785,2-5-2883,-29 7 743,1-2-2289,-13 4 2622,-3 1 0,2 0 0,-1 0 0</inkml:trace>
  <inkml:trace contextRef="#ctx0" brushRef="#br0" timeOffset="36658">15532 6415 12068,'0'-3'7187,"0"0"-2432,0 3-4397,-39-61 572,28 37-804,-11-10 0,5 3-14,15 22-22,2 6 380,0 2-492,-1 6 44,-1 4-16,0 4 5,0 17-5,4-11-12,2 11 6,17 11 0,-6-14 0,11 11 0,3 2 23,3 3-1719,-10-13 0,0 0 1696,-2 3 33,-20 20 23,-17-15-28,-6 16 6,-12-25 13,7-13 1,-1-1-37,-8 3 3,-1-1 0,3 0 3328,13-5-3398,-7 4-45,26-10 101,20 4 0,-12-7 0,12 5 0</inkml:trace>
  <inkml:trace contextRef="#ctx0" brushRef="#br0" timeOffset="40285">2790 8891 11435,'-51'4'232,"0"1"1,0-1-1,0 0 1,0 0-1,-3 1 1,0-1-1,4 0 1,11 0-256,-10-1-55,31-1 1049,26-2-926,2 0-3369,40 1 3503,-13 0 256,13 0 0,14 0 0,-4 0-193,-10 1 0,3-2-157,-7 0 0,8-1 0,4 0 0,-2 1 0,-6-1-332,-1-1 0,-4 1 1,9-1 281,-8 1 1,6-1 0,5-1-1,3 1 1,2-1 0,-1 1 0,-2-1-1,-4 1-273,1 1 0,-3-1 0,-2 0 0,0 1 0,3 0 1,5-1 258,-4 0 1,3 1 0,4-1 0,1 0-1,0 0 1,1 1 0,-1-1 0,-1 1 0,-4 0 4,6-1 0,-1 1 1,-2 1-1,-1-1 1,0 0-1,-2 1 0,0-1-10,1 1 0,-2-1 0,0 1 0,-1-1 0,0 1 0,0 0-109,-2-1 1,-1 1 0,0 0 0,0 0-1,4-1 1,3 1 140,-9-1 0,3 1 0,3-1 0,2 1 1,0-1-1,2 1 0,-2-1 0,0 1 0,-1-1 1,-3 1-78,4-1 0,-3 1 0,-2 0 0,0-1 1,1 1-1,1 0 0,2-1 0,4 1 44,-5 0 0,3-1 1,3 1-1,2-1 1,1 1-1,1-1 1,0 1-1,-1 0 1,-2-1-1,-1 1 1,-4-1-1,-3 1-4,12 0 0,-6 0 0,-2-1 1,-2 1-1,1 0 0,1 0 1,3 0 2,-5 0 1,3 0 0,1-1 0,2 1 0,-1 0 0,-1 0 0,-1 0 0,-3 0 0,-3 0-4,2 0 0,-5 0 0,-2 0 1,0 0-1,5 0 0,7 0 4,-11 0 0,5 0 0,4 0 0,4 1 0,2-1 0,1 0 0,2 0 1,0 0-1,-1 0 0,-1 1 0,-3-1 0,-2 0 0,-4 1-21,5-1 0,-3 0 0,-2 1 0,-2-1 0,-1 1 0,1-1 0,0 1 0,3-1 0,2 1 10,-5-1 0,3 0 0,0 1 1,2-1-1,1 1 0,0-1 0,0 1 1,0-1-1,-1 1 0,-1-1 0,-1 1 1,-2-1 6,6 1 0,0 0 0,-2 0 0,0 0 1,-2 0-1,0 0 0,-1 0 0,-1 0 1,-1 0 4,7 0 1,-2 0 0,-1 0 0,-1 0 0,0 0-1,-1 0 1,2 0-8,-2 0 1,-1 0 0,0 0-1,0 0 1,1 0 0,3 0-1,3 0 10,-11 0 0,4 0 1,2 0-1,2 0 1,1 0-1,0 0 0,-1 0 1,-1 0-1,-2-1 1,-2 1-1,-4 0-12,13 0 1,-5-1-1,-3 1 1,0-1-1,2 0 1,5 1-8,-7 0 0,4-1 0,3 1 0,2 0 0,-1 0 0,0-1 0,-3 1 0,-2-1 0,-5 0-10,12 0 0,-5-1 0,-2 1 0,-3-1 0,-2 0 7,0 0 0,-3 1 0,-1-1 0,-2 0 274,7-2 1,-2 1 0,0-1-272,-1-1 0,0-1 0,-5 1 712,-3 0 0,0-1-694,11-2 1,7-2 0,-13 2 26,-7-2-12,-4 2 1,-10-3 2101,-28 3-2119,-9-3 3207,-10-5-3161,-12-4-29,0 3 43,-5 0 0,-2 1-20,-7-3-34,-12-1 0,-4-1 67,23 8 1,-1 0-6,-15-4 0,-1-2-11,14 4 0,1 0 5,2-1 1,3 0 11,-17-9 78,-5-2-135,26 13 96,-30-3-123,32 12-62,-11 9 854,28 2-754,14 11 18,16-1 0,24 8-29,2-3-1368,10 1 0,3 0 1349,-25-9 0,2 1 7,12 9 0,11 5 0,1 3 0,-10-4-461,0 5 0,-3 1 442,-6-7 1,4 4 0,-3 0 0,-8-1 0,-8 7 0,-8-1 8,1 20-6,-23-23 1,-6-2-62,-10 5-2028,-7-9 1,-10 3-1,3-4 2084,4-5 0,0-1 0,-15 9 0,5-3 0,13-11 0</inkml:trace>
  <inkml:trace contextRef="#ctx0" brushRef="#br0" timeOffset="47408">5586 7849 10231,'0'-8'4116,"0"-28"1,0-5-3197,0 14 65,0-21 1,0 1-106,-1 25-186,1-6-448,-1 17-66,0 6-337,-4 22 179,1-1-14,-1 14 1,1 5-3,1 20-1582,1-14 0,0 1 1576,6 11-52,5 7 52,3-19 0,6 10 0,-7-21 33,-1 5-21,-12-24-29,-8 6 11,-1-14 3067,-26 0-3100,4-6 16,-20-2 94,15 0-60,-20-2 34,21 2 5,-14-2-22,25 2 179,-5-2-140,20 2 62,-6-1-112,14 4-56,2 0-51,0 2 68,5 3 27,0 1 7,12 10-12,-5-5 44,17 12-10,-13-12 156,43 2-94,-11-15-873,-15 2 0,1-1 816,17-10-533,-16 0 0,0 0 522,8-3 42,-1-3 0,-2-1-3,-12 5 308,13-14-302,-31 20-12,0-5-38,-9 10 1100,-1-1-4030,1 3 1448,-2 7 1459,0 2 0,0 0 0,1-1 0</inkml:trace>
  <inkml:trace contextRef="#ctx0" brushRef="#br0" timeOffset="48908">6119 8433 19169,'-1'-50'1497,"-1"0"1,1-8-1,0 9-1211,1 23 315,0-18-310,0 32-120,0 1-221,0 8 91,1 12 4,3 12-29,-1 5 12,2 7-3335,-5 29 3295,-2-19-145,-5 18 0,0 3 163,-1-10-6,0 1 0,1-2-17,3-15 19,2-5 1,1-2 14,1-5 78,0 14 35,0-33 564,0-1-571,2-33-83,0 9 32,9-44-60,-4 33-520,5-5 1,1 1 518,2 4-12,7-2 0,3 2 23,5 6-16,20-8 11,-12 23-28,-1 7 2665,-1 8-2648,-10 2 0,-4 5-43,1 9 1,0 2-26,0-2 1068,-1 2 0,2-1-1376,3-1 208,-11-11-427,16 6 427,-21-16-280,11-21 420,-13 0 72,1-18 45,-7 10-39,-3 8 17,0 4 202,-1 1-175,-1 6 198,-1-6-209,2 10 40,0-1-129,1 4-5,6 1 16,0 0 0,12 1 11,-3-1-3391,26 1 3369,-17-4 5,9-4 1,-1-3 0,-6-2 22,20-19-17,-33 15 67,2-28 12,-14 16-57,-1-10 46,-13 13-18,-5 9-33,0 2 56,-13 3-72,15 8-169,-25 10 157,25 1-12,-16 19-10,20 0 16,0 12-5,6-6-123,9 23-96,10-18-123,12 16 95,2-23-299,4-14 0,3-4-48,6-3-828,0-8 1,8-3 0,-5-1 1129,17-8-210,-20 1 1,5-2-1,-7-1 368,6-9 217,-6-5 0,-1-5 353,-7-7-274,-8 12 1,-4 0 200,-9-5 909,-11-1-852,-4 12 521,-23-10-706,9 21 916,-11 4 1,-2 4-1057,1 7-73,-16 4 0,28 5 2377,-3 22-2372,10-6-16,-7 29-5,14-29 2287,5 9-2310,8-22 22,1-1 6,4-7 430,18-17-396,-4-7 5,17-15 11,-11-7 17,-2-7 24,-4-1 127,-3-5-100,-8 18 167,-3 0-145,-10 23 34,0 1-129,-2 6-45,-7 11 0,3-1-17,-12 28 22,9-15-27,-4 33-174,11-21 28,3 6-84,4-13-4229,24 9-146,-10-17 4627,21 13 0,-29-26 0,0-2 0</inkml:trace>
  <inkml:trace contextRef="#ctx0" brushRef="#br0" timeOffset="49952">7828 8361 22251,'9'-40'606,"1"0"1,-2 2 0,-9 10-478,-13 24 162,-22-1-117,7 10-68,-15 5-78,16 5 22,4 7 1,2 3-28,2 1-7,1 3 1,3 0-11,9-4-29,2 22 23,7-24 23,15 18-18,-3-27 18,35 2-6,-26-17-1,27-11-10,-30-3 41,2-12 1,0-2-31,-3-3-748,-1-7 1,-3-1 758,-6-1 98,-2-9 1,-2-3 7,0-4 182,-1-5 1,-1 0 275,-1 13-200,-5 2 0,-2 2-241,2 19 40,-9-12-135,9 33-28,0 3-40,2 7 7,5 29 5,1-5-21,2 11 1,3 12-1,-1-3-21,0-2 0,0 0-142,0 0 1,1 3 0,-2-1-628,-1-1 1,0 0 0,-2-2 454,-1 9 1,0-3 0,1-7 0,-2-6 0,-1 5 0</inkml:trace>
  <inkml:trace contextRef="#ctx0" brushRef="#br0" timeOffset="51250">18206 4152 15451,'1'-5'6184,"1"1"-4588,-2 4-1562,8-25 33,-11 27 135,-19 17-135,-5 19-1131,0-2 1,-5 7 0,2-3 1088,5-9 0,-2 2 11,-8 9 1,-8 10-1,-2 0 1,7-7-815,3-4 0,0 0 779,0-1 1,-4 6-1,0-1 1,8-7-16,5-7 0,4 0-128,-3 6 0,-1 3 0,5-4-538,-7 16-2434,9-5 0,4-3-5535,9-16 8230,2 7 0,4-29 0,1-3 0</inkml:trace>
  <inkml:trace contextRef="#ctx0" brushRef="#br0" timeOffset="51725">18012 4163 21607,'-10'-4'622,"-16"20"-476,7 3 47,-9 3 0,-3 0-92,0-3 30,0-3 1,-1-2 210,-6-2 374,-5-2-480,18-6 206,9-12-375,15 1 56,17-26-83,12 7-32,-3 5 0,5 1 0,2 4 1,2 2-1185,2 1 1,1 3 1214,20-5-44,-17 10 1,-2 0 21,2 2-6,6 5 0,1 1-5,-5 5-32,10 11 1,-2 6-64,-5 13-1126,-12-11 1,-4 0 1029,-3 12-1554,-1 15-703,-12-18 1972,8 21 0,-18-47 0,-2-2 0</inkml:trace>
  <inkml:trace contextRef="#ctx0" brushRef="#br0" timeOffset="52233">19034 3591 19345,'8'-60'1310,"1"0"1,0 0 0,0 9-796,-2 22 470,3-11-948,-6 28-48,1 2 19,-3 20 31,5 41-28,-4-11-1690,0 21 0,-1 3 1665,-3-30 0,-2 0-61,-1 19 0,-3 7 1,0-6-223,1-15 1,-1-1-44,-2 17 0,-1 8 1,1-8 87,4-18 0,2-1-490,1 10 1,1 6 0,3-6-2183,18 14 2924,-3-22 0,1-4 0,4-9 0,0-16 0</inkml:trace>
  <inkml:trace contextRef="#ctx0" brushRef="#br0" timeOffset="52933">19111 4023 15367,'-31'-46'1902,"1"0"1,-1 1 0,8 10-1685,16 24-100,3 0-102,11 10 102,51 11-68,-1-2-747,-8 0 0,4-1 703,-8-3 0,-1-1-15,-9-1 1,-1 0-9,29-2-1329,-30-4 1,-1-2 1373,7-3-506,-3-6 1,-3-3 533,-12-1 156,8-20 97,-23 15 764,-18-13-888,-5 14-101,-9 1-12,5 15 85,-5 6-123,10 4 2846,-12 9-2835,12 9 1798,-11 31-1809,12-9-28,0 7-1,13-21 40,9-1-17,-2-13 185,14 7-56,-4-19-62,10-9-34,-6-4 130,16-23-130,-16 12 146,2-8 1,-1 0-68,-6 6 359,7-23-247,-18 34-179,-1-1-51,-2 9-5,-4 11 11,-3 8-23,-2 4-16,1 6 11,-2 30-33,6-12 30,2-7 0,2-1 3,3 2-45,12 5 34,0-23 33,10 2-10,0-20-12,-3-6 0,-1-7 44,7-21-16,-10 10 28,13-27 17,-15 16 174,4-16-180,-9 21 56,-2-2-95,-8 24-34,0 2-10,-1 5-119,-2 45-66,2-10-54,-1 2 0,1 1-787,7 13 363,4-17 1,1-2-1,-1-1 1,9 6 0</inkml:trace>
  <inkml:trace contextRef="#ctx0" brushRef="#br0" timeOffset="53117">20081 3559 19624,'-3'-8'3271,"2"1"-3114,-11-53-896,9 51-225,-8-33-61,11 63-8806,4 38 8199,-2-29 0,1 12 0,-2-34 1</inkml:trace>
  <inkml:trace contextRef="#ctx0" brushRef="#br0" timeOffset="53459">20154 4097 23948,'28'-50'133,"1"0"0,-1 0 1,-7 12-1,0 2 0,-1-2-77,5-13 0,-1-2 0,-3 6-1392,-7 11 1,-1-1 1357,3-15 0,2-9 1,-4 8 5,-6 16 0,-3 1 60,1-9 0,-1-4 0,-2 4 162,-1 7 1,-2 2-111,-2-13 0,-1 4-39,-4 9 668,-6 13-775,8 17 11,-6 10 23,2 18 0,-2 8-28,0 7 0,1 5-432,2-3 1,1 1 439,-3 7 0,1 4-19,4-1 0,1 5 0,0-5-1,1-8 1,1 2-96,2 1 1,1 8 0,1 0 0,0-8-161,1-2 1,3-2-623,2 9 1,3 3-1,1-6-1172,0-14 0,2-3 2061,9 13 0,-1-4 0,-2-11 0,1-2 0</inkml:trace>
  <inkml:trace contextRef="#ctx0" brushRef="#br0" timeOffset="55308">18387 6082 16801,'-37'-45'3372,"8"10"-3092,28 29 190,6-1-380,2 2 168,32-10-186,-7 7 4,19-2 0,6 0-60,-26 5 1,1 1-1418,21-3 1,9 0 0,-7 0 1408,-13 2 1,0 1-1,4 0 1,7 1-1,1-1 1,-7 1 277,-2 1 0,0 1-292,1 0 1,8 1-1,0 1 1,-9 0-355,-2 1 0,-3 2 348,8 0 1,4 1 0,-3 3-20,1 5 1,-3 4 2,-1-1 0,-2 2 22,-6 0 1,-3 2-970,-8 6 0,-4 0 986,-3 1 674,-3 2 0,-2-2-554,-5-8 308,0 13-368,-8-24 722,0 1-686,-2-7 3333,5-1-3065,0-3-34,17-10-76,-9 3 32,19-21-13,-20 13 1205,5-18-1162,-13 9-16,-15-17-526,1 15 206,-28-23-86,18 28 238,-1-1 1,0 0-118,6 3 240,-9-20-278,17 24 191,-8-18-63,9 22 66,-9-10-190,9 15 38,-9-1 24,10 6 44,-3 4 129,5 3-101,3 14-124,4-4 19,19 31-13,-3-21-1683,11 10 0,2 0 1631,1-1-654,5 9 1,-2 0 486,-8-3 135,-6 5 1,-5 0-2,-13-8-139,-9-2 0,-5 0-1906,-25 7 2142,5-13 1,-1-2-1,-4 3 1,-1-4 0</inkml:trace>
  <inkml:trace contextRef="#ctx0" brushRef="#br0" timeOffset="58041">20305 6480 24251,'15'-50'173,"-3"24"-162,-11 54 31,-2 4 0,-2 2-30,-4 19-258,1-14 0,-1 0 249,0-7 0,-1-2 13,-7 24-10,5-18 53,0-6 92,8-20 510,-1-4-498,10-19-51,6-15 17,8-18-87,-7 16 0,0 1 349,10-23-360,-7 18 0,-1 2 128,6-7-112,6 0 1,0 0-48,-1 7-23,5 2 1,0 5-51,-1 15-5,13 5 5,-10 18-67,0 13 17,-8 1-180,-6-1 0,0 2-570,8 14 35,-8-12 1,1 2-2478,11 15-2427,0-5-1677,-7-14 7419,-1-7 0,-15-14 0,-1-2 0</inkml:trace>
  <inkml:trace contextRef="#ctx0" brushRef="#br0" timeOffset="58341">21040 6640 9201,'0'-5'9830,"1"0"-7618,-1 5-772,8-69-875,-6 48-92,3-20 1,-1 6-514,-4 29-77,0 5 128,2 7-22,4 25 11,3-4 0,6 16 0,1-10 5,4-4 18,-4-11 100,15-5-45,-4-14-5,15-10-17,-11-4 179,16-27-134,-24 17 44,-2-6 1,-3-1-56,-5 4 50,2-22-50,-10 22-62,-2-3-230,-2 9-1198,-1 10 633,0 11-8682,1 24 9449,-1 1 0,1 3 0,0-13 0</inkml:trace>
  <inkml:trace contextRef="#ctx0" brushRef="#br0" timeOffset="58925">21549 6723 16676,'3'1'4224,"0"-1"-1350,-3 0-2124,65-85-408,-33 38-442,-5 8 0,5-6 0,-6 6 178,2-13-1416,-5 3 0,-2-1 1360,2-7-2,-9 13 1,2-8 0,-4 6-141,-4 14 1,-1 0 173,0-10 0,0-4 1,-2 5 38,-1-11 13,-4 19 0,-1 3-10,-1 8 237,-4 11-417,1 14 90,-9 12-1,0 5-5,-7 12 0,-1 4-11,-5 9 769,6-8 1,-3 7-1,3-2-761,4-2 1,2 1-881,-6 18 0,4-1 885,7-23 1,6 0-786,10 11 0,6-2 772,4-1 2,13-1 1,4-4 14,1-11-444,8-7 0,1-5 455,-3-10-1,5-11 1,0-6 0,-5-6-84,-8-8 0,5-8 0,-5 2 72,-11 8 1,-1-1-3,9-12 1,2-7 0,-4 5 1,-10 10 1,-1-1 14,4-13 1,2-6 0,-4 5-4,-4 8 0,-2-1 31,3-13 1,0-8-1,-4 8 723,-4 18 1,-3 1-626,3-31 0,-2 4-12,-3 16 45,-2 7 0,-1 4-117,-1 15 1724,-3-3-1803,3 18 1609,-6 20-1575,-3 16-6,2-4 0,0 2 1165,-7 27-1179,4 1 1,1 1-692,6-26 1,-1 1 676,0 10 0,0 7 0,1-7-8,1-10 0,2 1-1439,-2 17 0,0 7 0,0-7 791,1-16 1,-1 0 672,-1 13 0,-1 6 0,0-12 0,0-11 0,-3 12 0</inkml:trace>
  <inkml:trace contextRef="#ctx0" brushRef="#br0" timeOffset="161316">5035 5034 21462,'-10'-9'-5158,"3"2"3271,7 7 76,0 0 3321,-68 9 11,25 3-934,0-5 1,-3 2 15,5 3 1,4 0 243,-9 0 296,0 1 0,-3-1-27,3-1 1,0 0-826,-3 1 0,-1-1-51,3 0 1,0 0-102,-12 3 0,4-2-61,-5 2-23,10-2 0,-8 2 0,5-1-88,7-2 1,1 0 32,-3 1 1,-4 1 0,3 0 13,-4 1 1,3-1 11,8-2 1,2 0 4,4-2 1,0 0 7,-3 0 0,-1-1-51,4 0 0,1-1-24,-3 1 0,3-1-38,-17 4 45,17-3 64,2 0 154,-12 0-211,13-1-40,0-2 1,15-2-16,-8 3 91,12-3 51,-15 3-30,1 2-31,-8 2 130,6 0 85,5-1 81,9 0 400,-1 4-221,3-2-32,-1 8-267,7-3-578,-3 16-351,4-7-26,-3 31 391,0 7-238,4-24 0,-1 2-38,-1 5 0,0 0 3,1-3 1,1-2 193,-1 3 0,1-1 263,1-9 1,1-1 136,0 8 1,1-1 47,0-7 1,1-1-72,0-1 1,0 1 38,0 8 1,1-1 25,0-7 1,0 1 256,0 28 0,1 0-289,-1-23 0,0 0 146,0 8 0,1 4 0,-1-5-61,0-7 0,0-2-29,0 8 1,0-1 61,-1 19 103,1-26 0,0-1 0,3 22-88,-1-17 0,1 0 38,5 21-137,0-2-103,-3-13 169,2 11 37,-4-11 52,-1-3 0,-1 1-106,1 9 38,-2-9 1,-1-4 93,1-6 26,0-1 1,-1 0 160,3 1-63,2 25 9,10-1-589,-3-16-95,5 13 160,-4-20-392,0 13 91,1 10 51,0-3 80,-5-15 558,-2-14-183,4 8 3293,2-6-3453,15 19-14,0-17-310,11 0 114,1-12 339,8-4-3295,-6-7 3655,2-2-264,-9-5 1,1-2 371,-3-2 0,2 0 108,15-2 0,4-1 152,8-5 1,-1-1-256,-5 1 0,1 0-557,-11 2 1,1-1 0,-2 1 152,11-3 0,-2 0-855,-2 2 0,-2 0 754,-12 3 1,-2 0-284,25-4 2024,-13 3-2166,5 2 192,-16 2 696,-2 2-465,-29 3 686,0 0-908,-4 0 2900,-1 0-2908,-5 0-16,1 0 111,-26 9 114,3 0 59,-13 4 68,-6 0 128,1-2-6,-16 3-7,11-3-192,19-6 0,-1-1-57,-2-1 1,0-1-58,-1-1 0,0 1-3,-5-1 0,1-1-202,-8 0 209,13 0 1,2 0-164,-2 0 162,-4 0 1,-1 0 70,-6-4 72,7-1 1,0-3-62,-16-12-1047,5-3 951,15-1 68,12 0 1,2-1-142,-6-12-6,-9-15 8,20 23 35,-6-18 89,8 18 85,-1-1 1,0-4-12,1 0 1,0-1 27,-1-5 0,0-4-1454,-6-13 0,2-1 1551,4 15 0,2 0-2,-3-12 1,1-1-258,4 13 0,0 0 290,0-9 1,-1 0 2,3 4 1,1 2 3,1 4 1,0-1 121,2-6 0,0 0-795,2 5 0,-1 0 706,1 3 1,1-2-48,2-17 0,1 0-625,1 15 0,0 0 706,1-10 0,0 0 610,0 16 0,1 2-351,3-25-117,-5 25 0,0 1 338,2-16 42,-3-7 263,-2 36-493,0-9 2094,0 6-2166,0-5-16,2 11-253,6-14 560,-1 16 185,10-26 147,-6 22 205,5-8 35,-6 14 69,4-3 266,-5 10-532,12-12-1058,-3 5 0,11-9 0,-6 5 0,23-22 0,-19 16 0,4-2 0,1-1 0,4 1 0,14-8 0,-21 19 0,12 6 0,-28 8 0,12 0 0</inkml:trace>
  <inkml:trace contextRef="#ctx0" brushRef="#br0" timeOffset="167499">4927 10454 15603,'-44'-12'686,"-1"0"0,1 1 0,-9-6 0,7 8-602,-6 22-90,23 8-89,-8 21 33,15-10-44,2 18-34,16-16-274,7 19 307,3-18 6,16 6 124,4-23 156,16-2-78,-11-8 296,16-14-212,-29 1 589,10-11-539,-22 9-157,-8-5-162,-7 10-11,-22 4 73,-11 12 22,12-1 0,-2 1-11,-21 13-65,12 2 0,4 2 4,6-2 12,6 1 1,5 1 14,16-1-33,20 12 89,-1-15 112,29 4 220,18-18-279,-29-7 1,1-1-65,1-2 0,-1-3-241,28-7-2106,-6-11 2347,-25 7 0,-1-1 0,12-4 0,-16 3 0</inkml:trace>
  <inkml:trace contextRef="#ctx0" brushRef="#br0" timeOffset="169724">5175 11045 19014,'37'-51'791,"1"1"1,-6 8-1,-4 2-660,-11 12 1,-3 0-31,0 0 0,1-2 14,7-21 0,0-3-73,-6 17 0,-2-2-1329,-1-5 1,0-4 0,-3 5 1448,-1-13 6,-2 6 0,-4 1 1061,-10 3-797,-12-8-259,-1 23-134,-3 10-55,9 15-80,3 18 80,3 1 10,-9 28-5,3 10 5,5-14 1,0 3 1244,3 5 0,1 2-1337,1 2 0,3 1-76,3 0 0,3-1-112,2-2 1,3-1-82,3-4 0,3-2 0,1-2 0,2-3-154,0-3 1,1-2-567,4-2 0,0-3 617,7 5 134,7-8 481,-20-22 544,5-16-358,-11 2 476,1-17 134,-8 8 2062,-2-11-2096,-3 14-554,-1 0-84,-1 15 84,0 3-404,1 2-139,-1-1-68,7-1 264,1-1 44,17-3-44,8-6 16,17-8 12,7-9-12,-26 12 1,-1 0 55,24-20 68,-14 3-1,-16 6-55,-18 7-12,-18 5-27,-12 6-18,-9 5 1,-2 6-29,4 6-27,3 7 0,6 10-6,4 6-34,8 7-50,5 7-67,9 7-146,8 4-455,10 1 80,8-3-180,6-10 0,6-14 231,4-18 184,5-23 292,4-14 212,-27 7 0,0-1 76,-2-2 0,-2 0 176,19-23 50,-8 2 359,3-6-386,-14 19 885,4-4-650,-19 25-493,-1 1-219,-5 8 68,-3 6 383,-1 8-243,-5 19-57,4-6 18,-2 8-51,5 3 12,1-7 38,0 13-5,0-16 34,-1-9 195,1-8 1,0-10-168,0-12 33,5-10 17,3-12-39,8-5 5,8-8-50,-7 16 6,10-5-51,-11 22 0,8 0 6,0 7-12,4 7 7,2 7-40,2 7-6,8 19 40,-15-9-34,6 22 11,-17-2 45,-2-1 0,-5-4 50,-6-14 365,-1-18-259,0-1 24,3-23-152,0 2 128,13-31-116,-4 20-1,5-3 0,2 1-39,0 4 11,27-19-50,-12 29 28,-4-1-17,-2 24 17,-23-1-62,4 32 34,-6-21-45,2 21 33,0-25-94,8 7-63,5-9 18,9 0-129,19-10 95,-1-9 145,0-4 7,10-16 72,-29 10-3297,22-21 3353,-33 21 157,7-16-45,-18 18-12,1-2-105,-5 10-51,0 3 11,0 8-11,3 0-6,2 6 1,12-1-6,-3-3 3386,20 0-3364,4-13 0,-5 1-3347,8-23 3359,-30 11-630,6-25 680,-13 22 72,-3-21-100,-4 24 101,-16-12-130,8 22 40,-26 3-22,13 15-23,-5 2 0,8 5-22,-3 16-11,9-10 359,0 12 0,2 0-382,6-4-31,2 1 1,3-1-32,9-7-153,13 2 0,5-1 75,5-4-53,12-2 0,2-6 70,4-14-1648,9-4 1833,-22-10 1292,-11-8 0,-1-3-1248,4-4 0,0-3 1,0-2 118,2-4-2463,4-8 2378,-10 14 269,-1 1-319,-14 20 1770,3-2-1792,-10 13 27,2 6-33,-1 0 29,3 12-29,-2 3 3375,2 19-3426,0-2 6,2 6 17,-2-16 5,5 2 29,-4-18 234,4-2-189,-3-18-24,1-3-4,0-6 55,4-4 39,7-5-44,10 1-68,-5 5 12,1 10-1,-7 9 7,7 7-18,-5 0 51,24 27-73,-26-16 0,7 4 0,3 0 11,6-2-5,8 4 5,-7-12-6,10-7 12,-8-11 11,15-9-11,-23-7 16,-4-11 1,-2-7-17,-8 10 0,-1-3-198,11-19 1,-1-1 227,-9 10 1,-1 3-9,-3 8 1,-1 2 156,5-31 184,-11 21-94,-2 4-51,-4 11-156,-1 16-29,-2 6-56,2 5 429,-3 5-445,-5 13 22,-10 39-34,5 1-967,6-14 0,2 0 928,8 12-22,7-1-359,15 0-45,-1-19 1,4 1-185,0-1 0,3 0-2012,11 6 1,0-4-5231,4-2 7925,0-8 0,-35-25 0,-3-3 0</inkml:trace>
  <inkml:trace contextRef="#ctx0" brushRef="#br0" timeOffset="169907">8344 10686 21702,'51'-2'-165,"0"-1"0,0 1 1,-1-1-1,-2 1 1,-6 2-850,20 6-118,-17-2 0,-4-2 0,-10 0 0,14 0 0</inkml:trace>
  <inkml:trace contextRef="#ctx0" brushRef="#br0" timeOffset="170617">9672 10826 23237,'6'-32'-90,"0"1"1,0-17-63,32 40 1,8 10-90,-12-2 1,-1 3-220,16 4 1,-1 3 100,12 5-816,-26 5 0,-9 3 1024,-17 0 134,-20 6 0,-7 1 118,-11-2 147,-15 5 1,-4 0-31,18-13 1,1-1 5,-13 8 0,1 0-28,-6 4 179,6 3-285,28-19 176,8 9-187,16-18-29,44 0-67,-16-9-67,14-5 0,2-2 0,-2-6 0,5-8 0,-2-3 73,-13-4 84,-6-9 0,-6-4 44,-16 3 146,-9-6 1,-5 0-63,-10 9 29,-3 5 0,-3 1 408,-9 3 336,-5-3-761,11 16 1065,8 5-1278,9 10 431,7 11-431,2-1 6,23 35-23,-10-16-51,6 12 1,-1 2-51,-4 1-517,-3 1 1,-4 3 32,-10-13 0,-5 0-1459,-4 9 0,-4 0 1438,-2-5 1,-1-4 0,-10 10-1,8-22 1</inkml:trace>
  <inkml:trace contextRef="#ctx0" brushRef="#br0" timeOffset="171350">11392 10850 23416,'-7'-1'219,"-5"25"-208,3 16-6,-2-1 1,0-1-6,0-2 14,-5 1 0,-2-2 14,2-9 207,-19 13-112,22-32 208,-10-16-258,17-5 95,2-45-124,9 21-2125,6-13 0,3-3 2137,5 1-19,-2 14 1,4-4-1,-2 6-9,9-9-482,2 6 1,0 4 475,-10 16-402,13 0 375,-25 22-178,6 24 199,-10-4-13,1 11 0,1 3-9,-1 1 6,3 9 0,2 1-11,1-6 781,6 4 0,3-2-776,10-4 12,7 7 27,0-23 40,1-22-34,-6-3 62,7-25-5,-17-11-872,-8 1 0,-2-2 810,3-20-662,-6 3 1,-2 0 644,-3 7 748,1-1 0,1 3-810,-1 16-11,2-9 28,-2 34-409,9 6 168,-3 4 270,31 27-1262,-21-12-1842,2 5 0,-1 2 3951,-1 2 0,-5-5 0,-6-9 0</inkml:trace>
  <inkml:trace contextRef="#ctx0" brushRef="#br0" timeOffset="171740">12412 10767 24284,'-36'28'44,"-1"0"1,1 0 0,-14 12 0,13-1-50,25 3-6,8-2-17,11-4-17,10 1 11,16 5 23,14-11 17,10-13 33,2-16 39,-2-16 23,-28-6 0,-2-3-23,7-12 9,-15 4 0,-4-3 75,-5-14 23,-8 7 0,-3-2-17,-8-14-106,1 22 0,-6 5 38,-28 0-116,7 15-18,-6 7-16,17 12-371,-5 16 102,12-3-891,-12 21-1803,20-6 2165,3 15 0,5-21 0,3-3 0</inkml:trace>
  <inkml:trace contextRef="#ctx0" brushRef="#br0" timeOffset="172200">13167 10980 16947,'0'-6'4660,"0"2"-3288,0 4-386,-21-64-796,5 46-28,-5-16 1,-7 3 123,-31 37-258,28 0 0,0 2-23,-1 0 1,2 2 0,-23 24-1,18 2-16,-3 11-95,16 13 33,23-13 34,9-5 11,18-23 0,7-5 22,14-5-637,-14-2 1,1-4 664,22-20-2941,-14-13 2952,-1-2 17,-20 6 1,-3-3 2,-5 2 1,-2-4 10,6-21 0,-1-4-14,-4 6 1,-2 0-500,2-9 0,-3 2 505,-4 21 1,-2 1 526,0-8 0,-2 3-370,-2 5-62,-1-13 2644,-2 38-2823,-4 11 28,0 6 17,-10 20-23,3-2 1,-8 31-57,12-16 0,2 1 619,1-7 1,1 2-837,3 7 1,1 5 0,2-5-321,6 17-409,2-5 0,5 0-2860,7-16 0,2-4 3249,-3-2 0,1-3 0,16 17 1,-20-33-1</inkml:trace>
  <inkml:trace contextRef="#ctx0" brushRef="#br0" timeOffset="172566">13652 10919 15350,'-6'-3'4470,"1"0"-2229,5 3-1412,0 0-425,-9-13-388,18 10 143,8-7-159,24 13 16,10-1 12,-3-10 480,-15 0-413,9-36-56,-26 19 11,-2-4 1,-2-1 22,-8 4 218,-5-23-67,-8 22 0,-8-5-17,-9 19-21,-7 8-119,5 8 28,-7 10-28,1 21-50,8-3-14,9 5 0,5 5-65,6 17-204,12-5 0,4 1-56,-2-20 0,3-2-2260,15 15 1,3-2 2581,9 2 0,-5-8 0,-14-19 0</inkml:trace>
  <inkml:trace contextRef="#ctx0" brushRef="#br0" timeOffset="173541">14614 10697 20131,'31'-27'-217,"1"0"1,3 4 0,1 9 331,1 18 0,1 7-460,1 0 1,-2 2-99,-2 0 1,-3 2-532,13 17 397,-35 5 616,-18-11 165,-21-7 1,-8-3 53,-7-1-102,8-5 1,-2 1 347,0 0 0,1-1 79,-20 8-368,21-5 1,1 0 148,1 4-224,18-6 758,18-2-746,19-6-175,23 0-33,-11-3 0,4-2-45,17-3 1,0-1 220,-15 1 0,0-1-179,19-10 0,-5-3 76,-17-3 13,-9-1 1,-6-4 88,-15-16 82,-14-15 141,-13 2 106,-12 5 28,-1 9 804,6 13-843,9 10-3,10 10-412,7 5-28,10 10 6,12 11-5,15 14-7,-12-9 1,1 3-1721,9 13 0,-1 0 1692,-9-10 1,-3 1-146,7 14 1,-7 3-350,-14-14 1,-8 0 533,-16 22 0,-5-2 0,5 1 0,-6-24 0,0 1 0</inkml:trace>
  <inkml:trace contextRef="#ctx0" brushRef="#br0" timeOffset="174791">16181 11055 15944,'-2'-45'1876,"-1"-1"1,-6-10-1,-3 6-1332,-5 11-2854,-10 3 1,-2 4 2528,-2 12-557,-10 6 1,0 4 405,1 9 437,2 5-1,-1 4-476,-9 16-53,14 0 0,1 2 14,-8 13-758,17-1 0,6 0 724,8-3 317,13 4 1,7-2-285,7-8 754,25 0 0,5-6-742,-1-10 22,4-4 1,2-6 215,2-21-207,-21 2 0,-1-2 8,12-20 34,-18-3 0,-5-3-6,0-8 5,-8 3 1,1-10 0,-3 4 178,-2 7 1,-2 1-217,-1 3 0,1-2 1,-2 4 28,0 4 1,-2 4-727,-1 0 0,-1 2 762,0-3 46,0-14-196,-1 40 1955,0 14-1883,0 9 933,1 33-952,-3-8 0,-1 2 1272,1-7 0,-1 1-1301,-3 19 1,-1 3-62,-1-6 1,0-3 38,1-7 1,2 0-180,1 22 0,3-4 3,9-12-384,13 2 1,8-3-419,20-12 312,-9-10 1,3-4 472,-6-15 0,-1-6 157,18-5 45,-5-11 67,-11-12 107,-1-9 229,-11 2 0,0-3-73,-10 11 0,0 0 386,0-9 0,-2 3-173,-5-3-291,-6 13-51,-3 8-16,-6 9-107,-8 4 79,-23 16-90,6 0-1518,-4 10 0,1 3 1490,2 2-44,-1 7 1,2 1 15,8 4 0,-2 17 22,20-27 163,31-4-39,4-20-85,14-2 85,5-23 50,-9-12-84,0-2 131,-9-5 1,-4-3 25,1-9 1567,-7 12 1,-2 0-1506,-8 5-168,-6 15-74,-5 10-20,-2 7-80,-10 13 33,1-1-5,-14 21-17,7 2 28,1-1-11,9 1 0,5 1-12,11 7 11,4 16-16,26-22 28,6-15-5,3-3 21,-10-14 1,0-4 12,0-6-10,-3-3 1,-1-6 19,-10-7 1,-3-6-460,2-2 1,-2-2 435,-1-1 1,-3-2 14,-3-7 0,-2-2-6,-2 5 0,-2-4 7,-1-6 0,0-5 0,-1 4-4,1 4 0,-2 0 26,-4 0 0,-1-2 0,-1 9-32,-2 8-33,-8-7-50,6 33 61,-4 14 0,-4 19-6,2 4 0,0 2 6,-7 20-292,8-18 1,1 1 280,4-4 0,1 1-45,0 3 0,2 2-62,-1 9 1,1 3-281,3 10 0,3 0-126,2-11 1,1-1-379,4 4 0,3-2-2715,2-15 0,1-4 3617,15 15 0,-11-21 0,-8-14 0</inkml:trace>
  <inkml:trace contextRef="#ctx0" brushRef="#br0" timeOffset="175340">16998 10834 21735,'43'-9'-278,"0"1"0,0-1 1,12 3-1,2 1 1,-8 3 165,-17 4 0,-1 2-90,33 2 1,-3-2 189,-16-4-2768,-9-3 1,-2-1 2874,-9-5 2238,16-21-1751,-27 8 776,5-12-926,-28 12-34,-9 5-208,-4 6-16,-5 6 285,-21 9-151,-10 17-258,-1-3 3066,8 13-3088,21 0-92,8 12 41,5 3-5,13-2-22,31-1 50,20-18 28,-1-1 6,4-14 150,-7-24 444,-5-19-488,1-1 54,-14-10 288,-13-6-28,-6 5-319,0-1-1,-7 17 180,-3 17-253,0 6-66,-2 2 10,-4 12-5,-1 10-61,-7 26 10,5-9-134,3 25-173,16-12-263,0-16 1,3 0-133,3 0 0,4-1-1964,8 5 0,2-1 2717,14 12 0,-5-10 0,-20-25 0</inkml:trace>
  <inkml:trace contextRef="#ctx0" brushRef="#br0" timeOffset="175565">18368 10677 26183,'-31'7'-23,"0"0"1,0 7 0,5 7-169,15 15 1,6 4 69,-2-9 1,1 1-298,2 14 1,4 1-989,8-8 0,3-3-486,2 23 1041,2-20 1,0-5 0,-7-16-1,2 4 1</inkml:trace>
  <inkml:trace contextRef="#ctx0" brushRef="#br0" timeOffset="175733">18157 11012 24486,'-35'-41'54,"1"0"0,6 3 0,15 11-423,49 26-387,6 5 0,5 1-681,0 1 0,2 0-2398,3 1 1,1 1 3834,-6 0 0,-6-2 0,-7-1 0,-3 0 0</inkml:trace>
  <inkml:trace contextRef="#ctx0" brushRef="#br0" timeOffset="176166">18943 10820 20767,'-2'-3'4890,"0"0"-4448,2 3-442,-17-31 6,12 32-12,-16-8 29,17 49-1714,1-4 1,0 1 1679,-1 16-788,2-6 1,0-3 792,1-7-436,-1-2 1,0-1 435,-1-12 17,-3 11 79,2-27 2146,-1-11-2219,2-5 56,0-31-62,5 14 14,4-10 0,2-2-8,4 2 0,2 0 0,2 1 16,7-5-5,13-8-22,-11 20-62,15 6 17,-23 18 1883,29 11-1984,-16 10 50,6 6-156,-4 12 1332,-5 8-1820,1 2-369,2 9 448,-11-22-2023,20 9 460,-16-24-4963,31 11 7181,-20-19 0,-5-1 0,-12-6 0</inkml:trace>
  <inkml:trace contextRef="#ctx0" brushRef="#br0" timeOffset="176533">19630 11142 22907,'-26'-23'148,"-1"0"0,-15-13-19,46 40 6,3 2-23,7 1 0,5 0 61,5-3-10,2-6 27,3-16-128,-10 2-3286,3-34 3291,-14 22 73,2-28 5,-8 22 35,-6-5 16,-7 10 45,-18 8-202,6 11 17,-19 5-28,12 11 0,-15 15-33,15-1-7,-4 22-27,19-2-78,4 16-147,21 7-176,10-22 1,5-1 170,-6-12 0,4-1-756,10 1 0,6 1 0,-3-6-1463,21 4-1153,1-4 1,3-4 3640,-25-11 0,-3-3 0,26 5 0,-25-6 0</inkml:trace>
  <inkml:trace contextRef="#ctx0" brushRef="#br0" timeOffset="177156">20294 11057 15961,'2'-7'6912,"-1"2"-6223,-1 5 481,-8-61-1069,-4 46-56,-5-42-3387,-10 69 3365,7 0 10,-19 15-22,-7 10-11,9-7 0,10-8 0,0-1 0,-5 3 73,-9 0 73,13-11-62,8-12 90,11-12-23,9-21-123,1 7 3426,13-21-3404,2 18 6,10-6-39,-10 16-3387,6 4 3365,-15 12-337,8 11 347,-8 1-38,16 39 44,-6-11-17,6 16-16,3-5-2148,2-8 2164,2-1 3,-4-14 1,1-3-4,2-2-631,4-5 1,0-3 653,-6-8-359,5-7 0,0-5 370,-5-5 0,3-13 0,-1-5-17,-3-6-4,-3-3 1,4-11-1,-2 4 299,-2 0 1,0 0-300,-1 3 0,0-2 1,-1 4 3,0-1 0,-1 3 81,2-6 1,-3 1 532,-6 10 1,-1-1-486,3-10 0,-2 1 157,-5-7-51,-6 14-173,-3 15 1263,-1 8-1376,-1 11 2553,-2 2-2530,-10 22 22,-5 9-16,-4 10-815,8 0 0,2 1 815,2 7-865,3 14 0,3 1 764,8-4-95,3-16 0,1 6 0,1-6-107,8 14-442,2 1 1,1 0-1158,-6-27 1,1-2-3004,0 4 1,0-3 4419,3 3 1,-9-25 0,-6-6 0</inkml:trace>
  <inkml:trace contextRef="#ctx0" brushRef="#br0" timeOffset="177390">20491 10737 24665,'44'0'104,"0"1"0,0-1 0,1 1 0,-1 0 1,-4 0 29,-6 1 1,-3 0-1602,32 0 1506,-11-4-8,-13-5-81,-24 3-1484,4-4-2213,-17 5 3747,-5 0 0,0 2 0,-2 1 0</inkml:trace>
  <inkml:trace contextRef="#ctx0" brushRef="#br0" timeOffset="181415">11706 11674 5340,'-64'0'764,"1"0"1,-1 1 0,1-1-1,-2 0 1,3 0 0,0 0-876,11 1 1,-1-1 0,2 0 0,6 0 398,-2 0 1,7 1 2127,-18-1-2186,43 0 875,7 0-814,29 0-168,4 0-3,18 0 1,8 0-263,0 0 1,4 0 145,1 0 0,6 0 0,1 0-20,-13 0 1,0 0-1,1 0 1,1 0 130,6 1 1,0-1 0,2 1-1,3 0-181,-10 1 1,4-1 0,1 0 0,0 1-1,-1-1 1,-4 1-451,9 0 0,-4-1 0,-1 1 1,5 1 456,-6-1 0,3 0 0,2 0 0,0 1 1,-2-1-1,-4 0-357,5 1 1,-4 0 0,-1-1 0,2 1 394,-2 0 1,2-1 0,1 1 0,-2 0 0,-2 0-1,-2-1 0,-3 1 0,1-1 0,2 1-141,3 0 0,4 0 1,0-1-1,-2 1 1,-8-1 43,-4 0 1,-5 0-1,1 0-148,20 0 1,2 1 0,-13-1-172,-11-1 145,-54-1-1585,-43 0 1080,14-1 0,-8 1 0,2-1 648,-7 1 0,-4 0 46,14-1 0,-7 1 0,-3 0 0,2-1 0,7 1 71,3 0 0,5 0 1,-5 0 7,-4 1 1,-5-1-1,-3 1 1,2 0-1,6 0 16,4 0 1,4 0 0,-7 0 23,-2 1 1,-8 0 0,-6 1 0,1-1 0,2 1 0,8-1-1,-4 1 1,5 0 0,-7 0 19,9-1 0,-7 1 0,-6 0 0,0 0 0,1 0 0,6 0 0,7 0 9,-3 0 0,8 0 0,-5 0 32,1 0 0,-6 0 1,-1 0-1,1 0 1,5 0 131,-3 0 0,4 0 0,-3-1 124,2 0 0,-4 0 1,2 0-1,3 0-73,-16 0 1,4 0 347,-7-1 0,8 0 915,18-2-286,6-1-1051,26 1 1635,15-3-617,43-3-790,-2 2 1,5-1 314,-4 1 0,4 0-651,4 1 0,5-1 1,-1 2-27,-7 0 0,-1 1 1,4 0-28,-3 1 0,4 0 0,1 0 0,0 0-75,-9 0 1,0 0-1,1 0 1,1 1 0,1 0 55,0 0 1,2 0-1,1 1 1,0 0-1,-2 0 1,-3 0-5,6-1 1,-3 1 0,-1 0 0,5-1 7,-6 2 0,5-1 1,2 0-1,-2 1 0,-4-1 1,-7 0 8,15 0 1,-2 1 55,-9-2 1,6 1 0,-1 0 0,-9-1-48,-8-2 1,-4 0 391,10 0 0,-5 0-28,-12-4-45,-15-3-476,-12 5 509,-5-4-10199,-5 5 9819,-1 2 0,2 1 0,6 0 0</inkml:trace>
  <inkml:trace contextRef="#ctx0" brushRef="#br0" timeOffset="198948">1748 13670 21226,'17'-14'448,"-4"5"-297,-13 12 208,-1 4 117,-8 6-269,-6 3-139,-4 2 122,-22 6-95,17-13 112,-22 6 51,18-14 106,-11-15-269,14 1 73,-6-24-45,14 0 1,-1-24-91,9 17 40,7-15-17,9 26-28,11-7-34,-3 16-22,12 3-11,-5 15 6,11 6-1,12 24 6,-5 13 22,-3 8-16,-21-2 0,-7 1-657,-4 7 645,-9 4 0,-7 2 23,-7-15 0,-7 0 9,-4 2 0,-5 3 0,-2-3-1051,4-7 1,-1-2 0,-1-1 1061,-1 0 0,0-1 1,0-4 48,-12 2 1,1-7-451,8-15 0,2-4 543,-23 3 86,3-28-18,39-14-51,3-25-140,10 17 12,14-15-46,0 36-16,23-5 33,-13 19 316,26 6-338,-4 13-40,15 12 1116,-25-8 0,0 2-1718,2 4 1,0 1-469,2 4 0,0 0 1121,5 6 0,-3-2 0,5 5 0,-4-5 0</inkml:trace>
  <inkml:trace contextRef="#ctx0" brushRef="#br0" timeOffset="199148">2324 14173 21069,'-6'-2'3781,"2"1"-2453,4 1-1356,-2-25-23,13 18-352,20-20-1434,29 24 1837,-13 1 0,-1 0 0,8 0 0,-2 1 0</inkml:trace>
  <inkml:trace contextRef="#ctx0" brushRef="#br0" timeOffset="200533">4110 14000 19182,'2'-46'1325,"-1"0"1,0 5 0,-1 2-100,-9-15-767,-3 16-296,-6-4 27,-7 22-140,-12 16-27,6 5-37,-13 18 0,-3 7 5,16-3 1,1 2-1691,-13 9 0,2 0 1696,12-6 1,4-1-4,1 2 1,1 1-185,4-1 1,1 1 141,-2 4 1,5 2-29,8-3 0,7-1-41,18 7 55,11-10 34,7-30 0,2-8-180,8-7 228,0-6 0,3-7 876,-6-11 0,-3-5-872,-12 11 0,0-1 1,-1-1-14,-1 0 0,0-1 0,-2-2 9,-2-4 1,-3-1 0,0 0 7,2-9 0,0-3 22,-3 7 1,1-3-1,-2 4-11,0 1 1,-2 1 83,0-8 1,-2 7 336,-8 20-292,-2-8-179,-3 28-67,-3 4-18,-13 38 85,-2 11-333,3-4 0,-1 4 335,5-10 1,0-1 2,0 2 1,0 2-18,-2 14 1,1 2 13,3-11 1,1 2-11,1 0 1,2 3-1,2-4 712,1-9 1,4-2-720,4 4 1,6-5-3040,15-9 3043,3-5-104,30-21 137,-11-18 8,-13 3 1,0-4 5,-6-5 1,-3-1-4,15-19 3,-20 15 1,-1 0 803,7-16-734,-11 15 1,-1 1-52,1-2-4,-4 4-46,-14 27 3277,-15 19-3293,-3 7 5,-12 24-93,9-8 104,0 18 1,14-24 2,7 3 0,6 0 3,15-1-11,8 13 22,30-30 51,-15-18-20,-12-3 0,0-5 70,14-19 44,-6-16-60,-14 3-15,-13 10 0,-2-2 87,-1-25-95,-2 1 61,-11 10 1,-3 3-68,-3 5 91,1 6 1,-5 2 15,-31 2-169,10 15-44,-23-2 6,28 18-46,-3 12 23,7 9 23,2 2-371,0 28-335,17-12-202,13-5 0,7 0 263,4-12 1,5-2 202,3 1 0,3-5-295,8-6 0,3-6-29,3-6 1,-1-3 759,-6 0 0,0-2 58,4-3 1,-2-4 282,-8-6 1,-3-3 627,13-15-351,-14 10 1,-2-2 653,0-13-80,-9 5-654,-8 11 251,-5 8-256,-11 11-422,-5 9-72,-19 20-28,6 7 17,-4 16-11,17-1-1,8 3-5,26 5-5,-1-19 270,15-2-315,6-20 84,2-5 66,10-8 58,-5-14 127,1-26-161,-18 7 16,-11 3 0,-1-2 89,0-15-27,2-11-17,-5 4 5,-5 10-33,-4 11-84,-5 12-157,-3 10 39,0 7-101,-3 10-1081,-2 18 51,3-3 1204,9 37 0,-2-41 0,8 16 0</inkml:trace>
  <inkml:trace contextRef="#ctx0" brushRef="#br0" timeOffset="201026">5944 13382 23052,'-3'-44'1012,"0"0"0,0 2 0,2 8-738,5 18-212,2 5-68,0 11 34,4 38-22,-6-7-325,-1 7 0,-2 3 327,-4-5 0,-2 0-303,-1 11 1,-2 3 291,-3-2 1,-1 0 13,-2 6 0,0-3-8,6-18 0,-1-2-205,-1 6 1,2-5 296,3-16 460,0 0-415,4-19 409,2-16-488,2-13 12,2-31-45,1 16-11,-2 12 0,1 2-6,4-3 714,3-1-725,-3 15 479,6 8-546,-2 10-6,19 14 62,-8 0-34,18 22 17,-12 0 3,-10-5 0,-2 0 19,5 10 6,-8 13 6,-26-23 16,-15 2 1,-21-10-4,10-13 1,-2-4-3,-16-3-23,17-4 0,3-3-184,0-11-1020,3-18 437,18 11-9058,31-18 8178,-5 29 0,12-4 0,-19 16 0</inkml:trace>
  <inkml:trace contextRef="#ctx0" brushRef="#br0" timeOffset="201715">6224 14084 24240,'31'-48'69,"-1"0"0,1-4 0,-2-3-51,-8 9 1,-1-4 0,-1 3-5,2-6 0,-1-1-353,-1 1 0,0-4 0,-2 5 345,-3 2 0,-2 3 8,1-9 0,-1 2 360,-4 10 1,-2 2-342,0-21 655,-5 20-666,-2 18 558,0 13-658,-4 13 1436,-3 17-1369,-2 10 0,-1 5 5,-7 21-515,2 1 1,0 5 506,4-12 0,2 2 2,2-2 1,0 4 0,1-3-3,-1 2 0,3-1-34,3 11 1,4-4-104,10-1-37,3-23 0,1-3 65,9 5-67,20-11 50,-11-25 95,22-19 45,-18 1 14,-8-9 0,-3-3 8,-5 0 54,-1-2 0,-3 1 13,-5 8 202,3-9-235,-14 27 0,-2 1-39,-5 10 1360,-3 5-1360,-2 20-28,3-10 5,6 11 12,13-15 16,11-1 1,25-2-7,-11-9 37,-3-12 1,-2-4 13,-3-6-8,-4-5 0,-2-2 81,2-17 16,-9 10 1,-2 0-22,3-9 189,-2-2-77,-13 30-186,-3 5-66,-8 18 33,-21 34-17,6-4-401,-1 2 1,1 3 383,5-9 1,1 3-22,-1 4 1,-1 5 0,1-3-64,-2 5 1,1 1-888,2 0 0,-1 5 0,3-2-3014,2 7 0,2-1 3991,3-16 0,0 1 0,2-4 0,1 3 0,1-6 0,0 4 0</inkml:trace>
  <inkml:trace contextRef="#ctx0" brushRef="#br0" timeOffset="202941">8068 13662 15939,'11'-53'1075,"0"0"0,0 0 1,3-9-1,0-2 1,-2 11 105,2-8-504,0-1 1,-1 4-398,-6 22 378,4-20-546,-11 47 60,1 2-166,-3 16 481,-9 32-464,1-2-12,-3 5 0,-1 1-422,-4 11 416,2-4 1,-1 2-6,4-8 0,2 2 2,1 5 0,0 4 0,2-4 1,-1-4 0,3-1-3,4 1 0,3 2 0,3-8 5,13 6-11,-1-18 1,2-3-6,11-5-23,16-12 1,-16-13-37,17-15 0,2-5 30,0-6 32,-11 1 1,6-7-1,-6 1 16,-9 1 1,-2 1 11,6-7 0,-2-1 16,-7 5 1,-4 2 153,3-18-95,-4 10 12,-9 7 262,-8 20-195,-4 6-157,1 3 16,-7 16-27,2-2 0,-4 12 416,1 4-439,2 18-112,6 3-740,9-12 1,2-1-907,7 6 1775,3-11 0,0-3 0,-8-11 0,6 5 0</inkml:trace>
  <inkml:trace contextRef="#ctx0" brushRef="#br0" timeOffset="203115">8873 13267 18858,'-46'-20'-821,"15"21"1,38 24-1,2 3 1</inkml:trace>
  <inkml:trace contextRef="#ctx0" brushRef="#br0" timeOffset="203508">9007 13493 26318,'1'29'50,"-3"18"-22,-4 6-20,1-19 1,-1 1-1,1-2 1,-1-1 19,-5 22 39,3-12 157,3-21-107,3-11 40,11-32-101,5-10-22,6-10-1,-6 14 1,2-2 25,5-2 0,0 0-45,-3 5 0,0 0 14,9-8 0,0 2 16,9-1-27,14-2-17,-17 17-5,6 9-1,-14 21 17,15 23-22,-14-3-146,-7 0 0,-3 2 90,2 18-381,-7-11 0,-1 0-286,3 13-1221,-5-18 0,1-3 1955,3-3 0,-4-10 0,-5-13 0</inkml:trace>
  <inkml:trace contextRef="#ctx0" brushRef="#br0" timeOffset="203731">9897 13330 22982,'0'-57'1021,"0"0"1,0 13-1,0 6-702,0 12 29,0 22-325,3 15 72,0 4-90,2 15 1,0 4 5,0 9-346,0 3 1,-1 3 311,-3-9 1,0 1-186,0 1 1,-1 3 0,1-3-90,-1 2 1,0 1-1140,-1 0 0,1 3 0,1-6 679,3 20 0,-3 1 0,3-37 1</inkml:trace>
  <inkml:trace contextRef="#ctx0" brushRef="#br0" timeOffset="204025">10137 13557 18902,'15'-45'1411,"1"-1"1,-1 6-1,-5 7-560,-13 18-408,-9 8-96,-11 3-95,-14 12-123,2 8 0,-2 7-497,-3 8 0,1 3 396,-2 0 0,2 1-6,6 2 1,4-1 16,0 7 0,12-8 40,10-8 16,14-6 11,20-2-72,-2-8 2,8-4 1,1-1-26,2-4-73,13-1 1,1-2-124,-1-3-546,10-3 0,2-2-915,-4-1-298,0-1 1,3-1 1612,-9 3 0,-3 1 1,-14 1-1,-1 2 0,-1-1 1,0 1-1</inkml:trace>
  <inkml:trace contextRef="#ctx0" brushRef="#br0" timeOffset="204382">10681 13586 16280,'-6'-1'6111,"2"-1"-4083,4 2-1614,-61-13 84,40 9-397,-13-4 1,5 3-52,24 9-16,6 0 33,9 9 0,8 0 23,22 6-74,-8-7 1,0-5 0,0-3-6,-3-5 11,2-5 1,-1-4 5,-6-5 11,13-23 0,-23 5 45,-4-19-39,-9 17 50,-11-5-5,-7 23-17,-10 1 33,-7 8 23,-4 10-28,-3 8-79,-2 15-16,16-5-12,-1 18-5,21-5-62,10 25-330,16-3-435,7-3-67,-5-26 0,5-3-2246,8-3 1,2-1 870,-6-3 1,0-1 1622,12 0 1,-3-4 0,-14-6 0,0-2 0</inkml:trace>
  <inkml:trace contextRef="#ctx0" brushRef="#br0" timeOffset="204784">11431 13683 19910,'27'-46'1846,"0"-1"1,-6 3 0,-10 6-1579,-21 14 96,-32 3-157,5 17 1,-3 5-419,9-2 1,-1 2 263,-19 5 0,1 5 9,-7 13-51,25-8 0,2 3-11,-12 21 120,21 2-114,16 0-12,22-1 0,18-6 6,22-10-353,-22-17 1,3-4 352,3-7 0,1-4 0,0-5 0,0-5 14,0-7 0,-4-5 2,-1-6 1,-3-4-544,-3-8 0,-4-3 547,-1-5 0,-3-4-2,-10 19 1,0-1 0,-2 0 48,3-18 0,-2 1-163,-4 7 0,-2 2 244,-4 9 1,-3 2 204,-7-17-96,-4 20 433,2 16-679,1 24-1974,3 6 1968,-5 31-5,-1 13-68,3-13 0,-1 3 59,0 9 1,-2 3-13,4-15 1,0 0 0,-1 2-145,0 1 1,0 2 0,0-1-503,0 1 1,0 0 0,1 0-1047,1-1 1,0 0 0,2-2 1712,-2 14 0,2-5 0,2-17 0,2-5 0,1 4 0</inkml:trace>
  <inkml:trace contextRef="#ctx0" brushRef="#br0" timeOffset="205458">12748 13251 18686,'31'-48'1086,"0"-1"1,0 0-1,-1 2 1,-2 1-1,-7 8-351,-10 5 297,-1 2-836,-9 15 64,-8 21-255,-1 6 9,-5 16 0,-2 4-3,-4 9-388,-1 5 1,-2 4 373,5-10 1,1 1-7,-4 13 1,0 3 5,3 0 0,2 0 8,3 0 1,4-1-12,5-3 1,4-3-12,4-5 1,7-5 18,13-6 1,6-7 8,10-2-5,22-22-342,-12-37 347,-22 11 0,2-2 6,8-9 0,2-2-3,-2-1 0,-1-2 22,1-4 1,-3 1-15,-12 15 0,-3 1 45,2-4 1,-5 3 111,-9 5-56,-1 3-39,-11 11 840,-22 21-913,7-1 6,-21 22-17,24-12 686,-7 19-697,14-2-34,7 13-207,16 0-695,16-2-1724,12-7 2671,-11-24 0,1-2 0,0 1 0,6-6 0</inkml:trace>
  <inkml:trace contextRef="#ctx0" brushRef="#br0" timeOffset="205615">13616 13141 24928,'-30'-34'-1753,"7"11"1753,33 59 0,-6-20 0,6 9 0</inkml:trace>
  <inkml:trace contextRef="#ctx0" brushRef="#br0" timeOffset="205892">13951 13294 20318,'-3'-6'3821,"0"1"-1417,3 5-2371,-37-30 207,27 44-234,-26-26 116,40 52-122,5 1 0,4 2 0,-3-10 0,0 0-997,8 20 1,0 0 985,3 1-2630,-3 1 2602,-12-28-493,-16 12-1507,-10-27-2162,-7-12 4201,-2-32 0,17 11 0,1-6 0</inkml:trace>
  <inkml:trace contextRef="#ctx0" brushRef="#br0" timeOffset="206059">13846 13229 24721,'-20'48'269,"0"0"0,4-10 0,1-1-426,-3 2 0,1-1-4134,-6 17 4291,8-18 0,1-2 0,2 0 0,6-16 0</inkml:trace>
  <inkml:trace contextRef="#ctx0" brushRef="#br0" timeOffset="206398">14428 13590 24178,'23'-46'507,"0"-1"0,-1 1 0,7-12 0,-3 5-429,-4 13 0,0 1-506,0 0 0,0-1 554,0-1 0,-1-3 4,-4 4 1,1-2 0,-3-1 62,1-15 0,-4 3-134,-1 8 0,-4 4-6,-6 8 0,-4 5 533,-7-3-530,1 15-50,-3-1 16,2 28 190,-5 15-212,-5 25 0,7-13 0,0 2-311,3-5 0,-1 3 309,1 6 0,0 5 0,1 0-2,2-3 1,1 1-1,1-1-327,-1 1 0,-1-1 0,2 1 220,1 5 1,2 1 0,2-4-568,2-1 1,4 0-1106,1-4 0,4 2 0,-1-3-262,2-1 1,1-2 1509,9 5 1,0-8 0,-7-18-1,0-3 1</inkml:trace>
  <inkml:trace contextRef="#ctx0" brushRef="#br0" timeOffset="206582">14596 13206 18028,'-8'-3'5584,"2"0"-4335,6 3-67,0 0-1075,-4-22-29,58 19-72,-25-17-473,19 19 1,6 7-1094,-19-4 0,0 0 1560,4 0 0,-2 0 0,10 1 0,-23-2 0</inkml:trace>
  <inkml:trace contextRef="#ctx0" brushRef="#br0" timeOffset="211249">4171 15641 20044,'0'-7'1927,"0"1"-1333,0-26 0,0-5-12,0 12-515,0-14 0,0 5-117,0 30 112,-5 51-32,-2-10 1,-2 1-28,3 4 0,-2 1-554,-7 13 0,-2-1 495,5-16 0,-1 1-171,-2 10 0,0 2-560,2-3 0,2-1-2067,3-3 1,2-1 2853,3-10 0,0-2 0,3 5 0,0-19 0</inkml:trace>
  <inkml:trace contextRef="#ctx0" brushRef="#br0" timeOffset="212933">4120 15507 9946,'-8'1'4200,"1"0"-3315,7-1-84,0 0-246,64-22-438,-29 14-612,19-7 1,6 0 530,-21 9 1,3 0-19,13-1 1,7 1 0,-4-1-8,-2 1 0,1 1-667,-10 1 1,6 1 0,-1-1 0,-8 2 660,1-1 1,-1 2-6,8-1 0,5 1 0,-1 0-465,-5 0 0,-2 0 0,3 1 462,-4-1 0,3 1 0,0 0 1,-1-1 14,1 1 1,-1 0-1,1 0 1,-1 0-8,0 0 1,-1 0 0,0 0 0,0 0-1,13 0 1,0 0-1,2 0-209,-11 0 0,3 0 0,-1 1 0,-2-1 209,9 0 1,-2 0 0,-1 1-6,-2-1 0,-1 0 0,-1 1 7,-3-1 1,-1 1-1,-1-1 4,11 1 0,1-1-111,-11 0 1,2 0 0,0 0 108,-2 1 0,-1-1 1,0-1 8,-1 1 1,-1 0 0,1 0 16,6-1 1,2 0-1,-4 0-18,1 0 0,1-1 25,1 0 1,4-2 0,-7 1-9,-17 0 0,-1-1 8,7 0 1,5-1 0,-4-1 675,1-1 0,-2 0-640,12-2 1,1-1-1,-3 0 1,2 0 136,8-2 1,-1 1-118,-19 4 0,-1 0 87,14-2 0,0 1-40,-21 5 1,0 0-9,18 0 1,0 1-102,-18 0 1,0 2 41,10 0 0,-1 2 1493,4 0-1353,4 2 1536,-15-1-1059,-17 0 1331,-11-2-1522,-7-1 657,-1 0-1189,0 5 112,-1-2-34,-3 9-44,1-5 16,-3 8 12,0-2 11,0 5 5,-1 3 23,1 3-23,-1 3 57,0 20-68,0-11-1671,1 2 1,-1 1 1681,0 1-3,-3 11 1,0 1-36,-1-1-756,2-11 1,-1 7 0,1-5 749,-5 19-119,5-17 1,-1 7 0,1-5 106,3-6 1,0-2-1,-2 9 0,0-1 0,1-8 1,0-3-68,-12 14 89,6-20 1,-4-1 19,-7-1 1,-3-3 2,-25 12-11,17-20 0,-1-3 6,-13 0-4,16-7 1,-1-2 14,-22-1-28,22-1 0,-1-1-1,1 0 1,0-1-3,-7-2 0,1 1-8,-14-2-1,4-2 1,0 0 0,0-1-6,7 1 0,-7-1 0,4 1 752,10 1 0,-2 1-751,-5-1 1,-9 0-1,0-1 1,6 1 865,-1 1 1,0 0-868,-11-1 0,-6 0 0,4 1 8,0 0 1,1 1 0,4 1 0,-5 0 1,4 0-12,9 1 0,1-1 0,2 1 2,-19 0 0,2 0 3,8 0 0,0 0-1036,-9-1 0,0 0 1035,10 1 1,-2-1 4,0 0 1,-4 1 0,-1-1-237,0 1 0,1 0 1,-3 0 246,6 0 0,-2 0 0,0 0 1,0 0-3,2-1 1,-1 1 0,2 0 0,0-1-4,-11 1 0,2 0 0,4 0 1,-3-1 0,6 0 143,15 1 1,1 0-142,-8-2 1,4 0 17,0-1 330,13 1 1,-2-1-320,-26-4-45,19 3 1120,1 0 1,-3 1-1121,11 2 0,-2 1 11,-20-1 0,-3 1-3,8 0 1,1 0-9,-7 0 0,3 0 1416,-7 0-1360,7 0 262,31 0-318,1 0-5,13 0 16,2 0 677,0 0-683,-7 0 1,-11 0-1,-19 2-5,-7-1 6,-5 2 28,15-1-18,13-1 12,10-1 230,9 0-185,4 0 33,-1-1-72,3-1 27,-1-3-44,0 2-6,-3-7 1,1 4 10,-8-8-22,6 7 11,-5-5 17,5 6-33,1 0-1,2 2 28,1 3 24,1 1-57,-2-3 22,0 0-6,-1-2 12,-1 0 11,-3-13-5,3 6 5,-6-19-12,4 7-16,-3-19 0,3 13-5,-1-14-46,3 13-50,0 1-1153,-1-15-152,3 22 1406,-1-21 0,3 32 0,0-6 0</inkml:trace>
  <inkml:trace contextRef="#ctx0" brushRef="#br0" timeOffset="213823">4680 15935 23635,'-3'-20'112,"0"2"-101,-1 50 0,-1 19-11,-1-8-6,-2 8 1,-1 2-5684,-1 8 5675,4-25 0,0 0-14,-2 19 1443,4-21-1387,-1 1 988,2-13-624,1-11-89,-3-18-281,0-3 3404,-8-30-3426,7 15 14,-1-10 0,0-2 2,3-1-2,1-1 0,0-2-459,3-19 464,1 21 1,1 0-8,0-21-7,1 27 1,2 0 50,6-19-51,5 1-21,-2 16-18,3 15 6,-2 15 0,14 2 6,-7 6 456,16 9-457,-10 8 6,14 19 1,-11-1-1,-5 10 22,-16-19 7,-20 12-12,-1-21 0,-23 16-17,-2-14-73,-14 2-296,0-3-813,6-9-3220,15-5 4419,13-10 0,10 1 0,5-2 0</inkml:trace>
  <inkml:trace contextRef="#ctx0" brushRef="#br0" timeOffset="214240">4969 15753 22523,'45'9'-5,"0"7"-6,-10 25 11,-11-12 56,1 22-28,-19-30 219,-5 17-6,-9-22-90,0 2 255,-7-11 294,0-6-493,2-4 119,-2-8-85,8-6-68,1-14-162,3 8-16,12-16-18,-1 22-152,18-15-49,-3 18 22,4-1-599,6 7-2923,4 6 1259,-7 2 2465,11 7 0,-31-3 0,4 3 0</inkml:trace>
  <inkml:trace contextRef="#ctx0" brushRef="#br0" timeOffset="214916">5323 15894 15849,'0'3'6716,"-1"-1"-5725,1-2-862,13-2-95,-3-2 55,20-6 51,-5-2 56,5-6 45,-4-3 50,-5-13-212,-8 10 117,-4-12 39,-7 16-45,-3-2 1,-4 6-45,-3 6-101,1 5-135,-2 3-11,-1 9 28,-11 13 68,7-2-23,-9 20 0,14-17-46,-2 25 24,8-23-180,12 27-78,7-24 101,8 4-319,12-10-337,1-10-313,12-3 123,1-12 538,4-16 610,-17-6 0,-7-1 185,-20-1 140,-7 7 118,-5-3 84,0 7-40,-2 6-279,0 7-303,2 4-45,1 6 45,0 11 0,2 11-11,1-2 16,4 0-10,5-7 5,2-1 73,5 1 50,-5-9 582,-1-5-509,-7-9 40,5-10 77,-2-5-16,3-11-95,-1-5-39,3-14-107,-4 16 44,5-10-27,-5 24-6,0 0-167,-3 10-141,-3 5 140,-2 5-678,3 11-95,-1-3-3993,3 16 4867,-3-7 0,0-2 0,-2-6 0</inkml:trace>
  <inkml:trace contextRef="#ctx0" brushRef="#br0" timeOffset="215374">6236 15753 20033,'2'-51'1499,"0"1"0,-1-1 1,1 9-1041,-2 17 247,-2-7-202,2 15-218,-2 4-286,0 8-180,1 6 102,0 21 95,0 13-12,0 10-2,2-12 0,-2 3 14,-1 13 0,-2 4-1139,0 6 0,-1 2 1119,-1 2 0,-1 0-7,2-18 1,0 0 0,-1 2-650,0 7 1,0 2-1,0-3 317,0 4 0,-1 0-1898,1 0 0,0 3 1,1-11 2239,-1-1 0,1 3 0,3-36 0</inkml:trace>
  <inkml:trace contextRef="#ctx0" brushRef="#br0" timeOffset="230147">6628 16070 22038,'1'-26'807,"-1"5"-566,0 21 190,0-1-257,0-3-107,0 0 190,0-7-55,0 2 89,-3-8-106,0 5-101,-3 1-22,0 4 55,-2 0-89,-2 4-28,-6-1-11,3 4-17,-9 6-11,-1 8-3376,-17 21 3415,11-7-109,4 3 1,0 1 97,-2 9-1099,9-11 1,1-1 1098,0 6-51,9 11 57,14-24 2235,6 8-2163,10-22-34,-3-6 7,4-8 239,5-11-156,17-22-45,-18 9 1,-1-3 1455,-3 5 0,-1-1-1512,-4-2 1,-3 0 95,3-26-3,-7 15 0,-1-1-54,-1 7 1,-2 0 2,1-5 1,-1 3 86,-3 6-73,-3 13-27,-1 10 27,0 5-100,0 3-141,0-1 34,0 8 492,-1 9-352,-1 4-33,-4 23 27,-3-6 1,0 4-15,2-7 1,1 1-3,-3 7 0,1-2-67,3 16-1,4-26-577,9 21 231,-2-28-1446,23 12 151,-1-25 166,4-7 0,2-3 772,-3-5 1,0-2 563,2 0 0,0-2 33,-1-3 0,0-1 319,23-16 23,-11 3 392,5-10 442,-26 12 460,1-6 145,-10 5-269,-7 2-441,-10 5-113,-10 2-633,2 9-6,-11 0-100,9 8-34,-3 1 45,-16 20-45,6 1 5,-15 20-5,13-4-17,5 1 1,7-5-1,7-5 39,7-6 23,4-10 17,3-4 173,11-14-28,10-13-117,0 1 111,8-18 12,-15 8 39,3-6 180,-6 2-287,-7 14 57,-4 4-140,-5 12-146,-2 2 67,1 1 17,-4 4 33,-8 22-38,6-10-1,-9 22 1,11-17-7,3 9 29,8-8-17,3-6 0,13-8 23,12-10-12,-5-4 28,15-14 6,-14-9-15,-8-1 1,0-2-19,7-14-356,-10 6 0,-1-2 400,4-19 8,-9 15 1,-1 0 2,2-14 20,-8 24 0,-2 3 115,-6 4-6,-1 2-84,-1 12-129,-1 8-17,-1 8 744,-8 21-710,3-3 0,-11 30-6,8-5-25,7-8 1,0 1-21,-1 15-61,7-16 0,2-1-431,9 9-323,1-15 1,1-1 19,6 8-1361,9-2-1030,-12-25-3451,3-6 4398,-8-9-1116,-6-18 3406,-7 6 1971,-16-24-711,4 23 1860,-17-14 207,8 17 348,-10 1-2784,12 6 565,-1 4-722,17 3-404,0 0-10,23 0-220,-2 0 1,31 0-73,1 0-34,-15-1 1,1-2 16,1 1 0,0-1 14,3-4 1,-3-2 24,11-2 101,-3-10 118,-29 6 207,-3-8-302,-7 9 207,-8-5 22,-3 10 57,-5-2-388,2 7-10,-3 1-23,3 8-16,-6 7-63,1 10-4,1 7 44,5 3 0,5 10 11,5-14-50,9 9-29,5-19 63,7 0 16,-6-9 51,3-10 10,-8-11 12,3-11 68,-1-7 55,-2-3 11,-2 2 253,-3 2-147,-2 10-128,-1 5-145,-2 11-79,0 4 33,-2 11-33,0 5-11,-3 21 22,2-12-167,-1 17-483,3-13-2503,1 14 772,0-16 2398,4 4 0,-2-23 0,1 0 0</inkml:trace>
  <inkml:trace contextRef="#ctx0" brushRef="#br0" timeOffset="230414">7935 15734 21007,'1'-10'2025,"2"-24"0,0-6-742,-1-3-1124,1 3 1,0 1 361,-2 6-247,-1 24-178,0 3-130,0 6 0,0 9 68,0 13-17,-5 39-17,1-11-544,-3-3 0,-2 3 527,0-10 0,-1 2 3,-4 15 0,-1 2 10,4-18 0,0 1 1,0 0-42,0 1 0,0-1 0,0 0-297,-4 20 1,1-2-754,2-5 0,2-1-2834,2-6 0,2-3 3323,2-9 0,1-4 1,2 6-1,1-20 1</inkml:trace>
  <inkml:trace contextRef="#ctx0" brushRef="#br0" timeOffset="230958">8085 15912 17339,'-5'-8'4598,"1"2"-2828,4 6-286,0 0-1495,-3-6 28,1 18-73,-5 11 56,2 6-3386,-2 23 3386,3-29-6,-3 17-5,3-20 50,-2-1 90,3-8 493,1-6-297,2-14-314,1 0 11,1-11 3404,2-5-3370,5-6 90,9-17-90,-4 15 72,8-6 12,-8 19-50,3 0-51,0 6-11,3 8-11,-1 7-28,0 3-6,-1 13 17,-6 5-50,3 12-23,-4 5-34,-4 5-1158,3 8 139,-3-16-4465,9 8 5591,-4-25 0,-2-4 0,-4-7 0</inkml:trace>
  <inkml:trace contextRef="#ctx0" brushRef="#br0" timeOffset="232130">8453 15961 9763,'-3'3'5736,"0"-2"-1546,3-1-3238,20 8-677,-10-6 156,20 6 32,-15-8 81,2-3-215,-4 0 130,-2-5 45,-4-5-381,0 0 174,-2-17 61,-4 5-3610,-2-1 3392,-1 7 213,-5 10-258,-1 4-117,0 0 11,-6 8 22,1 5-11,-12 16 0,8-5 3392,-10 16-3403,12-7-6,-4 15 17,9-12-95,3 10-269,9-17-1316,9 7 570,-1-13-3410,15-2 4520,2-13 0,-10-2 0,1-1 0</inkml:trace>
  <inkml:trace contextRef="#ctx0" brushRef="#br0" timeOffset="232314">8772 15892 22375,'-22'43'291,"-2"1"-801,8-21-2066,-4 7-886,4-7 2399,1-1 0,10-17 0,2-1 1</inkml:trace>
  <inkml:trace contextRef="#ctx0" brushRef="#br0" timeOffset="232748">8606 16001 13597,'2'-5'6890,"0"1"-3726,-2 4-2962,37-31-140,-26 29 61,30-8-90,-38 28 23,3 19-50,-3-10 16,2 6 1,1-4-23,3-4 140,0-12-45,-1-5 0,0-11 51,5-8 11,6-10 27,7-14-83,-9 6 0,-2-2-791,-2 0 0,0-1 715,-2 0 0,0-1 34,-4-1 1,-1 0 80,-1-19 16,-4 17 1,-1 1-11,-3-9 179,-6 1-34,3 29-112,-1 1-190,5 9 1458,-1 3-1481,2 9 46,-1 16-12,1-2-6,1 23-5,0-9 0,2 14-29,4 1-172,3 2-399,3-5-1809,-1 2 779,-4-20 1641,-1 3 0,-6-25 0,1 1 0</inkml:trace>
  <inkml:trace contextRef="#ctx0" brushRef="#br0" timeOffset="232948">8828 15845 24923,'35'-21'93,"-1"0"0,1 1 1,-4 6-162,-4 13-2328,22 0-2265,-14 0 3246,12 1 0,-39 0 0,-1 0 0</inkml:trace>
  <inkml:trace contextRef="#ctx0" brushRef="#br0" timeOffset="237965">10877 15615 13472,'2'-49'1213,"0"0"1,-1 6-1,2 8 987,2 18-2200,-2 11 996,0 23-861,0-1 111,3 38-39,-3 8-183,-2-16 0,-2 2 7,-4 6 0,-2 1-110,-3 4 1,-2 0-121,-3 3 0,-1-1-417,-2 0 0,0-1-844,1-1 1,1-2-1672,2-3 0,1-4 62,4-13 0,1-4 3069,0 17 0,6-36 0,2-7 0</inkml:trace>
  <inkml:trace contextRef="#ctx0" brushRef="#br0" timeOffset="239614">10800 15595 17535,'44'-27'69,"0"1"0,0-1 0,0 7 0,4 1 0,-1 4 0,-6 5-1365,-1 7 0,0 4 1307,12-1 1,7 0-1,-2 0-21,-13 0 1,-2 0 0,2 0-34,11 0 0,3 0 0,0 0-2,2 1 0,0-1 1,0 0-479,0-1 1,1 1-1,-1-2 497,1 0 0,0 0 0,-1-2 18,-1 1 1,0-2-1,0 0 34,-2 0 0,1-1 1,1 0-16,-6 1 0,3-1 0,-1 0 1,-3 1-12,-2 0 0,-3 0 0,3 0 4,2 0 0,3 0 0,0 0 0,-3 0 0,-2 1 0,-3 0 0,2 1 3,-3-1 0,2 1 0,1 0 0,0 0 9,0 0 1,0 1 0,1-1 0,2 1 7,-2 1 1,2 0 0,2 0-1,-1 1 1,-1 0 4,8 0 1,-2 0-1,0 1 1,0 0-271,-1 0 1,0 0-1,-1-1 1,1 2 263,-3 0 1,1 1 0,-1-1 0,-2 1 11,8 0 1,-3 0 0,3-1-4,-7 1 0,1 0 0,3 0 1,2 0 35,-8 0 0,3-1 0,2 1 0,-1-1 0,-2 0 0,-3 1-39,1-1 1,-5 0 0,1 0 0,3 1 12,9-1 1,5 1-1,2-1 1,-5 1-1,-8-2 0,9 1 0,-3-1-3,-11 1 0,5-1 1,1 0-1,-3 0 4,6 0 0,-3 0 0,5 0-12,-10 0 0,4 1 1,1-1-1,-1 1 1,-4 0-21,11-1 0,-4 1 0,2 0 7,-2 0 0,3 1 1,-1 0-1,-5 0-219,-7-1 0,-4 1 1,0-1 229,9 2 1,1-1 0,-2 0-6,-6 0 1,-1 0-1,-2 0 9,11 1 1,-4-1 365,-11 0 1,-3 0-19,13 1-112,-25-2 1681,-10-2-1602,-12 0 4189,0 0-4565,3-3 1405,0 0-1382,3-3 5,0 2 5,0-1-10,0 0-7,1 1-83,3 0 67,-3 2 23,3 1-29,-1 1 12,0 2-1,3 1 6,-3 2-5,-3 0 39,-3-3-6,-2 0 45,-1-1-50,1 0-1,-1 1 62,0 3-27,-2 3 60,-8 12-60,-1-2-29,-2 4 0,3-7 51,-10 13-34,2-1-23,-6 11 6,-4 11-8,14-21 0,-1 1-3,0-1 0,0 4-10,-2 7 1,-1 3 0,1-2-160,4-7 0,-1 3 172,-1 6 0,-2 8 0,-1 2 0,3-6-666,-1 4 1,1 0 671,-1 1 1,-1 5-1,1-6 5,1-5 0,1-4-12,0-5 0,-1-2 70,-17 21-4,7-21 66,-11-4-67,13-18 324,-19 1-324,2-9-39,-15-6-6,-7-8 572,29 2 1,-1-1-592,-2-2 0,1-1-6,-2 0 0,-2 0 0,-9-3 1,-3 1 4,5 2 1,-4 1-1082,-1 2 1,-5 0 0,4 2 1081,0 0 0,-1 2-2,-3 0 1,-5 0 0,6 1-450,10 1 0,0 1 449,-1 0 1,-7 0-1,-2-1 1,5 1-6,-1 0 0,3 1 1,-5-1-10,4 1 1,-6-1 0,-2 0-1,2 0 1,6 1-427,-5-1 1,4 1-1,-2-1 436,-3 1 0,-3-2 1,1 1-1,6 0 3,-3 1 0,0-2-357,0 1 1,-8-1 0,-1-1 0,8 1 361,-6 0 1,-4 0-6,17 0 0,-10 0 0,-4-1 0,-2 1 0,4 0 0,5 0-3,2-1 0,5 1 0,0 1 1,-3-2-2,-2 1 1,-4 0-1,-1 0 1,2-1 0,4 1 62,-7-1 0,5 1 0,-3-1-66,2 0 0,-3 0 0,0 0 0,5 0 131,5 1 1,4 0 0,-8-1-129,-2 0 0,-8 0 1,-6-1-1,1 0 1,4 1-1,9 0 178,2 1 1,7 0 0,-5-1-175,-5 1 0,-8-2 0,-3 1 0,5 0 0,9 1 0,-5 1 0,3-1 0,4 1 0,-7 0 0,0-1 0,5 1 270,2 1 0,4-1 0,-2 1-270,-1 0 0,-2-1 0,-1 1 0,2 0 3,-14 0 1,2-1 0,2 2-8,8-1 1,3 1-1,-2-1 2,-6 0 0,-1 1 1,5-1 6,2 1 1,2-1-5,4 1 1,-2-1 0,3 1 77,-1-1 1,2 1-83,-19-1 0,2-1 6,24 2 0,2-1 2,-3 0 1,1 0-1173,-13 0 1167,2-1 1216,6 1-1216,16 0 1294,4 0-1300,6 1 369,5-1-363,-2-1 3398,-8 2-3404,-4-2 1,3 2-1,-3 2 0,7 0 1,1 2-1,-5 4 1,5 0 10,-15 4 1,13-5 5,-6-1-5,16-4-18,0 0 18,6-2-275,1 0 241,11 0-269,2 0-1282,11-2-353,-3-1 1932,2-1 0,-13 1 0,0 1 0</inkml:trace>
  <inkml:trace contextRef="#ctx0" brushRef="#br0" timeOffset="240597">11431 15845 15395,'0'-5'5444,"0"2"-2805,0 3-2527,2-33 33,-1 38 23,3 0-106,-4 31-20,0-2 0,-1 2 25,-7 20-232,2-20 0,-2 1 190,-2-1 0,-2 0 6,-2 2 0,0-3 2,-5 10 208,-3 1-11,15-35 392,-3-2-561,7-13 40,-2-24-28,3-19-56,2 16 0,0-3-314,2-8 1,0 1 318,5-22-14,-3 30 1,0-1 5,2-1 0,0 0 3,1-1 0,0 0-3,2-6 0,1 0-14,0 7 0,1 2 356,12-18-384,1 18-22,8 14 16,3 18 23,-6 6 0,-1 10-12,-5 20 23,-9-11 629,5 28-629,-16-13-6,-9 11 1,-12-3 10,-15-4-94,-10-5-340,13-20 0,0-2-1212,-17 5 274,4-6-4872,23-16 6239,15-7 0,2 2 0,3 0 0</inkml:trace>
  <inkml:trace contextRef="#ctx0" brushRef="#br0" timeOffset="240998">11761 15725 16224,'7'-4'4341,"-2"0"-3355,-5 4 1546,0 0-2471,-17 1-27,14 4 5,-7 8-5,32 17-29,-2-3 6,18 19-16,-11-10-1,2 11 6,-10-2 6,-14-6 44,-12-7 12,-9-10 16,-5-11 45,1-9-22,3-13-39,7-9-12,5-13-33,13-6 5,8-5-19,3 17 0,2 2-14,8-9-51,18-3-167,-18 22-427,7 1-945,-3 7-1782,-2 4-3905,-2 6 7288,-5 0 0,-10 1 0,-6-1 0</inkml:trace>
  <inkml:trace contextRef="#ctx0" brushRef="#br0" timeOffset="241664">12188 15784 10634,'3'9'8330,"-1"-1"-7177,-2-8 2409,0 0-3522,-18-2 21,20 2-27,12-2-17,23 3-12,24-1 1,-7-5 16,-6-3 29,-9-9-1,-13-6 6,-13-5 0,-12-2 39,-10 1 17,-9 5 23,-5 7 38,-7 7-134,10 7 73,-9 9-89,17 0 5,-12 20-23,15-11 1,-5 21 5,10-6 6,8 19-17,2-14 11,16 13-16,3-20-18,12 5-78,4-8-156,1-10-163,-3-8-129,3-17 465,-17 1 28,2-18 62,-19 0 33,-2-10 78,-7-1 259,-4 3-57,-1 13-190,0 8-6,3 10-112,2 4 0,1 4 28,0 5-16,0 7-18,3 7 7,3 4-7,7 1 12,5-2-6,5-4 51,1-8 95,-3-6-17,-5-14 33,-2-16 34,0-18-128,-4 3 5,1-2 62,-3 9 117,6-8-224,-5 10-5,2 2-34,-9 20-185,1 3 68,-1 3-606,2 9-5500,6 13 6223,-1 0 0,-1-1 0,-4-12 0</inkml:trace>
  <inkml:trace contextRef="#ctx0" brushRef="#br0" timeOffset="241932">13204 15572 19097,'0'-6'5153,"0"0"-4425,0 6-689,5-41 806,-4 66-805,3-23-38,-4 24 1,-4 14-341,-2 5 1,-3 2 342,-3 1 1,-3 3-14,2-7 1,-2 3 0,1 5-143,-1 3 0,-1 5 0,1 0 0,1-4-972,1-7 1,1-3 0,1 1 704,-2 15 1,0 3-1,5-8-2137,6-13 1,3-4 2184,2-8 0,-1-1 0,2 21 1,1-28-1</inkml:trace>
  <inkml:trace contextRef="#ctx0" brushRef="#br0" timeOffset="244015">13868 15896 5427,'6'0'7567,"-1"-1"-2778,-5 1-3002,37-67-840,-24 36-502,7-12 0,-4 0-255,-15 22 936,-14-1-1036,0 14 128,-26 1-106,3 12-56,-20 6-39,6 15-287,2 8 270,12-4 601,13-3 1,2 2-591,-2 13-20,8-5 1,3-1 8,2 6-22,16 13 22,3-33 0,30 12 11,-4-23 11,19-6-1514,-25-17 1,-1-5 1525,11-10-12,-12-1 0,-1-4 274,5-22-265,-12 17 0,0-4 30,2-14 1,-2-3-26,-3 8 1,-2 0-12,-1 1 0,-1 1 22,-5 7 1,-1 3 257,-1-21-210,-2 6-27,-1 10-74,0 25 12,-2 10 3222,1 11-3200,-4 22-23,0-3 1,-8 34-6,-3-1-124,4-17 1,0 1 123,-1 2 0,1 3-14,-2 9 0,1-1 5,4-16 1,1-1-3,0 15 0,1-4-17,4-3-290,5-5 0,2 0-114,6 4-78,9 8 57,-2-29 117,8-19 263,-7-8 713,18-19-601,-7-5 28,13-12-1604,-21 18 0,0 0 1593,1 0 0,0 0 11,0 0 0,-1 1 131,18-18 82,-9 8 33,-11 10-94,-11 9-113,-22 9-61,-1 6 3435,-25 11-3418,1 5-40,-18 14-16,18-8-6,-5 11 23,25-11-40,2 8-5,7-11 16,10 0 28,9-14 1,21-4-6,0-10-6,5-4 28,-4-13 56,-4-8-33,-6 5 139,4-15-49,-20 23-68,2-1 61,-7 12-100,-1 7-39,-3 4 16,-9 14-22,2-2 22,-13 23-27,8-3-23,-2 12 22,7-2-5,11-4 17,9-8 16,10-8 0,7-11 29,14-18-40,-12-4 34,21-21 33,-13-5-45,-12 10 1,-1-3-9,0-4 1,-1-2 4,4-15 1,-2 0-350,-8 14 1,-1 0 374,5-15 0,-3 1 89,-3-9-133,-9 27 0,-1 0 195,-1-15-50,-7 18-84,-1 15-73,-5 11 0,-1 13 0,-2 4 671,-7 20-671,1 7 0,7-13 0,0 3 72,1 2 0,2 2-89,0 10 1,3 1-12,2-6 0,1-1-17,1-2 0,2 0-154,3-5 1,1-2-570,7 13-716,3 14 616,-5-24-1468,-2-2 141,-8-27 38,-9-11 527,-6-10 1187,-8-11 864,-5-2 1276,-9-3-880,10 12 915,-9 0-310,17 9-38,0-4-1121,10 5 6,6-5-168,14 7-34,24-6-62,-5 6-13,0 3 0,2 0-65,23 0 3,-18 2 0,1 0-248,1-1 1,0 1 261,-1-1 0,-2 0 61,-4 0 1,-1-2 134,22-11-56,-24 4 146,-8-9 72,-18 7 398,-5-3-431,-1 6 157,-7 2-146,-2 9 90,-13 5-258,6 2 601,-19 16-607,7 6-94,0-1-18,7 2 23,11 1-17,7-11-62,4 20 29,8-25 44,12 5 45,3-15 56,15-14-73,-10 0 67,8-21 74,-15 1 223,3-17-235,-9 13-3095,-4-12 3044,-8 30 79,-2-9-73,-1 19-89,0 0-34,-2 4 11,-6 13-16,2-1-12,-13 30 6,11-15-62,-9 30-353,10-13-1148,7-2 0,4 2-2705,14 18 1434,-7-26 0,4-3 2845,24 3 0,-21-22 0,0-3 0</inkml:trace>
  <inkml:trace contextRef="#ctx0" brushRef="#br0" timeOffset="244248">15609 15659 20852,'15'-50'988,"0"0"0,-1 0 0,-1 6 0,0 2 0,-4 4-193,3-18-189,-7 25-477,-7 19 38,-14 27-117,3 2 68,-20 32-28,6 8-763,9-16 1,-1 3 691,0 5 1,0 4-20,1-4 0,0 2 0,2-2-3,-2 3 1,2 3-45,4-7 1,0 5 0,1 1 0,3-8-83,1 0 0,3-1-301,2 10 1,3 6 0,3-7-1826,5-6 1,3-4 2254,3 3 0,1-4 0,5 6 0,-8-29 0</inkml:trace>
  <inkml:trace contextRef="#ctx0" brushRef="#br0" timeOffset="245259">16059 15726 25438,'-7'-40'56,"2"23"-33,3 50-7,-6 6 1,-1 2-5,-4 11-302,-4-6 0,-1-3 290,-3-7 5,3-8 1,0-1 28,-10 6 281,-2 3 83,14-19-73,8-16-275,11-10 90,10-20 28,9-5-11,12-13-34,-11 18 0,2 1-271,15-16 209,-3 6-3100,-12 17 3056,-17 14 5,5 1-5,-6 12 11,4 8-17,1 9 492,-1-2-537,3 10 3381,1-5-3414,6 6-303,8 3-475,0-9 139,0-5-1467,5-10-885,0-10-1082,22-12 3608,-10-4 1456,2-10-72,-24 7 1349,-7-4-107,-12 6-598,-5-2-493,-6 4-96,-7 3-722,4 4 62,-6 4-124,4 4-67,-2 5-50,-1 8-12,6 3 28,1 5-16,8-7 28,6 2 5,15-4-17,5-3 12,13-5 11,-3-12-40,-8-2 68,3-12 117,-6-12-78,-2-2 17,-2-7 39,-12 12-78,-5 9 111,-3 4 18,-3 9-51,-1 2-135,-2 2-27,-6 7-12,0 2 6,-10 13 12,-1 6-46,-15 24-50,6 0-228,14-18 0,1 1-1060,-3 24-426,8-12 1798,6 12 0,3-36 0,1 7 0</inkml:trace>
  <inkml:trace contextRef="#ctx0" brushRef="#br0" timeOffset="245907">16888 16018 24357,'31'-42'629,"-1"0"0,1 3 1,-14 11-541,-27 23-72,1 8-6,-17 11-22,9 1-62,-29 27 73,8-5-257,10-9 0,-1 1 234,6-5 1,2-1-6,-14 15 174,12-13-68,11-13 34,6-16 56,4-17-106,0 3 66,5-15 7,4 12-23,6-2-34,3 5-33,3 9 514,2 4-547,1 8-1,3 8-11,-1 11 0,2 8 0,-1 5 5,-1-2-21,0-2 4,-1-5 24,0-6-1,-2-6-11,-1-6 0,1-7 11,3-6-17,1-5 29,9-13-6,-10 5 44,14-27-44,-23 20 28,1-9 0,-3-1 5,-4 1 3,-2 1 0,-1-1 3,-4 2 36,-1-4 1,-1 1-54,0 3 57,0-28-1,-1 35 56,-3-5-67,2 13-56,-1 5-6,2 10-78,0 1 28,0 8 28,-1 6-5,1 16-12,0 12 17,1 15-14,1-25 0,0 2-65,0 8 1,0 0-84,1 15-272,-1-18 0,-1-2-1964,-1 4 1550,-2 9 0,2-24 0,-2-6 0</inkml:trace>
  <inkml:trace contextRef="#ctx0" brushRef="#br0" timeOffset="246107">17156 15992 26682,'41'-23'193,"-1"0"0,0 0 0,16-9 0,-3 8-131,-19 20 0,-3 4 10,21-4-38,-17 0-163,-17 1-1584,-11 1 1713,-18 0 0,7 2 0,-8-1 0</inkml:trace>
  <inkml:trace contextRef="#ctx0" brushRef="#br0" timeOffset="248864">8487 15814 20879,'-9'-11'1030,"3"2"-800,6 7-123,1-4-29,4-3 29,8-8-57,2 1-11,1 0 62,-2 4 50,-5 6 23,-2 0-113,-3 3-61,-3 2-504,-1 1 504,0 3 17,0-2-45,0 2 39,0-2 17,0 1-22,1 2 22,-1 3-17,1-2-5,0 2 11,-1-1-23,0-2 17,0 0-39,0-3 23,0-1-124,0 2-1446,0 2 1575,0 2 0,0-3 0,0 2 0</inkml:trace>
  <inkml:trace contextRef="#ctx0" brushRef="#br0" timeOffset="250607">8496 15837 16348,'-4'0'1926,"1"0"1810,3 0-3063,-10-2-561,8-1 33,-7-6-89,10 2 84,3-7-67,-2 6 145,7-13-100,1 2-6,14-19-3454,0 7 3370,4 0 17,9 1-22,-12 11 5,25-12-6,-19 13 0,2-1-19,2 0 0,1 1-251,9-4 0,0 1 262,-6 4 0,1 2-11,9-1 0,0 0-3,-15 6 0,-1 0 2,14-3 1,-1 2-8,14-4 10,-23 6 1,2 0 2,-2 0 1,1 0-120,0-1 0,2 1 111,9-2 0,0 2 1258,-15 2 1,0 0-1265,15-1 1,0 1 5,-15 2 0,-2 1 8,10-2 1,0 1-9,-11 1 0,1 0 8,10-1 1,-1 1-15,17-1 6,0-1 11,-11 3 691,-19 1-686,10-2-16,17-2-5,0 0 22,0 0-17,4 3 5,-12 2-5,14 0 562,-2 2-551,-2 1-22,-4 2 11,1-1 11,-20-1-11,4 0 6,-19-1 5,12 0-11,-11 0-5,18 1 5,-18-2 351,22 4-351,-19-1-11,39 5 11,-33-4 0,30 2 0,-30-4 5,4 0-10,-6-1 10,-8 0-5,-8 0-5,-7-1-1,-1 1 12,0 0 16,5 1-27,-1-1 5,7 1 0,-5-1-12,2 1 1,-7 0 11,-2-2-5,-2 1 49,4 0-4,7-1-29,1 1-17,0-1 1,-6 1-29,-5-1-16,1 1 27,-2 1 34,-1 0-16,1 2 5,-1 0 11,1-1 6,1-1 16,4 2-33,-1-2-11,3 3-17,-4-1 23,1 0 27,-3 2-22,1 2-11,1 2 11,5 5 11,0-4-11,9 4 6,0-5-6,5 2 11,-1-3 6,-4-3-6,-5-3 17,-5-1-39,-4-1-6,-1 1 17,-2 0 11,-2 2-11,0 3 17,-1 1-28,2 1 11,-1-2 16,2-2 85,0-2 106,-2-2-44,-5-2-107,-10-4-23,-13-5 1,-16-5-6,-10-1-3403,-4 1 3397,3 3 1,10 3 21,12 3 35,11-1-6,7-2-12,5-4 18,3-2 21,0-2 3399,2 1-3336,1 2 44,2 6-168,1 3-5,2 3-79,1 2 45,-1 5 17,0 4-6,0 6-22,2 4 22,5 2 6,3 2-12,8 0-10,2 0 27,7-2 12,5-2 16,6-4 34,14-5-50,-15-5 50,14-8-17,-19-7 28,20-18-67,-17 7 39,14-16 34,-19 12 17,2-7 55,-7 5 23,-7 3-22,-6 3 16,-2 1-145,-2 7 22,0-3 6,-3 8 0,-1-1-34,-1 4-33,-1 3-180,-1 1-543,-5 11 717,-7 13 0,4-8 0,-3 6 0</inkml:trace>
  <inkml:trace contextRef="#ctx0" brushRef="#br0" timeOffset="253425">11894 16340 8248,'5'-6'3758,"-2"1"-711,-3 5 3070,0 0-5428,-10-43-101,8 30 73,-8-31-538,10 43-27,-1 0 77,-2 2-106,-1 0 157,-11 9-112,-2 1-16,-10 9-57,5-5 56,-23 18-78,23-16 16,-26 21-16,20-15 11,-9 8-28,6-5 0,-6 8 22,11-11 1,1 1-40,-13 11-82,6-7 0,1-1 133,-8 5-23,15-13 0,-2 1-1673,-6 5 1,1-1 1650,-12 8-1090,11-8 1,2-2 1105,1-1-93,0-1 0,-2 1 110,-11 9-22,12-10 0,-1 1 0,-17 11 17,1-2 21,3-3 1,-1-2-17,-2-2-5,10-5 1088,5-5 1,-2 0-1072,-18 4-9,5-2 0,-1 0 2870,-8 0-2879,16-4 1,3-1 402,3-1-400,3-1 1,-1 1 25,-5 1 86,6-3 0,0 0-114,-3-2 39,2-1 0,0 0-23,-2-2-5,-9 0 0,-3 0-9,12-1 1,1 0-17,-6 0 0,-4-1 16,-12 1 1,0-1-632,17 0 0,1 0 609,-9 0 1,1 0 4,9 0 1,2 0 5,-11-1-2,-10 0 5,5-1 6,-3 2-262,-7 0 245,10 0 2,16 0 1,-2 0 22,-15 0 1,0 0-29,15 0 0,-1 0 528,-22-1 0,1 1-503,-2-2-16,2-1-135,22 2 0,0-1 151,-9 1-28,12 1 1,-2-1-1,-23 0 3,27 0 1,-3-1 2,-7 0 0,0-1 5,-16-1 3,21-1 1,2 0-9,-4-3 154,-6-4-148,4-2 6,4 0-7,3 1 531,3 2-525,1 1-11,-6-1 0,11 3 300,-8-2-266,13 2 68,0 1-97,-5-4 18,7 3-7,-8-5 24,-1 1-18,0-1-16,1 0 16,-5-2-11,0 0 0,-10-8 1,2-3 27,6-2 6,9 0 11,9 2-6,7 2-16,4 1-18,5 0 1,3-3 17,2-2-17,1 4 55,1-14-38,-3 14 16,0-11-27,-4 18-6,-1 4 16,-1 7 6,0 2-16,0-2-18,0 3 18,-1-2 10,0 1-33,-1 0-33,0 3-23,0 0 22,-6 12 34,2-3 0,-9 17 6,3-4-1,-3 6-38,2 1 38,-2 6 1,3-11 5,-4 9-11,1-9-22,-6 7 27,-5 0 7,-5 0-29,0-2-6,-4-1 29,12-10 67,-1-2 5,14-11-22,2-1 6,5-2-1,2-1-33,2-4-39,1-3 11,2-8-11,6-7 17,6-7-1,16-12-5,-7 11-14,-1 4 0,0 1 25,-1 4-5,19-17-23,-14 18 17,6-4 28,-4 5-33,-3 5-1,-3 5 6,-3 4-17,-1 3-11,1 1 28,3 2 0,4 1 6,2 0 5,1-1-28,-4 0 17,-3-1 28,-10 0-28,-4 0 0,-7 0 269,-1 0-213,-14 0-45,4-1-5,-24-2-6,14 1-6,-18-2-11,10 2 6,-20 7 11,13 0-5,-18 9-7,18 0-27,-16 12 17,21-9-1,-2 5 1,16-4 44,-3 11-5,4-4-62,-5 16 1,5-10 49,-4 11-22,0-3 23,-1 2-12,6-15 12,1 1-12,6-13-16,1 3 33,0-8-16,3-1 16,0-6 28,0 0 107,1-1-124,-4-5 6,0-2-28,-3-3 11,2-3-11,3 4-11,0-3 0,6 1-12,4-3 29,8-5 39,17-9-56,-7 8-1,16-12 24,-12 11 10,10-8-16,2 1-23,11-4 6,-9 9 22,-3 2-6,-9 8-21,-9 5 16,1 0-17,-4 3-28,-3 2 56,-8 1 12,2 2-40,-8-1 6,5 2-1,-5-1 7,1 0-51,0 0-902,8-1 958,15-2 0,-11 1 0,5-2 0</inkml:trace>
  <inkml:trace contextRef="#ctx0" brushRef="#br0" timeOffset="258339">6353 14822 12533,'-40'-10'1014,"1"0"0,2 1 0,10 2-622,22 7-387,3-1 175,2 2 290,6 4-28,8 3-44,16 3-23,19 0-244,-15-6 1,3-1-746,10-1 0,4-1 706,10 0 1,4-1-758,-15-1 0,3-1 0,1 0 715,7 0 0,2 0 1,2-1-16,-12 0 0,2 0 0,0-1 1,1 0-3,6 0 1,0 0-1,1 0 1,1-1-21,-10 1 1,0-1-1,1 1 1,0-1-1,1 1-459,2-1 1,0 0 0,1 0 0,0 0 0,0 0 437,1 0 0,0 0 0,0 0 1,0 0-1,0 0-276,-1 0 0,1 0 0,0 0 0,-1 0 0,0 0 277,-2 1 0,0-1 1,0 0-1,-1 1 0,0-1-7,-2 0 1,0 1 0,-1-1-1,0 0 1,0 0-27,9 0 1,0 0 0,-1 0 0,-1 0-72,-3 0 1,-1 1 0,-1-1 0,0 1 107,-3 0 0,-1 0 1,-1 0-1,0 0 92,11 1 0,-1-1 0,-1 1-87,-4 0 0,-2 1 0,0-1 3,-4 0 1,-2 1-1,0-1-1,-3 1 0,-2 0 0,0 0 557,16-2 1,-2 1-557,-6 0 1,-3 0 19,-7-1 1,-4 1 2181,14-2-1905,-24 0 1506,-21-2-1819,-20-2 1654,-17-1-1604,-21-4-17,19 7 1,-3-1 140,-6 0 0,-1-1-121,-4 0 0,-1 0-3,0 0 0,0 0 8,1 0 1,1 0 19,3 1 1,0 0 16,2 1 0,0 1 33,3 1 1,-2 0-1453,-6 1 0,2 0 1548,-15 0-17,23 1 0,3 1 50,6 0-268,4 0 151,15 1-68,34 4 12,10 2-51,-2-1 1,5 1-262,1 2 0,3 1 244,5 1 1,2 1-9,2 2 1,0 2 10,1 0 1,-1 3-9,-2 0 0,-2 1-3,-4 3 0,-2 0-11,-6 1 0,-2 0 182,-8 0 1,-4 0-152,4 21 3126,-27-6-3182,-37 5-292,2-15-143,4-8 1,-1-3-7206,-11 2 7051,-2 0 0,21-9 0,13-6 1</inkml:trace>
  <inkml:trace contextRef="#ctx0" brushRef="#br0" timeOffset="259857">10866 17442 19087,'-26'-18'1209,"-8"9"-3894,2 12 1,-2 4 2751,-17 3-17,5-1 1,-2 0 338,9-3 1,-1 1-334,-14 2 0,-2 1 25,-3 0 0,-1 0 36,-2 1 1,0 0 5,0-1 1,1 1-24,2 0 1,-2 1 22,4-2 1,-2 0 0,1 1-83,11-3 0,1-1 0,-2 1-149,1-1 0,-2 0 0,-2 0 0,3-1 145,-6-1 1,2 0-1,-1-1 11,-4 0 1,-1 0 0,-1-1-295,-2 0 0,-1 0 1,3 0 271,9-1 0,3 0 0,0 0-4,3 0 1,0 0-1,1 0 34,-16 0 0,-1 1-15,11-1 0,-2 0 0,2 0-30,-13 1 1,-1-1 6,9 0 1,-3 1 0,4-1-87,-5 0 1,0 0 91,8 0 0,-2 1 1,-2-1-20,-1 0 1,-1 1 0,-4-1 12,5 1 0,-5 0 0,1 0 0,4-1 95,0 1 1,3-1 0,-3 1-98,0 0 1,-5 1 0,0-1 0,6 0-4,4 1 0,4-1 0,-2 0 0,-9 0 0,-2 0 0,2 0 0,4-1 0,2 0 0,1 0-8,3-1 1,1 0 0,1-1 5,-16-1 1,0 0 1,17 0 0,-1-1 0,4 1-22,-2-1 1,1 1-323,-23-1 0,4 1 370,11 3-36,4 0 0,0 0 1562,-2 4-1559,-9 2-29,25-3 718,10 0-863,20-3 1163,1-2-1191,6 0 3594,0 1-3376,5 0-11,6 1-22,6-2-56,9 1 11,2-1-3504,8-2 3510,-13 0-2320,26-10 2342,-26 3-89,29-14 106,-12 1 11,-17 7 0,0 0 11,26-16 73,-9 3 101,-11 5 33,-14 6-78,-12 4 2258,-6-1-2297,-6 3-67,0 0 111,-5 2-78,5 5 140,-3-1-263,4 5 22,0-1-56,-3 6 79,0 1-17,-14 14 51,-7 7 27,-13 10-50,-8 5-6,0-2-5,2 1 6,6-2 3385,5 1-3452,3 6 72,12-14-40,2 12 18,13-27-6,1 13 11,3-14 0,6 6 29,-1-8-35,16 8 12,-5-12 39,22 7 19,1-12 1,1-2-1154,17 2 1109,-13-3 0,1-3-31,-2-5 0,-2-2-112,11-3-465,-2 0 0,0-3-5000,8-6 5605,2-1 0,-25 8 0,-17 6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9T13:52:35.88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1204 2272 18173,'-61'-4'590,"-1"0"0,5 1 1,7 8-339,0 26-656,4 9 454,12-5 12,14-7 0,3 1-29,3 9 189,0 15-205,24-17 101,13-7-45,18-10 50,10-8 29,6-10 105,-2-8 208,-14-6 157,-14-5-129,-16 0 69,-14 3-417,-12 2-83,-12 7-40,-11 5-11,-9 14 12,-8 12-12,26-7 0,1 3-6,-1 2 1,3 3-3,1 2 0,4 1-103,3 0 0,4 0 66,-3 27-67,19-7-78,19-7-151,24-9 103,-13-20 0,3-3-620,8-3 1,2-3-454,5-6 1,2-4-2547,5-4 0,-2-4 3846,-4-1 0,-5-1 0,1-1 0,-30 11 0</inkml:trace>
  <inkml:trace contextRef="#ctx0" brushRef="#br0" timeOffset="334">1774 2412 21948,'-34'14'67,"1"1"1,2 1 0,6 5-102,2 36-34,11-26 1,-1 0-314,-5 9 0,-1-1-95,-8 14 59,7-19 0,0-3 126,-4-8 392,-3-6 106,7-28 129,5-20 123,5-18 134,5-8 1,6-1-140,4 8-95,6 10-113,2 14-151,1 13-55,4 10-1,6 13-22,11 12-79,9 16-47,-20-14 0,1 2-627,1 5 1,0 0-167,1 4 0,0 0 902,3 5 0,-2-1 0,4 4 0,-3-5 0</inkml:trace>
  <inkml:trace contextRef="#ctx0" brushRef="#br0" timeOffset="616">588 3593 17339,'-46'23'870,"0"0"0,0-1 1,-2 2-1,0-1 1,5-2-510,7-5 1,4-1-178,1-1 1,4-1 62,7 0 66,46-16-184,5-4 0,6-3-45,17-5 0,6-3-599,-10 2 0,3-1 0,4-1 520,-9 4 1,5-2-1,1-1 1,0 1 0,-4 1-487,-1 0 0,-3 2 0,0-1 1,4-1 458,6-1 1,5 0 0,1-1-1,-1 1 1,-5 1-603,-4 3 1,-3 0 0,-1 1-1,2 0-959,10-1 1,2-1 0,0 0 0,-3 1 1582,-8 2 0,-1 1 0,-2 0 0,-6 1 0,9-1 0,-10 3 0,-12 1 0</inkml:trace>
  <inkml:trace contextRef="#ctx0" brushRef="#br0" timeOffset="1840">3462 4094 14936,'-4'-44'2018,"0"1"0,0 2 1,1 11-1672,3 25-274,-1 4-23,1 6 96,0 15-68,0 16-61,0 24-54,-1-9 1,0 4-604,-2-1 0,0 1 405,0-10 0,-1 2 0,1-1-1493,-3 13 0,-1-3 1028,3-13 0,-1-1 700,2 6 0,0-6 0,1-13 0,1 10 0</inkml:trace>
  <inkml:trace contextRef="#ctx0" brushRef="#br0" timeOffset="2849">3450 4155 14393,'27'-43'817,"0"0"1,3 3 0,4 9-653,4 22 0,3 6-235,8-2 1,2 0 186,6 0 1,2 0-686,-16 2 1,0-1 0,1 1 626,2 0 1,0-1 0,1 1-17,4-1 0,1 1 0,0-1-23,5-1 1,1 1 0,0-1-327,-10 1 0,1-1 1,0 1-1,-2 0 317,6-1 0,-2 0 1,5-1 7,-7 1 0,5-1 0,1 0 0,0 0 0,-3 1-10,-1-1 1,-2 1 0,0-1 0,3 1-444,5-2 0,4 1 0,1-1 0,0 0 1,-2 0 439,-7 2 1,-1-1 0,-1 0-1,1 1 1,-1-1 0,2 0 1,0 1 0,0-1 0,-1 1 0,-2 0 3,1-1 0,-2 1 1,1-1-1,2 1 9,4-1 0,3-1 0,2 1 1,0-1-1,-3 1-280,-5 0 0,-1 1 1,-1-1-1,0 1 1,0-1 267,0 1 1,-1 0 0,1-1 0,0 1 0,2-1 10,0 1 1,3-1 0,1 1-1,-2 0 1,-3 0 0,-7 1-98,2 0 0,-6 1 1,3 0 91,4-1 0,2 1 0,2-1 0,-3 1 72,10 1 0,-3 0 0,-2 1-34,-10 0 0,-2 1 1,2 0 330,14 0 0,2 1 0,-5 1-367,-2 2 1,-6 1 14,-11 2 0,-4 2 2142,7 10-1713,-22 2 1705,-17 0-2070,-5-4 1849,-13 7-1888,5-7 823,-6 11-873,3-2 11,1 7 16,0 8 1,-3 12-305,8-20 1,1 2 286,-2 4 1,1 3-14,0 4 0,2 0-3,2-9 0,0 2 0,2 22 0,2 2 0,2-19 0,0 0-427,2 18 0,0 1 438,0-16 1,0-2-4,-1-4 1,-1-1-135,-4-5 1,-3-1 215,-17 25 33,-19-13-73,15-26 1,-4-4-365,-5-1 0,-4-2 347,-6-2 1,0-1-17,6-3 0,-2-1 9,-4-2 0,-4 1 0,1-2-12,-9 0 0,-1-1-411,2 0 1,-5 0-1,1 0 404,7-1 1,0 0 0,0 0-7,-3-1 1,0 1 0,-1 0-4,-3-1 0,0 1 1,2 0 1,10 0 0,3 0 0,-5-1 7,-3 2 0,-6-1 0,0 0 0,3 1 0,-1-1 1,3 1-1,-5 0-284,12-1 1,-3 1 0,-2 0-1,1-1 1,1 1 274,-3 0 1,0 0 0,2-1 0,-1 1 2,-1 0 0,0 0 1,0 0-1,0-1 6,0 1 0,0 0 0,0-1 0,1 0-308,0 1 0,0-2 1,1 1-1,-1 0 303,3 0 1,-1-1 0,0 1 0,2-1 0,1 0 0,0 0 0,1 0 0,0-1 10,-12 0 0,0 0 0,2-1 4,3 1 0,1-1 0,1-1-84,4 0 0,1-1 1,1-1 71,4 2 1,0-2 0,2 1 16,-15-5 0,2 0 291,5 0 1,4-1-289,6 0 0,3-1 1780,-20-11-1698,17 1 2072,14 1-2134,8 2 1231,3 2-1248,1 3 854,-5 3-882,-4 1-40,-10 3 12,-9 1 17,-9 7 6,-4 5-7,4 4-55,9 3-11,13-2 22,11-3 39,6-1 11,4-3-38,4-2-74,0-1-717,3-2-235,9-4 1070,8-5 0,-4 4 0,1-3 0</inkml:trace>
  <inkml:trace contextRef="#ctx0" brushRef="#br0" timeOffset="3449">5641 4447 13525,'0'-7'6536,"0"1"-5651,1-29 0,0-6 275,0 5-774,1-12 0,-1 2 230,0 17-196,-1 9-212,0 9-164,0 6-44,0 17 6,0 0 0,0 27-6,0 5-9,1-11 1,-1 3-340,0 3 0,0 2 87,0 2 1,-1 1-673,1-1 1,-1 1 932,0 0 0,-1-3 0,1 4 0,-1-8 0</inkml:trace>
  <inkml:trace contextRef="#ctx0" brushRef="#br0" timeOffset="4267">4894 4114 21220,'-5'-41'655,"1"0"1,-1 4 0,4 8-460,3 19-174,1 5 6,2 5 62,2 24-40,0-3 45,5 41-42,-9-13 1,-2 1-610,2-8 0,-1 1 563,-3 4 1,0 5 0,-2-3-25,0 4 0,-3 2-105,1-2 1,0 4 0,-1-2-174,2-8 0,0-2 1,1 0-941,-1 5 1,1 0 0,2-3 1234,3 1 0,0-6 0,1 10 0,3-26 0</inkml:trace>
  <inkml:trace contextRef="#ctx0" brushRef="#br0" timeOffset="4741">6572 3938 22363,'-5'-44'702,"0"-1"0,1 4 0,1 10-646,0 24-84,2 8 56,1 13 28,5 34-34,-2-6-520,1 3 0,0 1 526,0 11-17,-4-12 0,1 7 0,-2-2-11,-4 8 0,0 2-768,1-2 1,-1 3 0,-1-4 744,-1 1 1,-2-1-266,2-5 1,0 2 0,0-2-4629,-3 8 1,1-2 3933,1 0 0,1-4 0,1-15 0,1-9 0,3-19 0</inkml:trace>
  <inkml:trace contextRef="#ctx0" brushRef="#br0" timeOffset="6006">3652 4604 12707,'0'-5'5405,"0"2"-1019,0 3-3821,5-66-229,-4 46-308,2-18 0,-1 8-95,-2 28 73,0 13 11,1 11-17,1 15 16,1 10-4,1 5-18,-1-1 17,0-3 17,-3-6 51,1-5 16,-3-14 6,1-6 218,-2-12-39,0-4-123,-2-7-51,-1-4-39,-3-12-33,0-7-6,0-11-6,2-8-16,2-8-6,4 24 0,0-1 11,3-8 0,1 0 0,0-15-8,2 20 0,1 3-9,5 1-27,6-2-18,6 11 23,6 9-16,5 8 4,4 10 24,1 8-1,0 10 11,-5 9 12,-9 4-6,-13 4 11,-20 2-5,-18 1-46,-20-3-131,19-21 0,-3-2 17,-1-1 0,-1-2-417,-25 5-622,13-7-3456,20-9 3820,13-5 0,10 0 0,1-1 0</inkml:trace>
  <inkml:trace contextRef="#ctx0" brushRef="#br0" timeOffset="6933">3982 4341 13261,'-3'-4'6022,"0"1"-2942,3 3-3080,6-3 12,7 11 32,11 5-44,18 28-11,-13-11 22,10 21 17,-26-21 17,-3 5 34,-15-7 49,-11-9 46,-9-6 140,-10-10-202,13-5 67,-5-10-29,17-5-92,1-7-42,7-2-52,16-9 44,-2 12-78,20-8-48,-3 16-47,11-1-157,0 6-550,7 5 350,-17 3-1224,6 5-220,-22 1 906,-3 4 1066,-5-3 543,-10-1-161,0-3 676,-7 0 96,1-1-94,-4 2-303,0 0-246,1 6-286,4-1-106,3 0 23,6 2-28,7-2-9,6 2-6,11-3-15,7-3-12,5-9-30,-1-5 125,1-15-80,-16 6 134,-2-22-107,-15 15-84,-3-8 24,-8 8-25,-3 10-48,-4 0 51,0 7-73,4 5 0,4 3 147,3 8 73,2 5-73,-1 11-6,2 20 6,0 0-3,1 14-35,1-18-40,1 7-119,3-15-83,4 3 77,7-9 1,1-13 93,1-3 67,14-20 119,-13 3 87,30-29-189,-21 8 35,8-18-37,-17 16 130,-6-6-81,-7 14 21,-1-7-234,-3 11-31,-1 3 203,-1 9-116,1 3-7,2 1 7,1 3-10,3 1-123,4 0-420,4 2-227,-2 0 805,4 5 0,-10-4 0,1 3 0</inkml:trace>
  <inkml:trace contextRef="#ctx0" brushRef="#br0" timeOffset="8840">6747 4320 20274,'2'-38'764,"0"0"1,1-20-681,-5 65 39,-2 11 1,-2 15-46,-4 13-11,0 10-318,-4 5 290,1-2 6,0-7 28,2-11 123,3-14 330,1-10 219,4-10-297,1-7-303,0-11 253,-1-8-337,1-14-16,0-12-17,1-10-6,3-5 1,2-1 27,6-1-50,-2 24 6,5 2-23,-5 27-11,4 2 17,1 11 0,2 9-1,2 15 1,3 10-11,2 11 16,0 5 12,2 0-1,-1-6-16,-1-8 28,-8-17 140,-2-8 44,-9-14-77,1-8-40,4-21-3425,1-12 3369,1-5-6,1-11-199,-4 11 189,2-7 16,-4 8-45,-2 17-34,-3 10-302,-1 13 151,0 6-436,-2 9-617,2 6 1552,3 11-297,8 8 0,-5-17 0,4 1 0</inkml:trace>
  <inkml:trace contextRef="#ctx0" brushRef="#br0" timeOffset="9216">7165 4375 12392,'-6'-3'4929,"1"1"-1711,5 2-3201,-21-1 56,25 4-34,-18-2 450,33 3-287,3-6-84,1-6 224,5-7-263,-11-2 745,2-7-583,-8 1 5,-2-3-16,-7 2-3320,-13 3 3163,2 10-2196,-18 3 2140,16 8-6,-12 6-28,8 10 6,2 7 0,3 3 2218,5 7-2588,4 9 3526,3-6-3945,8 18-3396,13-14 1479,-3-7 2717,18 2 0,-26-28 0,6 1 0</inkml:trace>
  <inkml:trace contextRef="#ctx0" brushRef="#br0" timeOffset="9816">7449 4401 23304,'10'-47'23,"-6"20"-23,-10 50-12,-10 22 12,-5-5-11,-8 6 39,7-20 151,-4-8 96,12-15-130,1-5 158,6-13 22,5-7-174,4-2 190,14-15-229,3 14-33,10-8-23,-5 16-45,0 8-11,-1 7 0,1 11 11,-1 8-11,5 18 11,-10-8 12,5 13-18,-10-17-5,4 1 23,-2-8 0,4-11-12,-5-6 6,7-12 11,-3-10 0,4-14-11,0-13 2,-10 12 1,-1-1-3,4-19-1,-4 5 1,-2 0-356,-4-8 384,-1 19 0,-1 1 61,-8-8 34,-1 15-33,-4 13-51,1 12-45,1 7 6,0 10-40,1 12 401,1 11-355,3 11-12,3-6-45,14 26-33,6-17-236,-3-12 1,2-1 61,18 17-224,0-6-1092,-5-5 717,-15-15-1812,-8-3-3095,-17-16 5747,-3 1 0,1-5 0,2 0 0</inkml:trace>
  <inkml:trace contextRef="#ctx0" brushRef="#br0" timeOffset="9956">7636 4273 22128,'55'-26'102,"0"-1"1,-13 5 0,-4 4-1655,17 11 1552,-28 5 0,-4 1 0,-11 1 0</inkml:trace>
  <inkml:trace contextRef="#ctx0" brushRef="#br0" timeOffset="11657">11065 3978 17260,'7'-61'1650,"-1"0"1,-1 8 0,-1 12-1477,-1 26-163,-1 12-11,0 5 67,3 12 0,2 16 1,0 24-29,-4-5 0,-2 3-560,-1-14 1,-1 1 462,-2 2 0,-1 3 0,-1-2-217,-2 5 1,-2-2-272,-2 12 0,1 2-2171,0 2 0,1-2 2717,3-11 0,1-5 0,-1 19 0,6-34 0</inkml:trace>
  <inkml:trace contextRef="#ctx0" brushRef="#br0" timeOffset="13022">11210 3803 13133,'62'-2'287,"-1"0"0,-7 1 0,3 0 0,-8 0-248,-17 1 0,1 0-6,17-1 1,8-1 0,-4 1-1466,-2-1 0,0 0 1450,0-1 1,3 0 0,-3 0-14,2 1 1,-1-1 9,-8 0 0,3 0 0,-2 0 55,14-2 0,3-1 105,-15 2 0,5-1 0,0-1 0,0 1-77,-5 0 0,-1 0 0,0 0 1,3 0-650,9-1 1,2 0-1,1 0 1,-5 1 626,-1-1 1,-3 1 0,3 1 36,-4 0 0,1 0 1,3 0-1,-1 1-61,4-1 0,0 1 1,2 0-1,2 0 48,-4 0 1,4 0 0,0 0 0,-1 1 0,-1-1-321,-9 1 1,-1 0 0,-1 0 0,1 0 0,0 0 281,3 0 1,3 0 0,-1 1 0,-3-1-1,-3 1 33,9 0 0,-6-1 1,1 1-128,0 0 1,0 1 0,0-1 117,6 0 0,1 0 0,-1 0-14,-3 1 1,0 0 0,0 0-32,1 0 0,0 0 0,0 0 351,5 0 1,1 1 0,-1-1-380,-4 1 0,-1 0 0,-4 0 63,3 0 0,-3 0-73,5 1 0,-1-1 25,-14 0 0,-4 0 1630,19 2-1644,-22-2 0,-3 1 1596,-6 0-1554,-15 0 750,-8-1-571,1 0 1960,4 0-2077,4 0 22,7-2-84,-7 0 240,5-2-128,-10 0 118,-1 1 95,-3 0-101,-4 2 79,-1 0-326,-6 0-21,3 1 21,-7 1-22,-1 4 1,1 0-7,-2 2-10,3 1 5,-1 4-6,4-2 12,-1 9-6,2 0 0,-1 10 28,-1 11-12,2-5-5,-3 7 1,1 1-23,0 1-313,-2 4 0,1 2 330,-2 10-6,3-23 0,0 2 2,-3 7 1,0-2 8,-5 15-3,5-21 1,-2-2 36,-6 5 33,-6 3 23,-5-9 17,-2-9-29,-6-6-33,-5-3-22,-8-3-6,-4-1-537,-6-3 509,-1-1-3,30-4 1,-1-1 4,0 1 1,0 0 8,-1 1 1,-2 0-24,-1 0 1,-1 1-3,-3 0 0,-2 0 17,-3 1 0,-1-1-9,9-2 1,-2 0-1,-4 0 0,-5 1 1,2-2-470,-10 1 1,-1 0 470,2-1 0,-3 0 1,0 0-3,5-1 0,2-2 1,-1 1 1,-2-1 0,0 0 1,0-1 3,-1 0 0,0 0 0,-1 0-4,0-1 0,0 0 0,0 0 4,0-1 0,0-1 0,0 1-484,0-1 0,0 0 0,-1 0 484,1-1 0,0-1 0,0 0 0,-1 0 0,0 0 0,0 0-2,-1-1 0,0 1 1,0-1-1,0 0 0,0 1 0,0-1 2,1 0 0,0 1 0,0-1-6,2 1 1,0 0-1,0-1 4,3 1 0,1 0 1,0 1 4,3-1 1,0 1 0,1 0-4,4 0 0,0 1 0,1-1-138,-16 0 0,0 0 143,-5 1 1,3 0-1,20 1 1,0 0-1,-12 0 1,1 1 0,-12 0 2,25 0 1,-1 0 5,6 0 0,1 0 393,-20-1-367,14 1 1295,16-1-1329,10 0 1749,9 1-1761,2 0 409,0 0-403,-5 0 0,-1 2 5,-18 2-5,-9 3 17,-14 4-11,-4 0 11,9-2-17,14-4-23,13-2-16,10-2 5,5-1-335,1 0-170,-2-3-4574,-2-4 5113,0-4 0,1 3 0,1 3 0</inkml:trace>
  <inkml:trace contextRef="#ctx0" brushRef="#br0" timeOffset="13933">11338 4355 16678,'9'-46'1728,"0"0"1,0 5 0,-2 7-1123,-6 11-556,0 12-100,0 6 27,-1 14 68,2 12 6,1 18-23,-1 18-17,0-23 0,-2 3-1696,-1 10 0,-1 0 1691,0-14 0,1-1 2,-3 11 0,-1-3 4,-3 1-1,-3 3 90,1-15 347,3-12 106,2-11-341,2-13 3224,0-12-3404,1-15-22,-1-15 3,3 18 0,-1-2-182,3-5 1,0-1 172,2-5 1,0-1-282,2-1 0,1 0 287,0 1 0,0 1-19,1-3 0,1 1 5,-2 11 0,1 3 3,5-24-45,4 23-39,-3 18-11,6 3 354,2 10-343,7 19-2707,-3 7 2796,-2 6 6,-4 9-5,-11-5 11,-4 11-12,-12-3-117,-20 2 23,3-16-236,-20 3-302,9-19-802,-8 0-488,3-7 1917,11-5 0,13-1 0,10 0 0</inkml:trace>
  <inkml:trace contextRef="#ctx0" brushRef="#br0" timeOffset="15523">11792 4182 21797,'-6'-36'-34,"8"13"23,13 37 0,0 2-11,12 17 16,-11-4-11,2 13-22,-12-7 11,-11-4 78,-7-7 23,-2-8 112,-6-8 152,4-12-141,1-7-73,2-11-17,9-3-78,2 3-72,7-5-96,2 11-51,8-4-314,9 10 248,-5 6-494,12 4-1012,-9 6-1665,7 4-1272,-2 3 399,-3-1 3393,-4-2 908,-7-4 2593,-4-3 1109,-6-4-380,-1-4-494,-2-2-912,-3-3-712,0 0-773,-1 4 181,2 1-596,1 4-392,0 0 382,11 1 44,6 0 12,13-4-11,4-1 134,5-10-79,-14 4 152,1-9-56,-18 2-51,-2-7-6,-5 0 35,-5 3 27,-6 4-62,-6 7-89,-2 4-61,-1 5-29,3 8 1,2 8 16,4 9-22,4 7-29,3 6-27,5 3-39,8 1-62,8 0-45,7-2-3599,16-6 3605,-11-13-500,14-7-104,-16-15 379,5-8 365,-7-8 123,-8-7 67,-7-1 3510,-5 2-3252,-3 6-112,-2 9-236,0 7 51,0 16-39,0-5-6,0 10 0,2-8 1,6 9 21,3-4 57,8 4 128,0-9 135,3-7 23,1-11-6,-1-7-40,-1-11-50,-1-8 0,-5-6 34,-4 1-57,-5 2-122,-2 9-91,-3 6-161,-1 11-202,0 5-90,2 9-370,1 7-1702,3 7 2481,0 11 0,-2-12 0,-2 0 0</inkml:trace>
  <inkml:trace contextRef="#ctx0" brushRef="#br0" timeOffset="15789">12743 3953 23161,'-6'-30'73,"2"26"-62,3 31 0,2 19-11,0-1 0,-2 4-40,-2-2 1,-2 4 0,1-4-448,-1 6 0,0-1 395,-2 0 1,-2 4-1,1-5-275,1 0 1,0-1-486,0 9 1,2-1-1675,4-7 0,2-4 2526,2-10 0,2-4 0,3 5 0,-2-21 0</inkml:trace>
  <inkml:trace contextRef="#ctx0" brushRef="#br0" timeOffset="16367">13063 4183 15093,'-1'-3'4571,"0"0"-1530,1 3-2862,-6-72-117,10 41-51,-4-12 0,2 2-16,11 21-18,0 9 12,1 6 0,5 12 11,-6 0 5,12 12 23,-4-1-22,6 6-6,-1 4 0,-6 0-22,-8 3-1,-10 2 29,-12 0 27,-9 0 12,-7-6 34,-1-7 77,4-9 24,8-6-63,6-8-50,6-1-33,7-5-6,5-1-17,9 1 17,8-1-17,7 4-5,5 1 0,5 9-12,-13 6 0,0 2-16,6 5 5,6 13 34,-33-8 56,-10 2-40,-13 6-38,-17 0-18,-17-3-83,-8-6-241,-2-7-516,7-8-3344,13-5 3359,15-6 0,12 2 0,9-1 0</inkml:trace>
  <inkml:trace contextRef="#ctx0" brushRef="#br0" timeOffset="16650">13803 3981 26054,'0'-32'45,"0"0"0,7 23-5700,-2 45 5660,0-3 1,-1 4 2,-3-3 1,-1 1 379,-3 6 0,-2 3-447,-1 13 0,-3 1-98,-2 3 1,-2-1-234,0-2 1,-1 0-1090,5-15 0,1 0 1,0-4-315,-1 1 1,2-2 1792,0 7 0,2-7 0,3-18 0,0-1 0</inkml:trace>
  <inkml:trace contextRef="#ctx0" brushRef="#br0" timeOffset="17100">14082 4249 24256,'38'-4'62,"-8"2"-57,-23 45 12,-4-1 8,-4-9 1,-1 0-4,-4 19 34,-4 0-6,2-28 202,1-9 152,4-11-101,1-10-203,2-10 1,2-15-67,2 2 55,7-13 1,4 4 5,8-7 17,9 3-95,-3 16 0,5 6-17,-14 14 0,5 5-23,-4 8-72,13 12-56,-6 7-191,2 11 45,-13-9-823,0 8-4509,3 0-4202,2-4 9204,-1-5 0,-9-18 0,-8-6 0</inkml:trace>
  <inkml:trace contextRef="#ctx0" brushRef="#br0" timeOffset="17482">14764 4373 24654,'-22'-36'-23,"11"12"12,20 29 0,10 3-6,-2-3 12,16 0 33,-15-4 16,12-3 18,-18-6 89,1-13-89,-8 3 156,-4-23-61,-6 16 0,-3-11 0,-4 12 17,0 7-45,1 5-68,0 7-61,-3 4 0,5 5 11,-3 4 6,-3 15-22,4 2 5,-2 13-6,8-4 0,9 1-38,8 1-147,11 1-442,6 0-1842,7 0 1627,7-2 0,-19-16 0,-2-5 0</inkml:trace>
  <inkml:trace contextRef="#ctx0" brushRef="#br0" timeOffset="18123">15273 4270 15810,'0'-3'6705,"0"0"-3826,0 3-2863,6-43-27,-6 38 6,2-24 10,-11 55-10,0-1-35,-16 21-89,3-10-101,-14 17 107,12-20-162,-9 0 240,13-22 95,-7-3 29,11-21 5,4-11 11,6-11 0,5-4 17,10 0 56,5 6 62,12 6-168,-8 11 5,7 6-61,-8 10 5,4 7 0,2 8-5,1 12 5,-2 6 17,-1 4-6,-1 0-27,1-4 10,2-7 12,2-9-6,4-10 6,1-13 5,4-10-5,-1-14 6,-3-12 10,-4-13-288,-13 23 0,-1-1 288,-1-5 1,0-2 30,-3-2 1,0 0-43,-3 8 1,-1 0 69,-5-14 1,-2 3-9,-4 0 56,-4 7 0,-2 3 61,-2 12-106,-4-1-72,11 21-6,3 11 11,-2 11-23,0 16-33,-1 15 42,5-19 0,1 1-6,1 4 1,1 2-32,3 1 1,2 2-101,7 9 0,2 0 49,-4-16 1,2 0-213,8 11 1,1-2-847,6 2-934,7 1-3306,-8-17 5372,-8-17 0,-8-7 0,-6-5 0</inkml:trace>
  <inkml:trace contextRef="#ctx0" brushRef="#br0" timeOffset="18300">15360 4207 25483,'53'-21'65,"-1"0"1,-4 1-1,-4 6-171,4 10-416,-6 3-2609,-7-1 3131,-11 4 0,-10-1 0,-7 0 0</inkml:trace>
  <inkml:trace contextRef="#ctx0" brushRef="#br0" timeOffset="20806">18638 3871 21203,'-3'-10'880,"-4"24"-779,-2 18 0,-1 8-42,-1 5 0,-1 3-1319,-2 5 0,1 2 1243,0 4 0,0-1-17,3-12 1,1 1-312,2-5 0,1 2 1,1-4-550,2-4 1,0 0 938,0 13 1,1-3-1,3-11 1,1-11-1</inkml:trace>
  <inkml:trace contextRef="#ctx0" brushRef="#br0" timeOffset="24289">18439 3913 7151,'-3'-9'4603,"1"2"-3891,2 7 1842,0 0-1697,-9-23-78,7 18-287,-8-18-27,11 23-235,0 0 313,4 0-66,3 0-158,8 0-134,8 0-84,11 0-34,10-3-6,9 0-1732,-15-1 1,1 1 1687,15-1-15,-14 1 1,0 0-130,13 1 141,-19 1 0,0-1 2,-1 2 1,0-1 50,2 0 1,0 0-138,5 1 0,1-1 240,8 1 1,3 0-470,-11 0 0,2 0 0,1 1 332,7 0 1,3-1 0,2 2-12,-9-1 1,2 0-1,0 1 1,2-1-15,5 1 0,1 0 1,0 1-1,2-1-7,-9 0 0,1 1 0,0 0 1,1-1-1,-1 1 2,3 0 0,0 0 1,0 0-1,0 1 1,0-1 2,0 0 1,0 1 0,0-1 0,0 1-1,-1-1-225,-1 1 1,0-1-1,0 1 1,-1-1 0,0 0 222,9 1 0,0 1 0,-1-2 0,-1 1 1,-3 0 1,-1-1 0,-1 1 0,-1-1-6,-3 0 0,-1 0 0,0 0 0,-2-1-8,12 0 1,-1 0-1,-2 0-131,-4 0 0,0-1 1,-2 0 143,-4-1 1,-1 0 0,0-1 372,13 0 1,0 0-337,-4-2 0,-3 1 20,9-2 78,-10-1 2110,-37 2-2239,1 0 1968,0-1-1974,7 2 1724,7 1-1712,10 1-28,7 0 5,5 0 1,2 1 21,1 2 24,-2 1-7,-7 1 6,-8-1 34,-10-3 39,-8 0-22,-5-1-62,-2-1-23,2-1 12,1 0-17,4-1-5,3 1 5,2 1-6,-3 1 12,-2 0-12,-6 0-11,-5 0 23,-3 1 16,-2 1 6,-1-1 17,1 1-11,1-1-18,0 2 24,1-1 33,0 2 39,5 0 23,2 0-12,2 0 6,-1-1-17,-2 0-17,-6-2-45,-2 0 40,-4 3 16,-4 4-50,-6 7-5,-6 6-23,-4 10 5,-2 7-16,-1 10-17,1 7 8,12-25 1,1 1-221,1 2 1,-1 2 214,1 0 0,0 0 2,-1 1 1,-1 0-3,1-3 0,-1 0-1,-1-2 1,1 0-25,-14 24-12,0-4 29,-3-2 4,-4-4 35,-5-5-9,12-21 0,0-1-8,-11 4 17,-17 1-6,11-13 0,-17 0-144,26-7 0,-2 0 116,-1-1 0,-1-1 0,-2-1 0,0 0-333,0 0 1,-1 0 337,-1 0 1,-1-1-3,0 0 0,0 0 2,-2-1 1,0 0-6,-2-2 0,0 1 5,-3-1 1,-1-1 5,-4 0 1,-1 0-506,-5-2 1,-2 1 500,18 2 1,-1-1-1,0 1 4,-2-1 1,-1-1-1,0 1-6,0 0 1,-1 0 0,1 0 9,0 0 0,1 0 0,0 0-10,1 0 1,0 0-1,1 1-9,1-1 1,1 1-1,0 0 9,1-1 1,0 1 0,1 0 22,-21-3 0,0 1-10,21 1 1,0 1 0,-1-1-12,0 0 1,-2 0-1,0 0 2,-2-1 1,-1 1-1,0 0 0,-3 0 1,1-1-1,-2 1 2,1-1 1,0 1-1,-2 0 7,-6-2 1,-2 1 0,5 0-14,-2 0 1,1 1 5,11 0 0,-2 0 1,5 0-241,6 2 1,3-1 233,-6-1 1,0 1 106,8 1 0,0-1-73,-29-1-33,23 2 585,-10 1-591,18 2 1428,-8 0-1411,6 1 592,7 0-631,9 0 16,10 1 6,2 0 6,4-1 5,-2 1 17,-2 1 6,-11 2-34,0 0 17,-20 3 22,0-3 17,-27 3-56,25-5 11,-5 1-11,34-3 34,3-1 38,4 0 35,1 0-174,-6 0-17,0 0-6,-4 0-319,1-1-845,3-1-8577,-1-4 7594,4 3 0,1-2 0,2 5 0</inkml:trace>
  <inkml:trace contextRef="#ctx0" brushRef="#br0" timeOffset="25272">19161 4208 8623,'0'-5'4689,"0"1"1715,0 4-6141,8-16 533,-5 12-443,4-12 59,-8 16-300,0 0 1087,-4 0-1143,0 0 128,-7 0-111,6 0 140,-8-4-157,8 0 62,-5-8 5,4-9-56,2-7 39,3-16-66,8 9-12,4-1-28,2 17 0,1 4-12,3 8-4,10 2 16,-4 4-12,10 10 1,-11 11-22,9 23 33,-12 4-9,-12-9 1,-6 1-6,-7-6 0,-5-1-293,-1 1 0,-3-1 293,-2-6 0,-5-1-24,-9 1 1,-5 2 0,3-4 37,6-3 0,-1 0 17,-10 5 0,-4 3 0,5-7 89,-10-4 3,2-5-25,22-14 123,14-18 45,16-9-67,10-1 0,3 0-112,8-6-31,0 8 0,2 5-3,-4 10-6,18 0-10,6 12-18,5 7 127,-21-1 1,0 2-318,23 14 11,-12-3-546,-12-2 1,-1 0-3627,9 7 4346,10 7 0,-27-18 0,-11-7 0</inkml:trace>
  <inkml:trace contextRef="#ctx0" brushRef="#br0" timeOffset="29055">19089 4116 7431,'0'-5'3668,"0"0"3249,0 5-5617,13-62-392,-5 40-514,0-13 1,1 3 271,-3 23-279,-2 5-224,-2 2-45,-6 17 83,-11 20-111,1 2-188,0-3 0,0 2 221,1-4 1,1 0-416,-5 11 0,0 2 362,0 1 0,-1 1-28,2-2 0,1 1-1478,-1 3 1,1-2 1451,6-16 1,0-1 22,0 4 1,0-2 60,4-4 80,-1 0 517,4-14-429,2-7 789,0-11-927,4-15-102,-1 1 3425,6-22-3408,0 4-11,5-19-23,-6 24 0,2-1-6,0-3 1,2-1 8,4-8 0,1 1-9,-5 14 1,0-1 14,8-14 0,0 3-20,-2 9-6,7-15 23,-9 21-12,-6 11-61,0 0 17,-8 14 34,-1 11 5,-5 22 5,0-3 0,-3 7 1,-2 2-6,-2 1-162,0-1 1,1 2 150,-5 12 2,7-22 1,0 1 8,-10 23 5,0-4-5,5-20 28,-1-1 51,9-21 83,1-1-27,1-7-85,3-10-5,-1-8 318,0-10-341,1-8-5,0-5-6,0 6 6,1-22-6,1 13-6,0 12 1,1-1-6,7-21 11,7 0 17,7 4-33,6 5-18,3 8 23,1 10-22,-3 10 5,-2 8 6,0 5-28,1 8 5,3 6 12,1 12 11,1 10 5,-2 10-5,-6 6 11,-9 2 0,-8 0 5,-15-4 1,-11-2-6,-13-4 11,-10-1 6,-5-5-239,-3-4 245,-3-7 16,2-7 6,2-8 16,6-7-22,7-10-16,6-8-12,7-7-89,5-2-214,7 2-349,5 4-2142,11 9 2783,12 4 0,-7 5 0,4 2 0</inkml:trace>
  <inkml:trace contextRef="#ctx0" brushRef="#br0" timeOffset="30133">19594 4301 23030,'31'-15'84,"1"1"0,20-1-45,-39 42 23,5 22-51,-5-11 11,3 21-11,-10-20 23,-6 7 50,-10-8 28,-11-11 146,-17-9-40,4-12-106,0-8 101,11-13-12,12-15-161,2 3 4,16-16-4,11 12-29,14-7-39,9 2-1724,-12 18 0,2 3 1685,12-5-209,18 3-82,-23 14-213,3 2-420,-10 7-505,-13 3-863,-11 11 1827,-7-5 3364,-2 7-2882,0-10 370,0 0 369,2-3 885,0-3-991,1-3 536,0-1-317,1-1-287,1-3-11,10-4-453,-4 1-18,6-2 18,1 0-29,6 0 0,8-4 1,4-1 5,0-6 0,-4-5 17,-7-4 39,-11-2-6,-8 1 51,-19 1 5,-6 9-67,-3 5 34,-5 9-39,10 4-12,-6 8-39,11-2-11,-5 19 6,13-11 28,-6 22-29,7-6-22,1 13-22,7 1-96,7-13 1,3-2 17,5 6-6,14 4-180,-6-25-22,2-6 62,7-5 146,-4-12 94,-5-8 57,-6-9 39,-4-5 39,-6 0 140,-1-1-45,-5 11-84,-1 6-112,-3 11 0,0 6 1,0 7-7,0 6 1,5 14-6,-1-8-23,11 12 1,-6-21 39,11 8 112,-4-14 78,7-1 45,6-19-84,-3-8-79,-1-7 113,-4-13-6,-8 6-39,1-9-62,-4 8-56,-4 5-61,-3 14-135,-1 6-280,0 14-201,2 7-740,3 10-3624,0 9 5002,2-1 0,-4-10 0,-2-7 0</inkml:trace>
  <inkml:trace contextRef="#ctx0" brushRef="#br0" timeOffset="30389">20767 4070 25236,'3'46'146,"-11"15"-129,-6-12 0,-4 1-854,4-9 0,-2 1 783,-6 12 1,-1 0-132,4-12 0,1 0-196,-4 8 0,3 1-537,2-1 0,5-1-1271,6-15 1,4-1 2188,6 23 0,4-36 0,0-12 0</inkml:trace>
  <inkml:trace contextRef="#ctx0" brushRef="#br0" timeOffset="30983">21037 4328 17216,'0'-3'4301,"0"0"-2581,0 3-1608,23-7-45,-13 13 62,15-2 28,-23 17 16,-8-2-66,-1-5 89,-9-4-6,2-6 34,-10-12-112,4-6-11,-2-13-62,10 4 73,4-16-45,11 10-16,5-12-18,8 12-16,4 7-6,2 5-11,2 6 6,-3 6-23,15 5-5,-10 8 5,5 1 11,-8 14-5,-13 15 0,-8 10 2,-9-16 1,-5 2-517,-8-1 0,-4-2 522,-7 3 0,-2-2 8,-3-2 1,-1-3 0,8-7 0,0-2 13,-2-2 1,2-3 243,-13-2-10,10-2-57,10-11-90,20-3 140,19-11-229,-6 10 1034,17-5-1035,-6 9 7,10 4-46,5 5-21,4 4 16,-8 0-275,17 9-157,-13-7-693,17 3-1956,-5-9-3623,5-10 5884,-5-3 0,-17 0 0,-13 2 0</inkml:trace>
  <inkml:trace contextRef="#ctx0" brushRef="#br0" timeOffset="31215">21675 4219 24032,'-8'-43'515,"1"1"1,0 4-1,2 10-492,4 24-1,-1 14-11,-1 12 6,-2 19-11,-3 17-590,2-21 1,-2 2 577,-2 4 1,-2 3-15,-2 3 0,-2 1-58,-2 0 0,0-1-136,-1 0 1,0-1-370,1-5 1,0 0-709,3-5 0,0 0 1242,1-2 0,2-2 0,-1 1 0,4-7 0</inkml:trace>
  <inkml:trace contextRef="#ctx0" brushRef="#br0" timeOffset="32606">21875 4476 24603,'14'23'331,"-4"7"-208,-8 20-22,-5 2 22,-4-4 46,-6-8 71,-5-12 63,-2-11-6,1-10-62,4-11-101,4-10-44,6-13-45,7-9-34,8-7 11,8-1 1,7 3-7,1 9-10,0 11-12,-2 8 6,-2 8-5,0 7-6,-1 8-12,-3 7-38,-3 9-51,-3 6-107,-2 2-190,1-1-246,3-2-409,5-8-712,5-9-839,5-7 83,2-12 1294,1-6 1126,-3-12 515,-1-6 476,-6-3 549,-3 0 393,-5 3-135,-5 7-482,-4 6-420,-3 5-319,-1 4-274,-2 4-169,0 2-5,-2 4-17,-2 5 5,0 5-16,1 3 11,1 2 11,6-3-5,5-3 16,6-5 6,6-3-11,3-9 17,3-5 11,-3-10 16,-2-7 51,-5-5 57,-6-2 32,-5 0 7,-8 5-35,-5 5-78,-5 8-55,-4 6-12,-1 7-28,-1 11 5,-3 6 6,-1 12-5,-3 9-12,3 6 1,4 3-34,9 2-85,11-2-83,15-2-118,12-5-286,15-10-503,6-10-521,7-13-315,-2-13-89,-3-8 426,-7-9 930,-5-7 958,2-12 66,-16 13 813,8-11 599,-17 20 986,2-4-2027,-8 12 335,-3 2-459,-7 9-370,1 1-190,-3 3 6,-4 4-6,-7 6-17,-6 8 0,-7 5 0,-5 2-5,-5 0 11,-15-1-3303,9-9 3398,2-4 191,15-10 0,15-8-113,4-4-28,16-9-122,-1 6 10,16-2 3370,-4 10-3403,7 2 0,-2 3-34,3 9 11,-6 1 12,-2 3 11,-2 3-17,-5-4 0,5 0 28,-1-3 22,-1-5 17,0-7 6,-1-6-6,0-10-22,0-10 22,2-25-33,-6 13-6,-3 7 0,-2 0 67,1-11 11,-1-10 23,-4 10 151,-2 4-190,-1 18 16,0 4-89,0 16-34,-2 1 6,0 10-6,-4 17 12,1 10 5,0 6 5,3 11-33,2-2-28,4-12 0,1 2-23,-1-7 1,0 0-67,9 25-802,1-9 393,-6-28-1015,4 9-3253,-4-22 3974,0-1 0,-2-5 0,-3-1 0</inkml:trace>
  <inkml:trace contextRef="#ctx0" brushRef="#br0" timeOffset="32773">22768 4405 19008,'-4'-3'4492,"2"0"-2122,2 3-2118,59-36-224,-35 26-31,11-10 0,2 3-451,5 15-459,-16 2 65,19-1 0,-33 1 0,1 0 0</inkml:trace>
  <inkml:trace contextRef="#ctx0" brushRef="#br0" timeOffset="33856">23034 4576 13015,'-4'-2'2285,"1"1"3305,3 1-5394,-32-10-129,26 8 73,-18-7 22,43 11-27,16 3-85,2-1-8,-5-2 0,3 1-414,0-1 0,1-1 377,11 1 1,4 0-1,11-1 1,1 0 5,-4-1 1,-2-1-7,-10 0 1,-2-1 36,0-3 0,-6-1 8,-14-1 119,12-9-85,-29 7 174,-1-10-186,-6 9 52,-7-10 133,-14 1-128,0 3 353,-27-14-152,14 14 622,-6-5-650,5 7 0,15 6-240,4 3-45,8 2 0,10 4-1,8 5-16,2 1 17,27 19 0,-2 2-6,9 7-17,-15-9 1,-1 2-459,9 13 444,-15-16 1,-2 0-65,6 23-314,-24 1-218,-12 0 112,-8-4-3977,-32-3 778,21-22 2890,-19 9 0,32-21 1,1-2-1</inkml:trace>
  <inkml:trace contextRef="#ctx0" brushRef="#br0" timeOffset="34615">24296 4475 24144,'3'52'80,"0"-1"0,-2-2 1,-3-5-53,-8 9-6,-5-7 12,1-11 67,2-12 263,5-10 252,3-11-526,5-8 33,6-14-33,7-11-6,9-13 17,9-7-556,4 1 494,-7 13 6,5 0-34,-3 13-56,-3 5-11,2 8 0,-8 16 0,2 8-89,0 11 38,-5 0 29,4 20-717,-9-12-493,9 14 307,-7-19-4882,29 3 4434,-20-21-195,29 1 1523,-21-19 919,7-9 874,-4-9 447,-8-5-985,-9 6 1792,0-9-1646,-9 17-449,1-4-526,-6 14-387,-4 5-22,-1 8 95,-2 9 0,1 10 1,-1 7-18,4 4 12,7-2 27,6-4 18,7-6 44,4-9 45,0-8-6,3-14 113,4-14-163,-9 1 72,5-17-16,-14 8-22,1-9 0,-6 4-17,-4 5-79,-3 10-330,-3 3 89,0 12-251,0 4-152,0 13-554,1 12-1014,0 10-1137,0 6-1086,1 4 4413,5 2 0,-3-21 0,3-3 0</inkml:trace>
  <inkml:trace contextRef="#ctx0" brushRef="#br0" timeOffset="35165">25340 4864 10797,'4'2'9830,"-1"0"-5523,-3-2-3898,68-73-1182,-35 34 825,-5 7 0,5-5 1,-4 2 3,-7 5 0,-3 1 5,2-6 1,0-1-9,0-3 0,-2 0-11,-2-1 0,-3 0-1729,-2-2 1,-3 2 1787,1-11 948,-10-1-960,-5 31-61,-2 1-89,1 10 304,1 7-282,-4 11 3420,-10 12-3370,-16 29-307,6-10 296,8-5 0,1 2 6,-3 19-6,12-19 0,1 1-6,2-1 1,3 0 2,5-1 0,4 0 6,3-2 0,4-1-9,5-2 0,4-2-8,5-1 0,4-4 17,2-3 0,3-3 0,2-5 0,1-3-1650,0-6 0,0-4 1658,-2-5 0,-1-5-6,-2-5 1,-2-4-141,-3-4 1,-2-5 136,-2-4 1,-1-3 8,-2-5 1,-2-3-1,0-5 0,-3-1-271,-3-2 1,-3-1 287,-2 1 0,-3 2 0,-4 3 0,-4 2 11,0 6 1,-2 2 228,-9-21-161,1 19 2913,6 18-3053,1 13 401,2 15-351,-5 14-6,-7 38-11,4-11-50,3-2 1,1 2 55,3-9 0,1 1-18,0 14 1,0 1-26,2 2 1,1-1-115,3 1 0,1 0-572,1-2 1,1-1 722,1 3 0,0-5 0,1 6 0,-3-10 0</inkml:trace>
  <inkml:trace contextRef="#ctx0" brushRef="#br0" timeOffset="36439">2789 4677 12147,'-5'-2'3162,"2"1"4091,3 1-6364,-21-23-1144,20 15 402,-12-18-355,29 22 696,7 2-196,8 3 96,12 4-100,10 3-348,-21-3 1,1 1-130,4-2 0,1 0 192,4 0 1,3-1-8,16-1 0,0-1-217,-18 0 1,0 0-516,17-2 0,-2 0-5366,2 1 5304,-3-1 0,-27 1 0,-19 0 0</inkml:trace>
  <inkml:trace contextRef="#ctx0" brushRef="#br0" timeOffset="36916">3180 4488 23376,'-19'-44'183,"-1"-1"0,1 4 0,4 11-581,10 23-216,0 4 523,2 6 1031,-1 6-486,-2 10-191,-4 6-185,-2 8 492,-6 5 83,-8 5-1894,0-14 1,-1-1 2003,-15 12-562,7-13-1,-2-2 425,-9 1 102,-4 2 57,15-12-77,13-8-197,8-9-456,2-4 2918,1-5-3977,3 0-114,3 0 173,1 4-62,3 3-32,0 2 158,2 10 647,4 2 52,5 12 176,8 3 18,9 2-147,9 2-175,11-1-123,-18-14 0,1-2-2109,3 1 1,0-1 1622,25 7 0,-21-8 0,-18-7 0</inkml:trace>
  <inkml:trace contextRef="#ctx0" brushRef="#br0" timeOffset="38050">961 6018 20548,'2'-41'696,"0"-1"1,0 5 0,-1 10-748,-1 23-38,0 8 156,0 8 6,0 13 11,0 27-62,-2-11 17,0-6 1,-2 1-18,-5 17-154,3-22 0,-1 0 149,-3 22 78,2-11 45,5-22 73,1-5 196,2-17-213,0-7-95,0-10 5,0-28-56,3-5-33,0-3 39,7-5-333,4 16 305,5-8 249,3 10-277,8 15-22,-3 14 22,0 12-6,7 26-3317,-9 5 3272,5 9-128,-2 8-525,2 2 390,-6-9-598,13 7-2163,-5-26 1595,-6-6-1259,9-7 964,-15-22 1697,-4 3 3394,1-20-3098,-9 3 527,3-23-342,-3 14 504,-4 4 1,1 1-140,-2 3 1215,1-20-560,-2 27-292,-2 0-565,0 11-578,0 10 29,0 11-22,0 3 5,3 13-12,4-1-10,11 14 22,5-8-22,9-1 10,-9-16 52,6-4 178,-12-14-56,2-6-71,-9-6 116,-5-15-106,-3 10 117,0-22 191,-2-6-247,0 9 331,0-21-297,-2 34-117,-2-8-85,1 21-296,1 6-85,1 7-212,4 7-779,4 7-3512,6 8 4890,3 0 0,-5-6 0,-4-6 0</inkml:trace>
  <inkml:trace contextRef="#ctx0" brushRef="#br0" timeOffset="38716">1869 5981 23366,'18'-60'806,"-1"6"-655,-7 18 23,-1-6-17,-3-9-62,-2-9-67,-5 10 3,-5 10 0,-2-1 19,-10-13-255,5 16 1,-2 1 265,-12-15 151,-2 7-133,6 13-6,1 9-62,12 15-17,5 5-16,3 9 22,1 2 5,0 30 361,1-11-364,2 10 1,0 3-8,5 14-283,0-13 1,1 0 287,1-6 0,2-2 0,3 0 0,2-1 0,9 17 14,-6-22 0,2-2-25,6-3 0,2-1 8,2-2 0,1-1 14,6-1 1,1-6-68,23-7 67,-10-18-5,-12-15-1,-11-14 40,-13-11-1604,-12 22 1,-1-1 1575,-5-23 2,-7 6 1,-4-2-312,0 12 1,-1-1 294,-1 3 1,0-3 0,-1 1 7,-5-8 1,0 2 10,1 5 1,0 3 5,-9-16 368,4 11-340,10 20-51,3 5 33,5 8-33,10 12 3082,5 11-3087,1 4 0,12 38 0,-8 3-152,-2-13 1,0 4 148,-3-3 0,1 1-11,1 0 0,1 1-17,2-1 0,2-2-3,-3-12 1,3 0-365,13 12 0,4-2-1084,-6-16 1,3-2 1481,18 13 0,0-4 0,-2-4 0,0-9 0</inkml:trace>
  <inkml:trace contextRef="#ctx0" brushRef="#br0" timeOffset="40965">7587 4168 6656,'-9'6'2806,"2"-1"-1505,7-5 1090,0 0-821,-8-23-186,5 10-272,-7-18-333,8 16-202,-1-3-471,2 6 124,5-14-168,0 11 180,11-19-58,5-1 24,15-17-119,-13 20 1,2-1-457,4-7 0,1 0 397,4-6 1,1-1-590,2-2 1,2 0 569,1 0 0,0 2-3,1 3 1,1 2-6,-1 4 0,2 2-1,-1 3 1,2 2-9,1 0 1,1 1-1,5-1 1,1 2 100,-12 8 0,0 1 1,2 0-1,4-1 0,1 0 0,2 2-65,4-1 0,1 0 1,1 2-565,3-1 0,1 1 0,0 1 579,2 1 0,-1 1 0,1 1-10,0 0 0,-1 1 0,0 1 104,-1 0 0,-1 2 0,0 0-2,-2 1 1,0 0 0,0 1-169,-2 0 0,0 1 0,1 1 2,-2 1 0,0 1 0,1 0 66,-1 1 0,1 0 1,-1 1 95,1 0 0,0 1 0,1 1 86,-1 1 0,2 1 0,-1 0-370,-1 1 0,0 1 0,0 1 203,-1 2 0,-1 1 0,-1 1-8,-3 1 0,0 1 0,-2 1 31,-3 0 0,-1 1 0,-2 1-16,13 8 1,-2 1-9,-7 1 1,-4 1 113,-4 0 1,-4 2-360,-4 0 1,-2 1 38,-2 0 0,-2 0-7,0-1 0,-1 0 1,0-1 1,0-1-92,22 20 229,-14-20 1,0-2 39,12 7-396,-7-7 1,-1-3 421,-6-5 910,16 11-967,-26-15 777,-2 0-786,-7-6 373,-5-1-503,-1-4 3481,0 1-3505,1 0-56,1 0 173,0 0 40,-1 0 381,-2-1 113,-3 2-374,0-2-9,-10 0-48,-5-3-9,-11-1-12,-6-4-16,-16-2-23,6 1 12,1 1 16,5 3 6,8 1-17,-8-1 22,-1-2 51,-11-2-34,17 2 56,-8-4 0,23 3 6,-2-2-17,7 1-5,3 2-7,4 3-111,4 1-34,2 3 85,0 4 27,-1 12-22,0 5 22,1 10-17,4-9 68,7 5 83,9-7-10,13 2-79,-1-10 0,3-3-28,-1-3 0,2-1-34,0-1 1,2-1 7,2-2 1,0-3-138,-7-1 0,0-1 140,9-1 1,1-3 41,12-6 1,-3-3-48,-19 7 0,-1-1 14,7-3 0,-4-2 189,-3-7 110,-6-1-61,0-8 73,-9-8-39,-8 0-264,-4 9 276,-2 6-247,-2 12-57,1 2-67,-1 2-117,0 4-85,-1 6 40,0 3-880,-2 8-8744,-7 13 8691,4-6 1,-2 2-1,6-17 1</inkml:trace>
  <inkml:trace contextRef="#ctx0" brushRef="#br0" timeOffset="42349">11848 4901 20369,'12'-45'696,"1"0"1,-1 4 0,-1 8-445,-5 17 448,1 0-308,-4 9-62,0-1-112,-3 6 169,0 1-359,-2 1-67,1 0-17,-4 3 56,-3 4-6,-6 11 17,-8 12-5,-9 14-324,13-16 1,-2 1 322,-3 5 1,-2 1-1,-1 3 1,-1 3-6,1-5 0,-1 2 0,2-2-631,-2 4 0,-1-1 634,0-2 1,-2 3 0,1-4-4,-3 0 0,0-1-306,-9 8 1,-5 2 307,9-13 0,-2 1 0,2-3 3,-3 1 1,-1-1-354,1-3 0,-4 0 1,2-2 352,-9-1 1,-1-2-308,6-2 1,-3 0 0,-2 0 297,-3 0 0,-2-1 0,0-1-183,-2 1 0,0-1 0,-1 0 187,1-1 0,0 0 0,1-1-4,3-1 0,1 0 1,1-1-113,3-1 1,2 0-1,0-2 118,4 0 0,2 0 0,0-2-8,-17 3 1,2-1 96,3-3 0,0-1-89,-1-1 1,1-2-6,12 0 1,-2-1-7,-13 0 1,-5 0 6,13 0 0,-3 0 0,0 0 7,-2 0 1,-2 0 0,0 0 32,7-1 0,-2 0 0,1 0 1,3 0-36,-4-1 1,2 0 0,2-1 4,-16-3 1,3-2 448,9-1 1,2-2-442,7-2 1,2-3 328,4 0 1,1-3-332,3 0 0,0-2 0,1-2 0,1-1-3,-2-1 0,0-1-847,-9-5 0,1 0 838,12 8 1,1 1 3,-12-6 0,1 1 809,-5-4-832,-8-5 17,9 1 510,9 1-515,9-2 10,7-3 6,8-4 271,6-2-265,2 0 3282,0 12-3276,0-2 284,1 17-284,-2-1-24,-1 11-32,1 3-29,-1 1-5,1 1 50,-1 5 6,-3 7 11,-2 12 11,-6 11 0,-6 9 17,-8 9-11,10-25 0,-2 0-6,-1-1 0,-2-1-6,0-1 1,-1-2 11,-20 15 17,7-8 39,8-11 44,11-9-38,6-11-46,5-11-22,2-9 6,2-11 6,1-7 5,2-5 0,1-4-11,4-4-335,5-4 329,6 2 6,10 2-6,8 8 0,9 8 1,5 7-12,5 4 5,2 8 1,3 5-6,3 7-23,1 7-218,-13 6 0,0 2 31,-18-3 0,-1-1-151,13 6 0,-1-1-5341,18 2 5702,-9-3 0,-8-2 0,-20-4 0</inkml:trace>
  <inkml:trace contextRef="#ctx0" brushRef="#br0" timeOffset="43989">15120 3799 20627,'4'-51'382,"0"0"1,3 1 0,5 4-274,8 18 0,4 3-912,4-4 0,2-1 912,3-2 0,4-1-46,2 2 1,6-3 0,-4 4-50,-1 0 0,0 1-5,-3 3 0,3-1 1,-2 3 12,2 1 0,0 2-11,5-2 1,2 1-9,-7 3 1,2 0 0,2 1-494,1 0 1,2 1-1,1 0 488,5-1 0,1 2 0,1-1 6,-10 5 0,1-1 1,2 1-1,0 0 11,4 0 1,1 0-1,1 1 1,1 0-413,3 0 1,1 1 0,1 0 0,1 0 397,-11 3 0,1 0 0,0 1 0,0 0 1,0 0-5,1 1 1,0 1 0,-1 0 0,1 0-1,-1 1 0,12-1 0,-1 1 1,0 0-1,-1 1-251,-2 0 0,-2 1 1,1 0-1,-2 1 258,-2 0 0,-1 0 0,0 1 1,-1 0-4,-3-1 0,0 1 1,-1 1-1,2 0-1,5 1 0,1 1 0,-1 0 0,-3 0 3,-3 0 1,-2 0 0,1 1-4,12 2 0,4 1 0,-7 1-32,-2 3 0,-4 2 56,-8-3 1,0 0 0,0 2-23,15 9 0,-1 2 11,-4 1 1,-2 2-19,-4 2 1,-1 2-21,-3 0 0,-2 0 8,-3 1 0,-1 1 303,-4-2 1,-2 2-285,-2-2 1,-3 1-147,-1 7 1,-4-2 150,5 14 11,-16-17 0,-4-1 1092,-8 8-1094,-4 16 7,1-20 712,-1 3-668,10-20 477,6 1-465,6-4 3458,3-6-3257,-4-5 56,-3-5-95,-7-4-151,-6-6-87,-13-5 111,-25-7 47,4 5-91,3 4 0,-2 1 101,-14-3 28,-9-3-46,11 3-5,9 2 3,3-1-106,-6-3-89,-8 1-234,17 7 1,0 0 276,-2 2 1,-1 0-6,-3 1 0,1 1 145,-11-2-62,11 3 159,28 2-60,8-1-177,5 0 541,4 0-502,12 3 93,-5 2-134,15 9-4,-4 4-16,13 8 10,-9-7 1,1 0 74,14 6-63,-9-6-1,2-2-419,20 1 396,-20-7 0,2-1 33,0-2 0,1-1 15,-2-1 0,1-2 15,-4-1 0,0-2 2,-4-1 1,-1-3 28,25-8 11,-5-8 21,-3-8-45,-3-6 22,-20 10 1,-2 0-44,8-11 35,-12 9 1,-3-1 38,1-8 55,3-20-170,-11 22 95,0-12-76,-8 30-24,-1-3-26,-1 11 295,0 6-540,-5 6 16,0 2-977,-12 14-405,3-4 1646,-17 16 1,19-19 0,-6 4 0</inkml:trace>
  <inkml:trace contextRef="#ctx0" brushRef="#br0" timeOffset="45822">19798 4987 13088,'-1'-5'4262,"0"1"617,1 4-4224,0-61-319,0 45-269,-2-45-61,0 60 22,-3 8 17,-5 8-34,-2 4 11,-18 35-27,0-3-429,6-11 1,-2 2 430,0-3 1,-1 1 7,-3 1 1,-2 0-3,-3 1 0,-3-1-12,-1-2 1,-2-1 10,-2-4 1,-1-2 8,-2-2 1,-2-3-4,-2-2 1,-2-2 2,-3 0 0,-4-2 17,6-4 0,-4-1 0,3-1-819,-5 2 1,-1-1 792,0-1 0,-4 0 0,3-1-1,17-3 1,1-1 0,-1 0 2,-9 3 0,-3 1 0,1-1 1,3 0 1,1 0-1,0-1 8,3 0 0,1 0 1,1-1-219,2 0 0,1-1 1,-3 0 219,-8 0 0,-3 0 0,3-2-583,-4 1 1,0-1 580,-1-2 0,-5 0 1,3-1-222,12-2 1,3 0-1,-4-1 216,4 1 1,-3 0-1,0 0 1,-1 0-5,0-1 0,0 1 0,0-1 1,-1 1-1,1-1 0,1 0 0,-1 0 0,1 0-2,-12 1 0,1-1 0,1-1 1,5 1 1,2-1 0,1 0 9,6-2 0,2-1 0,2-1 9,-15-2 1,3-2 288,6-3 0,0-3-272,2-1 1,0-1 4,0-3 1,-1-1 5,-2-2 1,0-2-18,-1-2 1,-1-3-8,12 4 0,-2-2 1,3 0-19,-1-1 0,2-1 12,-11-13 0,6-2 5,19 15 0,3-2-797,-6-17 1,3-1 779,7 16 1,3-1-1,0-13 1,3 0 835,5-13-833,3 25 0,2 0 6,3-24-6,2 10 12,1 8 1176,-2 8-1182,-2 6 549,-1 8-577,-1 6 3274,0 7-3442,0 3 117,-1 8 62,-3 8 6,-4 15-6,-6 13 5,-7 11-405,-5 5 405,10-28 1,0-1-3,0 0 0,-1-1-126,-15 25 145,-1-8 6,1-7-11,-1-6 0,0-5 16,1-6 40,4-6 61,3-6 396,5-6-435,3-10 90,3-8-157,1-11 0,4-8 5,5-6-27,11-8-12,9-5-1677,2 19 0,3 2 1692,9-14-7,-5 17 0,1 1 14,8-2-6,9-5 1,-1 9 11,0 6 7,2 5-15,3 5 33,4 4 10,6 3-204,-25 3 0,1 0 152,1 2 1,2 0-6,0 0 0,-1 2 2,-3 0 0,-2 1 3232,17 7-3237,-18 0 1,-15 2 4,-9-1-1,-5 0-33,-1-2 388,0-1-1118,0 0-4850,4-1 5619,2-1 0,-1-4 0,0-1 0</inkml:trace>
  <inkml:trace contextRef="#ctx0" brushRef="#br0" timeOffset="65100">1072 8231 9626,'-10'-2'9830,"3"0"-8889,7 2-555,0 0-4027,-34-62 4050,26 33-294,-9-10 0,3 0 868,19 13-927,3 2-50,3 3-40,6 3 1,9 3-13,10 6 3371,11 3-3387,2 12-27,-1 7-7,-9 11-21,-10 9-3404,-13 16 3521,-9-13-52,-15 19 47,-9-15 16,-9 8 17,-3-5 73,0-10 67,0-10 33,4-10 30,0-8 3367,5-7-3385,3-3 30,4-3-137,5 0-100,5 1-62,2 4-6,7 1 12,7 5-1,13 4 29,11 8 5,7 8-22,2 7-17,-6 4 6,-13 5 38,-18 3 7,-23 1 16,-22 0-207,9-22 0,-3-2 165,-3 0 0,-2-2-59,-1 0 1,1-3-169,2-4 0,1-2-2474,-16-3 1916,18-15 1,17 3 0,10-3 0</inkml:trace>
  <inkml:trace contextRef="#ctx0" brushRef="#br0" timeOffset="65333">1666 8313 24687,'21'-53'-1696,"15"5"-1368,-4 35 0,3 5 1931,0-2 1,-1 1 0,11-2 0,-17 6 0</inkml:trace>
  <inkml:trace contextRef="#ctx0" brushRef="#br0" timeOffset="66323">3434 8320 10080,'0'-7'6184,"0"1"-4051,0 6-379,-41-66-1424,26 46 3,-13-17 0,-2 4-64,9 29-185,-4 2 39,-2 12-22,-1 11-26,2 5 1,-1 5-54,2 1 1,-1 2-935,-5 13 1,1 0 911,10-12 0,3 0-3,-1 8 0,5 0-98,6-9 1,4 0 91,1 7 1,5 0-17,4-5 0,6-2-57,11-1 1,4-4 8,15 7-36,-6-19 0,2-5-137,22-8 114,-8-12 0,0-3 93,-15 3 0,1-4-377,6-9 1,3-4-1,-4-1 441,-2-2 1,-3-1 2,9-6 0,-2-1 64,-11 3 1,-5-2 104,-10 5 1,-3-1 306,11-26 51,-13 2 1443,-20 26-1802,0 11 362,-6 7-328,1 7 1176,2 3-1350,-5 19 196,6-2-252,-5 28-11,5-4-39,2 15-183,8-20 1,2-1-883,9 25-1019,-1-25 0,1-3 1286,8 10 0,-7-17 0,-8-13 0</inkml:trace>
  <inkml:trace contextRef="#ctx0" brushRef="#br0" timeOffset="66516">3936 8231 18050,'-24'-24'-4218,"1"1"0,-7-4 4647,51 60 1,-6-10 0,-6-9 0</inkml:trace>
  <inkml:trace contextRef="#ctx0" brushRef="#br0" timeOffset="66872">4154 8321 23959,'21'35'-24,"0"-1"0,-2 1 0,-1 2 7,-2 0 0,-3 1-449,-3 1 1,-3-1 453,-2 18 29,-12-22 0,-4-3 61,-8-3 373,-13 3-216,9-34 120,7-19-187,7-20-50,11-14-68,5 7-1629,7 13 1,4 0 1573,13-11-46,-7 15 1,3 3 25,23-8-737,-19 24 0,1 3-297,12-2-5847,13 11 6906,-29 8 0,-6-2 0,-10 1 0</inkml:trace>
  <inkml:trace contextRef="#ctx0" brushRef="#br0" timeOffset="67856">4982 8367 13855,'0'-6'6329,"0"1"-4856,0 5-593,-45-66-354,24 45-369,-7-16 0,-3 6 162,-4 33-246,10 6 28,-20 21-62,6 10-28,13-11 0,1 3-251,-1 4 1,3 1 216,2 3 1,4 0-40,3 0 1,6 0-65,7-2 0,5-1-70,6-3 0,5-2-76,6-4 1,4-3-46,2-4 1,3-4-59,1-5 0,0-5 215,1-4 1,0-5 83,-1-5 0,-1-4 98,0-5 1,-3-3 80,-1-3 1,-2-3 39,-3 0 0,-2-2 193,11-27 23,-9 3-6,-6 5 44,-5 11-5,-5 13-218,-3 10-157,-2 11 484,-5 13-484,-3 11 0,-4 12-17,0 10-23,5 2 1,6 1 246,10-5-247,10-7 6,12-9 6,10-11 22,9-15 40,3-16 10,-1-13-309,-5-11 427,-8-6 45,-10-3 50,-11 1-81,-9 3 53,-5 5-55,-7 7-74,-1 7-94,-3 10-158,2 6 128,3 6-631,2 7-1209,7 8 1847,8 11 0,-5-7 0,1 1 0</inkml:trace>
  <inkml:trace contextRef="#ctx0" brushRef="#br0" timeOffset="68923">5722 8859 20173,'-4'0'3982,"1"0"-2525,3 0-1356,24-75-2185,-5 43 0,0-1 2092,2-18 1,1-2 19,4 6 0,-1 1 157,-11 9 1,-2-1-150,2-10 0,-1-3-8,-4 3 0,-3-2 17,-6-5 0,-4 2-14,-2 9 0,-2 2-6,-2 4 0,-1 1 25,-2 7 0,0 2 40,-7-9 33,-1 0-45,7 15 2896,5 14-3019,4 9 848,-4 17-814,-5 18-6,-5 24-245,8-22 1,1 3 249,1 19 1,1 0 8,3-17 1,2-1-10,2 0 1,1 3 0,2-4-51,3 1 1,2-1-127,9 18 1,1-1 86,-4-19 0,2-3-143,8 10 0,4-4-372,18-4 227,-14-19 0,4-3-31,2-6 0,2-5 109,3-8 0,-1-6 185,1-3 0,0-7 151,5-12 0,-2-5 37,-9 1 0,-2-1-20,-2 1 0,-3-2 84,-6-1 0,-4 1 45,-5 7 0,-2 0 67,1-4 0,-2-2 161,-2 2 1,-3 1 14,-5-11-263,-5 10 107,-9 19-124,1 10-89,-11 5 472,1 12-512,-7 13-5,10 1-28,-2 16 0,6 0 2,1 15-53,9-22 1,2 0 16,2 11-5,10 7 22,3-33 68,6-4 61,8-23-62,-8-5 51,12-26 45,-5-14-74,-5 7 12,-8 12 0,-2 2 91,0-5 138,-1-4-190,-5 19 23,-5 6-129,-7 16 11,-2 4-11,-15 14-29,1 7 12,-11 24-3369,13-2 3380,5-2 6,17-3-23,20-4 12,7-2-12,21-3 12,-11-17-6,16-8 33,-9-8 1,10-8 22,2-14 11,-15-9 0,-5-12-16,-19 11 10,-10-12 18,-11 10 10,-6-10 3488,-10-1-3437,3 9 6,0 0-79,10 16 17,4 0-34,9 1-38,6 0 21,13-1 12,9 6-17,-2 4-22,14 4 10,4 11 1,3 8 0,-18 3 0,-3 3-6,5 9 23,0 9-23,-19-5-17,-6 3-72,0 10-864,-6 14-7280,-1-8 7420,-1 1 1,0-27 0,-1-12 0</inkml:trace>
  <inkml:trace contextRef="#ctx0" brushRef="#br0" timeOffset="69655">8627 8158 16572,'6'-58'2093,"-1"0"0,-1 4 0,0 2-1592,-3 12 0,-1 3 266,-2-23-190,0 19-352,-1 18-360,2 14-17,-1 13 186,-1 18 0,-6 22-32,1-11 1,0 2 2,-4 8 1,-1 4-1139,1-6 1,-1 2 0,1-3 1129,-1 4 0,1 0-11,-4 18 0,3-3-158,10-24 1,3-1 168,2 6 1,3-1-15,5-7 0,4-3-128,25 16 128,-2-21-5,17-14-6,-2-22-1042,1-14 0,1-5 1081,-21 11 0,-1-3 13,3-5 0,1-4 1,-5 1 1109,-7 1 1,-4 1-1045,3-8 0,-1 1-1,6-15 57,-13 9 430,-10 9-89,-6 10 2906,1 0-3136,-4 14-262,3 8-102,-3 5 635,2 2-489,-8 24-56,4 1-45,0 21 1,7-14-219,9 11-711,16 1-505,5 0-59,-11-22 1,1-4 1554,18 7 0,-18-15 0,-4-8 0</inkml:trace>
  <inkml:trace contextRef="#ctx0" brushRef="#br0" timeOffset="69822">9337 8029 18184,'-4'-7'5176,"1"1"-4697,-14-26 0,-4-6-14,4 11-421,-6-13 1,2 4-616,13 24-258,4 9 90,7 13-813,6 13-100,2 4 1652,12 23 0,-14-32 0,5 10 0</inkml:trace>
  <inkml:trace contextRef="#ctx0" brushRef="#br0" timeOffset="70206">9507 8166 17697,'4'-9'5350,"-1"2"-3654,-3 7-513,0 0-1295,-11-29 117,8 41-10,-7-12-18,9 51-3374,0-7 3380,1-10 0,0 0-64,1 14 64,0 4 34,0-23 190,1-21-22,2-12-106,6-12 33,7-15-28,-1 1 0,1-2-12,10-14 1556,-5 10 0,0 1-1516,10-6-5,3-5-46,-6 13 33,-10 14-133,-7 10-28,-3 8-17,1 11-28,4 10-62,4 14-106,2 12-358,3 8-134,-10-24 0,1 0-707,3 2 0,3-2 1479,6 0 0,0-2 0,4 4 0,1-9 0</inkml:trace>
  <inkml:trace contextRef="#ctx0" brushRef="#br0" timeOffset="70439">10301 8003 22453,'0'-58'1165,"-1"0"0,1 7 0,-1 8-767,1 12-275,0 16-336,0 8-39,0 11 213,5 14 16,1 19-5,4 21-14,-5-21 0,-1 2-481,-1 4 0,0 1 248,-1 2 0,0 0-252,-1 0 1,2 0-502,1-3 0,2-1-843,2-5 1,3-2 1870,12 16 0,-7-23 0,-5-16 0</inkml:trace>
  <inkml:trace contextRef="#ctx0" brushRef="#br0" timeOffset="70739">10750 8048 24419,'-34'-18'69,"-1"0"0,-4 7 0,3 9 9,-9 39-437,17-12 0,-1 2 364,3 0 1,2 0-9,5 0 0,3 0 185,-4 28-182,12-20 120,8 5-159,8-19-6,6 2-28,9-5 308,8-6-482,11-7-335,15-7-250,-23-2 1,2-1-511,4-4 0,2-2-2450,3-2 0,-1-1 3792,-4 0 0,-3 1 0,12-5 0,-22 8 0</inkml:trace>
  <inkml:trace contextRef="#ctx0" brushRef="#br0" timeOffset="71105">11080 8163 22066,'-40'-9'657,"0"0"0,3 0 1,10 3-647,22 6 34,2 5-17,3-1 28,3 10-23,8-1-89,8 5-3532,21 0 3521,-9-7 6,15-3 72,-17-9 62,4-7 83,-6-8 40,-3-19-72,-9-2-29,-3-2 3566,-7 3-3365,-3 14-83,-5 0-146,-19 8-55,-7 12-7,-8 5 6,3 6-33,2 10-17,1 5 5,-1 11-117,11 17-213,13-2 73,8 0-600,19 0-868,14-12-1890,1-11 0,4-2 3601,-6-6 0,-1-3 1,-1-1-1,-2-3 0,-3-3 1</inkml:trace>
  <inkml:trace contextRef="#ctx0" brushRef="#br0" timeOffset="71532">11816 8255 21864,'-12'-51'1043,"-1"0"1,2 7 0,-6 8-909,-20 16-5622,-20 10 5504,27 11 358,-4 6 1,0 4-393,-3 14 446,12-4 1,1 2-514,-8 23 39,13-9-84,7 7-55,22-7 83,11-3 62,21-7 44,13-20 3100,-7-12-3072,-6-9 1,0-5 2,-13-1 1,-2-1-6,7-3 0,-2-4 97,-4-16 1,-6-4-207,-8 8 1,-3-1 119,3-7 0,-2-3 62,-2-4 0,-3-2-207,-2 5 0,-3 0 341,1 2 0,-3 2-28,-1 3 1,-4 5 91,-5 5-229,1 17-112,2 12 959,3 10-925,-4 12 21,-4 16 1,-1 19-28,6-16 0,1 0 299,1-4 1,1 2-362,1 26 1,1 2-288,0-27 1,2 0 189,-1 9 0,1 4 0,0 0-1382,1 15 1,0-1 1251,0-17 1,0 2-1,0-3 1,1 8 0,-1-6-1,2 13 1</inkml:trace>
  <inkml:trace contextRef="#ctx0" brushRef="#br0" timeOffset="72232">13390 8202 15161,'19'-52'1085,"0"0"1,0 0 0,0 0-1,0 1 1,-2 2 0,-2 3-538,0-7 1,-6 6 179,-6 6-38,-7-2-606,1 21 700,-6 11-845,4 18 354,-8 15-282,-4 21-28,5-11 1,1 3-375,0 6 1,0 3 384,0 5 1,0 2-9,0 3 0,1 0-11,1 2 0,0-1-23,2-1 0,1-2 3,2-12 1,1-1-52,5 4 1,3-4 446,9-2-402,13 1-21,10-36 10,12-23 73,-18 4 0,0-4-405,5-5 1,0-3 432,1-3 1,-1-1 7,0-2 1,-2 0 8,-2 1 1,-2 0 41,-5 4 0,-1 1 182,10-16 16,-14 15 841,-12 14-969,-6 8-129,-2 6-33,-1 3 916,-3 7-910,-2 9-7,-4 12-10,0 12-68,3 8-199,9-16 1,1 0-105,6 13-358,4-14 1,3-3-2595,16 2 3328,15 3 0,-20-18 0,-3-7 0</inkml:trace>
  <inkml:trace contextRef="#ctx0" brushRef="#br0" timeOffset="72399">14155 7906 22134,'-19'-23'-769,"14"15"0,23 27 0,0 0 1</inkml:trace>
  <inkml:trace contextRef="#ctx0" brushRef="#br0" timeOffset="72856">14453 7918 18291,'0'-4'5752,"0"1"-4261,0 3-1447,-17-4-32,13 23-7,-13-7-10,17 23 10,9 3-5,8 5-33,14 12 21,-12-28 1,0-1 11,19 22-5,-10-8 5,-13-7-17,-22-9-50,-15-6-74,-16-8-167,-9-8-202,-2-13-234,1-13-480,5-18 845,24 14 1,2-3 202,2-3 0,4-1 198,2-1 0,3 1 87,2 3 1,1 1 165,3-21-40,7 13-50,5 9 11,10 7-67,5 10-23,0 7 57,-5 16 377,-9 11-389,-10 17-78,-13 13-65,0-20 1,-2 0-420,-3 4 0,-3 0 148,0 1 0,0 1-1143,-1 1 0,2-2 775,2-5 0,3-2 0,-4 7 0,9-17 0</inkml:trace>
  <inkml:trace contextRef="#ctx0" brushRef="#br0" timeOffset="73234">14797 8258 21651,'-3'-5'3563,"1"2"-3025,5-57-213,11 26-197,-4-8 1,3-3 84,23-7-584,-16 21 1,-1-4 415,2-4 0,-2-4 5,0-5 1,-2-1 5,-1-4 0,-4-1-9,-2 2 1,-3 1 16,-5 7 1,-2 1 129,-4 10 1,-2 2-72,-9-8-83,-3 19-52,3 13 12,0 13 17,-5 18-11,4-2-1,-5 31-38,11 1-196,4-13 1,2 3 214,2 5 0,2 2-31,3 5 0,4 2-1122,2-11 1,3 2-1,-1-4 1013,2 5 0,2-2-197,0-6 0,2 2 0,-1-3-995,-1-4 0,1-1 1346,3 9 0,0-3 0,1 4 0,-5-13 0</inkml:trace>
  <inkml:trace contextRef="#ctx0" brushRef="#br0" timeOffset="73399">14887 7979 23612,'31'-28'-173,"0"1"0,9 8 0,6 4 0,-5 6 0,22 10 1,-13-1-1,-1 1 0</inkml:trace>
  <inkml:trace contextRef="#ctx0" brushRef="#br0" timeOffset="73782">15849 7567 25926,'-40'-25'20,"0"0"1,2 3-1,7 14-37,19 33 6,-3 26 17,4 2-6,8-21 0,1 1-6,8 18 1,0-13 77,9-1 24,-8-23 402,7-1-280,-4-22-50,8-11-84,-3-3 101,2-16 95,-4-3-196,-5 5 79,-2-9-57,-13 19-117,2 5-28,-10 4-73,4 13-359,-12 15 214,7 1-1216,-14 40 475,17-18-778,2 2 1,3 3 1775,1 21 0,3-17 0,3-6 0</inkml:trace>
  <inkml:trace contextRef="#ctx0" brushRef="#br0" timeOffset="74072">15796 8044 17652,'7'7'4139,"-1"-2"-3303,-6-5 1213,0 0-1909,-27 26 0,20-15-56,-20 19 123,33-22 68,13 0-185,7-2 89,11-1 202,-5-8-140,-12-1 201,-6-11 230,-21-20-437,-6 2-117,-9-6 5,-6 11-72,8 13-40,3 1-224,6 7 51,8 6-785,0 11-5780,4 10 6727,2 8 0,-4-14 0,3-7 0</inkml:trace>
  <inkml:trace contextRef="#ctx0" brushRef="#br0" timeOffset="75249">3087 9636 12701,'-63'1'1057,"1"-1"0,3 2 0,6-1-441,-1 0-135,4 3 12,3-1 375,2 0-633,18-1-33,3-1-353,18 0 44,2 0 202,7 1-33,2 2 152,21 5-86,6-1-32,27 3-457,-25-7 1,3 0 452,7-1 1,3 0-26,8 0 0,2-1-32,-14-1 1,2-1-1,1 1-607,5 0 1,2-1 0,1 0 621,6-1 1,1 0-1,2-1-533,-11 1 1,1-1 0,1 1 0,0-1 552,5-1 0,1 1 0,1-2 0,1 1-29,-9 0 0,1 0 1,1-1-1,0 1 1,1-1 1,4 1 1,1-1 0,1 0-1,0 0 1,1 0-299,-8 0 1,2 0 0,-1 0 0,2 0 0,0 0 0,0 0 285,4 0 1,0 0 0,1-1 0,0 1-1,1 0 1,0-1-155,-6 1 0,0 0 1,1 0-1,-1 0 1,1-1-1,1 1 1,-1 0 138,3 0 0,0-1 0,0 1 0,1 0 0,0 0 0,0 0 0,1 0-57,-7 0 1,0 0-1,0 0 1,1 1-1,0-1 1,0 0-1,0 1 1,0-1 47,2 1 1,-1-1 0,1 1-1,0-1 1,0 1 0,0 0 0,0-1-1,0 1-18,2 0 0,0 0 0,-1 0 0,1-1 0,0 1 0,0 0 0,1 0 0,-1 1 21,1-1 1,0 0-1,0 0 1,1 0-1,-1 1 1,0-1-1,1 1 1,0-1-5,-7 1 0,0 0 0,0 0 0,1 0 1,-1-1-1,1 1 0,-1 0 0,1 1 1,-1-1-3,1 0 0,0 0 1,0 0-1,0 1 0,0-1 1,1 1-1,-1-1 0,0 1 1,0-1-1,1 1 0,1-1 1,-1 1-1,1 0 0,0-1 1,-1 1-1,-1 0 1,-1 0-1,-1 0-2,4 0 0,-2-1 1,-2 1-1,0 0 1,1 0-1,3 0 1,4 0 7,-10 1 1,3-1 0,4 0 0,2 1 0,1-1-1,0 0 1,0 1 0,0-1 0,-3 1 0,-2-1-1,-4 1 1,-3 0-7,10-1 1,-6 1 0,-4-1 0,0 1-1,3 0 1,7 0 2,-7-1 0,4 1 0,4 0 0,2-1 0,3 1 1,-1 0-1,1-1 0,-2 1 0,-3 0 0,-3 0 1,-5 0 2,12 0 0,-6 0 0,-2 0 1,-2 1-1,1-1 0,3 0-6,-7 1 1,1-1 0,1 1 0,1-1 0,0 1 0,0 0 0,-1-1 0,0 1 1,5 0 1,0 0-1,0 0 1,0 0-1,-1 0 1,0 0-1,-1 1-2,-2-1 1,0 0 0,0 1 0,-1-1 0,0 1 0,0-1 0,0 1-5,6 0 1,-1 0 0,1 0 0,-1 0 0,-1 1 0,0-1 1,-2 0 1,-1 0 0,-1 0 0,0 1 0,1-1 0,1 1 1,5 0 1,2 0 0,0 1 0,-1-1-1,-2 1 1,-3-1-5,5 0 0,-4 1 0,0-1 0,2 0 81,-1 1 1,5 0 0,-1 1 0,-3-1 0,-9-1-68,12 2 0,-3-1 21,-10 0 0,7 0 0,0 0 0,-6 0-4,-8-1 1,-4 0 0,2 1 255,14 0 0,2 0 1,-4 0-244,1 1 1,-5-1 705,-6 0 1,-1 0-715,-7 0 1,-2 0 19,25 1 2344,-14-1-2070,-15-3 2002,-14 0-2108,-9-1 559,-7 0-2363,-2-3-3661,-6-2 5241,-2-3 0,1 3 0,2 2 0</inkml:trace>
  <inkml:trace contextRef="#ctx0" brushRef="#br0" timeOffset="81067">7418 7223 16583,'0'-3'3316,"0"1"-930,0 2-1972,-4-45-156,-2 29-152,-6-34-83,-5 42-34,-7 5-12,-8 2-10,-5 9-7,-2 5-49,6 5-34,10 1 72,11-5-78,8 1 113,9-5 32,6 5 1,11 2 11,10 3-17,10 3-27,5 4-12,-2 1-17,-7 4 0,-12 1 62,-12 3 72,-22 6-49,-2-13 83,-26 8-22,-1-17-34,-15 3 17,-3-8 33,4-6-105,8-8-567,13-9-1075,14-9-3327,17-9 4957,10-2 0,1 10 0,-2 8 0</inkml:trace>
  <inkml:trace contextRef="#ctx0" brushRef="#br0" timeOffset="81289">7644 7279 23965,'0'32'-95,"2"0"-90,1 1-442,2 1-1110,2-1-5819,1-3 6708,0-9 0,-3-9 0,-2-6 0</inkml:trace>
  <inkml:trace contextRef="#ctx0" brushRef="#br0" timeOffset="81466">7697 7093 17703,'-3'-5'3467,"0"1"-5500,3 4 50,-27-25 1983,31 41 0,-28-35 0,34 42 0</inkml:trace>
  <inkml:trace contextRef="#ctx0" brushRef="#br0" timeOffset="81849">7853 7290 18880,'3'-5'2822,"-1"2"-1959,-2 3-824,12 32-22,-7-17 33,11 35 40,-13-24 44,0 5 85,-4-8 307,0-9 454,-1-8 1,0-5-472,2-7-290,0-7-57,0-10-83,8-17-74,5 3-16,3 1-28,13 5 0,-2 12-191,5 2 12,-9 9 10,-7 13 85,-9 2-275,4 16-459,0 1-2313,11 21-1333,3-7 3908,3 1 0,-11-21 0,-5-10 0</inkml:trace>
  <inkml:trace contextRef="#ctx0" brushRef="#br0" timeOffset="82273">8642 7307 18515,'0'-4'4224,"0"1"-3485,0 3-543,-63-37-23,33 27-167,-13-9 0,-1 6-34,14 25 16,1 4 7,10 12 5,9-10-39,-1 15-17,7-9 0,4 5 100,10-5 52,-2-11 340,8-5 158,-4-13 263,13-25-661,-10 9 202,9-23-219,-16 25 146,3-7-90,-7 11-106,1 2-258,-4 6-263,0 6 347,4 26 40,0-7-1,9 38 12,-4-2-144,-10 7 1,-2 3-495,0-24 1,-3 0 543,-4 6 0,-4 3 0,-1-7 16,-14 8 35,4-13 1,-5-3-226,1-16 1,-2-4-260,-29 8 34,5-19-4795,14-42 5282,26 7 0,-1-6 0,14 21 0</inkml:trace>
  <inkml:trace contextRef="#ctx0" brushRef="#br0" timeOffset="83249">8657 7597 20660,'-1'6'4296,"0"-1"-3685,1-5-443,0 0-84,16-62-22,-2 18-326,0-6 0,0-4 306,-3 16 0,-2 0 0,1-3 0,-1-1 3,-2-3 0,0 0-268,-2 0 0,-1 1 267,-2 2 1,0 1 36,-2 5 0,-1 1 127,-5-20-107,1 21 162,-8 0-190,6 21 77,-3-1-239,7 14 747,-2 16-663,2 2-21,1 12 1,0 4 8,-1 8-39,5 12 0,1 4-380,2-22 0,2-1 223,3 17 0,2 1-143,2-14 0,2-2-327,2-1 0,0-3-432,12 15-1459,-7-20 1,1-2-474,1-4-1455,4-5 0,-1-4 4502,-3-8 2128,19-15 3081,-29-3-656,0-13-1438,-13 3-572,-5 0-1283,-1 0-208,-1 2-464,-1 2-196,1 3-134,2 0-135,1 5-72,1 2-51,1 3-17,0 2 0,1 1 17,1 1-6,5-4 40,-1-1 16,3-5 96,-3-5-73,-1 5 95,-3-7 28,-2 6-23,-2-1 1,-1 1-12,-1 4-38,1 2-80,1 3 40,1 2-582,1 2 380,-3 5 118,2 5 12,-3 11-7,1 4-16,2 5 0,0 1 11,6-2 17,6-3-1,9-3-27,11-5 17,14-8-1,-4-4 6,-7-10 1,0-4 27,7-8-3,-12 1 1,-3-4 80,4-20 40,-10-7 39,-7-1 67,-5 5 62,-5 11-39,-4 11-135,0 11-112,-3 5-134,3 3-28,-2 9 112,1 11 22,-2 19-34,-1 18-27,3-20 0,0 2-564,0 4 1,1 1-37,1 3 1,1 0-1099,2 1 1,1-1 1747,0-6 0,1-4 0,2 11 0,-1-22 0</inkml:trace>
  <inkml:trace contextRef="#ctx0" brushRef="#br0" timeOffset="88615">7121 11195 20056,'-4'-48'1153,"0"1"1,0-2 0,0 6-331,0 8-263,-1-1-285,0 15-298,3 12-89,0 9 90,-2 31 16,-2 15-45,-1 4 1,-1 3-26,3-17 1,-1 1-334,-3 21 1,0 1-1390,5-18 1,0-1-3119,0 9 1,0-1 3857,3-13 1,0-4-1,1 9 1,0-29-1</inkml:trace>
  <inkml:trace contextRef="#ctx0" brushRef="#br0" timeOffset="89032">7268 10658 15424,'-50'-28'825,"-1"-1"1,0 0 0,1 4-1,0 2 1,-1 8-571,-2 12 1,-1 8 0,3 2-1533,-6-1 0,2 6 1344,1 4 1,-2 6-1,5 2-14,0 10 0,4 5-48,8-5 1,0 4 0,2 2-17,4 3 0,2 3 0,4 2 1,3 3 1,3 2 0,5 1 5,2 2 0,5 1 0,4-1-26,4 1 0,5 0 1,4 0-50,3-3 1,5 0 0,3-2-14,6-2 1,4-2-1,2-5 58,-6-7 1,1-4 0,7-2-11,9-4 1,7-2-1,3-4 1,-2-3 37,6-4 1,-1-6-1,4-1-304,-10-1 0,3-1 0,2-1 1,-1-2-1,-2-3 353,5-4 0,-1-4 1,-2-2-1,-1-2 24,-2-2 0,-1-2 1,-2-2-1,-2-2 54,9-9 1,-3-4-1,-4-3-5,-7-1 0,-4-3 0,-3 0-41,2-8 1,-6-5 28,-11-2 1,-5-7 0,-4 2-31,-6 16 1,-2 1 0,-3-2-8,0 0 0,-1-4 1,-3 1-1,-3 3 17,-5-2 0,-5 2 0,-4 4-229,-2 3 0,-5 3 0,-2 3 173,-3 3 0,-2 4 0,-2 2-25,-1 3 1,-1 2 0,-1 2-27,1 4 1,0 2 0,0 1 366,-14-2 1,1 5-844,3 8 1,4 6-382,-9 8 880,27 12 0,7 3 0,11-7 0,-1 17 0</inkml:trace>
  <inkml:trace contextRef="#ctx0" brushRef="#br0" timeOffset="90673">7727 11345 7856,'-45'3'2335,"1"0"1,7-1 0,8 0-1378,16-2-448,13 0-325,3-2 156,12-4 62,15-5-134,8-1 0,5-2-121,5-1 1,3 0-709,3-1 0,2 0 629,-9 3 0,3 0 0,-1 1-34,-4 1 1,1 1-1,3-1-9,7-1 1,5-1 0,2 1 0,-1 0-761,-7 1 0,0 2 0,0-1 0,-1 1 738,-1-1 0,-1 1 1,1 0-1,3 1 7,0 1 0,3 0 1,0 0-1,-1 1 0,-5 1-204,4-1 0,-4 1 0,5 0 202,-9 1 0,6 0 1,3 0-1,-1 0 1,-4 1-1,-7 0-233,2 0 1,-7 0 0,1 1 236,16 0 0,2 0 0,-9 0 15,12 2-11,-5-1 672,-9 2-622,-32 2 2722,1-1-2643,-15 3 838,-3-3-928,0 0 1398,1 0-1225,4-1-139,7 0-555,15-1-751,3-2-4867,6 0 6083,-11 0 0,-11 1 0,-8 1 0</inkml:trace>
  <inkml:trace contextRef="#ctx0" brushRef="#br0" timeOffset="91255">10514 11079 12970,'11'-47'2386,"1"1"0,-1-7 0,-3 5-1249,-7 11-723,-3-7 181,-16 17-80,-22 11-274,-10 5-132,15 12 0,-1 4-28,1 4 1,1 5-49,-2 7 1,0 4-9,-1 7 0,1 2-14,8-5 1,1 3 8,0 5 1,1 5-1,2-2-601,2 5 1,3 2 591,1-4 0,0 4 1,4-3-4,3-2 1,6 1 2,13 16 0,10-2-6,4-18 1,7-3-14,0-1 1,6 0 0,3-4-6,4-5 0,5-6 0,2-2-14,7-1 1,2-2 0,3-3-526,-12-5 1,2-1 0,0-1 0,-2-1 547,5 0 1,-2-2-1,5-4 25,-7-4 0,4-4 1,2-1-1,-4-2 0,-6 2 1,10-6 1,-2-4 7,-5 1 1,7-4 0,-3-3 0,-10-1-392,-4-12 0,-9-5 407,-4 6 1,-1-3 0,-3 1-19,3-10 0,-5-4 41,-5-2 0,-2-7 1,-4 5 22,-1-2 0,-6 0-40,-3 15 0,-2-5 0,-3 2 0,-3 4-5,-12-16 1,-6 8-32,-4 2 1,-3 7-6,2 14 1,-4 4-995,-19-2 1,-2 4 976,21 8 0,-2 3-58,-17-2 1,-8 1 0,4 6-88,5 10 1,1 6-78,1 0 1,-4 2-1,5 4-125,1 5 0,1 6-2024,2 7 1,-3 8-1,7-3 2377,3 1 0,4-2 0,-8 8 0,5-4 0,12-5 0</inkml:trace>
  <inkml:trace contextRef="#ctx0" brushRef="#br0" timeOffset="91689">10258 11369 19591,'12'-50'907,"1"0"0,0 4 1,1 6-617,16 3-112,3 9-67,1 9-28,11 9-61,-7 15-18,-2 3 7,-8 20 10,-12 7 0,-5 16 12,-22 8-20,-2-28 0,-4-1-289,-5 0 0,-2-2 297,-1-3 0,0-1 29,-20 14 5,13-12 78,15-12 236,13-8 33,19-9-218,19-6-84,22-7-1472,-10 3 1,1-1 1367,-13 4 0,-1 0 0,17-5 1,-1 2-49,-18 4 1,-1 0-410,14-2 1,-2-1-498,12-4 957,2-3 0,-44 14 0,1-1 0</inkml:trace>
  <inkml:trace contextRef="#ctx0" brushRef="#br0" timeOffset="92088">9669 10827 16633,'-5'-7'4162,"1"1"-3445,-7-23 0,1-5 73,5 9-636,-7-11 0,4 2-82,10 23-21,2 7 5,5 11-17,6 9-11,7 15-6,7 11-123,-11-15 0,-1 1 109,3 2 0,0 2-257,0 2 1,0 0 245,-2-1 0,-1 1 11,-4-1 1,-2-1 64,-2 24 45,-21-7-12,-15-9-28,-14-7-22,-6-5-39,3-8-112,9-6-342,13-6-1079,11 0 1516,14-1 0,-2-3 0,5 0 0</inkml:trace>
  <inkml:trace contextRef="#ctx0" brushRef="#br0" timeOffset="92789">10989 11905 18067,'0'-49'1480,"0"-1"1,0 5 0,0 7-680,0 14-202,-1 6-213,-1 8-223,-1 5-135,2 4-28,0 2 22,0 6-11,0 5-11,0 10 6,1 12-6,-2 13 0,-1-6 0,1 4 8,-2 1 1,-1 1-519,1 2 1,-1 0 501,-2 10 0,-1 0-572,0-8 1,0 1 573,2-8 0,-1 3 1,0-1-1,0 0 0,0 0 1,-1 0 7,0 0 0,0-1 0,-1 0-6,0-1 0,-2-1 0,-1-1 7,-7 17 0,-5-3 5,-2-7 1,-6-3-348,-3-7 1,-4-5 357,-4-6 1,-3-4-9,-1-6 1,-2-4-7,0-3 1,0-5-18,2-4 1,1-4-211,5-2 1,1-3-197,5-1 1,3-1-4181,-20-11 4140,18 5 0,15 5 0,12 5 0</inkml:trace>
  <inkml:trace contextRef="#ctx0" brushRef="#br0" timeOffset="93532">9751 13407 20134,'28'-57'421,"1"1"1,-4 6 0,3 10-358,-1 23 1,3 6 14,25-2-23,1 6-40,-13 9 12,10 15-22,-30-1 8,0 13 0,-5 5 25,-10 11-258,-3-13 0,-3 0 247,-13 10 6,-17-2 22,8-17 0,-3 0 102,-21 21-13,19-22 1,0-2 324,-8 0-196,12-10 281,2-6-135,9-12-28,0-9 218,5-4-565,3-2 57,7 4-52,8 5-38,0 3-12,21 2 0,-14 8 0,39 12 0,-14 7 0,10 7-9,-26-6 1,-1 2-281,-1 7 1,-2 3 271,-3 1 1,-3 1 10,-2 8 0,-8 0 6,-13-8 0,-10-2-14,-13 3 0,-5-3 3,8-10 0,-2-2-45,-17 4 0,-2-4-132,14-10 1,0-3-343,-8 2 1,0-3-1695,4-4 1,1-4 2223,-16-6 0,22 0 0,16 1 0</inkml:trace>
  <inkml:trace contextRef="#ctx0" brushRef="#br0" timeOffset="93966">9940 13103 17932,'-6'-3'2700,"1"0"-1703,-57-8-496,29 18 1,-2 2-270,-24-2 1,0 3-734,15 8 0,3 4 585,-5 8 0,3 5-652,7 0 0,3 2 579,-1 0 0,2 3 2,8-5 0,1 4 0,4 1-10,2 5 1,4 3 0,1-2 2,-6 10 0,5 3-3,9 1 1,5 5 0,7-8-13,13-8 1,9-4-5,-1-3 0,7 0 0,3-5-6,8-8 0,5-6 1,3-3 11,-9-6 0,2-1 0,2-3 0,1-1-499,3-1 0,2-2 1,0-1-1,0-3 523,1-2 0,0-1 0,-1-3 0,0-1 1,-3-1 0,-1-2 0,0-2 0,-1-4 7,0-5 0,-1-5 1,-2-2-1,-3 1-10,-4 1 0,-3 0 0,-2-5 11,4-14 0,-3-6 0,-8-1-138,-14 10 1,-5 0 0,-1-3 129,2-11 1,-1-3 0,-4 0-165,-2-1 0,-3 0 0,-4 1 172,-3 4 0,-3 0 1,-4 3-3,-4 5 0,-4 2 0,-1 5 223,-7-5 1,-8 6-234,-7 11 1,-10 4 0,2 4-11,11 8 0,1 3 0,-4 1 301,-16-4 0,-5 2 1,2 4-351,10 5 0,2 3 0,1 2-60,2 1 1,1 1 0,1 3-154,5 2 1,1 2-1,2 2-1375,-12 11 1,6 2 1632,10-2 0,6-1 0,-4 10 0,19-15 0</inkml:trace>
  <inkml:trace contextRef="#ctx0" brushRef="#br0" timeOffset="94388">10238 12998 17143,'0'-5'4900,"0"2"-3566,0 3-1228,11-17 23,-3 34-11,10-4-6,-5 36-6,2 3-16,4-3-6,3-5 33,2-6 35,4-9 21,3-9-10,10-10-74,17-10-81,-21-5 1,3-1-415,5-4 1,1-2 295,2-1 1,-2-1-275,-3 1 1,-4-2-4221,-7 1 0,-3-1 4604,1-5 0,-15 6 0,-15 10 0</inkml:trace>
  <inkml:trace contextRef="#ctx0" brushRef="#br0" timeOffset="95906">6826 13638 19266,'5'-58'1168,"0"0"1,-1 8 0,-2 11-978,-4 27-253,-2 12 84,-11 26-5,2-2 5,-7 20 1,-1 4-634,-2 6 622,1 2 0,0 4-11,7-9 0,2-1 0,1-2 0,3 0 5,2 2 1,5-2 108,10-16 1,4-4 92,13 8-3265,5-12 3271,-7-19 347,13-23-280,-1-8-168,-8 4 0,-1-3-984,-3 0 0,-2 0 951,13-16 83,2-1-318,-11 15 156,-4 7 2076,-6 7-2076,-9 19 6,-2-1 0,5 17-18,2 11-10,2 6-101,2 14-275,-3-4 3221,-2-8-5057,12 16-1369,-1-26-6228,13 2 9071,-12-22 0,-6-10 0,-11-1 1</inkml:trace>
  <inkml:trace contextRef="#ctx0" brushRef="#br0" timeOffset="96315">7130 13328 13988,'-50'-23'1155,"0"-1"0,0 1 0,1 2 0,1 3 0,1 3-685,-16 0 1,1 6-2587,2 8 0,-1 6 2343,2 5 0,0 6-82,1 9 1,3 5 161,11-5 1,2 6-280,4 7 0,-1 7 0,4 0-448,11-8 0,3 1 0,0 2 421,-1 3 0,-1 4 1,2 0-1,2-2-145,4-2 1,2-3 0,3 5 130,2 2 1,2 5-1,2 1 1,4-4-35,3-2 0,3-3 1,3 3-12,-1 1 1,2 2-1,2 0 1,4-4-18,9 3 0,6-4 1,1-4 485,7 8 0,8-7-488,-6-17 0,7-2 0,2-3 0,-1-3-310,4-4 0,-1-4 0,4-2 376,3 0 0,4 0 0,2-2 0,-2-5 44,-7-3 1,0-5-1,-1-1 1,-1-3 9,1-2 1,-1-2-1,0-3 1,-2-1 7,-3-3 1,0-2 0,-3-1 0,-2 0-4,2-3 1,-3 0-1,-3-6 81,-7-2 0,-2-4 0,-3-3 0,-5 2 233,-5 0 0,-7 0 1,0-4-307,0 0 0,0-4 0,-3-1 0,-5 2-89,-6-7 1,-7 2 0,-5 1 84,-2 2 0,-5 1 1,-5 2-16,-4 5 0,-5 3 1,-3 4-12,-4 4 0,-4 4 0,-1 3-28,-2 4 0,-1 4 1,-1 2-44,2 3 0,-1 3 0,2 1-5,4 2 0,2 1 0,1 3-325,-11 3 0,4 5-998,12 4 1,5 5-8459,-10 31 8852,21-7 1,13-8 0,7-22-1</inkml:trace>
  <inkml:trace contextRef="#ctx0" brushRef="#br0" timeOffset="97032">7696 14115 9531,'-4'-2'5752,"0"1"-895,4 1-4863,-41-15 146,31 12 185,-30-6-45,44 20-146,0 2 269,11 12-117,2-4 44,12 8 13,10-6-114,17-2-885,-18-11 0,1-2 687,-4-1 0,2-2 0,10 0 1,5-1 0,-1-1-18,10-1 0,1 0-605,-2-1 1,4 1-1,-2-1 598,-8-2 1,-1 0 0,-3 0-3,10 0 1,-1-2-297,-6-3 0,1-1 0,-4-1 375,-1-3 0,-2-2-176,-4 2 1,3-2 0,-4-2 183,4-4 1,-3-2 10,-1-2 1,-2 0-51,-11 5 0,1-1 126,11-9 1,-1-1 256,-15 9 1,-1-1-289,10-7 0,-3-1 1709,2-15-1632,-16 6-141,-13 12 1278,-21 0-1362,-16 14-17,1-1 625,-16 8-1079,17 11-519,-9 4-1015,10 4 2005,-10 12 0,27-16 0,-8 5 0</inkml:trace>
  <inkml:trace contextRef="#ctx0" brushRef="#br0" timeOffset="97515">7930 13954 16883,'39'-44'1234,"-1"-1"0,-3 6 0,-8 9-808,-15 20-2,-7 8-16,-7 11-62,-7 8-116,-9 16-68,-10 12-395,9-18 1,-2 1 318,-2 4 1,0 0-34,3-6 1,0 1 142,-10 15 0,1 1-90,9-13 1,0 0-43,-7 13 0,0 0-22,8-9 0,2-3-8,2 0 0,2-2 22,-10 25 9,8-9-32,7-6 12,7-9 62,10-6 72,9-7 6,16-7-79,17-9-106,-17-5 0,3-3-211,7-2 1,2-2-577,4-3 0,0-1 787,6-3 0,-4 0 0,8-1 0,-11 0 0</inkml:trace>
  <inkml:trace contextRef="#ctx0" brushRef="#br0" timeOffset="98931">6554 12144 8175,'2'-6'7887,"1"1"-3384,-3 5-3797,5-35-135,-6 21-72,3-26-113,-8 33-212,-1 4-152,-3 7 23,-8 14 45,-13 19-51,11-9 0,-2 4-702,-3 5 1,-1 2 681,-2 5 1,0 1-1,0 2 1,0 1-496,2 2 0,0 1 520,2 3 1,1 2-6,2 2 1,0 1-7,2 2 1,1-1-15,1-1 1,1 0-20,3-5 0,1 0 17,2 2 0,2-3-12,3-18 1,1-2-1,1 5 1,2-3-23,4-5-72,3-2 55,0-15-44,4-11-141,-2-12 983,4-10-1391,1-8 1143,-2-6-1400,-1 0-1435,-1-8 1467,-3 14-441,0-12 542,-1 9 471,0-13 313,0-7-1454,-2 17 0,-1-1 1673,1-14-136,-1 12 0,-2 0 422,2-17-326,-1 18 1,1-1-40,2-3 1,0-1-273,3-2 0,1-1 242,3-2 0,0 0 30,4 0 1,1 1 44,2 1 1,2 2-45,1 3 0,1 1-65,1 4 0,2 2 14,5-3 0,0 3-42,-4 7 1,-1 2 7,23-17 96,-7 14-17,-13 10 2970,3-1-2818,-8 5 457,-10 7-598,-7 2 893,-6 3-825,0 0-247,-5 4 79,-12 12-62,1-2 39,-17 13 5,6-6-22,-11 7 6,-2 1 17,-4 2-6,-3 2 5,1-2 29,2-2 106,4-5-73,16-10 370,2-5-375,16-8-6,-5-4-56,2-4 0,-4-5 5,1 0 18,2 0-1,4 5-50,4 3-45,1 2-408,1 1 391,3 0-128,3 0-163,5 1-712,5 6-1410,2 2 1599,6 8 0,-12-7 0,-1-1 0</inkml:trace>
  <inkml:trace contextRef="#ctx0" brushRef="#br0" timeOffset="99598">6338 12119 12141,'-4'-5'5584,"0"2"-2240,4 3-2823,-61-43-348,45 33-69,-19-15 0,8 7 8,26 18 762,1 0-560,-2 0-85,-1 0-190,-2 0 17,-12 0-39,5 0 62,-17 0-12,13 1 22,-5 0-33,10 1 124,5-2 44,4 0 378,1 0-666,8-1 74,14-5 0,38-7-5,-25 7 0,1-1-591,14-2 1,-1 0 587,-13 4 0,-1 0 1,7-1 0,0 0-187,-4 2 1,0 0 181,-3 1 0,-1 1-8,23-3 0,-27 5 6,-21 0 17,0 0-12,-7 0 1194,-1 0-1206,0 3 428,0 0-356,1 9 35,3 6-12,2 11-51,2 12-25,-3-10 1,0 1-9,3 14 0,-3-12 0,0 1-17,2 11-358,-2-10 0,1 0 375,0-3 0,-1-2 0,2 14 0,-1-17 0</inkml:trace>
  <inkml:trace contextRef="#ctx0" brushRef="#br0" timeOffset="102656">1859 15255 20067,'-51'-19'192,"0"1"0,2 2 0,6 11-130,3 41-34,0 6-28,6 3-11,11-2-28,12-2 16,19 2 23,1-15 23,22 5 5,0-17-28,14-1 16,1-7-3200,-3-4 3301,-18-6 107,-8-2-56,-15-5-17,-2-4-44,-4 1-79,-4 2-39,-8 7 3391,-5 11-3385,-6 9-6,-2 12-6,0 5-11,3 4-45,8 1-33,7-1-158,13-1-435,14-4-1861,19-4 2560,-6-15 0,1-2 0,3 1 0,5-5 0</inkml:trace>
  <inkml:trace contextRef="#ctx0" brushRef="#br0" timeOffset="103022">2415 15461 19165,'-1'-46'1267,"0"0"1,0 5 0,-3 8-904,-5 20-269,-1 10-55,-11 24-7,0 11-33,-3 9 0,9-12 0,-1 0-616,-12 25 551,9-19 1,-1 1-76,0-1 0,-1-1-83,-1 0 1,0-2-106,-4-1 0,0-4 356,-5 7 106,-3-14 276,27-53-253,2 9 11,7-24 162,7 12-44,4 4-68,3-2-89,0 12 384,-1 12-469,2 8-32,8 9-12,8 6-12,10 8-122,9 4-2643,-14-5 0,0 2-382,16 8 3159,-17-6 0,-5-4 0,-19-12 0,-3-2 0</inkml:trace>
  <inkml:trace contextRef="#ctx0" brushRef="#br0" timeOffset="103298">1340 16374 22522,'-40'4'736,"-1"0"1,-8-4-409,81-12-261,14-4-19,-5 4 1,9-2 0,0 0-976,-4 3 1,1-1-1,1 1 927,9-3 0,2 0 0,1 0 0,-9 3 0,2 0 0,-1 0 0,-1 1-17,8-1 0,-3 0 1,5 0-187,-9 2 0,5 0 1,2-1-1,-3 1 0,-4 0-124,4 0 1,-5 1-1,3 0 327,-2 1 0,3 0 0,-3 0 0,-13 3 0,-3 0 0,8 0 0</inkml:trace>
  <inkml:trace contextRef="#ctx0" brushRef="#br0" timeOffset="105089">6910 15906 23601,'-16'-22'-45,"-1"26"90,8 54-12,-3 1 1,0 1-737,4-25 1,1 0 672,-3 9 0,-1 6 0,1-3-169,-2 1 0,1-1-395,-1 11 1,1 1-2841,1 1 1,4-3 3433,2-18 0,2-2 0,1 19 0,4-39 0</inkml:trace>
  <inkml:trace contextRef="#ctx0" brushRef="#br0" timeOffset="106450">6761 15931 15858,'35'-28'95,"1"0"0,0 0 0,-1 2 1,1 1-1,0 6 36,11 9 1,0 6-806,6-3 0,1 1 747,6 0 0,3 0-57,-18 2 1,3-1 0,0-1-670,5 1 1,1-2-1,1 1 660,7-1 1,0-1 0,2 0-335,-12 2 1,0-1-1,1 1 1,1 0 321,3 0 1,1 1 0,-1 0 0,-1 0 4,6-1 0,-2 1 0,2 0 5,-7 2 1,1 0 0,1 1 0,0 0-225,-3 0 0,0 1 0,0 0 0,1 0 216,7 0 0,3 0 0,-1 1 1,-3 0-128,-9-1 1,-2 1-1,-2 1 1,1-1 138,15 1 0,-1 1 1,-9-1 4,-16 1 0,-2-1 39,21 2 0,2-1 383,-6-1 0,1-1-179,1 1 1,1-2 120,7 0 1,0-2-41,-10 0 1,0 0-67,2-1 0,0-1-37,1 2 0,0 0-70,-2 1 0,0 0 14,6 0 1,-2 1-127,-19 0 0,-2 0 78,7 0 1,-4-1 1915,-1-1-1475,7-3-303,-20 2 1629,-5-3-1439,-16 3 1522,0-3-1891,0 1 1041,0 0-1087,15-5-10,2 3-12,13-4-33,-1 4 17,-3 2-6,-8 4 0,-10 0-17,-7 2-28,-5 0-5,-1 0 100,0 8-39,0-4 23,2 10 11,2-7-23,4 2-5,2-3-23,0 0 1,-3 0 38,-2 1 23,-6 4 17,-12 9-62,1-3 23,-13 12-12,3-4-16,-4 9 16,0 5-33,3 7 0,-1 4-473,0 7 473,11-26 0,0 0 13,0 4 1,-1 0-6,0 1 1,0 1-4,0 2 1,0 1 2,1 0 0,0 0-6,2 0 1,0-1 8,2-2 0,1 0-14,-3 1 0,-1-2 14,-3 9 28,-20 2-196,-3-25 173,9-10 1,-2-2 5,-6 0 0,-2-3 6,-5-3 0,-2-1-512,-4 0 1,-2-2 497,-3-3 0,0-1-3,-3 1 0,1-1 0,1-1 0,0 0-9,1 0 1,1 0 2,1 2 1,0 0-4,0 1 1,-2 0-945,8 0 1,-2 1-1,3 1 958,-3-1 1,-2 1-2,3 0 0,-4 0 0,3 0-341,-4 1 0,0 1 341,10-1 0,-3 0 0,1 0-170,2 0 0,0 1 0,1-1 174,-20 2 1,2 0-9,2-1 0,0 0 3,2 0 0,0 0-1,1 0 1,-1-1 53,1 0 1,-1 0-57,-3-1 0,0 1-4,17-1 0,0-1 0,-1 1 390,-3 0 1,0-1-1,0 0-373,-1 0 0,0 0 0,1 1-11,0-1 0,1 0 0,0 0 175,-16 0 0,2 0-177,17-1 0,0 2 19,-15-1 1,4 1-14,6 1 2,2 0 0,1 0 799,-2 4-785,-15 3-22,29-4 0,0 1-9,1 0 1,0 0 20,-27 5-12,10-1 11,11-2 655,11-3-677,9-1 1540,9-3-1523,3 0 1116,2 2-1111,-8-1 44,-7 3-55,-13 2-6,-14 1 17,-7 0 12,-1-2 5,10-2 28,14-2-11,14-2-17,9 0-51,5 0-464,1 0-678,7-2 1165,10-5 0,-6 4 0,4-3 0</inkml:trace>
  <inkml:trace contextRef="#ctx0" brushRef="#br0" timeOffset="107607">7632 16115 10349,'-2'-5'5763,"0"0"1687,2 5-7232,0-45 90,2 31-106,-1-32-191,1 43-61,-1 4 61,0 8-6,0 2 18,1 19-12,-2 7-33,-4 16-160,-1-16 0,0 2-1249,-1-3 0,0 0 554,-1-1 0,1 1 877,3 3 0,0-4 0,1-9 0,1 11 0</inkml:trace>
  <inkml:trace contextRef="#ctx0" brushRef="#br0" timeOffset="107998">8313 15906 18560,'7'-55'1646,"0"0"1,-1 6 0,-2 7-1232,-1 14 425,-3 4-695,0 16-55,0 0-73,0 17 50,-2 13-28,0 6 23,-2 27-51,1-17 0,0 4-535,0 3 1,0 3 517,-1 11 1,1 1-1,-1-5 1,0-2-7,2-11 1,-1 1-189,0 3 1,0 5-1,0-7-133,1-11 0,0-1-1583,-3 32 1,-1-2 1915,0-15 0,0-8 0,1-20 0</inkml:trace>
  <inkml:trace contextRef="#ctx0" brushRef="#br0" timeOffset="108755">9455 16089 17042,'0'-4'3708,"0"1"-1563,0 3-1881,-74-41-68,31 41-129,-15-10 0,-1 7-354,15 30 317,13-3 1,1 3 9,-4 12-35,-3 11-22,11-2 12,12-6 98,13-6-59,12-9 50,10-10 5,12-12-10,9-15 27,5-13-16,1-15-48,-26 15 0,-2-2 8,-1-1 1,-2-2 44,7-28-255,-8 0 249,-8 7 74,-5 1-124,-3 20 272,0-1-238,0 18-62,0 2-39,0 6 12,0 2 16,4 7 244,-2 0-250,3 5 6,-4-3 17,-1-2 0,0-1-12,0-2-10,-2 0-1,-1 1 6,0-1 11,-1 0 0,1-1-27,-2 1-7,2 1-50,-1 1-156,0 1-510,1 0-2891,0 3 3630,1-2 0,1-1 0,0-3 0</inkml:trace>
  <inkml:trace contextRef="#ctx0" brushRef="#br0" timeOffset="110323">8999 16268 13121,'-6'-9'6744,"2"2"-5983,-2-21 1,2-7 359,4-1-729,-3-6 0,2 0 134,11 9-162,1 9-134,-1 12-129,-5 5-79,-1 5 23,-1 6 95,2 17-84,-1-1 45,0 25-6,-6-3-22,-4 14-40,-2 3-10,-2-3-1,2-3-22,2-8 17,2-10 28,1-11 95,1-11 678,1-7-779,3-17-22,3-8 5,6-19-1690,1 8 0,2-1 1680,6-15-1121,4 3 0,0 2 1125,0 6-81,0 3 0,2 1 65,8-2 0,10-4 11,0 11-11,1 7 0,2 10-15,-2 4 15,-1 8 2168,-4 6-2196,-4 8 3270,-4 9-3220,-6 18-22,-11-10 11,-5 18-22,-8-17 5,1 8 342,0-5-331,4-5 56,4-7-61,4-7 34,1-9 5,4-9-16,4-11 5,4-10-17,7-8-11,2-6 22,1-1 6,-4 1 23,-5-4-29,-13 15 12,-5-9-18,-10 11 29,-6-8-6,-2 1 6,-5 2-11,0 4-6,-2 7-6,-2 4-27,5 6-1,-1 2 0,4 7 6,0 6 12,-4 16-12,4-3-23,-1 17 18,6-7-40,1 18 17,8-7-6,0-3-201,22-1 33,-9-22-470,23 11-583,-7-19-665,14-3 245,-17-11 0,-1-2 924,12-5 180,12-20 683,-29 3 392,1-12 348,-7-1 240,-6 0 565,-1-7-1163,-4 17 357,4-6-185,-5 20-206,1 2-248,-4 8-16,-2 12-112,-5 3 6,-6 17-17,-8 15-40,-5 5-38,1 2 2,4-19 0,0-1-14,-2 3 0,0-3 1,-2-1 16,-6 1 39,-6-2 6,5-15 89,4-26-83,10 1 44,3-24 1,12 8 38,17-17-95,-3 17-1657,9 8 1,3 4 1656,-3 6-5,20-4 16,-19 14-11,0 5-27,8 10-7,-9 5 23,1 10 3364,-10-6-3386,10 10 5,-11-17-28,33 17 12,-26-22 21,28 5-10,-29-13 16,14-8 12,-8-11 0,0-10-18,-5-16 12,-9-7-22,-5 5 33,0-14 40,-3 14 49,0-6 85,-3 5-101,-5 18-5,-5 7-68,-2 15 6,-4 7-1,-2 15-10,0 4-12,1 7 1,5 29-34,7-26 11,3 22-28,7-18 11,12 11-162,3 0-454,8 5-4462,-6-15 3404,-8-11 1549,-4-4 0,-10-13 0,0-1 0</inkml:trace>
  <inkml:trace contextRef="#ctx0" brushRef="#br0" timeOffset="110498">10469 16024 25394,'52'-24'-53,"-1"0"1,-2 2-1,-1 5-4092,-9 13 1,-2 3 3815,19-3 0,-11 2 0,-28 0 0</inkml:trace>
  <inkml:trace contextRef="#ctx0" brushRef="#br0" timeOffset="111222">13611 15660 15165,'16'-46'1793,"1"1"1,0-1 0,4-15 0,-4 7-691,-4-1-96,-9 19-705,-4 18-130,0 14-111,-3 16 45,-2 16-50,-1 20-48,2-16 1,-1 2-238,0 6 1,0 0 211,-3 5 0,0 1-573,-1 3 1,-1 0 320,-1 1 0,-1 0-344,1-1 0,-1-2-874,1-3 1,1-2-1452,1-6 0,1-3 2257,-4 12 1,7-21-1,2-15 1</inkml:trace>
  <inkml:trace contextRef="#ctx0" brushRef="#br0" timeOffset="111865">13612 15757 8450,'0'-9'9225,"0"2"-8284,-9-28 0,-4-6 330,1 8-918,-2-14 0,4 0-96,11 15-145,22 1-33,30 1-1004,-12 15 1,6 2 938,12-2 0,4 2-3,-14 4 0,1 1 1,2-1 1,4 0 0,2 1 1,-1-1-5,4 1 0,1-1 1,0 1-6,-14 1 0,0 0 0,1 1 0,0 0-466,2-1 1,1 0-1,0 1 1,1 0 455,2-1 1,0 0-1,0 1 1,1 0 2,1 0 0,0 0 0,1 0 0,-1 0 3,1 1 0,1-1 0,-1 0 0,-1 1-3,-1 0 0,0 1 1,-1-1-1,0 1 7,-2 1 0,0-1 1,-1 1-1,-1 0-446,13 0 0,-1 0 0,-1 1 443,-6 1 1,0 0 0,-3 0-195,-5 1 0,-1-1 1,-2 1 192,12 1 0,-4 0 277,-12 1 0,-3 0-193,14 5 1889,-20 2-1682,-10 2 1846,-4 1-1756,1 3-308,-5-4 1192,4 6-1148,-8-2 461,-1 9-426,-4 8-7,-9 7-22,-8 11-5,-7 10-414,8-25 0,-1 1 332,1 3 1,0 2-6,2 2 0,0 1-15,2 2 1,0 1-17,1 1 0,0 0 0,0 1 0,-3-2 31,-2-1 0,-4-2 14,-5-3 0,-6-3-9,-7-4 0,-5-3-16,-10-3 0,-4-3-376,12-10 0,-2-3 1,-1-1 375,-5 0 1,-1-3-1,-2-1-613,-4-1 1,-1-2 0,-1-1 607,-4-3 0,0-2 0,-1 0-7,13-1 0,0-1 1,0 0-1,-1-1-11,0-1 0,0-1 1,0-1-1,0 1 5,0-1 1,-1 0 0,1 0 0,0-1 4,0 1 0,0 0 0,0 0 0,0 0-6,0 1 1,-1 0-1,1 0 1,-1 0 2,0 2 0,-1-1 0,1 2 1,-1-1 3,-1 1 0,0 1 1,-1 0-1,1 1-7,0 0 1,0 0-1,-1 1 1,0 0-1,-6 1 0,-2 1 1,1 0-1,5 1-5,2-1 1,4 0-1,-1 1-11,-9 1 0,-1 1 0,8 1-147,14-1 0,4 0-124,-2 1 1,2 0-1378,-6-1-3093,25-5 4756,16-4 0,2 0 0,2 0 0</inkml:trace>
  <inkml:trace contextRef="#ctx0" brushRef="#br0" timeOffset="112523">14319 15825 23791,'13'-41'45,"2"11"-34,-5 34 12,-1 2-1,-5-1 96,-2-1 95,-4-2-12,-5-1-33,-3-1-17,-4-5 51,-1-9-157,6-1 33,3-12-33,9 6-17,5-5-17,8 4-5,6 6 22,4 6-17,3 5-17,1 4 6,-1 8-16,-3 11 21,-13 15-10,-9-3 5,-13 4 0,-21-2-28,-12 5-142,12-14 1,-4 2 161,-10 5 0,-2 0-369,8-6 0,0-2 380,2 0 0,2-2 58,-14 1 68,24-13 57,3-7-153,12-3 7,9-7 262,4 4-296,11-1-1,18 5-22,9 0 17,6 1-64,-10-1 0,0 2 432,6 0-581,-1 0 0,0 0-733,15 2-1861,-16-1 1,-1 0 2806,16-3 0,-12 1 0,-30-1 0</inkml:trace>
  <inkml:trace contextRef="#ctx0" brushRef="#br0" timeOffset="112765">14838 15691 21164,'4'-57'1436,"0"0"0,0 6 0,-3 11-1078,-3 22-296,0 11-12,0 7 46,-1 22-35,0 7-22,0 24-16,1 6-12,0-9-17,1-14 1,-2 2-470,-3 7 1,-1 1 283,-1 2 1,-1 1-236,-3 8 0,0 0-1319,2-6 1,1-4-1219,-2 14 2963,10-1 0,2-47 0,3-2 0</inkml:trace>
  <inkml:trace contextRef="#ctx0" brushRef="#br0" timeOffset="113988">15083 15863 24217,'2'-37'389,"0"-1"0,3-14-344,-3 60-11,2 9 22,0 9 5,1 7-21,1 26-46,-4-19 51,0 23 22,-3-34-3341,-2 6 3386,0-19 286,-4-10-157,2-19-180,1 1 74,3-21-29,8 0-84,0 0 6,6 4 0,3 1 6,11-8-23,15-11-5,-6 23 11,0 10-29,-10 9 3399,12 8-3410,-12 7 7,11 10-1,-10 8 6,-9-2-34,1 9-134,-2-1-34,6-2 22,5-3 35,7-17 139,-11-10 28,4-6 39,-5-18 6,-5-1 23,4-13 27,-13 4 6,-3 1 0,-4 4-11,-1 3-23,-2 2-5,-1 6 0,-2 3-28,0 5-34,1 3-11,-1 5-17,-4 7 17,-4 8 11,-3 10-11,2 8 0,5 5-16,6 0-7,12-2-50,19-2 45,-4-13-78,21-4-12,-10-16 46,11-8 32,-1-8 29,-5-11 11,-7-8 17,-6-6 0,-7-6 11,-3-1 33,-3 4 46,-4 10 16,-3 11-11,-4 9-56,-3 8-56,0 3 0,-3 8 17,-5 5-12,1 4 12,-13 24-28,2-4 11,-3 9-22,-10 10 5,6-16 11,-12 12 40,8-21 11,4-14-6,8-16 17,6-16 33,5-15-44,6-10-34,7-5 40,8 0-6,5 6-23,3 12-16,-2 11-6,-1 11 11,0 8 0,3 10 0,1 8-5,-1 11-6,-4 4-6,-5 4 12,-2-4-6,-1-1-39,3-7 27,6-7 12,7-8 34,6-9-6,4-11-28,1-11 11,-3-11-5,-4-14-12,-5-11-174,-15 24 0,-2 0 194,-1-1 0,-2 0 59,3-28-17,-8 9 39,-8 9-16,-5 8-18,-3 10 6,2 9-39,3 9 370,3 6-398,0 8 58,-2 8-58,-1 15-12,3 11 1,2 9 11,5 5-31,4-20 1,2 0-32,3 14-87,2-15 1,1-1-793,7 8-1781,3 4 2722,-4-12 0,-9-16 0,-5-9 0</inkml:trace>
  <inkml:trace contextRef="#ctx0" brushRef="#br0" timeOffset="114149">16236 15635 17826,'-3'-2'5713,"0"1"-4397,3 1-1243,82-25-1521,-28 18 969,7-6 1,2 0-206,-21 11 1,-5 2 0,6-1 0,-6 0 0</inkml:trace>
  <inkml:trace contextRef="#ctx0" brushRef="#br0" timeOffset="115182">19732 15578 15160,'-2'-4'4918,"1"1"-2784,1 3-1697,2-65-241,5 45-45,-1-17 0,4 2 40,12 26-90,9-2-40,1 4-33,2 3 0,13 6-22,-4 7-6,-1 2-23,-4 13-5,-13 2-16,1 22 49,-13-5-16,-17 9 5,-7-21-22,-21 5 23,-4-10 10,-13 7 18,-1-6 33,-5-5-34,19-11 79,-7-4 235,12-15-28,5-3-34,4-9-22,26-4-201,7 7-18,11 0 12,10 10-17,6 4-11,13 4-20,-19 7 0,0 5-8,21 15-272,-5 8 255,-11 11-33,-18-5-85,-9 20-33,-24-14-79,-25 1 90,-4-25-118,11-14 1,-3-2-458,4-4 1,-2-2-1652,-9-3 0,-2-3 2394,5-1 0,3-2 0,-12-4 0,22 1 0</inkml:trace>
  <inkml:trace contextRef="#ctx0" brushRef="#br0" timeOffset="116365">19330 15458 18592,'12'-52'843,"1"-1"0,-1 0 0,1-6 0,-1 5-538,-3 16 0,-2 7 732,-3 10-1014,-4 20 403,-12 54-398,5-10 0,-1 3-501,-2 2 0,1 1 473,-1 4 0,1 1 0,0-14 0,0 2 0,0 0-21,-2 4 1,-1 1-1,1-1-2,-1 0 1,1 0 0,-1 0-40,-1 4 1,-1-1-1,2-5-22,1-4 0,2-3-55,-1 4 1,1-2 150,0 8-52,6-23-77,10-36 72,6-17 39,-1 0 1,0-4-455,2-6 0,1-2 485,2-8 1,-1-3-7,3-4 1,-1-2-4,-5 17 1,-1 0 0,0 1-6,3-7 1,-1-2 25,-2 5 0,-1-2 1,-2 3-5,-3 0 1,0 1 2,1-18 1,-2 1-15,-4 25 1,-1 2 454,-1-11 1,0 1-417,2-5 587,10-13-643,14 34-5,22 13 3,-1 14 0,3 4-415,-11-2 1,1 1 415,5 3 0,5 1 0,0 1-19,4 1 0,1 1 0,-1 0-277,-8-2 1,-1-1 0,4 2 279,3 0 1,6 2 0,-2-1 0,-5-1 2,5 1 1,0-1-13,1 0 0,8 0 0,1 0 0,-4-1-4,-1-2 1,-4-2 0,5 1-329,-13-1 0,3-1 1,2 1-1,-1-1 1,-3-1 342,17 0 1,-4-2 0,0 0 16,-5-2 1,-1-1-1,-1 0-171,-5 0 0,-1-1 0,-1 0 183,14-3 1,-4-1-3,-17 3 0,-3-2 50,0-2 0,-3-1 500,2-3-522,12-5-90,-9 6 1404,3 4-1359,2 4 0,-3 5 2308,-3 5-2308,-15-1-6,-8 1 987,-12-2-953,-4-1-5,0 1 5,1 2-6,0 2 6,-1 7 11,0 7 1,-7 9 4,-6 10 7,-9 9-420,7-20 0,0 1 405,-3 4 1,0 2-6,-1 4 0,0 0-31,4-7 0,0 2-10,1 2 1,1 3 0,1 0-17,-1 6 1,1 2-544,1-2 0,-1 4 0,2-3 569,0 1 0,0 0-2,-2-1 0,-1 3 0,-1-6-335,3-10 0,-4-2 335,-10 10 0,-6 5 0,-2-9-7,-5-11 1,-4-5-362,1-1 0,-4 1 0,0-5 377,1-6 1,0-3-1,-1-3-7,-4 0 0,0-1 0,-2-2 0,-3-2 0,-1-1 0,-3-1-407,1-2 0,-4-2 1,0 0-1,4 0 412,-1 0 1,4 0 0,-4 0 0,9-1 1,-5 0 0,-1-1 0,2 1 0,2 0 112,-11-1 1,3 0-1,-5 0-114,10 2 1,-5-1 0,-2 0-1,2 0 1,4 1-188,5 0 1,4 0 0,-1 0 0,-2 1 183,-12-2 1,-4 1 0,1 0 0,7 0-5,9 1 0,5 0 0,-1 0 4,-7 1 0,-1 0 1,2 0-3,-13-1 0,4 1 790,11 2 1,4 0-937,10 0 1,4 0-525,-9 1 670,22-6 0,11 4 0,6-4 0</inkml:trace>
  <inkml:trace contextRef="#ctx0" brushRef="#br0" timeOffset="116865">20652 15418 24385,'19'-31'241,"0"0"0,12-19-208,-31 57 57,0 12-12,0 17-11,-4 20-36,1-20 0,-1 2-405,-2 6 1,-1 1 378,-1 6 1,-1 1-570,-1 5 0,-1 0 555,-1 4 1,-1 0-6,-1 0 0,-1-1-9,0-2 1,-1-1-26,-1-5 1,-2-2-366,1-5 1,-1-3-75,-1-6 0,0-2-3747,-16 17 4234,10-19 0,12-15 0,8-11 0</inkml:trace>
  <inkml:trace contextRef="#ctx0" brushRef="#br0" timeOffset="117498">20693 15884 24010,'45'-12'437,"-10"22"-426,-33 23-6,-2 18 29,0-18-12,-3 6 6,0-7 56,-1-11 224,2-10 28,1-9-212,1-10-57,0-9 1,3-11 105,8-14-100,0 12 50,11-11-44,-3 18-23,6-1-40,0 8 7,-1 8-1,5 13 1,-10 1-46,9 15-27,-9 3 39,6 8 27,4 8-4,-9-14-7,8 4-10,-9-19 21,5-3 35,0-12-3370,3-18 3341,-9 1 68,7-23 5,-9 8-17,1-11 17,-5 3 23,-8 4-96,-6 17 12,-8 5 3375,-2 14-3409,-8 7-6,7 2 1,-5 13-12,9 3 11,-4 18-5,6-10-51,1 17-44,6-14-224,4 7-836,3 0-8204,14 2 246,-7-16 8276,6-1 0,-14-20 0,-2-2 0</inkml:trace>
  <inkml:trace contextRef="#ctx0" brushRef="#br0" timeOffset="118072">21486 16005 15378,'3'-6'8436,"-1"2"-7557,-2 4-319,28-62-369,-20 46-102,7-18 1,-2 6-73,-13 27 11,-6 9-6,-1-1-16,-23 18-40,-3-7 18,-9 4-12,-13-5 22,9-7 56,-5-2 57,18-10-74,20-3 23,22-7 6,11 1 33,20-1-61,-11 5 16,10 3-89,-10 11 28,-5 0 11,4 14 22,-10 1-16,6 8-12,10 9 12,-1-9-6,0-3 5,-3-13 18,-7-11 10,4-6 40,-1-13-45,-11 1 101,1-16-84,-11 16-6,1-14 11,-4 8 85,1-14-74,0 0-10,-1-11-23,-2 11 50,0-22 6,0 21 45,-3-12 5,0 23-22,-2 11-61,2 7 16,1 4-17,1 3-78,1-1-5,0 4 33,0 1 0,0 14 0,5 9-6,4 19-61,3 11-381,-4-17 0,-1 1-995,0-4 1,-2-1-3474,2 5 1,-1-2 3319,1 5 0,-3-17 1,-3-21-1</inkml:trace>
  <inkml:trace contextRef="#ctx0" brushRef="#br0" timeOffset="118249">21720 15870 12909,'0'-5'7958,"0"2"-5946,0 3-2102,26-42-582,-10 32-600,19-30 1272,-9 46 0,-17-2 0,5 1 0</inkml:trace>
  <inkml:trace contextRef="#ctx0" brushRef="#br0" timeOffset="119382">23923 15669 18700,'3'-7'3747,"0"1"-2912,-3 6-113,0 0-677,42-53 89,-39 54-16,23-28-62,-53 75-42,9-17 0,-1 0-14,-1 5 0,-1 1-290,-1 2 0,2 2-7,0 1 0,2 1-1136,0 2 1,3 0-1624,2 0 1,3 0 3055,2-7 0,1-3 0,0 9 0,5-22 0</inkml:trace>
  <inkml:trace contextRef="#ctx0" brushRef="#br0" timeOffset="120383">23939 15546 8741,'-3'-2'7612,"0"1"-5137,3 1-2222,63-30-1166,-30 23 0,4 1 1017,7-5 1,6-2 0,0 2-418,-2 6 1,1 3 0,1 1 355,4-1 0,1 0 0,5 1-43,-9 0 0,4 1 0,3-1 0,-3 1 0,-3-1-596,6 1 1,-3 0-1,2 0 594,0 0 1,3 0 0,-1 0 0,-4 0-5,-5 0 0,-3 0 1,3 0 13,7 1 1,4-1-1,3 0 1,-4 0 6,-6 0 0,-1-1 1,-1 0-1,3-1-345,-2 1 1,4 0-1,-1-1 1,-2 0 0,-6-1 330,-1 0 1,-5-1 0,-1-1 132,16-2 1,-3 0-118,-5-1 0,-1 0 2,-1 1 1,2-1 188,7 0 1,1-1-80,-6 2 0,-3 1 95,-7 1 0,-3 1 2231,23-1-2074,-18 4 17,-4 7-297,-16-2 397,5 9-336,-10-4 667,11 7-751,-6-3-55,-1 0 49,-6-3 57,-7-1 3470,0 3-3302,-3 9-230,-3-4 45,-3 15-28,-7-2-5,-15 22-567,2-14 522,0-7 0,-2 1 27,-17 18-53,12-16 1,-2 1-1,-2 2 1,-1 2-8,3-6 1,-1 2 0,1 0-695,-9 12 1,0 0 690,8-9 0,-1 2 1,3-3 3,1 0 1,1 0-3,-3 7 0,3 1-134,7-12 0,2 2 140,-6 13 0,1-1-6,8-16 0,1-1 33,-6 12 1,0-5 11,1-11 27,-23 15 1,-1-27-31,12-8 0,-3-1-142,-7-4 0,-4-4 124,0-2 0,-3-3 1,3 1 32,-7-2 1,0-1-55,-2-2 1,-4-2 0,2 0-2,13 3 0,3 0 0,-3 0 5,-10-3 0,-3-2 1,-2 0 1,4 2 1,-3-1 0,-1 0 0,2 0-481,3 0 1,1 2-1,0-1 1,-2-1 475,1 2 1,-3-2 0,0 1-1,1 0 1,3 1-4,3 1 1,3 0 0,0 0 0,-2 0 2,-13-2 1,-3-2 0,0 1 0,3 1-8,11 3 1,2 1-1,0 0 1,-4 0 4,-5 1 0,-4-1 1,-2 1-1,3 0 1,5 1-6,-5 0 0,6 0 0,-1 1 0,-6 2 0,-1 0 1,10 2-39,-11 3-167,7 0-1562,-7-5 550,27 0 1219,10-12 0,21 11 0,3-6 0</inkml:trace>
  <inkml:trace contextRef="#ctx0" brushRef="#br0" timeOffset="121082">24513 16005 13810,'-5'-9'7550,"1"2"-6171,4 7 788,0 0-1764,32-65-122,-24 45-189,10-16 0,-4 4 9,-14 26-84,0 4-140,-1 1 72,-3 5 74,-8 6-18,-7 7-5,-9 9 0,4-3 23,-12 15-6,17-11-23,-4 9 34,17-11 34,12-6-23,3-7 39,26-6-67,-11-4 20,7-4 0,3-3 8,10-6-17,-13 2 1,1-2 16,5-5 68,10-9-46,-21 10-22,6-3-27,-19 11 4,-6 4-32,-6 7 27,-1 7 0,-3 3 0,-6 14 0,-5 3-22,-9 12-11,-2 3-12,-1 2-78,3 1-818,3 9 213,9-19-2212,5 10 2929,17-30 0,-8-3 0,9-9 0</inkml:trace>
  <inkml:trace contextRef="#ctx0" brushRef="#br0" timeOffset="121322">24964 16005 16228,'22'-41'1604,"-1"0"1,1 0 0,8-15 0,-2 7-1110,-10 20 1,-1 4 321,9-10-309,-11 14-379,-8 13-60,-7 10 37,-7 11-2,-5 14-30,-12 17-63,9-15 0,-1 2-389,-4 5 1,0 2 357,-2 5 1,-1 1-32,-2 4 1,1 1-96,-2 1 1,1 2-191,6-12 0,1 1 0,0-3 16,0 2 1,2-2-1065,-1 7 1,4-3 1383,11-5 0,0-11 0,4-10 0</inkml:trace>
  <inkml:trace contextRef="#ctx0" brushRef="#br0" timeOffset="122522">25304 15981 16560,'3'-6'5770,"0"2"-4572,-3 4-1103,10-29-61,-11 40 16,5-14 1,-15 51-12,-3 3-28,-1 2-5,0-5 44,-1-8 107,3-7 50,4-15 516,3-7-56,7-20-595,7-10 7,6-14-40,2 2 107,9-10 100,3 2-179,-4 7 40,6 0-79,-16 21-28,0 3-6,-3 5 12,0 12-40,0 8 23,1 12 44,-1 7-21,1 3-35,2 0-5,3-3-28,7-6-5,3-9 33,5-10 16,4-11 29,2-11-6,0-11 12,-1-9 22,-4-7-23,-4-5 34,-6-2 45,-7 4-45,-8 8-39,-6 10-12,-7 8-16,-5 8-11,-4 4 22,-4 7 0,0 7-6,-1 10 0,0 11-5,3 5-6,3 6-11,7 0-28,7 0 0,9-3-95,9-5-174,9-8-44,8-10 27,16-14 302,-16-7 7,17-15 55,-21-3 29,8-10 55,-6-1 35,-5 0 21,-7 6 62,-7 6-39,-6 7-140,-6 8-90,-1 4 17,-6 3 39,-6 7 11,-10 6-22,-9 8-11,-9 6 22,-6 2-1707,12-10 0,1-1 1702,-12 6-814,12-9 0,5-1 904,10-8 100,-1-2-129,30-25-67,-3 4 22,20-20 17,-2 10-5,9-5 2511,-1 5-2529,-6 9 2582,-6 7-2615,-6 6-11,-4 11 6,-2 8 22,0 11 0,-2 7 0,1 3 0,3-1-17,4-3 17,6-5 11,7-9 17,5-7-3398,11-21 3370,-13-1-54,9-23 87,-16-3-25,-11 10 1,1-3-236,0-5 0,-2-2 258,1-4 0,0-3 30,0-8 1,-1 0-40,-5 17 1,0 1-987,1-8 0,-3 5 1020,-3 15 2074,-1-3-2254,-4 21 97,-3 5 27,-1 4 474,-8 13-474,-2 10-20,1-1 1,0 4 2,-1 8 0,1 0 0,1-4 1,1 0-10,2-1 1,2 0-81,3 18-250,5 0-131,6 7-1060,6-13-3382,6-16 4378,-3-16 1,-6-9 0,-4-5-1</inkml:trace>
  <inkml:trace contextRef="#ctx0" brushRef="#br0" timeOffset="122699">26228 15995 23707,'43'-13'829,"5"3"-829,-16 9 0,1 1-638,21-3-482,-4 0 1120,-11-5 0,-26 5 0,3-1 0</inkml:trace>
  <inkml:trace contextRef="#ctx0" brushRef="#br0" timeOffset="124616">10614 15789 13463,'-3'-3'3747,"1"1"-2515,2 2-386,27-83-2580,5 34 1896,-13 10 1,3-6 0,2 5 16,12 1 0,2 5-39,5-4 0,3 0-63,2 2 1,4 0 9,-6 9 1,2-1 0,-3 3-339,4-2 1,1 2 280,0 1 0,5 0 0,-3 2-21,-11 6 0,-1 2 1,2-1-543,13-3 1,3 0 0,1 0 532,-12 6 0,0-1 0,1 1 0,1 1 3,2 0 0,1 0 0,1 1 0,2 1-1,-2 2 0,3-1 0,2 2 1,-1 0-1,-2 1-336,6-1 1,-1 2-1,0 0 1,-1 0 333,-1 1 0,0 0 0,0 1 0,-3 1 2,11 2 0,-2 2 0,-4 1-209,-15 1 0,-3 0 0,1 2 207,6 1 0,1 1 0,-2 2 46,12 7 1,-4 3-59,-9 1 1,-3 2 386,-6 2 1,-3 2-379,-3 0 0,-1 1 3,0 0 0,-1-1 6,-1 0 0,-1 0 1065,-2-4 0,-1 0-1037,12 17 1806,-15-11-1509,-13-9 1038,-13-11-1133,-7-5 586,-8-9-699,-6-5-16,-14-12-85,11 7 23,-16-7-11,11 10 174,-8-1-197,-1 2-5,1 1 22,-1 3-22,-1-1 5,-5 2 6,-4 1-23,-1 2 17,2 1 17,9 2 6,10 0-1,14 1 40,10-1 73,5-1-96,4 2 90,3 2 28,5 6-33,10 5 5,9 4-17,13-1-39,14-2-309,-20-9 1,2-1 252,5-1 0,3-2-443,3 0 0,1-2 432,2-1-1,1-1 6,-1-2 1,-1-1 8,-2-2 0,-1-2-69,-4-1 0,-2-4 105,-6-1 0,-1-3 11,-6-2 1,-3-2 151,13-28 67,-15-3 34,-10 0-79,-7 5-112,-5 7-84,-2 9-51,0 10 395,-1 9-4041,2 15-5080,-1 3 8721,1 6 0,0-7 0,0-2 0</inkml:trace>
  <inkml:trace contextRef="#ctx0" brushRef="#br0" timeOffset="125955">16258 15772 20151,'11'-53'397,"0"1"1,0 0 0,3 3 0,2 1-1,5 5-330,18-3 1,7 5-979,-7 9 1,4 0 0,3 2 956,-5 5 0,2 1 0,1 0 0,2 1-28,1-1 0,1 0 1,1 0-1,2 0-499,-4 3 0,3 0 0,0 1 1,0 0-1,-2 1 489,8 0 1,-1 1-1,0 2 1,-3 1-6,6-2 1,-1 1 0,1 1-2,-5 3 1,2 0 0,2 0 0,-1 2-238,5 1 0,1 2 0,0 1 0,-1-1 233,-10 1 1,-3 0 0,2 1-1,4 0 1,-2 2 0,5 0 0,2 0 0,-1 1 0,-2 1 1,-5 0-433,13 2 0,-5 2 1,0-1 432,-6-1 0,2 1 0,0-1 0,-3 2 49,6 1 1,-2 2-1,-2 0-53,-8 0 0,-2 1 1,0 0-7,-2 0 1,0 1 0,0 0-22,19 7 0,-5 2 548,-19-1 0,-4 3-565,-5 3 1,-4 2 1927,10 17-1942,-18-3 0,-3 2 34,-2 3 8,-3 7 1,-1 0 8,-4 2 14,-3-16 0,-1-1 2917,-4 1-2808,-12-4 1083,-7-15-988,-25 1-101,3-8-5,-15-3 212,20-5-246,-13-1-11,9 0 16,8 0 1,-1-2 8,6-1 1,0-1 30,-8-2 0,1-2 22,-13-8 98,14-1 1,0-4 2,9 0 0,1 0-168,-1 0 1,1 0 178,-13-23-55,28 20-45,3-3-84,6 9 264,4 4-237,0 6-145,0 3-11,0 4 67,1 10 11,3 7 6,7 12 50,18 10-44,-4-11-4,0-8 1,4-2 19,27 3-14,-15-10 1,0 0-233,-6-4 0,2-1 263,20-1 0,1-5-385,-19-3 1,0-3 372,16-2 1,-1-4 0,-14-5 0,-4-2-31,-7 3 0,-3-1 14,2-7 0,-1-3-222,-1-3 1,-1-1 223,-5 6 1,0 0-8,17-25-23,-24 29-23,-6 11-16,-1 3-431,-4 3-1851,-1 5 2321,-1 4 0,0-3 0,0 3 0</inkml:trace>
  <inkml:trace contextRef="#ctx0" brushRef="#br0" timeOffset="127182">21810 15689 13009,'0'-3'4341,"0"0"-3327,0 3-353,59-78-1723,-38 53 0,3-1 1177,8-12 1,5-5 0,0 3 10,7 0 0,3 4-61,-11 9 1,1 0-1,2 0 8,4 1-1,1 0 1,3 2-653,-4 4 0,4 1 0,0 1 0,-3 2 615,-1 0 1,-2 1 0,2 2 18,16-2 0,3 2 0,-5 3 67,1 4 0,-2 2-108,-10 1 0,2 1 0,-1 1-6,-2 2 1,-1 1-1,0 1-13,18 4 1,-1 1-98,-4 2 0,1 3 105,-14-1 0,1 1 0,-2 0 155,1 0 0,-1 1-152,17 8 1,-1 1 2,-24-7 1,-1 2-9,7 4 0,-1 2 2,-4 1 1,-2 1 1080,-4 1 1,-1 1-1095,-4 0 0,-2 3-28,-1 5 0,-3-1 22,3 13 11,-13-16 1,-5-1 1214,-12 5-1209,-8 10 22,-12-2 51,-7-3 28,-7-6 39,-3-7 45,-2-8 50,4-10 399,6-5-287,-1-13-263,16 2 882,-12-15-809,7-1-2840,-24-14 2773,13 10 33,10 8 0,1 1 213,-3-3 56,0-1-89,13 7-141,10 5-83,6 5-427,1 3 3735,0 12-3359,1 4 22,7 13 12,10 1-17,15 2-23,-3-13 0,3-1-16,17 7-355,-8-10 1,2-3 384,-10-5 1,0-3 19,9 0 0,1-2 11,-1-4 0,-1-3 3,-1-3 0,-1-3-11,-2-4 0,-2-3-11,-4-2 0,-1-3-48,-5 1 1,-2-2 89,12-24-29,-14 4-10,-9 5-40,-6 6-45,-3 8-275,-3 8 102,0 9-2683,-7 9 2918,-11 13 0,7-7 1,-5 6-1</inkml:trace>
  <inkml:trace contextRef="#ctx0" brushRef="#br0" timeOffset="130539">25328 16451 17350,'2'-9'2515,"-1"1"-2106,-1 8 16,-1 0-173,-5 1 28,-7 2-106,-12 2-90,-1 1 123,-26 9-128,6 0-49,11-3 1,-1 0-6,4 0 1,-1 0 10,-9 4 0,0 0-569,-15 7 575,16-6 0,1-1 31,-17 9-34,19-10 1,-1 0-444,-3 1 1,-1 0 434,-3 0 0,-1 0-14,-3 0 0,-1 0-1,6-3 1,-2 1 0,3-1-6,-2 1 0,-1 0 2,3-2 0,-3 2 1,3-2 5,-2 1 1,2 0-522,-15 2 0,-2 1 513,1-1 1,-2-1-352,20-5 1,-1-1 0,-1 0 348,0 0 1,-1-1-1,0-1 4,-1 0 0,-1 0 0,-1-1-628,-13 1 1,-1-1 0,2-1 623,17 0 1,2-1-1,-3-1-2,-18 2 1,-3-1 0,2 0-161,17-1 0,2 0 0,-2-1 160,-13 1 1,-3 0-1,0 0 6,0-1 0,-1 0 0,0 0-3,15 0 0,-1-1 0,1 1 0,-1-1-159,0 1 1,-1-1-1,1 0 1,-1 0 156,0 0 0,-1 0 1,0 0-1,0 0-3,-1-1 1,0 0 0,0 0 0,-1 0 3,0 0 1,-1 0 0,0-1 0,1 0-6,-2 0 0,0 0 0,-1 0 1,1 0-161,-2-1 0,1 0 1,-1 0-1,-1 0 163,0 0 0,0 0 0,0 0 0,0 0-2,-2-1 1,1 1 0,-1-1 0,1 1-6,-1-1 0,-1 0 0,1 1 0,0-1 7,-1 1 0,1-1 0,-1 1 0,1-1 91,-1 1 0,1-1 0,0 1 1,-1-1-90,1 1 1,0 0 0,0-1 0,1 1-6,-1 0 0,1-1 0,1 1 1,-1 0 3,1-1 0,0 1 1,0-1-1,0 1-7,0-1 1,1 0-1,0 1 1,0-1 2,0-1 0,-1 1 0,1-1 0,-1 1 3,1-1 0,-1 0 0,0 0 0,0 0-2,0 0 1,-1 0 0,0 0 0,0 0-5,0-1 1,-1 1-1,1 0 0,-1 0-4,0 0 0,0 0 1,1 0-1,-1 0 7,1-1 0,0 1 1,-1 0-1,2-1 1,-1 1 1,1-1 0,1 1-1,-1-1-2,2 1 0,1-1 0,-1 1 0,1-1-2,2 1 0,0 0 1,0-1-1,0 1 2,2 0 0,0 0-1,0 0 1,0 0-33,2 0 0,0 0 0,0 1 0,1-1 33,0 0 0,1 1 0,-1 0 0,1 0 0,-15-2 1,1 1 0,-1 0-3,1 1 1,-1-1 0,1 1-10,-1 1 1,1-1 0,-1 1 1,1 0 1,-1 0-1,1 1 6,0-1 0,-1 1 0,1 0 2,0 1 0,0-1 0,0 1-1,1 0 1,0 0 0,0 0 0,0 0 0,1 0 0,0 0 123,1 0 1,2 0-1,-1 0-125,2 0 0,0 0 0,0 0 5,2 0 1,-1-1 0,1 1-8,1-1 0,0 1 1,-1 0 1,2 0 0,-1 0 0,1 0 3,1 0 1,-1 0 0,1 1-1,1 1 1,1 0 0,-1 0-12,1 0 1,1 0 0,0 1-1,0 0 1,1 1-1,-1-1 10,1 1 0,1 0 0,-1 1-1,1-1 1,1 0 0,0 1-2,1-1 0,0 1 0,1 0 613,-18 1 0,-1 1-619,15-1 0,-2 0 1,4 0 5,-2 0 0,0 0 526,-17 2 0,1 0-526,21-1 0,0 0 0,-10 1 0,-3 1 2,2 1 1,-1 1-6,2 0 1,-1 1-7,2 0 1,0 2-1,1-2 1,3 0 2,10-1 1,0-1-4,-11 3 1,0-1 761,15-3 0,1 1-751,-14 2 1,0 1-775,10-2 0,2 0 766,-1 0 1,1 1 13,1 1 1,0 0 30,-1 1 1,0 0-43,0 1 1,0 0-7,0 1 1,-1-1-4,1 0 1,0-1 8,1 0 1,0 0-1529,-27 8 1548,7-4 11,8-4 50,15-5-78,-2-1-11,13-1 2229,-8 4-2218,4 1 191,-4 3-168,-5 1 3391,-1-1-3375,-1-2 51,4-2 95,-1-6-112,12-3 16,-2-7-38,11-2 27,-4-4-5,2 1-73,-3 2 11,-3 1 23,-4 1-6,-5-1 11,-1 0 11,1-2 6,5-5 6,3-3-1,2-4-16,2-4-22,1-2 16,0-1 6,0 1-12,0 2 12,0 3 5,0-2-16,3 9 33,0-4-39,4 6 11,-1-2 40,1-2 27,-1 0-100,3 6 39,0 0-23,2 8-22,1 1-28,1 1-291,0 2 319,1 6 5,2 2 7,3 7-1,1 1-34,0 14 46,-4-6 5,-9 20-23,-7-3-16,-10 12 8,9-25 1,-1 1 7,-3 3 1,0-2-6,-6 10 45,-3 3-17,18-29 72,1-2 433,4-9-421,1-11-67,-3-10-12,-2-12 23,-1-9-3408,2 6 3380,2-2-24,3-4 47,1-4 33,0-11-34,5 5-5,1 7 28,7 4-51,-1 14-16,0 5 3372,-5 11-3390,-1 5 22,-3 1-55,2 1 45,1 3-6,4 3 6,1 0 28,6 1-5,-1-4-12,13 0 6,-4-6 22,3 1 11,-12-3-27,-6 2 5,-5 2 5,-3 1-212,-1 1 174,1 4 21,-1 1-16,1 1 6,0-2 11,1-2-12,0 0-10,0-2-253,-1 2-380,0 0-3093,6 0 3731,3 2 0,-1-3 0,-2 0 0</inkml:trace>
  <inkml:trace contextRef="#ctx0" brushRef="#br0" timeOffset="137074">9850 16923 7408,'3'-3'1927,"-1"0"436,-2 3-1881,32-20 84,-21 15 73,24-16 296,-31 25-706,-2-2 191,0 4-44,1-1 61,0 0 252,2-1 190,4-1 79,8-2-779,-4-1 140,9-1 1,-7-2-3438,3 0 3180,-7 1 72,-1 1 102,-7 0 161,5-1 68,5-4 16,13-5-100,12-5-146,10-3-50,5 0 1,-3 1-18,-9 3 3397,-10 5-3329,-13 3 100,-9 4-17,-6 2-196,-6 1-112,-6 3 12,-5 1 10,-4 5-16,0 1-34,2 0 23,2 1 5,1-2-5,3 0 10,1-2-16,0-2 23,0-1-12,1-2 39,-29 0-38,13-2 16,-26 1-28,26 0 0,0 0-40,2 2 24,0 1 10,-6 4 23,6 0 5,3 2-27,4-2-7,-2 0 35,6-3-12,-4 3-5,3-3-1,2-1 12,0 0-28,7-3-28,0-1 134,3 1-50,12-8-29,7-3 12,17-9-5,6 0-12,2 2-11,-3 3 0,-8 6-22,-12 4-1,-9 2 51,-9 6-11,-4 2-17,-3 3 17,-2 0 16,-1-1-21,2-4-12,2-2-129,3-1-426,7-1-2816,7-4 2523,5-1 0,-4 0 0,-6 2 0</inkml:trace>
  <inkml:trace contextRef="#ctx0" brushRef="#br0" timeOffset="209281">10564 16374 24575,'16'0'0,"-3"0"0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9T13:56:39.37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914 2254 14219,'-1'-6'5607,"1"2"-4949,-7-31 0,0-10 221,3 6-534,-3-11 0,0 1 433,7 16-632,0 15-74,0 8-60,-3 19 66,-5 13 17,-10 22 44,5-13 1,-1 2-324,-2 6 0,0 1 200,-1 3 1,1 1-14,3-1 0,2-1 8,3-3 0,2-1 0,4-4 1,3-3-23,9 20 11,7-13-134,5-15 296,2-11 96,1-15-40,2-11-10,1-14 440,1-7-462,-4-3-46,-3 4-56,-5 8-23,-7 10-44,-3 8 0,-4 7-23,0 8 6,1 9 34,2 11-23,1 10-22,1 8-34,4 4-123,4 6-757,6 4-1016,-8-27 1,2-1 1940,4 0 0,-1-1 0,4 4 0,0-9 0</inkml:trace>
  <inkml:trace contextRef="#ctx0" brushRef="#br0" timeOffset="173">1667 2582 26889,'-27'-20'-264,"-1"0"1,-15-10-1815,50 36 2078,10 5 0,-6-4 0,3 1 0</inkml:trace>
  <inkml:trace contextRef="#ctx0" brushRef="#br0" timeOffset="1790">3153 2660 16678,'-7'-46'1317,"1"0"1,-1 1 0,-6-21-1,-6 11-991,-15 15-186,-14 13-95,14 23-3,2 15 0,-1 6-381,-3 8 361,0 5 1,-1 7-659,7 6 0,3 3 644,-1 3 1,1 3-9,8-11 0,1 1 0,4 0-20,0 9 1,5-3 2,2-12 0,5-1-59,10 3 0,6-5 31,18-6 70,4-15 1,2-7-4,13-15-173,-18-3 1,-1-7 178,5-16 0,-3-6 8,-4 1 1,-1-4 0,-2 1 0,2-3 1,-3-2-412,-6 3 0,-3 0 0,0-1 394,-1-3 1,-1 0 0,-2 1-4,2-10 0,-1 1-1,-3 16 1,-1-1 0,-1 2 451,3-5 0,-1 2-415,0 5 1,-1 2-7,4-16-126,-10 39 383,-3 14-282,-5 17 17,-8 37-31,4-19 1,-1 1 540,-1 3 0,-1 4-547,2 0 0,0 4 0,0-1-630,1 7 0,1 0 630,1-12 0,0 3 0,1-1-10,3 4 1,1 0-1,3-5-201,3-4 0,2-2 197,1 13 1,5-4 0,18-5 45,6-22-2190,6-24 2162,-5-8-17,-4-10 0,0-5 448,-9 5 1,0-2-416,10-10 1,-1-2 7,-10 6 1,-4 2 329,9-14-260,-8 1 186,-13 19-196,-1 4 3119,-8 10-3231,-6 19 470,-1 1-464,-13 28 4,9-3-4,-4 19-12,12-4 16,11-2-10,9-4 11,11-10 22,6-11 28,2-12 34,0-15 11,-1-13 179,-3-27-78,-9-3-112,-7-3 61,-10-2-33,-7 7 17,-3-12 5,-3 4 0,-4 7 23,-2 10-79,3 14 11,-9 7-128,2 13-29,-10 8 12,3 13-34,0 14-167,6 11-516,8 10-1882,12 6 2666,8-25 0,3-1 0,-1 4 0,10-5 0</inkml:trace>
  <inkml:trace contextRef="#ctx0" brushRef="#br0" timeOffset="2140">4210 2590 23405,'-33'17'39,"-1"1"0,3 1 1,6 4-35,6 35-5,9-2 0,17-7 0,13-13 45,14-16 39,8-12 34,6-19-3382,0-14 3438,-2-14-71,-24 15 1,-2-1-57,-2-2 1,-2 0 193,10-29-135,-11 14 174,-6-12-173,-5 23-68,-2-8-45,-1 21 3147,-1 8-4441,0 7-1108,6 18 2408,5 5 0,-3 0 0,1-4 0</inkml:trace>
  <inkml:trace contextRef="#ctx0" brushRef="#br0" timeOffset="2623">4894 2244 22201,'1'-48'1111,"-1"0"0,0 6 0,1 7-848,-2 16-280,0 10-33,0 12 89,-1 12-28,1 19-17,-4 21 0,1-17 1,-1 2-544,-3 7 1,-1 3 551,-3 5 0,0 1-6,-2 1 0,-1 0 0,2-5 1,1-1-1,2-8 0,1-3 37,-3 14 150,7-25 119,3-19-74,2-19-83,0-15 0,4-18-40,4-11-39,5-6-34,-1 25 1,0 2-28,6-11 5,10-6 1092,-7 29-1114,7 1-6,4 10 45,9 18-28,-12 0 0,11 23 11,-15 1-39,1 18-6,-9 6-338,-16 6 363,-8-32 1,-6-1 0,-5-1 0,-4-1-4,-7-3 1,-4-4-12,-5-1 1,-2-3-37,-2-4 1,-1-3-94,1-2 1,0-4-210,5-2 0,2-4-1756,-18-10 2117,26-18 0,14 14 0,12-6 0</inkml:trace>
  <inkml:trace contextRef="#ctx0" brushRef="#br0" timeOffset="3024">5220 2936 25886,'18'-46'41,"0"-1"0,0 1 1,0-2-1,0 1 1,-2 0-31,2-13 0,-1 1-1094,-6 17 0,1-1 0,-1 1 1105,5-20 1,-1 2 13,-3 6 1,-1 3 379,-4 9 0,-1 3-248,0-18 582,-9 22-661,0 17-124,-3 13 12,3 8 1813,-2 19-1774,1 18-13,1-8 0,0 3-251,0 8 1,1 3 238,-1 6 1,0 1-566,1 5 1,0 0 419,2 0 0,1-1-202,4-3 1,4-1-485,2-6 0,6-3-207,3-7 0,5-6-1258,1-7 0,3-5 2305,2-8 0,-1-4 0,4-1 0,-5-8 0</inkml:trace>
  <inkml:trace contextRef="#ctx0" brushRef="#br0" timeOffset="3340">5828 2639 16000,'0'-4'7383,"0"1"-5344,0 3-1967,-45-8 1,37 12 0,-18-4-45,42 8 50,28-1-16,-4-10 28,12-8 69,-21-5 1,-3-2-43,6-7 23,-1-11 224,-26 13 454,-5-12-656,-1 11-27,-4-4 111,-4 17-190,2 6-28,-3-1-11,2 16 28,-5 14-45,-6 22-9,8-15 1,2 2-248,-1 7 0,3 1 135,4 5 1,4 0-794,3 5 0,4 0-551,5 1 1,3-1 1464,5 5 0,1-4 0,-10-22 0,-1-3 0,13 21 0</inkml:trace>
  <inkml:trace contextRef="#ctx0" brushRef="#br0" timeOffset="4534">7390 2473 21617,'-54'-20'308,"-1"1"0,4 3 1,5 12-175,4 37-92,20-10 0,2 4-524,0 5 0,2 2 479,3 3 0,2 3-14,4 0 1,4 1-21,3-1 1,5-1-68,4-3 1,5-2-85,4-4 1,5-3-49,4-4 0,4-5-33,4-5 1,2-4-57,1-6 0,1-4 45,2-6 0,-2-4 171,0-4 0,-3-3 137,-1-4 0,-2-1 70,-4-2 0,-3 0 469,14-25-7,-14 3-213,-11 14 1169,-7 0-597,-4 20-277,-1-1-378,-2 11 321,0 8-524,-3 6 69,-1 12-130,1 11 0,1 7-280,16 15-73,-3-17-1282,20 11-2818,-5-22 4261,1-1 1,-10-11-1,-8-9 1</inkml:trace>
  <inkml:trace contextRef="#ctx0" brushRef="#br0" timeOffset="4701">7842 2546 15272,'-1'-7'6687,"0"2"-6085,-21-23 1,-7-4-15,5 8-482,-8-12 1,3 3-225,15 22-285,6 4-162,14 13-3020,16 19 3585,1 1 0,1 1 0,-13-13 0</inkml:trace>
  <inkml:trace contextRef="#ctx0" brushRef="#br0" timeOffset="5607">7959 2657 21170,'-1'-5'4033,"1"1"-3232,0 4-807,0-40-10,18 44-24,7-22-16,15 60 6,-20-15 0,-3 2-20,-2 3 0,-4 2 5,-2 3 1,-3 0 16,-8 2 1,-3-1 52,-4 10 90,-18-7 40,4-34-1,-4-12-11,7-12-33,10-14-45,15-10-34,15-7-258,-3 22 0,3 1 199,4-2 1,3 2-88,4 1 1,3 1-102,2 2 1,2 2-300,2 1 0,2 3-227,0 2 1,0 0 63,0 3 1,0 1-365,-2 0 1,-2 2 109,-5 2 0,-3 0 795,15-1 795,-22 2 438,-17 0 694,-10-1 135,-6-3-489,-1-2 47,-2-2-740,4-1-263,1-1-152,3 0-118,2 3-84,2 2-78,1 3-84,0 4-95,-1 1 151,1 6 28,-1 0-33,1 5-7,-2-4 7,2-1 5,-1-1-6,0-3-319,1 0-291,4-1-605,4 0-549,8 1-274,2 2 156,-2 3 723,-5 2 857,-6 0 521,-4-2 672,0-2 1115,-1-3-1049,2-7-15,1 0-62,1-6-96,0 3-100,-2 1-107,0 2-77,-2 1-153,-1 2-162,-2 1-95,-3 1-39,-3 2-22,-5 5-7,-4 6 12,-5 10 23,-8 9-6,-5 9-26,15-16 1,1 1-105,-1 2 0,0 2 104,2 0 1,1 0-20,-10 27-11,14-8-1,16-11-27,15-8-34,15-10-207,13-7-448,15-6-1541,-13-9 1,2-2-547,-13 1 1,0-1 2149,17-5 0,-5-1 0,-17 3 0,0 0 0</inkml:trace>
  <inkml:trace contextRef="#ctx0" brushRef="#br0" timeOffset="5956">9165 2636 18257,'1'-5'5971,"0"1"-4749,-1 4-455,10-62-230,-8 40-352,4-12 0,-2 3-17,-5 24-168,-8 12-11,0 5 0,-19 21 27,1 8-5,9-12 1,0 3-10,3 0 1,3 3-14,2 5 0,3-1 0,4 12-28,16 10 44,12-34 1,4-1-6,29-9 0,0-22-3,-23 0 0,0-2-183,18-17 236,-11-16-27,-14 0 33,2-12 0,-10 1-11,-10 6 11,-6 7-40,-5 7-3533,-3 6 3232,1 12-1508,1 2-273,2 10 2066,1 0 0,-1 3 0,1 0 0</inkml:trace>
  <inkml:trace contextRef="#ctx0" brushRef="#br0" timeOffset="6350">9715 2919 26536,'25'-49'67,"-1"0"0,1 1 0,-1-5 1,-1 2-49,4-6 1,-2 1-1887,-11 13 1,-2 1 1874,0-1 0,0-1-2,1-11 0,-2 0 317,-4 15 0,0 1-295,-1-4 0,-1 0 347,-3 8 0,-1 3-308,-6-5-33,-1 13-23,-2 18-28,2 8 2031,-9 23-2014,-5 17 3,5-4 0,0 4-612,-1 8 0,1 2 598,3-7 0,0 1-4,2-4 0,2 2 0,0-1-531,2 10 1,2 0 451,1-11 1,0 2 0,4 0-348,6 1 1,3 1-1,3-4-405,8 6 0,3-4 311,3-3 1,4-8-1880,7-13 1,3-8-1670,-3-9 0,0-4 4083,4-2 0,-1-2 0,12-5 0,-23 0 0</inkml:trace>
  <inkml:trace contextRef="#ctx0" brushRef="#br0" timeOffset="6917">10652 2548 16266,'-52'-28'315,"-1"-1"1,12 2 0,4 12 2261,-19 41-2555,24 2 17,-10 17-16,19-11-7,13 1 1,4 1-22,4-2 2,4 1 0,4-2-8,6-11 1506,21 5-1450,-14-18 990,22-8-907,-17-18 3376,9-13-3263,-5-22-179,-11 15 152,-2-8 88,-5 6-50,-5 13-22,1-8-135,-11 22-50,-5 8-62,-3 6 23,-13 22 5,11-5-9,-2 8 1,2 5 9,4 14-21,3-12 1,4 2-43,13 23 46,4-15-4,9-16 1,4-4-3,4-1 5,4-6 1,2-4 21,-1-11 12,13-9-16,-21-17 4,-4-16 1,-4-14-300,-11 21 1,-1 0 299,0-2 0,0 0 11,-1 3 0,0 1 17,6-21 33,-4 14 6,1 10-17,1 8-61,7 6-17,-4 6-1,6 5 29,2 10 548,13 17-559,-1 9-6,4 18-246,-17 1 145,-9 2-593,-6 2-2236,-7-3 2332,1-10 1,-2-18 0,3-12 0</inkml:trace>
  <inkml:trace contextRef="#ctx0" brushRef="#br0" timeOffset="7557">12305 2246 20548,'-5'-49'1574,"0"1"0,-1 5 0,-1 7-997,-8 9-364,2 13-191,1 9-27,1 15 16,-5 17-5,-6 27-487,9-16 0,-1 4 484,-2 10 0,-1 3-11,6-14 1,-1 1 0,1 1 8,-1 3 1,0 1 0,2-1-10,0-1 1,1 0 0,2 1-57,2 1 1,3 1-1,1-5 22,1 1 0,3-3-67,10 4 0,5-8-221,18-10 235,14-7 117,6-28-22,-26-5 0,0-4 5,2-6 1,0-6 33,9-11 1,-2-3-21,-13 14 1,0-2-184,10-13 0,-4 1 399,0-5 112,1-2 28,-16 18-61,-10 15 740,-6 11-1037,-3 6 99,-3 9-127,-4 9 522,0 14-523,3 10-49,8 8-208,13 1-554,13-2-768,10-8-1204,3-12 2795,0-13 0,-19-9 0,-4-6 0</inkml:trace>
  <inkml:trace contextRef="#ctx0" brushRef="#br0" timeOffset="7717">12803 2410 17064,'-5'-4'4895,"1"0"-4295,4 4-1978,0 0-6278,-36-19 7656,34 21 0,-33-19 0,43 23 0</inkml:trace>
  <inkml:trace contextRef="#ctx0" brushRef="#br0" timeOffset="8123">12977 2503 26570,'-2'55'20,"1"-1"1,-1-2-1,-1-4-15,0-15 1,0-2 11,-4 25-22,3-15 55,2-14 146,1-15-28,1-13-101,5-13-5,4-14-6,7-14 0,6-11-6,5-2-213,2 5 207,-1 12-49,-5 13 10,-5 13 7,-1 6-35,1 11 12,5 7-6,6 13-117,6 12-275,7 7-351,-18-19 0,1 1-422,1-1 0,3 0-1630,1-4 0,1-2 2801,22 9 1,-18-15 0,-17-8 0</inkml:trace>
  <inkml:trace contextRef="#ctx0" brushRef="#br0" timeOffset="8317">13830 2426 23663,'-18'-49'1000,"0"-1"1,3 6 0,1 8-721,3 19-230,6 9-50,1 16 11,1 3-22,-3 28 0,-2 11 11,3-14 0,0 3-596,-1 4 0,1 2 277,0 3 0,0 1-611,1 0 0,0 0-1218,1-2 0,1-2 1540,0-9 0,1-3 0,0 8 0,1-23 0</inkml:trace>
  <inkml:trace contextRef="#ctx0" brushRef="#br0" timeOffset="8617">14080 2365 17201,'0'-7'5629,"0"1"-3983,0 6-1282,-26-60-347,16 46-17,-5-18 0,-1 8 488,1 43-482,-9 18-3,7-9 0,-1 4-375,-9 18 1,0 2 377,4-4 0,0-1-4,2 0 1,0 0 5,6-7 1,1-3 670,-2 10-702,3 1 18,9-18-7,23-15-172,14-10 10,10-7-202,-9-2 1,3-1-328,-2-1 0,1 1-719,9-2 1,2 0-1175,8-1 0,-1 0 1512,-18 3 0,-1-1 1084,16-3 0,-6 1 0,-18 4 0,10-4 0</inkml:trace>
  <inkml:trace contextRef="#ctx0" brushRef="#br0" timeOffset="8983">14533 2651 17204,'-2'-3'5591,"1"0"-4911,-26-9 0,-9-2 99,5 4-549,-9-5 0,0 2 50,5 9-252,14 5 5,-1 9-5,14 7-17,3 19 45,12 0 6,11 5-12,5-15-3307,28-4 3279,-24-15-203,6-4 1,0-5 252,0-11-21,15-14 10,-19-11-27,-9 3 22,-5-14 61,-8-3-66,-1 10 122,-14-13-44,-13 33 3110,-8 0-3178,-10 16-33,11 10 641,-6 8-708,9 8 27,0 2 72,-2 14-66,11 0-53,8-3 1,2 1-99,4 15-731,12-5 0,7 0-2114,23 5 1271,-16-20 0,3-1 1731,10-6 0,-1-6 0,-8-4 0,13 1 0</inkml:trace>
  <inkml:trace contextRef="#ctx0" brushRef="#br0" timeOffset="9391">15088 2753 17092,'23'-56'2550,"1"0"1,-3 10-1,-7 5-1205,-23 3-1149,-2 22 28,-24-5-50,-18 25-141,-4 9-19,22-1 0,0 5-9,1 9 1,3 2-300,6-1 1,3 1 273,0 6 1,4 0 2,3 10 6,17 3-23,18-19 17,16 0 17,2-14 25,-6-13 1,2-6 13,16-17-329,-13 4 0,0-5 326,-7-7 1,-2-3-248,0-7 1,-1-4 249,-1-8 1,0-3-9,-9 13 1,1 0 0,-1 0 35,-1-1 0,0 0 1,-1 1 72,5-17 0,-2 3-62,-6 16 0,-3 2 154,-3 3 1,-5 3-31,-7 2-90,-4-2-73,-2 21-39,0 8 585,-1 14-602,-15 32 6,7-3 557,6-10 0,1 4-540,3 15 0,2 3-680,4-4 1,1 3 551,2-3 1,0 4 0,5 1-689,6 3 0,4 0 0,0-3-694,3 5 0,2-2 1504,0-9 0,3 0 0,-3-9 0,2 0 0,1-3 0</inkml:trace>
  <inkml:trace contextRef="#ctx0" brushRef="#br0" timeOffset="10067">16536 2402 18728,'11'-51'1055,"0"0"0,-1-1 0,0 7 1,-1 1-1,-4 6-321,-5-19 289,-4 24-950,-3 17 108,1 14-192,-3 19 141,-8 23-142,6-7 1,-1 4-17,-2 10 0,-2 4-986,4-4 1,-1 4 0,1-4 1016,-1 5 0,2 0-13,2-5 1,0 3 0,2-5-179,3-5 1,3-3 162,2 7 0,2-3-26,11 20-10,12-26 33,10-20 11,10-25 6,12-16 1399,-26 5 0,0-4-1374,2-4 0,-1-2 5,-1-1 1,0-2 16,-3 2 1,-1 0 33,-4 4 0,-1 1 199,9-14 547,-12 14-659,-12 13 95,-5 7-280,-3 5-6,-4 14 40,1-2 493,-5 24-516,1 2-84,2 14-280,8 5-492,9-3-1116,10-5-4458,7-12 6447,-1-14 0,-13-12 0,-10-7 0</inkml:trace>
  <inkml:trace contextRef="#ctx0" brushRef="#br0" timeOffset="10234">17111 2339 24284,'-38'-30'-9831,"12"18"7373,39 44 0,-3-8 1,-7-17-1</inkml:trace>
  <inkml:trace contextRef="#ctx0" brushRef="#br0" timeOffset="10650">17437 2437 26827,'-18'-19'0,"9"20"0,23 59-11,-4-26 0,2 1-563,2 0 0,1 1 557,1-2 0,0-1-17,-1-4 1,-1-2 271,6 17-406,-10-16 144,-15-10-402,-13-10-835,-27-19 763,9 0-3,5-6 0,0-4-337,-10-21 796,17 13 0,2-3 371,4 1 0,3-1-105,-3-25 224,11 13 180,5 14 10,2 12-162,-1 9-46,1 4-368,-1 4-34,1 7-17,0 7-16,0 14-23,0 12-157,0 13-1691,-1 8 1876,-2-22 0,1-3 0,0 6 0,-2-4 0</inkml:trace>
  <inkml:trace contextRef="#ctx0" brushRef="#br0" timeOffset="11007">17741 2742 25410,'14'-59'319,"-1"0"0,0-1 0,-1 3-269,-3 11 1,-1 2-696,0-9 0,0 0 684,0-4 0,-2 1 25,-1 1 1,-2 2 24,-3 7 1,-3 4 300,0 8 0,-2 4-300,-8-10 278,2 19-419,3 14 186,3 9-135,-5 25-5,3-5-6,-6 36 16,9 3-864,3-5 0,2 1 851,1-15 0,2 0-6,0 0 1,1 2 0,2-2-311,1 0 1,1 0 113,2 10 0,1 0-272,-2-4 1,-1-1-1090,0-1 0,-2-2-5236,4 14 6807,-5-15 0,-3-31 0,-3-9 0</inkml:trace>
  <inkml:trace contextRef="#ctx0" brushRef="#br0" timeOffset="11157">17664 2458 20554,'-4'-4'4924,"0"0"-4510,4 4-593,20-62 5,2 45-1042,20-17 1,10 4 506,-3 26 1,-1 6-1,-4-3 1,-2 1-1,20 0 1</inkml:trace>
  <inkml:trace contextRef="#ctx0" brushRef="#br0" timeOffset="11524">18590 2092 26010,'-49'-8'11,"1"0"0,0 6 0,9 10-16,20 31 27,4 12-16,22-10-1,6-10 1,19-1 128,22-15-61,-15-6 89,20-16 40,-34-14-3448,-3-13 3307,-10 3 18,-10-11 27,-16-3-67,3 10 34,-23-9-84,16 32-51,-16-3 1,10 21 3167,-12 19-4198,8 14-701,12-8 1,3 2 944,-3 23 0,8-18 0,4-15 0</inkml:trace>
  <inkml:trace contextRef="#ctx0" brushRef="#br0" timeOffset="11840">18644 2538 26446,'-45'33'6,"12"1"0,42 2 22,8-2-17,3-5 73,1-9 11,-7-9 263,0-9-262,-8-6 217,3-15-78,-6-3-55,-3-11-74,-8 1-56,-1 7 23,-12-2-45,-1 8-157,0 5-559,-3 9 688,3 18 0,10-6 0,-1 6 0</inkml:trace>
  <inkml:trace contextRef="#ctx0" brushRef="#br0" timeOffset="13683">5220 5365 14159,'-57'8'747,"0"0"0,12-2 0,9-1-478,11 1 1190,23-6-1050,16 1 44,21-2-209,15-3 0,9-2-950,-16 2 1,3-1 0,0 0 727,5-1 0,0 0 1,3-1 5,-6 0 0,3 0 0,-1 0 0,0-1-13,12-1 0,-2 0 0,3 0-11,-4 0 0,2 0 0,2 0 1,-1 0 3,-1 1 0,1-1 1,0 0-1,2 0-8,-7 2 0,3-1 0,0 1 0,-1-1 0,-2 2-342,5-2 0,-2 2 0,-1-1 0,-1 1 335,-3 0 0,0 0 0,-1 1 0,-2 0-16,8-1 1,-2 2 0,-4 0-118,4 0 1,-2 0 66,6 0 0,0 1 0,-9 1 1,-5 0 44,9 1-319,-10 0-2213,-32 1 2388,0 0 1,-9 0 0,-2 0 0</inkml:trace>
  <inkml:trace contextRef="#ctx0" brushRef="#br0" timeOffset="16816">7254 5225 15020,'9'-9'648,"0"1"-406,1 7 271,7 0-249,9 1 147,9-1 128,9 1 5,9-2-312,10-2-148,-29 2 0,2 0-45,2-1 0,1 0-72,0 0 0,1 0 69,0-1 1,0 1-315,1-1 0,-1 1 295,1 0 1,-1 0-7,0-1 1,-1 2 1,-1-1 0,0 2-6,-1-1 1,-1 1 4,-1 0 0,-1 0-189,0 0 0,-1 1 193,30-2 18,-3 0-131,-1-1 1,2 0-22,-1-1-2,0 2 22,-5-1-161,-5 1 158,-5-1 236,-7 2-129,-2-1 629,0 0-618,4 0-16,6-1 16,8 0 17,4 0-1479,-22 2 0,-2-1 1440,12 1 171,7-1-87,-30 2 61,0-1 79,-9 0-23,-7 0-101,-1-1 3336,1 0-3397,3 0 16,3-2 23,4 1-3347,2 0 3319,-5 0 78,0 1 146,-10 1 111,-1 1 936,-3 0-1159,3 0-95,-1 0 3335,4-1-3419,-1 1 22,-3 1 45,0 4 16,-2 6 12,-3 6 23,-3 9-68,0-6 6,-3 8-6,6-7-6,0 8-5,2 5 0,0 5-6,2 8-6,4 5 18,1 5-249,3 4 237,-5-28 1,-1 0 21,0 1 1,0 0 44,-2 10 1,0-2-35,0 16-5,0-19 1,-2-1 55,-3 9 28,-5 9 45,-5-6 118,-12 5-202,6-20 50,-13 10-27,10-22-7,-4 3 63,0-5 202,7-7-314,4-4 72,1-7-17,2-1-33,-9-2-28,-6 0-6,-21-3-39,12 1 11,-26-3-27,17 3-24,-15 1-225,-1 0 242,-1 3 12,31 0 0,-1 0-3,-1 0 0,0 1 8,-2 1 1,-1-1 5,-3 1 0,0 0-236,-4 1 0,-1-1 239,-16 1 0,0 0-642,7 0 1,1-1 635,0 1 1,1-1 7,3 0 1,2 0-382,9 0 1,-1 0 372,-9 0 1,-1 0 2,-9 1 0,0 1 8,10-2 0,0 0-5,3 0 0,0 0-3,3 0 0,2 0-133,6 0 0,1-1 136,-11 1 0,-1 1 2,0 0 1,-2 0-4,0-1 1,-1 1-3,0 1 0,-1-1 3,1 1 0,0 0-9,1 0 1,1 0-4,2-1 1,0 1-1,2 0 1,0-1 13,-7 1 1,1-1-6,15-1 0,1-1 6,-14 0 0,1 0 10,-16-2-13,22-1 0,-2 0 8,-9 0 0,-1-1-5,5 1 0,2-1-4,1 1 1,0-1 2,0 1 1,2 0-6,6 0 0,1 0-3,-9 1 1,-2 1 2,-3 0 0,0 0 0,9 0 0,2 0 0,-4 0 0,3-1 369,-7 0-358,-4-1 11,10 0 1169,-5-1-1174,8-3 889,6-1-878,5-2 587,3 2-598,5-2 5,2 2-5,2 0-17,4 1 0,1 1 11,1 1-5,2 1 11,-1-1-23,1 0 6,-1-1 6,-2 0-18,2 2 1,-6-1 0,-2 2 5,0 0 6,-2 0 6,7 0 5,3 0 12,3 0 21,2-1-4,-1-5-1,1-2 0,-1-6 0,1 2-5,-2-4-23,-1-3 6,1-2 16,-2-6-10,2-2-12,2 4 17,0-13 6,4-14-12,-2-3 3,1 21 0,-1 0 15,0-17-7,-1 3-22,0 12-5,0-7-6,0-5-11,2-4 28,1-9-1,3 13-4,1 3-12,1 9 5,0 6-5,-2 10-17,6-5 12,-7 16 10,3-8 30,-4 12-30,0-1 6,-2 0 12,0 0-1,-2 0 23,0-4-23,0-4-10,-2 0-12,-1-2-6,0 5-33,0 5-175,2 2 46,0 4-1831,1 7 1999,0 10 0,0-5 0,0 3 0</inkml:trace>
  <inkml:trace contextRef="#ctx0" brushRef="#br0" timeOffset="18950">5430 5929 19025,'-2'-41'1204,"0"-1"0,0 5 1,1 8-869,-1 19-353,1 6-11,1 6 56,3 14 6,4 14-23,6 18-11,-4-17 0,0 2-6,1 3 1,-1 1-269,-1 3 1,0 0 281,-1-1 0,-1-1-8,0-3 0,-1-2 28,2 23 56,-1-13 23,-4-20 458,0-7 415,-2-14-845,-5-18-18,-2-4 509,-6-23-581,-1-5-6,-1-13-358,9 25 1,0-1 332,1-2 0,1-1-3,2-1 0,1 1-115,4 1 1,1 2 103,2 3 0,1 1 23,13-22-12,3 11-11,1 10-17,7 7 0,3 7 12,9 7-35,3 6-32,6 10 16,0 9 0,-5 11 28,-9 8 39,-13 5 17,-16 3 5,-20 1 12,-18-1-17,-17-3-11,-9-6 0,0-6-12,8-8 662,12-8-796,16-5-332,9-2-155,7-1 0,3 0 0</inkml:trace>
  <inkml:trace contextRef="#ctx0" brushRef="#br0" timeOffset="19340">6488 5902 17968,'-5'-48'1142,"0"0"1,-1 0 0,1 0-1,1 0 1,1 7-779,2-11 462,1-6-394,0 34-37,0 0-249,0 10-200,0 8 65,3 33-5,1 11-1,0-1 1,-1 4-837,1 3 1,0 1 830,0 8 0,-1 1-6,-1 2 1,0 4-3,-1-6 1,0 4 0,0-4-2,0-4 1,-1-1-20,1 15 0,0-4-387,4-3-4501,4-23 1,0-2 2734,2 13 1,5-5 0,-13-37-1</inkml:trace>
  <inkml:trace contextRef="#ctx0" brushRef="#br0" timeOffset="20202">7045 5878 22055,'-12'-53'1047,"0"-1"0,2 6 1,2 8-851,4 20 60,3 5-145,0 8-168,1 4 62,12 31 5,-5-5 3,3 13 0,1 6-14,-5 16-226,-1-15 0,-1 1 234,-5-8 1,-1-1-4,-1-3 1,0-1 5,-5 12 12,0-4 363,3-20-229,2-5 67,1-17-157,1-17-50,0-4 491,1-17-452,0-3-23,0 4 1,0-1-28,1-16-1,2 6 1,1 1-202,1-1 213,2-8 0,-4 26-17,0 19-28,-2 4-28,1 12 56,2 10 0,0 5 223,4 17-189,0 18-34,0 6-205,-4-22 1,-1-1 198,0 9 23,0 3-11,-2-13-6,-1-6-12,0-7-38,0-16-532,2-7-247,1-3-4229,10-10 5058,1 0 0,-1 2 0,-5 5 0</inkml:trace>
  <inkml:trace contextRef="#ctx0" brushRef="#br0" timeOffset="20567">7856 5520 22298,'-6'-51'887,"0"0"0,0 6 0,1 6-495,3 12 73,1 11-420,0 9 49,1 12-78,0 11 48,2 16-47,0 18-12,0-18 1,0 2-313,0 7 1,-1 2 317,1 6 1,0 1-546,-1 5 1,0 0 524,0 2 1,0 1-4,1 0 1,-1-1-25,1-2 0,0-1-480,1-4 0,0-2-1047,1-6 1,1-3 1562,5 17 0,-4-27 0,-2-16 0</inkml:trace>
  <inkml:trace contextRef="#ctx0" brushRef="#br0" timeOffset="21090">8401 5593 18683,'9'-9'4364,"-3"2"-3530,-6 7 886,0 0-1720,20-27 28,-15 35-17,13-9-17,-21 49 34,1 10 12,0 4-46,4-3 17,0-9 17,1-11 45,-1-13 145,0-12 314,-2-7-5,2-6-320,-2-10-140,1-7-16,3-14-29,2-7-22,5-7 56,8-9-34,-5 18 1,9-6-12,-7 23-11,7-2 0,5 8-17,6 7 12,6 8 16,4 10-6,3 11-10,1 12 5,-4 6-101,-21-13 0,-2 0-296,5 11-2578,0 18 2233,-17-28 0,-2-4 0,-4-12 1</inkml:trace>
  <inkml:trace contextRef="#ctx0" brushRef="#br0" timeOffset="30192">12643 5431 17008,'-16'-46'1471,"0"0"0,2 5 1,2 7-738,8 14-398,2 9-325,1 6-179,1 7 196,0 12 40,-1 17-29,1 20-28,-1-2-1699,-2-3 1,-2 2 1659,1-11 0,-1 0-51,-2 18 1,-1 0-15,2-20 0,1 1-781,0 13 1,2 0-3927,1 12 4800,2-21 0,1-3 0,1-4 0,1-16 0</inkml:trace>
  <inkml:trace contextRef="#ctx0" brushRef="#br0" timeOffset="31149">12554 5408 17025,'0'-46'571,"-1"-1"0,4 3 1,8 9-409,40 10-96,-2 11 0,3 3-285,-14 3 0,2 1 222,3 1 0,4 0 0,-2 1-932,6 1 1,1 1 928,-9-1 1,3 1 0,2 0-13,12-1 0,2 1 0,0-1-4,-4 1 0,-1-1 0,0 0 11,-1 1 0,1 0 1,0-1 3,4 0 0,1 0 0,-2 0 5,-6 0 1,-2 1 0,4-1-357,-5 0 1,3 0 0,1 0 0,0 0 358,1 0 0,0 0 1,1 0-1,-1 0-1,2 0 0,0 0 0,1 0 0,2 0 5,-4 0 1,4 1-1,-1 0 1,0 0-1,-5 1-7,-3-1 1,-3 1 0,0 0-1,2 0 8,3 0 1,2 1-1,2-1 1,-2 1 0,-4 0 14,10 1 0,-5 0 0,3 0-3,-4 0 0,1 0 0,2 0 0,-1 0-446,0 1 0,0 0 0,0 1 1,0-1 432,1 1 1,0 0 0,0 0-1,0 0-11,-1 1 1,1 1-1,-1-1 1,0 1-127,-2 0 0,-1 1 0,1-1 0,0 1 156,4 1 0,3 0 0,-3 1 0,-3-1-19,-5 0 0,-3 0 0,1 1 14,12 2 0,2 0 1,-8 1 17,-9-1 1,-4 1 395,8 2 1,-3 0-439,-15-2 1,-3 0 1383,23 16-1335,-36-15 1144,2 8-938,-22-12 1496,-1 1-1322,-4 0 684,-2-2-897,-1-2 478,-1 1-589,-1 1-57,0 1-27,-2 3 5,-2 3 6,-5 7-17,-4 8-6,-3 11 0,-4 11-159,15-19 0,1 2 173,-3 5 0,0 1-454,-1 6 0,1 0 454,-1 5 0,1 0-14,1 0 0,1 1-22,1-2 0,1 0 11,2-2 0,1-2 5,0-5 1,-2-1-88,1-5 0,-2-3 194,-22 20 101,-10-16-124,17-22 1,-3-2-48,-5-3 0,-5-3-20,1-2 1,-5-1-1,2-1-579,-4 1 0,-1-1 570,-2-1 0,-4 0 0,3 0 3,-4 0 1,1 0-21,-1 0 1,-3 0-1,3 0 4,-1 0 0,0 0 0,5 0 0,-2 0 0,3 0 11,-3 0 1,-1 0-454,8 1 0,-4-1 0,-1 1 447,-4-1 1,-1 1 0,-1 0-332,11 0 1,-1 0-1,0 0 1,-2 0 333,-3 1 1,-2 0-1,0 0 1,-1-1-2,-2 1 0,-2 0 0,1 0 0,2-1-6,10 1 0,2 0 1,-1 0-1,-2-1 4,-3 1 1,-4-1 0,0 1-1,0-1 1,6 0 9,-10 0 0,4 0 0,-3 0-8,0-1 0,-4 1 0,1-1 0,3 0-226,-1-2 0,3 0 0,1 0 247,3-1 0,1 0 0,0 0-2,4-1 0,1 0 0,0-1-9,1 1 0,1 1 0,0-1-4,2 0 0,0 1 0,0-1 53,-19 0 1,1 0-34,5 0 1,2-1 482,7 1 1,4 0-459,10 0 1,3 0 2132,-9-2-2146,21 2 1259,12 0-1656,8 2 1095,5-1-1325,9 0-791,12-1-5690,9-2 6215,0-2 0,-13 3 0,-10 0 0</inkml:trace>
  <inkml:trace contextRef="#ctx0" brushRef="#br0" timeOffset="33048">13167 5638 14320,'-2'-6'3512,"0"1"-880,2 5-1562,-8-62-611,6 44-448,-2-18 0,0 9 6,3 31 225,-2 23-69,-3 15-111,0 9-226,0-16 1,-1 2 168,2-6 1,0 2-3,0 6 0,-1 2-1,3-2 1,1-1 0,0-4 0,1-2 14,2 24 5,1-15 191,2-10 504,-1-16-247,-1-6-72,-2-9 16,0-14 70,-2-8-400,-1-20-34,-2-8-22,2-12 0,4 18 0,2 1-16,2-17-184,3 18 1,1 2 182,8-3-6,4-4-16,-1 14 6,-5 13-7,1 8-55,4 7 6,0 5 10,6 9 349,-3 8-320,1 11 33,-2 5-16,-7 4 5,-12-2 33,-19-2 12,-19-3-23,-22-6-347,22-13 1,-1-2 318,-2-3 1,2-1-9,1-1 0,3-2-227,-15-8-1343,21-6-3139,19-11 4723,14 1 0,-1 7 0,3 6 0</inkml:trace>
  <inkml:trace contextRef="#ctx0" brushRef="#br0" timeOffset="33331">13754 5412 21603,'10'-54'1004,"-1"0"1,1 5 0,-3 10-888,-3 23-90,-1 10-10,0 20 22,4 19-34,1 25 1,-4-18 0,0 2-551,-1 8 1,-1 2 538,-2 7 1,-2 2-481,1-17 0,-2 0 1,1 0 434,-1 1 1,-1 1 0,1-1-169,0-2 1,1 0 0,-1-1-1185,0 16 1,2-4 1402,3-4 0,1-6 0,-1 5 0,4-17 0</inkml:trace>
  <inkml:trace contextRef="#ctx0" brushRef="#br0" timeOffset="34631">14486 5641 10086,'2'-8'2834,"0"2"-421,-2 6 584,0 0-2840,16-11 33,-11 13 242,11-7 487,-16 20-639,-4-6 184,-6 7-16,-5-6-179,-1-2 577,-9-1-174,4-10-464,-1 0 161,0-12-106,10-4-145,0-11 0,6-13-6,7 6-79,3 3 6,6 11-16,3 10-12,6-2-11,7 8-17,6 3-11,4 11-5,1 7 10,-2 12 18,-7 13 5,-11 14-128,-14-22 0,-4 2 139,-7 4 1,-5 1-1689,-15 11 1,-4-1 1673,9-14 1,-3-2 4,-13 10 1,-1-3-26,-5-6 298,-1-3 89,16-17-107,13-17 47,11-20-220,6 3 207,10-17-258,7 15 3344,6-1-3355,1 8 165,0 7-181,2 9-51,7 7-129,12 7-207,13 7-292,-23-9 0,0 0-548,4 0-1,0 0 1222,4 0 0,-2 0 0,5 0 0,-5-2 0</inkml:trace>
  <inkml:trace contextRef="#ctx0" brushRef="#br0" timeOffset="34892">15270 5346 19496,'-1'-45'1911,"1"0"1,-1-1 0,0 7-1615,1 20-23,0-4-302,0 21 51,0 34-7,1 0 1,0 3-364,-1 0 0,0 3 344,1 21 0,-1 2-718,-1-12 0,0 2 713,-1-8 1,1 1 0,-1 1-7,1 0 1,-1 0 0,0 0-34,0-1 1,1 0-1,0-1-587,0 17 1,3-1-207,2-5 0,2-2-2571,2-6 0,3-4 3411,-1-9 0,1-3 0,4 3 0,-7-17 0</inkml:trace>
  <inkml:trace contextRef="#ctx0" brushRef="#br0" timeOffset="35509">16134 5661 14751,'-2'-7'5461,"1"2"-2778,1 5-1719,-17-61-668,12 43-145,-4-16 1,1 5-158,6 26-44,2 7 78,1 22-23,1-3 3,0 10 1,-1 4-9,0 16-142,-1-20 1,-2 0 149,-1 1 0,-3 0 12,-3-2 0,-1 0 5,-1 0 0,0 0 143,-9 19 342,9-29-62,8-22-308,6-18-78,1-2 67,10-26-1,7-3-785,-6 15 1,1 0 718,12-21-12,-8 21 1,1 2 270,13-11-265,8-2-16,6 15-35,-8 16 6,-3 9-22,5 14-17,-2 10 22,-13-3 1,0 3-32,1 3 1,-2 4-564,3 11 1,-5 3-1912,-6-3 1,-4 1 2510,-1 3 0,-4-2 0,-6 3 0,-3-20 0</inkml:trace>
  <inkml:trace contextRef="#ctx0" brushRef="#br0" timeOffset="38515">5315 9860 17714,'3'-40'1019,"0"-1"1,-1 4-1,-1 11-991,-2 22-67,-4 15 151,-4 17-34,-9 29-67,5-17 1,-1 4-695,-3 9 1,0 0 673,3-8 1,1 1-56,0 1 1,0 4 0,2-6-13,4-9 1,0 1-207,0 10 0,-1 6 0,4-7-896,4-11 1,3-2-2251,0 10 0,3-2 3428,9-3 0,-4-19 0,-3-13 0</inkml:trace>
  <inkml:trace contextRef="#ctx0" brushRef="#br0" timeOffset="39309">5196 9743 18532,'41'-43'229,"1"-1"1,1 11 0,5 0-1,0 8-159,6 6 0,3 6-1146,-9 0 1,6-1-1,1 0 1,-3 1 1099,5 0 0,-1 1 1,-1 0-14,-1 1 0,0 0 0,0 0 4,0 2 0,0 1 0,-2 0-91,-5 2 0,0 0 1,1 0 89,-2 1 0,2 0 0,0-1 0,1 1-10,2 0 0,0 0 0,1 0 0,0 0-146,2 1 1,0-1 0,1 1-1,0 0 137,1 0 1,0 0 0,1 1 0,-1-1-304,1 1 1,0-1 0,0 1 0,-1 1 304,0-1 0,-1 1 0,0 0 1,-1 1 4,-2-1 1,0 0 0,0 0 0,-1 0-5,13 1 0,-1 0 0,-4-1 0,-13 1 0,-2 0 1,0 0 221,10 0 1,0 1 0,-4-1-205,-5 1 1,-2-1 311,15 1 1,-3 0-329,4 2 1607,-24 1-1534,-17-1 2336,-12 0-2330,-5-1 1323,-1 0-1346,0 1 501,0 3-490,0 5 51,0 5 11,0 7-12,1 6 18,5 9-40,0-2 76,5 0 0,2 3-101,-2-5 0,1 1-554,5 17 1,0 3 516,-3-2 1,0 0-6,-1 5 0,-2 1-14,-3 5 0,-1 0-12,-4-20 0,0 1 0,-3 0-6,-2 0 0,-1 0 0,-2-1-4,-5 20 0,-4-1 13,-5-5 1,-4-2-4,-4-5 1,-3-3 0,-3-5 0,-4-4 16,-1-4 1,-2-4 27,-2-3 1,-3-4 2,-2-3 1,-3-3-9,-4-2 0,-3-4-24,15-3 1,-1-2 0,-1-1-8,-5 0 0,0-1 1,-2-1 3,-4 0 0,-1-1 0,-1 0-756,-4-1 0,0 0 0,-1 0 755,14 0 0,-1-1 0,0 0 0,1 0-2,-2 0 1,1-1 0,-1 0-1,0 0 3,1 0 1,-1 0-1,1 0 1,-1 0-288,1-1 1,0 1-1,0-1 1,0 0 287,0 0 1,0 0 0,-1 0 0,1 0-1,-2 0 1,1 0 0,-1 0 0,0 1-442,-2-1 1,0 1 0,0 0-1,-1 0 443,-2 1 0,-1-1 1,0 1-1,-1 0 7,-2 2 0,0-1 1,-1 1-1,0 0-254,-2 1 0,0 0 0,1 0 0,-1 1 248,0 1 1,1 0-1,0 0 1,0 1-9,3 0 0,1-1 1,0 1-1,2 1 48,4-1 1,1 0 0,1 0-1,1 1-78,-8 1 1,2 0-1,3 0 112,-12 3 0,6-1-463,15-2 1,5 0-701,-3 1 1070,33-6 0,8-3 0,9 0 0</inkml:trace>
  <inkml:trace contextRef="#ctx0" brushRef="#br0" timeOffset="40392">6035 9990 18016,'0'-42'1301,"-1"-1"1,1 6-1,0 9-1413,-1 23 79,1 13 257,0 13-84,0 19-50,1 20-45,0-14 0,-1 1-176,0-13 1,0 0 161,-2 16 0,0-1-20,-1-16 0,-1-1 8,-1 7 1,0-1 47,-3 0 1,0-4 21,-3 8 364,-3-7 73,6-27-162,-2-7-207,1-14-62,-2-16-11,1-19-28,4 7 0,2-2-271,0 11 0,2 0 229,-1-21 0,1-1 3,3 17 0,1-1 27,1-16 1,2 0-17,0 12 0,0 3-20,1 3 1,0 3 13,7-7-33,-1 19-6,6 0-11,3 11 0,5 7 664,4 11-653,1 10 6,-2 15-11,-9 11 22,-11 11 17,-19 7-3,-5-24 0,-3-1-230,-13 15 213,5-21 0,-1-3-19,-9 0-135,-7-2-442,9-11-4067,15-19-5165,20-12 8943,4-3 1,7 4 0,-8 10-1</inkml:trace>
  <inkml:trace contextRef="#ctx0" brushRef="#br0" timeOffset="40675">6552 9635 17059,'0'-3'5327,"0"0"-3955,0 3-1288,-13 2 123,17 39-162,-12-11 5,14 25 1,4 4-490,-4 2 462,-3-19 1,-1 8 0,0 3 0,0-6-526,-3 12 1,0 0 452,1 3 1,0 5-1,0-7-21,-2-7 0,2-3-297,2 7 1,2-4-971,1 4-657,2-15 0,2-1 1950,4 9 0,-3-12 0,-3-15 0</inkml:trace>
  <inkml:trace contextRef="#ctx0" brushRef="#br0" timeOffset="41965">7025 10115 10769,'0'-7'3237,"1"-23"1,1-6-1104,3-1-1384,-1-5 1,0 1 234,5 1-318,-1 10-275,-2 11-274,0 9-84,-1 6 27,3 12-16,2 11 22,1 17 6,-1 16-533,-6 10 465,-2-28 1,-1 0-1,-1-2 1,0 0 11,0 24-6,0-13 40,0-17 408,0-13 112,2-11-358,8-16 365,8-14-511,9-17 17,4-9-198,-15 26 0,0 0 226,11-26 50,-6 9 52,-6 13-63,-8 15-140,-4 9-28,-2 14 29,-1 10-7,-1 15 313,1 9-318,1 8-17,4 3-56,5 1-101,7 0-252,6-3-526,3-6-1065,1-10-4070,0-13 5239,-6-10 0,-8-8 0,-7-2 0</inkml:trace>
  <inkml:trace contextRef="#ctx0" brushRef="#br0" timeOffset="42231">7659 9790 19798,'-3'-55'1473,"0"1"0,1 5 0,0 6-913,1 9-263,0 12-191,2 11-72,1 14-1,5 17-33,3 19 17,3 22-373,-6-22 0,-2 3 350,0 8 0,-2 1-614,-3 9 1,-2 2 611,-1-17 1,-1 1 0,-1 0-481,0 2 0,-1 0 0,0 1 437,0-1 1,1 0 0,1 0-113,3-4 1,1 1 0,2-2-602,4 16 1,6-2-800,4-7 1,5-3 1562,4-4 0,1-5 0,3 4 0,-2-12 0</inkml:trace>
  <inkml:trace contextRef="#ctx0" brushRef="#br0" timeOffset="42792">8068 9894 17171,'-1'-5'5220,"1"2"-3786,0 3-1372,12-22-40,-5 24 28,15-6 12,-10 37 16,1 15 6,-5 10-34,-6-27 1,0 1 13,-4 8 1,-1-2-31,1 15 33,-4 9 17,4-33 145,1 1-55,1-14 392,0-7-112,0-11-303,-2-8-45,0-9-27,0-12-40,1-9-5,1-6 33,5-3-11,4 3 0,8 6-11,4 5-12,6 7-5,27 3-17,-19 13-22,16 2-17,-19 18-5,-4 8 16,4 17-95,-9 11-824,-13-10 1,-4 0-1625,3 15 1712,-3 13 0,-4-44 0,0 0 0</inkml:trace>
  <inkml:trace contextRef="#ctx0" brushRef="#br0" timeOffset="43582">13147 9836 13043,'4'-62'1784,"1"0"1,-1 0 0,0 11-1,-2 2 1,1 4-1197,0-9 0,-1 7 381,-2-4-689,-2 25-182,0 19-75,-1 25 5,0 23-17,2-6 0,-1 4-403,1 9 0,0 3 378,-1 10 0,0 1 3,1-11 0,0 3-71,-1 4 0,-1 5 0,1-3-580,1-15 0,0-2 1,0 2 327,0 1 1,-1 3 0,1 1 0,0-4-205,2 1 0,-1-2 1,1-2-483,0 12 1,-1-4 55,2-17 0,-1-4-5970,-5 10 6290,-3-29 0,1-4 0,1-7 0</inkml:trace>
  <inkml:trace contextRef="#ctx0" brushRef="#br0" timeOffset="44232">13126 9692 11267,'0'-43'1320,"0"0"1,0 0 0,2-15-1,3 4-1018,1 11 1,5 5-567,3 5 0,5 4 331,3 3 0,5 4-25,7 4 0,1 3-25,-5 5 0,3 2-256,13 2 1,4 3 290,-8 1 1,2 2-1,1 0-608,5-1 1,1 1 0,3-1 730,-3 1 0,2 0 0,1-1 1,-1 1-518,1-1 1,-1-1 0,1 1-1,1-1 405,7 0 0,1-1 0,1 0 0,0-1-34,-8 1 0,0-1 0,1 0 1,1 0-1,0 0-300,3-1 1,1 0 0,0 0-1,1-1 1,0 1 279,-8 0 0,0 0 1,0 0-1,0-1 1,1 1-1,0 0-160,0 0 0,1 0 0,0-1 1,0 1-1,1 0 0,-1 1 167,0-1 1,0 0 0,1 1 0,-1 0 0,0-1 0,0 1 4,-1 1 1,0-1-1,0 1 1,-1 0-1,0 0 1,0 0 7,8 0 0,-1 0 0,0 1 0,-1-1 0,-1 1-17,-3 0 0,-1 0 0,0 0 0,-2 0 0,0 0 25,8 0 1,-2 0 0,-1-1 0,-1 1 90,-6 0 1,-1 1 0,-2-1-1,-1 0-83,8 0 0,-3 0 0,-2 0 661,13 0 1,-5 0-716,-16 1 1,-4 1 14,10 3 2147,-28 3-1912,-25 8 2229,-17 5-2257,-15 7-117,4-2-1,4 0 0,0 3-11,-12 19 400,11-9 0,0 3-473,5 0 1,2 1-7,0 7 1,0 1 2,0 5 1,1 0 7,0 4 1,1 1-26,1 1 1,1 1-9,2-1 1,1 1-7,1 0 1,0-1-1,1-2 1,-2-1 2,0-2 1,-4-3 5,-2-3 0,-3-3 14,-5-4 0,-3-4 11,-5-3 0,-2-5-5,-6-4 0,-2-3-1,-3-4 1,-3-3 10,-3-2 1,-3-2-1021,17-5 0,-1 0 0,-1-2 1019,-3 0 0,-1 0 0,-1-1-2,-3 0 0,-1 0 0,-2 0-505,-2 0 1,-2 0 0,-1 0 502,13-1 0,-1 0 1,-1 0-1,0 0-3,-4 0 1,-1 0-1,0 0 1,2 0-9,-6 1 0,1-1 0,-4 0-306,6 0 1,-5 0 0,-2 0-1,1 0 1,3 0 310,0-1 1,4 0 0,-1 0-1,-5 0-137,8 0 0,-4-1 0,-2 1 0,0 0 0,1-1 0,2 0 129,-4 1 1,3-2 0,0 1 0,0-1 0,0 1 5,0-2 0,0 1 1,1-1-1,-1 1 0,1-1 0,1 1 1,1-1-1,0 0 1,0 1-1,1-1 63,-11-1 1,2 0-1,-1 0 1,2 0-66,4 1 0,1-1 1,0 0-1,2 0 26,-11 0 0,1 0 1,3-1-146,8 0 1,1 0-1,4 0-179,-11-2 0,7-2 297,16-2 0,6-1 0,-1 0 0,23-1 0</inkml:trace>
  <inkml:trace contextRef="#ctx0" brushRef="#br0" timeOffset="44965">13734 9870 14366,'-1'-10'4661,"0"2"-2293,-6-51-1903,5 40 203,-4-41-657,8 62 314,5 13-281,4 18-10,4 17 201,-8-17 0,-3 1-235,0 4 0,-2 2 19,-3 1 1,-3 1 2,0 0 1,-2 0-12,-2-2 0,-2-2 14,2-3 0,-1-2 54,-7 17 201,5-19 129,5-17-185,2-21-112,0-28-73,1 0-9,1 2 1,1-3-407,1-27 398,3 21 0,0-3-5,3-2 0,2-1 2,2 1 1,3 0-11,0 4 0,2 1-9,-1 5 0,2 1 0,-1 6 0,0 1 421,11-16-444,0 12-38,-2 12-1,4 11 17,5 10 1,4 11 429,-1 11-419,-6 14 17,-12 7 6,-14 6 34,-23-2-7,-21-5 1,10-23 0,-4-2-3,-13 0 0,-2-2-14,7-4 0,0-1-351,2-2 1,1-2 232,-17-1-783,29-6-2376,6-4 3277,31-5 0,-5 3 0,13 0 0</inkml:trace>
  <inkml:trace contextRef="#ctx0" brushRef="#br0" timeOffset="45225">14757 9508 18319,'0'-4'4537,"0"0"-2902,0 4-1601,-11 0-23,12 35-6,-5 1 1,1 4-558,5-2 1,0 2 556,0 2 1,-1 5 0,-1-3-6,-4 6 0,-1 1-10,1-8 1,1 1 0,-2 1-465,0-2 0,-1 1 0,0 0 132,-1 19 1,2-2-1046,2-4 1,3-1 865,5-2 1,2-5 0,0 5 0,5-14-1</inkml:trace>
  <inkml:trace contextRef="#ctx0" brushRef="#br0" timeOffset="45959">15274 9868 10612,'1'-7'3299,"-1"1"526,0 6-206,0 0-3367,0-16-180,-1 12 24,0-11 83,-1 18-78,0 1-39,0 0 72,2-1 51,-1-2 633,0 0-549,-1-2-85,-3-3 18,-3-5-6,-1-9-22,1-7 44,7-22-184,4 17-12,5-10 23,10 21-40,5 3-38,21-2 22,-12 10 2,4 9 1,-1 4-3,-6 5 5,24 10 0,-23 6-55,4 18 16,-6 3 39,-8 13-5,-29-10 11,-5-10 8,-7-14 1,-2-2 13,-3-2 31,-3-4 1,1-3-4,5-7 135,-21-9-123,29-7 94,-8-15-27,16-1-34,9-12-50,8 9-11,12 2-23,-2 15-22,32 11 11,-23 5-3,5 2 0,2 3-8,14 13-287,-17-8 0,-1 1 258,-3 3 1,-2 0-17,9 11-95,-18 11-403,-44 2-634,-16 4-540,7-21 0,-4-2-2218,2-6 1,-1-2 3342,6-4 0,1-1 0,-6 2 0,18-8 0</inkml:trace>
  <inkml:trace contextRef="#ctx0" brushRef="#br0" timeOffset="46231">16067 9401 20576,'0'-5'3921,"0"1"-3495,0 4-404,-22 49 0,11-14-694,-1 4 1,-2 8 0,3-3 671,4-11 0,2 2-19,-1 18 0,0 8 1,1-4-64,2-1 1,2-1-134,1-4 1,1 4-1,1-2-844,2 9 1,1-3-121,0-15 0,1-2 1179,2 5 0,-1-6 0,-2-12 0,2 7 0</inkml:trace>
  <inkml:trace contextRef="#ctx0" brushRef="#br0" timeOffset="46648">16341 9732 19148,'-1'-6'4727,"0"1"-4234,1 5-437,22 16-22,-14 1 22,7 13 0,-2 5-1691,-9-1 1,-2 0 1662,2 1 0,-2-1 25,-3 2 0,-4-4 82,-3 2-57,-5-3 382,-2-5 78,7-19-152,0-4-179,6-19-39,5-15 3347,7-17-3436,11-11-12,1 21 0,1 1-22,13-14-168,-8 21 1,2 2 161,9 4-74,11 2 46,-11 11-6,-5 11 1,1 4-17,21 13 11,-14-2 0,0 5-73,-2 10 1,-4 4-166,-12-10 1,-2 2 38,2 4 1,-6 3 198,-14 5 0,-4-2 0,4-7 0,-7 26 0</inkml:trace>
  <inkml:trace contextRef="#ctx0" brushRef="#br0" timeOffset="50208">8890 5439 14409,'-8'-8'2941,"1"-1"-2661,4 0 213,1-4-101,1-3-118,4-7-66,3-4-29,5-3-27,3 0-29,3 2-28,10-7-73,-8 11 57,24-20-51,-22 23 11,6-5 0,1-1-16,-1 3-7,0 0 1,1 0 22,14-6-19,-15 11 0,1 0-1,-1 2 1,2 0 10,5-2 1,0 0-8,12-6-7,-13 8 1,-1 0 0,10-4 0,15-4-1564,-20 9 0,-2 1 1823,16-4-132,-15 5 0,0 1 75,10-1 54,13-3-1256,-24 7 0,0 1 1238,11-3-303,-7 3 1,-2 1 26,-4 1 1027,-2 0 1,0 1-1009,13-3 10,15-2-74,-21 4 0,1 1 138,-4 1 0,1 0-104,8-1 0,-2 1 147,15 0-59,-24 2 1,-1 1 63,16 0 2942,11 1-3010,-27 0 1,0 1 239,22 0-316,-5 0-87,0 1-16,-6-1 265,17 2 284,2-1-211,-22 1 1,0 0 182,14 0-188,-17 1 0,-1 1 994,10 2-699,9 2-118,1 3-279,-10-1-270,-7 0-9,1-2 81,-2-1 1,17 1-16,7 1 51,-24-4 1,1 1 14,23 4-46,-7 0-17,-17 0 26,-15-3-40,5 4-40,-9-2-17,0 0-28,-8-2 166,10 2 44,3-1 300,14 3-340,19 3-24,-6-3 18,-1 1 48,-12 0 56,-6 2-12,-2 3-157,2 3 25,-9-3-71,-5-4-3,0 2-22,-4-3 17,10 6-40,-2-2 43,7 2 93,-5-3 5,-5-3 26,1 2-14,-2-1 27,-1 1 11,0 1 36,-4-3-35,-3-3 17,2 1-26,0 1 15,1 0 11,2 2-3,-2-4-32,-4-3 46,1 0-22,-5-3-19,1 0 16,-4-2-5,-1 1 3,-1-1 38,0 1 13,0 1 0,0 2-17,0 0-13,0 1 0,0-4 504,0 1-469,-2-3-60,-8 0 4,-1 0-56,-26 5 6,7 0 34,-15 7 18,10-1 16,7-1 11,8-3 118,-8-3-84,13-5 45,-19-8 78,8-4 62,-7-8-123,8 4-3275,-4-11 3207,16 14-1022,-11-20 1016,17 23-4,-4-9 66,8 13-44,2 3-57,-1 0 2523,2 3-2511,1 8 1775,1 0-1775,3 8-6,2 0 0,3 1 11,2 1 1,1-3 50,15 4-23,-2-7-5,15 4 16,1-7 1,4-4-28,-7-2 2,-7-3 0,0-1 32,14-4-40,-13 1 0,0-1 23,17-8 21,-8-2 24,-7 0-1,-8 0-17,-5 0-16,-4 1-6,-3 1-11,0-1-6,1 0 0,1 0 23,-1 0 33,-2 2 11,-3 2-27,-3 2-7,-2 1-16,-3 3-28,-1 1-5,-1 2-130,-1 1-38,-3 3-298,-3 5-1943,-7 7 2386,0 2 0,4-5 0,3-4 0</inkml:trace>
  <inkml:trace contextRef="#ctx0" brushRef="#br0" timeOffset="53859">13241 6581 7268,'0'-7'2986,"0"2"-931,0 5 1804,0 0-3187,-6-37-44,4 25-85,-6-29-140,6 34-162,-2 2-180,2 1-10,-1 2-40,-1 2 6,-1-1 16,0 2 2,0 2-18,1 0 27,-3 2 91,-4 5-23,-4 2 33,-9 8-16,-3 1-50,-8 3-35,-2 4-13,11-9 0,0 1-20,-9 8-8,8-6 0,1 0-3390,-9 7 3399,-10 7-109,1-3 209,-4-1-6,-5-2-47,23-14 0,-1-2-6,-3 1 0,-1-1-273,-2 0 0,0-1 265,-23 8 5,15-7 1,-1 0-15,14-5 1,1-1-4,-14 4 1,0 0-143,11-4 0,1-1 165,-27 7-34,15-5 1476,13-3 1,0 1-1410,-15 2-44,13-3 0,-2 1 41,-23 1-30,0 0 11,1-2-11,1-1-11,-2-2 11,-4 1-31,31-3 0,0 0-20,0-1 1,-1 1-3,0 0 0,0 0 11,-3 1 0,0 0 8,-25 2 3,11-1 1,-1 1 2,14-3 0,-1 0 88,-16 1 1,-1 0-47,10-1 0,1-1-9,0-1 1,2-1-37,9 1 1,1 0 32,-13-3 1,2 0-7,-18 0-41,19 0 0,-3 1 20,1 0 0,1 1-20,5 0 0,0 0 34,-7-1 0,1-1 11,-13-1-20,22 0 1,0-1-26,-19-2-1482,20 2 1,0 1 1487,2 0 0,0 0-61,-29-4 21,1 2 12,0 2 11,0 2 0,-2 3 8,30-1 1,0 1 432,-18-1-447,10 0 0,-1 0-5,-21-1-107,16 1 0,-1-1 112,8 0 1,0 0 13,2-2 0,1 0 1396,1 0 0,1-1-1404,1-1 0,2 0 0,-18-4-6,14 3 1,-1-1-1,-17-2 9,16 3 0,-1 0 299,-24-5 237,5-1-17,4-4-40,6-5 206,5-4-359,-2-12-99,17 11-43,-7-14 459,14 17-995,-4-6 271,3 5-212,4 3 36,4 2 69,1 1 20,2 0 19,1 2 2,1 2-3,3 1 20,1 4-28,2 4-14,1 2-57,1 3 83,-2 1 566,-1 4 47,-2 3-12,-1 5-73,-2 4-35,0 1-3,1 3-7,0 3 14,-2 3-428,-3 3 8,-3 2 182,-4 0 82,-1-2 337,-1-2 369,4-4 38,1-5 99,3-5 42,2-3 73,2-4-64,2-2-883,1-1-209,1-2 0,1 1 0,1-2 0,0-2 0,1-5 0,0-5 0,2-8-227,6-3-555,4-2 188,6-2 320,8-5 234,-5 9 1300,12-8-603,-6 9-657,11-6 0,3-1 0,4-2 0,3 0 0,1 1 0,0 3 0,-4 6 0,-6 7 0,-11 7 0,-9 5 0,-7 5 0,-4 2 0,0 5 0,-1 1-1658,0 2-340,3 0 71,1 0 107,0-1 635,0 0 565,-5-7 691,0 0 123,-4-5 250,1 1-317,-9-5 407,-2 0 1,-7-5-127,0 1 22,-1 0-37,0 0 72,-8 3 87,7 2 39,-14 1-275,4 6 160,-12 3 72,-5 7 108,-6 3-16,-2 4 19,0 3-134,4 2 19,6 2-444,7 3-100,7-1 0,7 0 0,3-3 0,7-3 0,4-6 0,3-5-88,4-8-286,0 0-71,2-5-1371,7-2 1901,12-6 1,-8 4 0,5-3 0</inkml:trace>
  <inkml:trace contextRef="#ctx0" brushRef="#br0" timeOffset="57415">16726 5127 7677,'-3'1'1662,"1"0"5106,2-1-6249,19-46-80,-4 28-222,0-10 1,4 0 162,8 14-60,6-2-56,5 1-62,7-1-11,7 0 57,9 0-138,-27 8 1,2 0-247,1 1 1,1 1 178,1 0 0,0 1-7,0 1 0,-1 1-11,-2 0 0,0 1-3,-2 1 0,0 0-6,-2 1 1,0 0-17,28 5-3263,-2 3 3285,-2 5 23,0 5-90,1 4 64,-27-10 1,0 2-6,1 0 0,0 1-3,1 2 1,-1 0-133,1 0 1,0 2 142,-1 0 1,1-1-7,-2 2 1,1-1 0,-2 0 0,-1 0 268,23 17-240,-5 1-23,-21-16 1,-1 1-1,9 7 3193,7 11-3174,-18-16 151,4 6-125,-4 1 454,-3-1-454,-3 2 23,-1 0-1,-3 1-18,1 2-6,-1-1 17,1 2-9,0-2-17,1 1-6,-1-1-11,-1 1-5,-1 0 16,-1 3 12,-2 0 11,-1 0-28,-3 0 5,0-1 17,-3 1 0,0 0 12,-1 0-1,-3-4-27,0-2-7,-1-3 7,1-2 5,0-1-17,-1-2-5,0-1-18,0 1 7,0 4 22,0 1-11,0 1 5,-2 1 0,1 1 12,-3 0-6,0-1 5,0 0 34,0-2 11,1-1-39,0-1-17,0-3 12,0 1-18,-2 2 7,-4 10-18,4-11-5,-4 15-12,4-10 7,-2 9 4,1 2 24,1-4-7,1-2 12,0-4 17,0-1-6,-1-1-17,-2 0 17,-2 1-11,0 4-6,-2 1-11,-1 1-17,2 0 6,1-3 22,2 0-5,0-3 10,2-2 40,-1-3-5,1-1-23,-1-2-17,0 1 0,-3 2 0,-1 1-16,-2 3-18,-2 3-3346,-8 13 3352,8-13-76,-10 16 88,9-18-7,-5 7 24,1-4-7,-1 0-5,0-2 11,-1 2-27,0-1 3342,1 2-3326,0 0 125,1 0-159,0 0 34,0-1 17,2-1 5,-1-3 6,3-4-16,0-2 10,0-2-11,2 0-33,-1 0 22,0 0 5,-3 1-10,-2 2-1,-1 3 6,-3 0-22,-2 3 22,-3 0 22,-3 2-22,-2 0-11,2-2 0,2-4-6,3-2 0,3-5 6,4-2-6,1-2 0,7-5 23,-16 9-12,16-10 18,-19 10-29,14-10 6,-4 3 27,-1 1-32,8-6 38,2 0 23,11-6-6,0-1 23,4 0-29,-2-1-55,-1 0 16,-6 0-27,0 0 5,-9 2 22,2 0-5,-12 0 0,3 0 0,2-3 28,5-3-28,7-1-1,-3-6 12,2-1 17,-4-7-34,0 1 1,1-1-24,-2 2 24,2 1 38,-8-9-28,8 8 51,-5-16-62,14 19 40,-2-15-40,7 11-39,3-4 11,1 6-22,4 6 22,-2 5-16,3 4 16,-4 5-3370,7 8 3376,-4 1 11,5 11-5,-2-3-1,2 5 23,3 1-12,0-2-16,3-1 3403,8 1-3358,1-6-29,1-1 29,4-9 16,0-5 6,17-7-28,-10-3 0,2-3-20,-2 1 1,-1-2-4,2 0 1,-2-1 0,-2 2 0,-3 0-12,11-3 23,3-1-45,-11 5-420,-10 3-40,-12 3-1797,-2 2 2285,-8 3 0,0-3 0,-2 3 0</inkml:trace>
  <inkml:trace contextRef="#ctx0" brushRef="#br0" timeOffset="60298">13992 9224 15221,'-24'-28'1692,"4"4"-1255,20 11-213,1 4 935,0-22-940,0 15 123,1-24-213,-2 23 78,0-15 0,0 5 146,0-17-247,0 15 79,2-15 5,0 10-55,4-16-1,0-8-31,0 17 1,-1 0-53,4-19-23,-4 25 0,1-1 58,2-1 1,0 1 9,6-24-74,-6 24 0,1 0-176,2-1 1,-1 3 271,5-12-76,-5 13 0,-1 0-20,3-8-3,-4 9 1,0-1-8,4-18-12,-3 14 0,1-1 14,-2 5 0,0 2-22,11-27 30,0 8 35,-1 9 10,-3 7 1,-1 3-29,0 3-28,1 0 480,2-1-447,3-4 33,3-3-55,9-11-11,-10 16 23,8-8-17,-12 18-12,4-5 12,-1 1 11,0 1 11,3-5-33,-8 11-1,6-10 1,-4 7 5,8-8 0,1-1-5,1 1 39,1-2-17,-11 10 61,-1-3 7,-10 10-35,0-1 13,-1-1-26,1-6-1,-1 6-5,6-11-8,1 4-39,7-6 16,2 1 11,3 0-39,-9 10 25,-1-2 208,-10 11 184,-2-1-84,-2 0-45,-1 1-42,0-1-26,-2 0-85,-1-3-17,-2 0-261,-2 0-211,-2 1 121,-5 1 188,-7 2 160,-8 3 123,-16 3 137,12 1 19,-26 2 78,25 2 32,-6-1-97,7 4-107,1 4 2,6 0-77,-19 13-7,16-4-46,-6 4-23,1 1-40,5-6 41,-7 6-55,-4-1-45,10-5-28,5-3-14,11-7 429,9-4 4,1-1 132,4-2-333,6-4 152,9-6-46,1 0 59,20-12-33,-6 6-352,18-8 20,-11 7-16,-3 5 1,-1 0 181,3 1-178,3 1 1,2 0-20,2 3-78,16-2-8,-27 6-102,0 3-40,-9 0-70,13 7-46,-12-2 30,17 13-128,-23-7-31,26 18-36,-24-14 21,25 20 18,-19-14 7,7 9 93,-11-7-63,-9-6 118,-1 2 5,-6-1-27,-1-1 63,-1 0 68,-3-6 52,-1-4 184,2 0-615,1 1 639,6 2 1,-3-2 0,1-3 0</inkml:trace>
  <inkml:trace contextRef="#ctx0" brushRef="#br0" timeOffset="70000">16597 10495 17854,'9'-41'2118,"-2"9"-1782,-5 29 44,-1 2-178,-5 10-96,0 0-33,-3 7 22,-1-1 12,0 1-1,-4 3 6,-3 3 11,-3 4-5,-4 3-1,-2 2-66,5-6 44,-7 8 40,-3 3-90,-4 4-321,-6 7 321,3-6 28,-3 0 11,-2 1-28,-2 1 0,1-1 16,0-1 1,-2 0 6,-1 0-46,8-9 17,9-9 1,-1 0-1,-13 7-25,11-8 1,-1 0 7,-20 9-10,-3-1-1,1-2-5,13-7-3,11-7 0,1 0-3,-13 7 0,11-6 1,0 0 10,-22 11-11,0-3 8,19-9 1,1-1-20,-15 5-219,11-5 0,-3-1 227,9-2 1,0-1-12,-9 2 0,-1 0-11,0 1 0,-1 0 0,-1 0 0,0 0 22,-3 1 1,-1 0-428,-3 0 0,0 1 427,-2-1 1,1 1 2,-1-1 0,1 0 0,0 0 1,0 0-7,0 0 1,-2 0-889,8-3 1,-1 1 0,2-1 884,-3 0 1,0 0 4,2 0 1,-2-1 0,2-1-292,-1 0 1,1 0 288,-12 2 1,-2 0-6,2-1 0,1 0 8,0 0 1,1 1 2,1-1 0,0 0-6,-1 1 1,1 0-6,-1-1 0,0 0 5,-1 1 1,-1-1-1,10-1 1,-1-1 0,2 0-6,-3 0 0,1 0 2,3-1 0,-4 0 0,5-1-2,-2-1 0,2-1 2,-13 1 1,-1-1 8,3-1 1,1-1-12,2 0 0,0 0-3,3-1 0,0 0 6,1-1 0,0 0 8,3 0 0,-1 0-99,1-1 0,1 0 82,-1 1 1,-1 0 7,-1 0 1,-1 0 8,-3 1 1,0 0-10,-1-1 1,-1-1-14,2 0 0,1-1 16,1 0 1,1-2 2,2-1 1,0 0-9,2-1 0,1-1 87,1 0 1,1-1-88,1 1 0,0 0 8,1 1 0,-1-1-5,-1 1 0,0-1-3,-2 1 0,0-1 3,0-1 0,0 1-1,-1-1 1,-1 1-3,1-1 0,1 1 5,0 0 1,2 0 2,3-1 1,0 0 1194,4 0 1,1 0-1204,2-1 0,1-1-6,-28-10 752,0 1-730,1 1 1,1 4-17,-2 1 11,-3 0-11,29 7 0,0 0 0,-1 0 0,0 0 11,1 0 1,0 0 5,-27-6-17,4-1 0,4 2 11,4 0-6,1-1-5,2 1 23,-2-2-1,-1-2-22,-3 0 11,1-3-5,1 1 0,6-2 10,3 1 711,6 2-722,3 1 574,3 2-568,3-1 350,3 0-333,-1-2 141,-1-2-152,-2-4-12,-4-3 18,-1-1-7,0 1-16,2 3 12,2 3 16,3 2-6,3 1-5,2-1 0,2 2-6,1-2 6,-1 0-1,0-1 1,0 0-6,0 2 12,1 4-29,4 4 6,3 3 6,4 2-12,3 3 23,1 1-11,0-3-6,0-2 16,-1-3 12,0-3-11,-1-2 0,1-1-11,-2 0 10,2 4 7,-2 0-18,1 2 7,-1 1 4,-1 0-4,2 1 4,-2 0-10,1 2 0,-1 1-23,0 1-28,1 1-5,-1 6 27,-4 8 18,-2 12 5,-7 11-17,-4 10 5,5-14 1,1 1 6,-6 12 5,7-13 0,-1 0-11,-9 16 16,4-9 6,-8 7 1,12-21 4,-4 1 7,4-7-6,3-5 5,3-4 6,0-3 11,2-3 17,2-2 28,0 0 0,1-2-22,1-2-6,0-3-11,0-5-6,2-3-28,1-3-17,1-1 12,2-2 0,4-1-1,5-2-5,9-10 0,-4 9 0,14-15 0,-3 4 23,15-13-21,-18 21 1,1 0 0,7-4 0,1 0-3,12-11 2,-16 17 1,-1 1 9,1-1-7,2-2 6,-9 6-11,-7 5 6,-2 2-23,-6 6 17,1-2 11,-2 4 1,2-1-12,1-1 11,-3 2-22,-1 1 11,-5 4-12,1 0 12,-5 5 12,0-2-1,-3 5-11,-1-3-6,-3 3 1,2-2 10,-7 8-10,0 2-1,-19 19-5,-2 3-210,12-13 1,0 1 217,2-1 1,1 0-10,-13 15 12,-3 11-16,10-10-106,10-12 0,1 0 117,-8 18 10,3 1-16,11-20 0,1 3 0,3-10 22,0 4 0,1-6 431,2-3-431,2-7 270,-1-3-113,2-5 6,-1-2-135,0-2 6,-5-6-23,3 0-5,-5-10 6,2-2 22,-3-13-39,4 1-6,6-4 0,10 6-6,0 7-16,11-4 4,11-4 13,8 0 7,-12 12 1,1 1-230,2 2 1,0 1 226,22-9-6,-16 10 1,3 0 2,5 2 0,1 1-433,1 0 0,1 1 439,5 0 0,-2 3-9,-14 3 1,-4 3 5,12-2-6,-8 5 12,-18 3-12,-3 0 418,-6 2-407,-7-3 937,-1-2-2430,-1 0 0,-1-1 0</inkml:trace>
  <inkml:trace contextRef="#ctx0" brushRef="#br0" timeOffset="75667">6025 9446 9348,'-5'-3'1256,"1"1"309,4 2 6051,-1 0-7346,1-7-290,-1-1 13,4-11 65,1-2 97,6-4 141,2-3-24,4-4-141,3-2-164,1-3 238,5-1 43,2-1-42,5-3-19,5 1-35,7 0-285,-20 19 0,1 1 220,2-2 0,1 1-7,1-1 0,1 0 1,1 0 1,0 0 1,2 0 1,1 0 6,0 0 0,0 1-28,-7 4 0,0 0 169,6-2 1,1 0 146,4 0 1,2 0-28,1-1 0,3 0-307,9-4 0,2 1 287,-5 2 0,-1 1-509,6-1 1,1-1 388,-17 7 0,1 1 0,0-1-382,2 0 0,1 0 0,0 1 263,1-1 1,1 0-1,0 0-122,0 1 0,1-1 0,-1 1 8,0 1 0,0 0 0,0 1 1,-2 1 1,-1-1 0,0 2-112,17-5 1,-1 1-250,-3 0 0,-2 2 259,-2 1 1,0 0 5,-2 0 1,1 0-23,0 1 1,1 0 25,1 0 1,0 0 13,2-1 0,0 2 2,2-1 1,0 1 33,1 0 1,0 1-73,0 0 0,-1 0-29,1 1 0,-1 0-22,-2 1 0,-3 1-4,-11 1 0,-1 1 154,12-1 1,0 0 233,-16 3 1,1 0-331,14-1 0,2 0 96,-9 1 1,-1 0 90,2 0 0,-1 1-8,2 0 1,0 0-13,2 0 1,-1 1-71,3-1 0,1 1-99,0 1 0,1 1-22,0 1 1,2 0 146,-11 1 0,3 0 0,-4 0 67,3 0 1,0 1 67,17 1 1,-1 1 181,-22-2 0,-1 0-208,16 3 1,0 1 345,-19-4 0,0 1-289,11 2 0,-2 0 84,16 1-101,-20-4 1,2 1-161,1-1 0,0 0-41,2 1 0,0 0 8,1 0 0,-1 1-59,0 0 0,0 0-1,-2 1 1,-1 0 0,-2 1 1,1 0 500,-3 0 0,1 1-529,7 2 0,-2 0 7,16 6 1,-12-4 1,-2 0-353,-6 0 276,-3-2 0,-1 0-185,10 5-1169,-11-4 1,0 0 1158,12 6 275,-13-6 0,-1 0 240,9 7-363,9 4 222,0 4 67,1 1-5,-23-14 0,1 0-171,2 1 0,1-1 167,2 1 1,2-1 0,1 1 0,1 0-12,-1-1 1,1 1-1,-1-1 1,-2 0-3,-3-1 0,-1 0-16,22 12 16,-13-2 3128,-7 1-3100,-6 2 257,-2 3-268,0 4 546,3 2-532,-7-12 0,0 0 20,18 17-35,1-2 34,-3-6-22,-9-11 7,2 2-30,-8-5 12,-9-4 11,-7-3 22,-3 5-34,-5-6 29,-3 5-28,-2-4 22,-2 2-12,-1 0 29,-1-1 50,-1-3 23,-2-2-12,-6-4-16,-5-2-17,-10-5-34,-8-4-17,-5-5-10,-4-3-7,3 0 12,5 2-17,8 2-6,8 3 6,3-1 12,4 0 4,2-1-16,-2-1-22,8 4 28,-1-1-18,7 5-10,1-1 16,2 2-33,2 2-162,2 0 161,3 3 24,3 3-12,6 5 5,6 4 12,4 1-6,3 2 6,3 0-6,4-1 40,15 1-18,1-4-3352,14-3 3358,-18-5 12,14-5-43,-10-3 93,10-5 17,-5-6 5,-10-4 0,-7-3 34,-10-2 0,-6-1 3363,-6-1-3302,0-15-196,-6 14-5,2-7 115,-2 12-81,3 1-6,3-7-11,-3 8-1,-3 4-33,-4 9-22,-3 3-119,-1 2 136,-3 12-6,-5 11 5,1 3 17,-3 14-11,3-6-3392,-5 22 3403,4-17-461,-11 20 450,9-36 0,-10 15 40,0-20 27,-10 1-6,-9-6 46,-20-6-62,16-5 3171,-17-5-3065,23-5-22,6-3 699,8-4-789,17 5 39,9-9-72,4 8 5,14-10-33,5 7 22,13-1 0,14 2 0,-8 4 11,-4 3-45,-8 3-509,-1 1-208,-5 1-4133,14 3 4884,-19 0 0,-6 0 0,-11-1 0</inkml:trace>
  <inkml:trace contextRef="#ctx0" brushRef="#br0" timeOffset="79356">7975 10767 10601,'10'-2'302,"-3"0"600,-7 2 3669,0 0-3815,-15 24-112,3-8-129,-16 22-308,10-19 247,-16 13-241,5-6-45,-17 12-17,3-3 1,-5 1-383,22-16 0,0 0 351,-3 1 1,0-1-4,-2 3 1,-2 1-18,-1 0 1,-1 0-11,-1 2 0,-1-1-26,-1 2 0,0-2-19,-2 1 0,0-1 0,0 0 0,-1 0 13,1-2 1,0 0-17,3-2 0,0 0-31,3-2 1,0 1-10,1-1 1,0 1-9,-1 1 1,0 1-12,-3 1 0,-1 1 6,-2 2 0,0 1-449,-2 1 0,-1 1 460,-1 0 0,-1-1 3,-1 1 0,0-2 2,1-3 1,-1 0 2,3-4 1,0-1 2,2-3 0,0-1-299,2-2 0,0-1 294,1 0 0,-1 0-1,-1-2 1,0 1 2,-2-1 1,-1 1-7,-2 0 1,-2 0 5,-1 1 1,-2-1-402,-2-1 1,0 0 425,0-1 1,-1-1 0,3-2 0,-1-2 2,3-1 0,0-1-100,4-3 1,0-2 82,1 0 1,1-2 194,1-2 1,1 0-198,-1 0 0,1 0-9,0 0 1,-1 1 16,-1 1 0,-1-1 0,-1 1 0,1-1-14,-2-1 1,1-1 10,1-2 1,0-3 10,1-3 1,2-4-36,0-4 1,3-4 23,-1-5 1,3-4 16,0-6 1,1-2-12,1-5 0,2-1-14,0-2 0,1 0-148,2-2 0,1 0 167,1 1 1,0-1-15,1-1 1,1-1-13,7 18 1,0-1-1,0 0 6,-1-2 0,0 0 1,0-1-3,-1-2 0,1 0 0,-1 0 7,0 0 1,0-1 0,0 1 3,1 0 1,0 0-1,0 0-9,2 1 0,-1 1 1,2-1-1,0 2 0,1 1 0,0-1 9,-4-16 1,0 0-144,2 4 1,1 0 131,2 3 0,1 1-14,2 1 0,1 0-8,2-1 0,2 0 5,3 0 1,1 0-127,3-1 1,2 0 125,1 0 1,2 1-4,2-1 1,1 2 14,1 1 0,1 0-6,1 1 0,1 0-17,1 1 0,3 0-3,1-1 1,3 0 19,3-2 0,2 1-9,3-2 1,3 1-120,3-2 1,3 0 127,-13 16 0,1 1 0,0-1 0,0 0 0,1 1 0,0 0 5,-1 0 1,0 1 0,-1 1-6,12-14 0,-1 1 14,-3 3 0,-1 1-3,-1 3 1,-1 1-12,-1 2 0,1 0 0,2 2 0,1 0 239,2 1 0,2 1-234,2-1 1,1 1 2,1 0 1,0 1-1,-1 1 0,0-1-2,-2 3 0,-1 1-1,-4 2 1,-1 1-4,-3 2 1,-1 1 466,-2 2 1,0-1-453,24-16-6,-4 1 491,-3-1-496,-1 2 38,5-6-27,-16 13 1006,8-6-917,-13 10-2522,-9 7 2495,-2 0 10,-15 11-38,-1-1-40,-4 0-11,0-2 191,-3-2-191,-1-1 16,-4-6-21,1 0 5,-1 1 3403,0 2-3431,-2 4-34,-10 0 6,-10 4 6,-24 2 44,15 3 6,9 1 0,0-1 12,-10 1-1,-11 0-11,3-1-11,1-1 16,0 1-16,-4-1-11,-1 1 10,-1 5-10,3 2-3381,-6 5 3403,21-5 0,-9 2 17,24-7-1,1 0-66,8-1-40,10 0-5,3-1 3465,2 0-3387,4 0 45,5 0 0,9 0 0,11-4 6,23-7-23,-11 0 0,-5 0 0,2-1-208,-7 3 1,0-1 213,13-4 0,3-1-430,3-1 1,3-1 429,-6 2 0,2-1 0,-2 1-3,2-1 0,1 1-11,-4 1 1,2-1 0,-2 2-1481,5 1 1,-2 2 1481,-8 1 1,-1 1-4,8 1 1,-4 3-19,-1 10 16,6 14 0,-21-1 260,-6 16-243,-16 1 0,-1 5-1,-6-9 1,0 0 0,-2 8 0,-3 10 5,-1-8-33,-1 1 6,-1 9 607,0-3-574,5-16 3364,0-9-3375,3-11-107,0-8-9247,1 1 8489,0-4 0,1 0 0,-1-1 0</inkml:trace>
  <inkml:trace contextRef="#ctx0" brushRef="#br0" timeOffset="82906">5044 5487 6658,'0'6'1439,"-1"0"275,1-6 1311,0 0-2096,-44-23-329,25 16-376,-30-17 296,28 23-268,7 0-38,-9 2 94,1 3 5,-7 4-212,4 1 280,-22 10-95,8-1-365,8-4 0,-1 0 213,2 1 1,-1-1-26,-2 2 0,0 1-14,-2 1 1,1-1-23,-19 12 19,14-7 0,0 1-47,11-6 0,0 0 5,-12 9 1,-2 2-398,7-4 1,0 1 405,-3 1 0,0 1 5,-2 2 1,-2 1-9,-2 1 0,1 0-28,7-6 0,0 1 35,0 1 1,-2 3 0,1-3-22,-2 3 0,0 0-20,3-2 1,-1 2-1,0-1 53,-11 12 1,4-2-54,14-13 1,1 1 2,-7 9 0,1-1 26,-5 12-35,16-17 1,-1 1 0,0 1 0,0 1 16,0 1 1,0 3 61,-10 12 0,1 0-51,10-14 1,0 0-28,0-1 0,-1 3 0,2-2 44,-1 2 1,1-1-3,-6 11 0,0 2-37,3 0 0,2-1 3,1 1 1,2 0 4,3 1 1,1 0-45,2 0 1,0 0-524,1 2 0,0 1 569,1 1 1,-1 1-2,0 1 0,0-1-360,2-11 0,1 0 347,1-1 1,-2 1 0,3-2-25,-1 2 1,2 1-212,0-3 1,0 4-1,2-4 236,1-1 1,1 0 48,2 21 1,1 1-125,3-17 1,1-1 66,-1-3 0,0 4 0,1-3-5,3 10 0,2-1-9,-1 0 0,1-2 14,0 1 0,1-1 14,0 2 1,-1-2-12,-1-11 0,0 1 33,4 19 1,1-1-6,-4-17 0,0 0 3,4 17 0,1 1 2,-1-13 1,-1-2 5,1-1 0,1-1 280,1 0 1,0 0-300,0 0 0,1 0 10,1 2 1,-1 1 27,1 1 0,-1 1-36,1 0 1,-1 0-23,1-2 0,0 2-9,4 7 1,1-3-1,-7-16 1,0-1 5,6 13 1,0-2 683,6 11-678,-10-21 0,2 0 19,-1-1 1,1 0 2,2 0 0,1-1 0,1 1 1,1 0-15,-5-8 1,2 1-531,4 7 1,4 4-1,-4-4 561,13 17-28,-13-17 0,5 5 0,-3-4-45,-3-6 0,0-2 48,16 14 0,1-1-23,-13-13 1,1-1 10,14 7 1,1-2-1,-11-12 1,1-3 11,11 5 0,3-2-138,2 0 1,1-3 148,4 0 0,0-2-11,-11-2 0,1-1 4,0-1 1,4 0-1,-4-1-21,1 0 0,1 0 31,-4-1 0,3 1 0,-2-2-14,15 0 0,-4-1 1345,-18-2 1,0-1-1332,16 0 0,-3-2-23,-11-2 9,-5-1 0,0-2 25,9-8 11,14-10-25,-25 6 0,-1-1-6,4-4 1,-1-3-104,3-2 1,1-1 111,-1-2 0,0-1 2,-1-1 1,-1-1-12,-1 1 1,-1-2 5,4-6 0,-2 1-34,-10 12 1,-2 0 10,7-8 1,-2 2 970,2-7-968,5-8 1,-3 1-6,0-2 11,3 1-12,1-1 1,0 4 0,-2 4 262,-7 8-268,-3 5 0,-10 12 6,-3 3 816,-8 9-805,0 1 586,-2 1-609,-5 3 7,-5 0-1,-12 2 6,-8 2-6,-11-1-17,-5 2 6,-1-1 11,-1 3 1,3 2-12,3-1 0,3 0 11,6-1-6,5-1 7,5-2-1,5-1 17,2-2 5,3-2 18,3-3-11,0-5-35,3-2 12,3-4 5,1 2-38,4 1-29,6 0 34,-2 4-12,12-1 29,1 3 11,14-2-23,13-4 17,15-3-333,-24 5 1,1-1 321,3 0 0,2 1 5,-1 0 1,1 2-3,-3 1 0,0 3 5,-6 3 0,-2 4 9,17 16 22,-20 32-33,-15-10-9,-12-5 0,-5 0-226,-8 18 223,4-23 1,0 1-96,-5 26-1126,6-12 1227,15-13 0,-5-17 0,7-9 0</inkml:trace>
  <inkml:trace contextRef="#ctx0" brushRef="#br0" timeOffset="85234">11667 12796 21556,'1'41'679,"-4"20"-629,0-30 0,-1 1-337,-3 10 1,0 3 255,-4 11 1,-1 1-900,3-8 0,-1-1 742,1-3 1,0 0-804,3-4 0,2-2-3492,0 17 4483,3-22 0,0-3 0,1 4 0,1-12 0</inkml:trace>
  <inkml:trace contextRef="#ctx0" brushRef="#br0" timeOffset="86550">12156 12807 11220,'-25'-52'811,"0"1"0,1 0 0,-2 4 0,1 1 0,-3 7-324,-8 5 0,-3 7-850,-4 1 0,-3 3 525,-2 3 1,-3 3-51,-4 4 0,-1 4-3,-3 2 0,-2 3 3,-2 6 1,0 4-42,20 0 0,-1 2 0,1 2 1,-1 3 1,0 2 0,0 2-14,-1 4 1,1 1 0,0 2-432,-1 4 0,1 1 0,1 2 428,-1 3 0,0 2 0,2 2 0,1 1 0,1 2 0,2 1-553,2 2 1,1 1 0,4-1 509,6-9 0,2-1 0,2 4 0,-3 15 0,3 5 0,5 0-518,7-4 1,3 1 0,2-1 502,-4 0 0,2-1 0,3 2-84,6 7 1,6 2-1,4-6 77,9 0 1,6-4 4,-2-9 1,3 0-1,3-2-6,4-4 1,3-1 0,0-4-1,-6-7 1,0-3 0,4-1-29,5-2 0,5-1 0,1-2 1,-2-3 3,1-2 1,-1-4-1,3 0 4,2 0 1,3 0 0,2-1-1,-3-4-8,10-4 1,-3-4 0,1-3 9,0-2 0,1-3 0,-1-4-26,-15 2 1,0-1-1,-1-3 1,0-1 61,0-1 0,-1-2 1,1-1-1,-2-2 9,0 0 0,0-2 0,-1-1 0,0 0 15,-1-2 0,-1 0 0,-1-1 0,0-1 187,-2 1 1,-1 0 0,-1-1 0,-1-1-125,9-10 0,-3-2 0,-3 3-37,-8 9 0,-2 1 0,-2-2 111,3-13 1,-1-3 0,-5 2 518,-5-2 1,-4-1-600,-1 3 1,0-3 0,-5 3-37,-3 2 0,-8 0-227,-11-6 1,-9-4 0,0 7 218,4 13 1,-4 0 4,-11-11 0,-8-6 1,3 10 254,9 16 1,-3 3-271,-13-5 1,-8-1-1,2 3-24,-5 4 0,-1 2-24,3 2 0,-4 1 0,4 3-26,2 3 0,0 5-182,6 5 1,-3 1-1,5 5-826,-1 4 0,1 5 913,1 1 1,-3 3 0,7-2 0,-16 14 0,11 4-1</inkml:trace>
  <inkml:trace contextRef="#ctx0" brushRef="#br0" timeOffset="87649">16545 13452 17529,'19'-57'941,"0"1"0,-1 4 0,4 7-532,20 6-157,4 7-146,2 8-55,1 7-29,-1 8-44,-3 8 11,3 20 11,-20-2 5,0 28-5,-26 1-2126,-13-6 1,-6 1 2122,4-11 0,-3-1 8,-18 14 1,-5-2 124,8-14 0,-1-2-116,-6 7 0,-1-1 6,3-4 0,2 0-73,6-5 0,3 0 70,-11 12-6,18-9 34,14-6 3081,14-6-3008,12-5 860,18-4-947,7-7 0,6-2-70,-6-1 0,2 0-1600,10-2 1,0-1 1565,-14 2 0,-1-1-221,4 0 0,1-1-1004,2-2 0,3-2 7,-13 3 1,2-1 0,-1-2 1290,19-9 0,-6-1 0,-23 11 0,-3 0 0,15-13 0</inkml:trace>
  <inkml:trace contextRef="#ctx0" brushRef="#br0" timeOffset="88083">17463 12811 7531,'-51'-24'405,"0"0"1,0 0 0,10 4-1,1 1 1,-2 3 408,-14 3 0,-3 3 0,5 2-1872,8 2 0,-1 2 1668,-10 0 0,-7 2 1,5 2 19,0 5 0,0 6-335,2 2 0,-4 5 0,4 0-197,-2 1 0,2 5 36,7 3 1,-2 4-1,5 1 82,2 5 0,3 4-58,2 3 1,-1 4 0,4-2-129,-1 3 1,4 1-18,6-2 0,2 4 0,5 1-26,9-3 0,6 1 0,-1-2 2,0-7 0,0-1 0,2 2-29,2 18 1,4 3 0,3-6-51,6 0 1,7-4 27,-3-11 0,5 2 1,5-3-7,14 1 1,8-3 0,-1-5 39,5 3 0,4-6-301,-10-12 0,5-2 1,2-2-1,-2-4 312,3-3 0,-1-3 1,3-2 3,-3 1 1,2-1-1,1-1 1,0-3 14,0-1 1,1-2 0,0-2 0,0-1 25,0-1 0,-1-1 0,0-2 0,1-4 41,-6 0 0,2-3 1,-1-2-1,-1 0 1,-3 1-42,9-5 0,-4 2 0,1-5 19,-4-1 1,1-2 0,-1-3-1,-7 1 61,-9 1 1,-4-1-1,-2-1 62,6-7 0,-2-2 0,-3-3 57,-4-5 1,-5-3 0,-3 1-91,-2-12 0,-7 1-90,-2 4 1,-8 2 22,-10 7 0,-7 5-222,-2 9 0,-5 2 146,-8-9 1,-4 2-93,-5 1 0,-3 4 66,-3 1 1,-5 4-892,9 10 1,-4 2 0,3 3-98,-4-2 0,1 5 1020,6 4 0,-1 1 0,8 4 0,0 2 0,2 1 0</inkml:trace>
  <inkml:trace contextRef="#ctx0" brushRef="#br0" timeOffset="88940">15415 16151 14267,'36'-35'697,"0"-1"1,0 0-1,11-10 1,-3 6-458,-14 20 1,-3 4-56,10-2 78,9 3-201,-17 9 1071,13 3-1128,-8 10 398,1 8-409,-1 11 29,-2 9-18,-9-3 62,-7 27 17,-24-13-106,0-12 0,-4 0 69,-8-7 1,-3-3 2,-2-1 1,-2-2 24,0-2 1,0-3-2493,-23 9 2574,14-11 509,-7-8-234,22-12-225,-4-1 297,16-16-77,10 6-321,6-7 3337,8 9-3410,6 5-16,6 6-11,5 4-17,6 8 11,5 6 22,7 11-346,1 6 296,-5 8 11,-16-6-22,-19 20-6,-28-16 5,-1-10 1,-4-2-291,-7-4 0,-4-3 148,-4 1 0,-2-2-140,-3 0 0,0-2-87,-2-2 0,1-2 131,9-3 1,1-3-2213,-9-4 1,3-4 1710,3-7 0,-4-1 0,29 2 0</inkml:trace>
  <inkml:trace contextRef="#ctx0" brushRef="#br0" timeOffset="89383">15653 15776 16851,'-57'-2'550,"1"1"0,-1 0 0,3 1 0,2 1 0,4 5-315,2 7 0,4 4-1098,-2 5 0,2 1 899,9-3 0,1 3-12,3 4 1,-1 5-1,2 2-1477,-5 19 0,2 2 1454,9-19 1,0 0 0,2 2-4,0 9 0,2 3 1,4-3 130,3 7 1,4-1-145,1-8 0,2 1 0,3 0-9,3 0 0,4-1 0,4-1 10,2-1 1,4-1 0,4-2 5,6-1 1,4-3 0,5-2-18,5-2 1,5-3 0,4-3-491,6-2 1,5-3 0,1-3 516,-10-6 1,2-2 0,0-2 0,1-1 19,2-2 0,0-1 1,1-2-1,-2-2 42,0-2 1,-1-2-1,-1-2 1,-1-1 80,11-5 1,-1-2 0,-4-5-80,-8-1 0,-2-4 0,-4-2 46,-6-3 0,-3-2 0,-3 0 624,3-5 0,-6-6-656,-7-3 1,-4-8-1,-4 2-35,-3-10 0,-5-3-112,-2 3 0,-1-4 0,-6 2 89,-3 9 1,-4 2 0,-4 2 1,-3 1 0,-3 2 0,-2 3-10,-5-5 0,-6 5 304,-4 9 1,-8 3 0,2 5-381,-9 1 0,-3 4-52,3 1 0,-4 0 0,0 3-137,6 5 0,0 3 0,0 1-244,-2 0 1,-1 2-1,0 1-977,-2 1 1,0 2 0,2 0 1253,4 2 1,2 0-1,4 1 1,-3 0 0,6 1-1,-6 3 1</inkml:trace>
  <inkml:trace contextRef="#ctx0" brushRef="#br0" timeOffset="90116">11059 16867 14695,'20'-43'742,"0"0"0,1 0 1,6-14-1,-4 10-92,-7 18 153,-8 16-613,-6 10 201,-9 14-16,-15 23-223,-5 12-586,-5 6 439,15-19 1,0 2-1507,2 6 0,1 1 1503,2-8 1,1 1-17,-1 14 0,5 0-126,6 13 131,5-25 1,3 0 8,2-4 0,4-2 39,23 17 163,7-18 229,4-21 6,5-23-40,-1-21-187,-25 10 1,-1-3 1,-2-3 1,-2-1-3,-1 0 0,-3 0 0,-2 2 0,-2 1 138,7-17 292,-9 13-461,-5 17 3190,-5 8-3386,0 14 233,1 10-188,3 14-39,4 15-22,7 11-164,-6-25 1,1 2 171,2 1 0,-1 2-93,1-2 0,-1 2-604,0 5 0,-2-2-410,3 13-3528,-4 9 4660,-8-36 0,1-3 0,-2-13 0</inkml:trace>
  <inkml:trace contextRef="#ctx0" brushRef="#br0" timeOffset="90539">11785 16579 14247,'-50'-32'676,"-1"0"1,0 0 0,6 2-1,1 2 1,-1 10-92,-15 13 0,3 10-1599,19-2 1,-1 1 1270,-10 3 1,-6 3-1,3 2 23,-1 7 0,0 5-1022,1 3 0,-4 5 0,4 0 785,15-9 0,2-1 0,0 4 15,-12 14 0,-1 4 0,6 1 152,14-10 0,5-1 0,1 5-222,0 5 1,0 4 0,2 2 0,1-4-1,2-2 1,2-2 0,4 5-17,4 7 0,5 6 0,2-1 0,4-8-332,3-2 0,7-3 319,5 9 0,5 4 0,5-6-157,13-6 0,6-7 143,-7-7 1,5-1 0,2-3 5,4-4 1,3-4 0,5-4 35,-4-5 0,4-3 1,2-2-1,-2-3 27,-5-2 0,-1-3 0,-1-1 0,1-1 204,-1 0 0,0 0 0,-1-2 1,-1-3-196,-4-3 1,0-3 0,-2-2 0,-3-4 35,10-9 1,-3-6 0,-3-1 9,0-1 0,-2-3 0,-2-1-30,-4 2 1,-3-2-1,-6-5 56,-12 2 0,-4-6 0,-5 0 1,0 5-380,0-8 0,-5-1 342,-1 5 1,-3-7 0,-1 0 0,-2 6 10,-3 5 0,-3 4 1,-2-1-27,-3-6 0,-3 0 0,-5 2-19,-9 3 0,-5 2 0,0 6-32,-1 0 0,-4 6-6,-1 8 0,-4 2 1,2 6-590,-3 5 1,-1 4 481,-1 2 1,-5 1 0,6 1 0,10 0 0,2 1-1,-5 2 1,0 0 0</inkml:trace>
  <inkml:trace contextRef="#ctx0" brushRef="#br0" timeOffset="92034">12173 13317 7268,'-3'-1'2280,"0"0"532,3 1-2314,40-46 85,2 26-859,0-9 1,3 1 435,-15 19 0,2 3 260,26-7 0,4-2-210,-14 4 0,2-1-66,-6 2 0,6-1 1,0-1-1,-5 2-617,14-4 1,-1 0 608,-2 1 0,5 0 1,-5 1 101,1-1 0,-1 1-70,-10 3 0,3-1 0,-1 1-47,-1 0 0,0 1 1,0 0-46,0 1 1,0 0-1,1 1-13,1 1 1,0 0 0,1 1-8,1 1 0,1 0 0,-1 1-28,10 0 0,0 1 5,-11 1 1,2 1 0,0 2 1,2 2 1,-1 2 0,0 0-25,-9-2 0,-1 0 0,2 2 7,6 2 0,4 2 1,-1 0-1,-5 0 1,8 3 1,-3 1 2,-4-2 1,3 1-1,-4 0-328,4 3 0,-5-1 345,-5 0 0,-4 0 0,15 8 4,-25-7 0,-4 2 92,-3 8 782,3 12-816,-19-14 1551,-13 11-1591,2-10-27,-4 10 858,5-10-870,7-2 34,1-7-16,11 6-18,-3-8-11,4 5 6,-6-4 17,-6-1-12,-1-2 17,-3-2-28,-1-4 17,0 0-22,1-5 11,-1 1 27,3-1 74,2-1 95,1 0 89,1-1-16,-3 0-73,0-3-62,-3-2-39,1-3-50,-5-3-23,-3 0 6,-7 0 0,-2 0 22,0 2 6,1 2-39,4 2 44,-5-1 6,2 2 62,-7-1 128,3 2-246,6 1-28,5 1 34,8 3 10,5 3-4,10 3 4,14 3 12,15-1-11,14-4-20,-24-4 1,1-1-327,4-2 0,1 0 312,3-2 1,0 0 4,2-3 1,-2 1-3,-8-1 0,-1 0 22,2-1 1,-1-3-75,20-13 234,-8-5-17,-11-8-22,-25 4 22,-12 1 34,-8 3 651,-3 4-679,-1 5 206,2 5-312,4 3-51,3 4-84,2 4-23,0 1 23,0 6-145,0 6-438,-4 10-1052,-5 8-2684,-10 9 4375,-5-2 0,7-12 0,6-9 0</inkml:trace>
  <inkml:trace contextRef="#ctx0" brushRef="#br0" timeOffset="93257">15613 13987 14337,'3'-4'6105,"-1"1"-4968,-2 3-1009,-6 3-44,-10 15-28,-9 12-11,-10 19-34,16-21 1,-1 0-319,0 0 1,-1 0 334,-2-2 0,-3 0-6,-1-2 1,-4-1-1527,-19 3 0,-2-3 1510,14-6 0,-2-1 7,-5-2 0,-3 0 0,0-2-452,-9 1 0,-1-2 461,10-2 1,-3 0-1,0-1 2,2 0 0,-1 0 1,2 0-7,3-1 1,0-1 0,2 1-170,-13 3 0,2-1 168,7-1 0,1 0-6,6-1 0,0-1 6,0 0 0,-1-1-6,-3-1 0,-2 0 0,-6-1 1,-3 1-216,-6-1 0,-1 0 211,17-1 1,0 0 0,-1 0 10,1 0 1,-1 0 0,1-1-1,2 0 1,0 1 0,1-2 11,-15 0 1,1-2 947,7-1 0,2-1-905,5-2 0,2-2 422,3-2 1,2-2-426,1-1 0,2-3-28,-1-1 0,0-3-41,-3-2 0,1-2 38,-2-1 1,-1-2 30,-5-6 0,1 0-45,9 6 0,3 1-14,2 1 0,3 0 17,-6-14 1081,17 10-1098,2-6 672,12 2-694,12 3 334,11 2-301,8 4 699,2 4-715,1 2-12,-13 8-22,-3 2 6,-14 7 22,-1 5 5,-4 8 1,-6 9-6,-5 11 0,-5 2-3392,-1 8 3392,5-14-2269,-4 13 2281,10-25 16,-11 13-17,1-13 11,-17 7-11,10-9 2280,-12 0-2257,16-8 61,-1-2-67,10-2 11,6-4-5,4-3-12,1-3 17,0-5 1,-2-2-29,0-1 3420,-5-4-3420,3 6 6,-4-4 0,4 6-17,1-3-11,8-4 11,17-12 11,-1 8 0,24-14-5,-10 13-3393,13-3 3387,-19 12 0,-5 5 6,-21 10 5,-9 8-11,-11 10 11,-16 14 6,-11 12-14,19-20 0,0 2-15,-3 6 1,1-1 11,-9 12 0,16-16 0,2 0 11,-2 3 3398,-3 3-3302,0-6 77,8-13-66,4-5 72,8-11-83,2-15-85,0 1 23,15-30-23,8 12-19,-2 8 0,3 1-265,15-8 273,-10 12 0,2 2-3,0 2 1,0 2-12,10-5 0,3 0 0,12 0 1,2 2-553,-8 4 0,-1 2 527,-2 2 0,0 2-227,-7 3 1,-2 5-1650,13 10-3012,-19 0 1,-2 2 3209,4 6 1,-8 3 0,-22-17 0</inkml:trace>
  <inkml:trace contextRef="#ctx0" brushRef="#br0" timeOffset="95733">16860 14299 6731,'0'-6'2940,"0"1"3496,0 5-5703,-5-29-251,4 20-286,-4-20-151,6 27 470,-1 4-33,0 3-326,0-1 153,0 4-51,-1-3-51,0 3 17,1 0 207,-1 6-285,1-3 128,0 10-22,2 0-39,0 10-51,2 8-11,1 5-5,-1 8-28,2 6-359,-3-26 0,1 1 277,1 2 1,1 0-4,0 3 1,1-1-12,1 2 1,0-1-6,0 1 0,0 1 13,-1-1 1,-1 0 5,-2-1 1,-1 0 5,-3 0 1,-2-1 1,-3-1 1,-2-1-3,-3 0 0,-3-1 0,-2-2 0,-2-1-6,-1 0 1,-1-1-6,-2-1 0,0-1-157,0 0 0,-1-2 165,1 0 0,0-1 23,-19 21 5,18-20 0,0-1-5,-6 9 83,-11 11-58,12-15 20,-9 5-18,1-2-33,5-5-11,6-4 537,8-8-520,6-5 461,5-6-260,3-2-5,1-3-151,-1 0-57,-1 0-5,-3-3-17,-2 0-28,-6-5 22,2 1-22,-3-3 0,7 4-11,-1 1-17,4 3 11,-3 1 17,-2 5 11,-3 1-5,-2 4-6,-1 0 17,0-3 5,3-2 1,3-2-12,5-5-11,3-4-6,1-4-11,4-4 23,3 0 0,5-2-1,2 0 12,0-1-6,1 0 0,2-8-11,-4 7 12,7-16 4,-4 12 1,5-10-11,-7 12 11,2-1 16,-5 7 57,1-1 11,-5 7-62,-2 3-11,-4 5-28,0 1 11,-2 5-3397,-5 11 3386,1-1 22,-6 15 0,4-4-10,-3 11 21,0 4 18,0 4-35,1 14-32,5-20-12,3 12 3436,12-24-3391,8 1 0,15-9-11,12-10-432,-12-12 0,1-4-2755,23-9-1843,-3-7 5024,-24 2 0,-21 13 0,-2 0 0</inkml:trace>
  <inkml:trace contextRef="#ctx0" brushRef="#br0" timeOffset="97039">15739 15722 6871,'-7'0'4788,"1"0"-2486,6 0 79,0 0-1239,-46-8-615,28 4-326,-32-6 231,36 7-332,9 0 148,-6-1-153,8 2 101,-2 0-73,3 1-84,-3 1-16,0 0 27,-6 6-11,-2 0-28,1 3-11,2-1 12,4-2 4,-1 5 18,0-1 0,1 2 66,1-4-16,2-2 275,-2-1-163,3-3-84,-1 0-62,2-2 28,-2 1 107,1 0 112,-1 0 515,2 0-666,4-14-101,-1 5 73,7-15-1,-1 5 1,5-10 0,3-12-3421,5-15 3348,-1 5 19,-1 4 1,2-3-378,-5 14 1,0-1 362,8-15 0,1 0 14,-5 9 1,-1 3-108,-3 9 0,-1 0 74,3-4 0,1 0 8,0-2 0,1 2-31,-4 6 1,0-1-1,7-11 1,2 1 2,-2 8 0,0 1-6,0 0 1,2 0-12,3-2 1,1 3 5,17-9 0,-2 8 11,-1 7 12,-6 3-23,-4 5 5,-11 3 3016,1-3-2982,0-7-33,-2 5 1028,17-18-1039,-14 17 238,5-4-239,-5 8 0,-8 7-33,0 0 11,-7 4 23,-4 2-12,-5 1 78,0 1-49,-2 1 4,-3 1 1,-6 4 0,-7 2-6,-7 2-11,-7 3 11,-8 0 29,-7 0-21,14-6 1,-2-1 13,-28 1-371,2-1 383,8-7-40,16 0-16,-3 1 0,7 6-12,0 11 23,12-1 0,-10 16 6,9-8 5,-4 4 6,4-4 350,5-7-339,7-6 72,4-7 1,4-3-62,7-11-22,5-6-11,22-19-1,-6 9-2,-2 5 0,2 0 14,16-8-206,-15 12 0,3-1 189,-1 1 0,1 1 0,1 2 0,0 0 2,1 3 1,-1 1-8,30-4-1,-1 6 0,-6 13-1,-6 7 2,-10 11 10,-8 6 1,-9 3-12,-6 2-5,-3 1 316,-2-1-825,0-1-1736,0-2 2256,0-2 0,-5-15 0,0-3 0</inkml:trace>
  <inkml:trace contextRef="#ctx0" brushRef="#br0" timeOffset="99167">15108 17033 19759,'-30'-10'1243,"6"5"-902,14 15-173,3-1 135,-6 6-79,-1 0-33,-10 7 55,-18 15-128,-3-2-62,-3 3 36,11-13 1,1 0-32,-5 1-13,3-1 0,-1 1-20,-10 6-6,12-9 0,-1 1-406,5-3 1,2-1 389,1-1 0,1 0 10,1 0 1,2-1-263,-21 11 265,18-11 1,-2 1-26,-13 6 1,0 0 5,-10 7 22,20-12 1,0-1 33,-5 2-6,-6-2-50,16-8 0,-2 1-6,-2-1 1,0-1 22,-3 0 0,0 0-15,-3 0 1,1 0-3,-2 0 0,1 0 0,1 0 0,0 1 17,-4 1 0,1 1-23,8-4 1,2 1 2,-4 0 0,4-1-14,-6 2 28,-4 1-33,-9 3 5,-8 3-207,-3 0 221,15-5 1,-1 1-73,10-3 1,1-1 77,-7 3 0,-2-1 11,4-1 0,1-2 61,-20 2-67,25-5 1,-1-2 24,0-2 1,0-2-2964,-20-6 2942,5-3 130,6-8-103,10 3-45,-18-6 6,9 7 0,-3 1 597,20 6-580,1 1 187,9-4-204,4-3 3375,4-5-3381,7-1 35,4 2-7,4-2-27,5 3-12,1-1 50,2 0-27,0 3 0,1-5 22,2-4-23,0-2-5,-4 5-56,3-5 39,-10 14 45,4-4-28,-6 10-22,0-2 33,0 1-11,1-2 6,6-6 16,-1 1 1,2-4-3354,0-6 3342,-9 11 57,3-10-85,-8 13-11,-1 0 5,-1 5-5,-7 9 17,2 5 3386,-5 10-3391,3 7 27,0 2-6,-1 2-44,-2 1 39,-8 5-5,-10 4-183,12-16 0,-2-1 165,-1 1 1,-2 1 10,-5 4 1,1-1-11,-11 10 5,1-2 12,22-22 83,6-6 56,3-3-44,5-13-45,4-3 44,1-24-72,0 12 410,2-29-383,-1 22-10,3-8 11,1 16-51,5 6 23,9 4-17,12 0 0,-1 5 0,3 0-298,18-2 298,-6 2 0,3 0-430,-10 1 1,0 0 440,15-2 1,2 0-517,3 0 1,0 0 439,0 1 1,-1 1-264,-4 0 1,-4 2-830,-10 0 1,-4 2-8675,9 5 9363,-26 0 1,-15 1 0,-5-5 0</inkml:trace>
  <inkml:trace contextRef="#ctx0" brushRef="#br0" timeOffset="100374">12225 17337 13810,'-41'-30'1854,"7"4"-1590,31 18-68,-3-1-34,1-1 40,-4-7-130,3 5 102,-4-8 50,5 6 0,0-5-6,2 0 40,7-2 44,6-4 12,8-5-34,9-5-67,8-8-44,5-2-212,-18 22 1,1 0 123,1 0 1,0 1-4,2 2 0,1 0 6,1 1 0,2 0-8,2 1 0,1 2-384,4-2 0,1 2 366,4 0 1,2 2-11,4-1 0,2 1-1,4 1 1,2 1-12,4 0 1,2 0-435,-18 4 1,1 1 0,0 0 415,1 0 1,1 0 0,0 0-10,2 1 0,-1 0 1,1 0-432,-2 1 0,1 0 0,-1 0 433,-2 0 1,0 0-1,0 1 8,17-1 1,-1-1-196,-5 1 1,-2-1 189,-5 1 0,-1-1 3,-3 0 0,-1 0-1,-2 0 1,-1 0-6,-1 0 1,0-1 184,-2 2 0,-1 0-188,-2 0 1,-1 0 19,-1 0 0,-1 2 22,24-3-22,-5 1 11,-6 0 1065,-5 0-1048,-4 1 1515,-5-1-1521,-3 1 801,-6 0-829,-5 1 185,-5 2-184,-5 0 100,-4 1 504,-1 0-493,-8 0-77,-5 0-6,-12 0-12,-9 0-6,-6 0 18,-4-1-1,-2-3 1,-1-2 5,-1-2-6,0-2 0,1 0 40,4-1 33,6-2-11,2-1-22,4-2-3370,-4-1 3297,13 6 50,-5 0-6,16 8-55,0 0-73,5 1 50,3 1 23,5 0 3391,7 1-3391,10 0 11,25 3-17,-11-2-6,-3 2 0,2 0 12,20 4-310,-18-1 0,1 2 293,1 1 0,0 3 2,5 6 1,-2 2 13,13 10-11,-23-6 1,-5 2 11,-7 11 11,-4 11 5,-17-2 6,-10-4-22,-12-5-202,-4-3-1183,-1-7 1379,5-5 0,11-10 0,5-5 0</inkml:trace>
  <inkml:trace contextRef="#ctx0" brushRef="#br0" timeOffset="103123">10907 16576 7940,'-6'3'2930,"1"-1"2626,5-2-5259,0 2-62,0 2-39,0 2 22,0 1 57,0 0 122,0-3 79,0 2-10,-1-1-102,-2 4-146,-2 2 79,-6 6-196,4-5 123,-3 2 140,7-10 213,-1 0-73,3-3-241,-1-2-56,0-4-10,-2-5-63,-1-7-39,-1-4 12,-3-3 27,0 0 6,-1 2-56,-2 3-5,1 0 10,-2-2-44,-2-8 17,-2-9 10,-1-14-41,9 18 0,0-2-379,1-5 1,0-2 366,1-4 1,1-1-1,1 0 1,1 1-9,2 2 1,0 1 7,1 6 1,0 0-129,1 4 1,0 1 147,0-29-17,0 30 1,0 0-9,0-3 0,0-1-3,1-4 0,1-2-511,0-3 0,1 0 514,2-4 0,2 1 8,0 0 0,1 2-245,1 3 1,1 2 222,1 5 0,0 2 607,13-19-607,0 12 17,0 8 236,3 4-270,2 2 1076,4-3-1037,7-3-11,7-6-9,-20 18 0,2 0-2,0-1 0,1-1-1598,3 0 0,0 1 1604,9-7-6,-1 3 0,-28 19 22,-4 2 29,-6 3 384,-3 1-424,0-3 3381,-1-5-3392,0-5 0,0-4 0,1-2 12,0 1-1,0 1 6,-1 1-17,-1 7 11,-2-2-11,-4 6 22,-6-4-22,3 1 11,-11-9-11,13 9 12,-7-9-12,7 8-17,-3-2-11,-2 6 17,-6 3 5,-8 4-16,-12 5 22,-10 4 5,-5 4-16,-2 1 5,4-3 18,6-1-18,6-1 0,7 1-5,3 2 11,5-1-11,3 2 5,5-2-5,4-1-22,4-1 5,5-2 16,3-1 12,7 0 12,0-3 4,13 0-4,7-9-1,16-5 0,13-8-11,-14 4 0,1 0 0,16-7 3,-16 7 0,-1 1 8,8-3-6,11-1-5,-11 4 0,-8 7 0,-13 9 6,-10 7 5,-6 10-11,-5 8 6,0 4 11,4 14-34,1-3 11,3-2 6,3-1-5,0-11-18,4 6-167,-1-6-661,-4-5-1776,-5-5 2627,-5-2 0,-4-9 0,-2-2 0</inkml:trace>
  <inkml:trace contextRef="#ctx0" brushRef="#br0" timeOffset="104940">11860 14369 19944,'-4'-36'775,"0"0"1,-2-22-726,6 58 236,0 0-90,3 3 28,0-1 0,2 3-106,-2-2 112,-1 1 94,0-3-150,-2 1 56,1 0-180,-1 0 6,0 0 17,0 3-12,-1 1-10,1 3 33,-2 3-45,0-3 235,-1 4-150,1-9 128,-2 2 16,-7-5-94,-4 0-124,1-3 29,-3-3-40,9 0 39,-3-7-22,6 6-28,-1-1-10,3 4-18,3 2-74,-1 1 102,1 3-39,0 4 28,1 7-11,-1 0-6,3 12 0,4 19 0,5 9-1696,-3-17 0,1 1 1693,2 0 0,0 1-6,2 4 1,0-1 5,-3-7 1,1 1-4,6 19 0,-1-1-208,1 2 201,-7-18 0,1 7 0,-2-5-246,-4-4 0,-1-1 253,3 16 1,-2 1 7,-5-9 1,-2-3 1526,0-9 0,-2 1-1518,-9 24 0,-3-2-11,0-4-203,-3 0 1,-2-1 202,-2-3 5,-2-1 280,-8 6-251,-6 0-34,6-9-9,2-3 1,1-2 19,6-7-14,3-5 1,-1 0 13,-3 7-11,9-13 697,-9 12-681,12-14-10,-1-1-6,0 0 461,3-4-444,-6 5-4,4-5-25,-7 8 24,9-10 11,-10 10-12,9-10 34,-3 3 67,8-9-12,2-2-44,0-2-16,-5-4-35,0 1 12,-10-1 0,-2 4-23,-1 2 12,-6 5-17,8 4 5,-4 2 12,8-5 16,5-1 51,7-6-51,2-5 12,2-11-29,0 0-5,2-10-11,0 7 34,3-1 10,-3 2-16,0 4-17,-2-1 6,0 5-1,0-3 1,0 6 11,0-2-17,1 2-23,-1 3 12,1 0-11,1 4 27,0 5-5,4 6-11,1 16 17,-1-7 5,2 12-22,-1-13 5,7 11 17,-4-11-16,8 6 5,-3-11 5,8 2-5,8-4 0,7-6 17,8-7 5,6-12-5,2-9-11,1-9 22,-4-5 5,-7 3-10,-12 7 22,-13 10-29,-11 7-4,-5 5-12,-5 5-12,-1 2 7,-2 4 33,-3 3-23,3-3-5,-2 2-5,0-3-1,0-1 23,-13 9 0,-1-2-34,-16 8 23,-2-1 16,-5-3 12,0-6-12,2-5 6,3-12-17,14 0 17,-4-14-5,10-1-23,0-1 28,-8-18 11,6 13-22,-8-13-17,7 11 22,2 5 0,4 3 1,4 2-18,4 1-10,5 2 5,4-1 5,5 4-16,1 0 11,3 3-5,-4 5-12,-1 4 0,-1 10 17,-1 10 0,0 12-6,-1 8 6,2 5 6,4 0-12,7-4 1,9-6 5,11-10-23,11-7 35,11-9-263,-25-7 0,2-1 248,2-3 0,0-2-53,2-1 0,-1-2-417,-1-2 0,-1-2-2110,-4-1 1,-2-2 2582,16-10 0,-21 8 0,-14 7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9T13:59:45.86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1775 3005 13916,'5'-47'1216,"1"1"1,0-1 0,0-4-1,0-1 1,0 11-674,0 1-25,1-11 160,-5 36-608,-2 9-3,-4 34-12,-1 12-41,0 5 0,1 3 3,-2 13-104,4-16 0,0 1 107,2-9 0,-1-2 8,1 1 0,0-1-8,-1 2 0,1-4 2,-2 3 370,1-10-134,0-18 318,-2-9-255,1-8-80,-3-33-169,3 13-5,0-9 1,0-4 10,5-16-1651,0 6 1,1-1 1804,2-10-88,0 21 1,-2 1 163,-1 1-25,1 3-37,-3 18-132,-1 12 82,0 8-213,0 27-1,0-8 3381,-1 37-3394,2 3 7,1-9 37,2-8 0,1-2 93,2-9-9,6 14 20,0-22-176,-7-11 460,5 0-223,-8-22 554,1-10-242,-3-18-174,-2-12-97,-1 6-98,-3 6 0,0-2 255,-4-16-202,2 17 0,0 0 144,-1-11-753,3 23 66,3 10 172,2 16 1028,0 17-761,1-2-33,0 28 9,1 2-242,-1-4 1,-1 2-122,0 18-925,-1-13 0,3 0 1242,3-11 0,0-3 0,-1 16 0,6-7 0</inkml:trace>
  <inkml:trace contextRef="#ctx0" brushRef="#br0" timeOffset="460">2617 2932 25274,'-57'9'1136,"-1"1"0,15-3 0,3-1-615,-19 6 210,29-5 195,0-1-394,14-2-126,9-3-27,7 0-295,14 0 236,7-2-134,19-4-186,5-2 0,5-4 0,10-4 0,-21 5 0,9-3 0,-29 6 0,-2 1 0,-10 4 0,-14 0 0,-11 7 0,-17 3 0,-10 6 0,-7 3 0,4 1 0,8-3 0,14-4 0,12-4 0,9-3 0,8-4 0,8 1 0,9-3 0,12-2 0,8-4 0,6-1-2244,5-2 1532,-6 2 1,-17 4 0,-11 1 0</inkml:trace>
  <inkml:trace contextRef="#ctx0" brushRef="#br0" timeOffset="1067">4064 2741 20371,'-23'-45'1003,"1"0"1,1 4 0,-3 7-816,-21 13 69,11 10 59,-18 10-9,16 11-10,-7 9 479,7 8 367,11 7-29,13 5-227,15 4-541,18 5-374,16 3-654,-11-23 1,3-1 597,2 0 0,4 0-258,12 9 1,1 0-453,-18-11 1,0 0 313,3 1 1,-6-1-208,-15-2 314,-24-3 1138,-16 1 464,-25 4-757,11-12 0,-2-2-113,13-3 0,-1-1 261,-12 0 0,3-2 550,-2-6 636,0-8-1144,22-10-1608,28-22-282,7 9-1039,8 7 0,3 2 2498,12-2 1,-5 4-1,-13 10 1</inkml:trace>
  <inkml:trace contextRef="#ctx0" brushRef="#br0" timeOffset="1277">4377 2878 32767,'-28'22'0,"6"5"0,27 22 0,4-3 0,3-2-2283,5-5 1933,0-11 0,-5-7 0,-2-7 1</inkml:trace>
  <inkml:trace contextRef="#ctx0" brushRef="#br0" timeOffset="1450">4488 2641 28111,'-4'-9'149,"-11"-25"0,-1-4-1442,7 17 793,-6-15 1,2 6-139,11 26-277,6 14-829,3 11-4359,5 18 5037,-1 2 1,-3-13 0,-4-11 0</inkml:trace>
  <inkml:trace contextRef="#ctx0" brushRef="#br0" timeOffset="1843">4670 2967 29656,'0'-4'1897,"0"1"-1550,0 3 106,17-17-39,-2 30-789,10-17 750,-4 42-1314,-6 4-28,-2-2 660,-4 3 436,-10-21-50,-2-10-94,-4-7 2035,1-10-2020,-1-29 0,3 8 0,4-21 0,8 10 0,9-3 0,1 11 0,2 1 0,20-14 0,-14 22 0,1 2 0,21 2 0,-9 8 0,9 12 0,2 18 0,1 10 0,-20-8 0,-1 2 0,-5 1 0,1 1-3312,2 3 0,0 0 2868,-2-2 1,-1-3-1,7 9 1,-13-16 0</inkml:trace>
  <inkml:trace contextRef="#ctx0" brushRef="#br0" timeOffset="2283">5792 3055 27794,'14'-55'1416,"-1"-1"0,-3-2 1,-10 12-2251,-19 27-200,-18-1 855,-25 32 911,17 1-400,16 0 0,2 3 289,-16 23-536,16-2 195,-4 15 109,24-14-389,15-7 0,11-12-776,10-9 242,-4-11 544,14-18 618,-14-6-46,8-13-492,-16 3-90,-7 2 0,-6 10 0,-2-2 0,-2 16 0,0-2 0,1 36 0,2-4-390,2 21 1,1 10-759,1-8 0,0 4 957,1 0 0,1 4 1,0 3 36,0-3 0,1 3 1,0-1-1,-1-2 27,-1 1 1,0-3-1,0 2 2,2 9 1,1 3 0,-4-1-72,-7-2 0,-2 0 0,-2-6 121,1-2 0,-5-1 31,-5 9 0,-7 5 0,-3-13-450,-3-22 0,-3-7 430,-14 7 1,-1-9-98,-16-20-729,18-29 1,5-10-689,4-16-899,16 11 0,1-6 0,6 1 2451,8-2 0,5 3 0,-4 3 0,2 4 0,9-10 0</inkml:trace>
  <inkml:trace contextRef="#ctx0" brushRef="#br0" timeOffset="2967">6160 3098 10178,'11'3'9830,"-2"-1"-5495,-9-2-1851,0 0-1242,7-22-1261,0-6 395,5-13-379,2-17-26,-5 20 0,0-6 0,0 2 100,1-2 0,-1-1-78,2-11 0,0-5 1,-2 5 9,-3 4 1,-1 3 56,0-9 1,-2 0-125,-4 10 0,-2 4 68,-2 10 0,-2 3-100,-7-8-108,-6 14 34,11 17 326,-6 12 861,3 20-608,-3 27-274,5-14 1,1 5 224,-1 10 0,1 2-121,2-8 1,1 3-72,1 3 0,1 5 1,1-4-13,3 1 1,1-1-511,1-4 0,1 2 1,1-6-205,1-5 0,5-5 47,8 1 0,5-6-227,15-7 550,21-3 321,-14-27 335,-8-14 1,-2-5 528,5-9-698,-7-4 0,5-9 0,-5 4 186,-10 11 1,-2 2 59,13-21 1,-5 6-546,-13 19 0,-15 23 0,-2 10 0,-3 8 0,1 11 0,2 9 0,11 4-843,24 6 83,-2-16 280,1-11 1,4-3 424,25-4 211,-22-6 0,1-3 60,-3-4 1,-1-4 192,-4-6 0,-3-4 429,4-9-622,-11-22-216,-19 17 0,-5-6 0,-4 9 0,-3 10 0,-4 16-335,4 8 223,-2 13-248,1 23 142,1 18-573,4-15 1,1 4 602,5 11 0,3 3-286,0-13 1,1 1 0,2 2-1585,2 7 0,2 2 0,0-1 1979,-1-4 0,1-1 0,-1-4 0,1 5 1,-2-7-1,2 7 0</inkml:trace>
  <inkml:trace contextRef="#ctx0" brushRef="#br0" timeOffset="3661">8537 2979 15127,'6'-51'1113,"0"1"0,0-1 0,-1 1 0,2-10 0,-1 1 0,-4 7-669,-4 9 0,-3 5 153,-7-17 940,-2 22-1517,3 17 338,4 15-322,2 18-18,1 21-8,2 24-269,0-22 0,2 3 257,0 7 1,2 0 3,0 5 1,2-1-5,2 1 0,1-2-14,3-2 1,2-3-43,2-5 0,4-3 103,13-1 0,4-6-47,-7-13 0,2-4 10,5-2 0,-2-6 22,13-17 61,0-19 14,0-13-40,-19 13 1,0-3 10,-3-1 0,-3-1 24,-2 2 1,-3-1 152,-1 1 0,-3 1 179,1-8 113,-5 5-159,-8 23-275,-2 2-136,1 6 738,-2 12-545,2 1 372,0 21-803,4 3-1903,4-3 1,2 0 1489,6 14-1164,6-7 0,2-3-1029,-1-8 2872,17 15 1,-28-34-1,-1 0 1</inkml:trace>
  <inkml:trace contextRef="#ctx0" brushRef="#br0" timeOffset="3833">9309 2641 22963,'-6'-8'1858,"1"2"-1754,-18-25 1,-4-3 2,7 12-333,-9-16 0,3 9-382,19 30 297,8 6-2163,9 22 2431,7 13 1,-5-14 0,1 3 0</inkml:trace>
  <inkml:trace contextRef="#ctx0" brushRef="#br0" timeOffset="4216">9471 2863 27159,'-5'-42'261,"1"0"1,-1 4 0,2 10-437,3 23 73,0 10 42,5 11-4258,6 26 4316,-1-7 298,1 3 0,-1 1-355,-1-1 100,-2-2 1,0 1 94,-1 0 157,-1-1-67,-3-18 134,-2-31-13,1-12-101,0-11 3277,6-18-3328,0 22 0,2-1 585,6-20-594,2 12 0,0 3 230,0 12 48,15-13-30,-10 30 240,17 10-471,-11 7-203,1 11 0,-2 4-61,-2 7-366,0 2 1,1 3-519,8 19-2547,-3-5 0,2 1 2221,-14-21 0,0 0 1092,12 15 0,-3-7 0,-14-22 0,3 3 0</inkml:trace>
  <inkml:trace contextRef="#ctx0" brushRef="#br0" timeOffset="4427">10212 2732 23958,'3'-52'1209,"0"0"0,0 0 0,0-8 1,-1 3-1066,0 12 0,0 6 71,-2-1-5657,0 18 5459,0 12 1352,1 15-1569,1 5-239,10 40 338,-3-12-168,5 18 0,0 5 132,-7-29 1,-1 2-412,2 20 0,1 8 1,-2-7 19,-3-15 0,0 0-1085,2 14 0,0 6 0,1-7-1903,0-14 1,1-4 3499,1 12 1,1-5-1,0-11 1,-4-18 0</inkml:trace>
  <inkml:trace contextRef="#ctx0" brushRef="#br0" timeOffset="5444">10550 2909 18239,'17'-60'2495,"1"0"0,-3 7 0,-4 5-1593,-8-2 242,-11 15-1585,-4 14 440,-16 6 144,13 11 348,-21 11 7,12 10 68,-12 17-69,2 10 6,8-5 181,-6 12 100,7-3-559,5-1-235,7-2-483,27-14-628,0-12 797,15-3-147,6-11 325,-3-3 1,3-2 11,3-2 0,3-1-645,11-2 0,1-1 672,-15 0 0,-1 0-403,7-3 0,0-2-234,-6 0 1,-2-1 1157,-3 0 1,-2-1 597,20-17 53,-35 6-101,-18 0-919,-4 6 783,-15-7-877,4 11 734,-5-4-1144,7 10 313,5 3-483,4 3 411,4 7 492,4 5-218,7 8-206,9 4 67,12-2 140,-2-6-3,11-5 139,-4-13 120,0-9 129,-3-13 227,-13-9-29,-5-13-377,-7 15-212,-4-3-6,-10 12-487,-5 7-138,-12-1-1,-8 14 334,-5 11 398,1 9 187,4 12-127,8 9-88,12 10 31,11 6-3778,16 5 3158,0-28 0,4-1-274,6 0 0,4-3-583,7 0 1,4-3-76,6-3 1,2-4 11,6-4 0,1-4 205,1-5 1,0-5 669,0-4 0,-3-4 725,-12 1 1,-1-3 749,11-11 1,-3-5 224,-18 6 0,-2-2 263,11-9 0,-2-2-224,-14 6 1,-5-1 352,5-22-886,-18 8-571,-18 12 2502,-16 9-3058,-16 11 334,-12 12 102,25 5 1,0 4 297,0 3 1,2 3-216,2 4 0,2 4-27,4 1 0,3 3 153,-9 30 13,13-1-237,12-14-370,28 4-108,6-26 108,21 2 115,-3-28 227,0-16 111,-12-6-23,-12-7 0,-3-5-460,-7 3 0,-1-3 512,0 0 0,0-4 1,-1 0-309,-1 1 1,-2-1 0,1 0 348,-1-2 1,1 0-1,-1 0 109,4-17 0,-1 3-129,-4 9 1,-2 3 94,-2 12 0,-2 4 130,-6-11-180,-1 19 447,-2 12-915,1 9 576,-5 24 17,3-1-183,-3 10 0,1 5-62,0 3 0,1 3 203,-1 16 1,2 4-305,6-17 1,3 2 0,3 0-324,6 4 1,3-1 0,5 0-765,6 2 0,5-2 0,4 0 833,-2-10 1,3 0 0,0-2 0,-3-3 0,10 9 0,-3-4 0,0-6 0,-1-1 0</inkml:trace>
  <inkml:trace contextRef="#ctx0" brushRef="#br0" timeOffset="6127">13352 2717 12261,'20'-60'1818,"1"0"0,0 0 0,-1 5 0,-2 0 1,0 2-1274,-4 9 0,-2 1 0,0 2-502,0-12 1,-2 3 418,-5 8 1,-3 3 220,-8-18-3400,-3 21 2723,0 19 935,1 13-555,2 21 99,-2 18-189,-2 26-229,5-19 0,0 2-82,1 9 1,1 2 87,0 5 1,2 2-36,0-18 0,1 0 0,1 1-41,2-1 0,0-1 0,2 1-261,6 17 0,4-3-142,5-6 1,7-4-131,4-8 0,6-7-61,5-8 1,5-7 25,3-6 1,3-8 151,0-8 1,1-7 331,-2-4 1,-3-7 312,-3-5 0,-4-5 127,-5-3 0,-4-2 195,-4-2 1,-3-1 178,-6 1 0,-4 0 1405,-3 3 1,-5 2-1086,-1-25-554,-13 13-465,-4 11-369,-5 12-87,3 11 970,0 9-789,2 15 419,-1 14-315,1 18-34,3 12-1752,8-16 1,4-1 1668,3 16-355,4-18 1,3-2-2619,9 1 3226,9 1 0,-15-18 0,-3-9 0</inkml:trace>
  <inkml:trace contextRef="#ctx0" brushRef="#br0" timeOffset="6301">14436 2139 28321,'-38'36'-1417,"11"5"0,33-21 0,0 0 1</inkml:trace>
  <inkml:trace contextRef="#ctx0" brushRef="#br0" timeOffset="6736">14873 2386 21726,'0'-6'4631,"0"2"-4772,-7-26 1,-4-5 1082,-1 7-959,-1-10 1,0 2 213,-1 19-263,5 8 362,4 11 169,3 4 468,1 17-610,6 9-198,6 17-68,9 8-80,-5-26 1,2 1-552,7 8 1,1 0 426,-8-13 0,0-1-378,6 10 0,-3-1-226,-5 2-34,-12 6 506,-10-19-825,-35-13 999,14-15-796,-2-6 1,-1-3-936,-13-19 1179,17 9 1,2-5 267,1-14 0,6-3 299,4 5 1,5 0 423,3-2 0,4 3 1310,10-21 638,3 28-276,2-1-1077,-6 17-241,-1 7 127,-5 8 132,-1 9 329,0 10-1212,0 29-136,0-8-680,0-4 0,0 2-1,0-4 0,-1-3 1,1 4-1,0-5 0</inkml:trace>
  <inkml:trace contextRef="#ctx0" brushRef="#br0" timeOffset="7043">15375 2588 25879,'4'-46'521,"0"-1"1,0 1 0,-1 2-1,0 1 1,0 2-512,-3-8 0,0 2-530,0-7 0,0 0 628,1 11 1,-1 0 146,1-11 0,-1 1-99,0 20 1,1 3 486,-3-20-608,0 42-153,-1 2 164,-1 10 1277,-6 24-674,1 10-246,-1 12-297,5-6 1,4 3-546,6-10 1,1 0 414,-2 7 1,4 2-27,8 0 0,5-2 2,-1-9 0,2-1-727,11 15 0,3-1-257,-2-5 0,0-3 15,-6-7 1,-2-3-1079,13 12 2124,-22-25 0,-10-10 1,0 0-1</inkml:trace>
  <inkml:trace contextRef="#ctx0" brushRef="#br0" timeOffset="7201">15221 2214 28356,'-5'-4'2189,"1"1"-2397,4 3 1007,85-61-2232,-50 52 1,1 1 1336,3-12 1,3-4 0,1 6 167,19 13 0,-8 7 0,-13-3 0,18 0 1</inkml:trace>
  <inkml:trace contextRef="#ctx0" brushRef="#br0" timeOffset="7561">16322 1756 32767,'-48'-15'0,"-1"0"0,0 10 0,7 11 0,16 26 0,9-4 0,3 3 0,5 12 0,4 9 0,15-6 0,10-11-1214,2-12 336,20-10 243,-2-20 1845,1-1 307,-1-21-1517,-23-1 0,-3-2 0,-15-20 0,-8 18 0,-8-10 0,-1 19-303,2 11-1536,2 7 1025,1 14 1712,0 9-1169,0 19-1278,-1 14 1719,7-17 1,2 0 0,-2 6 0,2-3-1</inkml:trace>
  <inkml:trace contextRef="#ctx0" brushRef="#br0" timeOffset="7850">16414 2329 32767,'-5'0'0,"2"0"0,3 0 0,-68 14 0,43 2 0,-14 2 0,5 4 0,25 4 0,23 25 0,-1-30 0,23 15 0,-6-24 0,7-2 0,-4-14 0,-5-12 0,-8-13 0,-7-18 0,-10 12 0,-12-11 0,-12 22-578,-14 1 426,-20 11 1,24 8 0,-3 4-1</inkml:trace>
  <inkml:trace contextRef="#ctx0" brushRef="#br0" timeOffset="8484">2045 5333 7565,'-44'-16'57,"1"0"0,0 0 1,-11-8-1,8 0-40,10-3 392,41-4 745,38 11-292,-1 7 1,6 1-1215,-4 2 1,3 0 0,4 1 816,-4 0 0,2 1 0,2-1 0,2 1-162,-3 0 1,2 1 0,1 0-1,1-1 1,1 1-440,-3 0 0,1 0 1,1 0-1,1 0 1,0 1-1,2-1 251,-4 1 0,1 0 0,1 0 1,1 0-1,0 0 0,0 0 1,1 0-266,-2 0 0,0 1 0,0-1 1,1 1-1,1-1 0,0 1 1,0-1-1,1 1 193,-4-1 1,0 1-1,0 0 1,0 0-1,1 0 1,1-1 0,2 1-1,3-1 1,1 0-86,-7 1 1,4 0 0,1-1 0,3 0 0,1 0 0,1 0 0,0 0 0,1 0 0,-1 0 0,0 0 0,-2 0 0,-2 0 0,-2 0 0,-2 1 56,10-1 1,-4 0-1,-2 0 1,-1 0-1,-2 1 1,2-1 0,0 0-1,2 0 1,3 0-27,-8 1 1,1-1 0,1 1 0,3-1 0,0 0 0,0 0 0,1 0 0,-1 0-1,0 0 1,-1 1 0,-1-1 0,-2 0 0,-2 1 60,9-1 0,-3 0 1,-1 1-1,-1-1 1,-1 1-1,0-1 1,0 1-1,2-1 1,0 0-7,0 0 1,-1 1 0,0-1 0,1 0 0,0 0-1,1 0 1,1 0 0,1 0 0,0 0 0,2 0-21,-10 1 0,0-1 1,1 1-1,1-1 1,1 1-1,0-1 0,1 1 1,0-1-1,1 0 1,-1 0-1,1 1 0,-1-1 1,0 0-1,0 1-1,1-1 1,0 0-1,0 0 1,0 1 0,1-1-1,-1 0 1,1 0 0,0 0-1,-1 1 1,1-1 0,0 0-1,0 0 1,0 0 0,0 1-2,-4-1 1,1 1 0,0-1 0,0 1 0,0-1-1,0 1 1,0-1 0,0 1 0,0-1 0,0 1 0,0-1-1,0 1 1,1 0 0,-1-1 0,0 1 3,0 0 1,1-1 0,0 1 0,-1-1 0,1 1 0,-1 0 0,1-1 0,0 1 0,0 0 0,-1 0-1,1-1 1,0 1 0,-1 0 0,1-1 0,0 1 2,-1 0 1,1 0-1,0 0 1,-1-1-1,1 1 1,0 0-1,-1 0 1,1 0-1,0-1 1,-1 1-1,1 0 1,-1 0-1,1 0 1,-1 0-1,1 0 0,3-1 0,0 1 0,1-1 1,-1 1-1,0-1 0,0 1 0,0 0 1,0-1-1,1 1 0,-1-1 0,-1 1 1,1 0-1,0-1 0,0 1-4,-1-1 0,0 1 0,0 0 1,0-1-1,0 1 0,0 0 0,-1 0 1,1-1-1,0 1 0,-1 0 0,1-1 1,-1 1-1,1 0 0,-1 0-1,-1 0 0,-1-1 1,0 1-1,0 0 1,0 0-1,0 0 1,0 0-1,0 0 0,0 0 1,0 0-1,1 0 1,0 0-1,0 0 1,2 0 6,-1 0 0,2-1 1,1 1-1,1-1 0,0 1 1,1-1-1,-1 1 0,0-1 1,0 1-1,0-1 1,-2 1-1,-1 0 0,-1 0 1,-1 0-1,-3 0-20,10-1 0,-2 1 0,-2 0 0,-3-1 1,1 1-1,-2 0 0,1 0 0,2 0 1,0 0-1,3 0-2,-6 0 0,1 0 0,2 0 0,1 0 0,1 0 0,1 0 0,-1-1 0,-1 1 0,0 0 0,-2 0 0,-2 1 1,-3-1-1,-2 1-9,8-1 0,-3 1 0,-3 0 0,-2 0 0,-1 0 0,1 0 0,1 0 0,2 0-49,-1 0 0,1-1 1,1 1-1,0 0 1,1-1-1,-1 1 1,0 0-1,-2 0 1,-1-1-637,7 0 1,-1 1 0,-1-1 0,-1 0 0,-1 0 0,-2 1 0,-2-1 684,6 0 0,-2-1 0,-2 1 0,-4 0 0,-3 0 0,5 0 0,-6-1 0,-6 1 0,14-4 0</inkml:trace>
  <inkml:trace contextRef="#ctx0" brushRef="#br0" timeOffset="20643">4420 6554 18338,'-10'-55'1395,"0"1"0,0 4 0,1 6-593,1 6-118,0 6-205,4 6-61,2 5-192,1 9-61,0 2-169,1 8 251,0 0-53,3 20-101,0-2-68,2 15 1,0 7-26,-1-4 1,-1 3-547,2 20 0,-2 5 537,-3 0 0,-2 2-623,0-18 1,-1 0 0,0-2 634,-2 11 0,0 1-134,1-4 0,-1 3 1,1-4-501,1 1 0,1 0-301,0 2 1,0 4 0,2-6-20,1-8 1,1-3 899,3 14 1,1-7 0,-1-22-1,3 7 1</inkml:trace>
  <inkml:trace contextRef="#ctx0" brushRef="#br0" timeOffset="22594">4363 6161 21036,'-20'-28'-1320,"-1"0"1,-11-16 12,32 43 894,1 0 1896,5 3-1352,4 1 102,10 3-31,7 2-277,8-2 854,24 1-95,-14-4-684,-7-2 1,3 0-174,-8-2 0,1 0 331,12-2 0,2-1-32,6-1 0,0-1-503,4-1 0,2-2 660,2 1 0,0-2-109,-18 4 1,-1-1 0,1 1 19,-1-1 1,2 0-1,-1 0-22,1 0 0,1-1 0,-2 1 49,9-1 1,1-1-135,0 1 0,4-1 1,-3 1 24,7-1 1,1 0-717,-3 1 0,5-1 0,-2 0 576,-9 1 1,-1 1 0,1 0 6,0 0 0,1 0 1,0 0-9,0 0 1,0 1-1,1-1-20,-1 1 1,0 0 0,0 0-8,-1 0 1,1 1 0,0-1 59,-1 1 0,-1 0 0,1 0-399,-1 0 1,-1-1 0,1 1 310,-1-1 1,0 1 0,-3-1-72,10 0 0,0-1 75,-3 0 0,3-1 1,-3 0-58,4 0 1,1 0 65,-4 0 1,4-1 0,-2 1-1,-11 2 1,-1-1 0,-1 1-18,1 0 1,-1 0 0,-2 0-53,7-1 1,0 1 107,-6 0 1,2 1 0,-4-1-112,1 1 0,-2 0 77,17-2 1,-1 0 269,-15 3 1,-4 0-283,-2 0 1,-2 0-79,-3 1 0,0 0-137,24-2 135,-7 0 1536,-9 2-1489,-10 1 1536,-10 1-1519,-12 1 854,-4 0 1268,-4 0-904,1 0-520,0-1-1,1 0-145,1-1-68,0 0 23,0 0-45,2 0 223,3-1-276,5-1-559,6 0-20,7-2 68,1 1 21,-1 1-54,-7 1 53,-8 3-96,-7 0-29,-3 0 70,-1 0 65,-3 2 35,0 2-82,-3 2 26,4-2-20,1 3-34,1 0-43,0-1 16,0 4-16,1-1-79,0 4 92,-1 3 117,0 5 62,0 2 65,2 8 27,3 6 22,4 8-41,6 9-339,-7-24 0,1 3 337,1 2 0,0 1-4,0 4 0,1 0-3,-1 3 0,-1 0-1,-1 0 1,-2 0 9,-1-1 0,-1-1-199,-2-3 0,-1-1 234,-2-4 0,-1-2 67,-3 22 5,-6-9 30,0-9 123,-4-7 683,-3-4-666,-6-5 418,-7-3-459,-8-3-7,-5-4-59,-3-1-19,1-3-22,-1 0-72,-2 0-4,-5-2-30,-5 0-200,27-1 1,0-1 182,-2 1 0,0 1 6,-2-1 0,0 1-5,-2 1 1,0 0 2,-2 1 0,0 0 5,-3 2 1,0 0-405,-3 1 0,-1 0 403,-2 2 1,-2 0 81,-2 0 1,0 1-3,-2 1 0,-1-1-27,11-1 1,-1 0-1,1 1 18,-15 2 0,3-1 5,1 0 0,2 1-10,2-2 0,2 0 1,7-2 1,0 1 2,-11 3 1,-4 1-71,10-2 1,-2 0-1,3 0 80,-2 1 0,-1 0-499,2 0 0,-2 1 0,3-1 503,-3 1 0,1-1-26,7-1 0,-1 0 0,-1 0-3,1 0 0,0 0 1,-1-1 0,1 1 0,-1-1 0,1 0-325,-1 0 0,0 0 1,0-1 316,1 0 1,0 0-1,-2 1-733,-7 1 1,-3 0 0,4-1 685,-3 1 0,1 0 45,4-1 0,-2 0 0,3 0 135,-1 0 1,0 0-246,-1 0 0,-4 1 0,4 0-77,-3 0 0,0 0 0,6-1 1,-3 0 0,4 0-83,1 0 1,0-1 7,-10 2 0,-1 1 0,4-2 1,-1 0 40,-4 0 1,3 0-88,17-4 1,2-1 1272,-10 2 0,3 0-948,-6 0 62,-9 1-52,7-2 10,3-1 126,19-2 1028,-1 0-1092,15-2 898,-3 2-884,3-2 461,2 2-445,5-2 457,1 1-366,0 0-1,-3 4-28,-4 0 22,-4 4-13,-4 0 8,-1 0 206,1-2-173,3-2-102,5-4-27,3-1-7,4-1-68,3-1-59,1 0-14,0 0-163,1 0-238,0-3-361,1 2-632,0-2-2262,1 2 3618,3 1 1,-1 0 0,1 0-1</inkml:trace>
  <inkml:trace contextRef="#ctx0" brushRef="#br0" timeOffset="26967">5159 6623 13730,'3'-9'4285,"0"1"-2289,-3 8 2354,0 0-3506,21-60-321,-16 40-368,6-15 1,-1 4 11,-10 23-487,-1 3-139,0 4 328,-1 12 46,-1 13-77,-2 19 7,1 11-393,2 9 458,3-31 0,1 1 77,1-1 1,0 1 30,6 28-216,1-6-60,-2-6 61,0-10 57,-4-10 213,0-10 514,-2-10 24,0-7-533,0-13 723,0-10-494,1-15-78,1-15-31,1-10-116,-2 27 0,0-1 20,-1 0 1,1 0 111,2-26 80,-3 15-382,0 16-72,-2 14-98,0 10 89,0 11 58,1 9-10,1 14-30,2 11 33,4 12-6,0 5-19,2 3 36,-1-5-5,1-9 20,-3-11 168,-1-12 49,-4-12-100,-3-13-201,-6-11 34,-3-13 55,-5-14 4,1-10 89,2-7-219,3-2 329,3 5 15,3 8 180,2 15-63,0 10-105,1 11-117,-1 7 110,3 20-93,2 3 154,5 18-336,3 1-3718,8 16 3322,-5-16-1595,8 18 1678,-7-13 1,-4-15 0,-3-3-1</inkml:trace>
  <inkml:trace contextRef="#ctx0" brushRef="#br0" timeOffset="27926">6749 6257 18531,'-14'-53'1003,"-1"0"0,3 7 1,2 8-675,4 14 204,3 8 79,1-1-160,1 6-396,2 6-34,0 5-293,4 9 113,3 11 108,2 16 37,-4-1 1,0 2-38,-1 0 0,0-1-14,0 2 0,-1 1 24,0 1 0,-1 0-188,-1-7 1,0 1 156,0 8 0,0 2 176,-1-2 0,1 1 13,1 7 1,0-1-29,1-9 1,0-1-52,-1-2 1,1-1 52,2 5 1,0-5-78,-2-3 13,4 20 317,-6-32 367,-2-11-292,0 1 481,0-13-700,-3-11-107,-2-23-65,1-11-3,2 13 1,0-1-286,4-18 311,0 16 0,1-1 58,2-25-1706,-1 15 0,-1 0 1627,0-15 39,-4 13 0,-2 2-211,0 6 143,-3 2 0,0-3-25,-2-17-4,3 21 0,0-1 5,2-2 1,0 0-13,0-18-30,2 11 16,1 30 98,0 10-142,0 13 3427,1 2-3335,1 16 373,0 8-265,1 21-57,-3-17 1,1 3-501,-1 16 0,0 2 436,1-4 1,0 0-13,0 11 0,0-2 11,1-20 1,0-3 0,1 8 1,1-2-552,3 20 534,-2-27 1,1-1-202,0-2 1,0-3-955,7 9-3536,1-11 4726,-1-22 0,-5-5 0,-2-2 0</inkml:trace>
  <inkml:trace contextRef="#ctx0" brushRef="#br0" timeOffset="28826">7390 6343 23767,'-13'-27'-558,"3"5"350,10 22 2397,1 0-1849,-1-3-296,-1 0-68,1-4 77,0-1-154,0 0 344,0-1 9,0 1-304,0 0-17,0 3 114,0 1-139,0 2 251,3 8-293,1 0-69,8 22 57,-4-10-3,11 37 10,-8-13 69,-2-11 0,-1 1-31,4 24-187,-2-4 295,-2-5-3305,-3-2 3349,-1-19 68,-2-1 192,-2-19 741,0-1-849,-3-17-78,-2-6-37,-2-18 3335,3-10-3368,3-9-8,5 8 21,8-12 79,11 1-43,3 2-33,-10 27 0,1 3 100,13-7 8,3 8 14,2 9 363,1 8-125,2 10-157,0 9-153,2 10-120,1 7-171,2 5-772,4 5 483,-23-17 0,-1 1-472,1 1 0,-1 1-747,-2 0 1,-1 0 1579,17 27 0,-18-24 0,-5-4 0</inkml:trace>
  <inkml:trace contextRef="#ctx0" brushRef="#br0" timeOffset="32544">11448 5819 20961,'-2'-48'976,"0"0"0,0 5 0,1 7-1013,1 11 254,0 6 3,0 4-111,0 7-255,0 3-100,0 5-236,-3 10 709,-2 16-73,-6 22-87,4-14 1,1 4-384,1 6 0,0 2 307,2 6 0,2 1-145,5 2 0,2-1-221,4 0 0,2-1-416,3-6 1,2-2-1005,0-4 1,0-3 1702,-1-5 1,0-4 0,1 4 0,-6-11 0</inkml:trace>
  <inkml:trace contextRef="#ctx0" brushRef="#br0" timeOffset="34600">11356 5728 20078,'19'-44'8,"0"0"0,-7 7 0,4 7 137,36 7 969,-4 9-1279,-14 4 0,2 1 363,5-1 0,4 0-150,-4 1 0,3 0 1,-2 1-659,4-1 0,1 0 661,1 0 1,3 0-1,-1 1-312,7-1 1,0 0 306,-8 1 1,2 0-1,1 0-155,1 0 0,0 0 1,0 0 36,-1 0 1,1 0 0,0 0 123,0 0 1,-1 0 0,0 1 50,0 0 1,0 0 0,-1 0-7,1 0 1,-1 1 0,1 0 4,-1-1 0,1 2 0,-1-1-4,2 0 1,-1 0 0,0 0 9,1 0 0,0 0 0,0 0 12,0 0 1,0-1 0,0 1-53,-1-1 1,0 1-1,0-1-103,-3 0 0,-1-1 1,0 1 26,-2-1 1,-2 1 0,0-1-410,17-5 1,-2 1 425,-4-1 0,-1 1-3,-4-1 0,-1 0-5,-4 1 0,-1 0 19,-5 0 0,-2-1 202,-2 2 1,-2-1-209,-2 1 1,0-1-18,5 0 0,2-1-22,-1 1 1,0 1-17,0 1 0,-1 0 444,-3 1 1,-3 2-696,14-1 1349,-6 3-1440,-6 4 125,-6 1-60,-8 1 1148,-6 1-1152,-5 2-38,-1 1-47,3 1-89,-3-2 96,0 3-18,-3-1-67,2 2 90,-1 2-3263,5 5 3452,-2-5 486,12 8-125,-9-11 151,13 4 36,-8-6 254,8 0-176,-10-3 4384,5-1-3676,-12-1 46,4-2-47,-2 0 77,4-2-27,2-1-80,11 0-124,-2 0-775,3 0-85,3 0-44,9-1-178,-7 1-3490,2 0 3328,-20 3 99,-8 1 127,-2 1-81,-1-1 176,-1 1-166,2 0 19,0 0 3425,3-1-3301,-1 0 89,-1 0-31,1-1-11,-5 1-599,1 0 265,-2 6-354,0 3-91,0 2 64,1 4-239,3-2-173,0 5 104,1 10 316,-2 1 58,-2 3 411,-4 8 176,-2-2-26,0-5 0,0-1 107,0 14-2,3-6 0,1-1 38,4-3-155,4 3 1,2 2-102,8 5 37,-3-12 1,-1 2-1626,8 21 1448,-6 3-2,-6-12-2,-7 14 233,-9-9 155,-1-12 1,-1 1 47,-1-8 1,0 0-117,-3 4 0,1-1 323,-9 19 40,4-6-17,3-4-85,5-13-117,3-1 1215,1-6-1483,1-6 112,-2 4 16,0-12 594,-11 5-376,4-6 107,-17 4 68,9-8 63,-4 2 56,-3-3-16,-8-1-96,-7 0-180,-11-1-184,1-3-41,9 0-101,13 0 1,-2 0-31,-12 0 1,-1 0-353,9 0 1,-3 0 398,-11 0 0,-5 0 0,5 1-431,14-1 0,-1 1 456,-15 0 0,-9 1 1,6-1-13,7 2 1,2-1 24,3 0 0,-3 0 1,3 0 65,-7 0 0,2 1-8,1-1 0,1 1-182,0-1 0,-1 2-168,-2-1 1,0 1-8,11-1 0,-2 0 101,-4 1 0,-4 1 0,4-1-102,8 0 1,-2-1 99,-17 3 0,-8 1 0,5-1-152,8 0 1,2-1 113,3 0 1,-1 1 0,2-1 68,-2 1 0,4 0-117,6-2 1,3 1 294,-14 2-8,-8 0 145,18-4-25,-8 1 610,-5-2-643,19-1 0,-1-1 636,-23 2-674,3-1 0,0 0 57,-9-1-114,19 1 0,0 0 102,-19 0 4,19 0-295,-14 2-13,20 0 640,-13 1-645,17 0 183,6-1-175,4 0 27,3-2 4,3 0 609,1 0-279,2-1-6,0 1-20,-3 0-2,3 0-2,0 1 20,4-2-19,-4 2 14,-1-1-17,-9 2 15,0 2 14,-4 1-6,-2 2 23,0 1-140,2 0-5,4-1 28,7 0 43,-8 4-44,6-3 5,-6 2 18,8-5 41,4-2-43,6-3 84,-3-4-251,6 2-1,-8-6 19,5 4-21,-3-2 10,4 2 45,-3 2 91,4 1 45,-3-1 98,3-3-148,2-2-172,-1-9-46,-1-10 21,-2-13-23,-2-13-42,0-8-306,0-4 276,-1 5 108,-1 7 156,-2 9-8,2 14-63,-1 3-424,6 7-896,3 2-4725,11 1 6394,6 7 1,-1 4 0,-3 3 0</inkml:trace>
  <inkml:trace contextRef="#ctx0" brushRef="#br0" timeOffset="35345">12197 6108 21880,'0'-4'1054,"0"1"1006,0 3-1370,7-32-897,-6 24 249,6-22 343,-10 34 669,-3 3-246,-5 1 963,-4-1 224,-3-1-760,0-3-1235,-2-3 0,0-6 0,1-6 0,-2-8 0,2-8 0,2-4-1288,5-1-568,6 2 364,3 4 347,6 4 732,3 3 534,5 5 827,5 4 666,3 5 221,7 5-331,5 10-1332,5 8-172,3 13 0,-3 8 0,-9 7-1050,-12 9-669,-22 7 1141,-3-27 1,-4 0 107,-6 1 0,-4-1 604,-1-2 1,-3-1 206,1-5 1,0-2 756,-20 12 315,13-13-12,13-12-1401,12-6 0,6-4 0,3 0 0,5-6 0,10-1 0,12-7 0,10 0 0,7 3 0,2 4 0,1 4 0,2 6 0,3 4 0,4 4-2671,6 0 2473,-8-2 1,-19-5-1,-14-3 1</inkml:trace>
  <inkml:trace contextRef="#ctx0" brushRef="#br0" timeOffset="35642">12946 5641 31461,'-5'-56'-316,"0"0"0,1 10 0,0 6-477,1 3 461,1 17-28,-1 2-158,2 10 140,0 14 461,2 13-1179,3 19 1051,3 19-303,-2-20 0,1 2 269,1 6 0,-1 2 22,2 5 0,-1 0 52,0 2 0,-1 0 16,1 0 0,0 0-183,-2-3 0,0 1-81,1 5 0,-2-4 81,-1-17 1,0-1-2945,2 13 0,1-5 3099,1-9 0,1 2 0,-3-25 0</inkml:trace>
  <inkml:trace contextRef="#ctx0" brushRef="#br0" timeOffset="36093">13551 5670 26905,'42'29'-398,"0"0"0,-5-7 0,-8 3-51,-19 8 1,-7 3 273,0 21 179,-3-24 0,-2 1 237,-3 26 164,-6-2-63,3-23-209,0 0 1126,6-25-271,1-2-28,1-21-693,1 2-14,3-27-179,4-1-5,6-15 29,4-4 37,-7 26 0,1 1 188,9-17 46,-2 8 238,-2 15 42,-1 11 164,8 0-813,23 6 0,5 4 0,-13 4 0,-1 2 0,21 3 0,-20 1 0,0 3 0,-7 1 0,0 2-1148,11 11 1,-3 2-3851,11 12 4737,-27-9 1,-5-2 0,-12-8 0,-3-1 0</inkml:trace>
  <inkml:trace contextRef="#ctx0" brushRef="#br0" timeOffset="38212">17894 5035 12869,'-2'-3'4162,"0"0"-1563,2 3-2509,22-33-46,-15 33 74,18-4-28,-22 58-68,-2-13 0,0 4-680,-4 7 1,-1 2 648,-1 5 1,0 2-33,0-20 0,0 1 0,1 1-131,0 8 0,1 2 1,0-3 31,1 2 0,2 0-200,2-6 0,2 3 0,1-5-1113,5-3 1,1-1 1452,5 10 0,0-2 0,3 4 0,-1-13 0</inkml:trace>
  <inkml:trace contextRef="#ctx0" brushRef="#br0" timeOffset="39083">17992 5050 15081,'27'-51'297,"0"0"1,2 5 0,4 10-225,2 21 0,5 7-9,5 0 1,3 1-1,-3 1-506,-5 0 1,3 1 451,4-1 1,9 0-1,2-1 1,-4 0-1269,-3 2 1,-3 0-1,4-1 1235,3 0 1,5 0 0,1 0-1,-2-1-24,-3 2 1,-1-1-1,-1 0 1,-2 1-59,8-1 0,-3 0 1,3 0 62,-6 0 0,3 1 0,0-1 0,0 0-433,-1 0 0,1 0 1,-1 0-1,-2 0 427,8-1 1,-3 1-1,3-1-15,-6 1 1,2 0 0,-1-1-1,-4 1-315,-4 0 0,-4-1 0,-1 1 345,11-1 1,0-1 464,9-2 0,-4-1-251,-23 5 0,-2 0 403,9-2 0,4 0-296,10 0 1,1 0-23,-8 2 1,-1 1 724,8-1 0,-2 1-699,-22 2 1,-2 0 4,1 1 0,-1 0 2988,9-1-2704,5-1 1027,-19 2-610,-8 0 88,-14 2-352,-2 0 613,-3 0-1089,2 0-28,0 1-204,1 3-699,0 1 88,-1 6-95,-1 2 286,-8 15-28,2-6 233,-16 26-169,11-23 265,-12 29 216,10-10-93,4-6 0,1 4-352,2-3 0,2 1 362,0 13 1,1 1-604,2-2 0,2-2 495,-1-7 1,1 1-41,1 10 0,1 1-12,-1-11 0,0 1 9,0 10 0,-2 2 54,-1-5 1,-3 0 86,-6 4 1,-2-3 29,2-17 0,-2-2 122,-8 8 1,-7-5-150,-5-13 0,-4-6 278,-2 2 0,-4-3-943,-4-5 0,-4-2 1,2-3 955,1-2 1,0-2-25,-13 0 0,-1-1-310,5-2 1,0 0 270,-5-1 0,-5-1-155,17 2 1,-4-1 0,-2 1 0,2-1-32,-10 1 1,0-1-1,-1 0-338,8 1 0,-3 0 0,1 0 1,5 0 272,2 1 0,3-1 1,-2 2-10,-4 0 1,-5 0-1,1 1 1,7 0 1,-5 0 0,-1 1-148,1 1 1,-8 0 0,0 1-1,6-1 183,11 0 1,5 0-1,-2 0 236,-18 2 0,-2 1 0,2-1-234,13-2 1,2 1 0,0-1 125,-8 1 1,-2 0-1,5-1-119,-2 1 0,0-1-72,0-1 0,-4 0 0,5-1 13,6 0 0,3-1 18,-9 0 0,-1 1-206,7-1 1,3-1 1744,-5 1-1544,6-2 0,3 0 0,13-1 0,-12 0 0</inkml:trace>
  <inkml:trace contextRef="#ctx0" brushRef="#br0" timeOffset="39777">18632 5447 18913,'-12'-47'499,"-1"0"0,4 3 1,6 6-228,22 5 309,9 1-102,4 3-83,0 6-84,-1 6-67,-6 7 205,-4 5 21,-4 7-156,-1 8-408,2 11-184,2 13-80,0 8-67,-2 7-112,-5-2-28,-6-4 80,-13-6 331,-7-7 425,-12-8 349,-2-8 222,0-7-82,7-4 119,0-9-149,5-7-385,3-4-230,3-3-249,7 6-263,3 3-46,4 5 120,5 3 416,9 7-92,13 5 153,16 11-57,-17-5 0,3 1-419,5 3 1,1 2 399,2 1 0,-1 3-1630,1 5 0,-4 0 1443,8 10-401,-18 10 58,-47-26 203,-25 3 171,7-15 0,-4-3-472,-6-1 1,-3-3-316,-1 0 0,0-2 909,-1-3 0,5-1 1,-5 0-1,13-3 0</inkml:trace>
  <inkml:trace contextRef="#ctx0" brushRef="#br0" timeOffset="40393">19305 4924 24274,'38'45'-264,"0"0"1,-2 1 0,-5 1-7,-14-4 1,-5 0-750,1 3 0,-3 2 952,0 1 0,-3 0 22,-2 0 1,-1-1 35,-2-1 0,-1-1-20,-2-2 0,-2-2-103,0-2 1,-1-1 246,-2-6 1,-1 0 56,-4 18 198,0-16 374,4-15 1142,2-12-1091,3-9 279,0-7-984,0-6 251,-2-5-359,1-1-36,0 1-38,1 1-31,0 0-42,1-3-116,1-4 337,4-8 71,2-7 14,3-3 16,0 2-8,-1 6-28,-3 11-147,-3 8-30,0 7-62,-1 5-71,0 3-24,4 1 41,-2 0-5,4 0 19,-2 2 157,-1-1-44,-2 1-5,-1-1-157,-1 0 100,-1 1-380,-2 1-946,-2 3 1433,-1 1 0,1-2 0,2-1 0</inkml:trace>
  <inkml:trace contextRef="#ctx0" brushRef="#br0" timeOffset="41043">19978 5252 24940,'45'-10'385,"-6"11"-435,-15 46-489,-1 7 248,-10-10 134,-2 12 222,-10 6 26,-8-16-262,-2-6 51,-5-14 144,2-11 469,1-1 698,4-7-661,5-6 140,2-16-646,2 2-7,3-24 58,12-14-105,-3 9 27,3 4 0,1 0-14,7-1-40,6-8-24,1 15 366,-3 13 35,11 0-202,-7 14 0,0 4 104,9 1-25,16 12-112,-20 9-162,4 9-190,-13-3 0,-1 2-288,-7-1 0,-2 1-1805,-2 8 1,-4 0 2265,-7 20 0,-6-22 0,-4-14 0</inkml:trace>
  <inkml:trace contextRef="#ctx0" brushRef="#br0" timeOffset="43000">8262 6250 26684,'-39'4'1293,"7"0"-898,30-1 470,1-1-1144,1 1-547,2 0-124,3-1 1123,7 0-2,6-2-66,9 0-7,7-3-233,9-3 690,11-3-173,-23 4 0,2-1 690,6-1 1,2-1-417,8-1 1,0 0-733,-7 1 1,3-1 257,6-1 0,5 0 1,-2 1-782,7-1 1,2 1 575,-4 0 0,4 0 0,-1 1-98,-10 3 0,-2 0 0,1 0-39,-1 2 0,0 0 0,0 0-15,-1 0 0,0 1 0,0 0-294,-2 1 0,0 0 0,0 0 247,-2 0 0,0 0 0,0 0 13,-3 0 1,1 0 0,-1 0-68,19-2 1,-1 0 112,-3 0 0,0-1 52,-2 0 0,-1-1 41,-3-1 1,-2 0 26,-2 0 0,-3 0 35,-5 0 0,-1 0 691,23-5-537,-4-6-117,-23 4 34,-3-2 1673,-19 6-1586,-2 2 965,-2-2-1223,2 0-49,0-1-20,-2 3 494,5-3-563,-1 3 20,4-1 220,0 0 225,-3 1 207,-5 2-196,-5 3-168,-1-1-549,-3 1-756,-1-1-71,0 1 193,-1 0 131,1 1 126,1 0-52,6 0 808,1-2 577,7 0 596,1 0-234,0 1-229,-3 1-188,-5 1-132,-3 0 15,-1 0-517,3-2 12,3 0 77,1 0 391,-1-1 335,-4 2 245,-2-1-387,-4-1-1172,-3-2 114,-10-2 198,-9-1 105,-15-1 239,3 3 0,-3 1-74,-20-3-1716,23 3 1,3 0 1588,-3 0 749,-4-3-307,9 2-125,-12-3-143,13 2-160,10 1-31,1 2-14,7 2 3396,0 1-3132,4 0-15,4 1 212,3 0 6,15 2-78,6 1-10,22 3-33,11 3-54,-21-3 1,1 1-237,3 1 1,1 2 180,0 2 1,0 2-38,-3 0 0,0 3-28,-4 2 1,-1 2 14,-5 1 0,-2 2-340,14 28 83,-13 3-59,-9 3-1321,-12-24 1,-1 1 1549,-4 11 1,-12 13-183,-8-23-311,-13 8 737,12-21 1,0-2 0,-4 3-1,2-5 1</inkml:trace>
  <inkml:trace contextRef="#ctx0" brushRef="#br0" timeOffset="44650">14712 5848 11482,'-9'0'3887,"2"0"-2929,7 0 980,0 0-1078,-48 2-193,36-1-400,-37 1 134,50-1 397,7-1-381,-1 1 176,14 0-63,2-1-155,11 0-94,8 0-95,8-1 29,7-1 116,-25 0 1,2 0-481,2 0 0,2-1 236,5 1 1,1-1-583,4 0 0,3 0 549,4 1 0,2 0-6,4-1 0,2 1-25,-20 1 1,2 0-1,-1 1-8,2-1 0,0 0 0,-1 1-9,1 0 0,-1 0 1,0 0 5,-1 0 0,-1 0 0,0 0 12,19 0 0,-1 0-11,-4 0 1,0 0-3,-3 0 0,0-1-54,-1 0 0,-1-1 13,-2 0 0,1-1-1,-2-1 0,1-1-248,-2 0 1,-1-1 266,-1 0 1,-2 0 13,-4-1 1,-1 1 22,-6 0 0,-1-1-76,17-4 219,-15 1 439,-11 2-444,-5-1 880,-8 3-1161,4-4 567,3 2-592,12-2 50,16-2 22,-14 7 0,2 1-299,7 0 1,2 2 252,3 0 0,1 1 8,-1 0 1,-1 1-7,-6 1 1,-2 0-176,15 0 76,-22 1 81,-17-1 453,-9 0-317,-3-1-300,0-3 525,0 0-470,0-4 79,0 3-13,-1 0 81,-2 0-168,-20-6-3163,7 3 3404,-16-3-17,1 2 39,-5 2 22,-11-1 6,1 0-17,3 0 29,-6-2-24,16 3 35,-16-5 22,14 3-6,-10-2 0,-1 2 11,3 1 3449,7 2-3426,10 1-107,10 2-16,10 1 10,4 1-55,3 0 78,2 0 79,3 0 28,7 0-74,10 0-38,14 3 0,25 6-1,-14-1-255,-9-1 0,1 1 239,22 4-1,-23-3 1,2 0 11,-2 1 0,0 1-1644,2 3 0,-3 0 1622,9 6 11,-1 10 33,-31-9 17,-2 16-22,-7 0-34,-8 11 335,-2-13-351,-6 9 16,0-9-22,-6 11-101,-15 9-500,-8-7-1178,10-20 1,-2-2 1817,4-8 0,0-2 0,-10 5 0,15-11 0</inkml:trace>
  <inkml:trace contextRef="#ctx0" brushRef="#br0" timeOffset="48468">20774 5505 7716,'-4'-2'6313,"1"0"-4459,3 2-1227,2-14-325,5 9-128,1-10 190,9 15 34,3 0-186,1-1 197,14 0 39,4-1-66,21-1-251,-13-1 1,1 1-277,-13 1 0,1-1 219,18-1 0,0 0 213,-17 0 0,-2 1-12,8-1 1,0-1-3,-4 0 0,-1-1 9,-5 1 0,0-1 51,1-1 0,-3 0 147,10-3 45,5-6-61,-23 7-452,4-3-37,-4 2-81,-1-1-33,-9 5 328,1-1-334,-9 6 53,-1 0 489,-2 1 745,-1-1-864,-1-3-444,1 1 129,1-4-71,0 2 108,0 1-71,-1-1-401,0 2-102,-1-1 231,0 0 325,-3-1-51,1 2 290,-5-2 381,1 4 407,0 0 135,0 0 121,3 1 95,-2 0 59,2 0 5,-6 0-444,4 0-980,-5 0 0,7 0 0,-1 0 0,3 0 0,9 4 0,-1 0-2640,18 14 1983,-12-6-142,16 14-116,-9-1-157,-1 2-6,-5-3-217,-7 0 118,-5-4 2886,-9 10-2709,-1-8-2538,-25 10 1383,13-18 1475,-17 5 0,25-13 0,0-2 0</inkml:trace>
  <inkml:trace contextRef="#ctx0" brushRef="#br0" timeOffset="49035">22051 5295 15365,'1'-2'3527,"0"-1"63,-1 3-3018,23-41-812,-16 31 447,17-24 219,-22 48-847,1 11-122,0-2 351,0 19 2,1-10-357,0 13 332,-1-9-230,-2-4-201,0-4 806,-2-6 113,-1-6 169,0-6-80,-1-5 1268,2-3-734,0-4-591,0-6-140,1-7-37,3-9 45,5-4 25,11-8-72,-4 11-47,11-7-42,-9 15-3259,6-1 3543,-8 8-10,2 4 15,-7 6 0,5 7-252,2 5-85,3 9-209,2 6 3213,1 3-3605,-1 1-217,-1 0-378,-5-4-1240,-5-5-2421,-2-6 4836,-3-7 0,-2-5 1,-2-3-1</inkml:trace>
  <inkml:trace contextRef="#ctx0" brushRef="#br0" timeOffset="49392">22580 5414 14371,'0'-3'3577,"0"0"-1430,0 3-1455,-3-26-1121,2 28 416,0-15-151,5 36 76,6 4-248,3 2 582,4-1 141,3-3-251,0-6 909,-3-7-221,-2-7 77,4-11-283,-6 0 37,10-14-190,-8 2-112,2-6-113,-6-2-238,-5 6 21,-4-7-324,-3 9-187,-2-5-29,-2 10-39,0 6-59,1 4 9,-1 6-318,0 6-4930,0 13 5539,2-1 1,1-3 0,2-9-1</inkml:trace>
  <inkml:trace contextRef="#ctx0" brushRef="#br0" timeOffset="50119">22816 5586 16490,'1'4'4882,"1"-1"-1934,-2-3-2176,30-46-715,-13 23-19,5-7 1,0-2 21,5 0 59,8-17-359,-5 2 132,-2-2 311,-13-3-428,-10 10 173,-6-12-22,-7 4 12,-5 6-35,-2 5 16,1 8 37,2 8 0,4 6 1,2 9 14,2 3 327,1 6 25,0 8-257,-4 7-24,0 12-72,-1 9 3,4 9-36,1 6-50,4 8-34,8 2-634,6-1 694,12-5 106,9-6 43,-14-27 1,3-3 114,27 16 117,1-9 85,-6-12 104,-8-9 19,-8-13-10,0-17-3511,-10-7 3062,-2-6 178,-9-8-361,-5 0-102,1-15-403,0-3 276,0 0-1,-3 3 140,-1 4-69,-5 5 168,-2 5 3253,-5 6-3095,-1 6 15,-3 6 56,-1 4 460,4 11-512,2 3 202,5 8 21,0 5 0,-3 7-158,-2 15-81,2-3-26,0 19-55,5-4-110,2 15-44,4 8-92,-1-29 0,0 1 158,2 2 0,1 0 72,0 1 1,1 0-72,0 1 0,0 1-200,-1-1 0,0 1-551,-2 0 0,-1 0 224,-2 13 0,-2-4 0,0 1 0,-2 8 0</inkml:trace>
  <inkml:trace contextRef="#ctx0" brushRef="#br0" timeOffset="53025">6146 8141 14286,'-12'-49'2134,"0"-1"0,-3 0 0,-1 4-1176,-8 0-251,-3 3-347,10 22-281,9 10-75,4 7 56,7 13 10,8 11-56,11 19-17,-1-5 1,3 2 0,-1 0 0,0-1-340,1 1 1,0-1 322,-2 2 1,-1-1-36,-6-7 1,-1 1-171,4 13 1,-4 3-106,-4-9 1,-3 0-312,-4 5 0,-2-3-732,-7 9-5860,-10 2 7272,5-22 0,2-5 0,4-13 1</inkml:trace>
  <inkml:trace contextRef="#ctx0" brushRef="#br0" timeOffset="54241">5868 8590 10453,'-7'-3'5892,"2"0"-3689,5 3 1459,0 0-3372,-58-52-404,43 39 113,-14-15 0,9 8-5,34 30-14,12 7 104,6 5-34,-5-3-22,11 3 160,11-5-11,-7-3-19,1-7 1,3-2-658,-13-6 0,0-2 598,6 2 1,2-4 91,10-8 1,-3-4-423,-16 1 0,-1 0 389,7-3 1,-1-2-39,-3-7 1,-4-1 226,3-9-121,5-8 296,-22 11-379,-13 19 912,-7 1-1283,-10 12 64,-12 13 133,6-1 955,-2 8-949,8 6 270,6-7-271,-5 24 62,7-14 50,-6 13-104,1-13-102,-20 12 76,10-20 44,-10 3 0,-4-3 120,-17-2-263,12-6 1,-2-2 189,5-4 1,0-3 26,-20-2-41,24-2 0,1-3 4,-24-18-138,2-5 21,25 11 0,3-2-136,-4-6 49,-6-6 1,17 16 42,-5-3 2,13 11 339,5 5-308,3 2 134,2 9-3,4 6-44,1 12-13,6 9 4,4 3-22,6 2-26,7-3-21,6-5-4,-3-9 101,30-2 58,-9-15 3,-14-4 0,2-3 28,-4-4 1,-2-3 134,19-9-82,-15 0 0,-2-2 170,10-12-179,-14 10 0,-1-3 166,11-21-166,-19 15-15,-4-6-94,-14 18-81,-2-2-62,-1 5-65,-1 3-12,3 0 48,0 4 16,3 0 75,-1 6 92,2 2-3,0 6-103,1 2-25,-2 2-51,-1 7 27,-3-6 11,-11 15 13,-5-9 32,-15 11 78,-8-3 168,-10 2-73,19-12 1,-1 0-142,-2 1 0,0 0 135,-2 0 0,0 0-5,0-1 0,2-1 23,-29 9-75,8-8-23,6-8-78,2-9-59,1-7-3,0-9-26,4-7-57,3-3-35,9 0 314,5 4-283,7 7 13,5 6-19,5 6 57,3 3 79,4 9 72,1-1-71,7 13 24,5 0 30,10 7 80,6 2 46,6-1 4,7-1-151,6-4 311,5-6 141,4-8 98,2-6 52,-2-11 21,-3-7 9,-5-9 30,-3-3 14,-7 1-116,-7 3-184,-12 6-360,-10 6-1003,-7 3-4672,-5 1 4710,-2 2 1,1 2 0,0 2 0</inkml:trace>
  <inkml:trace contextRef="#ctx0" brushRef="#br0" timeOffset="58109">6083 9935 10242,'0'-8'3170,"-2"-23"1,-1-4-2051,0 6-182,0-14 1,-1-4 337,2 3-677,1 11 1,0 1 0,0-17-326,1 7 140,-1 19-190,0 13-207,-1 2-78,1 7 61,0 9 22,-1 12-11,-1 19 6,-1 18-23,2-22 1,0 2-210,0 3 1,1 2 231,0 11 0,0 1-413,0-9 1,1-1 400,0-2 1,-1-1 5,0-6 1,-1-1-64,-1 22 69,0-5 106,1-6 34,2-28 106,0-9 364,0-7 99,0-9-569,4-29-140,-2 8 3,3-2 0,1-1 847,1 2-867,8-22-3328,4 5 3334,-2 8-685,3 8 0,1 4 679,-2 8 6,17-12 5,-8 22-1800,18 3 1789,-8 1 834,-3 9 0,-1 3-828,6 8-34,-10-1 0,-1 1-34,6 8-185,14 15 119,-24-19-320,18 18-271,-13-12-3808,-1-4 4527,-3-6 0,-16-10 0,-4-5 0</inkml:trace>
  <inkml:trace contextRef="#ctx0" brushRef="#br0" timeOffset="59326">6868 9855 14740,'-4'-1'5747,"0"-1"-3971,4 2-1519,-30 6-50,30 0-100,-23 3 50,43-2 83,20-6-184,-11-2 34,22-12-51,-28 1 23,13-15 111,-6-8-16,-4-3-78,-6 0 122,-14 5 96,-15 2-151,-5 2-57,-13 1-16,-2 16-28,-4 7-34,1 13-22,-6 16 0,13-3-1,-5 20-16,17-7-28,1 14-39,8 2-106,11 2 72,3-12-342,14-10 1,8-3-264,23-4 52,-18-5 0,3-3 71,2-12 1,2-6 41,-6-3 1,0-3 291,0 3 0,1-4-306,14-10 0,-3-3 630,-20 6 1,-3-2-6,11-6 1,-3-2 528,-4-15 253,-15 2 66,-12 5-145,-12 4-146,-6 3 788,-7 4-962,-4 7 102,-1 6-449,4 6 23,-12 14-67,12 6-17,-9 14-12,12 4-5,7 3-11,5 0-28,11 3 33,2-15 6,12 2 56,1-20 34,8-5-12,2-11 29,1-10 161,3-18-178,-12 11 128,2-13 51,-16 17 50,-1-1-162,-4 9 191,-3 4-258,0 9-96,-1-1-16,-2 8-1,-4 12 18,3-2-97,-2 17-94,6-5-157,7 8-279,9 2-130,18-4 84,20-6-223,-17-18 0,3-2 176,8-4 0,1-2-212,5-5 0,0-3 833,-1-3 1,-1-2 145,-5-3 0,-3-3 30,-6 0 1,-4-3 176,-7 1 0,-3-1 446,9-24 156,-12 0 12,-11-1-62,-12 3 11,-18-1 18,2 18-628,-24 3 907,4 19-1025,-15 11-45,-3 12-34,29-4 1,2 3-11,-20 24-1,13 4-22,14 1-28,11-4 152,17-6-175,14-8 1,18-10 11,13-10 67,5-16-353,-1-12 387,-8-18-17,-29 12 0,-3-3 11,-3-8 0,-4-3 2,-2-7 1,-2-2 2,-3-9 1,-1-1-649,-1-4 0,-1 0 716,-1 0 0,-2 1 30,-2 6 1,-1 2-70,-3 7 1,-2 2 110,-1 9 1,-2 3 134,-14-18-50,5 17-113,6 14 221,7 12-354,4 15 1386,4 15-1392,0 24-18,4-15 1,1 4-336,3 7 0,2 3 335,5 5 1,3 2-649,6 4 1,2 2 513,-7-19 1,3 0-1,-1 1-274,2-1 0,-1 1 0,1-1-800,-2 0 1,0-1 0,-1 1 1219,-2 0 0,-1 1 0,-2-4 0,-1-4 0,-3-3 0,4 23 0</inkml:trace>
  <inkml:trace contextRef="#ctx0" brushRef="#br0" timeOffset="60652">19860 6783 21909,'3'15'101,"-1"15"-101,-2 0 0,-1 3-14,0 4 0,0 1-479,0 2 1,-1 0 430,-1 0 1,1-1-57,-1 0 1,-1-1-147,1 0 1,-2-1-180,2-3 1,-1 0-1081,-4 25-1250,2-14 2773,-1-15 0,3-15 0,1-9 0</inkml:trace>
  <inkml:trace contextRef="#ctx0" brushRef="#br0" timeOffset="61536">19754 6711 18100,'-18'41'267,"1"0"0,-1-1 1,0-2 23,-9 18 51,-4-5 83,2-8 23,3-11 73,6-10 801,6-9-846,6-7 213,3-9-274,4-9 128,1-33-398,6 1-77,2-10-12,6 16 50,4 5-33,4 2-23,7-4-22,3 8-17,4 8 1,4 6-1,7 7 0,6 8-11,2 7 0,1 6-379,-3 7 385,-5 1-12,-8 0-5,-7 0 11,-8-4 5,-6-3 1,-6-6 28,-4-5 468,-2-3-357,-2-4-49,-1-6-45,0-5-23,-2-5-23,-11-5-16,2 9-18,-16-3 13,-1 8 21,-11 0-10,-4 1-1,-1 3 12,-3 1-18,-2 2-27,-6 3 11,-6 7-257,26-2 1,-1 2 278,-2 2 1,1 2 5,-1 1 0,1 0-57,3 0 0,2 0 46,-18 11 28,15-4-23,12-6 28,9-5 141,5-5 469,4-2-492,1-4-10,1-3-102,2-7 28,6-12-39,1-1-23,3 0 0,3 3 1,1 6 5,11-5 0,9 2 5,9 3 7,11 4-228,-26 7 0,1 2 202,2 0 0,1 2-1608,7 2 1,0 1 1626,14 2-16,-18 2 0,-2 2-51,3 8-33,5 6-28,-11 3-85,-11 2-86,-9 1-4937,-7 9 5636,-4-9 1,-2-4 0,-1-15 0</inkml:trace>
  <inkml:trace contextRef="#ctx0" brushRef="#br0" timeOffset="62651">18918 8498 15659,'18'-51'2092,"-1"1"1,-1 4 0,-4 5-955,-5 7-388,-4 9-252,-1 7-251,-2 9-230,0 4-57,-2 8 35,-2 12 16,-5 16-17,-4 23-466,4-19 1,0 3 460,-1 6 0,0 1-1579,-1 4 0,0 1 1478,2 0 0,1 1-104,1-2 0,2 0-279,1-3 1,1-1-11,4-4 1,1-2-227,2-4 1,0-1-1825,8 21-3729,-2-16 6284,-4-15 0,-3-14 0,-3-6 0</inkml:trace>
  <inkml:trace contextRef="#ctx0" brushRef="#br0" timeOffset="63408">18563 8871 16840,'42'-12'32,"0"0"0,0-1 1,19-4-1,-2 3-15,-16 8 0,-2 3-424,3-3 1,0 0 442,-1-2 1,0-1 10,-3-2 1,0-1 30,-3-1 1,-1-3 44,-3 1 0,-3-2 443,23-17 658,-16 3-92,-15 4-16,-14 6-506,-12 5-262,-6 6-213,-7 4 342,-4 7-438,-3 10-16,3 2 30,-2 14 0,0 4-14,-3 11-36,6-11 0,2 0-9,2 16-11,11-14 23,7 5 44,8-9 85,9-10 111,14-12-162,-8-9 95,15-14 34,-13-8 34,7-9 44,-6-5 56,-7-1 23,-6 3-46,-7 6-184,-3 11 130,-3 5-231,-1 11-84,0-2 45,-1 21 11,0 3-11,0 14-5,3-2-12,3-3 6,3-3-6,2-5 23,1-6 10,2-7-10,4-10-12,8-7 23,7-10 6,3-6-7,-1-3 52,-6 1-1,-7 2 62,-8 5 27,-6 6-72,-5 7-67,-2 3-78,-1 4-1,-1 6 73,-3 7 0,0 9-44,-2 6-40,3 3-84,2 0-151,7 0-196,3-2-504,10-3-2135,5-6 3143,9-7 0,-15-6 0,1-5 0</inkml:trace>
  <inkml:trace contextRef="#ctx0" brushRef="#br0" timeOffset="63768">19945 8438 24951,'-21'46'-17,"3"-3"0,13-5-50,3-5-124,2 0 119,0-14-57,0-2 123,0-13 29,0-3-57,-1-8 12,-4-15 27,2 6-10,-3-7-141,2 11-851,1 2 149,0-3 0,1 7 0,2 1 0</inkml:trace>
  <inkml:trace contextRef="#ctx0" brushRef="#br0" timeOffset="64692">19831 8550 23047,'16'-53'1125,"-3"10"-1147,-13 43-118,-1 0 50,0 4 85,-5 9 16,1 4-34,-1 6 18,4-6 5,0 0 17,5-7 67,3 2 89,3-6 113,7-6-197,-4-4 124,7-10 230,-2-13-365,-5 6 113,0-12-1,-11 16-55,-3 0-79,-2 6-11,-4 3-51,0 5-22,2 1-34,-1 2 40,2 3 0,1-1-1,1 4-5,2-1-5,0 7 21,4-3 18,0 0 11,5-1 106,6-4 17,-1-2 22,1-6 12,-6-5-28,-4-4-96,-2 2 40,-4-3-51,-4 2-39,-1 2-73,-2 1-173,1 7-264,2 1 78,0 4-1231,-1 7-3334,0 10 4997,0 4 0,3-6 0,2-7 0</inkml:trace>
  <inkml:trace contextRef="#ctx0" brushRef="#br0" timeOffset="65275">20131 8953 24680,'32'-30'158,"1"-1"0,-1 0 0,8-7 0,-3 2-12,-7 5 0,-2 2-2880,-8 3 1,-1-2 2789,10-13 0,-1-3 14,-8 5 0,-1-1 476,-3-1 0,-1-1-457,-4 2 1,-1-1 8,-4 0 0,-1 1-22,-3 0 0,-2 2 2,-2 1 0,-1 2-2,-1 2 0,0 1 24,-4-21-55,2 15 1003,-1-3-997,3 22-100,-3-4-69,3 17 3220,-3 11-3125,-2 12 641,-8 19-640,-6 19 2,10-20 1,0 1-437,1 5 0,1 2 467,2 3 0,1-1-17,3-8 1,1 0-18,2 17 1,5-1 13,2-19 1,2 1-217,4 13 0,3 0 216,4-13 1,4-3-1,1-3 1,4-4 5,1-3 0,2-4-8,1-4 0,0-3 14,1-5 0,-1-3-114,30-8 128,-6-8 5,-10-9-11,-14 3 873,-6-8-861,-14 11-6,-1-5-23,-8 8 419,-1 5-866,0 2 371,-1 4-243,0 1-2761,0 9 3086,0 3 0,0-1 0,0-2 0</inkml:trace>
  <inkml:trace contextRef="#ctx0" brushRef="#br0" timeOffset="68134">996 11982 21495,'10'-45'386,"19"6"-403,6 30 0,7 4-1131,5-2 1,3 0 867,7-1 0,0-1-851,5 1 0,1-1 156,-20 3 0,1 0 1,0-1-1498,0 1 0,1 0 0,-2 0 2472,15-3 0,-7 2 0,2 0 0,-36 5 0</inkml:trace>
  <inkml:trace contextRef="#ctx0" brushRef="#br0" timeOffset="69043">1561 11910 21937,'-21'-14'0,"10"17"0,19 34-28,2 21-511,-7-21 1,-1 2 283,-1 15 0,-1 0-193,-1-16 1,-1 1 144,-2 17 1,-2 0-71,0-19 1,-1-2-172,-1 7 1,-2 1-127,0-5 1,-2-2-575,0-3 1,-1-2 1003,-3 5 469,-5-9 354,10-26 840,-2-7-23,3-9 775,2-5-1116,4-1-393,3 0-392,4 1-235,6 2-78,10 0-157,24-4 107,-9 6-23,-5 5 0,3 1-180,14-5-44,14-4 90,-5-1 145,-6-2 174,-6-11 17,-17 9 251,-4-12 242,-15 12 88,-1-3-27,-2 4 7,-1 3-153,1 5-324,-1 6-180,2 4-22,1 7 6,7 9-6,3 12 11,4 13 17,-2 8 11,-3 6 12,-7-1 27,-3 3 17,-4-17 275,-3-5-62,1-21 269,-1-9-297,1-11-90,1-10-56,-1-15 62,10-19-128,-2 15 16,15-13-17,-1 23-17,9-3-11,6 8-44,24 9 16,-22 8 11,13 8-33,-23 11 6,0 8-29,3 9-11,-10 11 73,-9-13 11,-11 10 62,-7-22 162,-6-1-95,1-14-16,-1-12-79,6-4 28,2-13-45,4 4-11,5-6-12,4 6-16,4 6-23,8 7 18,-6 6-29,11 9-12,-6 9-189,12 16-85,-1 5 23,-2 3-896,4 4-1736,-4-1 2940,-9-11 0,0-1 0,2 3 0,-2-3 0</inkml:trace>
  <inkml:trace contextRef="#ctx0" brushRef="#br0" timeOffset="69499">2932 12415 24559,'25'55'117,"-6"-10"-109,-16-6 1,-2 3-4,-1-8 1,1 0-311,-1-2 1,0 1 304,0 2 0,0-2 208,0 8-91,-1 2 171,1-20 301,-4-14-494,1-22-56,-5-13 288,3-3-305,-4-24-16,1-2-422,1 5 0,0-4 430,-1 5 0,0 1-3,1-1 0,-1 1 8,-1 4 1,1 1 58,2 0 1,1 1-51,-3-18-14,4 22 0,4 4-36,6 13-29,5 0 29,2 11-62,14 5 67,-9 7-28,28 16 23,-16 8 11,6 6 725,-13 20-854,-23-13 34,-5 9-390,-16-18 0,-8-3-426,3-8 1,-2-1-3735,-13 8 0,-2-2 4656,10-9 0,2-3 0,-7 1 0,18-7 0</inkml:trace>
  <inkml:trace contextRef="#ctx0" brushRef="#br0" timeOffset="69909">3230 12597 23702,'-6'-43'193,"0"1"0,0-1 0,-1-16 1,5 0-152,8 1 0,4 3-739,-3 13 1,1-1 744,0-4 1,1-4 0,-1 4-578,-2-2 1,-1 0 582,0 5 0,1-3 1,-3 4 34,-3-1 1,-2 3 172,-1 8 0,0 3-128,-7-10 79,0 10-151,3 17 460,1 4-578,1 14 1390,2 16-1351,1 23 11,1-14 1,1 4-437,4 7 0,1 2 422,2 7 0,3 1-42,4 5 1,3 1-105,2 3 1,0-1 47,-3-13 1,1 0-466,7 13 1,1-2-20,-8-23 0,1-2-1061,6 12 1,1-4-6522,13 5 8184,-9-20 0,-12-14 0,-8-8 0</inkml:trace>
  <inkml:trace contextRef="#ctx0" brushRef="#br0" timeOffset="70793">3614 12365 13228,'-3'-3'8917,"0"0"-7366,3 3-1579,-14-36 17,28 24 0,0-30-6,36 30 28,5-8 6,-3-9 0,-8-9 50,-13-8 84,-12-1 90,-12 6 5,-15 7-27,-11 10-29,-11 6-33,-5 9-95,0 6-51,1 11-11,6 8 5,5 14 1,7 12-28,6 10-12,10 7-75,9-21 0,4-1-429,7 13 294,3-16 1,5-3-597,18 4-443,-9-14 0,0-4 79,13 3 355,-15-13 1,-1-6-709,11-14-282,10-10 1441,-8-13 1009,-12-9 666,-14-3 829,-9-2 179,-7 4-515,-2 8-594,-3 10-397,-1 10-342,-1 7 37,1 5-502,-1 6 22,4 15 6,0-1 60,5 21-60,1-3 0,1 11 11,0 0-5,-2-5 27,-3-4 12,-2-14 224,-1-7 151,-1-12-330,-4-20-28,2-3-18,-2-20 18,2 2 5,6-4-28,4 3-11,4 7-16,3 8-1,3 11-22,4 7-23,7 5 6,7 11 11,7 9 0,1 12-5,-1 7 16,-5 3-5,-7-3 11,-10-10 51,-8-3 72,-9-15 34,-8 0-29,-4-15-55,-6-7-22,1-10-1,3-9-22,5-4-22,8 0-6,7 4 5,10 8-10,6 6-18,6 9 23,5 4 0,2 6-50,0 8-68,-3 8-67,1 8-279,4 8-1102,9 7 207,-21-19 1,2-1 703,5 2 0,-1-2 0,4 2 1,-4-5-1</inkml:trace>
  <inkml:trace contextRef="#ctx0" brushRef="#br0" timeOffset="71816">5272 12257 25270,'-13'-10'292,"3"1"-287,10 9 6,0 1-5,4 0 44,8-1-38,-1 0 32,11-6 18,-4-5 16,4-13-16,-2-11-6,-6-25-39,-7 18 28,-7-20 27,-7 30 12,-6-3-39,-4 10-50,-7 13 5,6 9-12,-10 15 12,6 11 17,-7 14-17,3 12-5,7 6-18,8 1 1,13-2-29,14-9-72,16-6-106,17-10-110,-18-18 0,2-3 90,3-1 0,1-3-62,0-4 0,0-4 45,-2-1 0,-2-3 70,21-18 218,-16-9 79,-14-8 56,-10-8 2,-9 19 1,-2 1-14,2-13 156,-1-5 6,-3 28-45,2 1-111,-2 9 144,1 7-307,0 6-1,3 11 29,2 10-6,4 27 1,-2-11-10,-2-4 1,1 1-25,2 1 27,2 8 12,0-17 34,-4-14 128,2-4 68,3-15-197,-3-4 17,11-17-33,-4-7 16,7-15 12,0-9-6,-9 26 0,0 0 0,4-10 73,3 2-28,-13 26-73,-2 2-34,-4 6 23,2 9-23,3 6 1,8 8 5,0-2 0,19 15 11,-14-15 0,30 16 6,-21-20-6,7 2 62,-8-12 11,-8-12 11,4-9 6,1-26-3432,-6-5 3365,-4-4-17,-10 20 0,0 0-141,-1 2 0,0-2 138,2-9 0,-1-2 3,-1-7 0,-1 2 2,-2 10 1,-3 1 5,-3 2 1,-3 3-4,-6 1 0,-11 13-27,4 13-18,-10 6 18,11 7-12,-10 25 6,19-9-15,2 13 1,4 2-14,7 4-105,11 1 0,7 9 1,0-6 39,-4-13 1,3 0-56,10 14 0,6 5 1,-3-7-21,-9-14 0,3-1-960,15 13 0,8 6 0,-6-6-133,-12-13 1,-1-1 1271,10 8 0,5 4 0,-11-10 0,-10-9 0,3 2 0</inkml:trace>
  <inkml:trace contextRef="#ctx0" brushRef="#br0" timeOffset="72710">6110 11881 19344,'-6'-3'2447,"1"0"-2267,5 3-119,0 0-50,75-34-703,-32 26 677,-4-2 0,8-2 0,-1 5-878,13 9 0,-2 6 865,-9-4 0,2 1-15,1-1 0,5 1 0,-5-2 40,-5-1 1,-1-1 4,8 1 1,3-1-276,-13-2 0,1-2 1,-3 0 277,4-1 1,1-1 1,-4 0 1,2-1-1,-2 0 32,6-3 1,-3 0 77,-7 0 1,-3-2 331,13-9-153,-24 3 1081,-30-8-806,-16 7 1602,-19-5-1832,-5 7-128,-4 7-162,10 4 11,-14 19-34,19 4-2351,-15 19 2340,14 7-205,17-12 0,3 2 182,4-4 1,3 2 2,-1 4 0,5 0 3,13 20-6,3-16-10,19-1 16,0-21 44,8-3 7,-2-20-6,-1-14 22,-3-17 39,-4-10 6,-6-9 0,-7-6 6,-7 2 44,-5 8 124,-7 12-225,1 18 3192,-4 9-3247,3 13 560,-3 9-555,-2 9-5,1 13-12,2 9-5,8 4 16,10 2 12,14-2-28,15-3-330,11-7 341,-23-22 0,1-2 17,30 0-6,-4-18-28,-5-13 23,-6-17-6,-24 13 0,-3-2 2,0-5 1,-1-3 5,-1-4 1,-1-3-1,0-3 1,-1-2-421,2-3 1,-2 1 413,-3 11 1,0-1 19,1-10 1,-3-1 30,-8 15 0,-1 0-39,1-1 0,-3 2 48,-18-22 0,-3 30-40,-6 3-22,1 10 0,2 17 323,2 13-323,2 17-11,6 12 11,7-4-9,11-2 1,5 2-182,4-7 1,3 1 175,8 19 0,5 2-31,5-5 1,3-2-16,-8-16 0,0 0 0,2-1-24,0-1 0,1-1 0,-1 0-53,14 11 0,0-2-641,-4-5 0,-2-4 41,-7-6 0,-3-4-2545,8 4 3282,-24-25 0,-9-3 0,-9-9 0</inkml:trace>
  <inkml:trace contextRef="#ctx0" brushRef="#br0" timeOffset="73110">7658 11778 23030,'53'-1'188,"0"0"1,-2 0-1,-2 1-168,-2 3 0,-4 0-37,18 0-23,-18-3 1,-2-2-537,10-7 503,-20 1 0,0-2 25,-1-3 1,-2-1 42,23-20 77,-12-6 201,-12 1-32,-13 2 208,-9 4 49,-9 4 68,-3 5-67,-3 5 60,0 6-391,2 6-105,0 7-58,2 4 7,-3 11-1,2 10-34,1 26 7,4-10-1,6-7 0,2 1-50,13 18-271,-5-20 1,1 0 132,2-1 1,1-2-665,14 24-1007,-4-13-2202,-4-11 4078,-5-14 0,-7-8 0,-4-6 0</inkml:trace>
  <inkml:trace contextRef="#ctx0" brushRef="#br0" timeOffset="73283">8429 11411 21523,'5'13'-874,"-4"-13"0,3 19 1</inkml:trace>
  <inkml:trace contextRef="#ctx0" brushRef="#br0" timeOffset="73683">8940 11665 23769,'-51'16'233,"1"0"0,11-6 1,5 3-161,1 35-28,22-9-17,2 11-23,13 1-16,19 3 5,-2-20 12,20 4 28,-11-25 61,9-5 11,-3-15 101,2-22-134,-14 2 78,4-24-21,-15 5-267,-7 15 1,-1-1 181,-1-2 0,-3 0 2,-2 1 1,-4 0 5,-5-1 1,-3 4-21,-9-10-10,-21 5-35,7 26-32,-11 7-74,4 14-191,6 11-385,11 10-288,13 4-1796,15 1 2778,19 1 0,-7-18 0,4-4 0</inkml:trace>
  <inkml:trace contextRef="#ctx0" brushRef="#br0" timeOffset="74066">9233 11705 24895,'6'31'162,"-1"-5"-148,0 14 0,1 5 3,-2 15-6,-2-13 6,-4 0-4146,-4-18 4276,1-6 1300,-3-12-1301,6-16 72,0-14-44,4-11-51,7-16-78,2 12 0,3-2-23,2 3 0,1 2-8,0-1 0,2 2 0,2 4 0,0 3 3412,11-2-3420,5 2-12,-5 14-16,3 21-12,-7 10-5,-1 9-168,-6 13-586,-8-8 0,0 1-607,8 17 1212,0-4 1,-1-4 0,-7-22 0,9 12 0</inkml:trace>
  <inkml:trace contextRef="#ctx0" brushRef="#br0" timeOffset="74716">10521 11608 15076,'-2'-5'5086,"1"2"-2789,1 3-2141,-40-10-88,24 13 21,-35 2-16,38 24-23,3 0 34,13 4 28,12-12-44,4-7 83,10-6 174,5-11-85,0-8 29,3-11 45,-17-9-163,-9 5 90,-10-8 0,-17 3-191,3 6 34,-17-1-45,1 17-44,-2 5-18,-2 11-50,8 9-313,0 20 100,9-9-576,-3 22 252,12-24-1329,0 21-5303,6 4 7242,3-5 0,0-8 0,1-22 0</inkml:trace>
  <inkml:trace contextRef="#ctx0" brushRef="#br0" timeOffset="75027">10595 12017 18471,'-40'28'183,"0"0"0,1-6 0,14-1 1794,32-2-1686,5-11 497,12 3-637,7-7 354,7-6-253,0-5 1048,-6-6-902,-8-8 145,-14-13-420,-8 10 68,-14-9-56,-10 16-85,0 1 6,-19 4-67,17 8-62,-10 6-218,15 8-903,5 11-6227,3 8 7421,5 0 0,3-9 0,3-8 0</inkml:trace>
  <inkml:trace contextRef="#ctx0" brushRef="#br0" timeOffset="76226">440 13586 7291,'-7'0'3394,"2"0"-319,5 0-2946,-33-5 111,35 2-16,-15-6 51,54 2 106,20-3-216,-21 4 0,3 0-649,8-2 1,4-1 578,-11 3 1,0-1-1,2 1 11,6-1 1,1 0-1,2 0-11,6 0 0,1-1 1,1 1-446,-12 2 1,-1 0-1,3-1 1,1 1 400,1 0 1,4-1-1,0 0 1,0 1-1,-4 0-567,-3 0 1,-3 0-1,0 1 1,4-1 549,5-1 1,4 0 0,2 0 0,-1 0-1,-4 0 9,-2 1 1,-3 0-1,0 0 1,3-1-14,-2 1 0,4-1 1,0 0-1,1 0 0,0 1-15,0-1 1,0 1 0,1-1 0,-1 1 0,1 0-355,1-1 0,-1 1 1,1 0-1,0-1 1,0 1 343,0 0 1,0 1-1,1-1 1,-1 0 0,1 0-171,-1 1 0,0-1 1,1 0-1,-1 0 1,0 1 168,1-1 0,0 0 1,0 1-1,0-1 1,0 0-105,-1 1 1,1-1-1,0 0 1,0 0 0,0 0 99,-1 0 0,1 0 0,-1 0 0,0-1 0,0 1-5,0 0 1,-1-1-1,0 1 1,0-1-1,0 1-15,-2-1 0,0 0 0,0 0 0,-1 0 0,0 0 13,-2 0 0,-1 0 1,-1 1-1,2-1 1,0-1 1,6 1 1,2-2-1,0 1 1,-2 0-1,-4 1 6,-5 0 1,-4 1-1,-1-1 1,4 1-2,-1-1 0,3 1 0,1-1 0,-3 0 0,-3 1 121,6 0 1,-5 0 0,2 0-121,-5 0 0,3 0 1,-1 0-1,1 0 1,12-2 0,1 0 0,-1 1 3,-2-1 1,1 0 0,-1-1 1,-2 1 0,1 0 1,-1-1-14,0 1 1,0-1-1,-1 1 161,0-1 0,-1 1 0,1-1-169,0 1 1,-1 0 0,1 0-4,-1 0 1,0 1-1,0 0 2,-1 1 0,-1-1 0,0 1 253,-1 1 0,-1 0 1,-1 0-236,0 1 1,-2 0 0,1 1 1,0-1 1,0 1 0,0 0-1,1 0 1,2 1 0,0 0-5,2 0 1,0 0 0,4 0 10,-5 1 1,3-1 0,-1 1 0,-3 0-6,-1 0 1,-3 0-1,3 1 11,-1-1 0,5 1 1,-2 0-1,-4 0 21,14 2 0,-2 0-11,-12-1 0,2 1 0,-2 0 0,-4-1 0,-1 1 0,-2 0 17,17 1 0,-2 0 693,5-1 0,-4 0-704,-19-2 0,-3 1 573,10-1 0,-3 0-400,2-3 1589,3-1-1432,-15-2 1199,-14 1-1770,-11 0-2396,-9 1 2603,-5 0 0,1 2 0,-1 1 0</inkml:trace>
  <inkml:trace contextRef="#ctx0" brushRef="#br0" timeOffset="96308">3800 14407 15905,'-3'-4'3809,"0"1"-1715,3 3-1768,-61-45-220,34 34-89,-11-11 0,-1 9 0,7 37-6,5 8-1031,-1 11 1,1 7 1013,6-7 1,1 3-14,1-3 0,-1 3 1,3 0-80,5 0 1,2 0 0,2-3 4,1 1 1,4-2-216,9 8 0,9-6-666,33-8-40,-11-19 0,4-4-1187,7-7 0,3-5 2201,9-7 0,-4-4 0,-21 5 0,-4 0 0,26-12 0</inkml:trace>
  <inkml:trace contextRef="#ctx0" brushRef="#br0" timeOffset="97641">4154 14781 19871,'-42'17'806,"-1"1"1,6-4 0,8-1-331,18-5-118,13-6-201,1-1 61,23-10-100,11-10-82,-9 4 1,2-3-4,4-5 1,0-1-263,2-5 1,-1-1 256,1-4 0,-3-1-460,-1-3 1,-3-3 467,-2-3 1,-3-2 2,-3-2 0,-4 0 0,-2-1 0,-4 0 25,-3 4 1,-3 1-161,-2 5 0,-3 1 224,-8-24 35,-5 14-23,-7 15 358,-1 14-520,-1 15 949,-2 18-910,-4 18-51,-1 21-8,14-19 1,2 3 18,1 4 1,2 2-37,3 2 0,2 2-533,2-1 1,4 0 445,3-3 1,4-1-76,3-4 0,3-3-57,5-5 1,5-4-76,13-3 1,3-5 72,-10-7 0,1-3 5,22-4 1,1-4 224,6-10-135,-15-8 0,11-7 0,0-3 0,-9 4 361,-5-1 1,-2-2 42,0 2 1,6-4-1,-2 0 1,-14 3 481,-11-15-1,-19 8-107,-12 9 161,-10 7-553,-4 8-117,-1 9-61,-2 12 751,-4 12-768,0 12-12,1 9-11,8 1-22,11-2-17,14-7-17,12-5 6,14-10 56,8-8 33,4-12 12,0-13 39,-4-10 39,-6-10 50,-6-6 12,-8-1 22,-7 4 39,-5 8-34,-5 12-105,-3 8-57,-5 12-17,-7 10-5,-3 14-6,0 7 0,6 4-11,6-2-33,11-3 16,8-6-11,10-4 6,7-5 5,6-9 11,1-6 23,2-15 17,-1-9 27,8-25-38,-15 10 13,-10 6 1,-2-2 103,0-10 56,0-8 62,-8 3 50,-5 9-23,-5 6-10,-3 7-51,-3 6-62,0 6-56,0 4-44,2 3-45,0 2-12,0 5-5,1 0-11,-2 6 11,2-2 0,1 3 6,0-3 11,2-3-17,1-2 364,0-3-292,0-6-44,0 1 6,0-7 11,0 4 0,0 0-6,0 1 6,-1 3-12,0 1-22,-1 0 1,0 1-7,-1-1 1,1 1 5,-1-1 11,1 3-16,-1-2-17,3 2-28,-2 0 11,1 0 5,-2 2 23,1 2-11,0 1-11,1 4-1,0 2 6,8 8 6,2 2 0,4 1-11,8 6 10,3 0 7,16 21 5,-11-15-28,6 16-28,-21-18-6,-1 9 29,-11 1-79,-18 8-40,-10-9 18,-7-3-381,-13-11-4950,-8-13 3287,12-5 1610,-5-10 1,36-2 0,2-3 0</inkml:trace>
  <inkml:trace contextRef="#ctx0" brushRef="#br0" timeOffset="98051">6059 14242 20711,'-4'-2'3736,"0"1"-1938,4 1-1479,-29-35-4498,20 27 4202,-23-24 859,17 49-877,5-4-2234,-17 28 2235,17-20-29,-5 25 18,13-28 2271,17 19-2272,-2-23 9,13 2 0,5-2-3,21 2 0,-11-5 0,1 1 1469,-4-3 1,-2 0-1484,-3 0 0,-1 1 14,11 5 25,-17 5-25,-23-1-140,-33 20-196,-17 1-993,6-12 1,-1-2 941,9-7 1,0-2-1043,-10 2 1,0-3 1428,9-9 0,3-1 0,-17 5 0,13-10 0</inkml:trace>
  <inkml:trace contextRef="#ctx0" brushRef="#br0" timeOffset="98224">5855 14338 15059,'1'-6'6716,"0"2"-3960,-1 4-2488,11-10-122,-15 30-107,9-11-16,-18 33-57,-4 12-3321,1-1 0,-1 3 3355,4-13 0,1-1 0,-2 7 0,2-6 0,5-15 0</inkml:trace>
  <inkml:trace contextRef="#ctx0" brushRef="#br0" timeOffset="99018">6987 14209 20078,'-8'0'4245,"2"0"-3573,6 0-369,0 0-309,12-28-16,7 18-1789,16-9 0,5 2 1682,12 11-204,6 1 0,0 3-389,-4 9 134,6 8 369,-48 12 191,-36 9 78,0-14 1,-4-1-216,-7 2 1,-3 1 306,-3 0 1,2 0-65,7-5 1,1 0 178,-4 3 1,3 0 3117,3 0-3279,-4 3 206,29-17-168,8-5-22,21-11-100,15-5-24,4-5 4,-3-1 0,0-1 8,2-3 14,-1-5 0,-2-4 8,-9-10 153,-12 11 0,-3-2-125,-6-10-68,-16 10 0,-7 2 277,-13-11-86,4 14 1,-1 1 192,-19-8-2,9 10-62,10 9-83,10 8 297,7 4-516,6 3 342,8 8-336,10 7 22,12 15-78,9 13-1828,-13-6 0,-1 2 1687,-7-11 1,-2 2-729,5 19 1,-5 1-2826,-11-9 1,-3-1 3743,-1 5 0,-1-2 0,-3 15 0,-3-26 0</inkml:trace>
  <inkml:trace contextRef="#ctx0" brushRef="#br0" timeOffset="99767">8621 13806 21476,'-14'-55'1099,"0"-1"1,1 7 0,2 10-853,3 22-82,4 11-137,3 16 48,4 18-47,1 25-15,-1-13 0,-1 3-547,1 8 0,-2 4 537,-2-14 0,0 2 0,-2 1-12,-2 13 1,-1 3-1,0-3 2,-2 3 1,-1 0 5,0-7 0,-1 2 0,0-6 5,0-9 1,0-2 36,-3 6 0,0-2 76,-3 3 274,-2-19-319,14-29 133,-2-21-88,4-16-23,6-23-253,1 27 0,1-2 214,3-2 0,3 1-3,0 1 1,1 2-7,1 3 1,0 2 36,14-19-39,-3 13 1028,2 12-1051,1 11-10,5 8-7,8 8-10,10 9 5,-21-2 0,0 3-23,4 3 0,0 3 17,0 1 0,-2 2-5,-2 1 0,-3 2 0,-5 1 0,-4 1-17,-1 30-12,-28 2-293,-4-28 0,-4-1 285,-7-1 1,-4-2-82,-1-1 0,-1-3-225,1-3 1,1-2-1423,-19 4 1895,14-15 1,18-5 0,8-5-1</inkml:trace>
  <inkml:trace contextRef="#ctx0" brushRef="#br0" timeOffset="100608">8933 14611 21982,'-8'-15'801,"0"6"-375,2 14-118,-4 3 0,-13 5-235,4-4 117,-24 9-134,20-10 135,-34 12-57,23-9-56,-9 3 68,3-3-12,8-4 46,-9 1 88,-3-3-88,9-2-23,-4-5-17,10-3-22,2-6-74,7 2 18,0-3-23,8 4-28,-3-1-33,6 3-68,1 3-38,4 1-595,1 1-1226,3 0 1949,3-3 0,-2 3 0,4-2 0</inkml:trace>
  <inkml:trace contextRef="#ctx0" brushRef="#br0" timeOffset="101408">9330 14574 24900,'30'-43'147,"0"-1"1,-2 1 0,-2 1-103,-9 12 0,-2-1-711,1-8 1,0 0 665,-4 6 0,0-3 11,-1-4 0,-1-4 1,-1 4-7,-3 6 1,-1-1 12,0-15 1,1-7 0,-4 6 6,-5 9 0,-2 2 20,-2-16 0,-3 3-61,-2 21 1,-1 5 99,-8-7 416,-1 12-427,7 24-62,3 3 0,-1 25-11,4 13 6,3-9 0,0 3-149,1 7 1,0 3 139,1 6 0,0 0 3,1-9 0,1 1-8,1-3 1,-1 3 0,3-3-30,0 1 1,3-1-88,0 16 1,4-2 61,3-17 1,4-5-103,1-5 0,3-4 69,24 8 17,18-24 66,-17-14 1,6-16 22,-14-15 34,-1-10-14,-9 7 0,0-1-1,-6 6 1,0 0 28,0-3 0,0 3 98,4-8 50,-10 17 753,-7 13-948,-6 11 671,-2 11-683,-2 9 0,0 22-6,0-9 268,6 16-267,9-19-12,13 3 17,13-11 17,11-12-6,-6-10-6,10-14 7,-13-10 10,-12 1 0,-2-4-101,-7 3 1,-1-2 136,-1-5 1,-3 0 9,-1-11 184,-9-9-68,-11 24-38,-3-7-73,-5 18-40,3 8-49,4 5 95,4 5-460,3 8-1020,1 8-8430,2 7 8517,-1-6 0,1-5 0,-1-9 1</inkml:trace>
  <inkml:trace contextRef="#ctx0" brushRef="#br0" timeOffset="101858">10591 14109 17096,'-4'6'5249,"0"-1"-4563,4-5 697,0 0-1086,9 12-118,5-13-87,5 10 115,12-27-48,-11 1-41,4-12 6,-12 1 21,-6-4 57,-11 3 33,-9 5 0,-14 10 0,-12 9-27,-10 12-35,-2 7-55,2 10-73,12 6-17,13 8-17,11 7-39,10 6-101,17 3-459,18 0-409,-5-27 0,3-2-3919,6 0 1,1-3 3967,19 10 0,-17-11 0,-27-15 1</inkml:trace>
  <inkml:trace contextRef="#ctx0" brushRef="#br0" timeOffset="102591">11486 14388 17316,'-4'-43'1708,"0"0"1,1 1-1,-3-18 1,1 3-1245,2 11 1,0 4-120,1 8 0,0 2 69,-2-10-296,2 22-85,-1 19 18,1 20-1,-1 20-14,0-9 1,0 3-431,-3 10 1,-1 2 396,-3 8 0,0 2-680,-3 6 1,-1 1 670,5-19 0,-1 1 1,0 1-10,0 7 0,-1 1 0,1-4 9,0 2 1,1-3 5,-1 9 0,2-7 39,2-16 56,-3-6-11,-2-29-22,-3-23-29,1-28-36,7 14 1,2-4-212,2-9 0,2-3 214,1 12 0,2-2 0,1 0 0,2-2 0,0-2 0,1 1 3,1-2 1,2 0 0,0 1-4,1 2 0,0 1 0,1 0 2,0 3 0,1 0 0,0 2 0,7-16 1,1 1 319,2 6 0,1 2-322,2 5 0,1 4 0,-6 10 0,3 4-226,12 0 0,2 6 209,15 7 8,-16 9 1,1 5-26,15 24 26,-30-5 0,-3 6-1,-4 4 1,-5 4-1304,-4 4 0,-6 2 1304,-8 1 0,-6 0 2,-8 0 0,-5-2 83,-8-1 0,-5-3-97,-4-3 0,-2-2-30,-1-4 0,-1-2-96,2-6 0,0-3-885,2-7 1,3-5-1564,-7-5 2216,12-18 1,32 7 0,2-1-1</inkml:trace>
  <inkml:trace contextRef="#ctx0" brushRef="#br0" timeOffset="103134">12010 13796 19160,'3'1'4223,"0"0"-2896,-3-1-1277,43 28-33,-19-6-6,5 1 0,-1 3 51,-7 13 0,-8 3-1,-14 0 18,-12 0 21,-10-7 74,-2-9 112,3-11 5,8-8-100,7-15-102,13-7-38,11-14-18,16-7-21,15-5-225,-21 20 0,2 0 224,1 0 1,1 0-10,-1 1 1,-1-1-6,-2 1 1,0-1 7,21-17 34,-8 2-11,-10 8 28,-11 6 56,-10 7 40,-7 4 122,-7 3-190,2 1 532,-5 3-583,5 3-10,-2 1-23,1 7 5,-2 8 1,-1 9 0,2 11-12,2 9-39,2 5-162,4 4-336,2-1-903,2-3-3577,0-7 4175,-1-12 0,-3-15 0,-2-9 0</inkml:trace>
  <inkml:trace contextRef="#ctx0" brushRef="#br0" timeOffset="103324">12679 13473 24620,'14'44'-9831,"-5"5"8388,-5 3 0,-3-18 0,-1-15 1</inkml:trace>
  <inkml:trace contextRef="#ctx0" brushRef="#br0" timeOffset="103941">12883 13848 19832,'0'-5'5320,"1"2"-4709,-1 3-555,18-24-45,-11 25 17,15-7 17,-18 44-28,0-4 0,-2 19-12,-3-14 18,-2 7 27,-1-7 202,-4-12-106,4-14 145,-1-8 90,9-28-280,6-3-12,12-26-55,1 14-113,-4 11 1,0 2 101,7-6 21,16-13 12,-13 18-22,4 3-3333,-2 12 3304,-13 11 1,9 14 16,1 19-16,-4-6 5,14 16 0,-2-13-11,5-2 6,-3-7 33,0-14 68,-4-18-68,-4-1-14,-7-11 0,-1-5 20,5-25-209,-11 21 0,0-2 172,-1-8 1,-2-2-9,-3 4 0,-1-1 19,2-11 1,-1-2 30,-2-3 1,-4 3-9,-2 15 0,-3 2 3177,-8-24-3151,-4 40 21,-7 12-72,6 14 0,-6 7-12,8 6-16,3 32 17,5-17-4,5 3 1,4 2 175,3-7 1,5 1-258,12 21 1,5 1-839,-1-5 0,2 1 698,-6-11 1,2 2-1,-3-4 1,1 2 0,-3-2-567,-1 7 1,-2 0 234,-8-10 0,-1-2 0,4 15 1,-5-11-1</inkml:trace>
  <inkml:trace contextRef="#ctx0" brushRef="#br0" timeOffset="104201">13437 13663 25746,'52'-14'122,"1"-1"0,-1 1 0,5-1 1,0 2-1,-7 3-69,-17 5 0,-1 3 67,17-4 1,2 0 38,-13 1 1,-2-1 31,26-4 16,-16 1-90,-34 6-139,-8 2-79,-4 1-2548,-6 0 2649,0 1 0,-1-1 0,3 2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9T14:11:48.22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2482 2473 20056,'-53'-24'987,"0"0"1,5 1 0,6 10-826,9 26 0,-4 17-106,15-5 0,0 3-664,0 5 0,0 2 619,3 3 0,2 0-28,4-1 0,4-1 69,7-2 1,5-3-137,7 15-118,13-20 1,6-4-381,24 0-705,-11-7 1,4-2 1286,4-6 0,-3-3 0,7 2 0,-3-3 0</inkml:trace>
  <inkml:trace contextRef="#ctx0" brushRef="#br0" timeOffset="1085">2822 2957 21806,'-33'45'543,"0"0"1,0-5-1,15-9 28,27-23-21,14-11-309,24-13-174,-15 2 0,4-5-757,6-6 1,4-5-1,-1 0 723,-8 2 1,-1 1 0,1-3-8,-1-1 1,3-2 0,-2-1 0,-3-1 4,0-5 1,-4 0 0,-1-2-8,-1-1 1,-2-3-1,-2 1 0,-2-1 0,-3 0 1,-1 0-56,-4 3 1,-2 0-1,-2 0 179,1-14 0,-7 2-143,-5 7 1,-6 3 92,-3 7 0,-5 3-16,-2 6 1,-3 3-1,-19-11-27,4 17 77,9 14-1299,0 36 1899,10-1-427,2 8 0,0 6 21,4-4 0,1 3-85,-2 14 1,2 4-115,4-18 0,2 0 0,1 1-281,4 0 0,1 0 0,3-1 75,6 20 0,6-4-305,5-4 0,6-5-461,6-6 0,5-6-69,5-6 0,5-7-174,-4-11 1,3-4 0,-2-3 559,3 0 0,0-6 58,-3-3 1,2-4 0,-4-3 95,-5-7 1,-3-3 728,8-5 1,-2-4 144,-8 0 1,-4-2 1390,-5 2 1,-5-3-718,-5-2 1,-4 0-56,1-11-312,-12-8 801,-11 29-1697,-8 1 493,-10 10-581,-4 9 168,-4 13-166,0 11 201,2 15-25,4 13 3,9 10-35,14-21 0,3 1 22,4 14-145,6-19 0,5-2-88,16-4 203,12-3 38,3-23 48,0-20 54,-4-17 19,-17 7 0,-3-1-31,5-12 13,-9 11 1,-3 0 144,-1-6 99,-1-4 21,-4 13-130,-6 12-255,-2 13-6,-7 13 70,-3 12-43,-1 3 5,-5 28-58,10 2 7,3-1-7,18 7 14,16-26 16,18 1-55,12-14-63,-26-16 1,1-5 143,0-5 1,-1-4 34,-1-4 0,-1-4 8,-2-4 0,-1-2-18,-3-3 0,-1-2 2,-4 0 1,-2-2 21,-1-8 1,-4 1-17,2-15 19,-9 15 0,-1 1 74,-7-9-1,-5-9 40,-5 9 153,-7 7-240,5 17 11,-1 4-72,8 13-51,1 6 22,4 3 270,2 5-264,8 22-5,-1-11-1,15 27 6,10-3-283,-4-8 280,-5-12 1,1-1-10,13 6 12,11 6-11,2-2 0,-3-3 5,-8-2-83,-14 6 38,-14-11-335,-32 21 123,0-22-653,-15 4 1,-3 0-845,-2-4 1760,-2-2 0,3-2 0,16-8 0,-8 1 0</inkml:trace>
  <inkml:trace contextRef="#ctx0" brushRef="#br0" timeOffset="1568">5359 2211 20968,'-3'-1'5299,"1"-1"-4443,2 2-590,-44-14-188,31 17 105,-31-6-121,43 26-56,9 8 42,9 7-88,16 4-255,-11-20 0,3 0 209,2 0 0,3 0 8,5 4 0,0 0-183,10 8 105,-19-13 1,-4 0-164,-10 3-200,-12 3-398,-19-6-1386,-27-7 1284,11-8-1440,-14-14 34,25-13 1439,-1-21 1865,8-14 1578,3-5 141,1 4-592,-1 10-623,-1 11-486,2 8-309,1 7-219,3 7-240,2 6-135,3 11 306,1 5-295,-1 21-21,-1 13-108,1-11 1,-1 4-2346,-4 17 1,0 1 2468,1-10 0,1-1 0,-1-3 0,1-4 0,1-4 0</inkml:trace>
  <inkml:trace contextRef="#ctx0" brushRef="#br0" timeOffset="2484">6314 2165 19198,'-7'0'2145,"1"0"-230,6 0-1810,0 0-98,135-75-755,-104 63 0,2 0 636,10-7 1,10-5 0,0 0 0,-7 9-593,-2 8 1,-4 7-1600,6 1 0,-3 4-572,2 5-3328,-30 24 5762,-46-1 2480,-5-4 1,-6 0 17,0-2 1,-1-1-829,-2-1 0,0 0 577,3-2 1,1-1 390,9-2 1,2-1-1404,-21 11 792,8 1-829,37-21-1082,7-2-202,29-4 303,6-7 1,4-4 0,3-1 1,2-1 81,13-5 0,0-2 99,-19 4 1,-3-2 43,2-3 0,-3-1 858,3-12-420,-9-22-100,-30 5-317,-10 17 0,-5 2-298,-18-10 380,2 12 1,-1 2-147,0-1 154,4 5 1,1 0 93,1 1 252,1-2-314,12 10 9,8 5 1206,9 8-1001,24 21-160,11 9-36,10 9-340,-17-15 1,-1 4-125,-4 6 1,-3 3-859,-3 5 1,-3 2 643,-3-1 0,-6 1-3359,-15 7 1,-7-1 3935,1-16 1,-2-2-1,2-3 1,1-2-1,-5 3 1</inkml:trace>
  <inkml:trace contextRef="#ctx0" brushRef="#br0" timeOffset="4302">8391 2012 32767,'-40'-17'0,"1"1"0,-1-1 0,-16-2 0,8 13 0,23 26 0,6 7 0,-14 18 0,15-11 0,3 4 0,5 8 0,3 1 0,1 2 0,4 1-250,5 8 0,5-3-102,0-21 1,4-3-360,17 9 0,3-6-968,5-5 260,9-6 0,3-7-1375,9-20 1934,-18-1 0,-1-6 706,-10-6 1,-3-2 739,10-15 529,-7-8 1166,-17 7-407,-6 6-1074,-8 7 1177,-9 15-1230,-8 14-138,3-1-529,-7 13 106,7 1-294,5 2 104,3 0 71,15-7-201,12-8 189,5-4-252,11-9 1,4-5 207,-5-2 1,0-1-646,9-2 1,2-4 730,-8-2 1,0-4 0,-2-1 71,0-6 1,-2-2-69,-2 0 0,1-2 0,-4-2 264,1-14 0,-6-3-182,-9 10 0,-2-2 0,-3-1-116,-2 3 0,-3-1 0,-2 1-151,-2 3 0,-1 0 0,-3 2-400,-7-11 0,-3 7-201,-12-2 10,-9 9 59,7 22 181,-12 7 134,7 23 554,4 9-55,13 12 1,4 7 104,5-5 0,2 3-155,-1 21 0,5 3-408,7-5 1,6 1 190,-2-19 0,3 1 0,1-2-205,4 0 0,1 0 0,3-2-295,1-1 1,1 0 0,3-3-687,15 12 0,3-4-547,2-6 1,2-6 39,-1-8 0,1-7-523,-3-6 0,-1-6 1028,-4-8 1,-2-5 1950,-6-4 1,-3-4 669,-5-4 0,-3-4 248,-3-1 0,-3-2 115,5-18 320,-9 11 0,-2-1-246,-2-12-1194,-2 15 0,-3 0 1322,-10-9-1951,-7 13 481,-11 13-411,-6 16 1162,-9 17 79,-3 13-125,0 15-372,6 7-431,13 3-361,15-1 0,20-6 0,17-11 0,14-14-419,5-17-100,-3-20 701,-6-14 248,-8-13-129,-9 7-276,0-20-25,-11 21 0,1-6 0,-8 14 0,-4 19 0,-3 0 0,-6 15 0,-5 9 0,-2 12 0,1 7 0,7 6 0,7 2 0,14-1 0,11-6 0,13-10 0,6-11-295,1-17-105,0-15 792,-3-14-89,-2-11-303,-3-8 0,-7-2 0,-16 19 0,-2 0 0,2-11 0,-5-12 0,-8 27 0,-4-1 0,-3 9 0,-2 8-164,2 5-308,2 4 390,4 2 46,1 1 593,1 6-588,0 5 259,3 7-228,1 3 0,1-1 0,1-5 0,-4-4-206,0-5-597,-2-4 1193,0-1-308,-2-6-254,0 0-214,-2-7 315,-1 2-110,2 3-144,0 0-39,2 5-22,-1 0 224,0 1 554,0 1 753,2-2-1219,-2 1 584,2 0 49,-1-1-507,0 1-52,0 0 0,0 0 0,-1 0 0,1 1 0,-1 3 0,1 3 0,-1 5 0,2 6 0,5 5 0,6 5 0,12 5 0,-1-8 0,3 0 0,-1-3 0,0 2 0,11 7 0,-1 1 0,6 19-287,-10-9-463,-35 1 982,-5-26 284,-20 9-1524,4-18 1280,-8-2 0,14-4 0,5-2 0</inkml:trace>
  <inkml:trace contextRef="#ctx0" brushRef="#br0" timeOffset="4654">10531 1890 28375,'0'-5'2825,"0"0"-1258,0 5-1567,-54-53 0,38 42 0,-15-17 0,3 10 0,22 41 0,1 9 0,7 2 0,12 11 0,7-21 0,3-1-616,16 17 563,-3-13 0,5-3 172,-3-6 0,-1-1-57,-7-3 0,-1 0-149,6 1 0,-7 2-135,-15 6-375,-8-3-478,-42 12 1476,6-19-1904,-11-2 1,-3-4-57,3-8 1604,0-6 0,2-3 0,17 2 0,-7-10 0</inkml:trace>
  <inkml:trace contextRef="#ctx0" brushRef="#br0" timeOffset="4800">10404 2029 28258,'-1'-4'4173,"0"0"-3837,1 4-336,-3-37 0,1 31 0,-6-16-416,-2 51 301,-2 3 1,-2 4 55,-2 3 0,1 1 1,2-10-1,2-1 0,-7 16 1</inkml:trace>
  <inkml:trace contextRef="#ctx0" brushRef="#br0" timeOffset="5194">12063 2093 23836,'-8'-45'965,"0"0"1,3 7-1,-2 6-545,-8 10-330,5 13-58,2 8 153,2 18-98,3 17-104,1 5-172,1 23-983,5-23 1,3 2 1003,2 3 0,1-1 0,-3-9 0,1-2 0,8 7 1</inkml:trace>
  <inkml:trace contextRef="#ctx0" brushRef="#br0" timeOffset="5528">12264 1683 31492,'-36'1'31,"1"1"0,-21 13 382,63 22-1681,4-2 394,4-3 275,5-16 925,-4-14 296,-3-3 85,-1-17 23,-8-12-994,-3 4 841,-11-18-364,-1 25-72,-8-5-361,3 15-243,5 6-170,-2 9 1238,5 16-1118,5 10-2905,16 19 3379,6-8 1,0-13 0,-6-13-1</inkml:trace>
  <inkml:trace contextRef="#ctx0" brushRef="#br0" timeOffset="5920">12861 1850 32767,'0'-6'0,"0"1"0,0 5 0,-49-39 0,33 40 0,-41-12 0,50 57 0,6-8 0,4 1 0,5-5 0,4 0 0,6 5 0,3-4 0,18 9-620,-9-18 1,-1-2 235,-2 2-941,5 3-700,-52-18 1934,-14-15 164,3-1 0,-3-2 217,0-6 0,-1-2-223,1-4 1,1-2-14,2-2 0,3-1 13,4-1 0,3 1 254,-9-19 756,9 12-1633,9 12 118,4 10 192,5 10 1803,-1 13-1255,1 14 106,-3 15-106,1-3-208,-2-2 0,-1 1-2150,-2 23 2159,2-20 1,1-3 0,0 2-1,5-17 1</inkml:trace>
  <inkml:trace contextRef="#ctx0" brushRef="#br0" timeOffset="20058">14826 2058 21667,'-9'-53'1351,"1"-1"1,-3 6 0,-4 4-1026,-21-8-64,-15 14-36,16 19 15,-12 12 94,17 25 192,-12 19-590,20-10 1,1 5 235,-3 12 0,2 3-352,6-6 1,3-1 334,-1-2 1,5-1-70,13 20-152,17-23-301,16-1 200,-6-26 1,2-5 105,14-7 189,-14-8 0,-1-6 351,5-22-399,-15 13 1,-1-2 145,-4-1 1,-2-2 86,-1-6 0,-4 1 160,2-11 388,-5-7-533,-7 37 434,-1 4-1164,-2 13 153,-1 16 357,-1 18-223,3 2 1,1 1-108,2 21-806,3-10 0,3 3 944,5-7 0,0-2 0,4 14 0,2-2 0</inkml:trace>
  <inkml:trace contextRef="#ctx0" brushRef="#br0" timeOffset="21158">16474 1912 19630,'-2'-47'1114,"1"-1"1,-1 0-1,0 2 1,0 0 0,-2 10-488,-4 0-408,0 7-258,3 17 27,9 32 24,1 0-7,4 21 1,2 5-686,2 9 670,-4-9 1,1 9 0,-3-3-617,-2 0 0,-2 1 609,-1-4 0,-2 3 1,0-5 5,-2-1 0,-3-3-15,-6 6 1,-1-5 59,0-8 285,-12 11-185,15-39 107,-5-15 662,8-33-791,1-19-81,4 27 0,2-2 491,2-9 0,2 0-455,3 8 0,1-1 22,6-14 1,2 1-54,-3 13 1,2 3-37,14-22 60,-3 32-23,5 18-88,4 8 51,1 8-17,-10 8 1,-1 4-91,11 18-115,-12-9 1,-3-1 171,0 12-180,-22 6 164,-19-24 1,-6-3 260,-11 16-126,-10-12 1,-4-6 59,-7-7-212,19-7 0,1-2 132,0-8-2945,15-13-6935,16 5 9132,1-4 0,5 10 1,0 3-1</inkml:trace>
  <inkml:trace contextRef="#ctx0" brushRef="#br0" timeOffset="21795">16889 2377 25236,'19'-41'351,"0"0"1,-1-1 0,1 0 0,-1 0 0,-2 4-302,-3 3 1,-2 1-891,4-17 0,0-2 885,-3 5 0,-2-2-12,0 2 1,0-2-1,-1 2 31,0-10 1,-2 3 19,0-1 0,-2 7 571,-5 3-554,-8 16 176,2 23-282,-3 4-18,-5 37-10,2 14 19,4-5 0,1 1 167,2-8 0,1 2-196,3 5 0,2 5 0,1-2-560,3 5 1,3 0 538,-2-4 1,2 2 0,2-2-33,5 5 1,4-4 5,0-8 1,2-4-45,0-8 0,1-4 106,11 3 50,19-28 6,-14-26-3,-9 4 1,-2-4 16,-4-3 0,-2-4 5,-1 0 1,-1-1 19,6-19 67,-2-5 40,-11 25-23,-3 1 474,-5 19-597,-6 14 1133,-4 19-1143,-4 23 3,2 7-38,4-17 1,2 0 140,10 19-138,2-12-112,29 6 88,-6-25 88,15 2-12,-11-28-2,-6-14 36,-6-16-46,-7 4 106,-4-27-74,-9 14-19,-3 12 1,-2 1 32,-4-17-16,-1 11-16,-1 14-121,3 13-130,1 7 49,1 8-1360,12 18-5362,7 7 6899,8 11 1,-7-16 0,-8-10-1</inkml:trace>
  <inkml:trace contextRef="#ctx0" brushRef="#br0" timeOffset="22135">18110 2114 30639,'11'-14'-108,"8"3"419,19 6-219,1-4 64,-5-10-5,-10-9-168,-9-12-123,-9 4 58,-6 4 1,-3-2-104,-4-7-121,-7-15 18,-3 28-46,-5 12 65,-1 10 151,-3 13 194,0 11 395,-6 28-177,9 5-47,4 3-464,16 6-1543,22-10 1746,3-16 1,1-2 0,5 4-1,8-5 1</inkml:trace>
  <inkml:trace contextRef="#ctx0" brushRef="#br0" timeOffset="22811">19628 2230 22453,'9'-43'1096,"1"0"0,-1 0 1,2-10-1,-2 5-670,-4 1-331,-8 31-33,-6 48-29,2 1-19,0 12 0,0 7-1020,2-2 0,-1 4 1002,1-7 1,0 4-1,-1 1-468,0 4 0,0 1 1,0 0 433,-1 3 1,0 1 0,0 0-42,1-1 1,-1-1 0,1 0-25,0-3 0,0-2 1,1-1 23,0-9 1,1-1-1,0-3 45,-1 5 1,-1-6 45,-5-1 4,-1-67-10,4-7 11,5-13-1,2-7 43,3 3 1,2-5-63,-1 10 0,1-7 1,0 0-1,0 3 114,1 1 0,-1 2 1,1-3-105,1-3 0,0-5 0,0 1 0,0 5-2,-1 8 1,0 3 0,0-1 12,2-14 1,1-3 0,-1 4-5,0 1 0,0 3 8,0-8 0,2 3-13,2-3-1,-2 23 0,2 2-19,10-11-6,1 14-5,1 23 1140,-4 16-1129,9 24 5,-11-1 3,-6 2 0,-2 5-3,-5 2 1,-1 1 22,1 24-12,-3-27 1,-4-2 45,-15 14-12,-4-16-6,-14 7-16,4-23 1771,0-9-1928,3-7-639,4-7-3574,8-6 3505,6-2 0,6 5 0,5 3 0</inkml:trace>
  <inkml:trace contextRef="#ctx0" brushRef="#br0" timeOffset="23335">20041 1944 30277,'31'11'-269,"1"0"0,11 3 41,-16 18 1,-6 6-327,-5-5 336,-6 0 1,-3 1-3,-10 4 247,-13 6 83,2-21-129,-10-8 371,9-25-288,3 1 204,2-18-142,13 2-24,7-9-87,11 0-29,13 0-52,11 4-119,11 4 240,-19 11 1,1 2-131,15-5 265,-17 6 0,-2-1 155,4-9-134,-7 4 22,-9-15-245,-19 18-95,-4-11 176,-3 9-265,-1 3 77,-1 1 264,4 9-228,-1 1 74,1 19 91,1 10 40,0 23-84,0 9 75,0-9-262,-1 13-1131,1-30 0,-1 0-3912,0 19 5197,-3 6 1,4-43 0,0-1-1</inkml:trace>
  <inkml:trace contextRef="#ctx0" brushRef="#br0" timeOffset="23511">20693 1638 31459,'4'39'-2458,"0"0"0,-1 14 1,3-35-1</inkml:trace>
  <inkml:trace contextRef="#ctx0" brushRef="#br0" timeOffset="24092">20968 1939 32767,'38'2'0,"0"0"0,18 9 0,-45 17 0,-8 8-117,-6 4 0,-3-3-360,-5 12 226,-5 8 144,2-24-100,9-22-565,3-12 32,10-18 321,3-6 341,13-18-15,-6 17 0,2 0-233,0 0 0,0 0 8,22-22 208,5 11 501,-16 22 432,7-2 23,-5 14-39,3 15-275,2 3-57,7 12-97,-8-1-79,-6-5-299,20 2 0,-15-15-222,8-2-8,-3-26 397,-17-10-187,4-9 66,-9-21-477,-14 28 0,0-3 312,0-26 0,-1-4-563,-1 9 0,-1 1 438,-2-10 1,-2 4-23,1 25 0,-2 4-398,-12-24 139,3 37 35,-9 20 201,9 26 186,0 31 102,9-21 0,3 2-246,4 8 0,2 1 246,-2-8 1,3 3-200,3 2 0,4 3 0,2 1-1641,5 3 0,2 0 0,0-1 1841,-4-5 0,0 0 0,0-2 0,11 18 0,-3-12 0,-12-25 0</inkml:trace>
  <inkml:trace contextRef="#ctx0" brushRef="#br0" timeOffset="24258">21563 1741 25163,'41'-20'-668,"0"0"0,0 0 1,8-7-1,-2 7 487,-12 16 1,-6 3 0,-5-1 0,0 1 0</inkml:trace>
  <inkml:trace contextRef="#ctx0" brushRef="#br0" timeOffset="24769">23818 1902 32767,'11'-40'-84,"0"0"1,-5-23-1090,-27 70 2513,-14 12-1340,5 7 0,4 2 0,2 3-2042,6-3 1,2 0 1868,-2 1 0,2 0-527,4 25 1358,29-27-855,19 3-822,19-10 644,-22-14 0,0-4 495,-1-5 0,0-4 28,23-16-335,-15-15 165,-26 2 0,-6-5-128,-6-20 130,-5 19 0,-4 1 3060,-11-4-3637,0 13-110,-1 16 480,-2 14 983,-2 14-487,0 14-4917,11 28 4676,13-9 0,3-3 0,4-25 0</inkml:trace>
  <inkml:trace contextRef="#ctx0" brushRef="#br0" timeOffset="25126">24890 1574 26038,'-15'-39'627,"0"0"0,-33 8-582,13 56-1101,3 13 0,2 10 1064,7-1 1,3 5-452,3-7 0,0 3 0,2 2 424,1 3 1,2 2-1,3 1-52,1 2 0,3 1 1,2 0-95,4 0 1,1 1 0,3 0-227,1 0 1,2 0 0,2 0-307,0-3 1,1 1 0,-1-3-744,0-4 1,-2-1 0,-2-2-446,-4 11 0,-6-6 2223,-7-16 0,-6-8 1331,-36-8-588,20-28 1,1-10-277,-3-9 1,3-7 115,0-11 1,4-6-406,2-6 0,5-3-174,9 18 0,2-1 0,3 0-4,0-19 1,6 0 131,8 4 0,7 2-439,6 4 0,9 3-99,6 12 1,6 1 0,0 4-65,3-3 1,5 3-635,3 6 1,7 0-1,-3 5-1096,-13 7 1,-2 3 0,1 1 1718,3-2 0,1 1 0,-3 0 0,1 1 1,-5 2-1,3-1 0</inkml:trace>
  <inkml:trace contextRef="#ctx0" brushRef="#br0" timeOffset="26144">7796 4482 22851,'-10'-55'903,"0"1"0,0-1 0,-2-3 0,-2 3-534,-4-3 1,-1 9-342,2 16 12,0 35 2,19 25 0,7 14-34,0 7 0,1 3-860,2 7 1,2 3 843,-1-11 1,1 3 0,-1 2-606,0 5 0,-1 2 0,-1 2 534,-3-14 1,0 2 0,-2 0-1,1-1 20,-1-2 0,0 1 1,-1-1-1,-2-1-137,-1 15 0,-2-1 0,-2-4-668,0 7 0,-1-4 858,2-8 0,-3-6 74,-11-4 10,3-82-11,-4-17-65,8 9 0,0-9 0,1 0 41,2 6 0,0 0 0,0-2 109,-2-8 1,1-1 0,0-4-106,2 15 0,1-3 0,1-1 0,-1 2 0,1 6-23,0 2 0,1 4 1,0-5 5,0-3 0,0-7 0,0-2 1,1 3-1,0 6 9,1-14 1,1 3-16,-1 6 0,1-3 0,0 6 445,1 9 1,1 3-464,1 2 0,3 3-12,7-3-5,21 2 0,3 19-12,18 18 12,-15 9 0,-8 11 0,-1 6 199,-12-4 1,-2 2-186,6 4 0,-2 2 11,-8 3 0,-5 0 619,-9-1 1,-4-2-623,-4 24 17,-17-17 0,-7-5 3,4-17 0,-3-3-142,-13 7 1,-2-2 113,14-9 0,0-4-12,-10 0 1,2-2-20,3-4-202,-16-6 379,40-8-3975,6-12 3826,14 2 0,-1 6 0,0 6 0</inkml:trace>
  <inkml:trace contextRef="#ctx0" brushRef="#br0" timeOffset="26743">8331 3982 27012,'44'2'-13,"0"0"0,-9-3 0,-2 6-29,5 24 0,-5 6-415,-3 1 404,-8 8 0,-8 2 53,-21 3 19,-1-16 1,-3-3 19,-13-3 272,-12-18-188,16-22 47,-2-15-91,19-15-51,18-10-34,3 10-134,1 16 0,5 0 134,6 2 1,3 1-147,2 0 1,1 2 137,8-1 0,1 4-6,-9 7 1,-2 3 2,18-2-17,-4 5-5,-22 5-17,-2 7 56,-12 6 272,-12 11-266,-4-2 521,-7 15-493,2-2 5,2 20-11,12-11-6,12-1-10,14-19 44,6-12 28,3-9 16,-1-15-4,-3-12 4,-5-11 46,-9-7-68,-9 7 62,-10-10 28,-19 3-78,-5 2-23,-16 4-16,1 19-18,0 9-33,2 7-73,6 10-162,8 8-392,9 12-2235,13 10-3680,8-3 6542,13 6 0,-12-24 0,2-1 0</inkml:trace>
  <inkml:trace contextRef="#ctx0" brushRef="#br0" timeOffset="27377">9618 4313 25724,'5'-32'843,"-1"0"0,-2-25-552,-9 32-73,-3 1-27,1 3-91,5 8 46,0 3-146,4 6 0,0 3 11,4 11 6,5 14-23,1 4 0,0 11 1,-2 5 5,-3-4 0,-2 1-554,3 9 1,-3 3 532,-6-3 0,-4 4 1,0-5-3,1-7 1,-1 1-44,-4 17 1,-2 8 0,1-10 37,4-20 0,1-1 13,-2 10 0,-1 5 0,2-10 27,1-4 27,-4 12-39,7-62 11,0-18-11,2-10-9,2 4 1,2-2-9,0-17 17,1 2 0,1-11 0,-1 2-656,-2 17 1,0 2 0,0-4 662,1-6 0,0-5 0,0-1 0,-1 7-3,-1 6 0,-1 5 0,0-3-112,1-13 0,-1-3 0,1 5 116,3 4 1,1 2-102,0 5 1,1-2-1,2 6 93,2 7 0,4 4 0,12-3 0,5 6-5,21 3-12,-12 8 0,4 4 8,-3 9 1,1 6-20,12 11 0,-2 3 8,-14-5 1,-3 4-76,14 24 0,-7 3 1409,-18 2-1401,-11-1 0,-8 1-39,-18-13 0,-7-2-90,-7 8 1,-5 0 239,-9-3 1,-5-2-572,7-12 0,-2-1 0,1-3 12,-2 1 0,1-3-2453,-14-2 0,3-6 2347,8-8 1,7-1 0,23-3-1</inkml:trace>
  <inkml:trace contextRef="#ctx0" brushRef="#br0" timeOffset="28210">10311 3998 20744,'-1'3'3843,"0"0"-1692,1-3-1888,32 11-134,-8-21-45,28 1 0,-14-28-17,0-6 0,-3-4-11,-10-1 34,-10 4 5,-10 8-39,-20 12-45,1 12 17,-21 11-11,5 14 16,-7 11-27,5 12-17,8 9-12,9 7 1,12-16 0,3 0-246,4 15 237,4-12 1,4-2-71,19 13 48,-2-16 0,2-1 41,13 7 23,-12-20 1,-2-4 49,-2-10-10,1-11-6,-6-14 5,-4-16-16,-1-12-29,-8 9 1,0 0-255,2-16 271,-3 13 0,1 1 6,6-7 12,6-4-18,7 9-22,-8 21 255,10 5-255,-3 15 5,11 11-5,16 21-5,-18-3 13,-10 4 0,-4 1-2,-6 0-6,-4-3 0,-2 1 273,-2 4-273,3 8 6,-2-17-6,1-9 5,4-16-27,8-15-6,11-12 28,9-20-324,-19 17 1,0-4 323,4-16 0,-1-3-460,-8 16 0,-1-3 463,-3 0 1,-1-3 0,-3 1 24,-3-2 0,-2-1 47,1-9 1,-3-2 67,-8-2 0,-1 3-85,1 19 1,-1 1 25,-6-3 1,-3 4-85,-9 6 0,6 6 0,-3 14 0,15 13 0,-4 23 0,6 18 0,1-12 0,1 4-37,3 7 0,2 3 37,0-5 0,2 3 0,1-2-761,4 16 0,2-3 699,-1 1 0,3-3-143,0-6 1,3-4-1046,2-5 0,0-2 499,-4-7 0,1-1-2422,4 1 0,0-5 3173,-3-12 0,-4-4 0,-7-9 0</inkml:trace>
  <inkml:trace contextRef="#ctx0" brushRef="#br0" timeOffset="28568">11304 3707 20851,'-4'-2'4010,"0"0"-2637,4 2-1345,72-30-2177,-19 24 1,3 1 2137,1-11 0,2 0-1,-14 12 1,2 4 0,-6-2 278,-6-2 1,-3-1-280,0-1 1,-1-1 22,16-7 40,-20-5 173,-13 0-95,-3 3 207,-8-5 3535,-11 7-3490,0 1 209,-1 2-332,3 6-163,4 3-84,0 4 1,2 10-1,8 29-17,-2-5-22,3-2 0,1 2-112,10 16-174,-8-19 1,1 2-99,-2-3 1,-1 1-2048,-3 3 0,-2-2 2459,-4 14 0,-2-12 0,-3-24 0</inkml:trace>
  <inkml:trace contextRef="#ctx0" brushRef="#br0" timeOffset="28735">11931 3357 24195,'33'-9'-1457,"4"13"1,-19 14 0,-1 0-1</inkml:trace>
  <inkml:trace contextRef="#ctx0" brushRef="#br0" timeOffset="29325">12275 3718 28440,'13'-30'56,"4"4"-62,14 6 6,4-2 12,1-9-1,-9 4-6,0-23 1,-18 22 50,1-28 0,-17 31-28,-4-6-21,-3 19-7,-11 8 0,6 14 0,-12 12 0,10 4 0,3 6 0,0 5 0,-3 21-369,7-14 0,2 0 369,1 13 0,17-21 0,5-1-224,18 7 210,-4-15 0,3-3 14,18-1-6,13-13 12,-12-21-1,-12-6 1,0-5-319,-7-1 1,-1-4 312,3-10 0,-3-2 0,-7 2 0,-3 0 0,-4 6 0,-2 0-126,-1-13 0,-3 1 126,-5-7 0,-3-8 651,-11 19-651,3 21 211,-2-2-211,8 14 695,2 4-695,1 2 299,8 16-299,6 8 0,13 25 0,-2-5-428,1 1 0,1 0 428,2 5 0,-8-14 0,2 4 0,-5-3 0,-6-5 0,-5-1-171,1 13 0,-8-1 171,-13-10 0,-7-3-771,-8-1 1,-5-2 669,-4-2 0,0-4 0,-8 5 1,10-10-1</inkml:trace>
  <inkml:trace contextRef="#ctx0" brushRef="#br0" timeOffset="29492">13504 3790 28671,'47'-5'-75,"0"0"0,-5 3 0,-12 6 0,-28 6 0,-4 4 1</inkml:trace>
  <inkml:trace contextRef="#ctx0" brushRef="#br0" timeOffset="30943">2142 7064 21366,'-30'-46'965,"0"-1"0,1 6 1,-2 14-608,-23 38-232,25 2 0,2 4-59,-2 6 1,2 4-596,1 4 1,3 3 518,2 3 1,2 2-20,5 1 0,3 1-17,5-1 0,3 0-5,8 20-3,13-23 0,7-4 2,27 1 51,-9-13 0,3-5 5,-3-12 1,1-7 8,0-6 0,-2-5 42,-3-6 0,-4-5 45,-6-4 0,-4-3 33,5-23 104,-22 10 1,-6 0-104,-7-4 19,-10-10 0,-6-1-87,4 24 0,-2 1 3,-8-14 0,-1 1-31,10 20 0,0 3 214,-6 1 0,-1 5-247,-5 7-3112,-17 27 3045,22 7-145,9 8 0,3 4-7,3 6-437,6 6 0,5 2-789,5-15 0,5 0 1439,9 18 0,1-3 0,5-6 0,6-9 0</inkml:trace>
  <inkml:trace contextRef="#ctx0" brushRef="#br0" timeOffset="31395">2746 6672 21394,'-1'-49'1516,"1"-1"0,-1 8 0,0 7-1275,-1 13-246,0 16 27,1 20-5,6 38-17,-2-6-226,0 0 1,0 3 219,-2-10 1,-2 1-412,-2 12 0,-3 3 419,-1 0 1,-4-1 8,-3-1 1,-1-3-12,2-12 0,-1-2 56,-5 5 0,1-6 28,3-11 117,-7 6 1,14-41-12,-3-20-128,3 1 52,3-3 1,1-2-42,1 1-12,3 1 1,2 0 28,6-7 347,6-6-409,5 12-44,15 10-1,-8 13 870,21 6-870,-4 16 6,-13-1 0,0 3-114,2 4 1,0 5 99,2 10 0,-4 3-3,8 14-14,-22-11 0,-8 0-20,-26 15-229,0-20 1,-5-1 264,-7-1 1,-5-4-59,-11 0 0,-2-5 34,16-7 0,-1-3-155,-10-2 1,1-6-978,-1-13-3137,0-14 3532,19-7 0,14 6 0,9 9 0</inkml:trace>
  <inkml:trace contextRef="#ctx0" brushRef="#br0" timeOffset="31810">3454 6751 21853,'-18'60'903,"-1"1"1,-1 1 0,-3-7-405,-8-6-1213,4-16 1,-1-1 836,-10 10-14,12-19 0,1-4 20,6-8 926,-9-2-814,16-15 278,0-11-363,14-17-72,8 2 0,2-1-44,9-15-195,2 10 0,2 1 272,11-7-67,-14 20 1,-1 1 1035,14-13-1036,-2 11-38,-12 13 10,7 5-16,-6 19 5,15 25-17,-10-1-550,-3 13 0,-1 7 542,-9-12 0,-2 0 3,4 11 0,-2 2-4,-7-16 0,-2 2 0,-3-1-5,-5 13 1,-5 1-6,0-11 1,-2 2 0,-3-1-12,-4-1 1,-3-1 0,-3-2-44,0-4 1,-4-2 0,0-2-214,-15 10 1,-3-6-384,4-12 0,-1-6-1123,4-9 0,3-6 1798,-18-13 0,23-2 0,17-1 0</inkml:trace>
  <inkml:trace contextRef="#ctx0" brushRef="#br0" timeOffset="32026">3615 6459 22655,'-4'-2'3343,"1"1"-3158,3 1-717,-22 2-56,20 6-9243,-6 27 7899,18-13 1,3 11-1,-9-27 1</inkml:trace>
  <inkml:trace contextRef="#ctx0" brushRef="#br0" timeOffset="32410">3845 6954 27253,'52'-12'28,"1"-1"0,-5 1 0,-6 0-11,-2-3 50,-3-10-28,-24 10 62,3-22-45,-15 12-28,-4-6 39,-7 4 73,-8 7-84,2 5 28,-11 3 0,2 12 17,-18 15-56,2 5-34,1 6 0,7 7-39,12 6 6,6-5-163,14 28 90,11-33-82,5-2 1,5 1-547,25 7-523,-5-12 0,3-3-904,-3-7 0,-1-2 945,1-1 1,-1-5 443,24-10 1,-39 2 0,0-3 0</inkml:trace>
  <inkml:trace contextRef="#ctx0" brushRef="#br0" timeOffset="32833">4618 6885 16208,'0'-3'7611,"0"0"-4211,0 3-3036,-47-15-319,30 17 5,-17 2 1,0 5-34,17 17-1,-2 9 1,0 3-17,1 17 8,7-15 1,1 0-15,2 11 1,24 8-29,11-30 31,-1-11 1,4-4-166,4-10 0,2-6 140,7-6 0,1-3-384,-8 0 0,2-3 380,3-6 0,4-5 1,-6 2-559,-6 2 1,0-2 596,13-14 1,5-7 0,-6 0-3,-6-3 1,-4-2 7,-1 1 0,1-5 0,-5 4 4,-1-2 0,-4 0 11,-8 11 0,-1-1 0,-2 2 30,-2-4 1,-3 2-155,-1-13 0,-4 3 185,-5-11 49,-8 28 1,-2 6-55,0 12 677,-8-3-761,11 21 1210,-7 25-1210,-1 15 0,4-5 0,0 2-47,3-8 1,2 3 46,0 5 0,1 6 0,2-2-634,1 8 0,2 1 510,1-1 1,0 4 0,2-1-275,1-5 1,2-2 0,0 0-851,1 1 1,0 0 0,0-2 1247,4 14 0,-1-5 0,-3-19 0,-1-4 0,1 1 0</inkml:trace>
  <inkml:trace contextRef="#ctx0" brushRef="#br0" timeOffset="33009">5047 6759 26256,'51'-27'-810,"-1"0"1,-4 2-1,-4 8 1,7 20 0,-20-1-1</inkml:trace>
  <inkml:trace contextRef="#ctx0" brushRef="#br0" timeOffset="33595">6195 6637 24206,'-45'-1'928,"0"0"0,8 0 0,7 0-559,17-2-27,14-2-219,7-1-22,5-1 0,5-1-40,0 1-33,11-2-22,0 4-34,18-2-28,3 4 33,-5 0-8,-8 1 1,0 1-26,11 1-11,15 4 11,-35 4 11,-20 9 28,-15-1 11,-17 3 1,-6 0 5,-9 3-553,-13 5 1,-3 2 569,22-12 0,2 0-3,-13 6 0,2 0 3,0 2 5,11 3-5,23-13 5,8 3 1,23-10-23,21-3 0,-13-6 0,3-2 5,4-1 1,1-2 309,1-2 1,-1-3-310,-3-1 0,-2-3 22,19-18-110,-19-10 110,-18-10 0,-14 21 0,-4 0-241,-3-5 0,-2-1 258,-3-1 0,0 0 25,-2 1 0,-1 2 36,1 3 0,0 3-4,-7-15-102,6 16 476,6 15-476,3 8 92,4 13-92,6 16 0,6 23 0,0-13 0,2 4-250,3 7 0,1 3 250,2 7 0,0 2-51,-6-16 0,-1 0 1,-3 3-1235,-3 10 1,-5 2-1,-1-3 1285,-5 9 0,-3-4 0,0-4 0,-3-8 0,-9-11 0</inkml:trace>
  <inkml:trace contextRef="#ctx0" brushRef="#br0" timeOffset="34058">7531 6971 20588,'18'-48'1414,"0"1"0,0-1 0,0-1 1,-2 3-869,-5 6 0,-4 7-356,-8 18-5,-4-2-151,0 20-51,-1 14 22,0 19-58,4 1 0,0 2-25,0 21-343,3-10 1,4 1-132,1-14 1,3-1-1097,3 11 0,3 0 1648,5 2 0,0-4 0,3 6 0,-1-10 0</inkml:trace>
  <inkml:trace contextRef="#ctx0" brushRef="#br0" timeOffset="34392">7950 6536 16208,'-2'-11'4061,"1"3"-2690,-17-22 1,-7-1-1036,3 14 117,-6-16 0,0 8-413,6 38-29,1 24-28,7-5-20,8 1 1,3 1 19,6-4 435,10 22-440,6-27 1477,7 0-1354,-1-11 201,-3-16-201,-9-6 89,-2-18 1,-9-4 38,-6-22-167,0 16 106,-12-15-56,7 33-140,-3-3-1759,6 50 0,4 17 1787,11 11 0,-10-10 0,2-3 0,11-7 0</inkml:trace>
  <inkml:trace contextRef="#ctx0" brushRef="#br0" timeOffset="35010">8282 6844 26530,'6'-52'472,"1"0"1,-3 12-1,1 7-388,7 4-67,-5 26 11,16 36-28,-12-9 0,8 33-6,-12-23 1,-3 0 5,1 12 2,-1-3 1,-2 0 3,-4 15 0,0-13 134,-2-9 112,3-31-230,7-35 51,9-22-28,0-7-124,-3 21 0,2 1 79,7-6 0,6-5 0,-3 14 0,-3 15 0,9 17 0,9 23 0,-13 0 0,-1 3 0,16 19 0,-14-8 0,-1 0 0,-4-4 0,4 0 0,1-3 0,-2-8 215,31 2-215,-32-24 0,15-18 0,-21-15 0,-8 1 0,-3-2 0,2-19 0,-9 10 0,-3-1 0,-2 4 0,-2 1 0,1 7 0,-1 0 0,-1-7 0,-1 1 0,-1-2 0,2 8 0,2 11 0,3 18 0,3 15 0,0 13 0,7 23 0,1-2-581,4 2 1,2 1 580,2 6-1003,-4-9 1,3 7-1,-3-7 1003,3 12 0,-2-7 0,-3-2 0,-5-1 0,-14 0-236,-1-11-1175,-26-5-3614,-9-24 5025,-8 0 0,16-6 0,15 0 0</inkml:trace>
  <inkml:trace contextRef="#ctx0" brushRef="#br0" timeOffset="35752">9428 7186 21545,'0'8'3546,"0"-1"-2235,0-7-763,-11-70-100,14 22-803,-7 2 1,1-3 536,10 2 0,3 2-104,-1-7-22,-2 2 0,0-5 8,-4 3 1,0 0-43,-1-3 1,-1 0-333,-1 1 1,-1 1 362,-3-3 1,-1 6-26,-3 3-6,2 10 0,-1 3 12,0 10-51,0 5-16,3 11 622,3 8-589,0 2 879,1 4-857,1 3-11,0 1-16,1-2 61,-1-4-51,0-2 148,-1-1-153,-1-4 0,1 2 0,-1-3 0,1 17 0,-1 6-13,4 20 13,3 13-8,1-20 0,0 3-347,1 5 1,1 1 337,2 4 0,0 2-559,1 3 1,-1 1 376,3 2 0,0 0-297,2 1 1,1 1-732,2-2 0,0-2 404,-3-11 0,0-1 255,6 5 0,-1-5 1,-7-12-1,6 8 0</inkml:trace>
  <inkml:trace contextRef="#ctx0" brushRef="#br0" timeOffset="36617">9339 6891 26228,'32'-43'5,"0"0"1,-8 6 0,6 6-62,11 17 0,7 7 0,0 2-1479,10-5 1,1 1 1455,-2 1 1,4-2 0,-3 2-33,-9 1 1,-2 0 0,-1 0-53,17-2 1,-4-1 417,-11 2 0,-4 0-160,17-5 598,-29 0-514,-23-3 34,-18-2 45,-11-1 1559,-8 1-1537,-5 5 72,4 5 23,-15 6-174,13 10-66,-12 9-51,13 12-67,9-1 39,0 16-6,10 11-44,1-11 22,14-6 0,4-2 5,4-12 18,16 14 10,-10-32 146,35-12-50,-11-11 30,-1-10 1,-2-4-87,-5-8-54,-14 11 1,-4-1 49,-7-3-97,-6 6 0,-2-1 0,-5 11 0,-1 9 0,1 4 0,1 3 0,-4 13 0,1 7 0,-2 17-197,4 19-543,12-3 180,3-1-985,21-7-1519,5-18-1556,19-2 1366,-24-18 0,1-5 103,0-6 1,-1-4 3401,26-17 6643,-15-14-1175,-19-6-2056,-12-3-677,-12-9-2348,-2 19 353,-4-7-307,1 26-455,-1 2 74,2 6 261,2 9-586,1 9 208,1 12-209,0 18 12,0 15-6,2 8 6,0 1 22,1-6-33,1-8 44,-1-20 90,0-10-5,0-23 33,7-23 1,5-10-141,2-9 0,3 6 0,12-13 0,-3 15 0,-9 13 0,1 2 0,10 0 0,6 14 0,-11 10 0,5 10 0,10 22-886,-19-6 1,0 1-404,0-1 1,-1 1 1139,-1 6 1,-5-3-1,-8-10 1,-2-1 0</inkml:trace>
  <inkml:trace contextRef="#ctx0" brushRef="#br0" timeOffset="37435">11719 6533 25298,'-50'2'521,"11"-1"-364,16 20 0,1 8 28,-14 17-174,14-11 0,2 2-585,-4 12 417,18 14-201,28-29-489,20 4 7,-13-22 0,3-2-2456,4-3 0,1-2 3296,-4-3 0,-1-2 0,11 1 0,-19-5 0</inkml:trace>
  <inkml:trace contextRef="#ctx0" brushRef="#br0" timeOffset="37941">12082 6797 16560,'0'-5'5366,"0"1"-6988,0 4 2020,-3-63 1375,3 31-1664,-2-5 1,1 2 1302,1 8-1300,0 18 56,0-1-95,0 8 3127,0 2-3121,-2 3 634,1-3-668,-6 8-39,2-5-6,-6 5 11,-4 5-6,4 0-27,-1 3 16,9 4 18,6-9-12,10 7 0,9-11 11,25-1 6,-12-7-1,22-9-4,-22-6 101,5-12-113,-19 0 0,-8 2 0,-18-2 0,-6 9 0,-12-3 0,6 10 0,-10 5 0,-4 22 0,6-4 0,-15 24 0,16 0 0,9-4 0,1 2 0,-1 14 0,9-12 0,6-1-567,20 14-4349,7-13 1,4-2 3190,12 9 1,9-6 0,-41-30 0</inkml:trace>
  <inkml:trace contextRef="#ctx0" brushRef="#br0" timeOffset="38486">13498 6682 22844,'13'-48'747,"0"1"0,0 0 0,-2 2 0,0 2 0,-3 6-506,-2-6 303,-18 13-510,-12 41 5,-20 16-28,18-1 0,2 2-194,3-5 1,1 4 182,-3 16 0,4 4-9,10-15 1,4 0-6,-1 13 0,6 0-6,7-12 1,7-3-26,29 16 50,-15-28 1,4-5 13,3-3 1,2-6 5,-1-5 1,0-5 13,-2-4 0,-3-4 14,-5-5 0,-4-4-8,7-17-23,-19 10 1,-4-2 19,-9-5 0,-3-1-17,0 0 0,-3 0-19,-4-4 0,-2 3 50,-13-11 119,2 18-198,6 15 65,1 16-115,7 7-229,-3 20-1457,10 23-2498,13 6 4195,8-16 0,2-3 1,5-2-1,7-3 0</inkml:trace>
  <inkml:trace contextRef="#ctx0" brushRef="#br0" timeOffset="38699">14301 6447 24010,'-4'-9'2980,"1"2"-2756,3 7 0,-61-37-208,37 41 4,-20 6 0,-1 12-811,26 17 0,6 11 787,-2-1 0,-1 4 1,2-1-6,-1 6 1,2 4-51,5-10 0,0 6 0,1 1 1,1-7-900,0 10 1,1 1 628,1-7 0,0 6 0,0 2 0,1-2 329,2-8 0,-1 0 0,1-2 0,0-4 0,0-3 0,1-3 0,0 0 0,-1 3 0,0 0 0,0 0 0</inkml:trace>
  <inkml:trace contextRef="#ctx0" brushRef="#br0" timeOffset="38809">13636 8057 22008,'4'-50'420,"0"-1"0,0 1 0,0-1 0,2 0 0,1 0 0,1 1 1,1 3-377,1 2 1,2 3 0,3 0-897,4-11 0,4-1 0,2 1 783,5 3 0,3 2 0,0 0-449,1 0 1,0 0 0,3 1 517,-4 8 0,4 0 0,-1 1 0,-5 6 0,1 0 0,-3 4 0,-1 5 0,-1 0 0</inkml:trace>
  <inkml:trace contextRef="#ctx0" brushRef="#br0" timeOffset="39226">15769 7116 25281,'28'-44'303,"-1"-1"0,0 1 1,0 0-1,4-7 0,-2 1 1,-4-1-278,-7-3 0,-3-3 0,-3 2-392,-2 7 0,-1 1 0,-1-1 420,0-10 0,-1-1 0,-1 3-12,1-1 0,-2 1 42,-2-8 0,-5 7 469,-8 22-564,-9 11 247,-10 38-220,-4 33-30,13-9 0,3 6-471,1 10 1,3 4 459,5-15 1,2 1 0,1 1-358,1 3 0,2 1 0,0 0 259,2 2 0,0 0 0,2 3-213,-1-6 0,1 3 0,0-1 0,1-2 16,-1-2 1,0-3 0,0 3-1664,1 16 0,1 3 1,-2-7 1565,0-10 0,-1-5 0,0-3 0,-1-3 0,0 1 1</inkml:trace>
  <inkml:trace contextRef="#ctx0" brushRef="#br0" timeOffset="39837">15805 7265 18583,'-3'-53'766,"0"1"0,1 0 1,-1 3-1,1 2 0,2 2-660,3-2 1,4 3-118,2 1 0,4 0-54,6 2 1,4 1-733,7 1 1,4 2 675,6 2 1,3 2 5,5 2 1,2 2 69,1 1 0,1 3 62,-4 1 0,0 0 41,-5 1 1,-3-1 218,-7 1 1,-4-1-57,-6 0 0,-4-1 858,4-24-317,-14 5 447,-8 3-901,-3 18 1097,-3 3-1214,3 16 161,-3 26-352,0 31 5,1 2-230,1-13 1,0 2 258,0 18-40,-2-16 1,1 3-9,-1-2 0,0-1 11,1-12 0,0-1-2,-2 18 55,6-43 6,6-8-34,7-13 34,11-9 494,4-5-494,-2 4-28,-6 8-17,-7 9-16,-2 12-23,10 17 33,-5-3-16,14 15 17,-8-14-1,11 4 7,3-9 4,6-5 1,3-13 56,2-12 84,-4-11 50,-8-15 51,-10-5 83,-10-4-22,-7 3-166,-8 6-153,-5 9 0,-2 10 0,0 9 0,3 8 0,1 12 0,2 11 0,0 16 0,5 12-825,6 9-3160,3-18 0,1 1 3137,12 18 0,-3-8 0,-12-30 0</inkml:trace>
  <inkml:trace contextRef="#ctx0" brushRef="#br0" timeOffset="41241">18845 6520 22638,'2'-45'928,"1"1"0,-1 0 1,-1-22-1,-6 10-379,-17 19-247,-11 2-156,-7 18-73,-3 23-40,-1 19-39,19 5 1,2 3-614,-7 17 574,13-8 1,6 3-54,7-13 0,5 2-266,5 19 0,3 2 187,-4-17 1,3 0-424,9 15 1,5-1-465,-5-17 0,5-4-956,18 12 1,5-4 1256,-14-14 0,2-3 410,20-1 1,0-9 514,-19-13 1,-2-6 1387,6-4 1,-3-3 673,9-14-572,-18-5-1020,-22 16 1116,-3-4-1228,-1 7 489,0-1-875,0 5 120,5-5-254,-1 6 0,12-14-11,7 5 16,13-13 1,-3 5 0,1-1-225,-9 7 1,0-2 218,16-14 0,-1-5-1056,-7-6 1,-2-2 1066,-5 9 1,0-2-3,-4-1 0,-1-5 1,-3 3-256,-3-2 1,-3-1 299,-3 4 0,-1-2 1,-2 2 17,-3-7 1,-4 3-34,0 6 1,-4 4 122,-18-6 256,1 27-407,-2 10 2038,4 13-2015,-8 50-32,15-21 1,-1 3-272,-3 6 1,0 4 256,4-6 1,-1 3 0,1-1-40,-4 16 1,2 2-600,5-16 0,2 5 0,-1-1 0,2-3 487,-1-2 1,1-3 0,3 3-536,6 4 1,3 4 0,2-2 0,2-7-269,2-5 0,5-4-280,7 5 1,6 3-1,2-10-79,6-12 1,4-9 747,8 0 0,2-8 722,-4-12 1,-1-10 840,5-18 0,-5-6-846,-15 11 1,-2-4 542,-3 0 1,0-4-1,-3 2 278,-2-2 0,-1-1 117,6-16 0,-1 0-507,-8 13 1,-3 3-144,-1 0 1,-4 4 655,-7 2-636,-16 11 1539,-6 18-1931,-15 9 658,0 14-709,-1 13 12,4 11-23,9-5 1,3 16-12,11 5-28,2-10 6,11-12 0,4-4 44,2-9 1004,25 9-958,-11-31-40,5-4 17,-1-18 28,3-16 22,0-5-33,-2-1 28,-7 2 73,-9 12-68,-3 5-61,-4 9 50,-15 26-33,-3 10-1,-10 17-22,5-4 1,3-1-40,8 12 16,12-18 18,1 10 5,22-25-11,19-16 0,-8-1-11,1-9 0,-2-4 28,-5-2 30,0-7 1,-2-2-31,-8 0 44,-5 2 1,-2-4 179,-1-27-185,-11 18 1,-1 0-57,0-21 0,-6 26 0,-4 5 0,-6 2 0,1 6 0,1 8 0,8 11 0,1 7 0,1 0 0,2 19 0,2-6 0,15 39 0,3-11-300,-4-10 0,1 1 300,10 12 0,-11-18 0,-1 0-223,5 14 223,-2 10 0,-12-2 0,-13-13-113,-11-2-301,-1-19-608,-10-4-7559,-3-12 8581,4-4 0,5-2 0,14 0 0</inkml:trace>
  <inkml:trace contextRef="#ctx0" brushRef="#br0" timeOffset="41666">20941 6324 21220,'0'-4'5316,"0"1"-3955,0 3-1148,-33-57-174,25 43-22,-25-37-12,33 55 29,1 14-34,7 16 0,7 9 2,-2-12 1,3 0-402,4 0 1,2-1 389,4 2 1,3-1-20,3 0 0,1 0-235,-2-2 1,0-2 211,-4-3 1,-2-2-129,5 11-123,-19-11-197,-27-13 146,-6-6-255,-14-9 1,-4-4 203,-8-3 27,10 0 0,-5-4 0,4 1 284,6 0 1,2-1 106,-13-7 0,4 1 70,0-4 838,12 3-507,18 16-107,0-1-157,7 8 11,3 5-83,2 1 731,7 21-833,0 2-291,4 17-3192,-5-2 3506,-3-4 0,-4-15 0,-1-10 0</inkml:trace>
  <inkml:trace contextRef="#ctx0" brushRef="#br0" timeOffset="42400">22401 6555 22071,'14'-46'973,"0"-1"1,0 0-1,1-5 1,0 5-636,-4 6 1,-1 7 149,1 1-175,-1 4-223,-5 15-96,-4 14 34,-5 15-17,-6 19-27,-7 20 18,7-21 1,0 2-238,2 0 1,1 1 220,3-2 0,3-1-148,17 23 156,16-13 40,19-18-1,6-14 40,3-21-20,-25-6 1,-3-3-4,12-13 9,-17 5 0,-3-1 86,-3-8 51,-2-5-22,-10 13-90,-6 13-51,-3 10 420,-5 12-431,-1 9 107,-3 12-163,2 8 29,6 4-7,9-2-16,7-4 17,12-10 11,9-10 6,5-9 50,13-20-23,-19 1 12,7-25-11,-25 1 12,-3-17-46,-7-4 0,-8 25 0,-1 1 0,-1-9 0,-4-1 0,5 31-119,-1 3-251,2 8-514,2 10-1811,12 10 2695,17 11 0,-11-11 0,6-2 0</inkml:trace>
  <inkml:trace contextRef="#ctx0" brushRef="#br0" timeOffset="42967">23666 6034 23881,'11'-59'1277,"-1"1"0,0 1 0,-2 9-863,-4 22-262,-1 1-113,-2 20-39,0 12 11,-3 29-6,-2 2 1,-1 2-6,1-6 0,-1 1-350,-3 22 0,-1 3 355,2-19 1,-1 0-9,-2 17 0,-1 0 3,3-19 0,1-2-11,-2 7 0,2-3 0,2-4 16,1-2 23,5-19 12,8-20-18,10-17 6,11-17 28,8-10 34,2-2 677,-5 6-750,-1 8-10,-14 16-7,3 8 0,-9 14-18,7 10 7,4 12-3398,9 23 3403,-9-13-81,-4-5 1,-2-2 80,-2-6 0,11 11 18,-12-24-1,3-7 22,9-22-4,-1-11-29,2-5 0,-10 6 0,-1 0 0,0-3 1659,-1 1 0,-1 1-1659,0-5 0,3-7 0,-9 20 226,-3 7-226,-6 18 0,0 21 0,0 8 0,0 8 0,-1 10 0,0-8 0,3 11-169,1-4-1489,2-8 1658,2-6 0,-4-17 0,-1-6 0</inkml:trace>
  <inkml:trace contextRef="#ctx0" brushRef="#br0" timeOffset="43142">24423 5906 25141,'29'24'-1819,"-1"-1"0,9 6 0,-20-14 0</inkml:trace>
  <inkml:trace contextRef="#ctx0" brushRef="#br0" timeOffset="43377">25064 6143 27174,'-51'-17'269,"-1"0"0,3 4 0,6 10-236,7 26-19,10 1 0,2 2-42,-3 16-5,-3 7-102,19 2-492,29 4-644,7 1 733,-8-28 0,3-3-1190,4-3 0,4-4-3188,6-8 1,1-2-4916,18 5 9764,10-12 1,-47-3-1,-7 0 1</inkml:trace>
  <inkml:trace contextRef="#ctx0" brushRef="#br0" timeOffset="43733">25302 6348 17629,'22'-54'1258,"1"1"0,-1-1 1,-3 3-1,1-3 1,-2 2-1,-4 4-729,0-7 1,-3 2-1368,-1 3 1,0-2 0,-1 4 994,-4 5 0,-1 3 221,-1-1 0,-1 4 921,-3 6-1197,1-3 454,-1 27-556,1 8 42,1 25-42,1 0 0,2 21 0,-1 9 281,-1-10 0,-1 2-281,1-1 0,-1 5 0,-1-2 0,-1-4 0,-3-1 0,1-1 0,-1 8 0,-2-1 0,-5 5 0,-1-2-122,3-19 0,0-2 122,-2 4 0,0-2 24,-2 2-24,7-20 0,9-23 0,20-33 0,-5 12 314,11-9 1,3-1-315,-10 14 0,1 1 0,11-11 0,1 3 0,7-5 226,11 7-226,-24 23 0,9 11 0,-13 19 0,0 14 0,1 13-365,-5-6-772,-9-12 1,0 0 1236,0 15 0,-1-8 0,-7-17 0</inkml:trace>
  <inkml:trace contextRef="#ctx0" brushRef="#br0" timeOffset="44703">6051 8559 22291,'-6'-45'1033,"0"1"0,-1-1 1,-1-13-1,1 5-728,4 19 0,0 4-137,1-4-5,1 18-107,1 15 11,3 29-28,3 19-31,-2-3 1,-1 3-530,0-8 0,0 3 534,-2 10 0,-1 5 0,-2-2-562,0-11 1,-2-3-1,0 4 550,0 0 1,0 4-1,0 0 1,-1-3 0,-2 6 0,0-3 0,0-1-303,-3 17 0,2-5 301,2-17 0,2-3 11,-1 18 51,6-43 736,3-20-787,5-31 11,-2 5 1,0-1 1293,6-29-1299,1 6 0,3-2-122,-4 15 0,3 1 107,6-18 1,3 2-9,-2 15 1,0 5 13,-1 5 1,1 4-9,19-9-11,-11 18-23,16 17-5,-14 17 364,13 16-434,-25-5 0,-4 5-236,1 1 1,0 2 260,-1-1 0,1 0-877,0-2 0,2-4-1996,18 9-4095,2-12 7052,-4-13 0,-14-7 0,-11-4 0</inkml:trace>
  <inkml:trace contextRef="#ctx0" brushRef="#br0" timeOffset="45700">6717 8969 24911,'9'-55'192,"0"0"1,1 3 0,5 10-182,14 17 17,16-5-28,-16 11 0,7-5 45,-15 6 22,-10 2 23,-5-1-18,-8 3 264,-16-6-61,-7 12 27,-17 0-22,-2 19-185,9 1 79,-8 26-90,23-3-39,-4 20-17,16-4 5,10-1 7,5-13-1,22 7-56,5-21 20,-6-8 0,2-1-23,1-7 0,1-4 6,5-2 0,-2-2 9,24-5-347,-15-9 1,-1-3 340,2-5 25,1-10 0,-2-7 0,-22 10 0,-4-2-3,9-16 1,-4-4-460,-9 2 1,-4-3 450,-2-4 0,-2-2-583,-2-3 0,-1-1 608,-1-1 0,-1 1 8,0 3 1,-1 2 16,0 6 0,-1 3-64,0 10 1,-1 3 100,-2-10 695,-2 20-718,2 19 764,-1 11-808,-3 16 1337,-1 20-1360,-1 2 2,3 5 1,0 5-484,2-6 0,0 3 481,1-1 0,-1 5 0,1-1-499,1-1 0,0-1 0,0 1 469,0 3 0,1-1 1,1 0-24,2-2 1,1 0 0,2-2-340,1-3 0,1-2 0,4-1 103,9 12 1,5-5-336,3-10 1,4-5 82,1-9 1,1-7 568,25-3-258,-1-43 1302,-25-1-1019,-11-4 0,-3-2 43,-2-4 136,-2-2 0,0-2 256,-1-14-172,-4 19 1,-2 2 1418,-2-7-1237,-3 19 350,-3 13-685,0 10-12,-2 13-39,0 13-50,0 3-20,2 3 0,0 2-20,0 23-99,1-15 0,-1 2 74,0-6 1,0 1-10,-1 0 1,0 1-17,0-2 0,-1-1-23,1-3 0,0-2 45,-3 15 6,0-20 12,-1-23-18,2-22 0,1-19 18,3-22-10,0 20 1,0-1-134,-2-7 0,-1-2 148,0-4 0,-1-2 8,1 0 0,-1-1-3,0 3 1,2 1-12,4 6 0,2 1 12,1 6 0,4 2-18,6 1 1,2 3 22,9-8-22,21 1-12,-8 29 12,15 6-18,3 21-146,-29-2 1,-1 5 143,-3 6 0,-4 6-23,-4 11 1,-8 3 33,-3-13 0,-6-1-20,-12 16 1,-8-4-17,-13-3-118,0-13 0,-8 2 1,4-5-6,9-7 0,0-2-270,-9 4 1,-5 0 0,6-4-4901,-11-6 5332,1-4 0,24-5 0,14-2 0</inkml:trace>
  <inkml:trace contextRef="#ctx0" brushRef="#br0" timeOffset="46152">8469 8438 22481,'-1'-10'4005,"0"2"-3227,1 8-196,0 0-520,-23-17-12,19 14 90,-9-5-117,22 15 5,14 15-23,7 16-5,-3-5 11,-4-4 1,1 3-514,1 0 1,0 0 492,-5-5 1,0 0-45,7 10 0,-4 1-59,-10 3-6,-19 13-10,-8-23-276,-34-1-111,4-25 112,-11-12 230,5-12 136,26-3 1,4-3 47,-4-12 92,12-2 1,4-1 36,5 1 14,3 5 0,2 1 232,3 0 202,5-5-509,-4 19-18,-1 5 1,-4 18-3094,-1 24 3043,-2-3-67,-7 35-821,-3-23 0,0-1 236,2-5 0,-1 0 295,-9 20 1,1-5 0,7-18-1,-5 13 1</inkml:trace>
  <inkml:trace contextRef="#ctx0" brushRef="#br0" timeOffset="46551">10341 8793 23450,'16'-51'1379,"0"1"1,-2 2 0,-3 5-1128,-5 7 67,-4 7-190,-2 27-90,-2 27-39,0-1-6,0 16 1,0 2-51,0 2-202,4 7 1,1-1-270,3-7 527,8 3 0,2-2 0,-7-20 0,14 17 0</inkml:trace>
  <inkml:trace contextRef="#ctx0" brushRef="#br0" timeOffset="46743">10614 8416 24234,'-15'-41'693,"0"0"0,1 1 0,-8-21 0,4 13-698,12 33-23,0 0-157,24 40-196,6 12 51,7 13-1955,-7-2 1,-1 0-2903,0 7 5187,-3-6 0,-3-4 0,-7-16 0,-1-3 0</inkml:trace>
  <inkml:trace contextRef="#ctx0" brushRef="#br0" timeOffset="47077">10809 8673 25455,'3'-47'741,"0"-1"0,1 1 0,1 7-438,1 16-169,8 1-100,-3 14 11,19 27-45,-5 14-6,-6-4 0,-1 2-10,4 18 13,-11-15 0,-1 1-8,0 20-6,-5-18 0,-1 1 45,-1 12 0,-5-11-5,-1-27 27,-2-21 23,4-13 61,9-32-61,10-4-23,-3 22 1,5 0-316,2 7 1,4 2 264,3 2 0,2 3 0,21-8 0,-8 17 0,3 5 0,-15 8 0,1 3 0,14 5 0,0 3-74,8 16-355,-22 7 1,-5 7-1107,-13-9 1,-4 2 893,6 10 1,-4-2 0,-6 4-1,-7-21 1</inkml:trace>
  <inkml:trace contextRef="#ctx0" brushRef="#br0" timeOffset="51317">13859 8961 24904,'-11'-53'641,"1"-1"1,-1 0-1,-2-5 1,2 6-418,3 18 0,2 8-179,2 15 133,0 18-139,7 39-33,-2-4 0,1 3-929,1-2 1,-1 4 920,1 6 0,-1 5 1,1-2-83,0 7 0,2-1-238,-1-2 1,1 3 0,1-2-1395,1-10 0,1-2 1,-1-1 1715,4 15 0,1-6 0,-4-18 0,-1-4 0,2 2 0</inkml:trace>
  <inkml:trace contextRef="#ctx0" brushRef="#br0" timeOffset="51601">13886 9348 17598,'-7'-55'1100,"1"0"0,0 0 0,0 2 1,0 0-1,1-2-721,0 5 0,0-3 1,0 1-1,1 4-1221,0 2 1,0 3 0,1-1 996,-1-14 0,0-3 0,3 6 1,3 4 1,3 3 119,2-6 0,4 2-254,4 11 1,5 6-21,5 11 1,2 6 627,21 0-679,-9 26 0,6 10 1,-5 1-600,-12-5 1,-1 2 615,10 7 1,3 3-1,-7 0-58,2 19-36,-9 10 0,-5 3 112,-10-28 0,-3 1 514,0 32 0,-14-4-489,-15-32 0,-9-5 3,-11 5 0,-6-4-6,-7-4 1,-4-5 0,11-8 1,-2-2-1,3-1-1,-1-1 1,1-4-253,-12-11 0,8-5-534,24-7-3714,4-34 3924,35 21 1,-3 5-1,3 15 1</inkml:trace>
  <inkml:trace contextRef="#ctx0" brushRef="#br0" timeOffset="52183">14567 8405 21422,'-4'2'3629,"0"-1"-2256,4-1-1026,-11 33-263,18-23 90,23 26-135,4-33 3,8-6 0,2-3 25,8-7-22,8-5 39,-17-8 90,-21-6-124,-5 6 118,-16-16-134,-10 26 33,-19-9 22,-7 17-25,3 6 1,-3 4 2,-16 11-50,1 2-11,28 15-12,16-4 29,3 11-18,11 3-55,15 11 33,-1-16-6,-1-11 1,2 0-45,13 5 5,12 5 12,-6-9 56,-2-10 16,-12-15-11,-6-6 56,-3-13 12,-3-15-62,-2 7 44,6-29-22,-11 31-291,11-22 280,-7 26 17,27-19-34,-18 24 34,30-13 17,-18 22-57,19 2-5,-18 8-17,7 15-5,-23 9-196,-2 26-34,-9-13-1204,-5 19-6207,-3-20 7663,0 2 0,0-16 0,0-12 0</inkml:trace>
  <inkml:trace contextRef="#ctx0" brushRef="#br0" timeOffset="53435">16025 8408 22032,'-19'-52'1238,"1"0"0,2 9 0,4 6-778,5 11-404,7 17 5,8-3-55,-2 11-1,13 4-10,-8 3-1,2 7-11,-8-1 17,-3 5 28,-7 0-11,-4 8 34,-1-8-18,-7 5-83,9-14 61,-7 2 0,10-7-5,-3-1 5,5-1-5,-2-3-18,3 2-21,-1-2 27,2 1-190,-2 1 73,1 0-331,-1 6 6,2 1-56,0 7 274,1-6-537,0 8 498,-1-9-453,-5 12 610,1-12-34,-6 5 96,5-8 95,-3-2-23,6-1 90,0-8 162,6-3-72,1-6 358,6-4 364,1-4-308,-3 1-44,-2-2-135,-6 11-269,-2 4 61,-2 3-94,-3 12-40,-3 17 56,-9 28-78,6-14 0,1 4-470,-4 10 1,1 0 398,2-9 1,1 2 4,1 1 1,-1 3 0,3-5-11,1-8 0,2-1-5,0 10 1,1 4 0,3-6-363,9 16 339,-1-20 1,3-4 2,6-2-56,0-13 50,-9-17-140,2-19 918,-3-13-789,2-24 23,-2 8 22,1-3 0,-1-2-874,3-10 892,0 8 1,3-10 0,0 7-808,-3 14 1,2-1 810,2-4 1,3-8-1,0 1 1,-1 7-6,-1 4-1,2 1-320,6-14 0,3-6 1,-2 10 289,-9 21 0,2 1-165,14-25 1,3 4-130,6 14-118,-9 15 1,1 6-543,25 17-779,-13 15 1747,-17 13 0,-5 2 0,-5-7 0,2 18 0</inkml:trace>
  <inkml:trace contextRef="#ctx0" brushRef="#br0" timeOffset="53951">15855 8769 21304,'0'-9'1714,"12"-33"0,9-7-1439,16-1-848,-14 12 1,3-5 0,2 5 569,11 6 0,2 6-11,-8 5 0,3 2-196,18-4 0,2 3 142,-18 9 1,1 2-589,22-5 1,-1 2 377,-27 7 0,-2 1 9,6 0 0,-3 1 78,-3 0 309,0-3 1175,-13 0-323,-8-8-570,-6 4 760,-3-11-774,-3 11 833,-5-6-704,-5 12-3386,-16 9 3000,7 3 61,-18 17-117,20-7 22,-11 23-78,19-11 17,5 12-23,20-14-5,25-5-1,-7-11 3376,24-4-3392,-16-12 50,9-8 6,-8-11 22,-11-21-33,-14 9 89,-15-22 0,-17 17-5,-11-6-6,-6 8-17,0 11-95,13 14-51,5 5 7,13 11-96,4 8-404,7 9-2693,16 18-1283,-4-8 4520,10 10 0,-21-27 0,-2-1 0</inkml:trace>
  <inkml:trace contextRef="#ctx0" brushRef="#br0" timeOffset="54267">17066 8186 23310,'0'-4'3534,"0"0"-2996,0 4-527,70-10-17,-28 29-25,12-6 1,-2 5-252,-15 23 218,-17-11 0,-7 0-71,-16 8 29,-30 14 61,2-19 42,4-15 0,-2-5 65,-2-7 84,-2-17-23,16-12-90,10-8-10,17-13-6,11 5-29,14-11-117,-5 25 1,2 3-152,13-7-852,-3 15 1,-1 4-482,-6 6 1613,-2 4 0,-2 1 0,-14-1 0,4 4 0</inkml:trace>
  <inkml:trace contextRef="#ctx0" brushRef="#br0" timeOffset="55009">17718 8185 27314,'12'-4'96,"-3"10"-80,-12 37 7,1-12-1,0 11-27,-4-15 10,-6 6 6,3-13 51,-3-4-17,8-13 128,3-25-150,4 9 50,8-30 39,5 11 106,14-17-145,-8 15 56,11-6-45,-14 22-17,12-2-78,-10 10 11,10 5 5,-8 11-44,11 15 45,-13-1-29,1 20 18,-15-8 21,-3 14-27,-4-16 17,-4 3 33,-1-22 51,0 0-51,2-7-21,3-8-18,3-5 0,9-14 0,-1 4 0,12-13 0,-4 9 0,11-5 0,-8 10 0,8 6 0,-8 10 0,16 15 0,-12-2 0,8 19 0,-20-7 0,-1 10 0,-7-13 0,-4 5 0,1-15 0,1-1 0,1-8 0,11-12 0,-4 2 0,13-16 0,-3 3 0,10-11 0,-10 10 0,4-4 0,-15 16 0,2 2 0,-5 6 0,0 7 0,-2 2 0,2 9 0,-1 0 0,-1 12 0,-2-2 0,-3 5 0,-1-4 0,1-2-421,0-7-2822,2 0 975,0-10 2268,10 2 0,-8-7 0,5 0 0</inkml:trace>
  <inkml:trace contextRef="#ctx0" brushRef="#br0" timeOffset="55259">18520 7894 27740,'0'-39'162,"0"0"1,1-23-270,-1 60-397,2 18-856,1 7-4561,4 19 5921,1-5 0,-2-13 0,-3-11 0</inkml:trace>
  <inkml:trace contextRef="#ctx0" brushRef="#br0" timeOffset="55651">18901 8009 23833,'1'-3'3708,"-1"0"-3331,0 3-355,10 17-3,-7 0-2,6 32-11,-8 15 2,-2-32 0,-1 0-8,-1 28-5,-5-15 6,0-19 173,-2-3-92,5-12 74,7-26-27,8-7-6,9-20-110,-2 10-13,17-21 0,-8 18 0,13-14 0,-6 20 0,-1 11 0,-9 9 0,12 11 0,-17 4 0,18 18-545,-19 0-519,4 13 185,-11-11-1753,3 3-1468,24-4 4100,1-5 0,-1-5 0,-15-11 0</inkml:trace>
  <inkml:trace contextRef="#ctx0" brushRef="#br0" timeOffset="56018">19670 8287 11122,'6'-2'9830,"-1"0"-3932,-5 2-5047,44-76-437,-47 47-311,16-16 1,-8 3-25,-51 26-12,-10 8-56,-1 14-5,5 13 5,12 10-17,11 6 6,14-1 6,15-4 39,7-9-17,26-1-34,0-14 79,17-6-38,-7-15-35,-8-11 0,-11-2 0,-12 1 0,-9 8 0,-6 7 0,-1 9 0,-4 29 0,2-2 0,0 8 0,1 4-467,-1 2 1,1 1 466,-1 17 0,-1 4-618,3-14 0,0 1 0,0 1 618,0 4 0,0 1 0,1 1 0,-1 3 0,0 0 0,0 0 0,0 2 0,0 0 0,-2-1-198,0-1 0,-1-1 0,-2-1-1016,-2-4 0,-2-2 1,-3-2-3703,-13 12 1,-2-7 3244,6-16 0,-1-6 0,-14 0 0,27-23 0</inkml:trace>
  <inkml:trace contextRef="#ctx0" brushRef="#br0" timeOffset="56602">21162 8356 18029,'16'-42'1106,"-1"0"0,1 0 0,2-6 0,-3 3 107,-6 7 1,-6 6-615,-13 3-3967,-26 1 3491,4 26-34,1 10 1,-1 5 644,-17 23-717,18-8 0,2 2-1,1 4 1,4 2-11,4 9 0,4 1-6,-3 14-6,18-20 0,8-4 123,23 2-131,-6-18 0,5-3 14,3-4 0,2-4-3,0-4 0,0-5-2,27-15 52,-33-6 1,-3-4-3,4-14-17,-6-19 5,-19 1 28,-7 16 1,-3-3 1287,0 3 1,-2 1-1302,-3-4 0,-3 3 360,-11 0-403,1 21 95,4 17-162,-11 26-106,12 9-342,7 1 1,3 1-387,6 10-1054,10-10 0,5-2 1950,13 0 0,-4-3 0,-7-15 0</inkml:trace>
  <inkml:trace contextRef="#ctx0" brushRef="#br0" timeOffset="57067">21720 7869 21982,'4'-43'1271,"0"0"1,0 1-1,1-20 1,0 6-958,1-3 78,-2 12-236,-3 39-49,2 18-85,-2 6 23,4 37-31,-3-21 0,1 2-563,-1 14 0,1 4 543,-1 5 1,-1 3-9,-3-8 1,-1 2 0,0-4 19,0 4 0,-2-1-10,-2-5 0,0 2 0,-2-5-317,-1-3 0,-1-4 318,-2 7 0,1-2 25,-9 16 146,7-27-151,6-23 22,4-24 1011,7-15-1031,5-2 1,1-1 2,5-18-22,7 3 0,1 1 737,1 5-721,4 2 1,0 4-22,-3 12 10,25-7-16,-28 26 0,23 12 11,-25 4-22,15 23 10,-15 3-13,-7-1 0,-5 3 28,-9-6 0,-4-1-324,-3 4 1,-5-3 314,-24 4-11,-19-18-89,24-16 0,-1-2-46,-20-1-251,18-5 0,3-3-2241,6-13 2644,6-14 0,13 16 0,10-2 0</inkml:trace>
  <inkml:trace contextRef="#ctx0" brushRef="#br0" timeOffset="57568">22289 8063 26730,'-3'61'129,"1"0"0,0-15 0,0 1 0,-1-6-127,-3-8 1,1-2 22,-1 24 1,2-1-10,2-7 6,4 1 1,1-2-34,-1-13 356,4 16-267,-7-39 178,-5-14-228,1-7 67,-4-25-72,5-6-7,2 10 1,1-2-188,2-6 0,3-3 199,3-18 0,1 0-544,-1 18 1,1 0 526,5-17 1,1 2 4,-3 24 1,1 2-365,9-26 332,-3 17 32,-7 25-16,-5 10 476,5 2-460,-1 5 1042,1 1-1047,3 4 446,-3 2-479,-1 0 11,-4 0-1,-4-5 24,-10 3-12,3-3 5,-10 1 23,3-3-39,-5 0 0,5-1-28,-2 0-90,8 2-650,0 1 124,3 0-2470,4 3 3125,3-2 0,-1-1 0,0-1 0</inkml:trace>
  <inkml:trace contextRef="#ctx0" brushRef="#br0" timeOffset="58351">21740 8191 22543,'7'-53'1179,"1"0"1,-1 0 0,-1 11-715,-5 26-280,0 1-112,-2 22-12,-1 7 62,-3 14 1,-1 7-43,0 1 0,0 2-749,-2 6 0,0 5 712,-2 2 1,-1 5 0,0-2-654,0-12 0,0-1 0,0 3 607,-2 2 1,0 3 0,0 0 0,0-4-16,-1-3 0,2-3 0,-1 2-537,-4 12 1,0 2 0,2-4-892,4-3 0,1-1 1040,-3 17 1,3-5 0,5-10 0,5-20 0</inkml:trace>
  <inkml:trace contextRef="#ctx0" brushRef="#br0" timeOffset="58984">22270 8258 15888,'0'-9'6694,"0"2"-5401,0 7 96,0 0-1114,-2 12 44,1 8-235,0 0 45,6 7 207,16-11-145,2-5 16,13-6-28,-3-14-22,4-9-79,-8 0 174,8-22-123,-17 5 28,1-16 39,-14 9 45,-17 4-185,1 16 0,-14 2-17,5 15-28,-7 5-28,-1 12 28,-11 23-5,11-3-159,6-2 0,1 4 192,-4 24-31,8-9 1,1 1-15,6-16 1,1 1 2,1 14 0,5 0-36,14 12-28,-2-25 0,4-1-93,4-3 1,4-4-222,2-5 0,3-5-580,2-4 1,3-6 960,14-7 0,-2-5 0,2 1 0,8-10 0</inkml:trace>
  <inkml:trace contextRef="#ctx0" brushRef="#br0" timeOffset="59884">22819 8167 26570,'19'-23'156,"-7"3"-133,25 60-23,-8-3 14,-7-5 0,0 0-518,6 15 509,-11-14 1,-3-1-17,-6 8 160,-16 8-115,-3-20 5,-19-6 17,8-19 78,-6-14-83,11 2 449,3-26-478,11 17 6,7-21-50,10 11-90,16-5-162,16 6-626,1 15 1,5 3-243,-8 4 0,0 1-851,18-1 0,2 3 1993,1 1 0,-6 1 0,1 0 0,-24 0 0,0 0 0</inkml:trace>
  <inkml:trace contextRef="#ctx0" brushRef="#br0" timeOffset="60467">23818 8163 25618,'-38'-38'345,"-1"1"0,8 2 1,1 12-212,-14 35-95,8 9-31,10 0 1,1 1-3,-6 11-1,0 17 12,24-18-11,14 14 5,3-17-6,24 1-5,0-22 40,26-10-29,-19-4 39,17-19 45,-27-1-1102,6-11 1102,-12 6 269,0-13-28,-14 19-51,0-4-156,-8 19-112,-3 9-6,-3 25 1148,2-6-1148,-3 36 12,9-23-18,3 14-10,4-20 5,11-1-34,4-11 29,27-6-1,-13-8 6,1-11 0,-1-4-232,-3-7 252,3-8 0,-1-7-233,-19 9 1,-3-2 229,10-18 0,-3-1-3,-11 13 0,-4-2 1,-1-4 0,-1-4 1,-2 5-348,-2 7 0,0 0 332,-1-8 0,1-6 0,-2 8 0,-1-8-12,-2-6 12,0 41 215,-2 11-215,-4 24 0,-1 14 0,2-4 0,0 3 0,2 6 0,0 2-463,1 5 0,1 0 463,1-8 0,2 0 0,2 9 0,4 1-640,4 1 1,1 1 40,1-1 0,0 1-739,3 4 1,-2-4-522,2 5 1859,-6-14 0,-8-30 0,-1-3 0</inkml:trace>
  <inkml:trace contextRef="#ctx0" brushRef="#br0" timeOffset="60793">24361 8275 19048,'-4'-7'3203,"-12"-30"1,-2-8-2806,10 13-362,-10-11 1,8 1 19,32 16-79,-3 16-36,11 1 1,6 3-71,20 2-268,-13 2 1,0 1 324,19-1-41,-19 0 1,-1-1 73,-1-2 67,-5 0 0,-2-4 415,1-15-135,-7-1 151,-11-7 146,-14 8-286,-2 7 420,-2-4 65,-1 10-614,0-3-139,-2 9-40,-8 23-17,1 5 1,-3 22-12,7 1-50,10 5-17,4-8-269,6-10 0,2-1-1036,9 9-101,4 8 1490,-2-18 0,-20-24 0,2 1 0</inkml:trace>
  <inkml:trace contextRef="#ctx0" brushRef="#br0" timeOffset="60968">25078 7723 19027,'-4'-9'3237,"0"2"-2363,-12-22 0,-2-2-913,9 14 156,-12-18 1,7 10-802,18 35-320,9 11-2004,13 20 3008,-6-14 0,-1-1 0,4 6 0,0-3 0</inkml:trace>
  <inkml:trace contextRef="#ctx0" brushRef="#br0" timeOffset="61317">25498 7871 18941,'4'-4'6329,"-1"0"-4262,-3 4-2006,-36-31-27,3 42-23,-29-16-17,39 27 1,4 6-6,-8 13-6,17-9 0,5 1 12,9 11 33,11 18-56,16-21-6,10-12 51,6-12-12,1-18 7,-3-14 27,-7-14 6,-10-11 11,-14-8-28,-11 7 22,-10 7 0,-4 1 1,-10-11-57,6 13 1,0 2-23,-6-3-140,8 14-174,7 15-520,3 15-1502,3 10 2364,4 14 0,-3-15 0,3 0 0</inkml:trace>
  <inkml:trace contextRef="#ctx0" brushRef="#br0" timeOffset="61926">25872 7875 20576,'2'-6'4744,"0"2"-2912,-2 4-1821,1-1 12,-7 39-23,6-16 2,-1 22 1,2 3-3,8-4 0,-3-10 0,2-3 135,4-7 195,-4-12-72,-1-13-152,2-11 0,3-11-22,3-11-11,4-8 22,1-5-11,3 2-67,0 6-11,0 11-12,-2 12-11,4 15 17,-8 6 12,11 23-24,-16-8-21,9 24-1,-12-8 34,0 10-5,-4-4 5,-1-6 5,-1-14 1,2-7-1,7-12 12,9-6 0,10-7 0,17-17 22,-4-5 3,-15 5 0,-1-5 3,-1-8 1,-4-3-46,0-1 0,-3 0-259,-4 5 1,-2 2 258,0-19 0,-10 36 0,-1 3 0,-2 11 0,-1 6 0,0 17 0,0-2 0,0 46 0,7-7-1438,2-4 1,2 1 1437,-2-19 0,2-1 0,10 20 0,1-3 0,-4-7-1101,-4-1 0,-5-1-2400,-12-10 3501,-10 11 0,2-30 0,-1-2 0</inkml:trace>
  <inkml:trace contextRef="#ctx0" brushRef="#br0" timeOffset="62851">5879 10306 22598,'-33'-50'961,"1"-1"1,2 7-1,2 10-781,-2 19 165,-8 33-306,13 3 3,5 7 0,1 5-218,6-3 0,1 3 192,-3 18 1,2 1 2,3-17 1,4 1-17,5 18 0,5-4 133,9-13-134,10-5 1,5-6-31,5-12 107,1-7 0,1-4 16,13-22-20,-16-3 1,-1-3-3,6-16 14,-18 5 0,-6-2 153,-11-17-1779,-11 5 1,-4 0 1583,-4-11-20,1 23 1,-2 2 303,-11-4-290,10 17-39,-3-3-73,13 20 40,6 14-113,1 25 1,4-2-469,7 7 1,3 2 2838,6 1-2225,14 9 0,1-2 0,-12-19 0,0-4 0,0 0 0</inkml:trace>
  <inkml:trace contextRef="#ctx0" brushRef="#br0" timeOffset="63168">6326 10318 21635,'0'-8'1781,"3"-23"0,1-6-364,1-2-1249,0 3 0,-1 1 280,-1 5-313,-3 24-141,2 16 17,0 4 1,5 31-35,1 4 20,0-7 1,1 2-464,2 17 460,-3-18 1,0-1 11,-4 9-1,0-11 118,-3-9 129,-1-35-162,5-35-34,4-6-20,0 9 1,1-1-15,9-11-19,2 13 0,2 3 14,3 0-34,8 3 0,3 3-145,14 11-65,-12 8 0,0 3-232,14 12-1387,-11 10 1,-3 5 1112,4 9 0,5 5 0,-32-20 0</inkml:trace>
  <inkml:trace contextRef="#ctx0" brushRef="#br0" timeOffset="63551">8816 10520 26297,'-24'-38'194,"0"-1"1,0 1 0,3-4 0,3-2 0,8 4-134,13 0 1,6 1-621,1-10 0,2 0 587,0 4 0,-1 3-11,-2 7 0,-1 1-3,1-14 0,-1 4-14,-2 4 566,1-17-566,-9 51 331,-7 22-320,-1 12-8,-2 5 0,-1 5-446,2 1 0,-1 4 435,1 4 1,-1 5 0,2 0-255,1-5 0,1 0 1,1 2 246,-1 8 0,2 3 0,0-5-22,2 0 1,1-2-377,5 9 0,2-2 60,2-15 1,3-1-303,2 10 0,2 1-1928,3-3 1,0-5-5018,7 11 7600,-4-19 0,-14-35 0,-3-7 0</inkml:trace>
  <inkml:trace contextRef="#ctx0" brushRef="#br0" timeOffset="64200">8585 10705 18460,'-35'-41'1136,"-1"0"0,1 0 0,-2-3 0,0-1 0,8 8-375,4-1-311,-2-11-372,28 25-6,23 5-77,27 2-18,-12 8 1,4 0-630,9-1 1,3 0 586,6-2 1,2 0 15,-21 3 0,0 0 1,1-3-1,4-5 1,0-1-1,-4-1 41,2-1 0,-4-2 5,2-5 0,-5-5-276,-13-7 0,-6-3 366,-5 8 0,-1-1-6,3-13 0,-3-1 229,-7 14 1,-3 2-25,0-6 308,-3 5-275,-1 25 902,0 2-1204,-1 17 784,3 19-784,5 25-17,-2-16 0,1 2-378,3 7 1,0 2 385,-1 3 1,1 1-9,-1 3 0,-1 0-3,-2-1 0,-1-1-3,-1-2 1,-1-2 2,-1-13 1,0-1-7,0-1 1,0-5 19,0-7 11,3-9 1,2-33-6,7-19-12,0-1 9,2 6 0,1-1 915,8-8-907,-7 13 1,2 2-23,8 1 11,-3 13-6,-2 12-10,1 12 5,4 11-11,2 9-3387,12 12 3381,-11-13-57,14 5 85,-11-22-11,8-7 11,-5-17 17,-7-14 6,-9-14 3405,-7-7-3343,-7-5 55,-4 2 45,-5 6 122,0 10-139,-7 15-179,3 13 0,-10 26-28,9 7-146,-3 20-514,12 1-1608,13 5-3418,18-1 5714,9-9 0,-12-17 0,-7-14 0</inkml:trace>
  <inkml:trace contextRef="#ctx0" brushRef="#br0" timeOffset="64968">11405 10337 18980,'5'-8'5187,"0"1"-4563,10-31 1,1-10-862,-6 0 533,8-8 1,-4-1 191,-22 11-382,0 21 292,-18 9-314,0 25-50,-10 11-23,1 20-11,7 14-17,18-23 0,3 3-302,6 16 0,4-1 252,0-13 0,2-1-199,8 21 0,3 1-347,0-17 0,2 0-452,1-1 1,3 2 0,0-3 543,-1 2 0,4-4-160,19 10 1,0-8 1127,-6-18 68,-4-10 0,-2-8 892,-4-23 525,10-29-1378,-15 7 104,-7 1 1,-1 1-363,-5 3-75,-2 5 1,-3-1 164,-3-1 180,-9-9-493,3 23 987,-5 4-1004,6 16 28,2 1-50,5 2-1,5-1-10,11-3-7,-4-4 1,13-13-34,-4-9 23,-3-4 0,-1-2 5,11-20-695,-15 15 1,1-8 0,-3 5 686,-4 9 0,-2-1 8,2-9 0,0-6 0,-2 4-141,-3 1 0,-2 0 150,-1-14 0,-1 2-14,-1 20 0,-3 2-6,-6-3 0,-2 5 0,1 17 0,-9-2 0,10 28 0,-4 15 0,-4 24 0,7-13 0,1 3 231,-1 11 1,1 4-232,3-14 0,2 3 0,0 0 0,0 4 0,1 1 0,2 0-49,1 0 0,2 1 0,1 0-134,2-3 0,0 0 0,5 0-699,6 3 1,4-1 0,0-3-15,1 0 0,5-3-1393,1-10 0,5-1 0,-1-6 2289,-1-10 0,-1-3 0,22 10 0,-23-16 0</inkml:trace>
  <inkml:trace contextRef="#ctx0" brushRef="#br0" timeOffset="65601">12624 10498 19624,'8'-45'1318,"1"1"1,-1-1-1,-1-2 1,-2-1 0,-4 11-944,-9 5 381,-27-15-577,12 36 112,-36 7-251,33 13 27,-19 16-78,24 7 19,9-2 0,3 2 26,-2 14-43,7-10 1,4-1-20,8 8-33,15 11 49,-3-22-16,18-7-28,-9-24 79,17-20 10,-15 2-5,11-26 56,-19 7-22,-9 7 0,-1-1-29,3-11 163,-1-12-106,-12 36 67,2-2-163,-5 18 40,-5 9 10,-3 10-3391,-9 28 3371,4-9-24,5-7 0,1 2 0,4 10 0,9 15-18,1-23-10,18-1-17,2-26 45,26-12 22,-13-5-11,-9-5 1,0-2 34,9-18-235,-12 2 1,-3-1 188,7-15 0,-13 2 0,-4-2 0,-5-9 0,-4 17 0,-1 0 0,-2-5 3206,-8 5-3206,0 22 0,-6 3 0,4 10 0,-3 12 0,5 0 563,-4 27-563,6-11 0,1 9 0,2 3 0,4 0 0,3 0 0,4 1 0,9-3 0,2-3 0,13 22 0,-5-17 0,0-2-3392,12 10 3392,-9-9 0,-8-2 0,-24-19-897,-9-3-229,-4-4 1126,-18-10 0,18 4 0,-7-4 0</inkml:trace>
  <inkml:trace contextRef="#ctx0" brushRef="#br0" timeOffset="66085">13504 10183 21803,'1'-4'4985,"0"0"-4055,-1 4-449,-28-68-122,15 44-303,-3-14 1,0 3-57,8 24 0,5 6 0,0 1 0,3 3 0,0 12 0,8 12 0,0 2 0,22 29 0,-2-13-119,-6-10 0,0 1 119,11 12 0,-12-16 0,-1 0 0,13 17 0,-14-14 0,-1 0 0,3 9 0,-22 8 0,-10-33-276,-34 8-155,19-18-1423,-32-8 555,30-11 529,-6-15 467,19 3 208,8-34 285,6 26 376,2-5 0,1-1 403,0 0-510,2-7 644,-6 12-593,-2 17-342,-1-1-11,-3 11-101,-1 17-51,-3 8-114,-3 14 0,-1 3-177,-4 9-3646,-4 8 1,-1 0 3931,-1-5 0,-2 6 0,16-34 0</inkml:trace>
  <inkml:trace contextRef="#ctx0" brushRef="#br0" timeOffset="67235">11521 10085 10619,'1'-5'8502,"1"2"-3767,-2 3-4101,5-69 262,-4 37-714,2-7 0,0 2 504,-5 20-473,-15 22-157,-8 12 0,-22 19-240,20-12 1,-1 1 205,-2 6 1,0-1-6,6-5 0,1 2 39,-8 14 0,5 1-17,12-12 0,3 0-17,-6 12 1,6 1 194,10-9 1,6-2-201,2-1 0,7-1-6,15 8 0,7-2-8,-8-11 0,1-2-3,6 3 0,0-3 5,-3-9 1,-2-3 28,8-3 22,17-3-11,-10-16-12,7-7-5,6-4-33,-1 4-1,-15 6 68,-9 5-12,-24 4 648,-2 2-665,-19 3 264,-1 2-264,-21 7-3447,-1 3 3425,0 0-11,-8 3 0,8-3 11,-14 4-33,-3-1 33,1-2 12,4-4-46,9-5 34,8-3 3393,9-7-3393,3-5 11,1-6-16,-2-9 5,-1-8 11,-2-11-16,6 3 1,2-5-7,4 1 0,1-1 0,-3-6 0,5 0 0,8 2 0,5 4 0,8-15-158,-3 29 0,3 1 158,10-9 0,-2 5 0,-3 6 0,-3 1 0,-2 6 0,-4 4 0,-4 8 316,-2 6-316,-2 6 0,2 4 0,3 4 0,1 3 0,2 2 0,-4-5 0,-1 9 0,-9-7 0,-25 37 0,1-11-117,4-7 1,0 3 116,4-3 0,1-1 0,-5 12-13,-2 13 13,17-23 0,1 6 0,5-4 0,11-5-35,10-5-452,36-2-351,-8-10-1955,-1-7 1,1-1 2792,17-4 0,-23 0 0,-25-1 0</inkml:trace>
  <inkml:trace contextRef="#ctx0" brushRef="#br0" timeOffset="68668">6809 10405 8751,'-5'-3'9460,"2"0"-4397,3 3-4229,-6-43-208,4 28-217,-3-33-37,6 42-131,-1 3-32,1 2-131,1 11-5,0 2 5,4 14-22,-2-4 90,7 22-68,-1-9 6,4 18-28,-1-10-11,0-3 67,-3 1-61,-5-14 49,-2 4 12,-5-17 56,-1 1-95,1-8 140,-1-3 22,2-4-50,1-4-163,0-1 6,0-8-33,2-2 22,4-13-12,-1 6 40,5-22-34,-8 21 28,3-24 1,-7 12-35,-2-9-5,-4 4 28,-5 0-11,1 10-6,0 5 0,2 6-3369,1 4 3369,2 2 23,-1-1-6,6 9-11,0 0-29,0 3-32,2 1 44,-2 5 5,2 0 3393,0 7-3376,3-1-33,5 5 11,0-4-11,15 9 5,-10-9-5,13 13 17,-8-2-6,3 10 0,-5 7 5,-5 1 12,-4 0-34,-3-5 12,-2-5 10,-1-5-16,0-7 28,-1-6 0,0-6 61,0-3 40,0-3-12,-6-4-89,3 1 28,-9-13-29,7 7-3,-5-15-13,6 2 0,0-24 0,2 12 0,2-22 0,2 17 0,-1-13 0,1 19 0,-4-1 0,-2 19 0,-4 2 0,2 6 0,0 4 0,3 5 0,-2 10 0,2-2 0,-2 12 0,3-4 0,0 12 0,1-8-13,1 18-37,1-21-4249,1 40 3050,-1-33-2722,2 22 3971,-1-22 0,0-13 0,-1 0 0</inkml:trace>
  <inkml:trace contextRef="#ctx0" brushRef="#br0" timeOffset="70468">1699 12857 19031,'-14'-56'1676,"0"-1"1,-1 7-1,-4 6-1251,-8 10 1,-3 7-269,-11-2-73,4 21 0,0 8-67,6 11-9,3 5 1,-1 6 8,-4 32-637,11-15 1,2 5 619,1 4 0,3 4-11,6-8 0,1 2 0,1-3-15,-1 3 1,3 0-126,4 15 0,6-3-294,4-23 1,5-3-1399,16 10 0,4-4 804,-8-11 0,2-5-3812,23-1 0,1-6 4851,-17-11 0,-3-2 0,25 1 0,-25-3 0</inkml:trace>
  <inkml:trace contextRef="#ctx0" brushRef="#br0" timeOffset="70801">2010 13180 19376,'26'-50'1631,"1"0"1,-2 6 0,-9 9-1172,-18 19-64,-12 21-317,-7 14-45,-9 17-23,7-4 0,-1 18-5,16-25 71,10 21-66,6-32 5,26 5-16,-14-19-3208,30-17 3253,-27 1 84,17-23 78,-20 7 56,0-14 34,-10-1 95,-15-12-286,-3 21 113,-24-12-135,6 33-73,-6-2-22,7 14-51,9 11 3387,-7 16-3376,10-2-167,0 23-1048,22 3-1557,12-2-582,8-1 3405,10-16 0,-23-18 0,0-2 0</inkml:trace>
  <inkml:trace contextRef="#ctx0" brushRef="#br0" timeOffset="71401">2580 12958 26955,'0'-38'255,"-1"0"0,1-22-110,-5 70-134,-1 10 0,-5 19-5,2-4 5,-5 19 22,0 3-44,1-3-6,3-2 68,8-30-23,4-10 104,8-16-54,8-12 38,4-3-82,2-8 50,-2 1 0,-1 0-62,2-3 20,3-3 0,-2 1-14,-10 13-28,12-7-5,-16 20 10,3 1 6,0 12 1,8 12-12,-5 0 11,15 16-45,0-3 23,5 1 0,-1-6-56,10-10 67,-22-13 16,21-5 7,-17-12 50,7-20 22,-8-6 50,-2-17-139,-16 14 1,-4-2-7,0 9 0,-1 1 0,-2-5 0,-1 1 0,-7-21 0,0 27 0,-3-3 0,3 17 0,5 11 0,0 5 0,9 15 0,10 14 0,16 18 0,-1-3-377,-1-6 0,1 2 377,-10-11 0,0 0 0,4 5 0,0 1-108,-8-3 0,-5 1 108,-4 19 0,-18-14 0,-9 0-398,-8-6 0,-5-3-492,-3 0 1,-6-2 889,0-9 0,-4-1 0,6-4 0,-7 4 0,11-5 0,0 0 0</inkml:trace>
  <inkml:trace contextRef="#ctx0" brushRef="#br0" timeOffset="71900">3885 12730 21682,'-19'-54'748,"1"1"0,0-1 1,3 11-1,1 2 1,1 4-318,1 2 0,1 6 279,3 5-642,-1-1 93,7 29-139,6 20 12,6 25-26,-2-10 1,1 3-155,1 9 0,1 5 125,-1-4 1,0 4-1,0-3-719,1 4 1,-1 1 520,1-3 1,0 5 0,0-5-1012,0 2 1,-1-2 1229,-2-6 0,0 2 0,-1-5 0,0-5 0,-1-4 0,-2-5 0,0 1 0</inkml:trace>
  <inkml:trace contextRef="#ctx0" brushRef="#br0" timeOffset="72675">3877 13099 20699,'-22'-45'1428,"0"-1"1,-4 0-1,1 7-1125,3 19-259,-4-2-144,17 17-57,17 7-157,14 6-179,18 5-195,16 3-70,-24-8 0,2-1 239,2 0 1,0-2 126,-1-1 0,0-1-174,29-4 617,-22-4 598,-10-9 612,-21-3 587,-7-11-941,-9 4 413,-6-1-1001,3 11 477,1 2-499,4 7-331,0 2 34,7 12 0,8 6-44,21 23 16,-6-10-73,1 2 0,1 1-491,3 10 477,-12-11 0,-2 0 42,-3 7 45,-25 5 56,0-26 191,-21 2-6,16-25-45,-1-9 200,11-4-239,15-20-141,9 5 6,-1 10 1,3 0-288,5 2 1,2 3 261,4 0 0,3 3-14,3 1 0,-1 2 23,-7 3 0,1 2-32,12-1 1,-2 1-14,10-1 37,-18 4 1,-1 1 91,0-1 22,-17 2 33,-10 0 40,-8 0 6,-3 0 510,-3 2-528,-8 10-45,5-1-38,-7 16-34,9-1-11,2 8-28,10-1 5,11 0 12,13-6-12,11-6 6,7-7 6,1-9 44,-3-9 34,-4-14-39,-16 3 89,-1-16-11,-16 8-11,0-7-5,-6 2-46,-3 4-38,-1 6-74,-1 9-105,3 5-136,5 8-240,9 7-862,26 12 587,-5-3-739,0-3 0,2 0-8285,18 4 9136,-4-2 1,-15-6-1,-24-7 1</inkml:trace>
  <inkml:trace contextRef="#ctx0" brushRef="#br0" timeOffset="73083">5557 12825 27712,'-32'-16'80,"-1"0"0,-7 15 1,2 13-67,14 19 0,4 8-632,-3-5 0,2 3 620,6 2 1,7 0-36,7 7 321,14 8-367,23-12 17,-7-26 1,6-4-294,7-4 1,4-4 300,7-6 1,0-6 30,3-4 1,-1-5 33,-3-5 1,-1-5 4,-6-3 1,-3-5 11,-5-2 0,-5-4 14,-5-3 0,-4-2 3,-4-3 0,-5-1 2,-3-1 1,-5-1 89,-2-6 1,-4 3-80,-1 18 1,-2 2-82,-6-7 0,-2 7 85,-2 15-1,-6-2 599,2 23-649,6 5 26,-12 29-37,13 23 0,-1 1 212,11-16 1,3 1-213,2-11 0,3 1-251,3 8 1,4 3 0,-2 0-884,4 8 0,1 1 993,-3-7 0,0 3 0,-1-7 0,3 14 0,-7-11 0</inkml:trace>
  <inkml:trace contextRef="#ctx0" brushRef="#br0" timeOffset="73550">5839 13027 13827,'0'-9'6122,"0"2"-5798,14-27 1,6-4-190,-4 15 756,13-20 1,7 4-954,5 28-48,-9 5 1,3 0-250,5 2 1,0 1 28,17-1-29,-19 1 1,-1-2-364,12-6 694,-10 2 1154,0-9-493,-25 4 1229,-1-6-1425,-7 7 1782,-6-1-1625,-7 11 235,-12 2-672,3 5 50,-16 11-67,6 9-95,-3 10-23,7 9 6,10 4-34,18-1 1,19 7-1,0-20 12,20 1 16,-11-25-27,8-3 38,-5-16 12,-8-11 61,-8-13 51,-9-8-45,-6-4 11,-12-3-54,-5-1-69,-5 5 0,-1 9 0,2 13 0,3 11 0,-2 15-136,5 3-547,-1 15-1691,7 0 2374,6 10 0,-1-15 0,4 0 0</inkml:trace>
  <inkml:trace contextRef="#ctx0" brushRef="#br0" timeOffset="73860">6887 12714 28311,'54'16'8,"-21"-2"1,-2 4-15,-6 3 1,-2 3-282,4 6 1,-2 2 280,-4-1 1,-7 3-48,-11 3 0,-8 0 2,-24 18 51,-13-8 40,-9-23 141,18-23-153,7-5 139,12-24-60,29-26-82,-6 23 0,3 0-193,2-2 0,3 1 165,4-1 0,3 3-39,-3 6 0,2 2-476,13-9 0,1 2-776,14-7 1294,-14 14 0,-3 4 0,-14 9 0,7-4 0</inkml:trace>
  <inkml:trace contextRef="#ctx0" brushRef="#br0" timeOffset="74568">8233 12708 17311,'3'-6'3380,"8"-27"0,0-6-2265,-7 4-527,4-11 0,-4 2-296,-8 18 206,-14 5-352,3 21-40,-8 8-61,5 4 22,-4 10-39,9 0 0,2-3 6,8-2-1,6-10 79,6-5 67,5-5-134,-2 0 34,5-8-29,-4-1-28,-1 0-10,-3 2-7,-6 6 1,-3 4 5,-3 11 39,-3 1-44,-2 7-17,-6 5 5,-3 6 12,0 3-1,-3 10-5,8-6 17,3-2 11,5-6-22,6-7 27,4-9 12,4-6-17,3-10 11,4-7-27,-1-4 44,14-18-40,-13 13 46,18-27 5,-20 18-28,3-11-26,-13 16-13,-4 0 0,-10 4 0,0 4 0,-6 0 0,5 8 0,3 4-220,1 2-530,2 7-269,0-1 1019,1 13 0,1-11 0,2 4 0</inkml:trace>
  <inkml:trace contextRef="#ctx0" brushRef="#br0" timeOffset="75001">8092 13147 27062,'22'-25'286,"0"1"0,10-11-242,-37 40 18,-14 15-51,3-1 0,-6 7-27,9-5 32,6-6-10,6-5 50,13-4-39,-3-4 22,26-7 0,-9-3 28,11-7-16,-15 3 178,-6-4-94,-11 5-74,-2-2 46,-14-1-68,-3 7-22,-7-5-23,4 6-111,4 2-309,6 2-823,10 2-4016,16 0 5265,5 0 0,-3 0 0,-6 0 0</inkml:trace>
  <inkml:trace contextRef="#ctx0" brushRef="#br0" timeOffset="75284">8617 12933 28210,'8'-51'107,"16"11"-107,20 39 5,0 1-13,-11 0 0,0 0-82,11 0-126,-8-1 1,-1-1-160,2 0-1552,4-6-1002,-27 3 2929,4-3 0,-13 5 0,0 0 0</inkml:trace>
  <inkml:trace contextRef="#ctx0" brushRef="#br0" timeOffset="75750">10651 12691 26038,'-15'-52'662,"0"0"1,1 6 0,-4 12-462,-21 32-167,12 11-12,-4 27 1,17 12-18,7-14 1,0 3-243,2 5 0,1 2 122,1 14 0,1 0-50,2-18 0,1 0-756,3 15 0,4-3-7661,17 3 7773,5-2 0,-7-24 1,-9-18-1</inkml:trace>
  <inkml:trace contextRef="#ctx0" brushRef="#br0" timeOffset="76067">10895 12530 21534,'-13'-57'1335,"-1"-1"0,2 3 0,-3 15-1032,-2 33-147,-9 13-116,9 4 27,-7 22-22,9 2-1,-1 25-32,6-17-24,5 13 35,15-23 78,5-6 106,7-15-151,-5-14 39,-1-18 34,-9-2-23,0-8-16,-4 1-57,-6 7-44,1 8-50,-4 7-186,4 10-1652,7 13 6,2 0 1893,17 16 0,-14-21 0,7 5 0</inkml:trace>
  <inkml:trace contextRef="#ctx0" brushRef="#br0" timeOffset="76392">11205 13056 26827,'15'-59'267,"0"0"1,0 15-1,1-2 1,0 7-232,2 7 1,0 2-683,11-19 1,-1-3 687,-9 13 0,-2-3-584,-2-2 0,0-5 0,-2 2 559,0-2 0,-2-1 1,-4 3 1,-1-3 0,-3 5 344,-4 5 0,-2 3-253,-3-5 0,-3 2-110,-5-2 0,-12 27 0,-7 53 0,12-2 0,2 9 0,5-2 0,1 6 0,1-2-211,-2 12 1,4 2 210,6-14 0,2 4 0,1-1 0,1-6 0,2 1 0,1-1-191,1 1 0,1 7 1,0 0-1,1-7-145,1-3 0,1-2-514,2 8 1,2 3 0,1-4 849,4-2 0,-1-4 0,-5-9 0,0-3 0,11 16 0</inkml:trace>
  <inkml:trace contextRef="#ctx0" brushRef="#br0" timeOffset="76550">11122 12861 22431,'-16'-44'222,"-1"0"0,0 6 0,12 8-384,50 13-549,18 9-214,-16 4 1,3 1-3992,8 0 1,1 0 4655,-5 0 1,-2 2 0,-16-1 0,-4 1 0,4-1 0</inkml:trace>
  <inkml:trace contextRef="#ctx0" brushRef="#br0" timeOffset="76767">12201 12155 27298,'-9'5'-51,"0"-6"-28,5 31 1,1 13-370,-13 15-2798,1-10 0,-3 0 3246,4-11 0,0-2 0,1-3 0,1-3 0,1-7 0</inkml:trace>
  <inkml:trace contextRef="#ctx0" brushRef="#br0" timeOffset="77226">12764 12287 26850,'-17'-42'352,"0"0"1,1 0 0,5 19-291,10 31-12,1 13-22,0 3 22,2 33-50,1-23 17,3 8 0,3 0-289,3-2 280,3-3 1,3 1-32,18 10 0,-7-14 1,1 0-3,-7-9 0,-2 0-3,18 25 6,-30-26-141,-31-3 1,2-14-846,-43-1-213,20-17 616,12 2 0,1-4-224,-9-22 599,13 2 130,8-18 592,9-4-172,3 9 906,2-14-152,4 39-514,-1-2-264,0 16-172,0 7 223,-8 20-202,-6 11-128,-11 24-17,3-9-441,3-4 1,0 1-196,6-12 1,2 1 635,-8 17 0,2-3 0,2-3 0,5-7 0</inkml:trace>
  <inkml:trace contextRef="#ctx0" brushRef="#br0" timeOffset="77916">14937 12418 24822,'-5'-54'595,"-1"-1"1,3 12 0,0 6-473,-2 13 157,0 12-202,-1 8-16,-11 16-6,-14 26-14,7-3 0,-2 5-827,-5 12 0,-1 4 794,8-12 1,1 1-1,0 2-536,0 4 1,0 1 0,1 0 518,1 1 1,1 0-1,2 1-53,4-7 1,2 0 0,0 1 0,2-4-44,-5 17 1,4 0-151,6-10 0,2 2 1,2-8-782,7 18-200,1-6 0,-1 0 56,-5-24 0,-3-1-749,-12 16 1,-5-3 1955,-13-7 336,-2-20 0,-3-10 1345,-10-22-1281,19-1 1,1-5 36,3-9 0,5-7 338,2-17 0,6-3-649,4 15 0,4 0 17,7-20 0,7 2-145,5 23 1,5 3-24,6-9 0,5 2-118,6 4 0,3 2-344,5 2 0,3 2-53,5 1 0,3 1 512,-13 9 0,1 0 0,-3 2 0,-5 2 0,-2 1 0,-2 2 0,1 0 0</inkml:trace>
  <inkml:trace contextRef="#ctx0" brushRef="#br0" timeOffset="78617">15279 12550 24682,'15'-43'694,"0"-1"1,-1 4 0,-2 7-326,0 10-89,-4 6-117,-3 7 16,-3 4-140,-1 5 11,-1 1-10,-4 4-46,0 1 6,-3 4 6,3-1-23,-2-2 34,2 0-12,0-3 1,-1-1 5,0-1 0,-2 0 17,0 0-39,-1 0 0,2 1 28,1 0-23,1 0-5,2-1 78,2-1-61,0-3-1,0-1 6,0 1-16,2-1-23,-2 4 28,-2 8-17,-3 5-5,-3 13 27,-7 18 18,5-10-12,-6 22-11,5-12 0,4-7 0,0 0-252,-1 14 266,3-15 0,3-2-26,8 2-4,9 1 32,12-16-27,10-15 45,7-19 16,6-14-19,-23 8 0,-1-4 53,4-9 0,-3-1-246,9-15 176,-16 13 0,-4 0 14,-3-9-101,-2-16-179,-6 18-73,-4 8-1220,-1 19 1545,8 14 0,-6-1 0,5 6 0</inkml:trace>
  <inkml:trace contextRef="#ctx0" brushRef="#br0" timeOffset="79049">15912 12459 24687,'-1'-5'2286,"0"1"-1166,1 4-1064,29 21-45,-20 18-8,5-8 0,-3 3-382,-15 11 1,-7 0 389,-4 16-3,0-22 1,-1-2 181,-7-2-117,-3 1-45,11-18 6,6-19 16,19-28-22,-3 2 56,17-31-17,-8 25 1,0 1 65,13-22-133,-6 16 0,2 2 0,14-3 0,-6 15 0,1 3 0,13-2 0,-13 13 0,-1 5 0,8 11-192,12 13 24,-20-1-492,-2 19-1962,-20 4-2962,1 2 5584,1 10 0,-7-29 0,2-4 0</inkml:trace>
  <inkml:trace contextRef="#ctx0" brushRef="#br0" timeOffset="79516">16879 12618 17843,'5'-6'6430,"-1"2"-5694,22-35 1,5-9-827,-9 5 378,10-11 1,-4 3-82,-20 24 293,-16 11-338,-12 21-39,-6 11 1,-2 5-77,0 3 1,-1 5-314,-9 12 1,2 3 273,11-11 1,2 1 10,-5 20 1,5-1-3,4 1-15,5-5 1,7-2-8,19 2-130,7-21 0,5-3 135,18 3-6,0-18 1,4-6-188,-7-9 0,2-5 193,0-2 0,3-4 0,-3 0-452,4-2 1,-2-5 454,2-8 1,1-8 0,-7 4-260,-12 6 1,-3-1 260,7-10 1,3-5 0,-5 0-1,0-7 1,-3-3 2,-6 14 0,0-4 1,-1-1-1,0 2-382,0-6 1,-1 1-1,0-1 398,0-3 0,-1-1 1,-2 4 25,-2 0 1,-3 5 116,-3 11 1,-2 4-67,-1-3 676,-4 15-777,0 15 1081,-5 23-1081,-4 18 0,-4 14 415,2-9 0,-3 5-415,3-8 0,-1 2 0,0 0-457,0 2 0,-1 1 1,0 1 444,-3 8 1,0 3-1,1-6-61,0 1 0,1-2-395,2-4 1,-1 2 0,3-5-286,2-3 0,2-1-777,-2 14 1,4-5-5886,12-2 7415,3-22 0,-1-17 0,-6-7 0</inkml:trace>
  <inkml:trace contextRef="#ctx0" brushRef="#br0" timeOffset="79842">17414 12682 18817,'-5'-6'5803,"1"1"-5170,4 5 381,-38-71-902,33 50-53,-10-19 0,9 4-31,51 29-45,9 2-11,6 3-433,-15 3 0,-1-1 304,5 1-11,-3 0 0,3-1 48,-10-2 0,-2-2 117,2-2 0,-1 0 8,-3-1 1,-2-2 117,15-17 376,-24-5-35,-5-1-195,-10 2 622,-10 2-432,-3 13 541,0-4-888,-1 12-88,0 4-24,-6 12 0,-3 10 0,-7 15 0,3 13 0,3-6-172,9-5 1,2-1-210,1 2-1126,3 2 1,3 0-3731,8-4 4389,5 6 0,-5-25 0,-3-11 0</inkml:trace>
  <inkml:trace contextRef="#ctx0" brushRef="#br0" timeOffset="80016">18213 12207 21399,'1'9'-2314,"1"0"1,9 10 0,-4-9 0</inkml:trace>
  <inkml:trace contextRef="#ctx0" brushRef="#br0" timeOffset="80349">18652 12287 26278,'-57'4'392,"0"-1"0,3 3 0,6 6-342,15 10 1,6 4-29,2 1 1,4 2-15,7 2 1,2-1-9,0 19 14,16-16 0,6 0 3,14 6-2834,5-10 1,5-2 2827,11-3-11,15-6 1280,-13-18-1208,3-21-44,-5-7-650,-24-4 0,-6-3 644,-3-12 9,-9 9 0,-3 1-61,-3-1 69,0 3 0,-2 0 0,-5-3-111,-5-6 4,6 32 2141,0 12-2280,4 8-1262,-6 20-1342,6-2 2811,0 15 0,5-21 0,3-4 0</inkml:trace>
  <inkml:trace contextRef="#ctx0" brushRef="#br0" timeOffset="80683">18970 12399 27706,'-5'38'91,"0"1"1,-1 5 0,0-1-70,-3 8-14,5-17 1,0-2 2,2-1 68,0-1 94,2-15-16,9-28-135,-1-2 14,13-16 1,6-4-15,-5 12 1,1 0-479,16-14 0,2 1 476,-5 11 0,1 4-20,0 2 0,1 3 0,4 5 0,-3 4 0,13 3 0,5 19 0,-31 11-253,-3 26-111,-12-14-1848,-20 21-2387,-6-30 4599,-15 13 0,17-27 0,-1 0 0</inkml:trace>
  <inkml:trace contextRef="#ctx0" brushRef="#br0" timeOffset="81509">20935 12532 23523,'11'-44'552,"1"1"1,-2 0-1,1 17-170,-6 27 228,-6 26-476,-5-4-33,-9 10 0,-1 2-67,-4 0-20,1-2 0,1 0 2,4 4 40,8 9-39,11-20 39,31-6-28,-12-21 42,7-8 0,1-3-19,-3-5 52,1-7 1,-1-2-9,-8 2 415,10-27-292,-25 35-212,-2-6-12,-14 29 0,-3 11 23,-4 26-22,6-9 5,10-2 0,4-1 11,5-4-34,17 21 7,2-25 4,18 0 24,-13-12-12,12-12 16,-17-15 63,10-21-23,-13 6 11,5-24 51,-12 8-196,4-13 120,-11 29 0,0-1-17,2 0 1,0 1-21,2-7-5,1 5-56,-12 27-151,0 6-6,-3 4-2621,3 22-2638,2-11 5472,5 15 0,-5-21 0,1-1 0</inkml:trace>
  <inkml:trace contextRef="#ctx0" brushRef="#br0" timeOffset="82326">21948 12515 21069,'17'-55'1114,"1"1"1,-4 9 0,0-3 0,-1 6-751,-1 5 0,-1 2-730,4-12 1,-1 3 561,0 1 545,-4 12-697,-7 23 230,-1 17-179,-2 23-56,-2 10-17,0-6 1,-3 4-519,-4 11 0,-2 1 501,-1 3 1,-2 1-2,2-12 0,-1 1 0,0-3-2,-3 9 1,-1-4-106,3-4 0,1-4 108,-4 15 23,9-15 23,6-27 27,16-19-55,9-20-1,-3 3 0,1-2 12,15-18 214,-7 8 0,0 0-164,8-12-51,-11 17 1,-1 1 833,4-3-856,-12 17-11,-7 9 6,2 19-6,-4-2-6,17 22 707,-5-12-707,14 8 6,-9-14-11,26-3 11,-22-9 16,3-5 1,1-3-5,-6-4 4,23-23 18,-30 10 67,3-8-40,-16 14 92,-5 3-153,-5 6 0,0 2 0,-1 2 0,1 3 0,0 7 0,0 13 0,0-1 0,0 24 0,8-14 0,0 5-1105,17 3-1802,3-16-2872,6 5 5779,0-12 0,-18-9 0,0-1 0</inkml:trace>
  <inkml:trace contextRef="#ctx0" brushRef="#br0" timeOffset="82500">23055 12149 22772,'-2'-7'3126,"0"1"-2639,2 6-801,0 0-1484,-26-27-2968,29 39 3918,-20-22 0,28 32 0,-4-10 0</inkml:trace>
  <inkml:trace contextRef="#ctx0" brushRef="#br0" timeOffset="82733">23294 12366 24251,'0'-3'2694,"0"0"-2151,0 3-442,-68-27-51,31 40-42,-3-22 1,3 5-26,12 47-16,20-16-259,12 32-161,13-17 55,-3-12 1,4-2-435,4-7 1,3-3-768,4-2 0,3-3-2558,4-3 1,0-3 4156,-2-2 0,-3-2 0,11-1 0,-20-2 0</inkml:trace>
  <inkml:trace contextRef="#ctx0" brushRef="#br0" timeOffset="83167">23830 12327 14267,'12'-55'1310,"1"-1"1,-1 3 0,-1 3 279,-3 15 1,0 1-1048,4-23-990,-6 9 576,-2 22 1146,-3 2-1229,-1 17 2180,0-4-2226,0 7 127,1-2-127,0 4 3392,1 0-3392,-3 15 0,-1 1 0,-9 29 0,-2 7 0,-4 4-674,0-4 1,-3 9 0,1-8 673,5-16 0,1 0 0,-4 7 0,-1 5 0,1-2-1362,2 5 1,1-3 1361,2-7 0,2-1 0,0 6 0,5-5 0,13-10 0,-1-6 0,18-24 0,5-19 0,1-5 0,2-1 0,15-14 211,0 0 0,-1 1-211,-6 4 0,-4 5 0,-1 1 2933,-1 2-2933,15 3 0,-23 15 0,4 10 0,-13 18 0,3 8 0,4 15-455,-12-13 1,-2-1-733,3 14 686,-5 17 0,-7-43 0,-2 6 0</inkml:trace>
  <inkml:trace contextRef="#ctx0" brushRef="#br0" timeOffset="85434">25625 12746 16572,'20'-54'1676,"1"0"0,-7 9 0,0-1 0,-5 7-1250,-4-8 128,-1-3 1,-1 1-242,-2 11 405,-1-24-483,-5 46-179,-1-2 11,-22 38-39,7-1 17,-14 16 0,-3 4-412,-1 5 371,12-11 0,-5 6 0,6-6-27,-6 13-2,8-1 0,4-1 8,11-13-174,23 16 191,1-37 34,45-12 0,-27-9-15,2-5 1,2-4 72,-6-6 1,-1 0-60,-5 4 1,0-1 78,9-18 0,-4-1 95,-5-4-76,-10 14 1,-2 2-9,-2-1-3084,-7 9 2984,-3 16-18,-6 9 6,-6 14 278,-8 16-283,2 1-6,5 0 0,1 0-23,2 4-58,1 4 0,4 0-126,9 3-96,9 14 130,4-27-7,16-12-100,0-16 176,-5-12 1,2-5 64,24-17 1350,-22 4 0,-2-1-1278,8-13 48,-14 7 1,-3-1-15,0 0 29,-3-1 1,-1 1 138,-7 9-73,2-5-128,-10 23 16,-10 16-38,1 0 807,-15 31-824,10-6-23,-3 17-6,13-7 66,10-5-88,9-7 22,11-10 40,9-11-17,-4-11 56,25-23-1,-27 4 12,-3-2 0,1-4 28,-8 0 0,-3-2-160,1 0 1,-1-2 106,-1-5 0,-2 0 47,1-15-5,-7 10-62,-6 15-111,-2 10-29,-1 12-151,2 9-610,3 11-198,1 4 1088,10 30 0,-11-33 0,6 17 0</inkml:trace>
  <inkml:trace contextRef="#ctx0" brushRef="#br0" timeOffset="85708">26984 12333 22258,'9'-54'651,"1"0"1,-1 0-1,1 0 1,2-12 0,0 1-1,-1 9-519,-2 14 0,-1 3 156,0-2 0,-1 4 518,-3 6-722,-2-2 121,-7 31-194,-11 21 0,-1 5-14,-6 16 1,-1 8-558,6-6 1,0 3 540,1-1 1,-1 4-1,2 0-26,3-4 0,2 0 1,1 0-82,1 1 1,1 0 0,1 0-153,2-1 0,0 0 0,2 0-694,-1 19 0,2-1-1218,1-5 0,1-1 2190,2-5 0,0-5 0,0 6 0,2-17 0</inkml:trace>
  <inkml:trace contextRef="#ctx0" brushRef="#br0" timeOffset="86314">26824 12625 20632,'-5'-51'1391,"-1"1"0,1 10 0,2 3-735,9-15-639,1 32-6,17-11-17,5 23-11,16 2-5,-6 3-1,-7 2 1,1 1-1,12 0 6,7 0 23,-10-4 23,-22 0 21,4-5-5,-15 1 162,-2-7-112,-5 6 247,4-12-51,-2 7-61,6-7-74,0 1-21,4 2-85,-3 4 62,4 0-84,-6 9-5,0-2-18,-6 5 12,0 4-6,1 6 0,0 3-11,1 15 6,-3-8 5,-3 15 6,-7-2-11,-5 11 16,-6 8-11,-2 2-50,4 0 28,6-11 5,5 11-72,11-20 50,4 7 11,3-20 11,13-9 46,-3-12-18,13-8 34,-3-10 50,-2-8 90,-3-8 12,-7-6-40,-9-4 22,-5-2-22,-10 2-56,-3 5-17,-8 1-72,3 16 16,-9-2-50,3 16-1,-1 1-88,-19 3-348,11 5-6386,-10-1 6834,21 1 0,7 1 0,9-1 0</inkml:trace>
  <inkml:trace contextRef="#ctx0" brushRef="#br0" timeOffset="87993">27639 12525 24756,'15'-40'609,"0"-1"0,0 1 1,8-18-1,-3 10-475,-6 18 17,0 6-112,-10 19-22,5 12-12,-5 3 18,11 35-18,-7-16 3,-1 3 1,-1 2-31,-2 15-15,-2-17 1,-1 1 13,-7 27 12,-6-9 22,-4-11 41,1-16-7,5-11-10,5-12-19,4-12 24,8-23-29,0 4 11,15-28 1,5 8-15,-9 18 0,2-2 12,6-4 0,2 1 8,-5 8 0,-1 2-20,22-19-20,-3 23 1,-21 16-11,15 8 11,-13 14 11,8 27-6,-11-8-11,-8 1 0,-3-1 12,-4-3 22,-1 23-12,-3-31 6,0-1 40,0-12-29,2-10-27,1-5-1,6-13 23,6-6-34,8-13 11,6-1 12,10-3-17,-13 16-51,9 4-5,-15 18-84,12 12 72,-11 0-380,21 21 218,-21-14-386,27 15-157,-6-12-135,18 1 320,-20-12 0,0-2 386,14 1 190,-15-8 1,-2-6 414,1-14 23,4-7 122,-13-10-5,-14 3-33,-6-1-28,-4 3-124,-7 5-62,-9 10-206,-13 13-29,-7 12 1,-7 13-29,10 2-22,-8 18-6,17-10-22,-2 20 0,17-24-16,20 4 32,-1-22 1,17-1 56,-5-15 95,15-15-67,-12 2 123,9-18 140,-12 0-235,-5 7 89,2-10 79,-16 23-213,0 4-67,-5 6 16,-3 10-5,0 11-5,0-1 10,3 21-5,2-9 11,2 6-33,7-4 11,23-6 16,-10-6-5,18-3-5,1-26 5,-5-5 17,8-9 8,-21 1 0,-4-2-14,1-7 13,-5-3 0,2-8 1,-4 4-970,-6 12 0,-2 0 947,2-5 0,1-4 0,-1 1 68,0-13 0,-2 3-232,-3 19 0,-1-1 215,3-22 0,-1 0-8,-3 1 50,-2 11-83,-4 17-12,-1 23 1799,-1 7-1799,-7 16-12,-10 37 1,2-6-621,6-11 0,0 7 0,2-5 612,2-9 1,3 0-52,-2 19 0,0 7 0,3-8 12,3-15 0,1-1-163,3 14 0,2 6 0,1-8-159,6 11-558,5-1 1,2-2-1225,5-10-789,7 6 1148,-15-34-4031,-8-29 4826,-10-1 2382,-19-39 1769,-5 10-1373,-6-11 1526,10 19 1,2-1-1851,2-1 1,2 0-1248,1 5 1,1 1 140,2-7 0,5 4-277,8 16 34,16-7-113,1 19-95,45 5 73,-26 5-90,14 3 0,0 1 45,-3 0 45,3-1 0,-1-1 33,-12-3 56,-5-9 1,-3-5 5,-10-4 235,9-42-162,-21 26 142,-1-5 1,-2-1-36,-2 8 374,0-25-442,-2 36 118,-1-6-275,0 19 22,-1 12-27,0 4 0,-5 39-18,4-18-5,0 9 1,1 2-96,5 11-45,0-15 0,0-1-672,10 19-33,-2-17 862,4-2 0,-10-26 0,3 3 0</inkml:trace>
  <inkml:trace contextRef="#ctx0" brushRef="#br0" timeOffset="88159">30260 11586 24122,'-38'18'-1980,"10"-6"0,45 21 0,-7-20 0</inkml:trace>
  <inkml:trace contextRef="#ctx0" brushRef="#br0" timeOffset="89724">30677 11833 22049,'0'-3'4056,"0"0"-2992,0 3-991,-101-8-68,47 30-386,13-15 1,-7-1 0,9 7 377,12 14 0,7 5-25,4-1 0,3 1 188,-1 29-277,16-4-40,14-9-73,15-9 57,-1-14-245,1-14 1,4-4-451,21-2 252,-12-4 0,1-3-369,-5-2 1,-1-2 528,2-3 0,0-2 408,-2-1 1,-1-2 217,-1-1 1,-3-1 143,16-10 347,-20 4 0,-3-3 263,1-12-518,-9 10 0,-2-1 300,-2-17-129,-7 3-163,-5 5 674,-4 7-920,0 12-56,-1 8-84,0 6 556,-1 4-567,0 2 0,-3 1 0,-3 2 11,-1 2 11,0-2 6,0-1 11,-1 0 33,2-2-38,0-1 5,-10 0-45,7 1 0,-18 7 0,17-2 6,-19 18-17,13 1 6,-9 15 11,8 2-29,5 2 7,6-3 10,10-7 7,6-8 94,11-13-22,10-14-62,-4-5 62,17-22-5,-15 0-18,-5 0 1,0-2-3,-5 0 0,-3 0 13,11-20 186,-6 1-118,-14 32-56,1-1-77,-4 12-7,-2 6 0,-1 4 0,-9 22-35,-1 6 38,2 0 0,2 1 13,-2 10-10,9 17-12,7-36 19,18 13-13,0-22 0,14-1 0,18-28 0,-16-1-367,-6-3 0,0-5 363,-9 3 1,-2-4 3,7-8 0,0-4-6,0-5 1,-2-4 11,-5 1 0,-1-3 0,-1 2-767,1-3 0,-1-2 761,-3 1 0,0-3 0,-3 3 0,-5 3 0,-2 1-245,1-8 0,-3 1 245,-5 9 0,-5 3-1242,-4 6 1,-2 4 1241,-7-3 387,-8 12-387,7 26 1029,-8 15-1029,-6 22 0,13-11 0,2 3-76,-2 9 0,3 2 76,1 7 0,3 2 961,2 5 1,3 1-962,3-1 0,4 1-17,6-16 0,2 0 0,1-3 28,-1 1 0,5-2-28,14 15 1,8-9-234,-6-27 0,2-6 244,7 5 1,2-5-9,12-20 0,-1-8 2,-19 4 1,0-5 0,6-8 0,2-6 0,-2-3 7,-7 0 0,-3-3 0,1-2 28,5-5 1,2-3-1,-3-1-478,-3-4 1,-1-1 0,-4-1 460,-6 8 1,-3-1 0,-3 1 1,-2 1 0,-2 0 1,-3 0 86,-2-16 1,-5 1-97,-4 8 0,-3 3 0,-1 9 0,-2 4 937,-7-11-1005,2 25 527,6 19-442,-7 22-34,-3 22 8,6-9 1,0 3 557,-1 10 1,1 3-556,4-3 0,1 2 1,1-2-7,-1 4 1,2 1-25,2 4 1,2 4 0,1-8 29,3-18 1,1-1-12,2 26 0,3-3-22,12-3 553,9 2-722,23-22 63,3-19 100,4-13 20,-24-8 0,-1-4-455,20-17 480,-1-3 36,-22 3 0,-5 0-8,-7 3 28,2-15 12,-31 32 627,-11 6-695,4 5-17,-10 16 12,20-5 5,-2 14-17,12-8 0,18 9 11,-3-11 268,14-5 1,5-7-230,14-15 6,-5-7 1,-1-5-1,2-12 50,-17 1 1,-5 1-34,-11 13 28,3-8-78,-13 21-34,-1 4 56,-3 16-34,-3 15-11,1 5 1,-1 2-7,-3 21-368,1-7 1,-1 2 250,1-12 0,-1 3-648,-1 5 1,-2 5-1,0-3-2117,-1 5 1,0-1 2904,0-4 0,-1 3 0,2-10 0,-2 3 0,0-2 0</inkml:trace>
  <inkml:trace contextRef="#ctx0" brushRef="#br0" timeOffset="91510">3623 14582 24038,'-17'-46'441,"0"1"0,1 0 1,-3-2-1,-1 1 1,3 12-297,1 11 63,-18-4-192,19 28 24,-16 30-35,17-3-11,-1 18 1,3 3 5,2 3-705,3 10 0,3 1 699,6-27 1,4-3 13,9 21 1,5-5 7,5-7 36,30-19-13,-35-34 45,-1-13 0,-1-6 6,-4-6 86,-1-10 1,-3 0-65,-4 3 61,-1 1 1,-2 2-45,-3 11 78,1-14-202,-1 34-16,0 15 0,2 12 2,1 19 1,1 7 3,2 12-206,-3-8 0,0 10 0,0-4 205,-2 4 1,-2 1 1,0-1 1,-1 4-1,-2-1 0,0-4 0,-2-2 1,-1-2-10,1-8 0,0-2 0,-3 2-36,-3 2 0,-2 4 0,-2-2 0,1-4 23,-10 9 1,-1-3 12,2-6 0,-1 2 0,0-9 196,3-10 1,-2-10-144,-24-21-29,29-15 8,3-22 1,4-9-20,9 5 0,5-5-446,1 2 0,3-5 1,1 3 428,2-8 0,6 1-114,8 0 1,6-3-1,1 4-56,-6 17 1,1 3-1,3-1-136,9-13 0,5-2 0,-1 4-159,-4 12 0,-1 4 1,1 2-199,0 2 1,-1 2 0,-1 2-117,6-3 0,0 2-2198,13-4 0,-3 3 1012,-4 2 957,-7 6 0,-4 2 1870,-18 8 6166,-8 2-5079,-16 7 1535,-22 9-2755,12-3 2385,-22 14-2755,22-10 588,-14 13-785,20-13-55,-2 4 16,14-8-10,8-3 16,10-2-17,9-9-17,7-6 29,2-11-35,-8-1 136,4-25-169,-20 18 42,-1-7 0,-2-3 31,-4-6 11,2-15-16,-8 30 111,-7 10-179,2 15-16,-14 4-23,8 8 39,-18 27-28,15-8 3,-1 12 0,2 4-19,3 20-303,3-15 1,2 2 299,5-7 0,4-1-9,3-3 0,2-2-87,5-5 1,4-4 97,28 10 12,8-18 5,4-22-11,0-17-268,-28 1 1,-3-2 267,18-21 5,-16 11 1,-2-4-20,-5 5 0,-1-5 32,-2-2 1,1-4 0,-3-1-415,-2 5 1,-2-1 0,0-1 406,0-8 0,-1-2 1,-2 3-7,0-1 1,-3 1 55,0-15 1,-2 4 5,-1 6 248,-4 9 0,-3 4-225,-1 18 55,-3 0-179,3 24 531,0 17-491,1 24-6,1-10 0,1 3 452,-1-3 0,1 2-467,2 6 0,0 4 0,1-1-523,1 7 0,1 1 317,0-3 1,1 5 0,0-5-133,0 2 1,1-2-1585,-1-2 1,0 2 0,-1-4 1936,0-7 0,-2-2 0,3 8 0,-2-5 0,-2-12 0</inkml:trace>
  <inkml:trace contextRef="#ctx0" brushRef="#br0" timeOffset="91690">4578 14566 22380,'0'-7'1672,"8"-23"0,6-5-1510,9 2-148,1-7 0,3 1-19,11 11-102,-4 13 1,3 3-443,15 2-336,-15 4 0,1 3-11,18 9 1,-25-4-1,-9 5 1</inkml:trace>
  <inkml:trace contextRef="#ctx0" brushRef="#br0" timeOffset="92340">5343 14304 12455,'-3'8'9045,"1"-1"-7627,2-7 1371,0 0-2022,-7-28-386,5 15-67,-5-21-85,7 23-66,0 4-46,0 1-33,0 3-16,0 1 178,-1 1-257,0 5 22,0 6-17,3 10 1,2 2-7,10 16 1,4 3 23,8 10-176,-2-5 0,1 0 153,8 8 5,-9-4-50,-11-2-62,-18-4-145,-15-6-599,-27-8 442,12-14-465,-23-11 145,24-19-3187,-8-25 3871,18 4 30,13-5 0,4-2 233,3 2 78,2 3 1,1 1 415,2 0 212,0-2-347,0 16-163,0 10-375,-1 8 3197,-1 8-3208,-4 11-2843,-7 24 2815,1-6-6,1-3 0,0 2-429,-9 20-613,7-18 1,-1 2 1058,-1 4 0,1-3 0,-3 7 0,3-8 0</inkml:trace>
  <inkml:trace contextRef="#ctx0" brushRef="#br0" timeOffset="93264">6879 14590 26743,'-1'-41'473,"0"0"1,-1-22-502,2 57-79,2 17 118,1-1 17,9 18-22,5 0 22,16 9-28,-7-13 11,24-3 0,-28-17 12,20-11 44,-20-9 17,4-24-22,-11 8 33,-11-3 0,-4 1-39,-5 1-6,-2 1 1,-3 1 72,-8-5 39,-6-3-106,8 18 0,-1 8-39,5 21 0,-9 11-39,-6 16 13,7-3 1,0 1 8,-6 16-9,9-4 1,4-1-48,7-5-137,8 4 0,5-1-71,8-8-374,16-1 0,7-3 128,8-11-1248,-6-11 1,8 0 0,-5-4 1354,-9-4 0,-1-4 173,8 0 0,5-3 0,-5-2-143,-1-6 0,-3-3 496,6-4 1,-2-4 517,-3-6 1,-5-1-110,7-12-23,-21 14 1,-3-1 677,6-15-840,-5 9-1801,1-7 1700,-13 32 1841,1-4-2008,-6 14 472,0 3-535,-2 5 100,-8 12-72,-19 22-27,4-5 2,-2 0 1,-1 0 3,1-5 1681,3-4 1,1-1-1677,1-5 212,-1 0-227,12-12-13,6-6 0,4-10 0,0 1 0,1-8 0,1 6 0,3-5 0,0 6 0,3-2 0,-3 7 0,4-1 0,-2 4-500,12 1-54,-7-1-3944,22 0 4498,-15 0 0,2 1 0,-12 0 0</inkml:trace>
  <inkml:trace contextRef="#ctx0" brushRef="#br0" timeOffset="93626">7658 14434 16852,'-6'-7'5534,"2"1"-5081,4 6 1121,0 0-1484,-5-30 139,4 21-162,-5-22 90,6 31 95,0 0-868,8 0 73,-4 2-1619,9 2-7669,-7 4 8538,-1-2 1,-2 1 0,-3-6 0</inkml:trace>
  <inkml:trace contextRef="#ctx0" brushRef="#br0" timeOffset="93758">7647 14417 5739,'-2'-2'0,"0"0"0</inkml:trace>
  <inkml:trace contextRef="#ctx0" brushRef="#br0" timeOffset="94340">7705 14393 18431,'3'-5'5988,"-2"1"-3350,-1 4-2420,25-48-100,-29 51-29,10-26-55,-40 68-29,14-18 1,0-1-6,-14 20-53,9-11 0,1 0-672,-8 14 207,10-14 0,0 0-1818,-8 13-4760,7-11 4653,8-17-4765,6-14 6122,6-11 2799,1-24 1547,3-4 559,1-23-1063,1 2-756,2-7 2680,2 1-3482,1 4-335,-1 12-241,1 13-404,-4 16 45,-1 9-201,1 13 11,5 12-23,7 21 1,9 17-51,-4-6-20,-2-9 0,0 1-319,-3-13 1,0 0-553,8 12 1,2-1 890,2-8 0,-1-4 0,3 5 0,-1-11 0</inkml:trace>
  <inkml:trace contextRef="#ctx0" brushRef="#br0" timeOffset="94740">8060 14375 27527,'-17'-13'51,"9"8"-18,28 32-16,5-6 17,2-6 10,2-8 1,1-11 11,0-8 11,-4-10 51,-6-7-6,-8-6-67,-7 5 128,-15-17-21,-3 19-12,-13-9-83,-2 23-57,-3 13 0,5 7 0,-11 24 0,15 5 0,7-6 0,1 3 0,5-1 0,4 2 0,3 10 0,3-1-588,4 17 453,6-19 0,6-4-1377,21 6 1512,-8-18 0,-1-1 0,6 1 0,-3-8 0</inkml:trace>
  <inkml:trace contextRef="#ctx0" brushRef="#br0" timeOffset="96493">8771 14368 17322,'1'-7'3075,"0"-24"0,-1-6-2145,-1 10-748,2-9 0,-2 3 686,-3 15-705,1 12-18,-4 2 1,-3 15 22,-20 26-118,4-2 17,-5 8 1,0 3-326,2 0 292,0 6 0,2 1-34,12-9 8,6 0 0,6-2-8,11-11-17,11-2 1,6-5-18,6-9-123,12-6 1,3-5-46,-1-9-1865,8-9 0,1-3 1775,-9-5 62,3-8 1,-4-1 201,-11 1 64,-1-4 1,-3 0 25,-9 4 80,-3-1 1,-1 1-14,-7 6 456,6-21-327,-9 24 128,6-9-302,-7 17 3476,2 2-3386,-6 10-124,-5 11 18,-7 16-52,-1 0 9,0 5 1,-1 0-21,2 0 6,0 3 1,0 0-7,4-8 7,-2 23-12,7-34 61,5 5-22,0-16 68,10-10-79,-3-1 17,12-13 11,3-6-34,-5 5 68,12-14-34,-18 19 16,2-5-27,-11 12 56,-2 5-62,-2 3 73,-1 1-56,-3 0-50,2 0 22,-4 0 0,5 0 0,-1 0-28,-1-2-11,-1-3-40,-1 0-33,-1-3 11,2 2-162,-3-1 174,2 2-96,-4-5 78,3 2 51,0-3 28,2 3 23,3-7-12,0 8 56,2-14-39,-1 13 84,2-10 6,-1 11-1,-2-4-61,1 7 107,-1 1-85,0 2-61,-2 6 39,-8 16-28,0-1 39,-11 28 17,-1 7-37,11-26 1,0 2-321,-2 4 0,2-1 284,1 9 1,3 1 16,22-9-28,9-7 0,24-7-6,11-26-244,-24-4 0,0-2 256,23-14 33,-16-1 0,-2-2-28,0-3 39,-2-6 1,-1-3 33,-3-9-51,-12 13 1,-3 0 6,1-10 562,-8-10-602,-9 26-51,-2-7-133,-1 22-332,-1 9-32,1 6-3556,1 18 4104,-1-3 0,0 4 0,0-11 0</inkml:trace>
  <inkml:trace contextRef="#ctx0" brushRef="#br0" timeOffset="96840">9891 14639 25208,'23'-58'627,"1"0"1,0-1-1,-1 4-588,-8 23 1,-1 0-666,2-5 0,1-4 0,-1 2 682,0-6 0,-1 0-4,-1 2 0,1-3 1,-2 2 67,-2-10 1,-2 4-4,-3 4 1,-2 3 620,-3-17-447,-9 12 127,0 33-373,-5 6-6,1 24-15,-3 21-24,1 3 28,2 10 1,0 5-29,2-10 0,1 3 0,0-1 0,-1 5 0,1-3 0,0 2 0,0 0-14,1 1 1,-1 3 0,1-3-141,2 2 0,2 0-199,-1-5 0,0 3 0,3-4-986,3 4 1,3-3 1338,3-8 0,0-3 0,3 2 0,1-16 0</inkml:trace>
  <inkml:trace contextRef="#ctx0" brushRef="#br0" timeOffset="97023">9988 14401 26099,'-13'-40'7,"1"-1"1,3 4 0,11 10-580,42 26-901,17 6-1106,-23-1 0,0 2 1728,-3-1 1,-2 1 0,12 2-1,-22-3 1</inkml:trace>
  <inkml:trace contextRef="#ctx0" brushRef="#br0" timeOffset="97759">10660 14284 27298,'-46'-2'270,"0"0"1,5-1 0,9 7-221,19 16-39,8-3 0,13 11-16,8-11-1,14 6 17,5-11-5,3-6 5,-4-9 23,-5-7-17,-9-10-6,-8-8 17,-6-5 50,-11-7-55,0 15 27,-11-2 23,0 20-12,-7 2-16,-2 12-28,-4 14-17,11-1-17,-2 20-16,17-4-57,12 13-123,13 1-274,16 0 92,-16-28 0,3-2-174,2-1 0,3-3 249,4-2 1,2-3-177,7-2 0,3-4 221,-4-4 1,2-2 0,-2 0 18,3-1 1,-1-2 347,14-5 1,-5-4 355,-4-12-17,3-10 247,-17-1 341,-9-3-750,-13 15 229,-25 1-363,-3 19 100,-38 8-22,-8 13-435,20-4 0,-1 3 244,0 0 1,1 4-23,4 2 0,6 3 486,2 22-497,29-7-39,36-12 11,20-18 13,-12-12 1,0-2 13,-12 0 1,-1-1 28,14-7 0,-3-5-15,-14-6 1,-3-2 20,18-17 13,-16-8 1,-5-2-773,-4-3 781,-2 0 0,-1-4 11,-6 19 0,-2 1 28,2-7 0,-1 0-6,-2 6 1,0 3-79,-1-25 0,-2 30 777,-5 11-777,-1 22 0,-8 17 0,-7 17 0,-1 6 0,0 3-199,4-11 0,1 3 199,-2 14 0,-1 7 0,3-5-615,5-12 0,1 0 615,-1 10 0,0 5 0,4 0-381,5-7 0,3-1 0,1-1-765,-1 12 1,4 0 1145,1-10 0,2 2 0,0-10 0,4-2 0,1-1 0</inkml:trace>
  <inkml:trace contextRef="#ctx0" brushRef="#br0" timeOffset="98507">13291 14561 20811,'21'-53'1084,"0"0"1,0 1-1,-1 1 1,0 3 0,-5 11-738,-4 16 174,-1 3-443,-11 19 79,-10 17 0,-18 34-129,5-8-6,2 3 0,4 3-11,10-18 1,2 0-7,-3 5 1,3 1-17,8 2 0,4-4-1,3-2 23,9-5 1,3-5-1,4-13-3,7-11 1,1-5-9,-2-8 22,4-12 1,-2-5 5,-5-2 16,1-8 1,-3-1-17,-6 5 53,-3-2 1,-3 2 13,-6 9 112,-1-12-185,-6 31 46,-10 16-57,2 5 0,-16 37-5,12-21-4,2 5 1,2 1-8,2-5-12,12 31 17,0-39 11,25 11-5,-13-25 10,30-14-4,-24-5-7,4-9 1,1-4 16,6-14 3,-9 8 1,-2-1 18,6-12 12,-13 8 0,-3 1-43,-2-2-13,-4 0 0,-2 1 0,-5 6 0,-3-4 0,-2 23 0,-1 9 0,2 5-791,3 16-144,5-7 935,35 22 0,-26-25 0,21 7 0</inkml:trace>
  <inkml:trace contextRef="#ctx0" brushRef="#br0" timeOffset="99294">14562 14115 23198,'-2'-6'3293,"1"1"-1758,1 5-1160,1-60-258,-1 52 18,-4-29-117,-1 66-18,-9 13 0,-4 3 0,-5 9-682,3-9 1,-5 7 0,3-5 681,5-14 0,-1 1 0,-7 14 0,-3 7 0,3-6-494,6-7 1,1-3 493,-5 8 0,3-2 0,4 13 0,22-37 0,1-6 0,35-37 0,-1-15 274,-9 6 0,0-2-274,-9 8 0,-1-2 0,10-14 0,-4 2 1062,0 0-1062,-5 6 0,-1 2 0,-8 14 0,4 2 0,-11 18 0,9 23 1421,0 3-1421,10 17 0,-8-14 0,17 10 0,-17-24 0,26 5 0,-24-21 0,29-15 0,-18-8 0,-4 1 0,1-3 0,3-7 0,4-5 0,-8 2 0,-13 15 0,9-15 0,-19 23 0,1-3 0,-5 9 0,-2 0 0,1 4 0,-2-1 0,-1 3 0,2 1 0,-1 8 0,3-3 0,2 12 0,1-11 0,6 6 0,-3-10 0,11-2 0,-9-6 0,16-13 0,-6-2 0,8-9 0,-3 3 0,-2 2 0,-6 7 0,-3 0 0,-8 9 0,-4-2 0,-10 6 0,-11 1 0,-9 5 0,-8 6 0,5 3 0,6 5 0,0 3 0,-10 19 0,11-9 0,2 2-198,6-2 0,4 1 198,3 1 0,3-1 0,-2 19-289,16-18 0,7-2-613,30 5-1019,2-11 0,6-3 1921,2-9 0,-1-4 0,-11-2 0,-4-2 0,14 0 0</inkml:trace>
  <inkml:trace contextRef="#ctx0" brushRef="#br0" timeOffset="99917">15564 14476 24144,'34'-51'868,"0"0"0,-4 6 1,-2 7-528,0 11-89,-11 17 129,-12 33-280,-10 1-12,-4 6 1,-3 5-34,-3-6 0,0 0-397,-4 10 0,0 2 366,-1-1 0,2-1-1511,1 5 1,3-3 1485,-4 12 0,6 0 28,15-38 11,7-6 6,8-17 390,9-15-351,8-17-16,-8 5 0,-1-3 1244,-6 11 0,0-1-1312,13-16 0,2 2 0,-9 14 0,2 3 0,8-4 0,3 2 0,-4 5 0,2 4 0,2 5 0,-2 5 0,10 2 0,3 19 0,-26 12-3138,4 25 3138,-10-11-1535,-8-4 0,-1 0-1837,-1-4 2928,3 20 1,-7-36 0,-1-2 0</inkml:trace>
  <inkml:trace contextRef="#ctx0" brushRef="#br0" timeOffset="100511">17252 14490 22045,'5'-61'864,"0"-1"1,-1 16 0,0 5-266,2-6-504,-3 37 1042,4 3-1131,-2 12 386,19 26-381,-8-7-6,2 2 1,2 3 179,9 14-241,-7-12 0,2 0-22,8 10-96,12 3 665,-19-29-558,6-4 56,-4-19 28,11-28-6,-11 1-919,5-10 1,0-1 918,1-3 13,-7 13 0,4-5 1,-4 7 37,7-9-149,-5 9 0,-4 5 126,-14 18 101,-31 38-84,-4 2-6,-3 4 1,-6 8-1,3-3-25,5-6 0,0 1-673,-4 5 0,-5 8 0,0 1 1,4-6 649,2 0 1,-1 2-12,0 1 1,-5 9 0,1-1 0,6-7-26,3-3 0,2 0-341,-2 7 1,-2 5-1,6-5-129,10-6 0,5-2-2458,5 11 0,6-2 2962,2-17 0,2-4 0,13 13 0,-8-32 0</inkml:trace>
  <inkml:trace contextRef="#ctx0" brushRef="#br0" timeOffset="101248">18280 14424 17731,'14'-42'1365,"1"0"0,-1 1 0,2-3 0,-5 4 469,-13-14-1615,-9 45 397,-41 24-459,20 3-6,-8 14 0,0 4-206,4 4 83,1 12 0,2 2-22,10-3 13,5 7 1,4 1-15,7-11-8,10-3 1,5-2-15,4-14-50,36 9 61,-22-32 6,8-11 0,0-6 6,-3-6 13,4-13 1,-2-4 8,-7-4 22,-1-11 1,-4-2-23,-7 2 19,-4-10 1,-2-1-14,-5 6 38,-1-3 1,-1 1-34,-1 13 113,1 7 1,-2 4-114,-1 16 343,-1 1-393,-11 32 22,-8 16-6,0 3 1,-1 1-12,6-9 1,1 1 86,-10 25 0,5 2-263,13-17 0,6 0-118,7 11 1,4-2 184,0-15 1,6-6-147,24-5 1,5-9 170,2-11 67,11-12 1,1-4-281,-5-7 373,-17 2 1,3-6 0,-5 3 25,8-12 86,-2-7 0,-4-1-37,-9 5 101,-4 1 1,-2 1-90,-8 13 100,1-8-229,-16 25 45,-15 18-50,4 1-7,-16 42-21,16-23-4,2 5 1,2 1 2,4-5-8,6-1 0,3-1 3,4-9 11,24 12 0,-14-28 360,30-8-343,-17-15 11,16-14 33,-9-7 40,-2-7-56,-10 6 22,-10 7 0,-2 0-22,-2-3-9,-1 0 1,-3 2-31,-2 8-23,-1-12-50,-3 27-6044,-17 5 6111,5 9 0,-7 2 0,11-3 0</inkml:trace>
  <inkml:trace contextRef="#ctx0" brushRef="#br0" timeOffset="103160">20948 14302 22179,'11'-46'1267,"-1"0"1,0-9 0,-5 4-731,-11 6-335,-4-8 207,-29 26-253,-1 24-103,7 6 1,-2 5-24,2 7 1,0 5-1135,-3 8 1,2 2 1103,8-4 0,0 2 2,-7 22 1,3 1 3,3 4 1,13-15 1,1 6-1,4-7-23,7 12-46,13 2 0,7-3-16,11-12-37,4-7 1,8-3-155,4-12 0,2-7 193,0 1 1,3-4-176,6-5 0,-2-5 295,-15-5 1,-4-4 53,-6-3 0,-3-2 3,6-12 174,-6-13 1431,-17 15-1510,0-7 778,-8 17-682,-4 6 414,-1 8-667,-5 8 0,-2 9 12,1 12-40,2 6-28,6 4 23,11-2-29,12-3-5,14-9 6,10-10 22,-6-8-6,-6-10 1,-2-2 16,0-4-1682,6-10 0,-2-3 1671,-10 0 17,-1-2 0,-2-2 16,-7-12-16,1-13 6,-7 10 49,-4-16 7,-3 26-6,-1-10-34,2 22-21,1 9-18,4 8 3392,5 3-3392,9 5 0,22 1 0,-11-1 0,22 0 0,-21-2 0,6 0 0,-14 0 0,-5 4 0,-15 4 0,0 7 0,-6 0 0,-7 15 0,2-4 0,-5 12 0,5-4-13,6-1-26,2-8-174,14 5-151,5-15-392,26 2 482,-15-12-202,17-11 185,-18-6 179,6-11 101,-4-6-3309,1-4 3388,-14 10 111,-2-2 28,-15 15 23,-4-1 44,-4 5 140,-8 2-285,3 3 3459,-6 1-3504,8 2-33,-1 2-23,4 3 11,6 4-39,3-3-34,23 3 29,-8-8-12,24-1 28,-11-10 6,5-8 5,-5-10 51,-5-8-23,-7-7-33,-7 6 106,-6-18-50,-9 20 50,-12-16-95,2 28 23,-15 4-18,3 20-20,-10 11-13,-2 13 0,14-2 0,2 3 0,-6 13-32,11-8 1,3 2-109,8 16-34,4-19 1,5 1-1946,11 5 0,4-3 1817,16 14-659,15-16 0,5-6 341,-27-16 0,2-2 80,8 0 1,5 1 0,-3-4-111,1-3 0,-2-4 546,8-2 1,1-3 265,-7-2 0,-2-4 454,1-10 1,-4-2-12,11-11 30,-19 7 1,-5-1 485,-3-10 55,-6-19-896,-14 21 145,-25-9-106,-9 23-128,-14 0-152,8 11 0,-12 12 3138,23 16-3205,-13 21 17,22-6 694,2 23-706,11-15 14,7-6 1,2-1 8,3 5 6,10 5-12,11-32-5,-8-5 34,11-3-18,6-17 18,-6-4-3371,19-18 3365,-24 12 78,2-17-55,-21 25 72,2-10 0,-8 19-40,-4 2-55,-1 8 3399,-13 18-3416,8-6-3392,-8 29 3392,12-22-23,15 23 23,2-28 0,41 8 0,-20-18-3,3-3 0,1-4 9,17-12-6,-13-4 0,-2-3 0,12-15 0,-17-5 0,-5-4-225,-10-4 225,-4-2 0,-2-3 0,-6 11 0,-1-1 0,0 0 0,1-3 0,-1 3-206,0-2 0,0 1 206,1-9 0,-1 6 3065,-2 9-3065,-1 10 30,-3 18-30,-10 34 317,3-3-317,-5 16 0,-1 2 0,-1 6 0,-1 13 0,1 5 0,6-20 0,2-1 107,-2 8 1,2 3-108,2 11 0,3-3 0,0 2-365,1-7 1,0 1-924,0 3-205,-1-26 1,4-2-8339,18 16 8142,-9-23 1,10-14-1,-18-11 1</inkml:trace>
  <inkml:trace contextRef="#ctx0" brushRef="#br0" timeOffset="103673">23386 14258 23170,'-19'-51'470,"1"1"0,0 9 1,9 8-145,27 9-343,-1 20-134,45 8 67,-26 3-87,11 4 1,2 2 18,-2 0-50,2 0 1,-1-2 196,-5-4 78,11-1 48,-33-9 254,-5-12-33,-10 4 392,3-14-420,-7 16 531,-2-5-660,-4 12 241,-10 2-342,4 4 45,-12 11-107,14-4 17,1 20-28,12-17 12,14 15-18,20-13 12,4-3-11,1-7 11,-8-15 50,-7-17-45,-6 2-3291,2-32 3309,-19 30 83,0-23 90,-19 23-135,2 6 174,-33 6-168,18 15-11,-7 5 1,0 3-74,3 5 0,0 8 0,1 3 0,9 3 0,2 9 0,4 2 0,7 0-37,7 7 0,4 1-103,9-3-180,13 5 1,6 0-674,9-7-606,-2-13 1,8 2 0,-3-5 1598,-3-6 0,-1-4 0,7 5 0,-3-2 0,-4-6 0</inkml:trace>
  <inkml:trace contextRef="#ctx0" brushRef="#br0" timeOffset="104240">25910 14339 21125,'6'-58'1187,"0"-1"1,-3 13 0,0 0-1,-1 6-812,-5-5 17,-1 7 0,-1 4-257,-2 15 38,-16 3-128,10 21 90,-34 32-113,20-9-677,-8 14 0,-1 2 660,4 2-25,-3 6 1,4 2 8,18-23 0,4 0 76,-3 12 1,4-2-77,14 5-23,26-7 17,8-25 51,-7-12 0,0-4-29,12-7 37,-8-18 0,-5-6-14,-10-1-14,-3 3 0,-4-2 42,-6-16 6,-6-13-40,-3 11-75,-6 15 0,-3 6-205,1 17 762,-8 2-1842,16 34-1628,11 12 2966,17 8 0,-10-19 0,6-3 0</inkml:trace>
  <inkml:trace contextRef="#ctx0" brushRef="#br0" timeOffset="104691">26367 13870 26222,'2'-37'322,"0"-1"0,5-6-226,0 73-1,3 28-28,-6-21 0,-2 2-588,-3 6 1,-3 1 556,1-8 1,-2 1 52,-11 20 1,-4 0-57,4-19 1,-1-2-9,-8 16 0,0-2-14,9-22 1,0-2 305,-18 23-200,19-32-5,0-3-50,15-27-34,5-4 11,18-35-33,-6 19-1228,5-8 0,3-1 1239,8-7-14,-9 15 0,3 1 22,1 8 0,1 5-47,30-3 22,-2 20-34,-7 26-185,-13 19 225,-4 11-23,-9 4 34,-12-2-17,-22-9-34,-21-8 40,-23-11-4,20-18 1,-2-4 5,-4-2 1,-1-3-46,1-3 1,2-4-169,3 0 1,3-4-944,-15-12 51,23 3 1097,31-9 0,-2 19 0,12-6 0</inkml:trace>
  <inkml:trace contextRef="#ctx0" brushRef="#br0" timeOffset="105124">26978 14280 26631,'-33'22'471,"1"5"-415,0 15-34,9-8 23,-6 10 5,13-19 29,-5 5 133,12-19 40,4-13-212,6-5-1,2-8 45,13-19-3359,12-15 3309,0 3-44,-3 11 1,0 3 65,-3 7 56,18-16-73,-23 29 34,9-1-45,-10 15-17,7 24-22,-12 0 19,-4 5 1,-3 3 2,-1 29-8,-6-8 0,-1 3-3,1-18 0,-1 1 0,-6 5 0,-2 2 0,-2-5-74,-11 13 71,-5-7 0,-6-2-25,4-21 0,-3-3-342,-7 4 0,-3-4 148,4-5 1,1-6-1172,6-10 0,3-6-1021,-2-8 2414,15-20 0,17 18 0,1-1 0</inkml:trace>
  <inkml:trace contextRef="#ctx0" brushRef="#br0" timeOffset="105325">27119 13791 23943,'29'42'0,"-6"-9"0</inkml:trace>
  <inkml:trace contextRef="#ctx0" brushRef="#br0" timeOffset="105697">27309 14251 26777,'45'-40'52,"0"0"0,-10 8 1,-3 3 42,7-11-34,-27 24 96,5-13 22,-16 18-22,-11-2-118,1 7 73,-20 3-67,14 6 17,-12 5-6,7 4 17,-10 14-51,11-6-5,-8 31-12,20-25-21,-3 31-35,14-16-50,9 12-227,3-21 1,3-1-160,10 9-1079,3-14 1,2-4-597,-1-9 2162,6-5 0,-3-2 0,-13-5 0,12-1 0</inkml:trace>
  <inkml:trace contextRef="#ctx0" brushRef="#br0" timeOffset="106193">28058 14160 16308,'3'-7'6716,"0"2"-4806,-3 5-1535,0 0 415,-19-63-599,7 46-18,-8-17 1,-3 5-124,3 31 107,-26 16-101,26-3 39,-4 9 0,1 3-22,2 3 0,-2 9 0,1 3-34,4-3 6,1 7 0,3-1-34,6-7 11,4 1 1,5 0-18,6-10-8,11-1 1,5-2-71,24-7-541,-8-8 0,2-2 597,22-6 0,-8-9 0,0-3 17,5-4 4,-17-1 0,5-4 0,-6 0-7,-13 4 0,-1-3 14,13-12 0,5-6 1,-6-1 10,-3-3 0,-2-5 10,-6 2 0,4-6 1,-2-1-1,-4 5-10,3-8 1,-5-1 34,-7 10 1,-1-6-1,-2 1 1,-4 6 37,-5 4 0,-3 2-48,1-8 1,-2 1 115,-7-5-113,-4 27-39,-5 5 45,-3 19-45,-14 28-16,-1 17 6,13-10 1,-2 8 0,4-3-5,1-4 1,2 1-226,1 6 1,-1 4-1,4-2 219,5 4 1,4-3-26,1 2 1,1 0-54,3 4 1,2-2-99,8 7-529,-3-25 0,0-3-452,2-3 1411,24 10 1,-27-30 0,14-2 0</inkml:trace>
  <inkml:trace contextRef="#ctx0" brushRef="#br0" timeOffset="106341">28490 14146 25024,'-1'-42'70,"0"0"0,-3-21-633,39 55 0,9 10-854,1 2 382,7 6 1,-3 0 0,-18-2 0,17 7 0</inkml:trace>
  <inkml:trace contextRef="#ctx0" brushRef="#br0" timeOffset="106508">29041 14403 28636,'-19'-26'0,"-1"1"0,-11-16 0</inkml:trace>
  <inkml:trace contextRef="#ctx0" brushRef="#br0" timeOffset="109498">30164 14053 14930,'2'-7'5389,"-1"1"-4006,3-57-503,-5 38-533,3-12 0,-1 3 213,-3 21-224,-1 8-73,-2 4 34,-8 9-17,-11 7-56,-13 12-38,-13 10-91,21-14 0,0 1-354,-3 3 1,1 2 311,1 1 0,2 0-28,4 1 1,4-1-10,-5 26 18,28-7-23,27-12-6,-3-22 1,4-3-274,8-4 0,3-3 296,5-5 0,0-5 53,-1-3 0,-1-5 34,-5-4 0,-4-5 30,-7-1 1,-6-4-1,-6-2 1,-5-1-31,-4-2 0,-6-1-110,-4 0 0,-3 0 96,-13-27-22,-9 11 547,-2 15-626,-1 16 17,-1 16-79,-2 17-100,-1 16-174,4 15-431,8 9-1289,13 4-6401,21 2 8457,8-10 0,-2-21 0,-3-14 0</inkml:trace>
  <inkml:trace contextRef="#ctx0" brushRef="#br0" timeOffset="109715">30953 13918 23002,'16'-54'1219,"0"0"0,-2 7 0,-6 8-872,-14 14-190,-12 21-50,-13 27-77,11 0 1,0 5-685,-3 11 0,1 5 662,-2 9 1,1 4-11,7-15 0,2 1 0,0 3-47,-1 14 1,2 4-1,1-3-438,4-17 1,1-2 0,0 3 333,2 2 0,1 5 1,1-1-1,2-3-445,2-3 1,2-3 0,0 1-1227,-1 10 0,0 1 0,0-2 1824,2 12 0,0-6 0,-2-19 0,-1-6 0,-1 1 0</inkml:trace>
  <inkml:trace contextRef="#ctx0" brushRef="#br0" timeOffset="109832">30394 15217 19860,'-8'-48'687,"1"0"0,0 1 0,-1-1 0,-1-5 0,1 2 0,9 2-592,11 3 0,8 2 0,3 1-1209,1 4 0,3 1 1,3-1 1058,-2 3 0,2-1 1,2 0-1,2 1-87,1 1 1,1 2 0,2 0 0,2 1-2317,6 0 0,2 0 1,0 2-1,-4 2 2064,-3 3 1,-3 2 0,-1 2 0,20-7 0,-12 6 0,-28 15 0</inkml:trace>
  <inkml:trace contextRef="#ctx0" brushRef="#br0" timeOffset="110715">4170 16291 24340,'-51'-17'316,"0"0"1,7 15 0,-1 7-1,6 7-229,2 19 0,3 9-1189,-1-3 0,-2 4 0,1 1 1106,5-1 0,1 1 0,3 1-57,2-1 1,1 1 0,3-2-27,-3 5 1,8 1-499,13 10 0,11-4-374,8-20 1,7-4-2795,14 12 1,5-5 3744,-2-15 0,-1-6 0,16 4 0,-22-13 0</inkml:trace>
  <inkml:trace contextRef="#ctx0" brushRef="#br0" timeOffset="111065">4425 16863 26452,'-27'-4'364,"12"-4"-358,37-3-1,18-11-2,-13 6 0,1-3-12,5-4 1,1-3-711,3-5 1,1-2 718,1-6 0,-1-4 3,0-6 0,-1-4 2,-13 16 1,-2-3 0,-1 0 3,-1-2 0,-3-1 1,-1 0 10,-3 1 1,-1 0-1,-1 1 25,0-16 0,-3 3 27,-4 8 1,-3 3 462,-8-18-378,-8 25-45,-13 22-106,-1 24-34,-1 7 42,8 8 0,1 5-610,-3 7 0,1 4 581,2-4 0,0 3 0,1 2-21,-1 4 1,1 2 0,3 2-79,1 1 0,3 0 0,2 1-191,4-2 1,3 0 0,5-1-417,4-3 1,5-1-1,5-2-1789,6-4 1,4-2 0,3-3 2177,17 8 1,0-7 0,-11-11 0,-2-5-1,10-1 1</inkml:trace>
  <inkml:trace contextRef="#ctx0" brushRef="#br0" timeOffset="111699">5783 16559 20224,'0'-5'5926,"0"1"-5456,0 4-190,-72-25-95,26 33-132,-6-11 0,0 4-31,23 16 1,4 6-17,-17 22-37,24-15 0,5 0-19,-2 12-57,9 12 23,18-27 17,8 0 33,12-13 46,6-15 27,0-15 34,0-13 11,-6-9 28,-4-6 112,-4-10-146,-11 17 124,-4-5 33,-7 25-62,-2 4-105,0 8-46,-2 8 28,-9 16-50,-1 6 34,-4 15-45,6 0-40,13-2 7,12-5-1,17-5 0,15-11 0,11-8 34,-8-11 25,-14-8 0,0-3-8,11-16-210,-15 6 0,-2-3 260,7-23 17,-12-8-20,-17 27 0,-1-2-5,-2 0 1,-2 0 108,1-29-44,-2 8-113,-1 14 0,-2 14 0,0 13 0,-2 7 0,1 5 423,-1 7-423,-2 9 28,0 15-28,1 11 0,7 9 0,14 1-652,19-2 652,-9-26 0,5-3 0,4-1 0,2-1 0,1-2 0,0 0 0,-6-2 0,-2 0 0,9 6-461,-32 16-423,-29-5-139,1-7 1,-3-1 1022,-6-2 0,0-3 0,-5 6 0,6-9 0</inkml:trace>
  <inkml:trace contextRef="#ctx0" brushRef="#br0" timeOffset="112040">6830 16200 28054,'-31'-21'100,"6"11"-77,29 35-23,6 7 33,24 15-33,-4-14-287,0-7 0,3-2 275,-4-5 1,0-2-9,8 6 1,-1 1 13,-3-2 1,-3 1-57,9 21 121,-33-3-658,-50 3 151,4-16-488,0-12 1,-1-4-7075,-14-6 8010,-2-4 0,24-3 0,16-3 0</inkml:trace>
  <inkml:trace contextRef="#ctx0" brushRef="#br0" timeOffset="112215">6825 16251 27762,'-30'38'-34,"1"1"1,3-2 0,6 1-306,12-6 0,6-1-4831,7 30 3755,6-11 0,-4-26 0,-3-16 0</inkml:trace>
  <inkml:trace contextRef="#ctx0" brushRef="#br0" timeOffset="112374">7329 16627 24923,'3'-8'3506,"0"1"-3264,-3 7-242,0 0 0,1-45-897,-4 38 897,-4-27 0,2 41 0,-1 3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9T14:43:22.35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1043 2883 20593,'-7'0'1574,"2"0"-980,5 0 184,0 0-660,120-25-1654,-70 19 0,4-1 1537,-4 0 1,7-2-1,1-1 1,-2 2-2,3 2 0,-2 2 0,2-2-468,-8 1 0,2-1 0,-1 0 0,-4 0 469,-2 1 1,-3 0 0,1-1 2,9-1 0,0-1 0,-7-1-61,-12 1 0,-4-1 130,29-13-11,-33-3-12,-32-3 23,-24-4 72,-19-2 670,20 17 1,-2 2-564,1 1 0,-1 2 308,-23-8 3094,15 6-3296,15 6 71,15 3-378,7 4-46,13 2 23,16 4-5,22 7-18,-16-1 1,3 2-86,4 3 1,1 2 70,-1 4 1,-1 3-26,-5 2 1,-4 2-62,-8 3 0,-6 1-174,-8 0 0,-8 1-808,-8 1 1,-7-2 1076,-7 1 0,-3-4 0,-5 5 0,-1-9 0</inkml:trace>
  <inkml:trace contextRef="#ctx0" brushRef="#br0" timeOffset="1634">3560 2477 23248,'-5'-50'717,"-1"1"0,1 4 0,1 13-678,1 28-11,-1 12 34,-4 17-2146,-3 9 1,-1 3 2111,-6 22-19,4-15 0,-1 6 1,1-2-16,2 0 0,1 0-11,-4 10 1,3 1-52,3-7 1,6-2-34,11-8 0,4-2 20,1-2 0,4-3 22,9-1 0,5-7 39,0-14 1,0-5-115,22-4 134,-20-11 0,0-5 3,-6-2 0,1-5-952,10-10 1,0-3 962,-13 11 0,-2-2 667,6-15 0,-6 2-602,-8 5 846,0-23-713,-13 23 302,-4-6-306,-1 14 2824,-2 7-2987,1 12 1244,2 6-1175,-1 17-1,2 9-45,1 23-120,0 3-534,4 6 437,0-12-653,4-14 1,2-2-2554,10 7-1326,6 5 3838,0-23 1,-19-18 0,-2-1-1</inkml:trace>
  <inkml:trace contextRef="#ctx0" brushRef="#br0" timeOffset="1800">4245 2613 10265,'-6'-7'6178,"2"1"-4696,-25-21 0,-6-4-1268,11 14-264,-13-15 0,4 5-68,22 25 822,7 16-2247,6 6-8288,5 16 9423,0-9 1,-1-8 0,-3-14 0</inkml:trace>
  <inkml:trace contextRef="#ctx0" brushRef="#br0" timeOffset="2177">4373 2675 21805,'0'-6'4142,"0"2"-3106,0 4-940,15 4-98,-3 28-107,9-2 70,-11 14 0,-4 4 28,-2-17 1,0 1-25,0 11 0,0 0 30,-1 7 108,-2-21 0,2-19-3433,2-24 3506,1-6-128,4-11 1,1-3 113,-1 4 0,1-1-3,7-15 1,-1 1-61,-4 13 0,0 2 57,6-9 0,1 2 4,4-1 13,9-6-118,-9 29 3068,3 18-3275,4 17-17,5 17 38,-17-11 1,-1 3-65,-1 3 0,-1 2-198,-1 2 0,0 0-432,-1-2 1,0 0-1104,0-4 0,2-2 1114,19 13 1,-14-20-1,-3-11 1</inkml:trace>
  <inkml:trace contextRef="#ctx0" brushRef="#br0" timeOffset="2384">5345 2475 25369,'-9'-56'847,"0"0"0,1 6 1,1 9-790,0 21-170,3 10-5,2 12 363,2 15-249,-1 4-18,3 22 1,1 5-137,-1 5-254,0-13 1,0 5 0,-1-2-27,0 2 0,-1-1-483,0 12 1,1 2-1768,2-5 0,1-2 2640,0-9 0,0-5 0,4 7 1,-1-26-1</inkml:trace>
  <inkml:trace contextRef="#ctx0" brushRef="#br0" timeOffset="3384">5679 2616 24387,'-32'-39'421,"-1"0"0,4 3 0,0 11-380,-1 28 64,-2 13-17,6 3-46,4 5 0,0 3-14,-8 18-22,9-11 1,1 1-13,6-5 1,4-1 35,-4 24-17,13-9-57,14-10-62,14-12-52,18-9-98,14-12-305,-23-5 0,2-2 126,6-3 0,0-2-350,3-2 1,1-1-255,1-3 0,-1 0 306,-4 1 0,-2-2 601,-6 2 0,-5 0 603,10-12 386,-21 6 425,-22 5 209,-7 5-271,-7 3-374,-1 3 323,0 4-917,1 1-168,1 4-50,3 5-1,4 7-10,6 5-18,8 0 23,9 1 45,9-6 11,5-7-39,0-13 0,1-10 5,-3-13-5,-3-8 28,-8-6-29,-6-5 18,-6 4 56,-3 6 33,-4 11-45,-5 12-44,-6 8-34,0 9 56,-17 15-73,9 7-22,-9 17-17,15 3-118,9 10-223,17 6-400,1-27 1,3 0-117,6 3 0,3-1-516,5 0 1,3-3-98,5-3 0,3-4 568,2-6 1,3-6 665,3-6 1,0-6 386,1-6 1,-1-6 329,-1-3 1,-1-5 355,-3-3 0,-1-4 48,-5-2 0,-2-2-140,-3-3 0,-3-1-112,-4-2 0,-3 0-183,-3 2 0,-4 0 541,3-24-228,-24 14-349,-23 16-179,-27 14-129,20 14 1,-2 4-40,-3 3 1,0 4-384,0 5 1,3 3 345,5 1 1,3 3-3,6 0 0,5 1-33,-4 23-6,19-8 596,22-10-569,16-12 18,17-16 22,8-17-203,-26 1 1,-1-4 213,0-6 0,-2-4-3,1-5 1,-3-4 5,-1-5 0,-3-3 36,-1-4 1,-3-1 33,-2-1 0,-3-1 137,-2-5 0,-2 3-154,-4 19 1,-2 1 91,-1-4 1,-3 4 843,-5 5-755,0 0-102,-1 13-151,2 9-35,2 10 350,1 16-191,0 20-88,1-7 0,-1 5-408,0 10 0,0 4 302,-1 9 0,0 2-56,0-16 1,0 2-1,1-1-158,-1 2 1,1 1 0,0-1-711,1-1 0,1-1 0,2 0 938,1 0 0,1-1 0,0-5 0,-1-3 0,1-4 0,7 19 0</inkml:trace>
  <inkml:trace contextRef="#ctx0" brushRef="#br0" timeOffset="4060">7808 2417 18380,'-5'-37'2907,"0"0"1,-2-13-2385,-1 6 1,0 1-137,1 7 184,0 8-330,4 17-208,1 4-21,2 16 3,4 14 6,-1 5-5,2 28 0,-2 6-581,-2-9 0,-1 4 544,-1-6 1,0-1 3,0-1 1,0-1-24,1-6 0,1-3-172,10 14 46,8 0-97,24-22 184,5-25 83,-15-12 1,1-4 54,17-16-2,-19 4 0,-1-2 63,13-19-32,-19 17 1,-1-1 178,11-20 164,-12 3-258,-13 18 1193,-5-1-1161,-5 18-5,-1 2-229,0 4-45,0 3 9,-3 12 26,3-1-15,-3 18-92,3 9-50,7 3-274,6 10 22,3-20-1373,6 3-3853,-5-16 5674,-1-2 0,-7-9 0,-5-5 0</inkml:trace>
  <inkml:trace contextRef="#ctx0" brushRef="#br0" timeOffset="4217">8375 2275 17910,'-5'-6'4201,"1"1"-2907,4 5-2196,0 0-902,-39-29 1804,37 33 0,-34-31 0,44 38 0</inkml:trace>
  <inkml:trace contextRef="#ctx0" brushRef="#br0" timeOffset="4660">8780 2370 25522,'-48'-41'-67,"10"22"605,44 62-533,5 11-10,12 6-256,-10-30 1,3 1 266,0-1 0,2-1-15,0-1 1,-1 0-9,13 20 0,-12-14 116,-14 0-446,-18-20-128,-13 1-634,-12-21 555,5-4-242,-12-21 524,22 3 1,2-2 260,-14-19 232,12 1 0,5-1 673,7-3-440,5 17 0,2 1-9,3 2 571,2 9-821,0 15-79,0 1-78,3 30-22,-2-6-14,2 39-165,-7-21 0,-1 2-691,0 4 1,-1 2-1371,-2 0 1,0-1 2224,0-2 1,0-4 0,2-7 0,1 0 0</inkml:trace>
  <inkml:trace contextRef="#ctx0" brushRef="#br0" timeOffset="4977">9405 2635 23360,'0'-8'2532,"0"2"-2132,-4-27 1,-3-9-532,-2-8 215,2 8 0,-1-8 0,0 5-1094,0 2 0,-1 4 1032,1-2 1,0 1 41,0 4 1,1 3 747,-6-13-661,2 7-78,0 14-67,7 19 231,1 4-42,-3 18 1884,-2 9-1875,-2 30-119,5-19 0,2 2-478,0 8 1,3 1 428,4 7 1,2-1-34,-2-11 0,4 2-159,4-2 0,3 3 0,0-3-502,2 1 0,2 0-297,-2-4 1,1 2 0,0-3-3962,3 0 1,-2-4 3945,7 10 1,-11-21 0,-11-19 0</inkml:trace>
  <inkml:trace contextRef="#ctx0" brushRef="#br0" timeOffset="5144">9039 2518 22565,'-4'-4'3405,"0"1"-3164,4 3-538,80-56-1511,-46 46 1,4 1-342,10-12 0,6-4 0,-3 6 1680,6 11 0,-5 5 1,-14-2-1,-4 1 1,8 0-1</inkml:trace>
  <inkml:trace contextRef="#ctx0" brushRef="#br0" timeOffset="5560">10797 2639 20761,'0'-10'2285,"-1"-22"0,-1-4-1248,-2 5-757,1-7 0,-1 2-56,-3 14-258,2 11-50,2 11 56,3 15 6,3 18-124,3 20-89,-1-19 0,2 2-1325,4 15 0,1-1-1144,-4-14 0,1-1 2704,5 12 0,-2-6 0,-4-16 0,0-1 0</inkml:trace>
  <inkml:trace contextRef="#ctx0" brushRef="#br0" timeOffset="6927">10772 2134 21923,'-3'-3'3285,"2"1"-2084,1 2-181,-19-10-938,17 12 831,-7-1-178,28 13-898,8 3 269,2-5 743,-2-6 57,-11-3-388,-5-7 698,-11-6-1699,-6-6-402,-7-6 641,-11-4 100,6 9 36,-8 0 60,12 11 212,-1 2-403,4 7 1659,5 14-911,5 6-275,3 6-2182,8 6 1823,7 1 0,-6-12 0,1-1 0</inkml:trace>
  <inkml:trace contextRef="#ctx0" brushRef="#br0" timeOffset="7360">11272 2238 32767,'2'-12'0,"-1"2"0,-1 10 0,0 0 0,-45-27 0,41 37 0,-28-11 0,49 35 0,15 18 0,-9-24 0,2 0 0,0 3 0,1-1-183,1-2 0,-2-1-1152,18 20 700,-24-14-841,-6 2-745,-23-9 877,-27-12 476,-2-14-23,-10-18 713,22-6-280,2-26 531,15 15 0,3-3 567,0-1 1,1 0 18,1 0 1,2 1 513,3 1 1,1 5-857,-1 0-3601,2-5 3215,-2 26 452,-1 10 426,-2 17-296,-5 17-192,-7 25-72,1-4-295,2-15 0,0 4-444,1 4 1,0 1 829,2-7 0,0 0-361,0 13 0,2-5 0,3-17 1,2-2-1</inkml:trace>
  <inkml:trace contextRef="#ctx0" brushRef="#br0" timeOffset="8527">12964 2372 19764,'1'-58'1477,"0"0"0,2 15 1,-4 4-945,-16-13-156,-4 30-28,-10 1-149,-6 11-129,-3 15-3,-2 16 225,-1 17 243,11-1-338,10-2 0,3 1-96,2 16-310,7-16 0,3 1 145,16 15-14,14-9 20,13-11-191,5-13-250,1-12 88,-3-15 324,-6-9 170,-9-1 56,-6-10 87,-15 2 230,-10 2-404,-13 3 0,-11 13-2,-3 11 3,7 3-99,-8 23 40,19-10-66,-8 38-6,19-16-21,9 20 12,8-21-142,15-9 1,5-3-318,11 1 336,-5-13 0,8-1 0,-5-3 116,-10-5 1,1-4-59,11-4 0,7-4 0,-7-3-178,-9-5 1,-2-3 370,12-8 0,-2-4 36,-17 2 1,-4-1 38,-3-1 1,-2 0-12,8-28 320,-8 4 73,-5 9-57,-6 11 154,-3 12-377,-2 10 388,0 7-640,0 5 296,0 9-275,0 11 12,0 4-28,3 32 28,-1-13 3,-1-12 0,1 0-3,-5 15 0,1-15 22,-6-4 34,1-20-33,0-9 10,0-17-5,5-17-11,0-13 6,4-7 27,3-1 0,5 4 29,5 10-51,2 10-67,3 10 39,5 8-12,7 6-16,5 9 12,5 10-1,1 10 6,-4 10-12,-7 6 12,-12 2 28,-9-3 11,-14-6 50,-5-9 23,-7-11-11,0-14-18,1-13-4,5-15-35,4-12-16,8-6 22,8-2 0,10 4-27,5 8-1,3 9-11,2 12-6,1 7 1,5 10-35,6 13-27,-14 4 0,0 3-17,10 11-42,-11-2 0,-3 2-758,0 16 105,-10-16 1,-3 2-2594,-3 0 0,-2-1 3372,0 23 0,-5-21 0,-2-15 0</inkml:trace>
  <inkml:trace contextRef="#ctx0" brushRef="#br0" timeOffset="8967">14268 2473 26441,'45'-16'106,"-7"23"-89,-32 25 0,-6 10-3,4 2 0,1 3-1145,0 4 0,0 2 1128,2 2 1,0 1-40,-1 7 0,1-4 30,-2-19 1,-1-3-9,-2 4 1,-5-7 710,-8-13-647,-11-10 346,-5-26-384,-6-22-12,15 9 1,0-5-331,-1-6 1,1-4 335,0-6 0,3-3-32,2-4 0,3 0 43,4-2 1,2 1 24,5 3 0,4 1 6,0 5 0,3 2-176,1 4 1,1 2 152,1 3 1,0 2-20,2 3 0,0 2-161,19-20 133,8 14-22,6 13-12,4 15 12,1 20 16,-4 20 28,-26-8 1,-4 4 10,-2 5 1,-6 2 0,-5-1 0,-5 1-23,-8 0 0,-5-3 20,-5-3 0,-4-2-34,-4-4 0,-2-4-157,-1-2 1,0-4-1214,-27 1 1401,4-16 0,26 0 0,5-6 0</inkml:trace>
  <inkml:trace contextRef="#ctx0" brushRef="#br0" timeOffset="9651">14810 2432 27152,'26'-55'213,"-1"1"0,-1 0 1,-3 2-154,-8 12 0,-3 1-819,1-6 0,-1 0 810,0-4 0,-1 1-21,-2 0 1,0 1-47,-2 4 1,-1 2 106,-1 8 0,-2 2 571,-4-13-568,-2 17-112,-3 15 29,3 7 1053,-2 18-435,-3 16-275,-4 30-240,6-19 0,2 5-352,3-3 0,0 3 0,1-2 306,1 4 1,3 0-92,2-3 1,2 3-1,3-3-134,6 0 1,5-2-597,6 10 1,4-2 193,2-5 0,5-5 105,5-7 1,0-6 418,-14-9 0,0-6-137,5-7 0,-2-9 89,-1-23 184,4-23 34,-20 20 1,-3-2 264,0-6 1,-3 1 51,2-11-39,-4 0-326,-6 35 948,-2 1-1318,1 11 1520,-1 17-1147,3-2-196,8 20-335,11-8 183,17 8 3,13-7 251,-16-16 0,1-3 113,18-3-461,-5-8 400,-23-16 162,-12-5 210,-2-8 394,-4-13-676,-5 20-130,-1-3 139,-1 23-95,0 2-51,-1 12 28,-3 15 107,-4 24-135,3-12 0,-1 2-294,0 9 0,1 5 213,3 1 1,1 5-1,1-3-588,0 5 0,4 4 648,2-15 1,2 9 0,1 2-1,0-5 1,-2-10 0,1-4-1,0-2 1,3 10 0,0 0-1,0 1 1</inkml:trace>
  <inkml:trace contextRef="#ctx0" brushRef="#br0" timeOffset="16335">3304 3711 14405,'-62'5'507,"-1"-1"0,1 0 0,7 0 0,2 0 0,12-2 905,7-1-369,18-1-62,10 0 32,10 0-185,10 0-138,17 0 171,23-2-964,-15 1 1,3-1 519,12 0 0,4-1-619,-10 1 0,1-1 0,2 0 327,10 0 1,1-1 0,3 0-769,-10 0 1,1 0 0,1 0-1,1 0 638,-6 0 1,0 0 0,1 0-1,1 1 1,0-2-347,5 1 0,0-1 0,1 1 1,0-1-1,1 0 347,-8 1 0,2 0 0,-1-1 0,1 1 0,0-1 0,1 1-147,2-1 1,0 1 0,0-1 0,1 0 0,0 1 0,1-1 201,1 0 1,1 1 0,0-1 0,0 0 0,1 1 0,0-1-82,-8 2 0,0-1 0,1 0 1,-1 1-1,1 0 0,0-1 1,1 1 75,1 0 0,0 0 0,0 0 0,1 0 0,0 0 0,0 0 0,0 1-2,2-1 1,0 0 0,1 1 0,0-1-1,-1 1 1,2 0 0,-1 0-15,-6 0 1,1 0 0,-1 0 0,1 1 0,0-1 0,0 0 0,1 1 0,-1-1-7,3 1 0,0-1 0,0 0 1,0 1-1,0-1 0,1 1 0,0-1 1,-1 1-3,3-1 1,-1 1-1,1 0 1,0-1-1,0 1 1,0-1-1,1 1 1,-1 0-19,-5-1 0,0 1 1,1 0-1,-1-1 1,1 1-1,-1-1 1,1 1-1,0 0 1,0-1-35,1 1 0,0-1 0,1 0 0,-1 1 1,1-1-1,-1 1 0,1-1 0,0 0 1,0 0 6,1 1 0,0-1 1,0 0-1,0 0 1,1 0-1,-1-1 1,1 1-1,-1 0 1,1 0 22,-6 0 0,0 0 0,1 0 0,-1 0 0,1 0 0,-1 0 0,1 0 0,0 0 0,-1-1 0,1 1-14,0 0 1,1 0-1,-1-1 1,0 1-1,1-1 1,-1 1-1,1-1 1,-1 1-1,1-1 1,-1 1-3,1-1 0,0 1 0,0-1 1,0 1-1,0-1 0,0 1 0,0-1 1,1 1-1,-1-1 0,0 0-17,-1 1 0,1-1 0,0 0 1,0 0-1,0 1 0,0-1 1,0 0-1,0 0 0,-1 0 0,1 1-7,-1-1 0,0 0 1,0 0-1,0 1 1,1-1-1,-2 0 0,1 1 1,0-1-1,0 0 1,0 1-5,5-1 0,0 0 0,0 0 1,0 0-1,-1-1 0,1 1 1,-1 0-1,1 0 0,-1 1-44,-2-1 0,1 0 0,-1 0 0,0 1 0,0-1 0,-1 1 0,1-1 1,-1 1-1,0-1-228,5 0 0,1 1 1,-1-1-1,1 1 1,-2-1-1,0 1 1,-1-1-1,-2 1 287,0 0 1,0 0-1,0 0 1,-2 0 0,-2 0-1,-2 0 1,-3 0 0,14 0-1,-3 0 1,-4 0 0,-6 1-1,9-1 1,-1 0 0</inkml:trace>
  <inkml:trace contextRef="#ctx0" brushRef="#br0" timeOffset="17952">14891 3101 15201,'-6'0'2409,"2"0"1215,4 0-2127,-63 0-94,41 1-843,-14 0 0,3 2 483,21 2 194,3 1-66,3 0-280,3-1-26,2-2-100,2-1-748,8-2 501,14 1-394,21-3-257,-12-1 0,3 1-238,9-2 0,2-1 449,6 0 0,3-1 98,6 1 0,1 0 102,-19 1 0,1 0 0,0 1-308,1 0 0,1 0 1,-1 0 94,0 0 1,0 1-1,-1-1 2,18-1 1,-2 1-252,-7 0 1,-4 0 298,-13 2 1,-3-1 126,25 1-102,-36 1-80,1 0-60,-19 1-4526,-7 4 4469,0 1 1,-1-1 0,2-1 0</inkml:trace>
  <inkml:trace contextRef="#ctx0" brushRef="#br0" timeOffset="26918">17339 2439 22526,'-1'-3'1775,"0"0"-1013,1 3-740,5-4 23,-2 24 22,3 8-17,-6 4 1,-3 3 10,-6 26-30,2-26 1,-2-3 24,-5 5 173,-1-5 225,6-21-1,0-5-223,5-19-112,2-15 16,10-29-78,5-5-51,-5 31 1,3-1-3,7-9 0,4 3-9,12-7 6,-6 13 0,1 4-11,4 6 0,-1 10-6,-8 15 73,14 14-62,1 7 1,7 17-888,-11 4 881,-12-8-142,-2 9 143,-15-11 22,-6 9 57,-7-15 94,-4-7-61,3-16 56,4-15-57,2-9 12,11-30-67,8-2 206,-2 18 0,3 0-251,2 6 0,2 2 6,12-11 97,9 6-103,-5 16-17,2 7-11,-6 7-67,7 24 28,-19-5-68,-2 2 1,0 6-390,-1 3 1,-2 3-379,1 1 0,1 2-2311,4 8 1,-1-2 3212,-6-10 0,-1-4 0,4 8 0,-8-18 0</inkml:trace>
  <inkml:trace contextRef="#ctx0" brushRef="#br0" timeOffset="28100">18514 2574 25175,'17'-24'95,"5"6"-78,6 27-12,11-3-5,-5-2-11,19-9 45,-21-6 33,8-11 12,-23-7 44,-8-6 17,-13 1 22,-9 1-5,-11 6-78,0 10 251,-18 5-224,14 8-78,-12 8-5,14 9-34,5 11 5,6 9-28,7 10-38,9-6-130,10-5 0,6 0-285,27 13 296,-18-17 1,5-1-423,5-7 1,6-2 0,-2-4-1331,9-1 0,0-3 979,-2 1 1,3-1 0,-2-4-157,8-6 0,-3-6-827,-7-2 0,-4-3 2311,16-14 299,-29 2 0,-5-3 351,-3-2 519,-4-4 0,-2-1 142,-8-4-1015,1-7 1406,-23 8-1600,-9 19-153,-23 0-100,-6 19-112,-5 12 2777,13 4-2870,17 3 1,4 3-15,0 13-27,-2 18-35,28-8-32,17-4 44,17-7 39,-2-11 5,-3-16 1,1-5 34,11-10-12,-12-2 0,-1-2 45,12-23 34,-6-7 1291,-12 7-1101,-1-18 210,-13 20-227,0-9-17,-7 21-134,-3 10-100,-2 8-24,0 5 29,-8 15 6,1 4-23,-2 16 11,4 3-34,4 4-5,7 0 17,5-5-11,8-11 5,0-13 11,0-12 18,0-16 32,-4-1 40,9-27 0,-5 6-44,7-16-7,-3 9 18,4 4-29,2 8-16,3 8 16,2 9-11,2 7 6,1 12 0,-1 8-12,-5 11 7,-8 8-7,-11 7 12,-5 4-17,-5 1-6,0-4 23,-1-10 28,2-12 112,4-11-23,7-16-100,12-14-1702,-2-6 0,-1-2 1679,13-13-214,-10 5 0,0-1 254,4-11-130,-11 19 1,-2 1 207,10-18 5,-8 9-37,-8 11 2966,-5 7-3063,-2 5 617,-2 5-617,0 5 375,0 2-375,0 2 0,-2 2 0,-1 5 0,1 6 0,0 8 0,8 8 0,7 9 0,12 8 0,-7-20 0,0 1-122,2 1 0,0 1 122,0 0 0,0-1 0,-2 0 0,-1-1 0,10 23 0,-12-6-191,-16-9-493,-24-7-1040,-29-11 1724,11-11 0,-1-3 0,-8 1 0,-2-4 0</inkml:trace>
  <inkml:trace contextRef="#ctx0" brushRef="#br0" timeOffset="29443">19515 2433 14057,'-1'-5'5315,"0"1"-4069,2-26 0,2-5-265,4 5-634,-1-9 0,0 1-44,6 18 442,3 3-622,-9 11-45,3-1-27,-7 10 10,-2 9 74,2 22-68,-2 8-39,0 4-6,0 4 29,4 1-18,0-2 1,2 2 55,-3-23 7,-1-11 319,-2-8 492,0-7-750,-4-25-107,1-2-22,-2-14 11,2-7 17,2-7-5,0 0-29,3-3 23,1 22 5,1 14-50,-1 10-11,0 8 5,0 12-10,1 10-74,0 16-196,-1 12-106,-2-5-4524,-1-6 1,0-1 3459,0-2 1,-1 11 0,1-37-1</inkml:trace>
  <inkml:trace contextRef="#ctx0" brushRef="#br0" timeOffset="31194">21839 2624 16527,'3'-47'1277,"0"0"0,-1 0 0,1 1 0,-1 0 0,1 3-807,2-7 1,-1 3-57,2 0 1,0 1-102,1 4 1,0 4-56,3-15 252,0 11-432,-7 28-67,1 6 37,-2 35 1,-1 29 0,-2-2-30,-1-8 1,-2 1-393,2 0 1,0 7 0,0 0 0,-3-6 377,-5 14 1,-4-6 5,0 0 1,-1-2-288,0-5 0,-1-4 293,2-7 0,0-4 72,-6 12 208,9-24 11,6-20-229,8-22-35,6-20-22,0 10 1,1-3 302,4-5 1,2-1-315,3-3 1,2-1-10,2 1 1,1 1 11,2 4 0,0 2 14,-1 5 0,0 3 589,20-13-623,-6 19-22,-3 12-11,-1 18 0,0 12-17,0 18-39,-2 13-1,-18-22 1,-2 1-210,-1 2 1,-1 1 127,-1-2 1,0 0-199,10 26 815,2-13-726,2-16 175,1-15 66,0-20 39,2-16 46,1-14 32,3-8 24,-2 0 89,-4 4 415,-7 10-365,-9 11-123,-5 10-95,-3 6 5,0 6 17,4 3-5,7 4-12,12 0 6,13-4 0,15-3 17,8-9-31,-29 0 0,0-3 53,25-15 23,-12-8-17,-16-5 22,-14-1 22,-18 1-21,-15 5-29,-17 5-6,-9 7-10,-2 8-68,5 8 28,7 12 12,9 9-40,6 12 0,4 8-11,7 9-39,4 5-96,15 4-122,16-2-257,-5-26 0,5-3 248,6-1 0,4-3-247,4-1 1,3-3-258,1-4 0,1-3-59,0-3 0,0-3 400,-2-6 1,-2-3 419,-3-1 1,-2-4 8,-4-3 1,-3-1 256,18-20 180,-13-2 336,-9-1 275,-9 2 44,-9 6-207,-13 5-348,-11 8 459,-15 7-778,-7 7 60,-6 10-188,1 8-34,4 10-6,9 7-22,8 1-22,10 0-17,11-3 0,14-6 44,11-8 40,10-8 11,6-14-6,1-8 29,-2-10 44,-4-5-5,-8-2 78,-4-5-112,-11 14 72,-2-3 1,-7 17-56,-1 1-51,-1 4-50,-1 3-11,-1 3 17,-4 6-12,-4 9-5,0 8 17,1 5-29,6 1-10,10 0-102,12-4-268,13-3-1087,8-9 1490,8-7 0,-21-6 0,-4-3 0</inkml:trace>
  <inkml:trace contextRef="#ctx0" brushRef="#br0" timeOffset="31701">23966 2559 25359,'12'-45'452,"0"-1"0,0 5 0,-5 5-5726,-16 7 5336,3 12 1420,-15 3-1443,-3 13 809,-14 9-848,9 4 0,0 4 6,-23 20-1,3 4 1,17 3-34,18-8 5,7 7-5,18-4 6,27-6 11,7-14 22,2-8 11,6-23 3159,-9-14-3165,-16 7 1,0-5 53,3-15 0,-3-5-748,-5 0 1,-2-2 702,-1-1 0,-3-1 45,-1-7 0,-4 0 59,-2 12 0,-2 1-18,0-7 1,-1-1 79,-4 5 0,-2 3-191,-5-11 0,-1 14 0,-2 27 187,5 12-187,-4 32 0,0 21 0,2-6 0,0 4 396,1-7 1,1 1-397,0 0 0,1 2 0,0 0-594,0-4 0,1 0 0,0 1 278,-1 11 1,1 3 0,-1 0-2143,2-8 0,0 2 1,0-2-1,-1-3 1546,1 15 1,0-5-1,0 2 1,1-13-1,-2-28 1</inkml:trace>
  <inkml:trace contextRef="#ctx0" brushRef="#br0" timeOffset="35459">25513 2647 17703,'7'-48'1774,"1"1"0,0 0 0,2-9 0,-4 10-1650,-6 21-141,-3 22-28,0 8 56,-3 14 12,-3 16 10,-1 16-22,2 9-5,4 2-475,8-3 497,7-7 17,9-12 67,5-15 101,5-12-45,5-17-16,6-15 4,4-16-21,-1-9 72,-7-2 45,-12 7 0,-11 11-67,-7 11 312,-8 10-525,-2 6-17,-4 9 45,0 8 45,1 11-57,4 9 1,11 5 11,10 1-22,17-5 50,10-9 28,4-11-23,-9-9 68,11-23-34,-18-9-28,-11 1 1,-2-3 44,7-29-236,-18 24 1,-2 0 202,0-19-38,-7 16 1,-3 2 14,-5-8 0,-5-9-79,-1 24-111,0 12-157,2 11-13,-2 13-1394,3 14-3017,3 13 4743,10 1 0,0-14 0,3-10 0</inkml:trace>
  <inkml:trace contextRef="#ctx0" brushRef="#br0" timeOffset="35651">26594 2526 26060,'-25'-4'-448,"6"13"-174,18 45-773,8 2-2676,5-3 3008,1-11 0,-5-18 0,-4-13 0</inkml:trace>
  <inkml:trace contextRef="#ctx0" brushRef="#br0" timeOffset="35810">26654 2187 18828,'-1'-8'2980,"-1"2"-3355,2 6-1708,0 0 2083,-22-6 0,16 4 0,-16-4 0</inkml:trace>
  <inkml:trace contextRef="#ctx0" brushRef="#br0" timeOffset="36376">26821 2762 20448,'0'6'4071,"0"-1"-2642,0-5-970,36-62-78,-9 23-752,2-8 1,1-3 454,-9 17 0,-1 0-23,-1-5 1,-1-3-26,-1-4 1,-1-3-26,-3-3 0,-2-1-3,-1-3 1,-2 0-1,-3 1 1,-1 1 16,-1 4 1,-2 1 23,-1 9 1,-2 2 259,-3-15-295,-1 24-47,-3 18 288,0 18 329,-5 16-188,-3 21-268,8-16 1,1 3-53,1 6 1,1 2 370,1 2 0,3 2-412,4 13 0,4 0-197,-2-18 1,3 0 78,6 2 1,4 3 0,0-7-1147,13 11 1132,1-7 0,4-4-20,15-7-27,-19-15 0,1-4 243,30-9 49,-24-16 1,-2-6 146,13-12-537,-15-1 1,-2-5 274,-12 5 1,-3-1-69,5-12 0,-2-4 26,-3-2 0,-3-2-27,-6 11 1,-2-1-1,-1 2-24,1-1 1,-3 1-63,-3-9 1,-4 3 195,-5 5-306,-4 0 817,1 18-409,-4 27 1285,5 9-549,-7 17-337,-1 20-371,9-17 1,1 3-188,-3 10 0,2 5-103,4-6 0,1 4 1,1 0-444,2-4 0,1 0 1,1 0 217,0-1 0,0 1 0,4-1-1922,7 20 1,6-3 1725,8-9 1,1-4 0,-10-11 0,1-2 0,2-7 0,1 1 0</inkml:trace>
  <inkml:trace contextRef="#ctx0" brushRef="#br0" timeOffset="37010">29101 1964 22384,'9'-48'1155,"1"1"1,-1-1-1,0-10 1,-1 8-781,0-6-350,-9 36-101,-1 11-84,-2 18 367,-2 33-206,0 20-1257,2-13 1,1 1 1293,0-10 0,2 0-39,-1 13 0,2 1 58,-1-11 0,1 2-38,-1-2 0,0 2 1,0-3 21,0 0 0,-1 0-103,-2 14 0,-2-5 83,-1-13 77,-1 4 69,5-31 4,6-30-147,2 2 108,5-18 1,3-3-82,5-5 563,3-2 0,2-1-586,-4 16 0,1 2 108,4-6 1,2 1 165,1 6 1,-1 3 86,13-4 31,-4 12-69,-18 17 147,1 10-248,-4 16-220,-1 7-289,-3 10-96,-10-5-22,-5-11 609,-15 0-713,-24-12 24,-11-4 149,18-11 1,-2-2 167,4-3 1,1-2-147,1-4 0,2 0-66,-13-7-3009,12-9-2813,33 13 6261,7-3 1,6 12 0,-1 2 0</inkml:trace>
  <inkml:trace contextRef="#ctx0" brushRef="#br0" timeOffset="37377">29862 2246 31643,'0'-13'-2132,"1"2"1358,35 0 1666,-1-2-376,11-8-177,-1-7-140,-7-9-151,-10-7-289,-12-4 507,-12 3-29,-16 8-719,-8 11 372,-11 11 500,6 7 279,-14 13 499,14 8-1029,-5 3-139,0 26 0,14-1 0,6-9 0,2 2 0,8-1 0,4 0 0,4 3 0,5-1-874,6 2 0,4-2-1266,6 0 0,3-3-2776,4-2 1,-1-4 3313,-7-6 1,-1-4-1,10 4 1,-26-15 0</inkml:trace>
  <inkml:trace contextRef="#ctx0" brushRef="#br0" timeOffset="38194">31134 2131 27240,'19'-46'528,"0"0"0,-3 5 0,-2 10-399,-7 20 39,-4 6-13,-1 14-515,-1 9 145,0 20 78,1 12-35,-4 12-185,-1-28 0,-1 0 300,-2 0 0,-1 0-239,-11 26 27,1-12 414,3-17-14,6-17 180,5-15-148,4-17-161,7-16 7,9-15 45,12-7-200,-11 28 1,3 1 184,1 1 1,0 3 33,15-11-41,-9 17 1,-1 3 0,2 2 42,9 6 0,0 2 20,-7 8-110,1 1 0,0 5 309,1 11-747,6 11-331,-5 6-611,-2 2-570,1-2-280,3-7 276,2-10 687,2-12 935,-4-15 812,-3-10 464,-6-12 491,-5-5 568,-5-3-490,-4 3-221,-6 7-562,-4 8-497,-7 8-327,-3 6 37,-4 8 96,-1 8-13,0 12-33,4 9-17,4 5-6,11 0-14,9 0 44,12-7-21,10-7-27,6-11 105,0-14 77,-2-15 13,-5-16-31,-8-10-22,-7-9-11,-9-3-46,-6 1-25,-3 6-115,-4 11-355,1 13-420,-1 12-1037,1 15-2962,2 13 4885,1 6 0,-1-4 1,-1-8-1</inkml:trace>
  <inkml:trace contextRef="#ctx0" brushRef="#br0" timeOffset="38760">32357 2429 24995,'35'-34'251,"0"1"1,0 0 0,-2 0 0,-1 1-1,-6 0-150,-6 1 1,-4 0-945,2-6 1,-2-1 874,-1-5 0,-2-1-1,-1-2 1,-2-1 20,-1 0 1,-3 0 207,-1 3 0,-1 2-143,-2 5 0,-1 3 67,-3-21 296,0 18-400,-3 14-55,0 11 80,0 9 151,-5 14 153,-5 12 97,-8 20-291,8-14 1,2 2 96,-2 6 0,3 3-169,0 2 1,3 1-70,3 3 0,4-1-129,5 0 0,6 0-2,4-2 1,6-1 23,7-3 1,5-2-43,5-2 1,3-4-31,2-4 1,2-4 75,-3-7 0,1-4 73,-4-6 0,-1-6 50,-4-8 1,-2-4 43,-3-6 1,-2-5-112,-2-5 1,-3-5-462,0-5 0,-2-3 285,-2-6 0,-2-3 61,0-5 0,-3-2-571,-2-3 1,-1 0 511,-2 2 1,-3 1 155,-3 4 1,-1 2 117,-2 8 0,-1 2-13,-1 7 0,0 3 39,-4-14-190,2 17 541,2 15-546,-1 12 1232,-6 15-1592,-17 30-14,4-3 105,3-1 1,1 4 307,6-3 1,2 1-601,-2 16 1,4 4 666,4-18 0,2 1 0,3 3-465,5 12 1,3 4 0,1-5-863,-3-14 0,1-4 0,1 2 1323,5 12 1,2 2 0,-2-11 0,1 1 0,0-2-1</inkml:trace>
  <inkml:trace contextRef="#ctx0" brushRef="#br0" timeOffset="69950">3552 5165 21170,'-12'-54'1045,"-1"0"1,1 6 0,3 11-1024,6 23-50,2 17 67,6 22-16,3 29-12,2 4-775,-4-15 0,0 6 0,-1-2 772,0 9 1,0 1-2,-1-3 1,1 4-1,-1-2 6,-1-11 0,-1-2 0,0-1-7,1 15 0,-2-2 5,1-9 0,-2-3 640,-3 20-265,-3-26 186,-4-20-152,-3-20-174,-3-17-128,-1-22-51,4-19 432,9 25 0,3-2-463,3-1 0,3 1-2,7-21-17,-2 27 0,4 3-12,19-16-16,2 7-17,10 9 6,-1 22 10,-6 8-8,-5 10 1,0 3 8,1 7-23,4 10 1,-1 5-74,-17-9 1,-2 1-486,10 13 0,-1 3-176,-6-7 1,-1 0-589,1 0 1,0-2-945,-1-4 1,2-2 2299,1-5 0,-1-2 0,2 1 0,-2-11 0</inkml:trace>
  <inkml:trace contextRef="#ctx0" brushRef="#br0" timeOffset="71033">4472 5690 23131,'16'0'593,"2"-5"-537,15 1 0,4-2 79,18-14 49,-6-8-21,-12-10-40,-16-5-17,-13-3 1,-17 2-34,-11 8-6,-14 8 11,-11 13 12,-4 9-23,0 15-28,6 8-28,7 12 12,10 9-34,10-4-23,10 27 6,18-16-14,0-11 0,4-1-67,7-7 0,5-3-317,7-1 0,2-2 39,6-4 1,3-3-919,5-3 1,-1-3 992,-10-3 1,2-3-465,18-8 1,-1-5 186,-21 0 0,0-3 620,13-6 0,-1-4 73,-18 3 0,-4-1 400,13-24 252,-16 4 476,-14 5-387,-12 7 1194,-13 9-1619,-12 10 882,-12 8-1156,-8 13-96,-1 9-27,5 13-23,8 9 83,13 5-95,10 2 7,16-4 22,13-7-1,18-12 7,9-11 38,2-16 51,-3-13 23,-8-14 33,-9-9 12,-8-7-12,-5 0 33,-4 2 74,-5 7-130,-3 13 174,-1 7-296,-2 12-85,0 3 34,-3 13 17,-1 10-28,1 14-96,3 9-296,11 6-376,14 5-44,-5-26 1,5-2-58,5-1 1,5-1-185,16-1 0,2-4 829,-14-7 0,2-3-65,18-3 0,0-6-106,-19-8 0,-2-3 605,9-3 0,-1-3 173,-4-3 1,-3-4 170,-6 0 1,-3-4 26,-5 0 1,-4-3 0,-3 0 1,-4-1-51,-3 0 0,-2 1 453,2-26-245,-12 9-281,-14 13 107,-16 13-415,-18 13-84,19 11 0,-1 4 143,-3 4 1,0 2-167,1 6 1,1 4-6,3 2 0,3 2-11,4 3 0,4 1 0,-5 18 8,18-13 0,7-2 9,18 6-15,-1-13 1,6-3 5,6-11 0,4-6 3,5-6 0,-1-3 5,-6-1 1,-1-6-1488,19-24 0,-5-8 1543,-5-5-26,-16 12 1,3-7 0,-6 2-264,-7-6 1,-4-1 270,0 6 0,-1-3 0,-1 1 13,0-2 0,-2 0 0,-1 1 67,1-19 0,-1 2 59,-2 9 0,-1 3-3,-3 12 1,-2 3 88,-3-7-189,-2 21 216,2 17-317,0 19 11,0 23 2,3-6 1,1 3 956,-1 13 0,2 3-1006,2-10 0,1 1 0,0 1-461,2 6 0,1 0 1,1 3 518,3 8 0,3 2 0,-2-6 0,0-6 0,-1-3 0,2-2 0,0 0 0</inkml:trace>
  <inkml:trace contextRef="#ctx0" brushRef="#br0" timeOffset="71650">7246 5366 19805,'58'-22'-1584,"1"1"0,0-1 0,-11 3 0,-2 1 0,-3 5 1584,6 9 0,-8 4 0,-8-1 0,-3 1 0</inkml:trace>
  <inkml:trace contextRef="#ctx0" brushRef="#br0" timeOffset="71810">7384 5525 24738,'45'2'-676,"0"0"0,5-1 1,1-4 675,13-9 0,-4-2 0,-24 7 0,-3 0 0,2 0 0,-1 0 0</inkml:trace>
  <inkml:trace contextRef="#ctx0" brushRef="#br0" timeOffset="74300">8816 5438 20817,'-4'-11'1708,"-12"-30"1,-3-6-886,3 14-605,-3-14 1,0 5-230,9 27-45,5 15 67,6 20-5,5 20-6,3 19-406,-3-24 1,0 2 411,0 1 0,-1 1-6,0 0 0,-2 0 8,0-3 0,-1-2 200,-1 24-113,-2-21 566,0-19-353,1-23-269,0-8 34,1-24-11,5-10-32,0 14 1,1-3-39,4-3 1,2 0 24,2-1 0,1 0-6,2 3 0,1 1-148,0 5 0,0 3 132,16-11-18,-2 16-10,9 19 22,-2 15 11,0 5-28,6 19-40,-6 5 141,-15-14 1,1 2-335,-1 3 1,0-1-228,-1 1 1,-1-1-230,-1-1 0,0-1-216,-2-3 1,1-1-520,18 9 35,0-16 1310,-13-15 354,3-22 397,-10-12 404,7-17 240,-1-6-305,1 0 86,-6 4-240,-4 11 217,-6 11-1012,-6 15-96,-3 9 51,-1 17 22,7 30-11,-1-12 6,12 27 286,-5-35-303,13 12 17,-1-13 16,10 0 56,4-10 113,8-26-130,-14 2 74,9-29-6,-19 1 55,0-17-1720,-14 21 0,-3-1 1631,1-13-43,-8 15 0,-1 2-13,-2 11 6,-6-11-163,5 26-100,1 1-538,6 23-1765,9 9-549,2 11 3070,10 4 0,-17-31 0,-1-1 0</inkml:trace>
  <inkml:trace contextRef="#ctx0" brushRef="#br0" timeOffset="74843">10447 5376 19468,'-3'-2'3887,"1"0"-1350,2 2-2212,-19-43-180,14 30 281,-17-41-314,21 46 190,-5-14-218,4 12 45,-1-9-6,1 8 45,2-4-128,-1 7-1,1 0-78,0 7 44,0 17-5,1 8 6,0 11-12,0 13 1,-1-4 5,0 13-3,0-25 0,1 0 3,5 19-6,6 1 23,0-22-6,9-3 68,-1-14-29,-2-2 101,12-19-61,-9-11-23,11-15-28,-11 3 68,4-15-46,-14 17-16,1-8-17,-8 18-17,-3 7-11,-1 6 0,0 3-380,0 2-824,-1 9-8627,1 3 8395,-1 0 1,1-2 0,0-7 0</inkml:trace>
  <inkml:trace contextRef="#ctx0" brushRef="#br0" timeOffset="75616">10368 5556 14564,'-5'4'5472,"0"0"-3999,5-4 2078,0 0-2991,15-40-168,-6 15-202,10-28 135,-4-2-258,-5-1-586,-3 12 0,-1-4 555,-2-1 1,-1-1-23,-1 8 0,-1 0 11,1-12 0,-2-1 114,1 14 1,0-2-93,-1-19 1,1 1-20,-1 25 0,1 2 42,-1-7 0,0 7 25,-1 16-117,0 4-6,-1 9-2991,-6 24 3025,2-2 249,-6 20 0,-2 6-244,2-4 0,0 1-6,0 1 1,-1 3 0,2 1-10,1-2 0,1 0 1,1 1-334,2 1 0,1 0 0,1 0 333,1-1 0,1 0 1,3-1-11,2 16 0,5-1-207,1-8 1,3-2 225,-1-14 1,3-1 1123,9 4 0,4-4-1090,15 0-28,-11-13 0,2-6-50,26-19-101,-28-6 0,-1-4-246,20-20-1171,-11-4 0,-1-3-3359,-13 12 1,-1 0 4093,5-6 0,-2 3 1,-3 0-1,-17 24 0</inkml:trace>
  <inkml:trace contextRef="#ctx0" brushRef="#br0" timeOffset="76026">10721 5418 26256,'29'-9'958,"3"-7"-740,7-19-140,-18 12 1,0-4-324,1-5 0,-1-3 264,1-6 1,-2-3-606,1-5 0,-3-3 622,0-1 1,-2-2-4,-2 2 1,-3 1 24,-2 5 1,-3 1 216,-3 8 1,-3 3-130,-9-20 5,-5 18-61,-3 16 173,3 12-257,2 14 1134,-1 16-1106,-7 24-29,3 2-641,0 8 1,2 4 629,6-10 1,2 1-5,-1-1 1,2 3 0,2 0-31,5-8 1,3 0 0,2-1-200,2 1 0,3-1 0,3 0-883,4-1 0,4-1 0,1-2 1122,11 13 0,1-6 0,-10-14 0,-1-5 0,7 4 0</inkml:trace>
  <inkml:trace contextRef="#ctx0" brushRef="#br0" timeOffset="88550">3595 8433 22548,'-7'-52'224,"-1"1"0,1 10 1,4 3 200,9 5 0,3 2-290,8-23-99,-4 10 1,1-3-304,0-3 0,1-3 287,-4 13 1,0-2-1,0 0-231,1-2 0,1-2 0,-1 1 216,-1 0 1,1 0 0,-1 1 5,3-16 0,-1 3 119,-5 11 0,-1 3-74,1-20 220,-10 29-220,-3 11 730,-2 17-858,-3 8 1513,-2 22-1441,-6 25 17,0 4-29,3 5 1,1 5-3,7-13 0,2 2-989,0-2 0,0 4 1,2-2 994,4-7 1,2-2-1,1 0 0,5 20 0,2-3-185,-1-14 1,3-3 172,4 3 1,5-4-1109,4-9 0,1-4 1100,-7-3 0,4-4-339,17 1 0,2-11 266,9-21 960,-15-1 1,1-5-849,-8-7 0,-2-4 3,-1-2 0,-2-1 14,-3 0 0,-1 0 40,8-23 373,-12 9-307,-11 12 2819,-8 13-2836,-5 6 1153,0 9-1270,-2 1 242,-1 17-231,2 5 0,-2 6-28,5 6-27,4-2-886,21 23-1249,-1-17 241,12 3-1849,-6-25 3787,-3-9 0,-11-2 0,0-2 0</inkml:trace>
  <inkml:trace contextRef="#ctx0" brushRef="#br0" timeOffset="88726">4595 7650 22862,'-1'26'-1320,"-13"-17"0,37 14 0</inkml:trace>
  <inkml:trace contextRef="#ctx0" brushRef="#br0" timeOffset="89000">4979 7764 11787,'-3'-9'4178,"1"2"-396,2 7-3037,0 0 940,-61-34-1489,41 24-185,-14-8 0,5 5 747,23 17-742,6 12 2752,5 8-2768,7 15-6,4-3 17,3-2 1,3 2-15,-6-9 0,1 1-233,7 12 1,0 0 209,-8-8 1,-3-1-36,3 25-461,-28 0 7,-1-22-1378,-28-2-1227,9-23-2744,-6-11 5864,9-8 0,14-1 0,8 2 0</inkml:trace>
  <inkml:trace contextRef="#ctx0" brushRef="#br0" timeOffset="89151">4789 7875 23791,'-17'-32'45,"4"24"-124,15 33 1,6 16-527,-5-3 1,0 2-3825,-1 5 1,0-1 4428,-1-3 0,-1-3 0,0 12 0,0-21 0</inkml:trace>
  <inkml:trace contextRef="#ctx0" brushRef="#br0" timeOffset="89451">5222 8207 23019,'15'-54'993,"-1"-1"0,-1 1 0,-1 2-780,-5 12 0,-1 1-993,0-5 1,-1-3 916,-1-3 0,0 0-6,-1 0 1,-2 1 2,0 5 1,-2 2 218,-1 8 0,-1 3-247,-3-7 361,-5 16-444,4 16-40,-4 13 34,5 5 942,-5 25-987,6 10 11,1-12 0,1 4-513,2 8 1,0 3 509,0 7 1,2 2-440,0-16 0,2 0 0,0 0 295,2 1 0,0 0 0,2 0-262,3-2 0,1 0 1,2-2-788,9 15 0,5-5-1534,2-7 1,1-5 2746,-4-10 0,0-6 0,6 3 0,-16-17 0</inkml:trace>
  <inkml:trace contextRef="#ctx0" brushRef="#br0" timeOffset="89600">5261 7998 19322,'-6'-3'3837,"1"0"-4975,5 3 1138,59-24 0,-45 18 0,45-18 0</inkml:trace>
  <inkml:trace contextRef="#ctx0" brushRef="#br0" timeOffset="90109">6405 8069 24951,'-17'-56'360,"1"0"1,4 11-1,-1 6-142,-10 3-78,3 19-72,-18 3-74,9 12 23,-30 22-34,30-1 22,-4 7 1,1 2 17,4 0-29,4-1 0,1 1 12,2 9 0,1 9 5,11-3-6,13-8-21,15-8 38,18-12-16,15-11 44,8-16 3,-28 2 0,0-4-3,-2-4 1,-1-2-180,-4-3 1,-1-1 198,-4-3 0,-2-2 16,-3 0 1,-3-2 16,-2 1 1,-1-1 154,2-25 5,-5 10-89,-4 14-45,-2 12-40,-1 11-94,0 6 408,0 13-392,2 11-50,2 23 5,1 17-529,-1-23 0,0 2 341,1 4 1,0 0-462,2 2 0,-1 1-1684,2 0 1,-1 0 2366,0-7 0,1-2 0,1 8 0,-4-21 0</inkml:trace>
  <inkml:trace contextRef="#ctx0" brushRef="#br0" timeOffset="90709">5572 8069 24295,'-22'-17'202,"11"10"-112,18 14-1,7 7-38,-2-3 27,6 2 12,-4-4 117,2-1 146,-3-5 0,-4-4-3443,-3-12 3169,-3 1 89,1-13 0,-4 8 95,-2-6-190,1 9 39,-4 2-56,2 9-56,-3 2 11,-1 7 3375,-3 4-3397,-4 14 22,4-6 6,-1 14-11,9-19-6,5 8 45,10-10 22,3-4-34,1-3 102,7-15-90,-12 3 39,9-16 56,-11 0-3460,-1-1 3343,-5 2-1,-4 4-11,0 11-162,-2-3-1870,2 9 2021,10 18 0,-8-12 0,9 13 0</inkml:trace>
  <inkml:trace contextRef="#ctx0" brushRef="#br0" timeOffset="91376">7019 8227 12118,'2'-3'8206,"-1"1"-7304,7-25 0,-1-8 252,-2-6-603,3-14 1,-1-3-294,-7 6-18,-2 12 1,-2 0 202,-5-8 56,-12-7-404,4 24 6,-16 12-57,0 26-16,-13 12-16,7 6 4,10 6 1,2 2-6,1 6-14,2 5 1,3 2-4,10 7-132,6-16 1,5-2 131,20 12 6,21-14 17,18-15 8,-25-17 1,0-5-1,2-4 0,-1-4 8,-1-6 1,-1-5 2,-1-4 1,-3-3 8,-1-6 0,-2-2-268,-7 7 1,-1-4 266,-3-4 1,-2-5 0,-1 1-659,-1-6 0,-1-1 632,0 3 1,0-3 0,-1 3 42,-1-8 1,-1 4 11,-2 8 0,-1 3 22,-2-21-22,-6 23 176,0 16-383,-1 13 424,0 17-312,0 17 10,-2 26-5,4-15 1,1 4-38,1 8 0,1 3-458,4 9 0,2 1-164,-1-17 0,1 0 0,3 2-1156,4 8 0,3 3 1,2-4-912,-1-8 1,1-3-1,1-1 2473,2 2 1,0-2-1,0-6 1,15 13-1,-15-26 1</inkml:trace>
  <inkml:trace contextRef="#ctx0" brushRef="#br0" timeOffset="91783">7758 8199 14000,'19'-40'817,"0"1"1,-1-1 0,0-2 0,-2 1 0,-3 5-381,-2-14 2643,-9-8-2688,-14 34 913,-10 4-1182,-14 14 562,-11 20-680,-6 16 3,20-2 1,1 2 1861,-9 15-1879,16-11 1,4 0 3,7 10-108,5 6 62,20-8 40,16-15 0,19-14 28,11-21-276,-25-2 1,-1-4 283,0-7 0,-2-4 20,-1-5 0,-2-2-29,-6 5 1,-2-3-1355,5-26 0,-4-5 1405,-6 12 0,-3-2-22,1 2 0,0-4 0,-1 3-228,-3 6 0,-1 2 1,0 1 308,2-15 0,-2 1-127,-1 11 0,-2 2 230,-2-16 189,-7 23-351,-2 19 2710,-2 13-2782,-3 19 1187,1 5-1208,-1 13 1,0 6-3,4-3 0,2 3-244,-1 0 1,0 4 0,1 1 202,3-1 0,2 2 0,0 0-701,1 3 0,1 2 1,1 0-264,3 0 1,1 1-1,3-1 1033,2 2 0,4 0 0,-2-6 0,-1-4 0,0-4 0,3-7 0,1 1 0</inkml:trace>
  <inkml:trace contextRef="#ctx0" brushRef="#br0" timeOffset="92226">8751 7308 20125,'9'-44'1291,"0"0"0,0 0 1,3-14-1,-5 6-569,-10 3-156,-5 19-443,-4 15-59,-1 23-25,-5 22-19,5-2 0,-1 4-619,-3 11 1,-1 4 595,-4 10 0,1 4-524,7-16 1,0 2-1,2 1 512,-1 2 0,2 1 0,2 1 5,2 1 1,2 0 0,4 0-25,4-2 1,5-1 0,4-1-149,5-1 1,4-2 0,6-2-519,7-2 0,6-3 0,4-3 496,-4-8 0,5-3 1,-1-1-1,-4-2 1,12 6-1,-4-5 0,1-5 1,-1 0-1</inkml:trace>
  <inkml:trace contextRef="#ctx0" brushRef="#br0" timeOffset="93133">9383 7675 23086,'1'-60'991,"0"0"1,1 2-1,-2 11-476,0 24-196,0 4-285,0 10-308,0 13 257,-2 11 34,0 4-29,-2 19-10,1 1 44,1 14-22,1 8-5,1-16 27,0-5 1,0-24 301,0-8 298,0-7-493,0-18-84,2-23 11,0 0-45,1 7 0,1 1-11,4-11 17,2-6 5,-1 12-16,-5 14-57,-1 12-245,-3 7 312,-1 39 12,0-13-34,-1 9 1,0 7-12,-3 1 1,-1 0-301,2-8 1,0 1 305,-4 16 0,1-1 0,0 5 22,1 5 134,4-27 18,1-13 66,2-24-128,5-17-48,0-7 1,2-3-38,4-19 34,0-5 1,-1-1 8,0 2-51,-2 3 1,-1-1-1,-3 22 1,-1 2 2,0-3 0,0 1 29,0-8-186,-4 22 79,-5 26 84,-2 5-62,-9 27 39,3 3-16,-1 19-1514,9-22 1,3 0 1154,5 16-1820,6-10 0,4-3-2684,7-7 4463,-1-7 0,-2-3 1,-9-16-1,-2-2 1</inkml:trace>
  <inkml:trace contextRef="#ctx0" brushRef="#br0" timeOffset="93375">9909 7043 24646,'21'50'1,"-1"-1"0,1 1 0,-1 0 0,1-1 0,-1 1 0,3 10 0,-1-1 1,0 1-1,-3-1 0,-2-1-1011,-2 3 0,-3-2 0,-2 0 1,-2 2 993,-2 2 1,-2 1 0,-2 0-1,-1-3-74,-1-10 1,0-2-1,-3-1 1,-6 3 89,-11 7 0,-7 4 0,-5 0 0,2-4 0,5-10 0,3 1 0,-3-4 0,-4-5 0,0 0 0,-1 0 0,1 0 0</inkml:trace>
  <inkml:trace contextRef="#ctx0" brushRef="#br0" timeOffset="95501">9431 7672 9934,'2'-4'8946,"0"0"-6001,-2 4-2289,0-68 290,-8 28-750,5-2 0,-1-2 1008,-15-15-710,8 23-214,-1-11-51,8 22-122,3 12-174,1 6-1,0 11 96,2 12-16,0 4 10,0 42 17,-7-7-157,0-14 0,0 2 106,-2-7 1,-1-1 5,2-2 1,1-2-12,-2 23 51,4-14 50,3-16 342,1-13 150,3-12-408,1-7-56,9-31-22,-1-4-54,-3 8 1,-1-2-15,-2 3 1,-1 0-12,0 0 0,-2 1 6,2-26 236,-2 14-225,-3 18-90,-1 14-33,-1 13 56,-1 12 45,-2 14 10,0 17-4,0 14-265,2-25 0,0 1 242,1 1 0,0 0 8,-1-2 0,2 0-19,-2 22 11,2-11 72,0-16 147,0-13-7,0-15-139,1-17 460,-1-17-489,2-19-25,-1 22 1,1-2-480,1-3 0,1 0 471,0-1 0,0 0 8,1 4 1,-1 1 19,4-20-34,-4 20-61,-1 17-45,-3 12 51,-1 15 33,-2 12 841,-1 18-1519,2 13-1669,4 7 1696,5-25 1,1-2 0,-1 4-1,7-4 1</inkml:trace>
  <inkml:trace contextRef="#ctx0" brushRef="#br0" timeOffset="96601">9988 7100 22389,'-34'-42'632,"0"0"1,3 4 0,7 8-302,14 21 2,3 4-249,4 3-77,2 1 21,7 10 7,1 5-30,7 13 60,3 6-71,2 7 0,1 8-1690,-8-13 0,0 1 1696,4 18 3,-4-11 0,-1 2-50,-3-11 0,1 3 8,5 7 0,3 5 0,-2-3 27,0-2 1,0-1-367,8 15 0,0-1 366,-8-22 1,-1-2 3,0-1 0,-2 2-51,0 5 1,-3 1 108,-4-4 1,-5-1 33,-7 0 0,-5-2-14,-6 0 0,-4-1-31,-5 0 1,-3-2 1140,-2-1 0,-1-2-1169,2-2 1,0-2 13,5-4 0,1-1 200,-14 8-130,16-11 1071,10-9-1026,6-4 187,3-2-271,-1-1 656,0-1-679,0-1-10,1 1 50,1 1 89,2-1-78,1-1-50,3-2 16,7-4-50,1 1 11,11-7-39,1 2 67,15-8-11,-4-1 6,5-6 16,-15 7-5,3-9 6,-6-2 5,4-11-45,-5-9 3,-10 17 0,-3 0-14,1-16 33,-5 12 1,-1-1 44,-6-19-53,-1 12 1,-2-3 10,0 7 1,-3 0-32,-2-7 1,-2 0 5,1 10 0,-1 2-218,-9-19 229,10 27 1,-1 1 16,-4-9-22,-4-7 45,2 6-34,7 12-17,2 7 39,4 7-39,3 5 213,0 2-207,2 2-28,1 3-96,1 0 113,1 7-12,8 15 1,0 0 5,13 30-45,-2 5-313,-7-15 0,1 5 343,-2-2 0,0 4 0,-1-3 4,2 5 0,-1 1-17,3 7 0,1 5 0,-2-4-775,-1-7 0,-1-1 794,3 10 1,-2 1-166,-5-8 1,-7-3-1135,-10-9 1,-7-1 1307,-4-2 0,-4 2 0,1-5 0,3-3 0,0-4 0,-8-1 0,0 0 0</inkml:trace>
  <inkml:trace contextRef="#ctx0" brushRef="#br0" timeOffset="102191">11700 7644 21159,'-55'8'326,"0"0"1,10-2 0,7 0-47,6 0-50,36-3-28,33-2-174,-1 0 0,6-2-850,14-1 1,5-1 804,-11 1 0,1-1 1,2 0-440,5-2 0,1 0 0,1-1 422,-12 2 1,-1-1-1,1 0 1,0 0-9,0 0 0,0 0 0,0-1 0,-1 0 0,14-1 1,0-1 0,-2 0 26,-4 0 0,-1 0 1,-2-1 53,13-2 0,-6-2 84,-16 3 0,-6-2 107,-2-7-90,-46 0 34,-34 1-9,10 8 0,-3 0 302,-6 0 0,-1 1-171,0-1 1,1 0-62,5 0 1,3 0 1838,-17-6-1884,25 5-190,16 4-50,9 5 55,9 2 6,9 4 760,17 4-816,16 9 25,-18-5 1,2 1 7,13 7 1,0 2-23,-4-1 1,-2 0-346,1 0 0,-3 1 298,-4 1 0,-5 0-266,5 17-613,-6 12-1510,-30-1 2470,-12-22 0,-3-3 0,-5 3 0,-7-2 0</inkml:trace>
  <inkml:trace contextRef="#ctx0" brushRef="#br0" timeOffset="104051">15665 7096 22324,'-46'-26'622,"-2"5"-493,10 24-34,-20 2-56,22-1 0,-1 0 3,-6-1 0,0 1-452,0-1 1,1-1 523,3 0 1,2-2 182,-23-1 270,21-4-382,15-1 49,14 0-54,6-3-130,3 4-28,0-1 478,1 4-590,0 0 96,-2 9 16,1-4-5,-1 4 73,2-5 106,-1-2-163,-1 0-5,-2 0 23,-4 1 16,1-1 45,-1 0-50,3 0 95,-2-3-95,3-1-40,-2-3-22,3 3-11,0 1-135,2 2-56,0 1 152,1 4 27,-1 2 29,5 5-1,0-1 7,18 2 4,-5-6-8,12-1 1,6 0-3,26-3-514,-12 0 1,3-1 498,1 0 1,0-1 2,7 0 1,0-1 7,-12 1 1,3-1-22,4 0 1,4 0-1,-2-1 4,-11 1 0,-1 0 1,3-1-506,3 1 0,4 0 0,1 0 0,-2 0 507,-2 0 0,-1 0 1,-1 1-1,-1-1 9,7 1 1,-3-1-1,4 1 2,4 0 1,4-1 0,-1 1 0,-3 0-5,-4-1 0,-2 1 1,2-1 3,1 1 1,4-1 0,1 1-1,-4-1 5,5 0 1,-4 0 0,1-1-2,0 1 0,0-1 0,1 1-4,0-1 0,1 0 0,0 0 2,-15 1 0,1 0 0,0-1 0,1 0 1,1 1 1,1-1-1,0 0 1,0 1-4,1-1 1,1 1 0,0-1-1,0 1-481,0-1 1,1 1-1,-1 0 1,1-1 472,-1 1 0,0 1 1,-1-1-1,1 0 12,-1 0 1,0 1 0,-1-1 0,-2 1-3,3 0 0,-2 0 0,2 0 2,0 0 1,4 0 0,-1 1 0,-4-1-346,-4 1 1,-3 0 0,2 0 343,0 0 1,3 0-1,-1 1 1,-2-1-16,-2 0 0,-3 1 0,-2 0 17,13-1 0,-3 1 551,-11-1 0,-3 0-554,16 1 1908,-21-1-1885,-15-1 1722,-10 0-1694,-5 0 1643,-1 0-1790,0 2 172,0 1-104,-2 6 22,-2 4 12,-1 9-12,-3 9 6,-1 12 0,-4 12-266,6-21 0,0 2 271,0 5 1,-1 1-15,0 6 1,1 1-459,-1 3 0,1 2 469,1 1 1,1 1 3,1 0 0,0 0-1,2-3 1,1-1-4,0-4 1,1-2-201,-1-4 1,1-2 26,-2-4 0,-1-1-3582,-6 25 3753,-2-16 0,2-19 0,4-14 0</inkml:trace>
  <inkml:trace contextRef="#ctx0" brushRef="#br0" timeOffset="106025">15011 7223 8646,'0'-3'5063,"0"1"2420,0 2-6716,-13-61 69,4 34-643,0-10 0,1 2-31,0 17 141,4 1-1,0 4-44,2-2-51,-1 4-84,2 5-123,-1 3-39,2 2-56,-1 1 67,-1 9 33,0-4-10,-2 15 5,1-10 5,-3 13-21,-1 7 16,0-3 0,-2 14 22,2-9 40,-5 26-51,4-16-141,0-9 0,1 0 152,-4 16-16,4-18 0,-1 3-12,-1 9 0,0 1 6,-3 17 11,5-16 1,0 1 7,3-14 1,1 0-3,-1 7 0,1 1-1642,0 6 0,1-2 1647,0 13-450,0-15 0,-1-3 450,1-7 29,-4 21-18,2-25 18,-2 8-29,3-14 194,-3 3-205,5-17 2942,-2 2-2931,2-7 1472,0-1-1281,1-1-185,5 0 0,8-1-17,8 0-16,2-1 28,25-1-18,-17 0-287,4-1 1,4 1 284,-4 0 0,2 1 5,11-1 1,7 1-4,4-1 1,6 2-1,-4-1-1315,-1 1 1,-1-1 1307,-4 1 0,3 0 1,-4 0-5,3 0 0,-1 0-369,3 0 1,3 1 372,-16 1 1,4-1 0,1 1 0,-5-1-1,-2 1 0,-2 0 0,3 0 4,8 0 1,6 2 0,-1-1 0,-8 0 5,-1-1 1,-2 1-6,12 1 1,7-1 0,-5 1-459,2-1 0,-1-1 458,-11 1 1,4 0 0,1 0-7,-7-1 0,3 1 0,-1 0 1,-2-1 3,-3 0 1,-2 1 0,4 0-4,6 0 1,5 2 0,0 0 0,-9-1-5,-2 1 0,-1-1 4,-1 2 1,6 0 0,1 1 0,-6-2-2,8 3 0,-3-1-1,-4 0 1,4 0-1,-4-1 9,8 2 1,-3-2-84,-2 1 0,-2-2 81,-12 0 0,1-1 8,15 0 0,-1-1-31,-15-1 1,-1 0 7,7 0 1,-1-1-1,-5 0 1,-1-1 11,22 0 12,-12 0 1933,0 0-1945,-28 0 843,5 0-860,-3 0 0,8 0 12,-7 0 1320,16 0-1376,-1 1 13,-5 1 0,2 0 9,25 4 14,-24-3 0,-1 2 796,19 4-788,-15-2-33,2 1 39,-19-4 44,4 0-21,-11-2-29,3-3 22,4-2-5,1 0-28,12-3 12,-2 2-1,17-1 0,-8 1 0,-4 0-11,-3 2 39,-16 1-5,3 0-6,-4-2 6,-2-1-1,7-3 1,-2 2-12,21-3 6,-16 5 6,30-5 16,-28 4 17,5 0 6,-20 2 28,-6 0-51,-5-2-22,0 0 0,-2-1 6,-2 1-28,-2 1-6,1 2 28,0 0 0,2 0 5,1 1 34,2-2-44,1-2-1104,1-5 1109,0-8 0,0 7 0,-1-1 0</inkml:trace>
  <inkml:trace contextRef="#ctx0" brushRef="#br0" timeOffset="107242">15792 7518 19260,'0'-5'3495,"0"1"-2834,0 4-599,-2-13-29,2 30-16,-2-1-3342,1 47 3342,-1-19-590,1-7 0,-1-3 595,1-6 23,-1 22 0,2-27 123,0 1 375,0-13 3222,2-9-3608,-1-6 1866,2-12-1850,-1-7-44,1-11-34,-2-8-16,-2-5-23,-1-3-23,-2 4 1,-1 9-23,2 13-73,1 12-33,0 8 62,0 11 33,0 9-17,-1 14 6,1 12-1,1 7 7,3 3-18,3-1 23,1-5 28,0-9-5,-2-12 94,-3-11 141,0-8-51,-1-10-78,-1-18-101,-1 1 34,-2-23-12,1 4-16,1-14 5,1-1-17,1 4-11,0 12-27,0 15-3544,0 13 3515,0 9 6,0 12 16,0 11 6,0 14-50,-3 26-243,1-14-65,0-9 0,-1 0-2112,2 20 2487,1-20 0,1-1 0,0 5 0,3-7 0</inkml:trace>
  <inkml:trace contextRef="#ctx0" brushRef="#br0" timeOffset="107569">16547 7404 15676,'7'-54'664,"0"0"1,-1 6 0,0 6 2245,2 8-2630,-4 12 1055,0 11-1424,-2 12 948,-1 8-853,2 22 3329,0 14-3329,-2 0 0,0 4 5,-2 0 0,-1 1-733,0 1 0,-1 0 727,-3 7 1,-2-1-9,0-8 1,-1 3-988,2-2 1,-1 4 0,1-1 918,1-7 0,2-2 0,0 0-187,-2 19 1,3-1-4659,9 2 1,2-6 3586,1-7 0,0-15 0,-2-6 1,-3-20-1</inkml:trace>
  <inkml:trace contextRef="#ctx0" brushRef="#br0" timeOffset="108384">17285 7712 23080,'-2'-49'597,"0"0"1,-1 4-1,4 12-586,4 28-11,5 9 17,11 20-11,2 9-6,6 23 5,-12-12 6,-10-7 1,-3 1 27,-5 14-694,-6-12 0,-1-1 717,-5-1 124,-10-3-18,14-28 207,-2 0-106,6-13-73,0-17-123,2-10-11,8-21-18,7-3-403,2 9 392,11-9 1132,-3 21-1153,7-3 5,4 12-45,-5 13 17,0 7-6,4 10 411,-1 7-478,20 17-17,-7 6-5,-20-11 0,-1 2 113,3 11-763,1 14 140,-13-20-2215,6 3 0,4-2-5963,8-2 7996,15 12 1,-25-32 0,-10-6-1</inkml:trace>
  <inkml:trace contextRef="#ctx0" brushRef="#br0" timeOffset="109325">18128 7851 22565,'9'-27'101,"-1"6"543,37 21-431,-21-7 11,33-7-51,-37-12-22,-8-6-5,-5-6 44,-5-2-78,-4 9 264,-12-4-130,-3 18-100,-9-2-85,-1 14-50,-1 13-11,-2 10 0,0 17 0,0 10-5,4 10-208,16-25 1,2 1 44,-1 31-246,17-1-432,14-9-795,19-10-689,15-14-801,-23-19 0,1-3-829,4-5 0,0-3 3960,0-3 0,-1-4 0,-1-3 0,-1-3 0,-5-3 0,-1-3 224,-5-2 0,-3-2 2170,-1-1 1,-2-1 2122,10-25-1039,-3 5-1266,-8 10-733,-5 9-443,-7 9-493,-5 8-26,-4 6-495,-5 9 120,-7 9-109,-7 10-27,-4 11-17,-4 4 11,0 5 22,1-4 45,3-7 112,4-12 51,4-12-17,6-16-28,4-9-22,5-13 16,4-7-22,7 0-45,4 5-28,5 8-62,-2 9-50,1 7 22,0 11-10,3 9-1,4 10 28,4 11-33,3 8-23,2 2 34,4-2-1,3-6 24,2-8 4,2-9 12,1-10 0,0-14 12,3-11-1,-3-16 22,-4-13-16,-21 16 0,-2-2-291,-2-4 0,0-3 310,-3-3 1,0-1 8,-3 0 0,-2-1 5,-1 4 0,-2 0 17,-2 5 1,-1 2 122,-6-19-28,-2 16-72,-1 14-101,1 12-45,1 10 28,-2 11 593,-3 12-616,-3 18 12,-1 15 5,10-21 1,2 1-283,1 4 1,1 1 256,5 3 0,3-1-56,2 1 0,2-2-131,4-2 0,2-2-155,0-3 1,2-3-967,14 18-907,-3-18 2246,-2-15 0,-12-11 0,-4-6 0</inkml:trace>
  <inkml:trace contextRef="#ctx0" brushRef="#br0" timeOffset="109534">18872 7594 19104,'-3'-2'5124,"0"1"-3667,3 1-1289,65-14-34,-22 8-365,4-4 1,2 1 270,6 2-40,-8 1-84,-10 0-1658,-10 3 1742,-9 1 0,-9 1 0,-6 1 0</inkml:trace>
  <inkml:trace contextRef="#ctx0" brushRef="#br0" timeOffset="114452">16581 6240 24083,'-3'-34'-84,"-3"32"117,1 51-16,-2 4-6,0 3 0,1-12 29,-2 8 27,-1-4 56,2-18 62,2-9 347,3-15-117,2-13-247,0-8 17,3-27-96,4-5-50,2-4 51,10-2-6,8 6-73,4 4-22,7 5-39,-7 22 33,-6 8-6,4 9-38,7 16 50,-7-2-40,-1 5 1,0 3-169,7 10-188,-8-9 0,0 0 138,7 6-453,8 2-208,-9-13-156,17-3 900,-17-10-116,21-23 341,-21-6 28,7-8 140,-4-4 365,-6 1-85,-6 2 417,-6 2-691,-13 16 89,-14 5-257,3 7-23,-18 9-16,9 8 0,-5 13-18,10-4 18,6 9 0,11 1 5,6-3-6,6-4 130,18-12 83,-6-13-5,13-9-45,-7-12 39,-3-13 23,-8-8-22,-10-4-63,-13-2-83,-7 11 123,-20-14-113,0 21-60,-13-8-91,4 22-66,1 9 55,7 10-207,0 13-1193,11 21-5907,12 5 7397,9 4 0,4-24 0,0-11 0</inkml:trace>
  <inkml:trace contextRef="#ctx0" brushRef="#br0" timeOffset="114901">18140 6285 23355,'-41'-38'210,"1"0"1,1 5 0,4 12-160,-1 33-29,6 4-16,-8 22 11,16-5-6,-5 18 6,16-8 44,15-4 152,10-9 168,14-13-45,7-17-140,7-19-5,2-17-234,-22 12 1,-2-3 115,-2-3 0,-2-3-17,-2-4 0,-2-2-438,-2-3 1,-1-1 428,-2-3 1,-1 1 5,-1 2 0,0 1 20,-2 6 0,-1 2 95,1-16-45,-3 20-95,0 16-112,-2 9 51,-1 13 284,-1 12-262,-2 19 0,0 17-1,1-4-103,3-4 1,2 0 457,5 5-1217,5 5 0,7 1-521,-1-27 1,3-3-1507,9 12 0,4-3 2901,-1-15 0,-1-4 0,6 2 0,-7-11 0</inkml:trace>
  <inkml:trace contextRef="#ctx0" brushRef="#br0" timeOffset="115241">18567 6242 24396,'-31'-44'235,"5"13"-223,19 47 10,4 2 17,10 0 45,9-3 51,13-5 55,7-7 40,5-11 28,-3-11-40,-6-15-61,-8-8-11,-12-5 38,-9 2-4,-14 6-40,-9 11-28,-9 9-73,-2 11-45,-2 10 12,-1 13 22,1 13-6,1 13-22,9 11-11,10 4-45,18 4-196,20-2-280,-3-30 0,4-2-2737,7-1 0,2-2 3269,-1-4 0,-1-3 0,12 4 0,-19-11 0</inkml:trace>
  <inkml:trace contextRef="#ctx0" brushRef="#br0" timeOffset="181467">17222 8997 16157,'0'-5'4363,"0"1"-3293,0 4-1020,2-50 34,-1 41 112,2-29-56,-8 63-44,-4 17 22,-11 14-223,7-23 0,-2 0 124,-3 2 1,-1 1-250,0-1 0,0-1 244,0-2 0,2-1 14,-12 24-46,7-8 57,6-9 45,2-10 78,1-10 313,-1-9-318,-7-9 461,-8-11-546,-12-9 15,5-4 0,-1-3-42,-10-5-20,14 7 0,3 1 121,0-5 38,6-1-100,0-6 50,10 3 6,7 5-45,4 9-84,3 9-11,0 8 40,-1 13-12,0 12-12,-1 15-10,1 10-12,5 6 18,8 0-12,13-3 11,15-7 8,-14-24 1,3-3-233,5-2 1,2-4 240,4-1 0,1-4 0,2-1 0,1-4 2,-1-4 1,1-3-1586,5-5 1,-3-3 1571,-15 3 0,-1-1 30,8-7 1,-4-1 8,2-10 6,4-7 10,-8 3-44,-9 4-84,-8 7-666,-7 7-23,-5 8-2816,-5 3 3561,-7 11 0,4-4 0,-3 5 0</inkml:trace>
  <inkml:trace contextRef="#ctx0" brushRef="#br0" timeOffset="182084">16377 10450 20492,'0'-46'1019,"0"1"1,1 4 0,-2 9-612,0 18-301,-3 8-57,-6 19-11,-4 14 6,-10 27-1131,2-4 1086,5-10 0,-2 2-3,2-3 1,0 1-12,-6 13 0,1 3-17,0-1 0,1 2 23,7-15 1,0 0 0,1-2 7,0 1 0,2-2 0,-2 7 0,2-5 289,3-6-144,0-4 410,4-18-393,3-21-106,2-6 67,12-38 456,-2 18-554,3 0 1,4-3 58,15-11-17,-5 12 1,1 2-40,12-10 5,-13 17 1,0 4 22,8 1-22,6 0-6,-1 11 5,6 13-22,-6 12-22,-1 5 0,-2 19-39,-6 4 24,-14-14 1,0 2-68,1 7 1,-1 2-233,-5-6 1,-1 1 159,-2-2 0,-1-1-1263,5 23-898,-4-23-3858,1-2 6184,-5-17 0,-2-8 0,-3-4 0</inkml:trace>
  <inkml:trace contextRef="#ctx0" brushRef="#br0" timeOffset="183283">16997 10934 22218,'-13'-10'778,"8"2"-621,25 20-28,7-5-23,5-3-55,-4-4-3275,17-16 3280,-22 3 50,19-20 51,-17-7 28,-4-2-62,-5 0 286,-18 2-258,-4 21 252,-20-11-213,-1 22-60,-14 0-80,10 11 34,-13 17-73,22-5 1,-20 31-35,26-11-44,-1 16-51,19-7 11,5-11-184,18 3-454,22-6-27,5-3 138,-18-16 1,1-2-432,26-5 679,-12-8 165,-17-3 0,0-2 137,22-13 159,-22 7 1,0-2 75,-3 0 0,-1-2 188,-2-5 0,-2 0-59,6-9 3603,-4-13-2937,-19 11-408,-8 2-84,-10 0-118,-11 15-208,1 8 141,-17 8-190,11 11-63,-5 1 12,3 22-39,14-2 328,-3 15-345,12-13-50,12 12 78,1-23-12,20 15 40,-7-26 12,12 1-7,-8-18 69,-1-8 15,-2-11 23,-2-5-28,-6-3 51,-3 0-57,-6 9 241,-1 0-140,-3 14-89,-1 1-96,0 7-22,-5 8 0,0 6 0,-3 8-56,3 7-39,3 6-190,10 0-259,10 3-123,13-3-318,13-4-421,10-7-961,8-10 1997,-11-6 129,-7-8 1,0-5-43,16-6 403,-16 0 1,-1-1 64,-11 0 0,-3 0 285,21-20 141,-11-2 111,-10 1 12,-12 1-112,-10 4-141,-15 4-117,-9 6 987,-13 6-1109,-18 10-175,14 6 229,-16 13-280,29 0-32,-21 25 16,19-6-28,-6 18-28,18-6-23,14-3 12,14-7-6,13-8 28,9-11 40,4-9 5,0-17 73,1-11-40,-9-6 20,-10-2 1,-1-4-21,-7 5 1,-2-3-378,8-16 0,-2-3 445,-5 1 0,-2 0 36,0-3 0,-1 1 14,-4 1 0,-1 1 25,-1 5 1,-3 2 2,0-17 259,-7-3-180,0 34-135,-3-5-90,4 23-38,0 9 16,1 15 787,-1 19-798,-2 27-9,2-18 1,0 2-406,-1 9 0,-1 2 366,2 4 1,-1 0-665,0 1 0,1-2 32,1-2 0,0-1-1900,0-6 1,1-3 2579,0-8 0,0-5 0,0 7 0,1-21 0</inkml:trace>
  <inkml:trace contextRef="#ctx0" brushRef="#br0" timeOffset="184524">19415 7971 9520,'-4'0'7371,"1"0"-4274,3 0-2665,-14-2-253,17 1 67,3-1-106,33 2-104,-8 0 1,3 0-625,7 0 0,3 0 596,9 1 1,2-1-15,7 0 1,2-1-3,-18 0 1,1 0-1,0 0-455,1 0 1,1-1 0,-1 1 439,0 0 1,0-1 0,-1 1 3,-2 0 0,-1-1 1,-1 1-2,15 0 0,-2-1 26,-10 1 0,-4 0 145,17-3 78,-28 0-117,-21-3 1019,-22-5-1030,-16-4 1488,-19-4-1497,17 9 1,0 0 56,-3 0 0,0 0 209,-25-10 45,13 4-11,18 3-61,15 2-298,8 6-16,9 0-6,9 5-33,9 1-1,24 13 29,2 9-391,4 4 376,-24-7 1,-2 2-9,21 15 6,-19-12 0,1 2-12,-1-1 1,-2 2-15,-4-1 1,-2 2-70,9 25-51,-16-2-162,-18-4-737,-12-7-1750,-13-7 2806,-4-7 0,14-12 0,3-6 0</inkml:trace>
  <inkml:trace contextRef="#ctx0" brushRef="#br0" timeOffset="185257">21307 7910 22554,'4'41'95,"-1"-1"0,2 13 0,-2-5-44,-1-11 2,0-2 0,-2 1 110,-7 3-1,-4 4 56,-7-10 146,6-16-162,2-6 28,8-17-146,6-11-3348,12-26 3320,0 7-103,4 0 1,3-2 169,9-7-98,-12 18 1,0 1 30,18-12-39,-6 16-51,8 2-11,2 10-61,8 15 50,-17 4 3162,10 16-3414,-18 3-152,3 11-603,2 16 250,-2-5 130,0-1-1479,14-6-1350,-13-28 0,2-3 1715,18 9-265,-9-18 1,-3-5 2229,-9-8 829,-1-8 1,-3-4 39,-8-2-267,-1-5 0,-1-1 378,-5 4 3696,8-27-4261,-14 36 933,3-9-1298,-6 22-51,-1 1-133,-1 9 3144,-3 15-3162,-1 7-21,0 14 5,4-11 799,4 6-810,6-9 39,6 3 56,6-7 51,3-12 27,5-14-11,3-15 40,4-13-12,-14 4 0,-1-2 51,14-21-155,-17 20 1,-1 0-3,2-13-57,-6 12-72,-4 2-856,-2 12 256,0 4-3730,6 13 4386,-5 8 0,1 1 0,-4-2 0</inkml:trace>
  <inkml:trace contextRef="#ctx0" brushRef="#br0" timeOffset="185835">22763 8351 16947,'1'5'5209,"1"-1"-2162,-2-4-2677,30-68-113,-11 27-657,3-9 0,1-1 450,-2 6 14,1-7 1,0-2-54,1-1-2,-8 16 0,1-5 1,-1 3 21,-4 7 0,-1 1 30,1-7 1,0 1-64,0-22 210,-8 19-57,-7 16-146,-1 12-21,-4 13 10,-4 15 693,-1 4-712,-2 9 0,0 5 31,-8 27-212,8-13 0,2 2 200,4-3 1,5 1-1,5 1 1,4-1-6,-1-10 0,5 1 13,17 13 1,4-2-14,6 0 5,8-3 1,3-3 5,6-13 5,-13-11 1,0-6 0,22-19 2,-30-4 0,0-5 0,0-6 1,0-5-381,0-6 1,-2-4 393,0-6 1,-3-3-486,0-5 1,-2-4 476,-1-3 0,-3-2 25,-2 0 1,-3 0 4,-4 3 1,-3 2 22,-2 5 1,-4 2 216,-3 6 0,-3 3-208,-2 5 0,0 4 13,-11-16-44,3 17 658,1 16-714,0 17 1078,-4 18-1062,-7 23-14,10-11 1,0 3-561,-1 13 1,2 1 565,2-7 0,2 4-23,2 8 0,1 7 0,1-4-56,3-14 0,1-2 0,1 3-662,0 1 0,0 3 0,1 0 0,1-5 97,0 14 0,2-3 647,2 11 0,-1-9 0,-1-16 0,-2 12 0</inkml:trace>
  <inkml:trace contextRef="#ctx0" brushRef="#br0" timeOffset="188174">16301 10318 18868,'15'-38'1254,"-1"0"1,9-19-852,-22 37-117,-1 7-89,0-2-29,2-1-40,3 1-32,3 1-1,2 3 0,0 2-11,-2 4-34,-2 2 1,-2 2 22,-2 3 27,0 3 7,0 5 22,-1 9 27,-4 7-21,-4 9-85,-2-4 42,-2-1 1,-3 2 25,-8 21-389,4-15 0,0 2 296,2-7 0,0-2-3,1 0 1,1-2-11,-11 21 33,5-7 39,5-9-11,3-9 45,5-10 178,4-7 632,2-8-788,3-9-27,5-16-85,-1 2 16,8-21-22,-3 7 6,5-16-5,1-4-12,0 0 17,1 4 0,-2 7 17,-2 7-1,-4 10 29,-4 10-62,-4 11-22,-1 5 22,-4 13 12,-4 13 5,-8 20-20,4-14 1,-1 3-9,-3 3 0,0 1-370,-1 2 1,-1 1 341,0 0 0,1 0-45,0-1 1,0-1-248,2 0 1,1-2-1339,3-3 0,1-1 1658,-3 16 0,7-21 0,3-14 0</inkml:trace>
  <inkml:trace contextRef="#ctx0" brushRef="#br0" timeOffset="600523">3362 12908 22702,'22'-48'259,"-1"0"1,0 0 0,0 1 0,0 1 0,0 3-134,3-4 0,-1 2-1220,3-5 0,-2-3 1131,-7 14 0,-1-2 1,-1 0-482,1-4 1,-1 0 0,0-2 480,-2-3 1,0 0-1,-1 0 30,-2 0 0,-1 1 1,-1 0 18,-2 4 0,-1 2 1,-2 0-9,-2-11 0,-7 2-109,-9 10 0,-7 1 0,3 6-126,-8-17 527,-2 16 1,3 16-393,19 44 38,0 31-8,2-12 1,0 5 127,1-8 0,-1 3 0,2 1-148,-1 6 1,0 1 0,1 1 5,0 2 1,1 1-1,1 0-5,0-2 0,2 0 0,1-2 7,1-4 0,2-1 0,2-2 4,5 13 0,4-4 305,2-10 1,4-5-300,1-8 0,2-5 33,25 8 605,-1-21-566,-5-22-22,-2-19-23,-21 6 1,-1-4-3,1-3 0,0-3 41,3-8 1,-1 0 23,7-13 10,-13 20 0,-2 3 152,-5 4 1498,-2 2-1655,-6 14 199,-2 7-333,-2 13 27,-2 9-5,-2 12 5,0 11-11,1 5-139,1 1-298,8-3-616,4-7-1288,9-9-5523,5-14 7881,0-9 0,-7-6 0,-7-2 0</inkml:trace>
  <inkml:trace contextRef="#ctx0" brushRef="#br0" timeOffset="600700">4355 12013 17602,'0'-6'5349,"0"2"-4335,0 4-1221,-39-39-331,30 40-1411,-23-23 1949,47 54 0,-6-13 0,4-2 0</inkml:trace>
  <inkml:trace contextRef="#ctx0" brushRef="#br0" timeOffset="601168">4678 12042 26060,'-33'-42'-6,"7"24"-22,27 39 12,7 20-7,7-9-10,10 13 16,9 2-39,2 0-39,0 0-17,-7-5-34,-13-3-135,-15-4-290,-15-4-554,-11-8-999,-7-8-850,1-12 85,5-17 1197,8-16 1585,9-20 751,7 18 0,1-1 574,1-3 1,1 0 136,0 0 1,-1 2 734,-4-27-735,-2 15-426,-4 13-296,-1 11-145,2 8-443,4 7-28,1 7-29,0 11-10,-2 14 5,-3 20-149,2-2 1,-1 1-254,3-12 0,-1 2-1018,-2 21 1,-1 1 783,4-22 0,1-3 1,-4 23-1,4-23 1</inkml:trace>
  <inkml:trace contextRef="#ctx0" brushRef="#br0" timeOffset="601774">5123 12424 16975,'-8'5'4716,"2"-2"-2845,6-3 767,0 0-2296,-3-64-68,6 27-405,-2-10 1,0-6 194,3 5 1,2 1-801,-1-2 1,0 1 746,0-4 1,0 1 16,0 1 0,0 3-1365,-2 10 1,1 2 1375,1-21 0,-7 11-106,-3 39 221,-6 15-160,2 8-16,-3 33 19,5-9 0,1 1 413,1-7 0,0 2-414,1 8 1,0 5-1,2-3 919,2-4 0,1-1-957,-1 8 0,3 1-1621,8 1 1,3-7 1259,5-1-837,4-4 0,3-3-1572,1-14-4940,7 1 7752,-20-24 0,-8-3 0,-5-2 0</inkml:trace>
  <inkml:trace contextRef="#ctx0" brushRef="#br0" timeOffset="601923">5035 12302 24645,'1'-46'-80,"0"-1"0,1 7 0,10 6-427,18 17 0,8 6-3264,0 2 0,0 2 3771,-1 1 0,-2 2 0,11-1 0,-20 3 0</inkml:trace>
  <inkml:trace contextRef="#ctx0" brushRef="#br0" timeOffset="602167">5643 12341 27460,'-12'-45'-50,"1"10"-130,11 37-777,-1 2-5955,3 4 6912,2 1 0,0-2 0,0-4 0</inkml:trace>
  <inkml:trace contextRef="#ctx0" brushRef="#br0" timeOffset="603173">6219 12309 14600,'-4'-4'4515,"1"1"-936,3 3-2594,38-68-229,-28 31-476,9-10 0,-4-1 158,-25 5-85,-8 4-101,-8 11-118,-3 11-67,-5 10-16,-4 15-23,-4 12 5,-3 16-201,23-13 1,1 1 164,0 2 0,3 1 14,-12 29-104,10-6 82,13-7-6,15-8 0,14-10 23,15-11-12,10-12 40,6-16 5,3-14-332,-28 8 1,-1-3 326,-1-4 0,-1-4 2,-2-4 0,-2-3 0,-2-4 1,-3-3-6,-1-2 0,-2 0 13,-1 1 1,-2 1 33,-3 4 1,-1 1 179,-1 7 1,-2 3-51,0-15 61,-5 17-196,0 14-73,-1 8-17,1 13 664,-1 13-670,0 18-27,0 19 13,1-21 1,2 3-286,0 3 1,3 2 24,1 4 1,3 0-256,3-1 1,2-1-259,4-3 0,2-2 74,2-7 0,2-2-886,1-5 1,1-5-3219,27 9 2386,2-14 2320,-2-20 1143,-3-12 1220,-6-14 554,-4-5-363,-4-8-650,-4-5-442,-6-7-276,-6-2-212,-8 1-178,-11 6-192,-12 10-206,-11 13-141,-11 12 340,-8 18-468,-3 14-1,0 18-141,23-13 0,2 2 150,1 4 0,4 1 2,1 1 1,3 1-29,-1 29-32,17-10 44,17-10 34,16-15-7,9-12-16,4-18 23,1-16-18,-25 2 1,-1-5-323,1-6 0,-1-3 356,1-10 0,-2-3-436,1-9 1,-1-3 416,-7 15 1,-2-2-1,0 0-490,1-1 0,-2 0 1,1 0 525,-3 2 0,0 1 0,-1 1 47,2-13 1,-2 2-73,-5 9 0,-3 2 103,-4 8 1,-3 2 562,-7-13-573,-4 16 643,1 16-762,-1 20 1,-2 20-12,-7 28 665,10-15 1,0 3-685,-1 11 0,1 3-359,5-15 0,1 0 0,2 1 260,0 3 1,2-1 0,1 1-292,4-2 1,1 1 0,2-1-2145,6 18 0,3-3 2559,1-11 0,2-4 0,5 8 0,-9-27 0</inkml:trace>
  <inkml:trace contextRef="#ctx0" brushRef="#br0" timeOffset="603949">6317 11893 19882,'7'-50'1241,"1"-1"1,-1 5 0,-4 6-475,-13 3-498,-4 13-185,-5 5 50,-8 14-39,-1 9-16,-13 10-46,11 4 1,0 2-23,-14 14 0,10-4 0,1 2-241,10-6 0,2 1 236,-6 8 0,2 2 5,2 1 0,3 0-6,4 0 1,2 1 5,3-2 1,4 0-12,2-3 0,3 0-12,11 23 18,11-12 5,13-13 28,9-12 23,7-14 34,4-16 10,4-13-480,-30 4 0,0-3 441,0-5 1,-3-4-7,0-5 1,-2-4-15,-1-4 1,-2-2 53,-2-2 0,-2 1-127,-2 1 0,-4 1 244,-2 6 1,-2 2 145,-3-25 311,-6 17-456,-2 16-124,-2 12-56,3 12 836,0 15-914,-1 15 28,-3 23-1,3-14 1,1 2-184,-1 8 1,2 2 183,0 4 0,3 1-42,4 1 0,3 0-185,5-3 0,3-2-552,6-4 0,3-3 790,7 1 0,0-5 0,3 2 0,0-7 0</inkml:trace>
  <inkml:trace contextRef="#ctx0" brushRef="#br0" timeOffset="604974">7538 12074 21310,'31'-43'500,"1"-1"1,-1 3-1,-12 4 94,-26 13-443,1 5 146,-16 0-168,-1 19-73,-6 3 28,-14 21 5,0 12-1735,10-2 1,0 2 1653,10-10 1,1 0 13,-8 20 1,5-2-12,11-8-11,-3 21 6,26-32 83,23-3-44,-2-12 0,7-14 0,2-7 44,14-18 1177,-19 11 0,-2-3-1222,-1-8 1,-5-3 28,-5 3 0,-2-4-3,5-21 0,-2-3-45,-7 17 0,-3-1 21,-2-8 1,-1-5 0,-3 6-28,-2 14 1,-1 0 33,1-28 1,0 0-101,-2 2 165,-2-1-6,-2 26-135,1 21 6,0 13 40,1 22-29,4 37 1,-1-7 145,1-3 0,1 6-188,1 3 1,0 0-589,-1-8 1,1 0 281,-1-1 1,1 4 0,0-4-1868,2 2 1,1-2 2220,0 5 0,1-3 0,0 0 0,-6-33 0</inkml:trace>
  <inkml:trace contextRef="#ctx0" brushRef="#br0" timeOffset="605441">8530 11541 21825,'-12'-53'1064,"-1"-1"0,5 6 1,-2 12-858,0 28-157,4 11 6,-3 14-22,-3 19-17,2 5-9,-1 6 1,0 5-18,4-10 1,1 3-520,-1-2 1,1 3-1,1-1 455,1 17 1,5-2-108,3 2 1,4-1-219,6-3 1,4-3 58,-2-11 0,5-4-1407,6-7 1,6-2-1,-1-4 1304,-2-5 1,-1-3-1,8 5 1,-4-4-1,-5-7 1</inkml:trace>
  <inkml:trace contextRef="#ctx0" brushRef="#br0" timeOffset="605956">9228 11863 18744,'-5'-3'4767,"1"0"-3484,4 3-1188,-55-20-17,39 19-16,-40-15 0,52 25 78,1-3 157,2-2 565,0-2-710,1-15-35,1-5-10,0-18-74,1 4 51,5-30-45,2 19-11,7-16-22,-2 30-23,15 4 12,-2 17-23,14 6 5,-2 19 18,0 19 2,-21-11 0,-3 4-418,-2 6 1,-4 2 420,0 25-14,-22-4 0,-10 2-9,0-14 1,-5-1-363,1-1 1,-3 1 0,0-3 384,-12 7 0,0-7 22,4-7 1,1-5 2,8-10 0,1-5 37,-9-8-6,19-24-6,18-18-27,9 0-7,10 4 1,5 0-11,19-7-23,-9 11 0,2 2 1,17 1-38,-8 14 1,2 3-158,-11 4 0,0 2-276,19-2 0,2 2-883,-5 1 1,-1 0-3297,3 0 0,1 0 4666,-6 1 0,-3-1 0,15 0 0,-28 0 0</inkml:trace>
  <inkml:trace contextRef="#ctx0" brushRef="#br0" timeOffset="606141">9947 11455 25735,'-23'-56'707,"0"0"1,2 6 0,7 8-540,11 11-79,11 16-50,13 25-5,17 27-23,-10-4 0,0 6-681,-5-5 0,1 3 0,-1 2 649,2 7 1,-1 3-1,-3 3-602,-1 5 0,-2 2 0,-5 3 242,-6-12 0,-2 1 0,-4 2 0,-3 0 177,-7 7 1,-5 2 0,-3-1 0,3-6-1,3-8 1,1-4 0,-3-1 0,-6-2-1,0 0 1,1 0 0</inkml:trace>
  <inkml:trace contextRef="#ctx0" brushRef="#br0" timeOffset="677807">17078 11679 13973,'-3'-7'6592,"1"1"-4928,2 6-762,-24-64-253,18 42-599,-7-13 1,3 5 78,10 24 16,5 12 7,5 7-63,5 17-16,1 19-59,-9-17 0,-4 4-417,-3 6 0,-5 3 392,-3 4 0,-5 0 2,-4 2 1,-2-1 8,-2-3 0,0-4 8,1-6 1,-1-4 69,-13 12 118,2-21 45,1-16-28,-2-13-17,-1-11-33,0-10 0,2-4-7,3 2 835,6 4-818,5 8-83,6 8-45,4 8-29,2 14-16,1 13 12,1 13-18,1 8 6,8-1 0,9-3 11,13-11 17,12-8 6,9-13 39,6-8-276,7-13 217,-30 2 0,0-2 14,2-3 0,-1-2-14,-1-1 0,0 0 2,-2-1 1,-2-1 28,19-15-17,-11 3-5,-11 5-46,-9 8-139,-7 7-297,-5 6-696,-2 7-2019,-4 7 3174,-3 15 0,3-11 0,-3 2 0</inkml:trace>
  <inkml:trace contextRef="#ctx0" brushRef="#br0" timeOffset="678172">16917 12990 16630,'-2'-53'1288,"-1"1"0,1-1 1,-1 7-1,1 1 1,-1 6-276,-2-20-178,1 24-745,2 19 222,0 14-194,2 17-17,0 16-12,1 24-72,0-6 0,1 2-34,-2-12 0,1 2-443,0 2 0,0 5 1,0-2 24,-1 7 1,-1 1-1002,0-1 1,-1 4-1,0-3-1064,0-9 0,1-3 0,-1 0 1956,-1 21 1,0-7 0,1-7-1,2-27 1</inkml:trace>
  <inkml:trace contextRef="#ctx0" brushRef="#br0" timeOffset="679722">16718 13428 15771,'-3'-61'1601,"-1"-1"1,1 10 0,1 9-1204,4 24-309,5 12-49,7 2-18,10 4-28,26 5-61,5-1-586,5 2 597,-25-4 0,0 0-23,26-4 42,-24 0 0,1-2 68,1-4 0,-3-3 97,15-13-38,-12-1 285,-23-1 96,-12 7 162,-6-4 1121,-9 3-1233,-4 7-287,0 5-21,1 5-135,6 8-16,-1 9-29,6 6-27,7 16-17,2-12 5,7 4 6,6-10 0,6-4 22,7-2 29,8-13 10,-10-10-27,-3-4 39,-10-14 33,-8-3 68,-1-19 0,-6 7 61,-9 0-95,-1 22 129,-11 7-79,-3 11-44,-21 15-84,4 9-23,-9 22-34,20-5-5,1 17-33,14-6-57,4 13-109,23-23 1,7-2 69,5 6-9,10-15 1,5-7-92,20-12-56,-1-4 240,-26-6 0,-1-5 28,-4-6 1,-1-3 30,0-2 0,-1-1 11,1-7 0,-4 1 9,3-11 67,-4-8 39,-10 13 107,-1-12-51,-6 15-51,-4 4-111,-2 17-34,0 6 22,-2 14-22,1 5 11,-1 25-5,1-12 0,1 10 199,0-7-221,1 13 10,1-2-11,1-1 84,1-22 85,-1-12-85,-2-9-11,2-13-6,1-18-33,-1 3 5,2-3 1,1-2-1,6-10 1,3-10 38,4 5 12,1 10-28,1 4-28,1 5-6,2 19-28,6 12 6,2 10-6,2 15 17,-8 10 17,-5 6-17,-8-7 17,-6 12-6,-11-21-11,-4 5 22,-1-19 79,-3-7-34,6-14-28,0-8-11,7-15 23,10-11-34,9-5-283,10-3 288,5 5-27,4 8 10,-1 9-5,-3 11 0,-5 9 6,-2 13-101,-2 12 5,-7 6-408,7 31-163,-9-9 74,-5-12 1,1 0-814,7 20-880,1-5-335,-2-8 1265,-3-10 1238,-4-14 566,-1-15 750,-1-13 885,1-11 464,1-8-1024,1-3-470,-1 0-298,-1 3-240,-2 8-207,-3 7-174,-3 9-96,-1 8 1,3 11 0,2 12-28,6 33-12,-2-11-167,-2-4 1,0 2 166,-1-7 1,0 0-510,2 13 1,0 2 503,0-1 0,0 1 5,-1 3 1,-1-4-6,-3-16 0,-2-4 33,3 29 51,-14-45-16,-2-11-29,-7-23 6,-1-22-34,9 9 0,1-3-179,2-8 0,1-4 176,2-6 1,1-1-15,4-5 1,2 0 10,0 0 1,2 2-15,1 3 1,0 1 11,0 4 0,-1 2-3,1 4 0,0 1-24,1 3 0,0 1 32,1 4 0,3 3-19,14-19-11,6 17 5,5 18 0,5 14 685,3 18-719,1 18 42,-24-11 1,-3 4 369,-1 2 1,-5 3-374,-3 0 1,-6 1 3,-8-1 0,-7-2-23,-6-2 0,-6-3-28,-9-2 0,-3-3-165,-6-3 0,-1-3-816,-1-2 0,-1-4 1040,-3-2 0,3-2 0,-5 0 0,9-5 0</inkml:trace>
  <inkml:trace contextRef="#ctx0" brushRef="#br0" timeOffset="721995">19153 6954 19098,'0'-5'171,"23"-25"0,11-5 55,-8 14 1,3-1-521,7-8 1,5-4-1,3 1 432,9 2 0,4 2 1,-3 2-847,-12 6 1,-1 1-1,3 0 744,8-3 1,6-2-1,1 0 1,-2 3-441,-9 4 1,-2 2 0,1 1 0,3-2 415,2 1 0,2-1 1,1-1-1,2 1 1,-1 0-279,-5 3 0,0-1 0,0 1 0,1 0 0,1 0 0,0 0 272,2 0 1,2 0 0,0 1-1,0-1 1,1 1 0,-1 0-156,2 0 0,0 0 0,0 0 1,1 1-1,-1 0 0,1 0 152,-2 1 1,1 0 0,-1 1 0,0-1 0,0 2 0,-1-1-61,-2 2 1,-1 0 0,0 0-1,-1 0 1,0 2 0,-2-1 56,5 1 0,0 0 0,-2 0 0,0 1 0,-1 1-12,9 0 1,0 1 0,-3 1 0,-5 1 5,-5 0 1,-5 0-1,-1 2 459,20 3 0,-11 3-441,-20 5 1568,-8 8-1367,-16-4 157,-15 2-191,-4-8 2292,-20-1-2269,-28-8-157,8-2 1352,6-2 0,-3-2-1347,13-1 1,0 0 13,-8-3 1,-1 0 10,5 0 1,1-1 69,5 0 0,3 0 17,-19-10 34,11 0 17,8 2 78,2-4-207,11 8 39,-3-6 609,9 7-637,-3-4 80,0 2-136,0 3-50,6 5-118,2 3-34,5 3 107,0 4 28,1 7-5,0 2-1,2 2-89,1-2-325,5-2-1048,5 0 1496,11-2 0,-12-4 0,5-2 0</inkml:trace>
  <inkml:trace contextRef="#ctx0" brushRef="#br0" timeOffset="722977">22746 5742 16135,'-45'-30'1667,"0"1"0,-2-1 0,4 4-496,-3 8-583,-5 1-224,7 10 51,6 9-247,12 6-107,5 1 29,10 5 22,7-1 101,4 12-73,10 0 11,14 9-95,4-9-14,-1-7 0,4 0-336,11 6 0,2 1 313,4 1 1,0 2-744,-9-5 1,0 1-1,-3-1 721,0 1 1,-3 1 10,1 3 0,-6 1 9,-1 16 117,-9 9 275,-37 1-173,-14-14-569,5-20 1,-2-3 416,-15 2 405,-12 0-355,15-7-67,-6 2 2018,6-1-2090,16-3 64,6-1-54,14-6 1144,3-1-1166,3-2 198,6-1-137,16-3-32,9-5-24,6-1 35,23-11-40,-14 4-163,-12 4 0,1-1 166,-5 1 0,-1 0 5,2-2 1,-2-1 13,16-10 6,-17 2 1,-3-1-7,-3-3 9,-6-5 0,-6-1-2,-17-4 4,-12-19 7,-8 22 5,-18-9 30,17 18 1,-2-1-781,-2 0 0,1 0 722,1 1 0,-1 0 8,-3-3 1,1 2-163,-11-9 160,17 15 0,0 0 22,-24-14-84,21 18 1,-1 2 55,-1-2 0,-1 2 5,-5-1 1,1 1 33,-17-1-39,17 7 6,5 2-17,15 5 1358,4 0-1419,6 1 580,11 2-503,2 2 158,13 7-152,22 8 0,8 4-11,-14-7 0,2 0-554,-2-1 0,0 1 554,-6-2 0,1 1 5,16 12 1,0 2-1512,-13-5 0,-2 1 1506,6 3 0,1 4-23,1 11 1,-4 1-227,-14-12 1,-2 1 248,8 15 0,-5-1 12,-3 13 18,-18-21 1,-5-3-3,-7 0 19,-18 3 1,-4-4-25,-2-11-9,-2-1 0,0-2-9,10-10-94,-9 4-1313,20-8 1402,3-1 0,9-3 0,4-2 0</inkml:trace>
  <inkml:trace contextRef="#ctx0" brushRef="#br0" timeOffset="1.4044E6">2991 6319 24575,'8'-4'0,"19"2"0,24 2 0,-11 0 0,6 0-2343,1 0 1,5 0 0,1 0 2342,0 0 0,1 0 0,7 0 0,-13 0 0,7 0 0,3 0 0,2 0 0,0 0 0,-2 0 0,-4 0-881,3 0 1,-3 0-1,-2 0 1,1 0-1,5 0 881,-4 0 0,2 0 0,1 0 0,2 0 0,2 0 0,1 0 0,2 0 0,-10 0 0,3 0 0,2 0 0,2 0 0,-1 0 0,1 0 0,-1 0 0,-2 0 0,-2 0 0,-2 0-233,3 0 1,-3 0 0,-3 0-1,1 0 1,0 0 0,3 0-1,5 0 233,-8 0 0,3 0 0,3 0 0,3 0 0,1 0 0,0 0 0,1 0 0,0 0 0,-1 0 0,-2 0 0,-2 0 0,-3 0-308,9 0 1,-1 0 0,-3 0-1,-1 0 1,0 0 0,-1 0 0,0 0-1,1 0 308,0 0 0,0 0 0,-1 0 0,1 0 0,-1 0 0,0 0 0,1 0 0,-1 0-82,0 0 0,0 0 0,-1 0 0,1 0 0,0 0 0,0 0 0,2 0 0,0 0 82,1 0 0,2 0 0,1 0 0,1 0 0,0 0 0,-1 0 0,0 0 0,-3 0 0,-2 0 0,3 0 0,-4 0 0,-1 0 0,-1 0 0,1 0 0,0 0 0,3 0 0,0 0 0,4 0 0,1 0 0,0 0 0,-1 0 0,-2 0 0,-3 0 0,-4 0 115,2 0 1,-6 0 0,-1 0-1,-1 0 1,2 0-116,8 0 0,1 0 0,1 0 0,-3 0 0,-3 0 0,9-1 0,-5 1 0,5-1 0,-12 0 0,3 0 0,2-1 0,-2 0 0,-5 0 429,4-2 0,-6 0 0,1-2-429,3 0 0,1 0 0,-2-1 0,-4-1 0,-1 1 0,-1-1 523,-2 0 1,-2-1-1,0 1-523,19-5 0,-2-1 1403,-4 1 0,-1-1-1403,-8 0 0,-1 1 1385,-6 0 0,-1 0-1385,-4 1 0,-1 0 0,-2 0 0,0 0 0,1-1 0,0 0 2199,24-14-2199,-27 11 0,0-3 0,8-9 0,-1-1 0,-10 6 0,1-1 0,17-19 0,-1-1 0,-19 17 0,0-1 0,19-19 0,1 1 0,-19 18 0,0 2 0,9-8 0,-1 2 0,7-6 0,-1 2 2070,-8 8-2070,-7 5 1717,-2 1-1717,-7 7 856,-2 2-856,-6 5 319,-5 0-319,-7-5 0,-13-8 0,-10-10 0,-18-10-611,19 15 0,0 0 611,-1 0 0,0 0 0,-1 0 0,0 0 0,2 1 0,2 1-291,0 3 1,0-1 290,0 1 0,-1 0 0,-5-4 0,-1 2 0,4 4 0,-3 0 0,-9-5 0,-5-2 0,0 1 0,9 4 0,1 1 0,-3-2-827,-2-1 1,-5-1-1,0-1 1,2 1 826,-5-3 0,3 1 0,-5-3 0,7 4 0,-3-2 0,-2-1 0,-1 0 0,1 0-1019,2 2 1,-1 1 0,1-1 0,-1 0-1,1 1 1019,0-1 0,-1 0 0,1 0 0,1 1 0,1 1 0,-6-3 0,1 2 0,3 1 0,3 2 38,-9-2 0,1 2-38,8 6 0,-3-1 0,-2 0 0,5 1-452,1 1 1,4 2 0,-4-2 451,-1 1 0,-4-1 0,0 1 0,3 1 0,-15-3 0,3 3 0,16 3 0,0 1 0,-1 0 0,-5 0 0,0 0 0,-1 0 0,-1 1 0,-1 0 0,0 0 0,1 1 0,0 0 0,0 1 0,1 1 0,1 1 0,1 1 227,2 0 1,0 0 0,1 1-228,-20 0 0,1 0 0,3 2 0,1-1 0,1 0 0,-1 2 0,13 2 0,-1 1 0,-1 2 743,-4 1 1,-1 1 0,0 2-744,1-1 0,0 2 0,-3 1 0,0 0 0,-3 1 0,0 0 0,5-1 0,4-1 0,3-1 0,-3 0 0,3 0 0,-4 0 0,1 1 0,3-1 0,-15 3 0,2 0-243,16-3 1,1 0-1,0 0 243,-18 6 0,2 0 0,2 1 0,-1 2 0,10-3 0,-2 2 0,0 1 465,1 1 0,0 1 0,-1 1-465,4-3 0,-1 2 0,-1 0 0,3-1 0,-4 2 0,2-1 0,1-1 0,1 0 0,0-1 0,-1-1 0,-5-1 0,-2-1 0,3-2 80,-5 2 0,0-1-80,7-2 0,-3 1 0,3-2 0,0 0 0,3-2 786,-1 1 1,-1 0-787,-2 1 0,-1-1 0,0-1 0,0 0 0,0-1 0,0-1 0,-2-1 0,0-1 0,-2-2 0,-1-1 122,-1-1 0,-1-1-122,-1 0 0,1-1 0,5 0 0,2 1-49,2-1 1,2 0 48,5 0 0,1 0 581,4 0 1,0 0-582,0 0 0,0 0 639,-6 0 1,-3 0-640,-1 0 0,-2 0 0,3 0 0,-1 0 891,0 0 1,-1 0-892,3 0 0,0 0 0,8 0 0,-2 0 578,-13 0 0,0 0-578,10 0 0,2 0 0,3 0 0,2 0 637,-22 0-637,22 0 0,2 1 0,2 2 0,1 2 0,-2 2 0,-1 1 0,-4 3 0,-2 3 0,-1 5 0,-5 6 0,2 3 0,2 4 0,0 3 0,1 1 0,1 2 0,0 2 0,5-3 0,2 0 0,-3 15 0,10-16 0,-3 16 0,8-16 0,-7 20 0,6-12 0,4-9 0,2 0 0,1 7 0,4-2 0,1 1 0,3 14 0,2-15 0,4 3 0,11 6 0,4 0 0,-3-7 0,3-1-602,9 11 0,1-2 602,-8-17 0,-1-3 0,0-1 0,1-1-544,19 22 544,-18-23 0,2 1 0,3 2 0,2 0 0,0 0 0,0-2 0,-1-2 0,-2-1 0,0-3 0,-1-1 0,16 13 0,-6-7 0,-3-1 0,-7-8 1170,-6-5-1170,-4-5 578,-3 0-578,-4-3 0,1 2 0,-3-5 0,2 1 0,-3-1 0,-1-1 0</inkml:trace>
  <inkml:trace contextRef="#ctx0" brushRef="#br0" timeOffset="1.56645E6">15370 11510 24575,'43'0'0,"15"0"0,-17 0 0,4 0-2278,11 0 1,3 0 2277,-13 0 0,3 0 0,4 0 0,-4 0 0,5 0 0,3 0 0,-1 0 0,-2 0-696,4 0 0,-3 0 0,1 0 0,7 0 696,-8 0 0,6 0 0,3 0 0,2 0 0,-1 0 0,-3 0 0,-5 0-665,0 0 1,-3 0 0,-3 0-1,1 0 1,2 0 664,-1 0 0,2 0 0,2 0 0,-2 0 0,0 0 0,-4 0 0,11 0 0,-3 0 0,-2 0 0,-1 0-247,-4 0 0,-2 0 1,0 0-1,3 0 247,9 0 0,2 0 0,0 0 0,-2 0 0,-12 0 0,-2 0 0,0 0 0,-2 0 0,12 0 0,-2 0 0,-5 0 0,1 0 0,-8 0 1184,8 0-1184,-8 0 2304,-15 0-2304,-10 0 6102,-8 0-6102,-7 0 2058,-14 1-2058,-16 1 0,-23 3 0,-9 0 0,-8 1 0,24-2 0,0-1 0,-3 0-631,-3 1 0,-3 0 0,-3 1 0,-2 0 631,1-1 0,-4 2 0,0-1 0,0 1 0,2-1-856,-5 2 0,3-1 0,-2 1 0,-5 1 856,10-2 0,-6 1 0,-3-1 0,-1 2 0,1-1 0,3 0 0,4 0-935,2 1 1,4-1-1,1 1 1,-1 0-1,-3 0 935,-5 0 0,-4 0 0,-3 1 0,2-1 0,2 0 0,5 0 0,0 1 0,5-1 0,1 1 0,-2 0-595,-6 1 1,-2 0 0,1 0-1,3 1 595,-6 0 0,3 1 0,-1 0-215,13-3 1,-1 1 0,0 1 0,0-1 214,2 1 0,0 0 0,0 0 0,1 0 0,-16 3 0,1 0 0,1 0 83,4 0 0,1 0 0,1-1-83,6-1 0,2-1 0,1-1 1187,-13 4 0,2-2-1187,9 0 0,1-1 1222,8-2 0,1-1-1222,1 0 0,2 0 3370,-23 4-3370,13-3 2875,10-3-2875,9-2 1712,4-2-1712,3-2 832,7 0-832,1 0 0,5-1 0,2-8 0,5-3 0,9-9-3392,20-4 0,9-1 3392,-2 4 0,4-1 0,1 0 0,5-2 0,1 1-1001,1 1 1,2 2-1,2 0 1001,-8 3 0,1 1 0,1 0 0,2 0 0,7-2 0,2-1 0,2 1 0,0 0-672,-7 3 1,1 0 0,1 1-1,0 0 1,-1 0 671,-1 1 0,0 0 0,0 1 0,0 0 0,0 0 0,0 1 0,-1-1 0,1 0 0,-1 1 0,0 0-408,-1 1 0,-1 0 1,0 0-1,-1 0 1,0 0 407,8-1 0,-1 0 0,0 0 0,1 0 209,-1-1 0,1 1 1,0-1-1,-2 1-209,-5 1 0,-2 0 0,0 0 0,-1 1 167,11-3 0,-1 0 1,-3 1-168,-4 0 0,-2 1 0,-2 1 1240,9-2 1,-2 0-1241,-8 4 0,-1 0 0,0-2 0,-3 0 0,10 2 3410,11-5-3410,-38 9 3649,3 1-3649,-11 1 2975,-1 1-2975,-16 1 1168,-8 2-1168,-3 0 159,-2 3-159,5-1 0,1-1 0,2 0 0,-1-1 0,0 1 0,3-2 0,0 1 0</inkml:trace>
  <inkml:trace contextRef="#ctx0" brushRef="#br0" timeOffset="2.14897E6">14694 8787 24575,'31'0'0,"27"0"0,-24 0 0,3 0-2582,16 0 1,6 0 2581,-14 0 0,3 0 0,0 0 0,3 0 0,2 0 0,4 0 0,-5 0 0,4 0 0,2 0 0,-1 0 0,-3 0 0,-2 0 0,-3 0 0,0 0 0,4 0-988,3 0 0,5 0 0,1 0 1,-1 0-1,-3 0 988,-1 0 0,-4 0 0,1 0 0,5 0 0,-2 0 0,3 0 0,3 0 0,1 0 0,1 0 0,-1 0-308,-7 0 1,0 0-1,1 0 1,1 0 0,-1 0-1,0 0 1,1 0 307,-2 0 0,1 0 0,-1 0 0,1 0 0,-1 0 0,2 0 0,-1 0 0,-2 0 0,1 0 0,1 0 0,0 0 0,0 0 0,-2 0 0,-2 0 0,-2 0-490,11-1 1,-3 1-1,-3-1 1,1 0-1,1 0 490,-4 0 0,0-1 0,2 1 0,-2-1 0,0 0 0,-3-1 0,11 1 0,-4-1 0,0 0 0,2-1 0,-7-1 0,3 0 0,0-1 0,-2 0 0,-3 1 0,8 0 0,-4 1 0,2-1 0,-4 1 0,2 0 0,-1-1 0,-5 2 159,11 1 0,-6 1-159,-5 1 0,-1 0 0,-1 0 0,-2 0 1215,-7 0 1,-2 0-1216,-3 0 0,-2 0 4224,16 0-4224,-16 0 5402,-12 0-5402,-8 0 1743,-6 2-1743,-5-1 584,-12 2-584,-14 3 0,-9-1 0,-15 2 0,-7-1 0,5 0 0,-4 1-1647,-2 0 1,-4 0-1,-2 1 1647,3-1 0,-1 1 0,-1 0 0,9-1 0,-1 1 0,-1 0 0,-1 0 0,-4 1 0,-1 0 0,-1 0 0,-1 1 0,9-2 0,1 0 0,-2 1 0,-2 0 0,-3 1 0,9-2 0,-4 1 0,-1 0 0,-2 1 0,-1-1 0,2 1 0,0-1 0,3 1-858,-7 0 0,2 0 0,1 0 0,0 0 0,-1 1 1,-3-1 857,6 0 0,-2 1 0,-3 0 0,0 0 0,0 0 0,2 0 0,1-1 0,3 0-520,-2 1 0,2-1 1,2 1-1,0-1 0,1 0 1,0 0 519,-8 2 0,1 0 0,-1 1 0,0-1 0,-3 1-345,9-3 1,-3 1 0,-1 0 0,-1-1-1,1 1 1,2-1 0,3-1 344,-5 1 0,4-1 0,0 0 0,1 0 0,-4 0 0,2 0 0,-4 1 0,0-1 0,1 1 0,1-2 0,6-1 32,-2 0 0,4-2 0,2-1 0,-2 1-32,-2 0 0,-1 0 0,1 0 0,0-1 0,-12 1 0,0-1 0,0 0 257,15-1 1,-1-1 0,1 1 0,0-2-258,-12 1 0,2 0 0,1-1 526,8 0 0,1 0 0,2-1-526,-16-1 0,4 0 1526,8-2 0,4-1-1526,5 0 0,1-2 0,3 0 0,2 0 3015,-23-7-3015,13 2 3274,13 1-3274,8 2 2237,8 2-2237,7 1 1285,4-1-1285,5-4 15,-1 0-15,9-4 0,20-3 0,10-1 0,-4 2 0,8-1-837,3 2 1,10-2 0,6-1 0,3 0 0,-1 2 836,-6 2 0,2 2 0,1 0 0,2 0 0,0 1 0,1-1-675,-10 2 0,1 0 0,0-1 0,2 1 0,0 0 1,-1 1-1,1 0 0,-1 0 675,8 0 0,0 0 0,1 1 0,-1 0 0,0 1 0,-2 1 0,-2 0-602,-2 1 0,-1 1 0,-1 0 1,-1 1-1,0 1 0,-1-1 602,6 0 0,0 0 0,0 0 0,-2 1 0,1 0-433,-4 1 1,-1 0 0,0 0 0,0 1 0,0-1 432,0 0 0,0 0 0,0 0 0,-1 0 0,0 1 0,9-1 0,-1 1 0,0 0 0,0 0-77,1-1 0,0 1 0,0 0 0,-1 0 77,-5 0 0,0 0 0,-1 0 0,-1 0 287,-4 0 1,0 0 0,-1 0-1,-2 0-287,6 0 0,-1 0 0,-2 0 1108,12 0 0,-3-1-1108,-8 1 0,-2 0 0,-8 0 0,-2 0 1723,-5 0 1,-2 0-1724,19 0 3920,-14 0-3920,-15 0 805,-4 0 1,-13 0-1,-1 0 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9T14:56:56.616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A020F0"/>
    </inkml:brush>
  </inkml:definitions>
  <inkml:trace contextRef="#ctx0" brushRef="#br0">5028 3336 14017,'3'-59'2657,"0"-1"0,0 15 0,-2 2-1882,-2 7 1,-2 4 171,-4-6-117,-5 0-343,1 16-403,4 14-79,3 11 73,3 17-44,1 18-26,0-8 1,0 3-320,2 8 1,0 3 290,1 5 1,0 4-508,0-6 1,2 3-1,-2-4-473,2 5 1,-1-2 488,1 17 0,0-9 1,-2-22-1,0-2 1</inkml:trace>
  <inkml:trace contextRef="#ctx0" brushRef="#br0" timeOffset="1050">4897 2886 11110,'-6'-3'5344,"1"2"-3479,5 1-1753,-33-26-6,51 17 1,-10-19-35,47 25 21,-1 2 0,1 0-693,-24 0 1,2 1 630,9-1 1,5 0 0,0-1 29,9-1 1,4-1-659,-8-1 1,5-1 0,2 0 0,0-1 604,-1 1 0,0-1 1,1-1-1,2 0-358,-9 2 1,2-2 0,2 1-1,-1-1 1,0 1 0,-4-1 360,10 0 0,-3-1 0,0 0 0,4 1-177,-10 0 1,1 1 0,3-1 0,0 0 0,1 0 0,0 1 196,-4 0 0,1 0 0,0-1 1,1 1-1,0 0 0,1 0 1,-1 0-128,2 0 0,1 0 0,-1-1 0,1 1 1,1 0-1,0 0 0,1 0 101,-2 0 1,1 0-1,1-1 1,1 1 0,-1 0-1,0 0 1,-2 0 0,-1 1-26,9-2 1,-2 1 0,-1 1 0,-1-1 0,-2 1 0,-1 0 31,-1-1 0,-3 2 1,-1-1-1,1 0 1,4 0 24,2 0 0,4-1 1,2 1-1,-1-1 0,-4 1 1,-7 0-10,9 0 0,-7 1 0,7-2 24,-15 3 0,5-2 0,4 0 0,2 1 0,-2-1 0,-3 0 0,-5 1 15,4 0 0,-6 0 0,0 0 1,3 0-74,3 0 0,4-1 0,0 0 1,-1 0-1,-5 0 37,3 0 1,-4 1 0,1 0 45,-2-1 0,2 1 0,-1-1 0,-7 1-29,2 1 0,-1-1 288,8 0 1,6-1 0,-10 1-259,6 0 1444,7 0-1365,-46 4 1998,-14 3-2031,-7 6 3071,-6 9-3206,-1 5 807,-2 9-779,3 5-3409,3 7 3398,4-4-182,3-3 0,1 4 184,3-6 0,1 1 0,1 19 1,1 4-1078,3-2 1,1-1 1065,-2-8 1,1 1-4,0 0 0,1 4 1,-1-2-303,0 4 1,0 0 303,0-4 1,0 3-1,-1-2 625,0 9 0,-3-3-616,-2-4 1,-3-1-720,-5-4 0,-4-3 725,2-12 0,-5-1 569,-26 13 0,-8-4-586,9-18 1,-3-2 5,-11 9 0,-5-2 0,-3-10 0,-1-4 0,2-3 0,-2-2-2,8-2 0,-3 1 0,-1-2-327,-4 0 0,-2-1 0,3-1 325,11 0 0,1-1 0,-4 0 0,-4 0 0,-5 0 0,0-1 0,3 1-207,0 0 0,2 0 0,-4 0 210,11-1 0,-4 1 0,-1-1 0,-1 1 0,3 0-5,-7 0 0,2-1 1,-1 1-1,0 0 0,-3 0 1,-2 0-1,1 0 1,-2 1 3,12-2 1,-1 1 0,-1 0 0,0 0 0,0-1 0,-2 1 0,0 0 0,-1 0 0,0 0 0,0 0-2,-1 0 1,-1 0 0,0 0 0,0 0 0,0 0-58,0 0 1,-1 0-1,0-1 1,0 1-1,0-1 59,-1 1 0,1-1 0,0 0 0,0 0 0,0 0 53,1 0 0,0 0 0,0 0 0,1 0 0,-1-1-54,2 1 1,-1-1 0,1 0 0,0 1 0,0-1-19,1 0 0,2 0 0,-1 0 0,0 0 0,1 0 19,1 0 0,1-1 0,0 0 0,0 1 0,0-1-5,-11 1 0,0-1 1,2 1-1,1 0 6,-2-1 0,2 0 0,-3 0 6,12 1 1,-3-1 0,-2 1 0,2-1 0,3 1-5,-11 0 0,3 0 0,-3 0-5,12-1 1,-3 1 0,-2 0 0,2 0-1,2 0 162,-1-1 1,2 1 0,1 0-1,0 0-165,-11 0 1,0 0-1,2-1-46,6 0 0,2 0 0,2-1-584,-9-2 0,6-1-1105,-11-5 1741,34-8 0,23 10 0,4-1 0</inkml:trace>
  <inkml:trace contextRef="#ctx0" brushRef="#br0" timeOffset="1540">5790 3289 17546,'0'-9'2585,"-1"-25"0,-1-4-1370,-1 6-834,1-7 0,-1 1-28,-1 18-275,2 10-61,1 20 5,3 2 1,1 30-29,2 10 6,-3-14 0,0 3-542,0 5 0,-2 3 329,-1 4 1,-1 1-738,0 3 1,1-1-2880,-1-1 1,1-3 3828,3-9 0,0-3 0,0 7 0,3-27 0</inkml:trace>
  <inkml:trace contextRef="#ctx0" brushRef="#br0" timeOffset="1984">6883 3257 16015,'3'-48'1110,"0"0"1,1-1 0,-1 1 0,0-11 0,0 2 0,-2 3-557,-3-6 1,-3 5 87,-1 10 0,-2 4-287,-1 7 1,-2 3-249,-1-2 92,-1 13-278,11 23 174,0 15-50,2 26-1602,2 6 1,0 5 1564,0-13 0,0 3-1,0 5 1,1 6 0,0-2-440,-1-10 1,0-1 0,0 2 317,0 13 0,0 2 1,0 0-319,1 0 1,0 0 0,1-1-779,0-4 0,2 0 0,0-2-2067,1-7 0,1-1 0,1-4 1957,1 2 1,0-6-1,5 6 1,-10-33 0</inkml:trace>
  <inkml:trace contextRef="#ctx0" brushRef="#br0" timeOffset="2884">7650 3146 25651,'-5'-40'194,"1"0"0,0 0 1,2 17-223,2 27 28,3 11 16,3 17-8,-1 1 1,0 2 8,3 18-20,-4-9 0,-1 1-375,-2 15 383,-2-24 1,0 0-17,-2 22 302,-3-17-111,3-20-18,1-13 6,2-20-106,0-13-1,3-19-27,5-16-26,-1 26 1,1-1 2,2 0 0,1 0-14,1 3 0,0 2 15,13-20-18,-1 16-5,1 13 28,9 14-23,-9 9 390,15 16-423,-8 11-57,8 14-19,-21-17 1,0 2-399,2 8 1,-1 1-77,7 15-133,-8-18 0,0-1-981,9 0 140,9-3 589,0-16 705,-3-19 756,2-24-156,-13 3 548,1-22 112,-12 11 96,1-8-12,-2 4 147,-2 4-931,-4 16 112,-2 5-274,-3 13-146,-1 2-22,-2 13 16,1 3 23,-1 5-3397,5 12 3408,2-15-17,10 13-16,5-16 50,18-3-22,-11-9 38,15-14 24,-16-11 32,5-14-33,-17 8 1,-1-3 44,4-24 3358,-5 0-3341,-7 8-6,-10 18 45,-9-3-134,-1 16-17,-27 15-6,23 9-17,-18 10 51,15 11-45,3 11-34,-2 17-75,15-17 0,4 2-252,5-4 0,3-1 39,0-1 0,5 0-603,9-3 1,8-5-1673,12-3 1,4-4 812,-9-2 1,2-2 1783,15-1 0,-5-6 0,-17-5 0,-1-3 0</inkml:trace>
  <inkml:trace contextRef="#ctx0" brushRef="#br0" timeOffset="3440">9102 3261 20010,'25'-55'1497,"0"0"0,-2 9 1,-7 8-669,-12 16-210,-4 15-602,-3 1-20,-3 12 3,-7 9-1,1 4-5,-14 25 64,11-18-123,-4 3 1,-2 1-20,2-4 36,-5 0 1,0-3 86,2-8-3274,-21-4 3302,26-18 107,-8-19 0,16-6 78,3-21-168,6 15 95,10-13-129,0 33-44,6-1-23,-4 16 3403,13 23-3402,1 7 16,5 10 0,6 11 5,-10-18 1,1 0-1,14 13-242,-6-12 1,3-5 241,16-9 12,-12-12 0,2-4 16,-8-6 1,-2-4-1,-1 0 1,-3-5 30,-7-8 1,-5-5 53,5-31-1092,-13 15 0,-1-3 988,-3 7 0,-2-1 8,-2-15 1,-2-2-1249,-2 0 0,0 1 1251,0 10 0,-1 0 98,-3-15 1,-2 6-81,-3 14 69,-2-5-6,4 28-128,5 18 1310,0 3-1276,2 41 4,0 15 794,1-9 1,-1 1-811,0-10 0,0 1-13,0 3 0,0 4 0,2-3-57,1 5 0,2-1-54,1-4 1,1 3 0,3-4-275,5 5 1,5-5-35,1-7 1,3-4-2710,18 10-6690,-8-22 8495,-14-17 1,-9-6-1,-8-1 1</inkml:trace>
  <inkml:trace contextRef="#ctx0" brushRef="#br0" timeOffset="3632">9488 2960 26049,'60'-13'24,"-1"1"0,-3 0 1,-2 3-213,-14 6 0,-2 1-893,-4 0 0,-4 0 1081,14 3 0,-21-1 0,-13 2 0</inkml:trace>
  <inkml:trace contextRef="#ctx0" brushRef="#br0" timeOffset="4850">7360 5127 18837,'-4'-49'1176,"0"1"0,-1-1 1,1-7-1,-1 8-560,-4 5-360,4 34-245,0 6 40,3 31-34,1-4 31,2 38-26,4-5-17,-2-19 1,0 1-308,2 3 1,0 1 295,-2 0 1,0-1 13,-1 0 1,-1-1 2,-3-4 0,-2-2 83,-10 18 51,-12-21 46,-8-21 139,-16-28-223,15 2 41,6-9 1,3-2-54,6 1 107,-12-22-1,20 21-2780,0-3 2613,7 15-112,2 6 50,4 11 16,5 7 1,8 11-2257,22 16 2268,-7-10 832,5-5 1,0-3-828,1-6-64,-2-3 1,3-1 64,9-5-85,12-2-397,-6-7-2184,-3-3 677,-19 0 1983,-5-2 0,-20 7 0,-1 0 0</inkml:trace>
  <inkml:trace contextRef="#ctx0" brushRef="#br0" timeOffset="5199">7264 6476 22229,'-1'-46'1037,"0"0"1,-1-1 0,0-8-1,-1 5-662,-6-9-257,3 35-40,1 10-117,3 13 0,1 20 45,1 12-12,2 27-427,0-7 405,0-14 0,0 4-456,-1 10 0,-1 3-816,1 3 0,-1 4 835,1-10 1,-2 3 0,1-6 0,0-10-1,0-4 1,0 29 0</inkml:trace>
  <inkml:trace contextRef="#ctx0" brushRef="#br0" timeOffset="5690">7000 6586 16594,'-3'1'5809,"1"-1"-3928,2 0-1870,34-14-67,4 4-148,-2-1 0,1-1-390,16 2-2619,-9 2 1,1 1 3212,7-1 0,6 0 0,-36 5 0</inkml:trace>
  <inkml:trace contextRef="#ctx0" brushRef="#br0" timeOffset="6573">7575 6453 24385,'-5'27'325,"7"-4"-129,20-15 0,5-3 11,4-5 74,6-13-186,-12 2 112,4-17-45,-16 2 34,-2-17-145,-8 13 16,-12-5 11,-8 21 12,-11 3-34,-5 8-17,-1 11-16,2 7 5,5 11-34,6 7-50,8 6 22,7 5-72,13 2-286,15-2-482,21-5 102,-14-23 0,1-3 80,6-2 1,0-3 108,1-3 0,0-4 118,-1-4 1,-2-4 94,25-15 633,-13-12 387,-14-6 386,-12 0-442,-10 9 1075,-4-10-885,-4 17-212,-1-6-197,-1 16-246,0 8-146,0 6 194,0 8-171,1 8 5,1 14-11,3 10 0,1 6-5,2 2 5,0-5 11,0-9 84,-2-12 112,-2-11-61,0-17-62,1-11 33,1-17-21,2-25-63,-2 16-8,-2 10 1,1 0 7,3-6-10,5-5-29,1 13 0,2 9-10,4 11-1,4 7 6,6 9-6,3 9 6,3 9-6,-3 9-6,-4 5 12,-7 1 22,-8-3 23,-8-7 28,-6-12 50,-4-8 0,0-15-45,-1-9-6,3-16-21,3-8 4,5-4-10,5 0-23,7 7-5,1 7-17,1 8-17,1 9-6,1 7-5,4 10-6,4 10-67,2 14-213,2 13-1174,0 12 303,-16-22 0,-2 1-2279,2 3 0,-2 0 3475,-1-3 0,-1-2 0,2 9 0,-6-17 0</inkml:trace>
  <inkml:trace contextRef="#ctx0" brushRef="#br0" timeOffset="7000">8999 6548 23747,'9'-51'959,"-1"1"1,-2 5 0,0 11-860,-3 23-77,-1 14 27,2 15-11,4 15-5,3 18-40,-4-19 1,0 1-454,0 5 1,-1 1 458,-1 5 0,0 0 6,-1 3 0,-1-1-6,0-1 0,0-1 8,-1-6 0,0-4 88,-5 13 21,-9-24-33,-10-28 0,-6-22-28,-3-25-398,15 17 1,1-3 366,1-7 0,1-2-5,2-4 0,3-2 2,2-2 0,3-1-5,4 2 0,3 0-9,2 2 1,3 1 13,2 2 1,3 2-15,0 2 0,1 2-2,0 4 0,1 1-1,0 6 1,1 2 808,18-16-842,3 17-11,4 14 5,5 17 23,2 17-11,-3 19 2,-26-12 1,-3 3-4,-3 3 1,-4 1-51,-9 5 0,-4-1 748,-9 13-978,-8-21 1,-8-5-1899,-11-11 0,-5-5 2201,4 1 0,1-2 0,1-1 0,3-3 0,2-3 0</inkml:trace>
  <inkml:trace contextRef="#ctx0" brushRef="#br0" timeOffset="7624">7224 1906 27760,'0'-54'521,"-1"0"1,1 10 0,-1 8-1207,-3 17 540,2 19 791,4 14-996,9 30-8,4 12-1063,-3-17 0,0 1 504,7 18 112,-7-23 0,-1 0-2610,4 18 3411,-7-20 1,-2-1 0,0 3 0,-4-9 0</inkml:trace>
  <inkml:trace contextRef="#ctx0" brushRef="#br0" timeOffset="7966">7154 1874 18298,'-3'-43'1160,"0"0"1,-1 1-1,0-10 1,0 7 282,-3 0-1162,3 31-414,0 0 88,3 23 161,1 2-40,0 20-171,-4 20 201,-3 7-110,0-23 1,0 0 552,-12 21 110,3-17 339,-3-10 112,4-19 352,-7-21-841,7-14-511,0-25-101,9-7-76,9-5 342,3 12-243,6 18 0,3 3 72,15-4-76,-6 12 1,2 3 890,26 3 296,-8 8-1215,15 11 0,-25 6 0,1 1 0,1 3 0,1 1-139,5 6 0,0 1-1873,-10-1 0,-1 0 1178,18 14 1,-21-13 0,-14-11-1</inkml:trace>
  <inkml:trace contextRef="#ctx0" brushRef="#br0" timeOffset="8606">6975 1144 21157,'-9'-47'994,"1"0"1,-1 0 0,2 1-1,-1 1 1,1 1-1784,-2-14 1,1 1 1024,-1 5 0,0 2-39,2 6 0,-1 3 106,0 8 1,1 2-218,-3-14 234,3 20-1375,3 14 860,4 14 166,7 17-44,6 22 38,-3-9 1,1 3 342,-1-4 1,-1 3-296,1 7 0,-1 6 0,-1-2-541,0 5 0,-1 1 526,-1-4 0,0 3 1,-1-3 9,-1 5 0,-2-3-31,0-10 1,-1-3 61,-1 14 68,0-23 397,-1-20-465,0-45-33,5-8-1,0 4 1,1-1-6,7-18 5,-1 16 1,1 2 204,4-6-205,6-12 6,-8 35 1266,3 13-1294,6 10 75,10 12-97,10 7-67,7 12-74,-24-12 1,1 2-955,6 8 0,-1 1-333,12 11-1704,-14-10 0,-1-2 3171,2 0 0,-5-5 0,-12-12 0</inkml:trace>
  <inkml:trace contextRef="#ctx0" brushRef="#br0" timeOffset="9700">7611 999 18011,'-1'-5'5775,"1"1"-4487,0 4-1271,-8-32 5,14 31-5,-1-23-6,20 36 6,6-4 22,5-2 23,0-12 33,-2-5 29,-8-11-29,-9-5-28,-9-6 0,-7-5-11,-8-1 17,-4 4-6,-6 8-16,-2 11-18,-4 9-22,0 13-11,-2 8-16,3 12-1,4 9 17,7 5-23,8 6-49,13 3-236,12 1-320,18-3 23,-5-23 0,4-4 336,-11-5 1,1-3-709,19 1 0,1-5 515,-16-6 0,0-4 263,8-2 0,-1-5 126,-5-2 1,-2-5 178,-5-2 0,-2-3 370,14-25 230,-13-3 67,-11 2 28,-10 1-6,-6 5-139,-6 6-180,-5 9-112,-8 9-308,5 9-5,-10 10-34,5 8 620,-5 13-637,1 10 5,4 8-16,4 7-6,6 0 12,8-3-1,9-8 40,6-11 38,3-13 24,2-16 4,0-12 18,0-14 11,-1-9-23,-4-5-33,-3-3-6,-3 5-28,-2 9-11,-2 11-67,-2 11-28,-1 10 67,0 11 6,2 8-23,5 11-34,5 5-117,7 3-302,8-1-231,10-2-211,12-8 158,-19-17 0,1-3 454,5-2 1,0-4 170,1-4 0,-1-3 123,-3-2 1,-1-2 229,18-18 190,-17-4 107,-15-2 17,-11-2 5,-6-1-56,-9 0 467,-5 3-663,-6 8-106,-4 8-73,-3 10-73,-4 13-22,-2 8-11,-1 13-18,4 7 7,7 6-6,8 1-12,11-1 12,16-7 0,10-8 33,10-12 6,4-15 6,2-16 44,-1-17-425,-2-15 425,-21 20 1,-1-2 10,-2-4 1,-2-2-15,-2-3 1,-2-1 13,-2-1 1,-2 1 64,-1 4 0,-1 2 171,-5-24-62,-2 22-128,-1 17-130,0 13-10,2 14 22,-3 17-6,-2 25-23,6-12 1,1 4-402,2 10 1,3 3 339,6 7 0,3 2-366,0-17 1,0 1-1,2 0 439,2 6 0,2 0 0,-2-4 0,0-4 0,-1-4 0,-3-3 0,0 1 0</inkml:trace>
  <inkml:trace contextRef="#ctx0" brushRef="#br0" timeOffset="11358">10320 3118 15782,'-8'0'3932,"3"0"-2756,5 0-454,0 0-268,-45 12 140,49-6-146,-11 9-317,38-11 1,19-5-739,-9 0 1,3-1 0,2-1 634,12-1 0,4 0 0,1-1-23,-8 1 1,2-1 0,1-1 0,1 1 4,-8 0 0,0 0 0,2 1 0,0-1 0,0 0-463,3 1 1,0-1 0,0 0 0,1 0-1,0 0 458,1 0 1,0 0 0,0 0 0,0 0-1,0 0-366,-1 0 0,1 0 0,-1 0 1,0 0-1,0 0 371,-4 1 0,0-1 0,0 0 0,0 1 0,0-1 10,1 1 0,2 0 1,-1 0-1,-2 1 0,-4 0-9,8-1 0,-4 0 1,0 1-12,4-1 0,1 2 0,-10 1 184,2 3 159,-10 3 59,-35 3-271,-17 2 0,1-5 0,0 0 0</inkml:trace>
  <inkml:trace contextRef="#ctx0" brushRef="#br0" timeOffset="12065">12709 2652 17574,'-55'-20'1695,"1"-1"1,-1 2-1,8 3-939,14 9-414,2 1-23,13 3 174,15 10-148,7 1-397,15 16 219,12 2-36,-6-7 1,3 1-376,4 1 0,3 0 413,5 2 1,0-1-88,1 1 1,0 0-411,-1 0 1,-3 1 255,-4-2 1,-3 0 164,13 24-34,-20-1-210,-30 10 132,-15-8 50,-9-3-264,-6-5-1142,12-9 691,0 6 0,13-17 1,6-4-1</inkml:trace>
  <inkml:trace contextRef="#ctx0" brushRef="#br0" timeOffset="12598">13316 3178 11727,'2'-56'1431,"1"1"1,0-1 0,-1 3 0,0 1-1,0 2-555,-2-7 1,-1 5-507,0 11 0,-1 2 484,-1-8 0,-1 4-154,-3 1 12,-1-5-695,3 33 93,3 10-132,1 15 72,6 46-33,-1-13-385,2 6 1,0 4 377,-1-12 1,0 0-9,0 0 1,0 3-100,-2 5 0,-1 4 1,0-5-563,0-6 0,-1 0-40,0 9 0,-1 7 0,1-1 701,0-7 1,1-2-1,-1-3 1,0 1-1,-1-3 1,2 4-1,0-1 1</inkml:trace>
  <inkml:trace contextRef="#ctx0" brushRef="#br0" timeOffset="13325">13205 2320 17025,'-5'-4'745,"1"1"-319,4 3-180,60-26-116,-29 22 1,3 1-1363,7-6 0,5-2 1,0 2 1311,-1 5 1,0 3-1,2 0 26,7-3 0,2 0 1,2 0-426,-8-1 1,0 0 0,2 0 0,1-1 357,6 0 0,1-2 0,2 1 1,0-1-209,-7 1 0,0 0 0,2-1 0,0 1 0,0-1 355,4 0 1,1-1-1,1 0 1,-1 0-1,-3 0 0,5 1 0,-4-1 0,1 0 1,5 0-37,-15 2 1,4-1-1,3 0 1,0-1-1,-1 1 1,-1 0-1,-4 0-190,4 0 0,-3 0 1,-2 0-1,2 0 1,3-1 183,-4 1 1,3 0-1,1 0 1,2-1-1,-1 1 1,-2-1-1,-2 1 97,7-1 1,-1 0-1,-2 0 1,-1 0 0,0 1-52,-4-1 1,0 2 0,-1-1 0,0 0 0,-2 1-47,8-1 0,-2 0 0,-1 0 0,-2 1 53,8-2 1,-3 1 0,-2 1 434,-10 1 0,-3 1 1,-2 0-147,4 0 1,-4 1 1797,9 0-1517,-27 6 2212,-16 5-3464,-10 2 3098,-6 8-2337,-2 1-470,-5 10-62,3-3-28,-4 27-158,8-8 371,4-10 1,2 3 248,4-3 0,3 1-564,2 5 0,3 1-230,4 6 0,1-1 9,-1-7 0,1 1 206,1 5 0,1 4 0,-1-2-907,0 7 0,-1 2 1036,-1-3 1,0 3 0,-2-1 120,-4-9 0,-2-1 0,-2-1 76,-4 20 1,-4-2-240,-5-3 1,-6-3 639,-5-3 1,-6-4 184,-5-4 0,-4-3 126,-5-4 0,-3-4-3,-3-4 0,-4-4 60,-4-3 1,-2-5-300,16-7 1,0-3-1,-1 0-71,-4-2 0,0-1 0,-2-1-691,-3-1 1,-1-1 0,-1 0 281,-4-1 0,-2 0 1,0 0-333,11-1 0,-1 1 0,-1-1 0,0 1 266,-4 0 0,0 1 1,-1-1-1,-1 1-8,-4 1 1,0-1 0,-1 1 0,0 0-7,9 0 0,1 1 0,-1-1 0,0 1 0,3-1-28,-3 1 1,2 0 0,0 0-1,-4 0 90,4 1 0,-3 0 0,-2 0 0,-1 0 1,3 1-1,2-1-186,-9 1 0,5 1 0,-1-1 0,-4 1 319,7-1 0,-2 0 0,-3 0 1,0 1-1,1 0 0,3-1 10,0 1 1,1 0 0,1-1-1,1 1 1,0-1-263,-9 2 0,0 0 0,1 0 0,4-1 224,-3 1 0,3-1 0,1 0-339,-5 1 0,0-1 1,9-1-2344,15-3 0,3-1 2605,-7 0 1,7-2 0,21-2 0,13-3 0</inkml:trace>
  <inkml:trace contextRef="#ctx0" brushRef="#br0" timeOffset="14040">14028 2848 16577,'6'6'4951,"-2"-1"-3892,-4-5-218,0 0-758,-3-10-97,6 9 81,-4-7-56,6 13 54,-3 2 51,-6-1 320,-7 0 493,-13-3-143,-10-5 11,-5-7-173,3-10-174,10-13-259,11-12-84,13-8-190,10 0-412,9 6 236,10 11 234,5 12 301,6 10 141,4 10 90,4 13-107,3 13-87,-5 15-321,-14 14-222,-22-22 1,-5 2 130,-11 5 0,-6-1-384,-6 3 0,-7-1 518,-8 2 0,-3-1 164,-4-3 0,0-2 130,2-4 1,0-3 41,7-9 0,1-3 711,-13 1 213,17-22-861,15-8-796,8-9-284,13 0 1241,9 1-657,14 4 308,12 6-220,14 5-291,-24 5 0,1 2 364,4 2 0,0 2 51,2 0 0,-1 2-342,1 2 0,-1 2-1181,1 1 1,0 1 1298,6 2 0,-4-1 1,6 3-1,-3-3 0</inkml:trace>
  <inkml:trace contextRef="#ctx0" brushRef="#br0" timeOffset="14308">14935 2414 24769,'-8'-47'342,"-1"1"0,1 4 0,3 6 503,5 9-729,0 12 293,2 13 268,4 17-1104,3 19 235,2 28-144,-5-20 0,-2 5 378,-1 1 1,-1 5-1,0-3-488,-1 6 1,0 1 448,-1 1 1,-1 6 0,1-5-103,-1 5 0,1-1-300,0-12 1,1 3 0,2-2-217,0-4 1,2 0-1,2-2 610,2 0 0,1-1 0,0-5 0,0-4 1,-1-3-1,12 19 0</inkml:trace>
  <inkml:trace contextRef="#ctx0" brushRef="#br0" timeOffset="14825">15560 2686 17415,'0'9'5047,"0"-2"-3667,0-7 295,0 0-5859,4-40 4139,-2 33 902,2-22-753,-4 51 145,-2 15-50,-1 10 15,-3 16 10,0-13 26,0-5 6,2-15 93,2-16-41,0-3 3665,1-11-3637,3-6-271,2-17 14,5-9 61,8-16-7,8-7-1744,-6 22 1,1 1 1799,7-10-9,7-4-235,-19 32 258,3 2 85,-2 10-119,10 20-277,-7-1-131,2 10 0,-2 2-408,0 4-330,-1 1 0,1 2-3414,9 18 4294,-13-25 1,-1-1 0,6 9 0,-9-18-1</inkml:trace>
  <inkml:trace contextRef="#ctx0" brushRef="#br0" timeOffset="15865">16193 2675 25062,'-31'15'984,"10"-2"-661,34-1-429,4-4 133,-1-5 246,2-3 169,5-16-300,-7 4 34,8-20-158,-15 8-110,-1-2 224,-3-5-51,-6 3-167,0 6-67,-10-3-120,-1 19 126,-8-1 336,4 10 257,-13 16 35,8 5-104,-8 18-18,13 2-108,5 7-33,7-12-607,16 20-286,-2-31-639,9 1 1,4-2-1330,14-6-132,20 4 1376,-15-21 324,-9-10 1,-1-5 1232,1-3 360,1-8 1,-2-3 1028,-2-13-539,-11 11 1,-1 0 135,1-11 696,-2-3 235,-6 10-1400,-2 5-421,-2 8-420,-7 13-164,-1 7 314,-3 8-41,-4 9 40,-4 12 12,0-4 27,-16 27 19,14-30 38,-16 21 179,12-31 54,-4-2 187,3-11-109,5-12-313,5-11-278,5-7 27,8-4 65,6 3 25,6 7-33,3 9 64,1 8 150,8 16 17,-3 7 248,-1 8-41,-6 9-394,-5-4-124,2 5-89,1-3-92,0-7 109,0-9 462,2-11 386,4-14 505,6-12-130,3-12-88,-5-1-455,-9 2 1,-3-2 189,-2-24-841,-4 14 0,-3-1 181,-6 7 0,-4 1-261,0 2 0,-3 1-800,-12-21 359,1 15 52,6 18 190,4 9 130,6 9 359,0 10 503,1 1-201,2 30-81,1 4-98,1-9 1,2 2 114,2 0 1,1 0-311,3 2 0,2 0-188,1 0 1,2-1-299,2-3 1,0-1-2031,16 22-1925,-5-15 4535,-9-16 0,-10-11 0,-5-7 0</inkml:trace>
  <inkml:trace contextRef="#ctx0" brushRef="#br0" timeOffset="16042">16792 2556 28992,'21'-28'-1052,"0"0"0,20-17-2305,0 43 2263,-7 2 1,-13 0-1,-10 0 1</inkml:trace>
  <inkml:trace contextRef="#ctx0" brushRef="#br0" timeOffset="16665">17369 2672 24508,'5'-35'61,"26"2"-47,12 21 0,9 5-1723,5-2 1,1-1 1680,-16 4 1,1 0 0,0 1 16,2-1 0,0 1 0,0 0-208,2 0 1,0 0 0,1-1 182,0 1 1,1-1 0,0 1-19,0-2 0,1 1 1,-2-2 0,-1 1 0,-1 0 0,-2-2 25,14-3 0,-4-2 444,-14 1 0,-6-1-455,3-12 17,-37-1 72,-28 1 23,-23 0 69,19 13 0,0 2 96,-7-2 0,2 1 30,-13-1 1747,0-3-1479,33 8 1469,2-1-1753,8 3-155,7 2-179,6 2 1023,7 5-364,12 6-88,11 11-184,10 9-424,-20-10 1,0 2 225,0 2 0,-1 1-61,-2 3 1,-3 3-164,-4 0 0,-3 1-836,-5 1 0,-4 1-360,-6-2 1,-5 1-1837,-4-1 1,-4-2 3169,-17 17 1,9-18-1,9-14 1</inkml:trace>
  <inkml:trace contextRef="#ctx0" brushRef="#br0" timeOffset="17207">19589 2234 25617,'-5'0'4760,"1"0"-3051,4 0-1659,-39-38-854,34 28 19,-21-21 352,38 37 337,12 16-416,-6 8-135,3 14-75,-7 9-63,-6 2 598,-12 1 250,-7-5 31,-7-8-83,-1-12 345,3-12 363,7-16 96,5-7-438,2-15-325,3-8-39,6-12-17,6-8 12,2 16 1,1 2-40,8-13-18,-4 15 1,2 3-264,10 0 648,10 1 242,0 11 11,10 24-295,-20-2-171,4 17-470,-16 1-689,1 6-770,8 13-956,2-1-1034,5-1-1412,5-9 5166,3-12 0,-19-13 0,-6-7 0</inkml:trace>
  <inkml:trace contextRef="#ctx0" brushRef="#br0" timeOffset="17481">20243 2413 23272,'11'-54'1071,"1"0"0,-1 8 0,-3 9-1430,-8 19-26,0 12 73,1 12 140,0 9 21,9 37 6,2-7-370,4 13 360,-1-23 40,5-3 160,5-3 103,10 1 169,1-13 271,6-17-51,-15-7 172,9-19-169,-17-3-203,1-12-94,-9-15-227,-9 9-155,-4 2-287,-6 13-1129,0 12-8276,2 5 8739,2 7 0,3 7 0,1 1 0</inkml:trace>
  <inkml:trace contextRef="#ctx0" brushRef="#br0" timeOffset="18082">20819 2539 23927,'-5'4'2245,"1"0"-39,4-4-1875,0 0 20,29-64-381,-5 25 43,1-10 0,1 0-58,2 3 19,-9 4 1,-1-2-368,-7 11 1,-2-2 306,5-16 0,-3-2-14,-4 7 0,-3 2-31,-2 9 0,0 0 117,0-4 1,-2 2-63,-2-8-35,-1-2-74,-3 21-81,1 15 320,-1 15 1064,0 6-478,-9 40-209,5-15-246,-2 15 0,3 4-45,4-18 1,3 1-55,1 18 1,2-1-20,2-18 1,5-2-139,11 16 0,7-2-403,-4-18 1,2-2 131,11 12 0,4-3 442,-6-15 0,1-6 222,1-4 0,-1-5 574,17-4 335,9-21 217,-13-15-1427,-13-1 1,-1-5-22,-6 1 0,-3-3 0,3-12 0,-4-4 0,-7 2 0,-3 1-256,-4 9 1,-1 0-343,-2-12 0,-3 0-3,-5 14 0,-2 0-130,-6-17 1,-3 0 243,0 16 1,-2 2 168,-3 1 0,-1 5-42,-9 1 176,9 19 438,-3 23 465,3 18-113,-9 25-305,15-15 1,2 4-133,1 10 0,3 2-64,0-7 1,5 3-202,8 8 0,5 5 1,3-1-357,0-12 1,3-3 0,1 4 362,2 3 1,3 4 0,0 0 0,2-1-501,-2-7 0,1-1 0,0 0 0,0 0-1869,-1-1 0,0 1 1,0-2-1,-3-2 1744,2 2 0,-2-3 0,-3-3 0,1 4 1,-4-8-1,-7-14 0</inkml:trace>
  <inkml:trace contextRef="#ctx0" brushRef="#br0" timeOffset="40414">1441 9195 23831,'24'-46'133,"-1"-1"0,1 1 0,-1 0 1,-1 0-1,-1 1-102,4-8 0,-2-1-911,-6 14 0,-1-1 0,0-1 897,1-3 0,-1-1 0,1 1 7,-2-1 0,1 0 0,-1 1-2,-2 3 1,-1 1 0,-1 2 253,2-11 1,-3 4-204,0-16 468,-14 27-614,-8 24 43,-9 23 19,-7 25-6,10-4 0,1 5 75,-3 12 1,1 5-52,6-13 1,1 2-1,1 1-355,1 3 0,0 1 1,2 0 332,1-1 0,2 0 0,1 0 3,1-3 1,2-1 0,2-1-14,4 14 0,4-3-282,2-7 0,6-4 279,3-9 0,4-5-25,2-7 0,3-6 64,30-2 28,1-27 396,-28-1 0,-3-4-413,2-6 1,-3-2 19,1-4 0,-3 0 28,-3 0 0,-2-1 154,10-23 1440,-14 13-1362,-11 13 660,-10 13-872,-3 9 13,-6 11-75,-1 10 262,0 12-279,2 10-11,4 5-22,6 0-51,8-1-134,6-4-236,9-5-548,3-9-6481,9-12 7472,-9-10 0,-3-5 0,-14-2 0</inkml:trace>
  <inkml:trace contextRef="#ctx0" brushRef="#br0" timeOffset="40575">2300 8665 19629,'-20'-4'-804,"14"11"0,22 9 0,2 1 1</inkml:trace>
  <inkml:trace contextRef="#ctx0" brushRef="#br0" timeOffset="41448">2702 8772 17283,'-3'-3'4335,"1"0"-1590,2 3-2706,-24-29-34,18 22-16,-17-22 17,22 29 806,1 0-751,-2-4 23,1-1-49,-1-1 21,0 1-17,2 3-6,-1 0 7,0 2-24,-1-1-4,1 1 4,-3 1 29,0 0-6,-2 0-16,1 1-12,3-1 583,1 0-488,0-3-67,-1 1-50,-1-2 28,0 2 16,2-1-27,0 2 5,-2 2 12,-1 4-18,-2 3-16,-3 8 11,4-4-22,-2 15 16,7-7 34,6 10-17,11-5-11,2-5 6,26 11-1,-4-10-159,-10-5 0,1 0 143,18 11 11,-14-2 0,-17-5-62,-37 13-11,-19-7-42,6-8 1,-4-1-208,0-4 0,-1-4-563,1-1 0,2-4-908,-17-1 1793,1-18 0,34 8 0,-4-8 0</inkml:trace>
  <inkml:trace contextRef="#ctx0" brushRef="#br0" timeOffset="41624">2512 8761 15395,'0'-4'6789,"0"1"-5495,0 3-1193,2 14-96,0 10-240,2 19-717,-2 11-3674,-1 9 4626,-1-7 0,0-20 0,0-15 0</inkml:trace>
  <inkml:trace contextRef="#ctx0" brushRef="#br0" timeOffset="41948">2933 9041 23187,'21'-60'604,"-1"1"1,2-2 0,-3 6-258,-2 5-884,-7 15 0,0-3 640,-2-2 1,-1-2-18,-1-3 1,-3 0 53,-2 2 0,-2-1 109,-5 1 1,-2 4-127,-5-10 465,-11 11-538,7 32 221,-5 13-260,-1 16-16,0 21 2,12-14 0,1 3-372,2 6 1,3 3 365,1 4 1,4 2-12,4 3 1,3 0-63,3 1 1,4-1-98,4 0 0,4-2-154,3-2 0,4-3-331,3-1 0,2-3-1014,1-5 1,0-3 1677,0-5 0,-2-3 0,5 1 0,-12-12 0</inkml:trace>
  <inkml:trace contextRef="#ctx0" brushRef="#br0" timeOffset="42114">2796 8850 22216,'51'-12'-1587,"-1"0"1,1 0 0,-3 0-1,-1 1 1,-4 2 1586,-5 3 0,-6 2 0,12-2 0,-20 2 0</inkml:trace>
  <inkml:trace contextRef="#ctx0" brushRef="#br0" timeOffset="42341">3418 8806 26609,'20'-33'-1376,"-3"8"1,-11 32 0,-1-2 0</inkml:trace>
  <inkml:trace contextRef="#ctx0" brushRef="#br0" timeOffset="43275">4323 8773 17311,'1'-5'5388,"-1"1"-4780,-1-30 0,-4-7 92,-8 9-493,3-13 0,-4 4 90,-22 24-67,-9 11-79,-10 18-373,26-1 1,-1 3 251,1 4 1,1 2-20,2 3 1,2 1-1,-13 25 105,13-1-149,15-2 22,12-18-17,22 0 22,12-21 11,-2-6 1,2-4 11,15-5-198,-13-3 1,-3-5 236,6-17-28,-19 12 0,0-3 45,-3-6 0,-2 0-12,2-10 478,-3-8-365,-15 28-17,0 1-79,-2 10-44,-2 11-29,1 5 441,-4 15-452,2 9-50,0 15-78,7 7-163,8 3-268,13-1-255,-6-27 0,3-1-292,4-1 1,4-1-752,5 0 0,4-4-2864,15-1 0,2-5 2929,-7-5 0,-2-5 1806,0-1 1,-1-6 1534,-10-7 0,-3-5 2642,8-20-2138,-20 10 0,-1-2 961,6-31-2098,-18 26 1,-2-1 310,0-30-342,-7 4-280,-8 9-196,-11 14-184,-13 16-51,-13 14-16,-11 19-91,24-3 1,1 4-224,0 5 0,1 2 178,2 2 1,4 1-11,4 0 0,3 2 556,-3 23-646,24 2 45,10-20-51,27-1 34,9-23-92,-16-6 1,1-4 147,3-3 0,1-7 36,6-9 1,-2-5-32,-12 6 1,-3-2 13,9-16 1,-5-4-1,-15 7 1,-2-2 13,3-11 1,-1-4 14,-6 9 1,-2-3 0,0 2 52,0-11 0,-1 1-31,0 2 0,-3 4 86,-2 12 1,-1 5 140,-6-3-123,-2 4-124,-3 18 377,-7 29-444,-1 15 6,-3 12-260,10-10 1,1 3 219,2-2 1,2 3-165,2 2 1,0 4-1,2-1-458,3 14 1,4 0-694,0-13 0,2 1 0,2-4-295,3-1 1,2-4 1075,4 1 0,0-5 1,-3-8-1,0-2 1</inkml:trace>
  <inkml:trace contextRef="#ctx0" brushRef="#br0" timeOffset="43724">5780 8773 16448,'0'-8'5181,"0"1"-4335,1-28 0,0-8-228,-3 0-274,1-8 1,-5 0 350,-21 5-426,-11 21-163,-4 6-2017,5 25 0,-1 6 1950,-2 3-8,-1 5 0,1 7-221,11 4 0,4 1 190,2-6 0,3 1 0,-3 13 0,8 1-28,14 18-39,15-2-121,3-28 1,4-5 103,35 2 72,-24-18 1,0-3 17,21-4 1089,-21-8 1,0-5-1074,20-21 3,-15-4 1,-1-6 21,-7 0 1,-2-3-446,-8 5 1,0-3-1,-4 2 412,0-5 0,-3-1 25,1-13 1,-4-1-259,-3 14 0,-1 0 334,0-7 0,-2 0 215,-2 5 0,-1 4-28,-3-11 177,-1 16-451,1 30 2925,1 9-2925,2 24-40,-1-1-16,-1 17 0,1 7-14,-2-5 0,1 2 329,-1 7 1,0 5-473,0-1 0,0 4 0,0-6-287,1-7 0,0 1-514,-1 0 0,0 6 1,0 2-1,1-7 986,0 11 0,1-4 0,-2 0 0,1-5 0,2 8 0</inkml:trace>
  <inkml:trace contextRef="#ctx0" brushRef="#br0" timeOffset="44181">6690 8094 22649,'-7'-41'1097,"0"-1"1,0 2 0,-2 10-941,2 25-34,-5 12 57,-2 24 16,-9 28-530,13-30 1,-2 2 344,-1 9 0,-1 5 1,1-2-513,-2 9 1,2 1 500,1-2 0,-1 4 0,3-3-25,0 1 0,5-1-93,5-3 0,3 3 1,5-5-183,8 3 1,7-2-181,0-4 0,4 3 0,3-5-512,5-9 1,3-4-1,3-3 992,9-1 0,3-3 0,-4-2 0,-5-1 0,-2-3 0,-1-7 0,0 1 0</inkml:trace>
  <inkml:trace contextRef="#ctx0" brushRef="#br0" timeOffset="44824">7173 8525 20119,'-4'-43'774,"1"1"0,0 0 1,-1-17-1,8 9-539,19 5-95,12 11-28,10 12-39,7 11-39,4 15-6,2 13-28,-28-2 0,-1 2-17,-1 4 0,-1 3-341,-1 2 1,-2 1 292,-2 2 1,-4 1 16,-3-1 1,-5 0 53,-3 26 61,-23-9 28,-14-8 62,-15-12 61,-3-12 51,1-12 367,6-14-177,9-11 90,10-9-247,11-1-3,12 2-69,9 3 260,10 7-406,8 6-11,8 7-45,10 9 17,11 11-51,-23-1 1,0 2-178,4 4 0,1 3 177,-1 2 1,0 2-40,-3 2 0,-2 2-8,-7-1 0,-4 2-81,3 26-52,-31-6 57,-26-9 45,4-22 0,-4-3-399,-5-3 1,-3-2 216,-2-2 0,-1-2-238,-1-2 0,2-3-670,0-3 1,2-3-3743,5-1 1,3-1 4283,-11-8 1,20 5 0,17 6 0</inkml:trace>
  <inkml:trace contextRef="#ctx0" brushRef="#br0" timeOffset="45148">8079 7934 26553,'18'-14'140,"17"20"-138,3 23 1,4 10-1261,4 2 1,0 4 1245,-14-12 1,0 2 0,-1 2-490,-1 2 0,-1 3 0,-3 0 318,-3 2 0,-3 1 0,-5 1-708,-5 0 1,-4 0-1,-7 0 891,-11 3 0,-8-2 0,2-3 0,4-4 0,-3-5 0,-10-5 0,-1 1 0</inkml:trace>
  <inkml:trace contextRef="#ctx0" brushRef="#br0" timeOffset="45798">1059 9989 13172,'52'-5'477,"0"-1"1,0 1 0,1 0-1,3-1 1,1-1 0,1 1 0,0-2-1607,3 0 1,1-1 0,0-1 0,3 0 1310,-6 1 1,1 0 0,2 0-1,1 0 1,0-1-207,-3 1 1,0 0-1,2 0 1,0 0-1,1-1 1,0 1 157,-3 0 0,0 0 1,1 1-1,0-1 1,1 0-1,1 0 0,0 0-79,-4 0 0,1 0 0,0 1 0,1-1 0,0 0 0,1 0 0,0 1 0,0-1 31,-3 1 1,0 0-1,0-1 1,0 1-1,1 0 1,0 0-1,1-1 1,-1 1-1,1 0-122,-4 0 1,0 0 0,1 1 0,0-1-1,0 0 1,0 1 0,1-1 0,0 0 0,-1 1-1,1-1 84,1 1 1,-1-1 0,1 1 0,0 0 0,0-1-1,0 1 1,1 0 0,0 0 0,2 0 0,0 0-13,-3 0 0,2 0 1,1 0-1,0 1 1,2-1-1,-1 0 0,1 1 1,-2-1-1,0 1 1,-2 0-1,-1 0 0,-3 0-26,10-1 1,-3 1-1,-2 0 1,-2 0 0,0 0-1,1 0 1,2 1-1,2-1-5,-8 1 1,3 0 0,1-1-1,1 1 1,1 0 0,0 0-1,-1 0 1,-1 0 0,-3 0-1,-2 1 1,-3 0-9,15-1 0,-5 1 0,-3 1 1,-1-1-1,0 1 0,3-1-1,-2 1 0,1-1 0,0 1 0,1-1 0,0 1 0,-2 0 0,-1 0-39,1 0 0,-1 0 0,-1 1 0,-1 0 0,-1 0 1,-2 0-100,0 0 1,-1 1 0,-1-1-1,-2 1 1,-3 0 141,16 1 0,-3-1 0,-7 1 0,-7 0 0,-7 0 0,3 0 0</inkml:trace>
  <inkml:trace contextRef="#ctx0" brushRef="#br0" timeOffset="81447">5148 10603 20436,'-16'44'184,"1"1"1,-1 0 0,1 0 0,1 1 0,3 0-198,7-3 0,3-1 0,0 2-1886,-1 1 1,0 1 0,1 0 1705,-1 1 1,2 0 0,0-1-230,0-2 0,1-1 1,1 0-2055,1 15 1,1-3 2475,1-12 0,0-4 0,2 7 0,-2-24 0</inkml:trace>
  <inkml:trace contextRef="#ctx0" brushRef="#br0" timeOffset="92815">5103 10531 11043,'-6'1'5769,"1"1"-2385,5-2-2942,-46 13 39,43-10-167,-24 10-124,66-14-83,18-1-68,-19 0 0,1 0-613,10-1 0,2 0 585,9-1 0,2-2-445,-13 2 0,2 0 0,1-1 451,7-2 0,2 0 0,2-1-543,-10 2 1,1-1-1,1-1 1,1 1 534,4-2 1,2 0 0,0 0 0,1 0-372,-10 1 1,2 0-1,-1-1 1,1 1-1,1 0 366,1-1 1,1 0-1,0 1 1,0-1 0,1 0-71,1 0 1,0 1 0,0-1 0,1 0 0,-1 1 68,2 0 0,-1-1 1,1 1-1,-1 0 1,1 0-121,-1 0 1,0 0-1,-1 1 1,1-1-1,0 1 124,-2 0 1,0 0 0,0 0 0,0 0 0,-1 1 3,-2 0 0,0 0 1,-1 0-1,-1 0 0,0 1 7,-2 0 0,-1-1 0,-1 1 0,1 0 0,-2 1 5,9-2 1,-1 1 0,0 0 0,-1 0 113,-4 1 0,0-1 1,-1 1-1,-1 0-106,12-1 1,0 0 0,-3 0-2,-3 0 0,-3 1 0,0 0 5,-6 0 1,-1-1-1,-1 1 18,12-2 1,-3 0 809,-13 1 0,-4 0-432,8-2 1015,-28 1-1267,-21 1 2496,-6 1-2495,-1 1 1536,3 1-1560,5 2 513,3-2-248,0 2-399,0 9 23,3 4 0,2 15 33,3 5 23,4 12-23,4 10-56,-7-23 1,1 1-288,1 4 0,0 1 301,1 1 1,-1 2-23,0 1 0,-1 1-6,-1-1 1,0 1-4,-1 1 1,0 1-9,-1 0 1,-1 0 7,-1 2 1,-1 0 5,0 0 0,-1 0 14,-1 10 1,-1-2-24,-2-18 1,0 0 5,-2 12 1,-2-2 2,-9 5-75,-8 8 75,-7-16-5,-8-14 11,-7-12-1,-9-9 7,-8-10-478,26-1 0,-1-2 455,-4-1 0,-1 0 0,-5-1 0,-1 1-12,-6 0 1,-2 2-509,-6 0 0,-4 1 503,17 2 0,-1 0 1,-2 1-459,-6 1 1,-2 1 0,-1 0 467,11 0 0,0 0 0,-2 1 0,0 0-392,-5 0 0,0 1 1,0 1-1,-2-1 397,-2 2 1,-1-1 0,-1 1-1,0 0-181,10-1 0,0 0 0,0 0 0,0 1 0,-1-1 183,-1 1 0,1 0 0,-2 0 0,1 0 0,0 0-160,-1 0 1,0 1-1,0-1 1,0 1 0,0-1 152,0 1 0,1-1 1,-1 1-1,0-1 0,1 1-84,-1-1 0,0 1 0,1-1 0,-1 0 0,1 0 89,0 0 1,0 0 0,0 0 0,0-1 0,1 0 2,0 0 0,-1 0 0,1-1 0,0 1 1,0-1 0,1-1 0,0 1 0,0 0 1,1-1-1,-1 0 0,-10 1 1,0-1 0,0 0 0,1 0 2,3-1 1,1 0 0,0 0-1,1-1 5,5 0 0,0 0 0,1-1 0,2 0 134,-9 0 0,1-1 0,3 0-135,8-2 1,3 0-1,1-1 554,-5-2 1,4-2-664,-8-12 1493,36-5-3124,41-7 1731,4 10 0,4 2 0,6-4 0,9 1 0</inkml:trace>
  <inkml:trace contextRef="#ctx0" brushRef="#br0" timeOffset="93699">5921 10989 18392,'0'-11'3077,"2"-32"1,1-4-2518,-2 19-8,2-22 0,-2 4-160,-2 32-218,0-1-101,0 12-57,4 36-32,2 2 16,-2 0 0,1 3-23,-1-2 1,0 0-40,1 25-87,-2-21 1,0 1-1180,1 0 1,1 0-2530,1-1 1,0-2 3214,1 0 0,0-4 1,1-5-1,-3-16 1</inkml:trace>
  <inkml:trace contextRef="#ctx0" brushRef="#br0" timeOffset="93965">6389 10676 21103,'0'-9'4268,"0"2"-3473,0 7-240,0 0-421,9-29 17,-2 47-27,6-2-119,-9 23 1,-4 10-386,-1 9 0,-2 3 355,1-13 1,-2 1 0,1 0-613,-1 4 0,0 0 0,0 0 215,1-1 0,1 1 1,1-3-638,2 7 0,1-3 1059,5-2 0,1-10 0,-4-22 0,1-5 0</inkml:trace>
  <inkml:trace contextRef="#ctx0" brushRef="#br0" timeOffset="94399">7121 10775 25772,'9'44'96,"1"0"1,-1 0 0,4 17-1,-4-5-34,-9 7 33,-6-10 268,-3-13-167,-4-15 122,2-12-139,2-17-39,3-14-73,2-17-34,3-15 1,8-12-148,-3 30 1,2 0 129,2 0 1,1 2-11,6-13-12,6 0 34,-4 23-28,13-2-11,-8 15 17,26 11-40,-7 10 0,-10-3 1,0 3-51,-2 3 0,-2 2-162,1 2 0,-1 2-326,-1 1 1,0 2-947,-1 0 1,-1 0 1517,1 2 0,-2-2 0,3 4 0,-5-7 0</inkml:trace>
  <inkml:trace contextRef="#ctx0" brushRef="#br0" timeOffset="94739">7918 10990 16958,'0'-5'7349,"0"1"-4902,0 4-2430,-3-36 28,4 32 0,1-25 5,11 40 1,7-1-18,10-4 6,6-10-16,1-9-6,-3-11 5,-6-7 12,-10-4 44,-8-1 12,-13 5-1,-10 7-5,-11 9 6,-8 8 11,-2 8-29,1 7-27,4 7-39,7 10-6,6 10 0,6 10-23,4 9-89,11 5-87,1-28 1,3 0-376,4 2 0,4-1-958,3 0 0,5-2 853,7 1 1,-1-3 0,5 5-1,0-10 1</inkml:trace>
  <inkml:trace contextRef="#ctx0" brushRef="#br0" timeOffset="95315">8582 10972 21355,'19'-49'1363,"-1"0"0,-1 6 0,-6 8-753,-12 16-274,-3 10-173,-5 5-68,-4 11-22,-6 7-34,-4 11-28,-3 6-16,-3 4-12,-1 0 39,-1-6 45,1-8 45,4-12 51,6-18 16,9-12 23,10-10-23,9-3-50,7 4-40,4 5-33,-1 10 11,-1 7-5,2 11-34,4 12-6,5 12-10,6 10-24,7 5-183,-19-20 1,2 0 183,25 18 11,3-8 0,-3-13 6,-3-12-1,-7-19 1,-5-14 16,-6-18-11,-15 14 1,-2-3-7,-1-5 1,-1-2-307,-2-4 0,0-1 315,-1 0 0,-2 1 14,0 3 0,-1 2 23,-2 5 0,-2 3 185,-7-18 152,-4 16-388,-2 12 0,2 11 0,3 14 647,-2 13-647,-2 16 0,-3 14 0,0 11-319,9-25 0,1 1 319,2 2 0,1-1 0,3 2 0,2-1-19,4-1 1,2 0-117,3-2 1,3-2-365,3-2 1,3-3-1440,24 14-2207,5-18 4145,-1-25 0,-21 1 0,-7-10 0</inkml:trace>
  <inkml:trace contextRef="#ctx0" brushRef="#br0" timeOffset="95515">8892 10588 27421,'19'-6'459,"11"-1"-3275,8 4 0,3 1 2804,12-2 533,-17 1 1,-3 1-1144,7 1-3965,7 0 4587,-11 1 0,-19 0 0,-11 0 0</inkml:trace>
  <inkml:trace contextRef="#ctx0" brushRef="#br0" timeOffset="97932">4919 10074 24155,'-36'-20'1087,"25"9"-874,69 25-171,-19-5 0,4 1-42,7 1 0,2 0-774,4 1 0,1 2 661,1 1 1,0 1-154,-1 1 0,-1 1-490,-5 1 0,-2 2-1785,-6-1 1,-3 0 2540,-10-3 0,-5-1 0,5 4 0,-18-10 0</inkml:trace>
  <inkml:trace contextRef="#ctx0" brushRef="#br0" timeOffset="98973">4949 9891 23584,'-3'-34'341,"-1"1"1,-10-7-230,4 54 84,-18 20-50,-5-3-65,3-4 0,-2 1-30,-15 10 94,4-6 1,1-3-28,10-9 28,-15 9 246,36-24 78,7-7-330,0-6-33,4-7-7,-2-4-55,2 3 50,2 2-33,1 6-28,3 4-34,4 11-34,5 9 34,0 3 0,8 13-39,7 9-79,8 6-400,-14-18 0,2-2-518,4-3 0,0-3-2969,22 12 4005,-18-17 0,-3-4 0,-4-2 0,0-3 0</inkml:trace>
  <inkml:trace contextRef="#ctx0" brushRef="#br0" timeOffset="99767">2011 10499 18705,'-16'-57'1335,"0"-1"0,2 8 1,2 2-670,4 8 0,2 4-369,0-5 162,1 3-291,3 29-145,2 3 33,-1 17-11,3 16 44,1 24-72,-1-14 0,0 2-495,1 9 1,-1 1 494,0 6 0,0-2-23,1-9 1,-1-1 5,3 6 0,1-1-350,2-8 1,0-3 354,0-2 1,1-1 95,7 22 359,-8-36 61,-5-17-376,-3-19 824,1-17-874,4-17-22,4-11-42,-3 30 0,2 0-9,11-27-5,3 10 751,1 13-796,1 12 23,-1 12-18,1 9-33,5 13 0,5 10-28,-5 1-224,-5 1 0,1 0-779,11 10 115,-11-9 1,2-1-2048,16 7-2795,1-11 863,-10-10 4103,1-7 0,-22-3 0,-1 0 0</inkml:trace>
  <inkml:trace contextRef="#ctx0" brushRef="#br0" timeOffset="100822">2652 10672 24945,'-25'-28'131,"-1"0"1,-12-17-98,43 47 11,7 0 16,9 2-15,8-2 21,6-5-6,2-5 12,-3-7 78,-6-5-5,-10-4-40,-8-4-16,-9-2 0,-8 1 72,-13 0-117,3 12 33,-10 3-27,7 11-40,1 1 0,-7 14-22,12 6-6,-3 16-17,11 5-38,7 6-74,10 2-414,20 7-314,10-10-18,4-5-632,11-11 191,-6-18 798,-18-6 0,1-4 84,-1-4 1,-1-5 254,26-16-1012,-29 3 0,-3-2 1729,7-11 512,-6-18-86,-22 16-135,-5-9-156,-7 5 53,-6 8-294,-3 10 3193,-2 10-3501,2 9 45,0 13-108,1 10-21,1 12-12,3 8 0,4 2-16,5-4 10,7-5 57,6-7 78,6-10 84,2-9 5,2-13-27,-1-8-28,1-13-74,-1-6 7,-1-4 10,-3 3-49,-5 7-24,-2 11-77,-6 9-23,-1 8 39,2 8-5,2 9-90,6 9-118,4 6-179,8 1-252,9-2-84,14-8 139,-16-15 0,2-2 303,5-3 1,2-3 159,4-3 1,-1-4 150,0-1 0,-1-3 138,-5-2 0,-2-2 287,14-18 105,-19-5-12,-18-3-21,-8-4-102,-9 0-39,-7 2-39,-8 7-163,-4 11-95,-5 10 488,0 12-561,-12 21 57,13-1-74,-12 25 1,19-5-12,2 14-22,8 0 0,18-5-22,11-10-6,13-14 95,5-11 39,2-20 18,-1-18 60,-1-20-232,-18 15 1,-3-1 207,-1-6 0,-2-2-325,-3-3 1,-2-1 332,-3-2 0,-2 0 151,-4-7 0,-1 3-165,2 16 0,-1 3 64,-4-5 1,0 4-117,0 8-46,0 4 0,3 12 0,2 11-2814,6 25 2814,0-1 201,2 4 1,1 5-202,1-3 0,1 2-104,3 13 0,1 3-1012,3 6 0,1 1-804,-5-16 1,1 1-1,-1-1 1920,6 15 0,-2-4 0,-5-15 0,0-5 0,0 5 0</inkml:trace>
  <inkml:trace contextRef="#ctx0" brushRef="#br0" timeOffset="104390">9676 10828 14689,'-36'9'2666,"0"0"1,7-2-2015,-8 3 1,5-2 47,23-5-16,2-1-477,33-8-137,3-2 0,4 0-54,-2 0 1,3 0-633,24-6 1,3-1 612,-10 3 1,3 0-12,3 0 1,5-1 0,-3 1-477,-17 3 1,-2 1-1,3-1 445,15-2 0,3-1 1,-5 1 18,-1 0 1,-2 1 32,-10 1 1,1-1 0,0 1-6,15-3 1,-2-1-221,-6 0 0,-3 1 268,-9 0 1,-5 0-2132,13-16 2188,-28 11 831,-24-7-641,-16 11 1054,-13-2-948,-5 4 415,0 5-510,9 3 3247,9 2-3465,10 2-6,7 1 0,4 4 0,5 3-28,8 5-34,11 3-16,12 5-28,11 3-51,7 4-123,-1 5-275,-11 3-610,-17 5-2179,-29 4 3260,-29 4 0,10-22 0,-7-5 0</inkml:trace>
  <inkml:trace contextRef="#ctx0" brushRef="#br0" timeOffset="104874">11222 10366 18739,'-8'-61'1614,"0"0"1,3 13 0,-1 8-378,-2 7-1124,5 29 86,1 3-70,2 19 100,1 29-150,1 15-448,0-18 1,0 2 340,1 0 0,-1 0-17,0-8 0,1 1-140,0 10 0,2 0-238,0-9 0,1 0-577,1 9 1,3 0-3917,3-1 1,0-4 3314,4 10 0,-1-16 0,-14-33 0</inkml:trace>
  <inkml:trace contextRef="#ctx0" brushRef="#br0" timeOffset="105756">11266 10207 14807,'-10'-5'4470,"3"2"-3482,-26-12 1,-2-3-345,16 6-577,-18-7 0,12 1-5,44 9-28,6 2 5,37-3-22,-27 5 0,3 0-372,12-1 0,5-1 364,-7 1 1,2-1-1,0 0-991,-3 0 0,0 0 0,-1-1 976,0 1 1,-1 0 0,2-1-5,1-2 1,2 0 0,4-2-436,-8 2 1,5-1 0,1-1 0,0 0 0,-4 1 442,13-3 0,-3 1 1,5-1 2,-15 3 1,5-2 0,3 0 0,0 0 0,-3 0 0,-4 2 0,15-4 0,-4 2 0,1-1-170,-5 1 0,3-1 0,0 1 1,-1-1 178,-3 2 0,0 0 0,-1-1 0,0 1-3,-3 1 1,-1 0-1,0 0 1,-1 0 0,13-3 0,-1 1 1,-1 0 5,-3 1 0,-1 1 0,0-1 1,-3 2 1,-1 0 0,0 0 0,-2 1 0,0 1 0,-2 0 5,7-2 0,0 1 19,-4 2 0,2 0 1,-6 1-20,-10 1 0,0 0 47,12 0 0,5-1 1,-6 1 24,-10 2 0,-2 0-33,14-1 1,-3-1-6,3 1 1687,-5-1-1664,-3-2 2638,-6 1-2687,0-2 1,2-1 48,19-3-40,-15 3 0,2-1 14,-8 2 0,-1 1 1645,26-5-1261,-19 3 811,-19 5-873,-15 1-279,-14 3-1,-5-1-28,-4 2-22,1 2-45,1 3 11,3 4 0,1 6-5,0 6 28,3-2-23,-3 26 11,1-5-14,3-8 1,0 3-656,2-1 1,1 0 652,-1 25-18,5-19 1,3 1-213,1-4 1,3 0 219,1 2 1,2 3-1,0 0-10,5 12 0,0 0-414,-4-12 0,-1 0 0,-1-1 405,0 7 1,-4-2 8,-7-3 0,-5-2-69,-6-4 0,-7-2 55,-19 0 0,-4-4 19,10-10 1,-2-3 127,-22 4 0,-3-4-148,13-9 1,0-2 11,-13 1 0,-4 0 0,20-5 0,0 0 1,-1 0-206,-1-1 1,1-1-1,-1 1 209,0 0 0,0 0 0,0 0-2,1 0 0,-1 1 0,1 0 13,-1 1 0,0 1 1,-1 0-1,0 1 0,-2 1 0,0 0 4,-2 2 0,-2 0 0,0 0-4,-6 2 0,0-1 0,-1 1-3,11-2 1,-1-1 0,-1 1 0,0 0-219,-3-1 0,-1 1 0,-1-1 0,0 1 213,-3 0 0,-1-1 0,0 1 0,3-1-7,-6 0 1,2 0-1,-5 0-2,11-2 0,-5 1 0,0 0 0,0-1 0,3 0 12,4-1 0,2-1 0,1 1 0,-3-1 4,-6 2 0,-3 0 0,0-1 1,0 0 2,9-1 0,-2 0 0,0-1 0,3 0 0,2-1-12,-8 2 1,4-2 0,-3 1-8,0-1 1,-4 1 0,0 0 0,5 0-300,-1 0 0,3-1 1,2 0 96,5 0 1,1-1 0,1 1-673,-9 0 1,5-2 892,-13-6 0,30 3 0,24-5 0</inkml:trace>
  <inkml:trace contextRef="#ctx0" brushRef="#br0" timeOffset="106474">12274 10364 13698,'-9'-11'6089,"1"3"-4986,8 8 2101,0 0-3092,-5-21-39,3 17 72,1-11-106,4 20 45,3 6 56,-3-4 23,-3 3-29,-10-1-50,-11-1-39,-12-4 0,-9-4 16,-1-8 18,3-11 10,8-9-15,12-7-18,9-3-56,14 4 11,10 6 6,9 8-6,7 10 34,7 6-40,6 13-21,7 9-273,3 15 283,-6 10-28,-15 10 12,-29-14 0,-7 0 10,-11 19-568,-11-13 0,-8 0 563,3-12 0,-4-3 42,-8 8 1,-2-2 2,3-5 0,2-5-108,6-7 0,2-4 175,-12-5-17,21-21-16,18-11 207,18-10-258,15 0-17,16 3 1,9 6 389,9 8-457,-26 9 0,1 2-79,4 1 1,0 1-143,5 0 0,0 1-384,3 0 1,0 1-791,2 0 1,-1-1-2569,0 0 1,-2-1 3452,-6 0 0,-3-1 1,8-1-1,-22 0 0</inkml:trace>
  <inkml:trace contextRef="#ctx0" brushRef="#br0" timeOffset="106697">12984 10122 19244,'-5'-51'1889,"0"0"0,0 6 0,0 4-1082,0-1-235,0 13-281,3 12-218,1 13-45,0 10 22,6 18-22,3 15-23,-2-8 1,1 2-421,1 9 1,0 2 386,-1 8 0,0 2-64,0 5 0,-2 1-113,-1 3 1,0-1-711,0-2 0,0-1 27,2-5 1,1-2-2219,5-3 0,2-3 2411,10 12 1,-4-18-1,-11-30 1</inkml:trace>
  <inkml:trace contextRef="#ctx0" brushRef="#br0" timeOffset="107466">13349 10455 19146,'7'-42'1249,"-1"0"0,1 0 0,2-15 0,-3 9-515,-5 13 52,-1 14-618,0 10-18,0 9-105,5 12 30,3 10-58,5 15 0,3 12-6,0 9-242,-4 6 265,-5 1-17,-5-5 22,-9-6 11,2-23 129,-7-8-50,5-22-50,0-12 10,3-14-16,8-30-51,2 12 14,3 9 1,3-1-314,14-14 291,-9 21 0,1 0-3,22-19 6,-2 13 373,-1 12-424,0 13 17,2 7-67,1 12-106,-1 9-421,6 19-330,-6 3 178,-2 2-1208,8 0-202,-4-11-96,12 1 494,2-12 2016,-15-15 195,-8-8 964,-13-15 315,-8-5-170,2-8 170,2-13-820,-3 8-132,0 3-68,-7 11-241,-3 13-264,-2 2-128,-3 10-23,-2 9-22,-3 8-1,2 4-16,3 2-5,9-1-12,13-5 11,5-9 34,11-10-16,-10-6 60,4-14-10,-12-5-6,1-12 45,-13-18-34,-10 5-17,-4 2 107,-8 13 17,1 16 5,-3 1-84,0 10-28,-1 14-67,7 2-28,-2 17 28,7 3-22,1 14-51,3 7-115,8-15 1,1-1-143,3 15-270,3-14 1,4-1-1893,14 8-1763,-3-15 1,2-1 4254,14 5 0,-4-9 0,-23-17 0</inkml:trace>
  <inkml:trace contextRef="#ctx0" brushRef="#br0" timeOffset="108113">14909 10050 26413,'-41'-13'140,"8"2"-123,5 61-6,10-24-3,-5 4 1,-2 0 30,-11 0-6,-15 6 96,13-21-28,13-10 89,7-20-94,14-4-18,8-15-5,12 2 5,8 2-39,-2 9 107,8 2-107,-10 12-5,8 3 27,-4 14-61,2 10 12,-4 1-7,6 15 1,4 5-1,2 2-242,6 3 209,-10-16 22,-2-8-5,-7-10 22,-8-7-22,0-12 5,2-16 29,2-11-12,3-19 0,-7 10 8,-3 3 1,0-1 3,2-22 13,-4 18 1,-1-1-134,-3 10 0,-3 1 156,-4 3-1,-2 0-3014,-9-22 3035,-4 16-550,-9 2 589,12 21-95,-3-2-23,11 13 177,4 6-177,0 7 3029,-1 18-3029,2 6 0,1 17 0,7 2 648,5 9-721,2-10-145,1-10 0,1 0-522,11 16-19,-6-18 1,1-1-2603,17 11 3305,-2-16 1,-17-16 0,-5-11 0</inkml:trace>
  <inkml:trace contextRef="#ctx0" brushRef="#br0" timeOffset="108314">15073 9996 20134,'-3'-2'4654,"0"1"-2861,3 1-1597,49-36-39,-19 24-113,3-9 1,0 2-28,-5 13-140,-8 3-504,-6 1-2437,-6 2 2216,-3 0 0,-5 0 0,0 0 0</inkml:trace>
  <inkml:trace contextRef="#ctx0" brushRef="#br0" timeOffset="111865">6789 12180 22870,'-7'-44'769,"0"1"0,2 6 1,1 8-685,1 18-29,2 19 18,4 10-24,2 19-33,3 16-23,-3-20 1,-1 1-339,0 3 0,-1 2 248,-1 2 1,0 1-40,0 0 1,-2 0 13,-1-2 1,-1-1 36,-2-4 0,-2-2 11,-14 18 84,-9-18 51,-11-17 33,-4-16 17,0-16-34,6-10-33,12 0 784,-2-15-644,12 14-5,-4-7-34,10 16-107,4 9-56,4 9 23,1 12 27,4 9 23,6 11 11,8 3 17,14-3 17,13-5-6,13-9-349,-25-12 0,2-3 310,0-4 0,1-3 0,-1-2 0,-1-3-11,-3-3 0,0-2 39,20-20 5,-10-2-27,-11 1-12,-12 3-55,-9 7-175,-5 7-21,-4 10-658,-8 9-1666,-4 14-4718,-9 15 7243,4 4 0,6-10 0,6-8 0</inkml:trace>
  <inkml:trace contextRef="#ctx0" brushRef="#br0" timeOffset="112174">6579 13363 20599,'-8'-59'1618,"0"0"1,1 7 0,0 7-936,-3 7-375,4 17-212,3 13-52,3 15 24,1 13-24,3 19-38,0 22-476,-3-21 0,1 2 414,-2 8 0,0 1-137,-1 7 0,0 2-292,0 1 0,1 0-643,-1-2 0,0-1-1869,4-8 0,1-2 2380,-2-11 0,2-5 0,3 4 1,-4-21-1</inkml:trace>
  <inkml:trace contextRef="#ctx0" brushRef="#br0" timeOffset="113281">6457 13647 24609,'-10'-60'106,"18"15"-139,48 60-7,-22-8 1,2-1-526,4 0 0,0-2 486,2 0 1,0-2 11,-1-4 0,-1-1 36,-5-1 0,-2-3 59,17-14 377,-18-6-282,-17-3 193,-13-3-137,-9 1 11,-7 3 40,-6 4 538,-3 9-521,-2 7 5,-1 7-50,2 8-90,4 6-39,6 7-51,6 4-11,10 1 1,10-2-12,11-4 11,10-4 6,3-8 22,2-7 17,-2-10 0,-5-7 39,-8-9 0,-7-2 17,-10 0 17,-12 1-34,-7 6 34,-9 5-11,-4 8-34,-1 7-12,0 12-44,1 9-39,3 12-6,3 18 12,8-12-18,4 20-66,11-17-146,10 10-253,11-2-436,0-22 0,4-2-67,11 7-43,-5-14 0,1-4-489,12-8 1014,8-13 621,-7-16 453,-10-15 365,-6-10 23,-7-6-391,-6-2 267,-4 2-45,-6 7-3057,-3 8 2531,-4 19 89,-1 5-230,-1 14-49,1 5 16,3 9 39,7 25-28,-3 6-67,2 7 28,-6 4-34,-2-9 179,-2 7-184,1-9 3481,-1-12-3425,0-16 112,0-11-118,0-18-22,0-11 50,0-30-78,1 14 22,0 8 0,2 0 68,4-9-7,5-7-27,1 10 0,6 6-56,-5 15 0,11 5-6,-2 11-11,10 5 0,3 8 0,0 9-28,-6 9 28,-5 10 28,-13-11-17,-4 8 11,-10-18 18,-5-2-18,3-12 12,-4-14-29,8-4 23,1-15 28,6 1 17,4-9 5,7 1 6,8-1-50,-7 14 0,9 0-34,-11 17 11,9 4-17,-4 10-5,2 7-6,-9 3-44,5 6-119,-3 0-1024,15 16 140,-10-12-3115,12 11 4179,-12-20 0,-6-4 0,-5-7 0</inkml:trace>
  <inkml:trace contextRef="#ctx0" brushRef="#br0" timeOffset="113715">8161 13382 15709,'2'-6'7405,"0"2"-3294,-2 4-4022,18-49 130,-11 50 212,22 7-347,-20 37-543,1 3 1,2 3 503,-2-15 0,0 0-23,5 13 0,0-1-25,-2-9 1,1-1 10,2 7 1,0-2 271,3 15-261,-10-25 1,-2-2-3,-5 4 0,-10-16-12,-3-22-10,-10-26-12,2-9 209,5 6 0,0-3-206,1-2 0,0-1-464,0-5 1,0 1 482,3 8 1,1 0 10,-2-16 1,2 2 17,1 0-20,3 5 0,2 0-75,5-7 72,9-8-16,7 7 5,11 9-17,6 10 42,-3 20 0,2 3-25,8 1 3,-6 9 0,0 6-3,3 19-2686,8 15 2686,-14-3 90,-22-5 0,-7 1-118,-10 0-40,-19 3 1,-9-1-320,2-17 1,-4-3-4530,-16 8 1,0-3 4511,17-10 0,3-2 0,-12 2 0,32-10 0</inkml:trace>
  <inkml:trace contextRef="#ctx0" brushRef="#br1" timeOffset="160038">8348 10114 13757,'-5'0'4520,"1"0"-2327,4 0-2009,-12-37 81,22 13 0,-2-34 17,30 16-577,-15 17 1,2-1 261,4-7 0,3-2-706,6-7 0,2-3 761,-8 11 1,0-2 0,3 0-5,4-4 1,1 0 0,2 0-3,3-1 1,2-1 0,1 1-467,-11 11 1,2-1 0,1 2 0,0 0 453,0 0 0,2 1 1,-1 0-1,2 2-4,0-1 0,0 2 0,1 0 0,0 1 0,0 0 0,1 1 0,-1 1 0,1 0 2,0 1 1,0 0 0,0 1 0,0 0-5,0 0 1,0 1 0,-1 1 0,1 0 6,0 0 1,-1 1 0,1 0-1,-1 1 10,15-5 0,0 2 0,-1 0-427,0 2 1,-1 0 0,1 2 435,-3 2 1,0 1-1,-1 1-142,-2 1 1,0 2 0,-1 0 141,-2 2 0,-1 0 1,0 2-11,-1 0 1,-1 2 0,1-1 0,0 2 0,0-1 0,0 2-6,1 0 1,0 0-1,1 1-11,1 0 0,0 1 1,0 1-3,0 0 0,-1 0 0,0 1 68,-1 1 0,-1 1 0,-1 0-56,16 4 0,-2 3 0,-7-1 1,-5 3 659,-7 0 1,-4 3-638,-1 5 0,-4 2-9,8 9 9,-18-9 0,0 0 42,5 7-23,11 10-5,4-1-6,-12-17 0,0 0-16,13 8-7,-13-10 1,-1-2 11,4 6 1583,1 5-1588,-12-2 1505,-13-3-1410,-21 1 1135,0-10-1225,-23 1 122,7-10-133,-8-1-23,4-4 17,2-2 6,-6-7-11,10 2 5,-16-8 39,5 0-3257,-19-9 3263,17 5 123,-10-11-100,33 16 94,-7-7-10,16 11-34,1-1-152,4 5 3415,3 1-3358,4 3 44,4 6-16,5 6 39,6 15-62,-5-7 90,20 25-79,-16-28-3341,30 15 3336,-20-23-179,9-4 0,4-1 196,-8-4 0,1-2-15,16-2 1,1-2-23,-17 1 0,0-3 31,4-4 0,-1-2 91,15-11-41,-19 5 0,0-1 85,10-13 22,-5-3-23,-20 10 3107,-9 9-3152,-3 0 587,-4 6-681,0 2-18,-1 3-55,-2 5 22,-1 10 0,-8 7 17,2 2-6,-20 13 6,0-10-17,-6 5-12,-14 0-21,-1-4 30,15-8 0,-3 1-3,-8 2 1,-1 0 2,7-3 0,1-1 6,1 0 0,2-1 25,-22 3 6,6-10-23,-3-8 6,-3-8-6,21-4 22,-8-15-10,23 13 5,-10-14 0,19 14 5,1 3-5,5 5-5,4 7-29,1 2 12,4 3-17,0 0-17,19 7 22,-7-3 0,32 6 12,-23-6-6,7-1 0,2 1 34,9 0-34,-11-2 0,1 0-6,20-1 23,3-1-6,-12-4 25,-11-3 1,-1-3 41,10-8-45,-13 3 1,0-3 34,12-16-1,-3-4 17,-4-2-45,-10 8 67,-4 0 90,-12 10-140,-2 3-117,-4 5-471,-2 9-577,0 1 1109,3 1 0,-2 0 0,3 0 0</inkml:trace>
  <inkml:trace contextRef="#ctx0" brushRef="#br1" timeOffset="180522">12610 12557 17260,'3'-48'1957,"0"-1"0,-2 3 0,-2 8-921,-5 17-633,-2 5-179,2 19-118,3 6 62,2 27-95,2 11-79,2-13 1,1 3-444,1 5 1,1 1 355,3 4 1,0 2-317,1 13 0,0-1 213,-3-18 0,0-1-275,1 13 1,-2-3-1238,-2 2-2969,-4 3-1568,-8-26 6245,-3-14 0,1-14 0,4-3 0</inkml:trace>
  <inkml:trace contextRef="#ctx0" brushRef="#br1" timeOffset="182015">12513 12869 21629,'-14'-38'98,"-1"0"0,9-25-98,49 60-23,-11 2 1,3 0-40,13 0 1,3 1-1550,-7 0 1,0 0 1590,-1 1 1,-2-2 8,-8 1 0,-2-2 944,13-6-793,-8-1 79,-10-5 549,-22 4-427,-13 1-106,-1 4 359,-14 2 1945,-2 3-2360,5 2 51,-1 6-168,17-1 5,2 4-22,11 0-6,9-1-6,13 0-5,22-6-22,-13-4 0,18-10 38,-23-9 24,3-10 32,-9-5 147,-12-9-84,-12 7-96,-6 5 62,-15 9 33,-4 12 6,-14 2-33,-16 17-85,7 8-5,-5 15-45,23-4 5,5 13-66,12 9-90,7 3-79,13 8-72,17-14 122,2-15-123,2-13 1,3-5-135,17-3 97,-14-6 0,1-4 222,19-18 129,-6-13 17,-14 0 62,-3-14 201,-10-4 6,-3-2 11,-4-2-11,-9 20 6,-4 10-102,-1 10-156,-2 6-17,-1 11 350,1 10-383,2 11 5,4 11 5,2 6 6,-1-7-27,4 16 10,-4-18 17,3 10 12,-6-20-1,-2-11 112,-4-8-117,2-37 0,1 3 11,6-34-17,0 22 3,2 10 0,2 0 31,7-6-28,8-11-28,-9 24 16,-1 11-5,-7 6 6,0 5-6,2 11 11,0 3-22,5 10-6,-4 3 11,-2 3 1,-3-1-1,-4-3 12,-2-7 39,-2-8 61,-1-4-84,0-22 6,3-1 0,4-17 12,6 4 4,6 1-4,5 4 21,2 6 12,-1 6-17,-1 7-6,-2 5-33,-3 9-39,0 5 5,-4 3-45,4 8-201,4 10-151,3 2-354,7 8-330,-5-10-442,1-6-336,-3-12 677,-2-10 1015,-4-15 447,-2-9 375,-4-9 236,-1-4 44,-4 1 29,0 1-56,-1 6-135,-1 8-252,-3 7-213,0 6-61,-1 7-79,1 6-67,4 12-11,2 11 0,2 10-28,0 11-37,-5-23 0,1 0 3,1 4 1,1-1-12,8 21-14,-4-18 0,1-1 19,-1 2-10,2 8 22,-23-30 5,-7-14-22,-9-14-6,-2-15-16,2-17 22,2-15-220,12 23 0,2-1 220,1-4 0,3-1-399,1-3 0,4-1 416,1 1 0,3 0 2,1 3 1,2 0-135,1 5 0,2 0 154,-1 6 0,1 1 25,14-19-8,2 15 392,-1 15-425,0 12 812,1 14-818,1 9 351,0 13-357,-5 10 6,-7 5 0,-12 1 11,-20-1-39,-20-7-29,9-20 1,-4-3-163,-5-2 1,-2-3-1449,-1-2 0,0-2 1650,5-2 0,2-1 0,-8-1 0,19-1 0</inkml:trace>
  <inkml:trace contextRef="#ctx0" brushRef="#br1" timeOffset="216626">15295 10029 9257,'-3'0'8334,"1"0"-3854,2 0-4042,-34-2-192,29 1 6,-15-3-100,51-1-113,4 0 11,13 0 1,5-1-1435,-6 1 0,1 1 1387,11-2 0,2 0-3,-18 1 0,2 0 0,1-1-843,11-3 1,3 0-1,-4 0 832,7-1 0,-1 0-6,-1-1 0,3-1 0,-7 2-109,-15 0 0,-4 2 126,8-3 0,-2 0 11,14-5 84,-13-1-78,-32 6 1761,-12-4-1761,-24 3 5,-19-2 1,3 5 24,5 1 1,0 0 14,-3 0 1695,1-2 1,0-1-1506,4 0 523,-6-6-495,23 7-101,8 3-140,5 3 6,12 1-23,6 3-5,16 5-11,-3 1 5,29 17-11,-24-8 5,8 6 1,3 2-508,8 10 465,-16-9 1,-1 3-126,6 20-303,-21 1-89,-19-10 554,-22-7 0,-4-3 0,6-9 0,-22 15 0</inkml:trace>
  <inkml:trace contextRef="#ctx0" brushRef="#br1" timeOffset="217338">17040 9408 16460,'-10'-56'1919,"1"1"0,0 7 1,1 8-1327,3 17-425,2 13 40,3 17 83,0 19-67,0 27-157,1-15 0,0 4-633,-1 10 1,1 3 545,0 6 1,0 1-103,-1-18 1,1 0 0,-1 0-243,1 0 0,0-1 0,0 0-911,1 19 1,1-2 1274,1-1 0,1-5 0,0 6 0,1-15 0</inkml:trace>
  <inkml:trace contextRef="#ctx0" brushRef="#br1" timeOffset="218006">16996 9218 19305,'45'-42'169,"1"1"1,-13 14-1,2 1 1,2 5-109,6 7 1,2 6 0,1 0-937,5-4 1,2 0 0,1 0 890,-9 2 1,1-1 0,2 0 0,0 0-596,5 0 0,1-1 1,1 0-1,2 0 589,-8 2 0,1 0 0,1-1 0,0 1 1,1-1 0,2 0 0,2 0 0,0 0 0,0-1 1,1 1 3,2-1 1,0 0 0,1 0-1,-1 0 1,1 0 0,1 0 1,-1 0 0,1 0 0,-1-1 0,1 1-1,-1 0 1,0 0 0,0 1 0,0-1 0,0 0 9,-2 1 1,0 0 0,0 0 0,-1 0 0,0 1 3,-2 0 0,-1 0 1,0 1-1,-1 0 1,0-1 25,8 0 0,0 0 0,-2 0 0,0 0 16,-5 2 1,-1-1 0,-1 2 0,-2-1 5,10 0 1,-2 0-1,-2 1-13,-9 1 1,0 1-1,-4 1-147,10-1 1,-4 2 86,-15 3 1,-4 2 921,4 9-753,-25 11 2389,-18 12-2518,-7 10-23,-8 11-14,13-24 1,1 2 419,0 4 1,2 1-429,1 5 0,1 1-3,2 6 0,2 1-20,1 5 1,0 1 2,3 4 1,0 0 2,0 2 1,-1-1-271,1 0 0,-3-2 292,-2-2 1,-4-3-9,-1-4 1,-4-2-157,-3-6 0,-3-2 164,-1-4 1,-4-4-6,-2-3 0,-3-2 5,-3-4 1,-3-2 8,-3-2 0,-4-3-494,-5-2 0,-3-1 485,-6-2 1,-4-2 7,16-3 0,-2-1 0,-2-1 7,-4 1 1,-2-1 0,-1 0-450,-4 0 0,-1-1 1,-2 1 425,13-1 0,-1-1 0,-1 1 1,0 0 0,-2-1 1,-1 1-1,0 0 1,-1 0-2,-1 0 0,-1 1 1,0-1-1,-3 1 6,2 0 0,-3 0 1,-1 0-1,2 0 1,3 0-260,3 0 1,4-1 0,-1 1 0,-2 0 240,-4 0 1,-4 0-1,-1 0 1,1 0-1,5 0-23,4 0 0,4-1 1,0 0-1,-2 0-30,-10 1 1,-2-1 0,-1 1 0,1 0-58,3-1 0,1 0 1,-1 0-1,0 0-505,-6 0 0,-1-1 0,1 0 0,5 0-44,4 0 0,3 0 0,-1-1 674,3-1 0,-4 1 0,4-1 0,10 0 0,-9 0 0,-13 0 0</inkml:trace>
  <inkml:trace contextRef="#ctx0" brushRef="#br1" timeOffset="218638">17672 9552 12130,'-4'0'5931,"1"0"-3539,3 0-1759,-24-76 218,30 29-641,-13-3 1,2 1-60,25 11 67,0 11-100,-6 9-56,5 2-51,9 6-22,1 10 5,14 9-11,-10 2-33,14 13-62,-7 2-59,-14 0 0,-3 2 177,0 14 16,-12 7 17,-26-24 40,-18-2 33,-4-3 50,-10 1 90,9-9 247,7-10-365,15-5 68,7-8-79,10-1-39,6-1-39,5 4 5,24 6-39,-11 5 6,15 5 0,-3 10-23,7 4-11,-11-2 1,0 2-40,18 15 11,-8 8 34,-28-17-12,-28 5-89,-34-4 28,4-6-107,-5-6 1,-1-5-84,7-4-320,3-2 0,2-4-5550,6-13 5296,2-3 0,17 5 0,9 5 0</inkml:trace>
  <inkml:trace contextRef="#ctx0" brushRef="#br1" timeOffset="218872">18376 8948 24027,'21'54'84,"0"-1"0,-6-11 0,-1 0 0,-4-1-65,-5 5 1,-2-1-1111,2 2 0,-2 1 1063,-3 12 0,-3 0-115,1-14 0,-2 0-776,1 17 1,-1-2-96,1-22 0,1-1 1014,0 9 0,2-7 0,0-18 0,0 5 0</inkml:trace>
  <inkml:trace contextRef="#ctx0" brushRef="#br1" timeOffset="220205">18856 9337 24122,'-8'11'73,"9"32"-51,7 7 3,-2-13 0,-2 1-1236,-11 19 1267,0-16 503,-12-4-206,0-16-168,3-5 523,-1-10-540,11-17-118,0-4 68,11-29-6,11-11-79,0 2 6,-2 19 1,1 3 77,5-3 651,3-4-712,-6 12-28,-2 8-33,-4 9-6,12 4 5,0 7-28,15 8 6,-7 2-196,19 22-117,-16-2-22,-11-9 0,-1 2-331,6 18-17,-9-5 352,-8-11-666,2-5 773,-5-16 258,8-7 100,0-13 113,4-10-68,-3 3 692,7-8-283,-12 12 5,5-3-122,-11 11-214,-3 6-162,-3 1-67,0 2 34,2 3 11,3-1 22,8 1-22,9-4-5,8-8-1,7-7 6,-2-10 27,-7-8 1,-10-4 34,-9-2 27,-10 5-22,-7 9 11,-5 7-44,-2 10-35,0 5-16,0 9-28,-1 8 0,-2 10 0,0 10-11,3 5 6,4 4-51,6 2-152,9 1 35,4-11-892,25 12-172,3-23 334,-8-8 0,2-3-430,29-9 796,1-16 539,-29 1 1,-2-3 126,-2-4 0,-3-1 436,17-23 123,-13 1 147,-13 4-34,-8 8-68,-5 7-105,-1 9-242,-2 6 34,0 5-392,-2 4 53,-1 4-47,-2 5-17,-6 7-6,-6 3 46,-8 0 4,-5-4 57,-4-6 89,3-7 56,8-10 6,10-5-73,8-7-39,8-1-62,5 3-73,4 4 6,5 6-22,1 4 5,3 10-5,3 7-17,2 12 22,1 8 0,4 4-11,3 1 0,5-3 0,3-5 6,3-10 5,3-9 0,1-17 6,-2-13 16,-4-15 40,-8-12-566,-9-10 518,-15 22 1,-4-2 16,0-11 0,-3 0-34,0 14 0,-2 0 17,-2-11 1,-1 2 13,-5-4 17,-3-5 39,-1 13 28,3 11-61,2 12-68,3 7 12,1 10 543,-1 11-560,-1 14 22,-2 16 11,1 13-25,3-26 1,2 1-124,2 3 0,3 0 67,1 0 1,3-1-66,3-1 1,1-1-425,17 24-634,-3-11-1087,-2-14-5690,-8-15 7959,-4-10 0,-7-6 0,-3-2 0</inkml:trace>
  <inkml:trace contextRef="#ctx0" brushRef="#br1" timeOffset="220345">20219 9267 25001,'35'-28'-275,"0"1"1,7 1 0,-2 7-1,7 18 1,-2 0 0</inkml:trace>
  <inkml:trace contextRef="#ctx0" brushRef="#br1" timeOffset="220879">20482 9324 20963,'-46'1'761,"0"-1"1,0 1 0,19-2-532,34 0-23,13-4-45,22-2-75,-1 0 0,4 0-45,0 0 0,1 0-593,2 0 0,2 0 565,3 1 0,0 0-9,-8 1 1,1 0-6,13-2 0,3 0-28,-13 1 0,1-2 0,-2 1 17,2 0 0,-1-2-10,-7 1 1,2-1-1,-5 0-4,-7-2 0,-3 0 30,3-1 1,-3-3 56,8-13-18,-21-1 63,-24-8-51,-1 12 84,-17-9 84,6 12 1219,-7-3-1140,3 5 28,6 5-264,8 9 11,5 3-50,4 3 0,11 6-11,6 5-6,14 11-16,-3-1 10,11 14 1,-5 1 5,-14-12 0,1 3-5,-3 0 0,-1 3-37,-4 5 0,-2 1-53,-1 11-325,-16 14-1103,-12-31 1512,-11 7 0,12-18 0,3-5 0</inkml:trace>
  <inkml:trace contextRef="#ctx0" brushRef="#br1" timeOffset="221856">21984 9150 18997,'0'-8'2475,"1"-25"1,-1-4-1535,0 10-787,0-9 0,1 3 183,-1 18-253,0 11-79,0 4 57,7 18-23,4 9 17,8 20-67,-4-10-28,2 22 72,-10-22 23,-2 13-5,-8-26 178,-8-7-145,4-11 174,-7-15-202,10-2 45,4-33-73,9 7-34,10-23 56,7 10 23,5 4-45,3 11-22,2 11-6,1 13 22,2 9-27,-8 7-23,14 19-6,-17 4-89,7 18-96,-15-2-128,-5 4-325,2-2-3857,3-3 3846,-1-12-808,8-5-121,1-16 1365,2-11 348,3-14 213,-6-17 217,0-6-373,0-5 184,-6 8 3835,7-9-3416,-13 20-408,2-3 241,-10 14-578,-6 12-16,-1 3 6,0 15 811,0 6-829,-1 2 12,6 9 12,12 1 16,6 0-17,12-1 73,0-18 11,0-10-56,-7-10 219,4-23-162,-19 6 234,5-35-128,-17 18-23,-3-17-106,-4 20 27,-2-4-100,4 24-240,1-6-270,9 20-969,11 9-55,3 3 1534,24 20 0,-28-20 0,10 9 0</inkml:trace>
  <inkml:trace contextRef="#ctx0" brushRef="#br1" timeOffset="222429">23224 9303 26545,'38'-48'214,"0"0"1,-3 2 0,-1 2-134,-7 8 0,-2 2-852,9-18 788,-13 8 0,-2-3-817,-8 13 0,-2-1 803,0 1 0,-1-2 115,0-13 0,-4 3-51,-3-7-44,-3 19 1,-2 2 16,-10 3 316,-3 15-390,-7 20 1523,9 4-1495,-9 24 6,8 6-17,0 21-75,9-25 1,3 1 93,2 3 1,3 1-9,4 1 1,3 1 16,3-1 0,3 0 3,4-2 0,3-1-25,4-4 0,2-3 5,1-4 1,2-4 10,1-5 1,0-4-28,17 1-6,-12-19 0,-1-8 56,17-19-9,-13 4 1,-1-6-18,-5-2 1,-3-5 3,1-5 0,-2-2-6,-7 8 0,-1-3-8,-1-3 1,-1-5-1,-3 2-459,-1-4 0,-2 1 476,0 3 1,-1-2-1,-4 2-6,-4-4 0,-5 3 16,-5 8 1,-3 3-6,-3 6 1,-3 4 19,-16-10-28,2 17-12,4 16 599,2 18-615,-3 16 27,0 24 3,13-18 1,2 3-111,1 9 0,4 4 96,4 8 1,4 2-465,3-16 0,1 0 1,3 0 383,1 3 0,3 0 0,1 0-202,1 0 1,3 0 0,0-1-1538,0 1 1,1-1 0,-1-2 1824,7 15 0,-2-6 0,-7-17 0,-3-6 0,2 6 0</inkml:trace>
  <inkml:trace contextRef="#ctx0" brushRef="#br1" timeOffset="235841">1534 15574 24167,'49'-17'1619,"-4"-10"-1440,-23-17-477,-8 15 1,2-3 325,1-7 0,2-1-664,3-7 0,0-2 652,1-5 1,-1-1-3,0-4 0,0 0 3,-4 1 0,-2-1 11,-4 2 0,-4 1-69,-2 5 1,-4 3 101,-4 7 1,-3 3 61,-8-18-50,-5 25 227,2 17-340,4 17 1179,2 17-1133,-1 25-3,3-12 0,1 5 119,-2 8 0,-1 4-117,-1 6 1,0 1-736,-1 4 1,1 1 718,2-1 0,3 0-3,1-4 0,3-2 2,5-5 1,5-3-3,9-2 0,4-4-168,12 9 196,-5-26 0,4-7-20,13-10 34,14-16 0,-1-16-17,-31 4 1,-2-2 18,-2-3 1,-2-2 5,-3 0 1,-2-1 86,11-26 29,-9 12 469,-6 13-464,-7 14 1427,-4 10-1573,-1 6 12,-1 8-23,-1 8 210,-2 12-227,-2 10-5,2 5-56,2 1-146,7-2-236,7-5-699,11-8-2421,5-9 3580,6-13 0,-14-4 0,-3-5 0</inkml:trace>
  <inkml:trace contextRef="#ctx0" brushRef="#br1" timeOffset="236021">2499 14903 19266,'-2'-2'5337,"0"0"-5376,-27-13-101,22 15-313,-22-6-779,31 21-2095,7 7 3327,9 8 0,-6-14 0,1 1 0</inkml:trace>
  <inkml:trace contextRef="#ctx0" brushRef="#br1" timeOffset="236499">2839 15019 18235,'-1'-3'6077,"1"0"-3444,0 3-2583,-55-36-16,42 37-23,-40-29 23,58 53-18,7-2-66,6 12 50,4 4 28,15 11-45,-5-6 12,0-2-18,-6-8 1,-14-10-6,-3 3-275,-29-2 51,6-13-117,-19-1-858,6-20-1148,-1-9-1339,-4-19 1437,17 3 1,3-2 1940,-3-17 879,9 13 0,3 1 1843,3-6 320,0-3 274,0 13-2353,0 15 577,0 7-834,0 11-253,0 0 102,0 8 33,0 10-11,-6 25-202,2-6-56,-5 7 1,-2 0-147,-1 1-687,0 0 1,0 2-1635,5-13 0,2-2 2484,-1 5 0,2-1 0,-1 8 0,5-18 0</inkml:trace>
  <inkml:trace contextRef="#ctx0" brushRef="#br1" timeOffset="236831">3176 15173 25029,'13'-54'618,"-1"0"0,-2 1 0,-1 7-444,-3 8-12,-3 3 1,-2-2 55,-1-19-84,-1 18 1,-1-1 117,-3-13-163,0 19 51,-1 13-28,3 13-112,-1 3 17,0 9 17,0 7-17,-1 5-6,-2 20 6,1 8-12,3-12 1,0 4-579,-1 16 1,1 4 549,1-5 1,1 0 8,-1 0 0,1 1-73,5 9 0,2-5-14,4 0-67,4-8 0,6-2-686,6-22 1,4-6-906,-2-1 1,1-3 1758,32 0 0,-34-16 0,-15-4 0</inkml:trace>
  <inkml:trace contextRef="#ctx0" brushRef="#br1" timeOffset="236998">3085 15109 25606,'38'-28'-1384,"0"1"1,0-1 0,0 2-1,1 2 1,-2 6 304,6 10 1,-3 5 0,12-3 0,-22 3 0</inkml:trace>
  <inkml:trace contextRef="#ctx0" brushRef="#br1" timeOffset="237513">3748 15120 19608,'3'-3'4967,"-1"2"-2508,-2 1-2330,6-48-78,-9 41-23,1-32 0,-11 55-12,0 3-10,4-1 0,5-2-6,7-6 84,5-5 28,6-6-6,3-6 45,0-6 28,-3-5 40,-6 1-40,-4 3-67,-7 5-28,-2 2-56,-5 4 11,-1 2-16,4 1-35,-1 0-21,6 1-85,0 3 17,2 1-296,2 6-673,8 2-3158,9 5 4228,5 0 0,-5-6 0,-8-5 0</inkml:trace>
  <inkml:trace contextRef="#ctx0" brushRef="#br1" timeOffset="238380">4432 15129 23220,'-2'-6'3193,"0"1"-2944,-9-25 0,-4-5 93,-2 9-225,-2-13 1,-3 4 33,-8 23-28,-8 9-61,-7 14-34,-4 9 0,-1 13-17,6 5-5,11 2-12,14-3-22,14-5 28,17-8 6,4-9-23,35-7 28,-6-17-226,-10 1 1,1-4 228,-5-6 0,-1-3 8,-1-3 1,-2-4 2,-1-3 0,-2-3-3,-2-2 1,-3-2-3,-2-2-1,-2-2 20,-2 0 1,-2 0 10,-2 3 1,-1 1 16,-3 5 0,0 2 67,-1-14-33,-3 18-55,-4 15-46,1 9 0,-5 10 0,-2 11 428,-4 19-484,0 19-17,8-22 0,1 1-324,3 4 0,3 1 133,5 2 1,5-1-87,5-1 0,6-3-154,6-1 0,6-4 64,4-3 0,3-6 182,1-4 1,2-4 125,-2-5 1,-1-4 164,-3-6 1,-2-5 50,-5-3 0,-2-3 174,20-22-116,-9-8 313,-9-3 38,-8-1-6,-10 3-22,-10 4-1,-27 6-374,5 14 55,-31 8-55,6 20-23,-13 8 127,2 14-188,10 8-6,12 4 5,13 0 238,12-4-271,17-4 22,13-10-11,17-10 29,13-11 38,6-18-39,-29 1 0,0-4-259,-1-6 1,-2-4 269,0-5 1,-3-3-311,0-6 1,-3-2 301,-1-6 0,-1-2 8,0-2 1,-2 0 19,-1 1 0,-1 1 50,-2 5 0,-2 2-55,-4 7 0,-1 3 31,0-14-68,-8 18 0,-1 15 481,-3 10-481,-1 15 910,-2 15-910,-6 24 0,6-14 0,-2 2-257,-1 9 1,0 2 256,-1 5 0,1 3-938,0 2 0,3 2 84,2 0 0,5 0-1883,7-2 1,4-2 2736,2-8 0,2-5 0,9 11 0,-6-28 0</inkml:trace>
  <inkml:trace contextRef="#ctx0" brushRef="#br1" timeOffset="239720">4389 14885 21231,'11'-50'905,"0"0"1,-3 5 0,-3 7-637,-11 5 218,-4 7 214,-8 4-578,5 7 56,-9 1-100,7 12-46,-8 5-22,3 3 12,-10 12 5,-10 21-11,-2 7-291,15-14 1,1 1 284,4 0 0,1-2-5,-10 21 5,16-19 0,2-1-22,0 19 5,10-17 1,3-1 5,5 9-235,31 1 263,-10-31 33,8-6 1,2-4 67,14-14-62,-14 0 0,0-3 11,-6-3 1,-3-4 2,-1-3 1,-3-2-4,11-16-11,-17 13 0,-2-3 51,-2-1 0,-3-1-1,1 0 1,-2-1 8,-1-2 0,-1 1 75,-3-11-38,-6 12-34,-1 12-73,-2 11 11,0 7 513,1 9-563,-3 8 274,-3 16-297,-3 14 6,0 11-17,4 8 12,5 0-74,12-1-173,10-3-3761,15-5 3391,-3-14 168,1-14 0,-2-4 1,-9-5-1,17 5 1</inkml:trace>
  <inkml:trace contextRef="#ctx0" brushRef="#br1" timeOffset="240564">5673 15028 10002,'8'0'7785,"-2"0"-6558,-6 0 3142,0 0-3490,58-62-218,-40 35-395,14-10 0,-5-1 177,-23 15-124,-7 2-28,-5 4-95,-8 6-106,-9 5 10,-11 12-49,-11 9-23,-7 14-9,25-11 1,1 2-171,1 2 1,1 1 155,2 2 1,2 1-20,2 0 0,4 1-25,-5 24 16,15-9 12,21-9 22,17-11-11,18-11 56,10-17-236,-27-3 1,-1-5 212,0-5 1,-2-5 2,1-4 1,-3-3 5,-1-3 0,-4-3-167,-2-3 1,-3-3 160,-2-2 1,-3-3 27,0-12 1,-1 0-26,-5 19 0,0 0 53,1-11 1,-2 2 86,-2 4 1,-1-1-57,-2 20-84,-1 13-22,0 11 433,0 12-433,-1 13 643,0 16-676,-1 17 7,0-20 1,0 1-446,-1 6 0,-1 0 389,0 4 1,-1 1-79,0 0 1,0 1-211,1-1 0,1 0-588,1-3 0,2-1-910,5-2 0,3-2 1851,10 22 0,-2-27 0,-4-17 0</inkml:trace>
  <inkml:trace contextRef="#ctx0" brushRef="#br1" timeOffset="241521">6654 14658 17081,'13'-46'2315,"-1"1"0,0-6 1,-2 6-1409,-4 13-212,0-7-449,-4 25 1,-1 9-113,-5 11 28,-5 12-5,-8 18-101,-9 21-458,11-20 0,-1 2 413,0 5 0,1 1-36,1 3 0,2 0-54,3 1 1,3-1-85,6-2 1,6-2-388,6-4 0,5-2 205,7-4 0,6-4-285,4-3 0,4-6-558,2-4 1,1-6-684,1-5 1,0-5-656,-2-6 0,0-7 476,6-12 0,-2-4 2195,-14 8 1,-3-3 800,9-14 1,-4-3 380,-15 12 1,-2 0 179,2-7 0,0-2 649,-3-4 0,-2 0-1165,-3 9 1,-1 2-247,4-25 482,-8 19-291,-3 20 404,-1 2-1094,0 9 587,-7 21-737,1-1 38,-11 28-61,1 1-51,-3 14-354,4 2 355,6-2-34,12-6 33,13-11-22,11-15-11,7-14 61,4-20 85,12-23 10,-9-10-653,0-3 743,-6-3 90,-11 10 142,5-14-192,-11 18-190,-7 6-85,-9 19 0,-2 11 0,-1 12 602,-2 12-602,-2 11 0,0 9 0,1 4-40,4 2-397,8-1-174,3-22 1,3-2-1026,22 13-1354,16-7 867,-10-23 2123,15-22 0,-37 6 0,8-9 0</inkml:trace>
  <inkml:trace contextRef="#ctx0" brushRef="#br1" timeOffset="241737">7944 14735 19344,'-6'-47'1721,"-1"1"0,0 0 0,-3-18 0,0 7-1531,0 23 1,1 3 425,-6-20-259,12 34-15,1-1-109,5 12-205,5 6 0,2 7 40,23 32-46,-12-10-1674,8 16 0,-1 5 1657,-4 5-16,-9-12 0,1 8 0,-6-3-378,-6 0 0,-6-1 232,-2-2 0,-3 4 1,-3-4-245,-5-1 1,-6-2 400,-9-4 0,-6 1 0,5-8 0,-5 6 0,5-10 0,0-1 0</inkml:trace>
  <inkml:trace contextRef="#ctx0" brushRef="#br1" timeOffset="244004">5977 16214 12620,'-12'-53'2048,"-1"1"0,1-2 0,0 7 422,-1 3-1540,0-1 439,9 30-1133,0 4 238,2 7-362,1 24-84,2-3 11,1 32-33,2 2 285,-2-16 0,-1 3-331,1 4 1,-1 0-101,0 4 0,1 0-135,-1 0 1,2 0-485,0-3 1,2-2-606,1-5 0,1-3 1364,12 19 0,-8-27 0,0-10 0</inkml:trace>
  <inkml:trace contextRef="#ctx0" brushRef="#br1" timeOffset="244964">5927 15906 14387,'-3'-3'4089,"2"2"-3092,1 1-750,47-13-57,2 8-726,0-2 0,5-1 575,-5 5 0,2 1 20,-3-1 1,2-2 0,-2 1-32,5-1 0,2-1-515,1 0 0,5-2 1,-2 1 517,-11 0 1,0-1 0,2 1-471,-1 0 0,2-1 0,2 0 0,0 0 489,2-1 0,1 0 1,1 0-1,3 0 12,-2-1 1,4 1 0,1-1 0,0 0 0,-1 1-391,-6 1 0,-1-1 0,0 1 0,-1 0 0,1 0 347,-1 0 0,-1 0 0,1 0 0,-1 1 0,0-1 18,-1 1 0,-1 0 0,1 0 0,-2 0 0,-1 1-165,4-1 0,-3 1 0,1-1 0,2 1 167,-3 0 0,1 0 1,2-1-1,0 1 0,1 0-101,7 0 1,1 1 0,1-1 0,0 1-1,-3 0 85,-7 1 1,-1-1 0,-2 2-1,1-1 1,-1 0-13,10 0 0,0 0 0,-2 0 1,0 1 34,-6 0 0,-1 0 1,-1 1-1,-2-1-18,2 0 0,-2 0 0,1 0 224,8-1 1,2 0 0,-1 0-216,-7 1 1,-1-1-1,-1-1 4,-4 1 0,-2 0 0,-1 0 462,16-3 1,-2 1-434,-5-1 0,-3 0 16,-3 0 1,-2 0 64,5-1 1,-2 1-63,14-2 234,-14 4 1,-3 1-251,-7 2 895,26-1-872,-29 3 358,3 0-230,-14 2 2992,-11-1-3009,-11 4 1361,-4-2-1450,-8 3-40,-1 1-27,-6 7-56,3 3 27,0 8-5,7-4-28,-3 12-3365,-1 14 3382,1-7-730,0 7 1,0 1 706,2-3-61,1-6 0,1 1 44,0 22-25,5-6 0,0 2 37,1-17 0,0 1-171,1 1 0,0 5 0,1-6 145,0-5 1,0-4 21,1 2 1,-3-1-17,-3 4 0,-4-3 2345,-19 14-2337,-4-17 1,-6-3-26,2-8 0,-4-3 419,-13-1 1,-3-3-417,3-5 0,-2-4 14,-6-1 0,-2-1 34,16-2 1,-1 0 0,2 0 4,-12-1 0,-3 0-3,14 0 1,-5 0-1,-1 0 1,2 0-468,-2 0 1,2 0-1,-3 0 473,-3 1 0,-5 0 0,0 0 0,5 0-371,2 0 0,4 0 0,-2 1 368,5 0 0,-2 1 1,0 1-1,-1 0 0,-3 0 0,0 1 1,-1 0-1,0 0 3,-2 0 0,0 0 0,-1 0 0,-1 1-299,6-1 0,-1 0 0,-1 1 0,1-1 0,1 1 296,-5-1 0,2 1 1,1 0-1,2-1 1,-5 1 0,2 0 0,-2 0-1,7-1 0,-1 0 1,-2 1-1,1-1 0,-2 0 0,0 0 1,0 0-1,-1 0 3,-1 0 0,0 0 0,-1 0 0,-1 0 11,8 0 0,-3-1 0,1 0 1,0 1-1,3-2 0,-4 1 0,2 0 0,1-1 1,2 0-3,-4 0 0,1 0 1,0 0 14,-7 0 0,-1 0 1,0 0-162,2-1 0,-1 1 1,1-1 143,0 0 1,1-1-1,-2 1 62,-3 0 0,0 0 0,4-1-83,-6-1 0,5 1 369,8-2 1,4 1-356,-17-2 1609,15-2-1934,30-1 848,4-2-2921,10 1 2749,7-1 1,-1 4 0,0 0 0</inkml:trace>
  <inkml:trace contextRef="#ctx0" brushRef="#br1" timeOffset="245587">6661 16390 18061,'11'-61'1878,"-1"-1"1,-1 4-1,-1 2-1374,-4 8 0,-2 3-154,0 5 1,-1 3 220,1-22-190,-1 21-297,0 20-79,-1 17 18,0 20-23,1 20 5,1 22-329,-1-22 0,0 1 136,0 4 1,-1 0-1030,0 3 0,1 0 1217,3 3 0,0-3 0,0 6 0,3-8 0</inkml:trace>
  <inkml:trace contextRef="#ctx0" brushRef="#br1" timeOffset="245874">7553 15845 27079,'-19'-60'219,"6"25"-175,22 79-30,-5-13 0,-2 3-31,0 8 1,-3 1-477,-2 8 0,-2 0 369,-1 6 1,-1 0-664,-2 3 1,1 0-253,0-3 0,2 0 1039,2 0 0,1-6 0,0 7 0,5-15 0</inkml:trace>
  <inkml:trace contextRef="#ctx0" brushRef="#br1" timeOffset="247080">7951 16111 26430,'-1'21'117,"1"10"-89,4 31-468,-2-29 0,-2 0 448,-1-1 1,-2 0 47,-4 22 335,-4-14-162,1-20 119,4-14-225,3-19-22,2-16-29,7-17 7,6-13-32,-2 27 1,2-1-72,2 1 0,0-1 71,1 3 1,0 1 30,17-21-44,-2 13-17,-1 14-12,0 12 12,-1 13-17,1 12-11,0 12 0,0 11-17,-1 7-17,2 3-56,2-1-16,4-7-1,4-12 12,2-12 50,10-27 44,-16-1 35,11-25 38,-19 5-5,2-13 23,-6-1 16,-8 0 6,-7 6 576,-6 6-593,-9 11-17,-5 9-44,-7 8-6,-2 8-12,-3 8-22,1 8 12,3 10 38,4 7-38,7 4-23,6 3-23,13-1 1,11-6-23,16-7-50,12-9-363,8-10 413,3-14 51,-2-11 50,-6-15-6,-8-9 17,-9-7 29,-7-1-1,-6 2 22,-5 4 1,-4 9 16,-4 10-27,-6 9-74,-1 9-5,-3 9 402,-4 10-402,-4 13-11,-7 14 11,-4 9-11,-4 5-433,-3 1 438,-2-5-144,-3-7 145,11-20 38,-2-12-16,12-26 5,-1-12 6,5-17 3,4 13 0,1-1 8,3-12 0,4-12 405,4 31-410,2 1 116,0 11-150,8 14-5,-5 4 10,14 14 1,-5 6-29,9 11 23,2 5-48,-12-16 1,2-1-26,20 13 17,0-8-28,0-16 73,-9-14 0,10-11 0,-3-11 22,-20 0 0,-1-2 0,8-11 17,-12 7 0,-1 0 28,0-11-11,3-11 17,-5 5 55,-5-5-66,-5 19-3286,-5-9 3264,-3 28-29,-3-6 0,0 15 0,-1 3 0,1 5 0,-2 13 0,-3 11 3392,-1 17-3392,6-10 0,1 3 0,1-4 0,2 1-394,2 8 0,2 0 376,4 12-190,1-22 1,2-1-778,9 14-1102,-2-17 1,1-2 1905,10 8 1,-3-11-1,-13-19 1</inkml:trace>
  <inkml:trace contextRef="#ctx0" brushRef="#br1" timeOffset="247314">9335 15959 24550,'55'-24'113,"0"1"1,-10 2 0,-4 5-63,17 10 617,-6 0-819,-5-1 145,-3 0-1288,-27 2-539,-9 1 1833,-8 1 0,-1 1 0,0 1 0</inkml:trace>
  <inkml:trace contextRef="#ctx0" brushRef="#br1" timeOffset="248121">5419 16311 16006,'1'-4'8407,"-1"1"-7012,0 3-1266,-76-54-1925,28 43 1813,11-5 0,-5-3 0,1 7 8,-1 16 0,1 5-6,-8 1 1,-1 1-17,9-3 0,-2 1 0,0 0 1,-3 0 0,3-1-15,2-1 0,2 0-15,-15 1 1,4 0 559,-2-3-635,25-4 305,16-4-283,8-4 46,5-4 55,1-3 980,1 0-979,-2-2 5,-1-2-11,-6-4 44,-3-3 1,-5-1 11,-1 0 27,0 3-4,4 5-1,3 5-95,3 7-39,1 3 44,0 10-5,-3 7 17,-3 12 22,-1 8-28,3 4-5,2 1 5,12 1 0,9 1-27,17 1-68,16-3-17,-18-21 0,2-1-258,4-2 1,2-2-1098,-1-2 1,1-1 1455,1-3 0,-3 0 0,4 0 0,-10-3 0</inkml:trace>
  <inkml:trace contextRef="#ctx0" brushRef="#br1" timeOffset="249897">2205 16713 19773,'-2'-62'1282,"-1"0"1,1 6 0,0 6-661,2 6 341,0 13-756,0 13 9,0 9-244,0 14 134,2 10-72,2 16 285,0 16-305,-2-16 0,0 2-9,-1 4 1,-2 2-17,-3 13 0,-1-1-214,2-15 0,-1 0 225,-3 12 0,0-3 45,0 1-39,0-1 106,4-20 252,3-13-79,0-16-212,2-12-11,2-12 33,4-12-5,5-7-46,5-3 18,4 1-34,6 6-39,3 7 22,1 12 438,-1 10-443,-2 8 33,-2 10-28,-1 9-44,1 11-46,0 6-55,1 6-241,0 0-364,2 1-640,2-4-1209,2-7-1920,8-11 3466,-13-9-594,11-14 914,-18-6 1881,1-8 791,-10-3 195,-8 0-230,-7 2-385,-4 4-360,-4 3-330,-1 6-336,0 5-234,0 2-158,4 2-101,1 3-22,4 0 16,4 2-22,5 2 29,7-3 10,8 0-5,5-7 33,1-4 29,0-7 49,-4-6 35,-7-2 33,-7-3 0,-5 1-39,-5 2 27,-5 4 18,-3 6-101,-3 5-45,-4 5-34,-3 6 1,-3 9-35,-1 8-32,2 10-85,5 12 34,8-12-180,8 14-290,11-15-690,11 6-1933,11-2-1662,10-5 1014,5-10 2676,2-12 2364,-3-20 1474,-6-13 352,-10-11-572,-9-5-665,-10-1-40,-6-5-1339,-5 17 304,-6-6-153,0 20-178,-2 2-174,-1 6-118,0 7-95,2 5-11,-3 11 22,-2 8-39,-6 25 11,4-11-22,-1 18-6,10-22 56,5 3-16,4-11 44,4-11 34,4-11-62,2-12 140,8-17-89,-7 5 72,3-15 17,-13 16-22,0-3 11,-4 6-6,-1 8-122,-2 6 10,-1 6-56,-2 6 1,0 5-146,1 14-62,7-1 67,2 0-347,14-4-823,15-6 812,-5-4-283,1-6 0,2-4 272,9-9 526,9-2 275,-8-12 291,-16 0 128,2-7-27,-11-3-84,-8 2 268,-6-4-587,-5 12 94,-7-1-100,-6 16-112,-8 1-45,-16 15-67,4 6-23,-2 6-11,8 8-22,12-4-62,4 12 17,13-9 23,12-3 44,6-15 17,12-6-11,-3-13 89,14-15 6,-9-9 11,-1-16-55,-17 10 55,-4-21 50,-7 0 6,-3 13 1,0-1 38,-3 4 1,0 2-127,1 6 0,-1 2 61,-4-12-125,2 33 0,-1 0 0,2 10 0,0 8 0,1 13 0,1 5 0,3 28 0,3-12 0,1 3-1281,4 4 0,0 1 1112,1 1 1,2 0-1048,3-5 1,3 1 0,-1-4 791,1 0 0,-1-3 0,4 8 0,-2-5 0,-1-6 1</inkml:trace>
  <inkml:trace contextRef="#ctx0" brushRef="#br1" timeOffset="250921">10657 15888 14553,'-49'1'1366,"0"-1"1,0 1 0,1-1-1,1 1 1,7-1-897,-9 0 629,6 0-864,35 0 123,9 0-190,21-1-84,25-3-62,6-2 1,5-1-630,-15 1 0,2 0 611,6-1 0,6-1 0,-2 0-518,-10 2 1,-2-1-1,3 1 516,13-3 0,2 0 0,2 0 0,-15 2 1,0 0 0,0 0 0,2 0-6,9-2 0,3 0 1,-2 0-1,-3 0-1,-2 1 0,-4 1 1,1-1 0,-2 0 0,2 0 0,-1 0 1,-6 0-4,4-1 0,-3 0-107,3-1 1,-3-2 191,9-6 63,-35-3-92,-20 7 1083,-24-9-999,-10 2 29,-16-6 2015,-2 2-1847,-2 2 144,21 10-324,5 3-78,21 9-57,2 0 52,4 1 49,7 3-22,3 2-61,3 3 28,6 4-6,3 4-17,9 10-22,6 6-45,-12-8 0,0 0-45,9 10-115,-10-10 1,-2 1-917,-1 9-2845,-4 7 3949,-9-9 0,-7-13 0,-2-9 0</inkml:trace>
  <inkml:trace contextRef="#ctx0" brushRef="#br1" timeOffset="251538">12366 15440 16320,'12'-48'2150,"1"1"1,-3 9 0,-1 4-5896,-1-2 4187,-6 21 1786,0-4-2044,-4 14 810,-1 10-848,-3 12-90,1 4 84,-8 39-107,1-1 1262,2-13 0,0 4-1402,0-4 1,0 0-676,0 3 0,1-1 538,2-11 0,1 0-610,1 7 0,5-1-1644,4-11 0,4-1 2498,0 3 0,1-3 0,8 7 0,-5-21 0</inkml:trace>
  <inkml:trace contextRef="#ctx0" brushRef="#br1" timeOffset="252254">12419 15355 17081,'-4'-4'4296,"0"1"-3142,4 3-1047,32-52-18,21 29-61,-6-10 0,5-1-830,7 18 1,3 5 825,-16 1 0,0 0 1,-1 0-6,11-3 1,0 1 10,-10 2 0,3-1 0,1 0 16,9-1 1,1-1 0,2 0-38,-13 3 1,1 0 0,1 0 0,1-1-456,-1 1 1,1-1 0,2 1 0,-1-1 0,-1 1 452,8-1 0,-1 1 0,0-1 0,0 1 4,3-1 0,0 0 0,1 0 1,-1 0 0,-11 2 0,-1 1 1,1-1-1,0 1 0,-1-1-2,1 1 0,0-1 0,-1 1 0,1-1 1,-1 1 0,12-3 0,0 1 0,-1-1 1,0 1-8,-3 0 0,1-1 0,-1 1 0,-1-1-1,-4 1 0,0 0 0,0 0 0,-2-1-478,12-2 0,-2 0 0,-3 1 482,-14 2 1,-3 1-1,1 0-85,3-1 1,1-1 0,-6 2 229,20-5 390,-23 5 1,-6 1 101,-12 3-576,-17 4 2233,-18 7-2122,-9 5 2148,-10 8-2220,-3 7-29,4 3 6,5 5-28,8 2-6,4 2 12,5 2-40,3 7 6,3 10 175,5-24 0,2 3-226,3 5 1,3 2-520,2 6 0,3 1 525,3 7 0,1 0-392,-5-16 0,1 0 1,-2 0 399,4 21 1,-4 0-18,-3-3 1,-6-1-182,-8-4 1,-7-4 192,-9-4 0,-6-5-8,-11-3 0,-7-6-333,-6-4 1,-4-5 296,15-9 0,-1-3 1,0-1-99,-2-3 1,-1-1 0,-1-1 128,0-1 1,-1-1 0,-1-2 13,0 0 0,-2-1 0,0-1 18,-3 1 1,-2 0 0,-1 0-206,-4-1 1,-2 0 0,-1 1 193,13 0 0,-2 1 1,0 1-1,-4-1 8,-1 1 0,-4 0 1,-1 0-1,2 1 1,3-1-299,2 1 0,4-1 1,-1 1-1,-3 1 294,4-1 0,-3 0 0,-2 1 1,-1 0-1,2 1 0,4-1-275,-10 1 0,5 0 1,0 0-1,-4 1 267,3-1 0,-3 1 0,-1 0 0,0 0 0,1 0-20,1 0 1,0 1 0,0-1 0,1 1 0,0-1-169,2 0 1,0 1 0,1-1 0,1 0 0,0 0 51,-9 2 1,1-1-1,1 0 1,2 0-84,7-2 0,0 1 1,2-1-1,3-1-1299,-6 1 1,4 0 0,3-2 1527,-3-1 0,7 0 0,1-1 0,28-3 0</inkml:trace>
  <inkml:trace contextRef="#ctx0" brushRef="#br1" timeOffset="252938">13013 15542 13592,'-7'5'7113,"2"-1"-6099,5-4 2341,0 0-3070,9-18-94,-6 14-23,6-14-22,-9 18-17,0 0-12,-3 0 1,-8 0-79,2 0 34,-7-4-34,7-6 17,-3-7-45,2-10 6,4-8 34,2-5-23,7 1 11,4 6-28,6 11-11,5 9 6,5 8-6,4 13 0,4 11-34,-1 17 23,-2 14-224,-18-19 1,-4 2 234,-3 2 0,-4 1 3,-8 2 0,-5 0-9,-7 1 1,-4-1-542,-9 1 0,-3-2 547,-4-1 0,-2-2 5,3-4 1,0-4 8,5-6 0,2-4 31,-14-1 27,18-22 24,16-12 402,14-15-447,16-5-18,19 0-33,-12 19 0,4 3 0,3 1 0,3 2 260,1 1 0,2 4-291,0 1 0,1 3-36,-1 1 0,-1 2-231,-1 3 1,-1 1-347,29 4-913,-6 4-3551,-5 0 5108,-10-3 0,-17-4 0,-12-2 0</inkml:trace>
  <inkml:trace contextRef="#ctx0" brushRef="#br1" timeOffset="253163">13550 15487 19809,'3'-49'1058,"0"0"1,1 0-1,-1 1 1,0 1 0,0 8-230,0 1-230,1-3-173,-1 12-180,0 12-156,-2 8-6,0 16-73,0 13-33,1 21 39,-1 21-465,0-23 0,-1 3 408,0 5 1,0 2-53,-2 4 0,-1 1-116,0-1 1,-2 0-250,0-2 1,-1-2-715,1-5 1,1-2 1170,1-5 0,0-3 0,0 4 0,3-13 0</inkml:trace>
  <inkml:trace contextRef="#ctx0" brushRef="#br1" timeOffset="254563">14027 15325 25858,'-7'-16'448,"0"23"-330,1 40-71,2-14 1,-2 1-390,0 1 0,-1 0 370,-1-1 0,-1-2 5,-1 1 1,-1-3-12,-3 7 389,0-6-165,10-25 31,2-7-198,4-20-40,8-10-17,1-6 29,11-11-6,0 4 411,7-8-328,5-1-60,-5 17-46,-4 10-11,-5 15-11,-4 15-5,-2 1 10,6 22-33,-8-1 6,1 8-40,0 5-83,-1-7-91,7 6-77,6-6-158,17-12 365,-2-12 95,2-8 44,-4-15 68,-11-8 129,8-22-17,-12 1-29,-3-11-100,-12 18 73,-4-8-28,-2 10 95,0-13-84,-5 14-34,-2 6-61,-1 18-28,-6 7 28,-8 17-51,-1 6 29,-5 15-40,8 5 0,8-6 17,3 10-28,8-8-179,16 18-56,7-13-180,19 0-139,5-23 251,-7-8-240,10-14 286,-11-9 271,-11-3 0,-1-2 58,10-9 60,-9 0 0,-2-1-4,-5 3 152,18-20 191,-16 12-270,-6 7 163,-2-2 23,-13 18-281,-1 3 29,-6 9-35,-6 10-38,-3 2-6,-13 21 0,4-6-34,-3 7-10,-1-3 44,6-10-28,-7 2 61,8-12 23,1-15 17,10-13-3398,3-13 3342,3 4 112,12-15-129,-3 21 56,19-15-73,-7 23-5,4-1 16,1 17-44,-5 11 22,2 4 3408,6 24-3424,-1-1 21,8 8-27,-7-14-17,5-11 5,-4-15 6,6-3 56,-1-18-28,-10-4-11,5-22 33,-7-4-14,-9 11 1,1-4 13,0-12 1,-1-1-9,-4 13 0,-1 0 39,3-21 0,-3 2-19,-4 10 27,0 4 1,-3 1 1,-5 10-63,0-4 0,-2 20 0,1 10 0,-2 11 0,-1 12 0,-2 16 0,0 13-491,5 11 491,4-29 0,2 0 0,3 1 0,2 0-23,1-1 0,3-2-131,2-1 0,2-1-566,17 22-378,0-14-958,-3-13 399,-10-15-6208,-2-27 2965,-11-7 3426,-2-20 2847,-12 0 3561,-20-9-3007,5 19 1176,-22-7-1109,15 22 20,-7 0-732,10 7-269,12 3-464,10 3-135,13-1-95,9 0-89,11 1-101,9 1-62,5-1-61,0 2-102,1-2-178,-5 2-734,-3-1-4145,-6 0 5153,-8 1 0,-10 2 0,-4 0 0</inkml:trace>
  <inkml:trace contextRef="#ctx0" brushRef="#br1" timeOffset="255247">15593 15421 23719,'41'-14'185,"0"0"1,0 0 0,2 1 0,1 0 0,-1 1-130,18-2 0,1 2-1387,-14 3 0,1 0 1,1-1 1331,5 0 1,1-1 0,1 0 2,2 0 0,1-1 0,1 0-164,0 0 1,1-1 0,-1 0 159,-1 0 0,0 0 0,-2-1 7,-1 0 1,-2-1-1,-1 0-9,-5 0 0,-2-1 1,-1 0 2,-5 0 1,-2-2 0,-2 0 142,9-8 1,-6-3-134,-7 2 1,-5-2 2,-9 3 0,-3-1 126,2-21 1728,-16 5-1638,-20 1-152,3 16 1645,-21-1-1639,9 18 960,-6 1-994,2 12 46,5 6-68,7 7 0,7 3-6,6 3 17,10 3 34,9 6 17,10 5-68,9 8-379,4 7 351,-18-25 1,-1 2-79,7 28-101,-15-3-521,-24-4-2044,-19-7 2750,9-22 0,0-2 0,-5 1 0,4-4 0</inkml:trace>
  <inkml:trace contextRef="#ctx0" brushRef="#br1" timeOffset="255905">17551 14887 17322,'2'-44'1245,"-1"0"0,1 0 0,0-16 0,0 2-641,-1 14 1,0 3 25,1 6 0,0 3-378,0-3-16,2 13-73,-2 27 27,1 14-56,3 22-75,-1 0 0,-2 3-51,0-11 1,0 0-523,0 22 1,-1 2 451,-4-17 1,-1 1-79,2 10 0,0 2-87,-1-5 0,2 0-350,7 2 0,3-3-61,3 11-1894,16-2-4139,-15-42 5905,0-3 1,-6-10 0,-5-1 0</inkml:trace>
  <inkml:trace contextRef="#ctx0" brushRef="#br1" timeOffset="256581">17596 14582 16840,'-15'-49'554,"1"1"0,-1 5 1,10 8 751,27 6-1059,17 5-155,-11 9 1,6 1-551,17-2 0,4 1 489,-2 2 0,1 1-17,1 0 0,1 2 14,5-2 0,1 1-786,-11 1 0,1 1 0,-1-1 763,-9 2 1,0 0 0,3 0-9,3-1 0,4-1 0,1-1 0,0 1-350,-1-1 1,1 1 0,0-1-1,1 0 355,4-1 1,1 0 0,0-1 0,0 1-5,0 0 1,0 0 0,-1 0 0,1 0 6,-1 0 1,1 0 0,-1 0-1,-3 1-152,6-1 1,-3 0 0,3 0 171,-12 2 1,3-1 0,1 0 0,0-1 0,-1 1 14,9-1 1,-1-1 0,0 1 0,-3 0-169,7-1 0,-2 0 0,-3 0 154,-8 3 0,-3 0 1,-4 2 85,-1 0 0,-5 2 813,-5 1 0,-1 1-634,30-5 347,-31 7-442,-23 5 2113,-22 7-2091,-8 7-1602,-17 17 1468,12-7 163,4 7 0,4 1-208,8-1 94,-6 26-66,16-13-39,3 9-102,0-20 1,1 3 87,1 12 0,0 1 885,-1-5 1,-1 1-900,0 11 0,0-2 0,-3-17 0,-1-1 0,-1 11 0,-2 0-6,-2-10 1,-2 0-12,-9 18 1,-4 1 7,-1-11 1,-2-2-15,-8 6 1,-3-5 13,10-17 1,-1-4 562,-10 4 1,-2-2-572,6-9 1,-3 0 4,-1-2 1,-4 1 0,2-2 5,-2 1 1,-2-2 5,-10-1 0,-6-1 0,5-2-505,12-4 1,-1-1 502,-13 0 0,-8 2 1,-1-3-495,14-2 0,0-1 0,-2-1 0,1 0 500,-4 1 0,0-1 0,-2 1 1,-1-1 0,4 0 1,-2-1-1,-2 1 1,2-1 0,1 1-6,-6-1 0,2 0 0,0 0 0,3 0 1,-5 0 1,2 0 0,-1 0-8,8 0 1,-1 0-1,1-1 1,2 1-32,-1 0 0,2-1 0,-2 0-12,2-1 0,-2 1 0,-1-1 0,4 1-19,-2-1 1,4 0 0,0 0-67,-20-1 0,9-1-306,4 2-1425,33-1 187,24 0 1678,16-1 0,-8 2 0,1-1 0</inkml:trace>
  <inkml:trace contextRef="#ctx0" brushRef="#br1" timeOffset="257147">17979 14725 13340,'0'-6'5147,"0"0"-3287,0 6-62,0 0-1266,28-69-157,-9 40-291,-2-10 0,3 1 342,15 14-180,-11 11-78,10-2-95,-10 10-28,-2 6-28,-6 4-6,7 17-6,-11-7 1,14 29 5,-12-13 23,2 14-1,-8-10 35,-14-6 38,-10-4 23,-12-5 72,-7-5 51,1-7 56,4-5-21,8-7-47,9-3-60,7-4-85,11 1-73,1 3 12,14 2-23,4 4 6,13 7-6,6 7-5,4 11-23,-2 9 0,-4 6 6,-10 5-40,-12-8-117,-17 16-229,-26-13 127,1 0-614,-24-9-976,15-21-3203,-9-1 5063,11-9 0,12-1 0,9-1 0</inkml:trace>
  <inkml:trace contextRef="#ctx0" brushRef="#br1" timeOffset="257403">18764 14318 17249,'1'-7'7220,"-1"2"-6195,0 5 67,0 0-991,-2-50 50,1 55-67,-1-23-44,5 78-26,-1-21 0,1 4-12,1 6 1,-1 2-645,1 6 1,-2 1 616,0 1 0,-2-1-65,-3-3 1,-1-1-473,-2-5 0,-1-1-245,-1-7 1,0-1-1774,2-7 1,0-2 2579,0 12 0,4-21 0,2-13 0</inkml:trace>
  <inkml:trace contextRef="#ctx0" brushRef="#br1" timeOffset="258014">19055 14693 20907,'11'-48'1333,"1"-1"0,-2 6 0,-1 8-891,-3 16-217,-1 11-57,1 10-6,2 11-39,0 14-39,1 15-5,-5 12 5,-2 8-40,-3-24 1,0-2-17,-1 14 23,-5 8-6,1-31 61,-1-2 140,3-12-61,2-14-146,4-11-5,5-13 0,7-10-12,8-8 17,8-4-402,5-3 391,-14 25 0,0 1-43,21-16 77,-3 10 11,-8 16-51,-10 8-5,-9 14 28,-4 6 383,-1 8-422,0 0 66,1-1-49,3-3-18,2-4-21,6-5 27,7-3-22,8-8 5,7-6 51,-2-9-17,-5-9-11,-11-9 16,-12-6 29,-9-3 27,-9 2-33,-3 7 23,-1 11-12,2 11-56,4 7 12,2 8-23,0 4-12,-1 7 12,2 6 12,0 8-18,4 3-39,3 4 28,5 1-33,7 2-157,2-1-437,2-3-2067,0-3 1863,1-3 0,-9-13 0,-3-3 0</inkml:trace>
  <inkml:trace contextRef="#ctx0" brushRef="#br1" timeOffset="259030">19962 14478 25219,'7'9'348,"-6"1"-387,-19 31-6,3-14-163,-4 7-206,2-8-84,-6 2 44,-7-8 443,5-10 44,2-10 96,8-13 73,10-8 44,1-8 57,4-3 16,5 3-27,3 4-29,4 7-28,2 6-50,1 6-56,2 6 5,17 16-123,-12-5-11,13 12 11,-7-5-5,13 7 0,-7-5-1,13 4 1,-28-17 11,13-5-6,-13-12 0,1-3 73,-2-26 34,-8-10-90,1 0 5,-7 14 1,-2 1 5,0-3 59,-1 0 0,-1-2 249,-6-18-218,2 24 0,-1 1 89,-9-14-72,3 24-107,3 12-5,2 8-6,0 10-23,-3 11 1,0 14-12,1 13-11,3-5-1699,6-2 1,2 0 1682,3 5-121,5 6 0,3 2-660,9 6 341,-6-17 0,0-1-272,6 4-4089,3-1 68,-14-28 4225,4 1 1,-12-15-1,0-1 1</inkml:trace>
  <inkml:trace contextRef="#ctx0" brushRef="#br1" timeOffset="259237">20284 14460 13973,'-6'-5'7852,"1"0"-6289,5 5-426,0 0-342,-61-50-497,46 36-63,-20-14 0,11 3-50,34 23-96,1-1 68,32 1-62,-4 2-61,23-2-28,-12-3-29,-6 0-22,-15-2-397,-7 1 442,-23-2 0,5 4 0,-10-1 0</inkml:trace>
  <inkml:trace contextRef="#ctx0" brushRef="#br0" timeOffset="329370">7712 17413 24710,'11'-46'608,"1"1"1,-3 5 0,-1 9-486,-3 21-5,-4 7-73,-1 7-1,1 7 1,-1 2 17,1 17-29,-1 0-21,-8 24-57,2-7-67,-5 6 28,6-21-118,2-3 40,3-15 39,-4-1 123,-2-12 0,-4-12 28,1-3 33,-3-16-16,3-3 45,-4-29-57,6 17 6,1 5 1,0 0 38,0-1-39,-2-7 56,1 18-16,1 16-1,-5 0-55,0 10-51,-9 14 44,3 2 29,-27 28-67,6-3 24,5-4 1,0-1 9,-6 8-7,-5 5-10,32-31 27,0-1 68,12-15-12,11-12 0,13-15 79,14-14-323,-2 5 216,-11 14 0,0 1 40,16-9-15,-13 13 1,1 1-42,9-3 27,20 5-44,-24 13-17,8 3-61,7 10-102,-16 6-475,16 12-1569,-11 8 1888,-4 14 0,-15-22 1,-6 1-1</inkml:trace>
  <inkml:trace contextRef="#ctx0" brushRef="#br0" timeOffset="331661">8368 17990 20621,'-2'-56'1441,"1"-1"0,-2 6 1,0 5-691,-6-9-202,0 17-202,2 13-190,2 12-129,2 9-39,3 12 5,0 12 12,0 16-6,0 17-12,-1-21 1,-1 3-1669,-2 16 0,-1 1 1635,2-15 0,-1-1-151,-2 18 0,0-1-862,3 8 335,1-27 1,1-1-1457,2 16-100,0-17 934,1-15 998,-2-9 3534,-6-9-2795,-3-8 733,-7-7-117,-1-7 84,-1-4-61,3-4-39,2-1-74,4 0-246,3 5-470,4 8 117,5 0-269,5 10-61,10-4-28,9 5-96,11 0-61,10-3-39,7 0 39,1-4 123,-5-2 90,-10-2 112,-14 0 61,-13 3 34,-8 0-5,-4 2-40,-3 0 18,-2 1 155,0-2-189,0 6 134,0-1-146,3 8-112,-1 0-28,1 7-22,1 4-11,4 7 10,2 5-10,7 1 22,2-1 0,4-6 34,3-6-6,1-8-12,2-9 63,1-9-6,-3-7 22,-6-4 39,-6 1 96,-7 0-113,-4 8 186,-15-6-236,6 15 34,-15-6-68,7 14 1,-7 4-45,0 9 0,-1 8-1,1 12-10,3 5 0,6 6-79,6 0-62,11-3-195,12-5-415,15-8-549,15-11-274,10-8-140,6-11 980,-4-6 706,-6-10 319,-10-4 229,-7-3 248,-11-1 150,-10 0-68,-7 2-436,-6 6 578,-4-4-500,1 11-145,-1-2 139,2 10-419,1 5-57,-1 7 12,0 7 17,0 10-56,0 8 22,0 6-5,0 2 5,-1-3 45,2-6-17,-1-10 68,2-10 27,2-10-39,2-13 0,5-10 23,3-10 50,2-7 39,0 1-44,-1 2-23,-1 6-28,0 6-73,-4 11 17,0 7-62,0 9 6,2 7 23,3 8-23,1 8 44,0 4-10,-2 3-6,-1-3 0,-6-3 11,-2-7 0,-3-8 23,0-6 16,4-22-27,4-4 33,7-19-17,7 4 23,11-7-62,-9 16 11,10-1-6,-13 19-16,1 2-6,-3 12 57,-3 12-40,-6 0-62,-2 13-61,-4-5-213,4 8-286,6 3-688,11 2-662,9-1-1086,7-4-1490,5-9 1758,-8-11 3412,-7-12 3259,-11-18-2362,-11 1 1101,-1-14-776,-7 6-584,1-7 6,-1-6-757,1 6-111,0 0-224,1 14 55,0 6-173,-2 7-45,0 2-5,2 9-17,3 15 11,-2-1 5,3 21 12,-6-5-17,1 14-17,-5-16 1,0 1-35,0 25 23,-3-2 0,5-17 11,1-21 73,1-3 34,-1-18-6,3-15-50,0-4 38,1-18-10,0-6-3,-2 2 0,0-4-45,-1 4 0,0-2-326,1-11 1,0 1 333,-2 10 0,1 3 12,1-20-40,0 6 6,1 22 56,2-4-72,2 15 21,5 4-10,0 11-7,12 3 675,5 6-619,21 16-21,-6 10-18,-19-9 1,-3 2-23,0 12 0,-12 8-22,-23-8-45,-8-10 0,-5-2-76,-1-3 1,-3-3-603,-8 2 1,-1-4 595,5-6 0,2-2 1,-3 2-1,7-6 0</inkml:trace>
  <inkml:trace contextRef="#ctx0" brushRef="#br0" timeOffset="378245">13536 16919 15272,'2'-44'3629,"-1"0"1,0 3-2947,1-11 1,0 1 324,-1 21-313,0 3-342,-1 14-236,-4 11-50,-3 13-11,-2 11-28,-2 19-28,2 17-472,6-21 0,1 1 363,0 6 0,0 2-190,1-4 0,0 3 0,1-4 2,-1 4 0,0-1-501,0 17 0,1-3-2137,5-1-4703,4-2 7638,0-24 0,-1-18 0,-5-10 0</inkml:trace>
  <inkml:trace contextRef="#ctx0" brushRef="#br0" timeOffset="379305">13474 17087 17367,'-22'-45'1028,"-1"0"1,2 7 0,8 7-855,17 20-90,9 7-51,13 2-27,13 0-17,9 2-6,-13 0 0,0 0-17,13 0 17,-15 0 1,-1-1 77,2-4 7,3-4 55,-8-3 62,-9-4 727,-6-4-513,-7 9-7,-4-1 235,-9 11-78,-9 7-308,-4 3-169,-1 4 1,3 5-34,11-4 6,1 4-11,21 1-17,-4-9 27,21-1 1,-4-9 11,16-11-33,-14 1 145,13-24-62,-28 9 56,2-13-83,-13 14 83,-8-2 35,-5 9-7,-8-1-27,-8 7-23,-2 6-79,-3 5 1,1 9-12,4 7-67,3 10 12,4 9-46,7 18 18,7-16-113,14 17 29,2-30-99,10-2 0,4-2-159,16 1 162,-10-8 0,1-3-162,19-9 156,-1-16 180,-3-12-131,-3-10 287,-6-5 135,-8-9-17,-13 12 101,-8 2-173,-9 20 100,-3 9-94,-2 6-46,-5 11-17,-1 5-89,1 4-6,3 11-22,3 6 6,1-4 248,4 20-243,1-24-11,1 4 16,0-11 18,-3-11 89,1-3-84,0-13-6,0-8 45,3-11-39,-2 3 79,7-17-51,-5 19 67,11-21-45,-8 23-44,6-5-29,-6 13 29,1 5-34,4 5 6,0 3-34,3 5 33,-2 7-5,-5 0-22,6 12 27,-10-11-16,8 17-17,-11-18 56,2 2 34,-4-10 11,-1-11-45,0-2 67,0-21-11,3 2-28,3-12-28,2 12 33,7-1-16,3 9 17,8 1-51,-2 8 6,0 8-12,-11 5 7,1 11-35,-4 3-134,2 9-761,1 12-953,-2-3-2447,3 8 4318,-3-12 0,-3-13 0,-4-7 0</inkml:trace>
  <inkml:trace contextRef="#ctx0" brushRef="#br0" timeOffset="379752">14849 17001 15294,'0'-3'7389,"0"1"-4886,0 2-2111,22-46-308,-14 37 73,19-27-78,-20 55-63,1 14 29,-1 11-50,-4 11-12,-2 5-168,-4 1 174,-1-4 5,-1-12 34,1-15 146,1-15-118,1-11-39,0-14 39,2-10-6,1-30-39,2 10 230,1-17-191,1 21 1,0-2-29,0 6 1,0-2-312,2-15 0,1 0 348,-1 10 0,-1 2 8,1 2 0,1 1 12,7-26-1,4 12 1,3 11-46,4 16 1,1 10-34,0 13-6,-3 11 34,-1 14 639,-8 14-622,-6 9-17,-12 3-17,-13-3 67,-12-7-44,-9-10-168,-3-8-393,-2-11-2968,2-8 3495,8-10 0,13 1 0,10-1 0</inkml:trace>
  <inkml:trace contextRef="#ctx0" brushRef="#br0" timeOffset="397568">14770 14554 24575,'0'-16'0,"0"-14"0,0-5 0,0-14 0,0 2 0,0-5 0,-1-3 0,2-1-2338,4 0 1,2-3 2337,-1 10 0,0-3 0,4 0 0,4 0 0,3 0 0,0 4 0,1-5 0,2 1 0,-2 6 0,2-2 0,1 2-878,4-8 1,1 1 877,-6 11 0,2 0 0,1-1-356,3-3 0,1 1 0,1 0 356,0 3 0,0 2 0,2 0 0,-2 3 0,2 1 0,-1 1-569,2 2 0,-1 2 0,2 0 569,2 1 0,1 1 0,0 1 0,0 1 0,2 1 0,0 0 0,5 0 0,1 1 0,2 0 0,0 2 0,0 2 0,1 1 0,-2 1 0,0 2 0,0 2 0,0 2 0,0 1 0,-1 1 0,17-5 0,1 3 402,-16 5 1,2 3-1,-2 0-402,18 0 0,-2 1 0,3 1 0,-3 1 281,-11 3 1,-3 1-282,-5 3 0,-2 2 0,2 3 0,-1 5 0,5 3 0,2 5 0,2 6 0,5 5 0,-4-1 0,-11-7 0,-2 0 0,1 1 0,10 7 0,2 3 0,-4-2 0,-10-6 0,-3-1 0,-2-1 0,4 3 0,-1 0 0,3 3 0,-1 1 806,-5 1 0,-2 0-806,-9-10 0,-1 1 0,7 12 0,0 1 0,-8-8 0,0 0 0,4 8 0,0 2 0,0 0 0,-1 0 0,0 1 0,0-1 0,-1 0 0,-1-2 0,-3-3 0,-1-1 0,0-2 0,-1 0 2220,7 20-2220,-7-13 476,-5-8-476,-2-11 1996,-3-5-1996,-2-5 1131,-1-3-1131,-2-2 0,-1 2 0,-4-3 0,-7 4 0,-9-2 0,-32 0 0,12-3 0,-22-1 0,22-2 0,-1-1 0,6-2 0,6-2 0,7-1 0,6-3 0,4 3 0,2 0 0,3 3 0,-2-1 0,-1 0 0,-4-2 0,1 0 0,0 0 0,3 0 0,2 1 0,1 0 0,3-1 0,1 1 0,4-1 0,15 3 0,23 2 0,3 6 0,13 2 0,-2 5 0,-2-1 0,-1-3 0,-8-4 0,-9-5 0,4 0 0,2 0 0,2 0 0,0 0 0,3 0 0,-3 0 0,-3 0 0,-5 0 0,-4-2 0,-3-1 0,0-4 0,-3-2 0,6-3 0,-8 4 0,3-1 0,-11 3 0,-1 1 0,-2 0 0,-2 2 0,1-1 0,-3-3 0,-1 2 0,-3-4 0,-1 3 0,0 1 0,0-1 0,0-1 0,0 0 0,0-2 0,0-1 0,-1 0 0,-1-2 0,-1 3 0,-1 1 0,1 0 0,0 2 0,0 1 0,2-1 0,-1 1 0,0 0 0,-4 5 0,4-1 0,-3 3 0</inkml:trace>
  <inkml:trace contextRef="#ctx0" brushRef="#br0" timeOffset="407121">19119 16167 19972,'-7'-61'1657,"0"-1"1,1 8 0,-2 8-1378,-3 16 169,0 10-130,7 15-252,1 12-5,3 20-1,0 25-44,0 2-1722,-1 1 1,0 1 1681,0-24 1,0 2-161,-1 13 0,0 7 1,-1-4-716,2-8 1,-1-1-296,0 16 0,0-1-2204,1-19 0,1-3 3397,-1 14 0,1-23 0,0-13 0</inkml:trace>
  <inkml:trace contextRef="#ctx0" brushRef="#br0" timeOffset="408145">18858 16498 22358,'5'-41'-115,"0"1"1,5 2 0,8 8-62,14 19 0,7 7-673,0-4 1,2 0 490,0 0 0,0-1 24,-2 1 1,-1 0 256,-5 0 1,-2-1 110,19-6 338,-21 5-31,-13 1 124,-15 5 571,-14 1 318,-3 6-716,-10 4-189,9 2-51,0 9-297,12-5-51,6 6-33,15-4-11,12-2-18,12-5 24,4-5-1,1-12 17,-5-9 45,-5-10 16,-10-7-16,-10 5 246,-10-13 17,-13 16 73,-8-6-101,-8 17-78,-4 9-39,-2 10-3494,-1 9 3331,6 3 3,-9 25-53,14-4-6,-4 21-45,16-5-89,14-1-209,13-5-245,16-8-403,11-11-550,5-12 248,3-13 884,-13-6-134,8-18 414,-6-19 515,-3-4-36,-20 17 0,-3 0 597,2-15 129,-7 8-119,-5 8 3187,-3 10-3679,-3 7-240,0 8-57,-1 9-11,-2 9-51,1 10-44,-2 7-6,2 5-28,2 2 22,3 0-27,-1-6-23,3-7 39,-4-10 28,0-10 51,0-11 0,-1-10-28,3-13-29,0 0 29,6-20-12,1 16 23,7-11-39,1 18 5,0 7-17,0 7 1,-1 6 38,0 5-38,0 5-18,-1 5-10,-1 5-29,-1 3 34,-2 1 0,-1 0 17,-4-5 112,-2-5 11,-3-6-62,-1-10-33,0-7-17,0-4-34,6-16 23,1 10 22,7-9-33,2 13 27,3 5 12,0 7-34,1 6 6,-2 8-34,-1 7-50,-3 6-118,-1 5-442,-2 4-891,-1 3-1927,3 0-4021,2 0 7466,1-6 0,-6-11 0,-5-8 0</inkml:trace>
  <inkml:trace contextRef="#ctx0" brushRef="#br0" timeOffset="408577">20542 16337 24766,'-19'-14'740,"4"13"-612,13 39-44,0 9-22,4 6-34,0 2-6,2 1-10,0-5-24,1-4 18,0-11-12,-1-10 29,-2-14 44,0-7-33,-1-16-1,0-1 6,1-21 6,-5-25-26,1 23 1,-1-3-317,0-12 1,0-1 321,0 3 0,1 1 20,0 1 0,1 1 19,2 4 1,2 3 26,3-25 77,5 18-50,0 13-90,3 14-17,3 8 11,7 7-33,7 10 615,6 8-599,1 13 7,-6 12-1,-9 8 17,-13 5-6,-21-3-106,-22-6-412,6-24 1,-4-3-950,-7-2 0,-1-3 1445,1-2 0,2-3 0,-11 2 0,20-6 0</inkml:trace>
  <inkml:trace contextRef="#ctx0" brushRef="#br0" timeOffset="432478">20554 14442 15928,'-6'0'5001,"1"0"-2564,5 0-2219,-2 4 96,24-3-129,12 3-135,16-3-25,-13-2 0,3-2-425,-3 0 1,2-1 404,11-2 1,3-3-21,-8 1 0,1-2 0,0 1-13,12-5 0,-1 0 25,-1 0 0,-2 0-3,-10 2 1,-3-1-66,14-11 121,-15 6 51,-18-7 17,-37 9 33,-13-7-56,-1 4 168,-17-4 376,4 4-224,3 2-135,6 3-151,22 10 709,7 1-799,6 3 195,7 2-211,8 3-18,13 4 7,23 13-12,-2 3-258,-19-7 0,-1 1 264,15 20-12,-13-6-28,-7 10-66,-17-5-35,-5-1-626,-17 8-4146,-22-2 4140,2-6 0,2-6 0,18-21 0</inkml:trace>
  <inkml:trace contextRef="#ctx0" brushRef="#br0" timeOffset="433518">21887 14096 13315,'4'-60'2582,"-1"1"0,0 6 0,-1 5-1316,-3 1-299,-1 16-491,-1 15-345,1 12 31,0 17-3183,-4 37 3116,2-7-28,-1 3 0,-2 4-424,2-7 0,-1 1 365,-3 16 1,1 3-32,2-19 1,0 0-1,0 1-74,1 0 0,-1-1 0,1 0-278,-2 19 0,1-1-499,1-8 0,2-2-994,2-9 1,1-4 1867,6 20 0,-1-31 0,1-13 0</inkml:trace>
  <inkml:trace contextRef="#ctx0" brushRef="#br0" timeOffset="434128">21824 13945 11945,'-3'-3'4705,"0"2"-3742,3 1-660,60-28-2275,-14 18 0,4-1 2031,4-8 0,4 1 58,-7 6 1,3 3 0,-2-1 201,8-2 0,1-1-36,-9 2 1,4-1 0,0 0-208,4 0 1,0-1-1,2 0-427,-13 2 0,1 0 0,1-1 0,0 0 372,4-1 0,1 0 0,1 0 0,0 0-9,2-2 1,2 0 0,-1 0 0,1 0-269,-10 3 1,0 0 0,0-1 0,0 1 0,0 0 265,0 0 0,1-1 0,-1 1 0,0 0 0,1 0 6,-2 1 1,0 0 0,0 0 0,-1 0 0,1 0 6,8-1 1,-1 0 0,0 0 0,-1 1 215,-4 0 0,-1 1 0,-2 1 0,0 0-157,8-1 0,-2 0 1,-3 2 285,13-2 0,-6 1-254,-16 3 1,-6 4 2151,-5 13-1997,-33 10-157,-19 9-6,-6 2 107,-2 8-40,0 8 959,11-15 1,2 2-1099,2 3 0,3 2-23,2 3 0,2 3-14,2 4 0,2 2 11,3 5 1,2 1-48,0-17 1,1 2 0,0-1 28,1 3 1,1 0 0,0 1 7,0 1 0,-1 0 0,1 0-2,-2 0 0,1 1 1,-3-1-14,-1-2 0,-1 0 0,-2-1-229,-6 18 1,-6-3 203,-5-6 0,-7-4 28,-7-6 0,-5-4 0,-7-6 0,-3-5-462,-5-4 1,-3-4 480,-3-5 1,-2-3-1,19-6 1,-1-2 0,0-1 7,-1-1 0,0-1 0,-1-2 2,0 0 0,-2-2 0,1-1-319,-3 0 0,-1-1 0,-1-1 315,-3-1 0,0-1 0,-2 1 0,-4-2 0,-1 1 1,0-1-19,13 3 0,-1-1 0,0 0 0,0 1-13,-1-1 1,0 1-1,0-1 1,-1 1-148,0 0 0,0 0 0,-1 0 0,0 0-40,0 1 0,0 0 0,-1 0 0,1 0-188,0 1 0,0 0 0,0 0 0,-2 1-1312,-5-1 0,-2 1 0,1 0 0,4 1 1545,-1-1 0,3 0 0,3 1 0,4 0 0,3 0 0,7 1 0,-3-1 1</inkml:trace>
  <inkml:trace contextRef="#ctx0" brushRef="#br0" timeOffset="434719">22387 14255 21791,'11'-55'1010,"0"0"0,-3 9 1,0 9-748,-1 20-207,-6 15 50,-4 13 41,-5 13-35,-12 32-112,1 4-327,9-21 1,1 0 331,0 12 7,10 6-12,9-20 22,5 3 40,5-16 167,8-19-173,-9-11 45,14-22 658,-8-8-602,6-14-14,-14 18 0,-1 0-3,8-18-73,-5 7 45,-6 17-45,-8 17-50,-1 8-17,-2 8 5,-2 20-10,0-4-29,0 21 17,0-2-22,2-9 0,2 1-185,6 22-375,9 3-634,4-25 332,-3-14-2197,7-12-4110,-1-19 7208,4-2 0,-11-1 0,-7 4 0</inkml:trace>
  <inkml:trace contextRef="#ctx0" brushRef="#br0" timeOffset="434935">23044 14088 16073,'9'-49'2528,"0"0"0,-1 5 0,-3 7-1990,-4 13-107,-1 9 196,-1 9-526,0 9 51,-3 13 27,-1 17-101,0 5-25,1-8 1,0 4-15,0 12 0,-1 2-604,1 3 1,-1 2 554,0-10 1,1 2 0,0-1-154,0-1 1,0 0 0,1-2-765,0 16 0,1-3-387,2-6 1,2-5-5728,11 11 7041,1-36 0,-4-12 0,-4-6 0</inkml:trace>
  <inkml:trace contextRef="#ctx0" brushRef="#br0" timeOffset="436035">23346 14287 24682,'49'-9'554,"-10"14"-470,-42 51-17,1 2-49,-1-4 38,0-7 11,1-13-17,1-15 404,0-9-219,1-13-184,1-3 94,4-25-78,3-2 23,6-19-17,6 4-12,3 2-5,3 8-22,0 10 0,-3 13-23,-2 9 11,-2 13-5,-1 6-45,0 11 34,0 6-6,0 4 5,1 2 6,2-4-22,-4-10-28,6-3 39,2-13 0,2-10 11,-1-6 17,3-31-5,-10 4 2,-6 8 0,0 0 9,1-11 38,1-14 7,-8 24 66,1-7-49,-6 22-57,-4 9-17,-3 12-22,-4 9 11,-5 12-5,0 9-40,1 5-16,5 3-51,4-1-95,8-3-162,8-6-213,11-9-45,8-10 33,5-13 135,3-13 302,10-19 157,-15 3 62,10-15 78,-21 13 101,1-7 101,-6 3 79,-9 6-1,-5 9-140,-4 7-162,-5 7-51,-3 5-33,-4 8-39,-4 7-23,2 2-11,-5 8 17,-1 4 22,1-1-17,0 1 46,8-14-12,5-7 33,1-12-27,4-8 16,1-7 6,7-2 11,4 3 17,5 6-28,1 5-50,3 4 5,-4 3 0,8 8-22,2 11 39,3 1-11,3 4 0,-4-12 5,2-6 17,3-13-27,-2-9 44,-3-15 44,-5-7-44,-10-10 12,-6-6 21,-6-1 51,-6 5 62,-1 9-23,-4 14-67,1 11-73,1 8-28,0 11-5,-1 10-12,0 12 23,0 10-6,3 10-22,4 6-22,9 2-85,9 1-190,11-1-454,6-6-364,3-9-1311,-1-17-5729,-5-14 8166,-8-14 0,-10 0 0,-6-1 0</inkml:trace>
  <inkml:trace contextRef="#ctx0" brushRef="#br0" timeOffset="436195">24313 14126 17008,'-4'0'5013,"0"0"-4155,4 0-1172,96-20-1409,-56 14 1723,5-2 0,8-2 0,-12 4 0,-15 4 0,13-3 0</inkml:trace>
  <inkml:trace contextRef="#ctx0" brushRef="#br0" timeOffset="436719">24872 14137 23052,'-40'11'708,"0"-1"1,-15 6-485,76-23-123,25-4-76,-13 3 0,3-1-660,7-1 1,3 0 648,2 1 0,2-1 3,-1 1 0,0-1-108,-3 2 0,-3-2 130,-4 2 1,-3-2-15,23-12 14,-17-6 56,-14-5 12,-15-5 202,-17-11-153,-4 16 1115,-14-9-952,6 24 494,-2 0-662,6 8-81,7 6-98,3 5 61,3 7 18,4 6-34,5 10-12,12 8 23,8 3-17,11 5-22,5 2-207,-22-19 1,-1 0 133,16 25-397,-15-1-583,-25-4-8148,-38 0 9212,-1-16 0,-1-6 0,22-15 0</inkml:trace>
  <inkml:trace contextRef="#ctx0" brushRef="#br0" timeOffset="437611">25870 13979 22055,'7'-60'1323,"-1"0"1,-2 11 0,1 7-1094,2 3 100,-3 23-307,-2 11 22,3 11-6,1 14-11,3 19-6,-1 16-8,-6-14 0,-1 1-3,-2 18-8,-2-19 0,-2 0 47,-8 11-10,1-6 144,1-13 52,7-24-164,3-12-10,5-15 11,5-9-34,8-13 14,2 9 0,1 0-25,6-8-3,-4 10 1,0 3-4,-4 9-22,11-3 11,-3 14-11,-2 8-5,-1 13-6,-7 11 11,-5-1-56,4 11-146,1-6-240,8 9-723,16 0 218,-1-14 460,2-7-342,1-21 364,0-21 499,1-8-81,-20 7 0,-3-1 327,7-21-84,-11 8 297,-5-3 117,-8 13 281,-2-6-544,-3 15-240,-1 6 154,0 14-244,1 5 6,1 8-1,1 6-5,3 15 0,1-2-12,5 6-10,-1-13-1,5 1 28,1-8 85,8-2 33,-2-11-23,2-14-55,-7-6 201,5-22-44,-9 8-57,5-15-61,-7 9-34,0 4-56,-3 8 0,5-4-33,-5 15-152,7-5-621,-1 14-1748,6 1 2543,6 4 0,-11-2 0,0 2 0</inkml:trace>
  <inkml:trace contextRef="#ctx0" brushRef="#br0" timeOffset="438235">26879 14039 26424,'49'-34'155,"1"0"0,-1-6 0,-9-1-119,-27 10 1,-4-1-819,5-10 1,0-2 795,-1-3 0,0 0-3,-1 1 1,-1 1 126,0 4 1,0 1-75,-3 5 0,-1 2 127,2-19 309,-6 14-399,-2 15-51,-2 11-50,-3 11 824,-6 16-813,-2 3-28,-18 37 34,8-3-130,5-12 1,3 3 103,5-3 1,3-1 5,1-6 1,2 0-4,8 16 0,6 0-2,0-15 0,2-2 5,9 14 0,4-4-11,1-13 0,1-5 8,2-7 1,2-4-7,-1-6 1,2-6-14,-2-7 0,1-5 22,0-7 0,-1-5-11,0-8 0,-2-5-520,0-7 1,-2-3 522,-1-8 0,-2-3 11,-8 17 0,-2-2 0,-1 0 9,0 0 0,-1-1 1,-1 0-13,3-17 0,-2 1 17,-3 7 0,-2 3-48,-3 9 0,-1 4 73,-8-17-5,-4 22-40,-6 16 424,-3 17-379,-4 13 1041,-5 15-1063,-1 16-6,13-18 0,2 3-6,1 5 1,3 2-451,1 5 1,3 2 438,6 7 1,4 1-7,3 5 1,4 1-17,-2-17 0,2-1 0,0 1-202,1 0 1,1-1-1,0 0-1770,7 17 1,-1-2 1999,-2-10 0,-2-4 0,5 8 0,-10-26 0</inkml:trace>
  <inkml:trace contextRef="#ctx0" brushRef="#br0" timeOffset="1.40456E6">14268 4643 24575,'-10'-8'0,"5"8"0,5 10 0,9 10 0,12 17 0,-3-9 0,9 11 0,-6-13 0,-3-4 0,7 4 0,-9-10 0,5 3 0,-6-6 0,-1-3 0,-3-4 0,-2-3 0,-3-2 0,1-4 0,1-7 0,1-11 0,3-11 0,2-10 0,-6 12 0,1-2 0,8-27 0,-7 20 0,0-1 0,-1 6 0,-1 2 0,1-3 0,0 1 0,-1 2 0,0 0 0,9-26 0,-8 22 0,1 0 0,7-16 0,-2 4 0,-6 24 0,-3 16 0,-4 2 0,1 1 0,0 3 0,-1 0 0,0 2 0</inkml:trace>
  <inkml:trace contextRef="#ctx0" brushRef="#br0" timeOffset="1.64879E6">6895 7165 24575,'29'0'0,"9"0"0,10 0 0,6 0 0,-1 0 0,4 0-1849,-4 0 1,5 0 0,0 0 1848,-2 0 0,0 0 0,1 0-889,5 0 1,2 0 0,0 0 888,-11 0 0,1 0 0,1 0 0,1 0-345,1 0 0,1 0 0,1 0 0,1 0 345,-7 0 0,2 0 0,0 0 0,-1 0 0,-1 0 0,2 0 0,-1 0 0,-1 0 0,0 0 0,0 0 0,1 0 0,-1 0 0,-5 0-398,-2 0 0,-5 0 0,1 0 398,19 0 0,-2 0 450,-10 0 1,0 0-451,-3 0 0,-1 0 0,-9 0 0,-2 0 2691,17 0-2691,-15 0 3729,-14 0-3729,-9 0 2096,-5 1-2096,-8 2 1367,-19 12-1367,-7 1 0,-2 1 0,-6 0 0,-4 1 0,-5 0-1544,5-3 0,-2-1 0,-2 1 1544,-8 2 0,-4-1 0,-1 0 0,10-5 0,0 1 0,-4-2 0,-4 1-875,-2-1 0,-7 1 0,-2-1 0,-2 0 0,2-1 1,4 0 874,4-1 0,3 0 0,2-1 0,-3 0 0,-6 0 0,4 0 0,-4-1 0,-4 1 0,-2-1 0,0 1 0,1-1 0,2 0 0,4-1-521,-3 0 1,4-1 0,1 1 0,0-2 0,1 1 0,-1-1 520,-1 1 0,0-1 0,-1 0 0,1-1 0,2 1 0,2-1-277,-11 1 0,2 0 0,4 0 0,6-2 277,-16-1 0,11 0 801,21 0 0,3 0-801,-29 0 3949,18 0-3949,13 0 4975,11-1-4975,9-2 2938,5-1-2938,5-3 646,8-1-646,11-1 0,18-3 0,23-2 0,-19 5 0,4 0 0,1 0-1237,-2 2 0,-1 0 0,3 0 1237,16-2 0,4-1 0,-2 0 0,-9 4 0,-2 0 0,0 0 0,1 0 0,0 0 0,4-1 0,2-1 0,6 0 0,0-1 0,-4 1 0,0 1 0,-3-1 0,4 0 0,-7 1 0,5-1 0,1 0 0,-2 0 0,-6 1 0,0 0 0,-5 0 0,0 1 0,4-2 0,1 0 0,-3 1 0,4-1 0,-6 0 0,-13 2 0,-3 1 0,21-2 0,-32 4 0,-20 3 0,-15 0 3711,-18 0-3711,-21 0 0,19 0 0,-2 0-1280,-12 1 0,-5 1 1280,12-1 0,-3 0 0,-1 0-1002,-6 1 1,-1-1 0,0 0 1001,0 0 0,0 0 0,0 0 0,4-1 0,0 0 0,-2 0-525,-10 0 0,-3 0 0,7 0 525,3 0 0,0 0 0,-3 0 0,-6 0 0,10 0 0,19 0 0,3 0 0,-11 0 0,2 0 0,-2 0 0,15 0 1905,9-4-1905,20 2 0,23-4 0,27 1 0,11 0 103,-9 3 0,3 0-103,2 0 0,4-1 0,-2 1-431,-11 1 1,-1 1 0,1 1 430,6-1 0,0 0 0,0 0 0,-3 0 0,-1 0 0,0 0-645,-2 0 0,0 0 1,-1 0 644,-3 0 0,-2 0 0,0 0-578,14 0 0,-1 0 578,-4 0 0,-2 0 902,-10 0 1,-3 0-903,15 0 2832,-18 0-2832,-15 0 2485,-7 0-2485,-9 1 0,-2-1 0,-3 1 0</inkml:trace>
  <inkml:trace contextRef="#ctx0" brushRef="#br0" timeOffset="1.67655E6">4858 4788 24575,'15'0'0,"9"0"0,27 0 0,12 0 0,-9 0 0,10 0 0,-3 0-1639,-17 0 0,-2 0 0,5 0 1639,1 0 0,6 0 0,4 0 0,-1 0 0,-1 0 0,5 0 0,0 0 0,0 0 0,6 0 0,-14 0 0,4 0 0,2 0 0,1 0 0,1 0 0,-2 0 0,-1 0-736,2 0 0,-1 0 0,-1 0 0,0 0 0,1 0 0,0 0 736,4 0 0,2 0 0,0 0 0,0 0 0,-4 0 0,-3 0 0,5 0 0,-4 0 0,-3 0 0,1 0-605,-3 0 0,1 0 0,-2 0 0,-3 0 605,-2 0 0,-2 0 0,-1 0-105,1 0 0,-1 0 0,-4 0 105,-3 0 0,-5 0 1923,3 0-1923,-11 0 5120,-31 1-5120,-14 4 0,-21 1 0,10 0 0,-3 0 618,-12 2 0,-6 1-618,3-1 0,-6 1 0,-4 0 0,7-1 0,-4 1 0,-3-1 0,-1 1 0,0 0-714,9-2 0,0 1 1,-1-1-1,-1 0 0,-3 1 1,-4 0 713,5-1 0,-4 1 0,-3 0 0,-3 0 0,-1 0 0,0 0 0,1 0 0,1 0 0,4 0 0,3-2-588,-2 1 1,4 0 0,3-1 0,0 0 0,0 0-1,-2 0 1,-3 0 587,1 0 0,-4 1 0,-1 0 0,-2-1 0,1 1 0,0 0 0,3-1 0,2 0 0,5-1-420,-10 0 0,5 0 0,2-1 1,2 0-1,-1-1 420,1 1 0,0 0 0,1 0 0,0-1 0,1 1 0,-12 0 0,0 0 0,1 0 0,3 0 0,-6 1 0,3-1 0,3-1 177,8 0 1,2 0 0,2-1-178,-8 1 0,4-2 0,10 0 0,3-1 0,4 0 0,1 0-450,-21 0 450,23 0 3112,6-1-3112,19-3 3182,10-4-3182,23-9 0,1 3 0,7 1-812,6-1 0,7 0 1,4 0 811,0 1 0,3-1 0,4 0 0,1 0 0,-10 3 0,1 1 0,2-1 0,2 0 0,0 1 0,2 0 0,2 0 0,0 0 0,2 1 0,2 0 0,0 0 0,1 1 0,1-1-374,-10 2 1,1 0 0,1 1 0,0-1-1,1 1 1,0 0 0,1-1 0,1 1 0,-1 0 373,0 1 0,0-1 0,1 1 0,0 0 0,1 0 0,-1 0 0,2 0 0,-1 0 0,1 0 0,-1 0-205,-2 0 1,0 1 0,1-1 0,-1 0-1,1 0 1,1 0 0,-2 0 0,1 1 0,-1-1-1,0 0 1,-1 1 204,1-1 0,0 0 0,-1 1 0,0-1 0,-1 1 0,1-1 0,-1 0 0,0 1 0,0-1 0,-1 0-49,6 0 0,-1-1 0,1 0 1,0 0-1,-1 0 0,0 1 1,-2-1-1,-1 0 0,-2 1 49,3-1 0,-2 1 0,-1-1 0,-2 1 0,0-1 0,0 1 0,1-1 85,7-1 0,1 0 0,0-1 0,-1 1 0,-3 0 0,-4 0-85,4 0 0,-4 1 0,-2-1 0,0 0 539,2-1 1,2 0 0,-4 0 0,-6 0-540,0 1 0,-5 0 0,-3 0 0,-6 1 3350,-3 0-3350,-24 9 0,-3-3 0,-2 4 0</inkml:trace>
  <inkml:trace contextRef="#ctx0" brushRef="#br0" timeOffset="1.67885E6">9650 2130 24575,'9'-30'0,"6"-10"0,-3 12 0,3-3-2109,5-14 0,3-3 2109,2-4 0,0-2 0,-7 15 0,0 0 0,3-3 0,11-11 0,4-2 0,-1 3 0,-11 14 0,0 3 0,3-3 0,6-2 0,4-4 0,2 1 0,-3 5 0,-3 5 0,-2 5 0,5-2 0,8-4 0,5-2 0,2 1 0,0 4 0,-5 6 0,0 3 0,1 2 0,0 0 0,1-1 0,0 0 0,1 1 0,0 3 0,6 2 0,2 3 0,-1 1 0,-6 3 0,11 2 0,-2 3-1168,-2-1 0,4 1 0,-2 1 1168,-12 1 0,-1 1 0,0 0 0,7 0 0,1 0 0,0 0 0,-2 1 0,0 1 0,-1 0 0,-8 1 0,0 0 0,-1 2 0,20 5 0,-1 3-207,-20-2 1,0 2 0,0 0 206,4 2 0,1 0 0,0 2 0,2 0 0,1 2 0,-1 0 0,-1-1 0,-1 1 0,0 0 0,-4-1 0,-1 0 0,-1 0-596,16 10 0,-2 0 596,-4-3 0,-3 1 0,-5 0 0,-2-1 335,-3 1 1,-2 0-336,-4-1 0,-2 1 0,-2 1 0,-1 1 0,-2 0 0,0 0 1486,-4-3 1,0 0-1487,16 23 0,-16-17 0,-1 0 0,5 4 2670,4 14-2670,-18-28 1879,-1-2-1879,-3-3 1099,-1-5-1099,-3-3 241,-1-1-241,-1-1 0,-3 1 0,-3-1 0,-18 7 0,-5-2 0,-13 6 0,-5-3 0,-12 3-674,23-9 0,-1 0 674,-4 0 0,-1 0 0,-1-1 0,-1 0 0,2-2 0,-1 0 0,3-2 0,0 0-185,3-1 0,1 0 185,-24-1 0,14-1 0,15 0 0,9 0 0,7 0 1321,7-1-1321,4-1 397,13-3-397,21-3 0,8 2 0,18-1 0,-14 2 0,4 0 0,9-3 0,2-1-3392,-3 1 0,-2 0 3392,-2-2 0,-4 0 0,6-2-188,-5-1 188,3-2 0,2-1 0,-1-4 0,0-2 0,-4 0 0,-2-3 0,-9-1 0,-3 0 0,-3 1 0,-7 4 0,-5 2 6691,-5 5-6691,-4 3 281,-1 3-281,-4 3 0,0-2 0,-1 0 0,-1-2 0,1-1 0,0 1 0,-1 0 0,0 1 0,1 2 0,-1-1 0,-1 0 0,1 4 0,-2-1 0</inkml:trace>
  <inkml:trace contextRef="#ctx0" brushRef="#br0" timeOffset="1.80667E6">12957 4424 24575,'44'0'0,"13"0"0,-16 0 0,12-2 0,7 1 0,0-1 0,-5-1-2458,1-2 0,-4-1 1,2 0-1,6-1 2342,-9 2 1,4-1 0,3 1 0,2-2 0,1 1-1,1-1 1,0-1 115,-8 1 0,2-1 0,1-1 0,1 1 0,0-1 0,0 0 0,-2 0 0,0 1 0,-3 0-357,4 0 1,-3 1 0,-1 0 0,-1 1 0,1-1 0,2 1-1,2-1 357,0 1 0,3-1 0,2 1 0,0-1 0,2 1 0,-1 0 0,-2 0 0,-2 1 0,-2 2 0,8 0 0,-1 1 0,-3 1 0,-1 1 0,-1-1 0,-1 1-92,4-1 1,-1 0-1,-2 0 1,0 0 0,-1 0 91,-2 1 0,0 0 0,-1 0 0,-3 0 0,-4 0-223,4 0 1,-5 0 0,-2 0 222,7 0 0,-3 0 1255,-7 0 0,-2 0-1255,16 0 4326,-12 0-4326,-23 0 4935,-23 0-4935,-33 3 0,2 2 0,-7 3-336,-11 4 0,-7 2 1,2 0 335,8 0 0,2-1 0,-7 3 0,4-2 0,-6 3 0,-5 0 0,0 1 0,1-1 0,4-1-1156,-7 2 0,5-1 0,-1-1 0,-4 2 1156,6-2 0,-3 1 0,-2 1 0,-1 0 0,1 0 0,3-2 0,1 0 0,3-1 0,0-1 0,-1 1 0,-4 0 0,3 0 0,-3 1 0,-2 0 0,-1 0 0,0 0 0,1 0 0,3-2 0,1 0 0,3-1 0,0-1 0,1 0 0,-3 0 0,-3 0 0,2 0 0,-4 1 0,-2 0 0,-1 0 0,0-1 0,0 0 0,2-1 0,1-1-358,2-2 0,1 0 0,1-1 0,0-1 0,1 0 0,0-1 0,0 1 358,0-1 0,0 0 0,0 0 0,1-1 0,0 0 0,2 0 0,2 0-654,-9 0 1,2-1 0,1 0 0,3 0 0,3-1 653,-12 0 0,4-1 0,9 0 0,15-1 0,5 0 1140,-24 0-1140,15 0 3188,10-2-3188,12 0 2776,9-3-2776,7-4 6784,23-6-6784,30-7 0,-6 5 0,8 0-1565,-11 6 1,4-2 0,2 1 0,3 0 1564,-2 1 0,2-1 0,3 1 0,0 0 0,0 0-943,3-1 1,0 1 0,2 0 0,1 1 0,2-1 942,-9 2 0,2 0 0,1 0 0,1 0 0,1 1 0,2-1 0,0 1 0,-7 1 0,0 0 0,2 0 0,1 0 0,0 1 0,1-1 0,0 1 0,0-1 0,1 0 0,-3 0 0,1-1 0,1 1 0,1-1 0,-1 0 0,1 1 0,-1-1 0,0 0 0,-1 1 0,0 0-277,2 0 1,-1 0 0,0 1 0,0-1 0,-1 1 0,1 0 0,-1-1 0,1 0 0,0 0 276,2-1 0,2 0 0,1 0 0,0-1 0,-1 1 0,-2-1 0,-2 1 0,-3 0 0,-5 1 0,17-2 0,-7 0 0,-3 0 0,3 0 0,-3 1 0,3-1 0,0 0 0,-3 0 0,-6 1 0,-3 0 0,-5 0 0,-1 0 0,22-3 0,-4-1 0,-15 5 0,-3-1 0,-3 1 0,-6 1 772,-7 3 1,-21 2 0,-5 1 0</inkml:trace>
  <inkml:trace contextRef="#ctx0" brushRef="#br0" timeOffset="1.82204E6">16514 3777 24575,'-3'20'0,"0"9"0,8 17 0,9 14-1520,-3-25 0,3 0 1520,5 7 0,2 2 0,5 3 0,1 2-993,2 3 0,2 2 993,-9-18 0,0 1 0,0 0 0,1 0 0,0 1 0,0-2 0,6 13 0,2-1 0,4 3 0,2-1 0,0-1 0,0-2 0,0-5 0,2-1-154,3 0 0,2-3 154,-7-11 0,2-4 0,3-2 0,0-2 0,-3-2 0,3-2 0,17 0 0,2-3 0,-13-3 0,2-2 0,-6-2 0,3-1 0,-2 0 0,15-1 0,-1-2 0,-18-1 0,2 0 0,2-3 0,2-3 0,4-2 0,0-2 0,-3 0 0,2-1 0,-3-1 0,1-1 0,-2-2 0,1-1 0,-1-1 0,-4 0 0,14-10 0,-6-1 0,-1-2 0,-2-2 0,-2-2 0,-1-3 0,-1-3 0,2-5 0,-14 11 0,3-4 0,0-1 0,-3 2-781,-1 0 1,-2 2 0,2-3 780,-1 1 0,3-2 0,-1 0 0,-3 3 0,8-11 0,-4 2-79,-1 1 1,0 1 78,-1 1 0,-1 1 0,-3 3 0,-1 1 604,-1 2 0,0 1-604,-4 4 0,-1 3 1312,10-20-1312,-7 14 2773,-7 9-2773,-3 6 1742,-4 6-1742,-3 4 0,-2 5 0,-2 0 0</inkml:trace>
  <inkml:trace contextRef="#ctx0" brushRef="#br0" timeOffset="1.82335E6">16264 3458 24575,'0'36'0,"0"17"0,0-21 0,0 3-1506,-1 6 0,2 2 1506,0 5 0,3 0 0,0 4 0,3 0-998,2 8 0,2 1 998,3 0 0,1 0 0,1-2 0,0 2 0,-1-12 0,1 2 0,-1-4 0,0 1 0,1 0 0,2 0 0,1 4 0,-1-7 562,-3-11 0,2-1-562,4 6 0,4 4 0,2-5 0,12 5 0,5-6-495,-2-5 1,5-2 0,5-3 494,-1-8 0,4-3 0,3-2 0,-2-2-525,-2-1 1,-1-3-1,1-1 1,1 0 524,6-2 0,2 0 0,0-2 0,-3 0 0,2-1 0,-2-1 0,3 0 0,-6-1 0,3 0 0,0 0 0,-4-2 0,-2-1 0,-4 0 0,5-2 0,2-1 0,4-1 0,1-2 0,-4-1-531,2-5 1,-3-2 0,0-2 530,-9 2 0,1-2 0,-1 0 0,1-1 0,0-2 0,1-1 0,-1-1 0,-2 0 0,9-6 0,-2-2 0,-2-1-724,-3 0 0,-1-2 1,-2-1 723,-1 0 0,-2-3 0,-2 0 0,-2 0 0,-1-2 0,-1-1-820,2-1 1,-1-2 0,-1 1 819,-4 3 0,-1 1 0,-1 1 0,6-12 0,-2 2 559,-5 5 0,-3 1-559,-5 5 0,-1 1 0,-2 1 0,-1 1 1180,-3 6 1,-1-1-1181,-1 0 0,-1 1 2411,7-19-2411,-2 4 1571,-7 15 0,-5 18 0,-4 7 0</inkml:trace>
  <inkml:trace contextRef="#ctx0" brushRef="#br0" timeOffset="1.82451E6">16488 3243 24575,'7'47'0,"-1"0"0,2-4 0,4 4 0,1-1 0,3 7 0,1 1 0,0-1-2458,0-6 0,0 0 1,0 0-1,1 1 2243,2 6 1,1 2 0,0 0 0,0-3 214,-3-5 0,0-2 0,0-1 0,0-3 716,0 1 0,-1-3 1,2 0-717,8 9 0,3 1 0,0-4 41,6 4 1,1-3-42,-5-10 0,3 1 0,0-5 0,8-1 0,2-4-1992,6 0 1,2-3 1991,0-3 0,0-3 0,3-1 0,1-2 1191,-1-5 0,0-3-1191,-4-3 0,0-2 0,1 0 0,1-1 0,-3-1 0,0-1 148,-2-2 0,0-3-148,1-5 0,-1-4-16,-3-3 0,0-6 16,-9 0 0,1-4 0,0-3 719,4-4 0,0-2 1,0-2-720,3-4 0,0-2 0,2-2 0,-10 8 0,2-2 0,1-1 0,-2 1 0,-3 3 0,5-6 0,-4 3 0,3-3 0,-4 3 0,5-4 0,0-1 0,-2 3 0,-5 5 0,9-10 0,-3 3 0,0 1 0,3-4 0,-2 1 122,-9 9 0,-1 0 0,-3 3-122,5-4 0,-2 1 0,8-12 0,-5 6 0,-10 12 100,-3 3-100,-14 20 0,-2 4 0,-2 2 0</inkml:trace>
  <inkml:trace contextRef="#ctx0" brushRef="#br0" timeOffset="1.82916E6">15953 3543 24575,'0'39'0,"0"8"0,0 16 0,0-27 0,2 2 0,4 8 0,2 0 0,-3-8 0,2 0 0,7 19 0,1-2 0,-4-21 0,1-2 0,2 8 0,2 0 0,5 3 0,2-1 0,1-3 0,4 0 0,9 8 0,2-2 0,-8-12 0,3-3 0,16 1 0,3-5 0,-19-11 0,1-2-474,11 1 1,1-1 473,-11-6 0,-1-1 0,3-2 0,1-1 0,3 0 0,2-1-926,7 0 0,2-1 926,2 1 0,0-3 0,3-1 0,1-1 0,-2-3 0,-2-1 0,-5-1 0,-2-2-590,-6-1 1,0-1 589,1-3 0,-2-1 0,-3 0 0,0-1 0,4-3 0,-1-1 0,-4 1 0,-3 0-157,-6 3 1,-2-1 156,1 0 0,-2-1 0,12-11 0,5-4 0,-13 10 785,-3 3-785,-12 10 1778,-1 1-1778,1 3 1339,-5 2-1339,7-3 389,-4 1-389,6-5 0,2 2 0,3-1 0,15-7 0,-13 6 0,9-3 0,-18 8 0,-2 1 0,-1 0 0,-4 1 0,-1 2 0,-4 1 0,-1 0 0</inkml:trace>
  <inkml:trace contextRef="#ctx0" brushRef="#br0" timeOffset="1.86382E6">16419 10961 24575,'22'0'0,"13"-2"0,21-13 0,9-5-1831,-15 7 0,6-1 1831,-10-1 0,8-3 0,3-2 0,2 0 0,0 1-743,-8 2 0,1 1 0,0 1 0,2-1 0,1-1 0,3 0 743,-4 1 0,2-1 0,2 0 0,1-1 0,1 0 0,-1 1 0,-1-1 0,-1 1-426,2 0 0,-2-1 0,1 0 0,-2 1 0,0 0 0,0 0 0,-1 1 426,5-2 0,-1 1 0,1 1 0,-3 0 0,-1 0 0,-5 2 0,3-1 0,-5 1 0,-1 1 0,2 0-452,5-1 1,2 1 0,-1 0-1,-3 1 452,0 1 0,-2 1 0,2 0-496,3-1 0,4-1 0,-2 1 0,-7 2 496,-3 1 0,-2 2 0,12-5 0,-2 1 1543,4 0-1543,-28 4 0,1 0 0,3-1 0,-1 0 0,25-3 0,-2-2 0,-1 1 0,-2 0 0,-1 0 3532,-9 2-3532,-10 2 2542,-10 2-2542,-7 3 6540,-6 2-6540,-2 0 735,-7 1-735,-15 11 0,-24 17 0,4-4 0,-6 3-817,4-2 1,-2 2 0,-5 3 816,-1-1 0,-3 3 0,-5 1 0,-1 2 0,-2-1-854,6-5 1,-2 1 0,-2-1 0,0 1 0,-2 1-1,1-1 1,1-1 853,0 1 0,0 0 0,0 0 0,0-1 0,0 1 0,-1-1 0,-1 0-500,5-3 1,-2 0 0,0 1 0,-1-1 0,1-1-1,0 0 1,2-2 0,2-1 499,-12 5 0,4-3 0,0-1 0,0 0 0,-3 0-446,1 0 1,-2 1 0,-1-1 0,0 0 0,2-1 0,3-1 445,-6 1 0,4-2 0,1 0 0,-2 0-100,4-2 0,-3 2 0,0-2 0,4 0 0,5-3 100,3-2 0,6-2 0,-1 1 556,-3 0 1,0 0 0,2 0-557,-13 4 0,3-1 1393,2-2 1,2-1-1394,11-2 0,2-2 4632,-14 3-4632,17-6 3522,14-7-3522,22-12 0,27-14 0,5 6 0,10-3 0,1 1-485,-7 3 1,0 1 0,4-1 484,8-2 0,5-2 0,3 0 0,-3 2-978,-4 3 0,-2 1 0,1 1 0,2-1 978,-4 2 0,2-1 0,1 0 0,0 0 0,0 1 0,-1 0 0,0 1 0,0 0 0,1-1 0,0 1 0,-4 0 0,0 1 0,0-1 0,1 1 0,0-1 0,-1 0-596,0 1 0,1-1 0,-1 1 0,1 0 0,-2-1 0,0 1 596,6-1 0,-3 0 0,1 0 0,0-1 0,3 0 0,-1 0 0,4-1 0,1-1 0,-1 1 0,-4 0 0,-4 2 0,12-4 0,-5 2 0,0-1 0,-7 2 0,3-1 0,-2 0 0,-5 1-294,13-5 1,-7 1 293,-18 4 0,-2 2 860,4 0 0,-5 2-860,-3 0 3760,-23 11-3760,-11 9 0,-28 19 0,2-4 0,-3 2 1559,-8 4 0,-4 1-1559,6-5 0,-4 1 0,-2 0-954,-6 2 1,-2-1-1,-2 1 954,9-6 0,-1 1 0,0-1 0,-1 0 0,1 0 0,0-1 0,-1 0 0,-2 0-540,2-3 1,-2 0 0,-1-1 0,1 0 0,5-2 539,-5 2 0,3-1 0,-1-1 0,1-2 0,-2 1 0,0-1 0,5-2-623,-9 1 0,4-1 623,-1 0 0,0-2 737,3 1 1,1-2-738,-2 1 0,4-1 0,-10 1 3346,5-2-3346,34-8 3571,12-11-3571,29-16 0,17-5 0,0 5 0,6 0 0,0 0-589,-1-3 0,1 0 1,3 0 588,-3 6 0,3 0 0,0 1 0,-4 1 0,-2 1 0,-2 2 0,-1 0 0,2-1 0,1-1 0,-1 1-553,-5 1 1,-1 0 0,-1 1 552,12-5 0,-3 0-241,-10 4 0,-2 1 241,-4 1 0,-3 1 0,10-9 0,-20 12 0,-9 5 0</inkml:trace>
  <inkml:trace contextRef="#ctx0" brushRef="#br0" timeOffset="1.92899E6">18406 6166 24575,'0'0'0</inkml:trace>
  <inkml:trace contextRef="#ctx0" brushRef="#br0" timeOffset="1.93006E6">18403 6166 24575,'0'0'0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3DDA9-C3CD-AFA9-1023-FBBB0E90CE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230593-3BB4-5093-36E9-2D24BB6CEE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DBAECA-658F-501D-2A18-2D53BD418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8E4C3-C9CE-C54F-B3A6-29AB92129BA1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DE440-6528-4E95-A4D4-040CEC247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EC0B72-9B02-72D6-2B75-8E9A67DE2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909F4-06C1-2642-B26E-626EDBA221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2123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1592C-93EC-3219-4A5F-C8E6663E7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E2F45A-1F9F-E785-EC12-5C8D01B4FD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CC2EF5-C597-9F17-B21E-E18029489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8E4C3-C9CE-C54F-B3A6-29AB92129BA1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A5AD2-9B31-F782-B7AB-5D02D8F33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B60335-3D3F-5EC0-F161-66B45E6E9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909F4-06C1-2642-B26E-626EDBA221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2347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C679A-D8A5-F553-A3A4-C7C333C8A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64411F-1CAC-04B7-1D36-50AD2BBD8B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87B1EE-4D6A-E9B5-EF2A-94CB8792A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8E4C3-C9CE-C54F-B3A6-29AB92129BA1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88C632-21BD-CF9C-B37A-C184D078E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A1628E-C1AC-E8E8-9EEA-D169277C5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909F4-06C1-2642-B26E-626EDBA221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6706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F5990-8E1F-F7ED-96BA-8286F8DF9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3D556F-6AC7-328B-4A6C-714494A417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C59BFB-C835-9908-EE87-C34DD327D0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25E299-5F71-856F-7A3D-C785E62C4C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8E4C3-C9CE-C54F-B3A6-29AB92129BA1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EFECCC-AD73-2DD4-87D5-9285B6A8A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4960A5-ACDF-5B35-9BBA-6FA28B67F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909F4-06C1-2642-B26E-626EDBA221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3013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55152-8FA4-CDE0-D6C9-7A8F48699F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A8DDCD-A85D-5775-EA02-316E7A83BE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63C017-18DF-6679-1813-3B6BEF862C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5DF93D-37A7-50C7-6B42-942C0E2307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D2FFB8-F98C-0D22-D70C-65B62A36E6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AACD28-39DD-8956-1E90-78CDB41D6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8E4C3-C9CE-C54F-B3A6-29AB92129BA1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1C04111-D10E-DD76-8922-C3FD86665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03FB9B-EE1F-6342-7BBA-514096BFC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909F4-06C1-2642-B26E-626EDBA221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8878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1BE10-5F9B-1F5F-201D-9ADB08304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E66CA9-261A-8869-0C04-773A52C36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8E4C3-C9CE-C54F-B3A6-29AB92129BA1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E15F3A-877C-4581-CA45-037A72072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953B73-6807-0123-BF07-45450B5B8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909F4-06C1-2642-B26E-626EDBA221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656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76A474-3903-8EFB-69DA-99DC65DAF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8E4C3-C9CE-C54F-B3A6-29AB92129BA1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294E63-2A7A-7752-E699-CD959C39F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CD0E11-D92A-C6E9-FD5E-15657B531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909F4-06C1-2642-B26E-626EDBA221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3730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78CAB-94B4-5DF2-7528-74F9129B0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2090FF-8C32-0E14-78D7-92BAA5DB20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860E58-6918-F4C1-7C7E-B3282B644A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65D2ED-A38D-169D-D309-D26F53D30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8E4C3-C9CE-C54F-B3A6-29AB92129BA1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8D32DE-D678-C42C-81F3-F61023332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824946-BB9E-74F8-89AD-97FC6B1C3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909F4-06C1-2642-B26E-626EDBA221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9276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FDF77-A620-C861-0D47-E26953E13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8A264C-EB6B-F043-28CF-2AC49B75F8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2F71EB-E9A4-0D4A-F867-83BE1FA075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B301E7-7E00-7019-A21B-9A042EEFC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8E4C3-C9CE-C54F-B3A6-29AB92129BA1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769804-143C-A9DC-3A42-AD60B35EB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2A5CBD-EE0F-9043-73C4-1A1EE85A6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909F4-06C1-2642-B26E-626EDBA221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9098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18F9F-7BC6-95D7-7C38-2D2E98C06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309C29-291B-8552-E350-25207748E9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C87943-5848-9764-4E99-B1FCA394D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8E4C3-C9CE-C54F-B3A6-29AB92129BA1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819F1E-0810-9219-B8BB-123941B51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4ED16-26DB-A6C7-6AB0-A386A6186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909F4-06C1-2642-B26E-626EDBA221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499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A755FEA-B898-74DB-6621-D50A92A5E6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CC5D97-88F3-5C36-5A09-05FC5EBACB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DF81DA-427E-ABF7-AC3D-1F029AF1D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8E4C3-C9CE-C54F-B3A6-29AB92129BA1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07F80E-7552-F94D-F87F-D3B27AF56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61A238-4EEC-B03A-4FE6-2FCDE9C75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909F4-06C1-2642-B26E-626EDBA221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5743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692121-0BAB-8F25-19DA-0FF275D2E8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FA6C50-7270-1A3A-BAC0-673E3ABA6A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6AD422-7429-88F4-487D-C0B9C8D0A7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88E4C3-C9CE-C54F-B3A6-29AB92129BA1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E5DF30-93F9-E6DA-2BA8-3BDA49F2E2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9FFB31-9DDB-6540-55AA-627E586223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3909F4-06C1-2642-B26E-626EDBA221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5357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5CE49CC-1534-4F0C-9EAC-25BCDEB0C94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81325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8F1AC4C4-A46E-8B7E-D642-F38AC439CCA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15F7DF46-F020-661D-1279-BAC4944CC697}"/>
                  </a:ext>
                </a:extLst>
              </p14:cNvPr>
              <p14:cNvContentPartPr/>
              <p14:nvPr/>
            </p14:nvContentPartPr>
            <p14:xfrm>
              <a:off x="769320" y="634680"/>
              <a:ext cx="6164640" cy="46497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15F7DF46-F020-661D-1279-BAC4944CC69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59960" y="625320"/>
                <a:ext cx="6183360" cy="4668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655436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8BE0CC-59DC-F3E1-9819-354D0DC887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56AB31F-ABA3-D145-76C8-A288F54863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BB4FB348-BD24-8F35-21BD-05D1BDC5360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99145B3-12B8-264F-7972-6BEFDC0FBE55}"/>
                  </a:ext>
                </a:extLst>
              </p14:cNvPr>
              <p14:cNvContentPartPr/>
              <p14:nvPr/>
            </p14:nvContentPartPr>
            <p14:xfrm>
              <a:off x="566280" y="547200"/>
              <a:ext cx="8432640" cy="59115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99145B3-12B8-264F-7972-6BEFDC0FBE5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56920" y="537840"/>
                <a:ext cx="8451360" cy="5930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519246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3A7A3A-A15B-F74B-4B53-A12C8E510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299C13E-03FD-B133-A73F-E054AF17BA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9F77C259-C5B9-3400-537C-FC41960B9C1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EE4F67B-7323-4FF7-F4C9-A29B01186580}"/>
                  </a:ext>
                </a:extLst>
              </p14:cNvPr>
              <p14:cNvContentPartPr/>
              <p14:nvPr/>
            </p14:nvContentPartPr>
            <p14:xfrm>
              <a:off x="402840" y="488520"/>
              <a:ext cx="9708480" cy="53074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EE4F67B-7323-4FF7-F4C9-A29B0118658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93480" y="479160"/>
                <a:ext cx="9727200" cy="5326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919748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0A5A5B-25BF-8DF8-14AF-10BBF7012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787280A-E90E-D71D-F0A6-AAB6E60ABC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0B79F563-035E-7901-5E22-55D1C84CA8B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F92F985-E144-7363-AB17-9A5DD8D585B6}"/>
                  </a:ext>
                </a:extLst>
              </p14:cNvPr>
              <p14:cNvContentPartPr/>
              <p14:nvPr/>
            </p14:nvContentPartPr>
            <p14:xfrm>
              <a:off x="0" y="340560"/>
              <a:ext cx="8082000" cy="61894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F92F985-E144-7363-AB17-9A5DD8D585B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9360" y="331200"/>
                <a:ext cx="8100720" cy="6208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645043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107E73-423A-1C1A-A33C-470B933F54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6303B70-2702-F537-F8AB-273350079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FAA3FCC8-5C2D-F801-6B95-88F1E11F47F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3D6793D-F472-26A9-D984-8166E59F6686}"/>
                  </a:ext>
                </a:extLst>
              </p14:cNvPr>
              <p14:cNvContentPartPr/>
              <p14:nvPr/>
            </p14:nvContentPartPr>
            <p14:xfrm>
              <a:off x="59400" y="813960"/>
              <a:ext cx="9705240" cy="53974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3D6793D-F472-26A9-D984-8166E59F668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0040" y="804600"/>
                <a:ext cx="9723960" cy="5416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509611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18EDE5-E07E-19B1-9091-79B803D58D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EB09EF3-1BD1-FB91-5E14-97351886FD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705D26B3-041B-D0A8-0E41-D07F78784AA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D5BD9D2-C35F-432D-5289-341424746304}"/>
                  </a:ext>
                </a:extLst>
              </p14:cNvPr>
              <p14:cNvContentPartPr/>
              <p14:nvPr/>
            </p14:nvContentPartPr>
            <p14:xfrm>
              <a:off x="259200" y="673200"/>
              <a:ext cx="6492240" cy="58525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D5BD9D2-C35F-432D-5289-34142474630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49840" y="663840"/>
                <a:ext cx="6510960" cy="5871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28832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B85245-746E-1EDC-9DCA-E64469E59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08FF55F-1063-5E97-1C70-577B73DC5A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03A065C6-F54B-916B-420B-D7DB61EF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AF61E2D-8B3C-F0B3-9496-2DE1FDCAF1A5}"/>
                  </a:ext>
                </a:extLst>
              </p14:cNvPr>
              <p14:cNvContentPartPr/>
              <p14:nvPr/>
            </p14:nvContentPartPr>
            <p14:xfrm>
              <a:off x="138240" y="619560"/>
              <a:ext cx="8286120" cy="48060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AF61E2D-8B3C-F0B3-9496-2DE1FDCAF1A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8880" y="610200"/>
                <a:ext cx="8304840" cy="4824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004718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CE9F83-09E7-608F-E802-6F75F7E12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04E4E54-39F0-99F5-C3EA-C4BF12CBB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4B7FAA20-04ED-2BE0-7546-2B8DF15058B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96C8086-4624-EBF1-EBC0-846EB3800173}"/>
                  </a:ext>
                </a:extLst>
              </p14:cNvPr>
              <p14:cNvContentPartPr/>
              <p14:nvPr/>
            </p14:nvContentPartPr>
            <p14:xfrm>
              <a:off x="440280" y="485640"/>
              <a:ext cx="11372400" cy="56772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96C8086-4624-EBF1-EBC0-846EB380017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30920" y="476280"/>
                <a:ext cx="11391120" cy="5695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770111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AA3CC3-5C76-7260-765C-E68D552BE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DC027FA-E794-951A-4510-1619D1C28F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8A412E61-3C77-2398-BF6C-D69F1E06EB9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841A445-2DB1-B937-6DE6-02EA56992712}"/>
                  </a:ext>
                </a:extLst>
              </p14:cNvPr>
              <p14:cNvContentPartPr/>
              <p14:nvPr/>
            </p14:nvContentPartPr>
            <p14:xfrm>
              <a:off x="371160" y="482400"/>
              <a:ext cx="11595240" cy="44838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841A445-2DB1-B937-6DE6-02EA5699271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1800" y="473040"/>
                <a:ext cx="11613960" cy="4502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859778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74F6B9-724C-71B8-9246-DC13FBF04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CEAB1EB-91F4-A50E-5175-D8F99664B7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0CBD7FA3-0C9C-98D0-A8E9-A47E3F4D9E5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3A2F45D-7881-5DB2-FE5E-F062483C766D}"/>
                  </a:ext>
                </a:extLst>
              </p14:cNvPr>
              <p14:cNvContentPartPr/>
              <p14:nvPr/>
            </p14:nvContentPartPr>
            <p14:xfrm>
              <a:off x="381240" y="177300"/>
              <a:ext cx="9624960" cy="65034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3A2F45D-7881-5DB2-FE5E-F062483C766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71880" y="167940"/>
                <a:ext cx="9643680" cy="6522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352104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0</Words>
  <Application>Microsoft Macintosh PowerPoint</Application>
  <PresentationFormat>Widescreen</PresentationFormat>
  <Paragraphs>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 365</dc:creator>
  <cp:lastModifiedBy>Office 365</cp:lastModifiedBy>
  <cp:revision>1</cp:revision>
  <dcterms:created xsi:type="dcterms:W3CDTF">2025-10-29T13:32:59Z</dcterms:created>
  <dcterms:modified xsi:type="dcterms:W3CDTF">2025-10-29T15:30:31Z</dcterms:modified>
</cp:coreProperties>
</file>