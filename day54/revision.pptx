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34:48.2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1901 7192 17602,'-40'-9'818,"0"0"0,4 1 0,10 2-516,23 5-481,2 0 302,9 5 17,9 1-34,19 1 0,13-5 1,6-1-62,-7-2 0,2-1-444,-1 0 1,3 0 0,0 0 411,-8-1 0,-1 1 1,0 0-5,4-1 0,0 1 1,2 0 1,2 0 0,1 0 0,0 1-497,3-1 0,1 1 1,0 0 483,1 0 0,1 1 0,0-1-9,-1 1 0,-1 0 0,4 1 12,-2 2 0,4 0 1,-1 2-1,-2 0-1,0-1 0,-2 1 0,4 1 4,-9 1 1,6 1-1,1 0 1,-3 0 0,-4 0 2,1 1 1,-5-1-1,4 0 0,6 1 0,7 1 0,-1-2 0,-6 0-5,-9-2 0,-3-1 0,1 0-1,12 0 1,3 0 0,-1-2 7,-1 0 1,-1-2-1,-2 0 6,-13 0 0,-2-1 0,2-1-2,8 1 0,3-1 0,-3 0-8,-8-2 1,-2-1 0,0-1-281,15-3 0,-1-1 15,-2 1 0,-2-1 260,-7 0 0,-7 2 0,-8 2 0,-4 2 0</inkml:trace>
  <inkml:trace contextRef="#ctx0" brushRef="#br0" timeOffset="74897">1157 8588 7386,'-5'-3'3013,"1"0"-2822,4 3-169,73-19 6,-34 15 0,4 1-619,1-4 0,4-2 1,-1 3 771,-2 3 0,-2 2 0,1 1 390,18-2 1,0 1-156,-18 1 0,0-1 1,4 1 91,6 0 0,6 1 1,0-1-1,-6 1-1043,-5-1 1,-3 0 0,5 1 763,4-1 1,8 1-1,3-1 1,-2 1 0,-5-1-114,-9-1 0,-4 0 0,-1 0 0,5 0-54,6 0 1,3-1 0,2 1 0,1-1 0,-2-1-20,-4 1 1,0-1 0,0-1 0,1 1-1,0-1-418,4 0 1,2 0 0,0-1 0,0 1 0,-3-1 386,-8 1 1,-3 1-1,0-1 1,2-1-1,4 1-194,1-1 0,3 0 0,3-1 1,2 1-1,-1-1 0,-2 0 0,-2 1 195,-4 0 0,-3 0 0,0 0 0,-1 0 1,3-1-1,2 1-77,-1 0 1,3-1 0,2 0 0,1 0 0,1 1 0,-1-1 0,-1 0 0,-2 0 96,2 1 1,-2-1-1,-1 1 1,0-1 0,-1 1-1,1-1 1,0 1-13,1-1 1,0 1-1,-1-1 1,1 1-1,-1 0 1,1-1-1,0 1 11,-1 0 1,1 0 0,0-1 0,0 1 0,-1 0 0,1 0 0,0 1-19,-1-1 0,0 0 0,0 1 1,0-1-1,1 1 0,-1 0 1,0 0 1,0 0 1,0 0 0,-1 0 0,1 1 0,0-1 0,0 1-1,-1 0-7,1 0 1,-1 0 0,0 0-1,0 1 1,-1-1 0,1 1 0,0-1 1,-1 1 0,1 0 0,0-1 0,0 1 1,-2 0-1,0 1 0,-2-1 7,8 0 1,-3 0-1,0 0 1,0 1-1,4-1-6,-5 0 1,2 1 0,3-1 0,0 1 0,-1-1 0,-2 0 0,-4 1-7,3-1 1,-5 0 0,-1 1 0,2-1-1,2 0-34,5 0 0,3 0 0,1 1 0,1-1 0,-2 0 0,-4 0-293,-2 0 0,-3 0 0,-1 1 0,-2-1 0,-1 1 321,4-1 0,-1 1 0,-3 0 0,-6 0 0,9-1 0,-12 2 0,-11-1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36:08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1736 2838 17479,'-9'-34'2694,"1"0"0,0 4-1854,-1-10 0,2 3-481,6 23 117,-1-3-414,2 14-17,2 21 106,5 30-112,-2-2 25,0 5 1,-2 3-413,-1-18 1,-3 0 366,-1 18 1,-1 0-12,1-18 1,-2-2 7,-4 13 1,-1-2 11,-1 6 23,-3 10 44,7-36 414,1-40-464,2-21-31,2 2 0,-1-4-3,1-6 1,0-1-58,1 8 0,0-3 53,-2-3 1,0-4 0,0 4-6,0 8 1,-1-1 12,1-14 0,-1-7 0,0 7-7,1 18 1,1 0-1551,2-32 1,3 3 1558,2 15-17,2 8 0,4 3-6,14 5-5,27-2 5,0 16 12,2 10-6,-1 18-28,-4 22 137,-25-13 0,-2 2-112,0 8 1,-3 2-4,-9-1 1,-4 1 5,-4 1 0,-7 1 14,-17 19 0,-8-1-12,3-12 1,-3-2 795,1-5 0,-3 0 0,-1-5-790,-5 0 1,0-6 2,1-3 0,1-4-5,-16 4 22,-7-10 6,28-10-1,-5-5 6,20-4-39,10-2 501,3 3-507,14-2 869,-2 6-879,33-1-18,-5 10 37,-6 0 0,2 0-20,16 9-374,-6 0 1,3 0 311,-10-4 1,0 1-149,17 4 1,0 0 44,-19-6 0,-1-1-600,10 2 0,-2-2-483,6-2 139,15-1 448,-28-13 499,-10-8 268,-9-8 119,-8-7 144,-4-2 580,-6 4-365,-2-5 413,-2-1-303,-1 2-83,1 0-90,3 16-167,0 5-242,1 7-22,-1 5-68,2 9 29,-1 10-6,1 13 0,0 7-17,1-5 23,6 15 5,2-19-11,6 12 11,1-13 23,-6-13 178,0-3 108,-8-12-136,0-3-133,1-5-40,1-4-5,3-4-23,0-1-17,0 3 29,-1 4-12,-2 3 17,-3 4-34,0 1-447,-3 0-4225,-5 2-5153,0 0 9055,0 1 1,4 0 0,3-2 0</inkml:trace>
  <inkml:trace contextRef="#ctx0" brushRef="#br0" timeOffset="815">2374 2948 18336,'-10'-3'4694,"3"1"-3613,7 2-101,0 0-913,-23-12 62,25 26-68,-15-13-4,32 24 72,17-9-51,-6-7 6,10-7 6,-14-12 5,-6-8-17,-3-8-11,-7-6-16,-5-5 10,-7-3 7,-6-3 21,-6 3 191,-11-1-213,10 18 40,-15 3-79,13 23 0,-9 7 5,2 14-10,0 12-6,5-2-6,8-3 0,3 0 0,1 15-8,4-13 0,2 0-9,12 19-5,12-6-11,14-7 10,10-10 7,7-11-6,1-11-1,-20-12 1,-1-6 25,-6-6 0,-3-2-8,22-23 22,-26-7 0,-16 18 5,-6 5 12,-2 7-11,0 8-6,-2 5-17,3 7 0,0 6 0,-1 9-11,1 0-11,1 20 22,4-2-16,1 0-12,19 9 28,0-27-22,18 5 5,-1-19 34,1-12 12,-2-11-1,-5-12 6,-5-8 11,-5-5 22,-4-1 17,-5-1-5,-5 5-6,-3 3-23,-2 8-16,-3 10-84,0 9-17,0 11-140,2 12-392,2 12-3635,7 33-5608,-1-10 9171,-2 4 1,-5-29 0,-4-16 0</inkml:trace>
  <inkml:trace contextRef="#ctx0" brushRef="#br0" timeOffset="1023">3317 2931 26402,'-5'-45'352,"0"0"1,1 4 0,0 12-297,1 24-45,2 19-5,0-3-57,0 47-133,1-16-169,-1-8 0,2 2-1546,5 14-5002,5-5 6053,2-10 0,-3-15 0,-4-10 0</inkml:trace>
  <inkml:trace contextRef="#ctx0" brushRef="#br0" timeOffset="1208">3493 2473 13809,'-4'-5'3848,"1"2"-4700,3 3-6390,-29 10 6395,22 4 1,-22 0-1,29-3 1</inkml:trace>
  <inkml:trace contextRef="#ctx0" brushRef="#br0" timeOffset="1600">3744 2641 18924,'0'-3'5635,"0"0"-4313,0 3-1177,-42-45-21,18 43-54,-6-15 0,-1 5 64,-6 49-123,11-10 0,1 16 1,19-12-7,15 4 1,5 2 5,3 4-14,1-9 0,5-1-8,22 10 22,-6-8-127,-7-7 0,-1-2 105,1 2 17,1 3 10,-21-7-10,-3-6 0,-12 11-18,-13-8-38,-17 8-258,2-11 0,-3-2-368,3-3 1,-1-1-269,-8-2 1,2-2-368,-8-7-3797,-1-18 5108,19-17 0,10 19 0,8-1 0</inkml:trace>
  <inkml:trace contextRef="#ctx0" brushRef="#br0" timeOffset="1806">3498 2758 17552,'35'-42'2124,"-1"0"1,-1 2 0,-5 8-1515,-15 20-162,-2 5-263,-6 10 342,-14 34-379,-6 7 1,-3 4-135,5-11 0,-1 2-481,-7 11 1,-4 5 0,3-4 166,2-6 0,2-2-525,1-3 0,-1 2 0,2-1 723,1 8 0,3-4 0,-1 4 1,7-12-1</inkml:trace>
  <inkml:trace contextRef="#ctx0" brushRef="#br0" timeOffset="2055">4009 2854 19787,'1'-5'5281,"0"0"-3634,-1 5-1613,-1-41-6,-4 44-23,-3-24 1,-5 61-54,6-7 1,0 2-65,0 8-636,6-3 0,7-2-2282,12-5 3030,20 10 0,-16-26 0,1-7 0</inkml:trace>
  <inkml:trace contextRef="#ctx0" brushRef="#br0" timeOffset="2241">4206 2550 13990,'-4'-8'5294,"1"2"-2230,3 6-2744,0 0 883,-35-62-1231,26 46 209,-11-20 0,4 11-265,15 30-27,4 19-5036,7 5 4299,3 9 0,-2-15 0,-2-11 0</inkml:trace>
  <inkml:trace contextRef="#ctx0" brushRef="#br0" timeOffset="2675">4575 2702 21611,'1'-4'3081,"0"0"-1116,-1 4-1909,-67-27-51,40 29 12,-23 1 0,0 7-12,22 24-127,1 8 1,2 3 82,9 8 25,7-15 0,3-1 139,12 4-176,31 3 57,5-28-4,-10-5 1,1-5 37,26-13-12,-3-13 270,-16-2-273,-13-7 1,-3-2-247,-5-1 238,-2-2 0,-5-5 28,-12 2 0,-5 0 33,-8-24 168,-6 16 0,-7 5-223,-19 6-74,1 7 111,15 23-278,17 24 38,6-3-1292,-1 35-635,13-12-2788,2 19 4114,5-16 1,-4-17-1,-5-12 1</inkml:trace>
  <inkml:trace contextRef="#ctx0" brushRef="#br0" timeOffset="3083">4978 2770 26155,'28'-42'425,"0"1"1,-1 1 0,-10 14-376,-16 25 29,-5 29-62,-1 4 5,-5 25-16,3-17 5,-2 18 0,4-21-5,-1 13 10,4-16 7,2-10 16,1-8 73,-1-8-45,2-7 40,1-18-68,0-7 6,3-22-17,-1 8 2,2 6 1,1 1 14,10-11-17,11-13 0,0 22-6,3 12-10,4 10-1,1 9-22,4 14 11,4 11-6,4 12-108,-23-13 0,0 1 86,-1 1 0,-1 1-51,-3 0 1,-1 1-375,10 25-734,-13 2-1989,-19 4 3176,-9-24 0,-3-2 0,-2 6 0,-8-4 0</inkml:trace>
  <inkml:trace contextRef="#ctx0" brushRef="#br0" timeOffset="3465">834 4119 18280,'-52'1'944,"-1"1"1,10-1 0,12-1-195,25-2-179,35-3 1,19-2-474,-13 2 0,5-1-751,1 2 1,10-2-1,6 1 1,3-1-1,-2 1 1,-3 0 665,-3 1 1,-3 0-1,0 1 1,2 0-1,4-1-190,-4 0 1,3 1 0,2-1 0,2 0 0,1 0 0,0 1 0,1-1 0,-2 1 137,3 0 1,1 0-1,0 1 1,1-1-1,-1 1 1,-1 0 0,-1 0-1,-3-1-261,2 1 1,-2 0-1,-2-1 1,0 1 0,1 0-1,4 0 186,-3 0 1,3 0-1,2 0 1,0 0 0,1 0-1,-2 0 1,-3 0-1,-4 0-291,7-1 1,-4 1 0,-3-1-1,1 0 1,2 0 282,-3 1 1,2-1 0,1 0-1,-1 0 1,0 0 0,-1 0-53,4-1 1,-2 0 0,1 0 0,-1 0 0,0 0-621,2 0 1,1-1 0,-1 1 0,-2 0-1,-3 0-153,8-1 1,-5 1 0,2 0 946,-3 0 0,3 0 0,-4 0 0,-10 2 0,9-1 0,-19 1 0,0 0 0</inkml:trace>
  <inkml:trace contextRef="#ctx0" brushRef="#br0" timeOffset="4232">6989 2563 10814,'0'-5'7405,"0"1"-4117,0 4-2464,2-62-196,-4 44-427,-3-44-68,-8 69-82,-10 14 30,-2 9 0,1 4-64,-7 10 11,6 1 0,4-1-11,12-4 28,7 11 285,15-24-140,10-11 112,6-13 68,3-15 33,-1-11 152,-1-20-404,-12 11 96,-2-17-57,-13 14-44,0-7-40,-8 3 29,-11-5-147,5 22-128,-26 7-106,12 31-499,-16 18-986,9 14-311,19-20 1,3 3 1362,3 6 1,2-2 0,1 5-1,6-2 1</inkml:trace>
  <inkml:trace contextRef="#ctx0" brushRef="#br0" timeOffset="4542">7054 3093 21125,'-6'0'2476,"2"1"-2233,-25 8 1,-4 2-165,14-4-29,-15 6 0,4 2 46,26-2-3276,12 8 3248,-1-5 167,23 5-134,-14-13 111,18 2 91,-13-8 67,2-5-17,-5-5 3453,-4-14-3526,-6-10-162,-2-3-45,-10-1-40,-3 11-4077,-30 9-5787,17 10 9824,-17 8 0,29 2 1,4-1-1</inkml:trace>
  <inkml:trace contextRef="#ctx0" brushRef="#br0" timeOffset="5134">2175 5122 22677,'30'-35'175,"0"1"0,0 0 0,12-11 0,3 6-161,4 14 0,5 5-1004,-8 5 1,3 1 0,-2 1-213,7-1 1,0 3 716,-7 2 1,3 0-1,-9 3 1,10 1-1,-13 5 1</inkml:trace>
  <inkml:trace contextRef="#ctx0" brushRef="#br0" timeOffset="5349">2591 4982 23892,'-29'48'89,"14"-15"1,3 2-2920,6-2 0,2 6 2830,3 10 0,1 11 0,1 1 0,-1-9 0,-2-7 0,0-2 0,4 15 0,1-1 0,-1 1 0</inkml:trace>
  <inkml:trace contextRef="#ctx0" brushRef="#br0" timeOffset="6289">3045 5361 22660,'-9'-47'677,"-1"0"1,2 3 0,0 12-320,4 27-318,2 4 10,0 13 0,-4 40-38,3-14-10,0 1 1,-1 0-3,3-5 6,3 19 5,8-17 0,17 5 6,-5-19 61,27-11-50,-25-16 46,23-14-13,-18-9 35,5-10 80,-15 2 0,-2-2 43,3-9-85,-1-12 129,-16 38-139,-3 14-102,-5 16 0,-4 20-22,-1 1-11,-1 19 11,8-16 17,6 7-3364,16-2 3358,-2-15-11,21-2-22,-3-17 27,12-7 29,1-11 39,-4-21-40,-18 7 74,-6-19 10,-16 11 1,-3-9-6,-7 1-28,-5-1 3336,2 16-3342,-4 1-78,9 20-28,-1 1-17,4 7-39,3 8-89,5 6-550,13 18 247,-1-8-902,19 11-683,1-15-1504,-3-7 0,3-2-1006,-3-3 0,-1-2 3918,2 0 1,-1-2 652,-2-3 0,-2-3 0,14-8 5018,2-6 3412,-12-13-5719,-19 3-1019,-7-4-1088,-12 13 1033,-4-2-993,-4 7-145,-10 0-365,2 6-83,-4 12-12,3 11-3403,3 16 3375,4-2-11,5 17 0,11 5 6,7 1-18,13 1 1,-1-25-6,16-3 79,6-15-51,-10-2 40,14-16 3408,-28-9-3420,2-5 118,-5-24-34,-12 6-50,2-10 25,-8 16 0,-3 0 25,-6-11-73,-2-8 29,-6 15-90,-2 15-73,3 5-1837,-17 14 1921,4 22 0,6-8 0,4 7 0</inkml:trace>
  <inkml:trace contextRef="#ctx0" brushRef="#br0" timeOffset="7112">6033 5406 19950,'6'-62'1746,"0"0"0,-3 16 0,-1 20-1676,-6 51 0,-1 21-56,0-4 1,0 5 0,1 3-718,-1 3 0,0 4 0,1 2 0,0-3 694,1-5 1,0 0 0,0-1-1,0 0 0,1 0 1,0 1 0,0-1 0,2-3-15,1 3 1,1-3 0,4 0 234,7 5 1,3-1 0,2-6-392,0-6 0,3-6 81,8 0 0,-2-17 518,-1-72-412,-20 6 1,-5-11 6,-3 11 1,-2-5-1,-2-2 1,2 4-547,-1 1 0,1 2 0,-2-3 549,-2-3 0,-1-4 1,0 0-1,1 3-232,0-2 1,0 2-1,2-1 256,0 7 0,1-2 0,0 0 0,1-1-14,-1-1 0,1 0 0,1-1 0,4 2-93,3 0 0,4 0 0,2 2 1,5 4 67,6 1 1,4 4 0,5 5-17,2 1 0,4 5 0,1 9-13,21 14 1,-2 16 14,-14 6 0,-7 12 415,-12 10 0,-7 9 0,-7 0-399,-9-3 1,-7 1 0,-5 2 391,-5 3 0,-4 4 0,-5 0 1,-3-4-379,-4-4 1,-4-3-1,-3-2 1,0-1 1,0-1 0,-3-1 0,1-3 0,2-3-72,-6 0 1,2-3 0,24-8-3061,34-6-1202,23-16 1,11-9 3807,14 0 1,-1-1-1,-17 5 1,-7 1 0,-5 1-1</inkml:trace>
  <inkml:trace contextRef="#ctx0" brushRef="#br0" timeOffset="7493">7001 5163 19070,'21'-38'1534,"0"1"1,-1-1-1,7-14 1,-13 7-946,-32 9-438,-28 28-112,-10 35-31,24 11 1,5 6-4,10-11 1,4 0-1702,2 7 0,6-4 1696,9-1 11,11-6 12,15 0-2247,5-5 2275,2-7 234,14-26-61,-21-18-112,-8-2 0,-3-3-39,-4-13-739,-12 3 0,-3 3 705,-4 7 756,-2-2 0,-1 0-655,-6-3-118,2 3 29,-2 14 2189,6 20-2318,-9 15 3033,-4 16-4064,1 11 123,5-1-8054,24 16 8192,4-26 0,2 6 0,-5-24 0</inkml:trace>
  <inkml:trace contextRef="#ctx0" brushRef="#br0" timeOffset="7737">7440 5103 22593,'0'-5'3310,"0"1"-2895,0 4 363,-13-72-543,9 50-185,-4-17 1,2 5-40,5 30 0,1 6 12,0 10-29,2 11-5,-1 2-118,7 26 12,-2-22-382,3 5 1,1-1-185,1-6-1497,4 2 1,1-1-7652,4-5 7969,3 3 1,-12-17 0,-8-7 0</inkml:trace>
  <inkml:trace contextRef="#ctx0" brushRef="#br0" timeOffset="7895">7648 4827 21999,'-21'-40'685,"0"0"0,-1 1 1,5 11-776,11 23-1248,5 20 245,5-1-4698,11 29 4943,-4-15 0,-1-4 0,-4-9 0</inkml:trace>
  <inkml:trace contextRef="#ctx0" brushRef="#br0" timeOffset="8537">7755 5007 26256,'16'-38'153,"0"0"0,0-1 0,-3 17-136,-5 39 17,0 5-18,0 22-16,-3 3 6,-3 4 0,-1-2 5,0-6 0,0-14 39,2-6 152,-1-16 22,4-5-101,3-16-22,5-13-6,5-10 40,1-5-46,3 1-44,0 6-17,2 9-17,0 10 0,1 9-22,2 12-6,1 10 12,1 12-1,0 7 12,-2 1 11,13 6-1,-9-16-16,11-3 0,-11-23 23,2-13-6,1-16 33,0-15-22,-18 17 0,-1-3-133,0-5 0,-2 0 119,-3 5 0,-2-1-230,1-22 0,-4-2 235,-4 17 1,-2-1 11,-1-17 0,-2 1 2,-1 16 1,-2 3 61,-7-20 17,3 20-55,2 17-57,3 12 242,3 8-242,2 13 535,0 15-535,2 22 0,0-18 0,0 4-6,2 5 0,0 4 0,1-1-8,3 9 0,0 1-200,0-6 1,0 2 0,4 0-92,6-2 1,3 0 0,1-4-323,3 5 0,3-3-1033,1-6 0,3 1 0,-3-8 854,21 5 1,-10-12 0,-27-22 0</inkml:trace>
  <inkml:trace contextRef="#ctx0" brushRef="#br0" timeOffset="9396">8417 4868 24256,'54'-7'-99,"-1"1"0,-3 0 0,-4 3-139,-12 5 0,0 2-384,17 0 1,2-1 251,-4-3 0,-2-2 655,2-2 1,-7-7 1082,-6-21 20,-38-12-172,-14 0-986,-1 16 156,-2 10-279,8 16-57,-6 7-5,-5 19-3398,10 13 3364,1-2 6,23 5 145,16-23 130,10-6-85,0-18 17,-11-18-95,-14-3 3431,-14-10-3527,-3 20 46,-15-8-46,-11 24-10,-9 15-29,4 2 0,7 14-5,11 0 0,-2 19-28,6 6 22,4 0 6,19-2-20,11-23 0,4-2 14,9 12-1690,3-13 0,2-5 1701,-3-12 12,0-2 0,3-4 2,-6-10 0,0-3 4,25 0-10,-25-10 1,-5-7 5,-10-2 1,-4-2-20,13-20 30,-12 8 1,-2 0 30,-4-6 3365,1-1-3298,-5-1-5,-4 29-89,2-3-23,4 14 28,11 9-17,-3 0 17,37 16-9,-27 5 1,-1 3-9,25 10 0,-25-4 1,-4 2 34,9 19-46,-3-3 0,-8-16 0,0-2-136,4 5-3005,12 19 3141,-15-22 0,3 4 0,-15-21 0</inkml:trace>
  <inkml:trace contextRef="#ctx0" brushRef="#br0" timeOffset="10435">3076 7019 15193,'0'-6'5999,"0"1"-5108,-9-29 0,-4-8-197,-2 13-565,2-14 0,-2 3 212,-7 25-150,1 7-18,-33 16-150,24 1-23,-20 23 28,35 4-17,-1 17-6,12-13 1,3 1-266,3-5 0,4 0 260,4 8 0,4-3-9,5-8 1,5-3 2,4 0 1,1-4 5,-4-5 0,2-2 8,6 2 1,2-2 8,-5-3 0,0-1-6,20 15 62,-11-2 11,-33-12 151,-39 7-162,3-12-360,-23 1 0,-4-1 298,26-7 1,-2-1 25,-16 0 0,-8-1 1,7-2-24,16 0 0,1-3-3,-25-2 0,2-8-247,28-4 1,5-5-1263,-14-26-1291,20-2 2789,30 6 0,-5 28 0,4 0 0</inkml:trace>
  <inkml:trace contextRef="#ctx0" brushRef="#br0" timeOffset="11060">3315 7526 19563,'-4'2'5102,"1"0"-4362,3-2-656,14-84-45,-2 47-17,0-10 1,1-10 100,2 1 0,2-6 0,-3 7-898,-5 13 1,0-1 805,2-17 1,2-9 0,-7 13 485,-14 2-215,-11 9-201,5 21-79,-1 6-22,9 16 28,-1 30-11,0 8-20,3-3 0,1 4 249,0 1 0,2 2-257,3 3 0,2 0-14,2 3 0,4 0 13,3-1 1,3-1 14,4-2 0,3-3-6,1-3 0,1-3-161,0-6 1,1-2 174,19 9 11,-6-16 6,-6-17 0,-2-16-11,-8-4 33,-1-14 1,-3-4 11,-1-7 327,-2 5 0,-2 1-356,-7 5 366,-2 7-114,-2 3-257,-2 14-28,0-3 39,-4 34-39,1-7-11,-2 34-17,3-16 6,5 16-73,6-9-292,9-3-2262,14-1 2649,1-12 0,-9-8 0,-7-10 0</inkml:trace>
  <inkml:trace contextRef="#ctx0" brushRef="#br0" timeOffset="11254">3982 6938 24788,'-30'-27'-2161,"15"17"-556,48 49 213,-5-4 2504,-10-7 0,-1-2 0,-5-7 0,4 9 0</inkml:trace>
  <inkml:trace contextRef="#ctx0" brushRef="#br0" timeOffset="11943">4368 7209 24799,'6'-42'495,"1"0"0,-3 3 0,-6 9-327,-26 17-73,-8 6-50,-4 17-42,12 8 0,2 5-31,-10 23 19,15-12 1,5 4-9,9 4 0,5-1 68,5 18-43,2-23 0,4-4-13,15-2 22,8-15-17,-4-8 39,21-25-11,-15-9-9,-10 3 1,-1-4-229,-5-1 0,-3-2 243,-1-2 0,-3-2 10,-2-4 1,-2-2-12,-2-2 1,-1-1 0,-2-3 0,-1-1 8,0 2 0,-1 0-6,1 4 0,1 2 31,-1 6 1,0 2 117,3-12-34,-2 17-78,-1 15-68,-1 10 29,-1 15-12,-2 15-33,-3 20 16,1-15 1,0 2-211,-2 6 1,1 1 207,-1 4 0,0 1 2,2 0 1,1 1-12,1-2 1,2 0 13,4-5 1,3 0-9,2-5 0,4-2-6,12 14-3,2-22 1,3-6-31,15-4 42,-12-9 0,1-4 30,16-18-33,-7-16 51,-8-13-18,-9-8-14,-14 15 1,-3-2-14,2-17 16,-6 23 1,-1 2 5,-3 6 84,-3 4 815,2 15-916,-3-1-11,3 8 17,-3 17-34,1 6 12,0 19-29,0 4 29,3 5 21,8 1-55,6-3-50,12-5-259,9-7-1425,-5-21 1,2-5 1772,20-1 0,-5-4 0,-25-11 0</inkml:trace>
  <inkml:trace contextRef="#ctx0" brushRef="#br0" timeOffset="12920">5036 6902 25001,'-42'-26'-185,"11"10"-364,48 65-139,0 1 72,-5-14 0,3 3-4064,5 10 0,1-4 4120,2 6 532,-3-15 0,-1-6 2505,-7-20-398,0-4-523,-4-17 618,4-19-1586,-4 3 309,2-16 3766,-6 1-4198,-1 11-141,-2 0-318,-1 28 11,4 13 0,6 14-1,4 12-16,3 8-28,-1 3 14,-8-15 0,0-1 9,2 11 22,0 6 123,-4-32-84,-2-11-12,-1-9 1,4-15-1702,5-11 1,3-2 1678,3-8-129,-3 7 0,3 0 196,23-10-83,-19 20-6,24-12-6,-30 29-16,16 5 3238,-5 22-3255,4 8 27,-8 6-49,-5 10-29,-3-7-95,8 9 45,-2-12-442,25 7 112,-6-22 282,-11-7 0,2-3 20,21-7 152,-2-14 55,-5-12 31,-22 1 0,-2-3 14,7-12 129,0-19 457,-19 18-76,-3-13-96,-24 13-408,-4 12-57,-10 18 6,-6 20-11,6 11-17,10 0 1,1 3-7,-6 10-8,13-7 1,2 1 2,6 8-17,2 6-5,10-3 22,0-17 61,15-6-10,-3-23-12,2-4 6,2-18 156,-5-11-89,-3 7 108,-2-13-220,-9 30 0,0-2 0,-2 13 0,2 15 0,5 15 0,4 24-568,-3-7 1,-1 4 567,-1 0 0,-1 0 0,0 0 0,-1 0 0,-2 3 0,-2 1 0,0 4 0,-1 1 0,0 1 0,0 0 0,1-13 0,-1 0 0,-1-2-141,-4 6 1,-1-4-333,3-9 0,-5-2-1910,-16 10 0,-5-3 2383,-11 5 0,16-20 0,2-3 0,0-5 0</inkml:trace>
  <inkml:trace contextRef="#ctx0" brushRef="#br0" timeOffset="13759">7097 7125 22288,'9'-44'851,"0"0"0,-1 0 1,4-6-1,-4 8-537,-12 11 115,0 30-429,-6 13 17,-3 18-17,-5 22-3,6-2 0,1 2 6,4-12 0,2 0-80,1 13 0,5-4 105,16 5-5,16-14 139,-2-17-50,20-14 137,-25-12-171,30-24-16,-29-5 16,-3-4 0,-2-3 23,2-13-34,-11 18 1,-3 1 83,-2 1 207,-5 12-342,-2 11-21,-2 15 16,-2 12-5,-1 5-18,0 26 46,5-8-34,9 17 6,12-13-6,3-12 11,18-4 0,17-15-217,-29-8 0,1-2 223,4-4 0,-1-5 44,12-14-33,-17-4 101,-6-26-50,-17 9-40,-3-8 39,-16-11-22,-1 21 0,-6-14 6,6 19-23,2 13-32,5 7-53,2 8 318,2 3-401,1 11-151,0 9-510,1 14-811,1 9-1301,6 4 2902,9 2 0,-6-21 0,2-5 0</inkml:trace>
  <inkml:trace contextRef="#ctx0" brushRef="#br0" timeOffset="13977">8071 7177 20548,'1'-5'5826,"0"1"-5448,8-28 0,0-5 131,-4 15-375,4-17 1,-1 6-68,-8 27-61,0 6 5,-2 22-11,0 7-11,-2 23-73,1 4-370,7 5-918,8 1-1972,9-4-2425,1-16 5769,0-6 0,-14-24 0,-1-1 0</inkml:trace>
  <inkml:trace contextRef="#ctx0" brushRef="#br0" timeOffset="14193">8176 6872 25657,'-17'-41'-1020,"13"27"-178,23 58 80,-8-14 0,-1 3-1946,0 0 1,-1 1 1647,4 23 1,-5-21 0,-4-17 0</inkml:trace>
  <inkml:trace contextRef="#ctx0" brushRef="#br0" timeOffset="14603">8390 7197 19757,'3'-6'6346,"0"1"-6116,-3 5 175,0 0-360,29-54 9,-22 46-26,22-36 10,-26 65 1,1 6 53,6 4-125,2 1 38,2-1-16,-1-4 11,-2-6 45,-4-7 84,-3-7 218,-3-4-213,-7-20 12,2-1-17,-3-18-40,4 10 130,9-17-118,2 14-17,10-11-56,4 12-17,6 7 0,5 9-11,5 7-6,3 14-44,3 9 33,-1 13 6,-16-3 0,-1 3-68,10 18-78,-15-16 1,0 1-1051,-1-4 0,0-3-2277,17 12 2805,-8-16 1,0-4-1,-4-6 1,2-5 0</inkml:trace>
  <inkml:trace contextRef="#ctx0" brushRef="#br0" timeOffset="15987">9431 7288 23685,'19'-49'860,"0"0"1,-1 3 0,-4 6-318,-8 0-145,-1 6-191,-12 5-89,-7 9-23,-36 18-81,21 13 0,-1 4-11,-1-3 0,0 3-3,-2 12 0,2 3 5,-5 16-2,13-2 0,2 1-14,-2 8-1,16-9 1,9-4 0,14-13 0,16 5 44,8-23 1,4-19 19,-12-12 0,-1-6-28,-9 2 1,-1-4-197,6-13 0,-4-4 221,-11 4 1,-3 0-390,-1-7 0,-2-2 384,-2-4 0,-2-2 5,0-2 0,-2 0 14,-2 4 1,-1 2 24,-1 7 1,-1 4-56,-1 9 1,0 4-35,-5-7 0,3 19 0,3 11 0,0 26 0,2 17 0,1-3 0,0 4-234,0 7 1,2 3 233,2-4 0,0 3 0,1-3 0,0 4 0,2 0 0,2-3 0,2 2 0,2-4 0,4-1 0,1-3-90,6 9 0,2-1-5,1-7 1,2-4-119,5-4 0,0-4 118,12 3-45,13-16 118,-31-19 38,25-27 18,-19-6-6,-9 7 0,-2-2-219,-5 1 1,-2 0 254,-1-1 1,-1 0 136,9-27 864,-8 12-667,-7 13 243,-10 19-641,-2 7 0,-11 18 0,-6 19 0,-3 6 0,-2 15 542,12-14-542,4 18 0,11-19 0,14 18 0,17-20 0,11-8 0,-3-14 0,6-14 0,-10-7 0,-3-13 0,-1-6 0,4-16 0,-12 15 0,-5-2 0,-7-19 0,-12-2 0,-3 11 0,-8 12 0,-5 3 0,-13 5 0,-19-3 0,17 18 0,-2 7 0,13 9 0,-3 17-438,9 31 158,6-12-90,9-11 1,3-2-707,8 1-274,12 4-1871,30-6-537,9-14 2151,-26-9 0,0-2-205,7-7 0,0-4 1599,3-4 1,-1-3 2026,-1-1 1,-2-3 516,3-3 1,-5-2 1007,1-18-2259,-18 10 887,-15-14-1323,-11 17-432,-1-5 1036,-6 11-990,4 8 109,0 4-362,4 3-33,1 6-5,1 12 55,-2 9-22,-1 21-17,-2 12 12,2-7-15,1-9 1,1-1 13,4 1 0,4 20 40,30-8-12,-7-22-5,13 9 129,-5-36-73,-11-12 22,11-13 50,-7-10-33,-3-7-44,-9 7 45,-3-12-113,-10 26 0,-1-8 0,-4 21 0,-1 3 0,0 9 0,-1 1 0,0 13 0,3 7 0,2-3 0,16 15 0,4-16 0,7 3 0,28-7 0,-13-15 0,2-2 0,-10 1 0,0-3 0,22-9 0,-6-5 0,-20-4 0,-8-3 0,-4-5 0,-10-21-238,-9 14 1,-2-4 237,-9-13 0,-5 0 0,0 8 0,-1 1 0,-2 2 0,-2 2-40,-2 9 0,-1 6 40,1 7-3031,-19 9 3031,25 22 0,-1 2 0,10-5 0</inkml:trace>
  <inkml:trace contextRef="#ctx0" brushRef="#br0" timeOffset="16886">1022 5527 19451,'-2'-46'1128,"0"0"1,1 0-1,-2-15 1,-1 8-339,-4 3-270,0 19-289,2 16-175,2 12-17,4 15 0,4 17 0,2 22-34,2 0 1,0 4-62,-2-10 0,1-1-658,2 18 1,1-2-598,-1-17 1,2-3 1310,3 1 0,1-2 0,1 4 0,2-9 0</inkml:trace>
  <inkml:trace contextRef="#ctx0" brushRef="#br0" timeOffset="17059">1495 5605 13499,'25'-28'0,"0"1"0,16-18 0</inkml:trace>
  <inkml:trace contextRef="#ctx0" brushRef="#br0" timeOffset="17920">895 7648 18196,'0'-3'4907,"-1"1"-3815,1 2-863,32-63-4329,-13 42 4116,0-13 1,0 3 877,1 25-872,-10 5 0,0 0-10,-4 1 83,-4 0 17,-4 3-11,-7 1 16,-5 2 3421,-5-1-3386,0-3-46,5-7-44,4-6-1,5-8-5,3-6-17,4-1 17,4 2-28,5 5-16,6 3 4,9 5-4,12 4-18,12 3 0,9 12 1,1 9 2,-30 1 0,-3 4 9,6 24-1,-10 3-38,-30 12-559,-4-31 1,-4 1 588,-8 9 0,-5 3-5,0-8 1,-3 1 0,0-2 4,-11 8 0,0-2 0,1-2 0,-1-3-1472,1-11 1,2-6 1507,3-5 79,-24 0 15,28-23-54,8 1 39,0-14-28,18 3 728,2-8-795,14-1-17,1 6 6,27-4 11,13 14-29,-1-1-226,3 16 0,3 5-1364,-14 1 1,1 3 2021,18 3 0,-3 0 1,-24-3-1,-4-2 1,10 3-1</inkml:trace>
  <inkml:trace contextRef="#ctx0" brushRef="#br0" timeOffset="18078">1720 7788 25920,'26'-44'-476,"-1"1"1,-5 5 0,0 9 0,7 24 0,-14 4 0</inkml:trace>
  <inkml:trace contextRef="#ctx0" brushRef="#br0" timeOffset="47687">12911 1470 20520,'-18'-45'870,"1"-1"0,1 6 1,5 9-199,7 19-342,2 9-403,1 2 185,2 14-50,2 3 16,4 23-5,-1 6-42,-2-14 0,0 4-518,-1 13 1,0 3 511,0-2 1,0 0-26,-1 1 0,0 1 44,0 6 1,1 1 3,-1-5 0,1 2-22,-1-9 0,0 3 0,0 2-598,0-2 1,1 1 0,-1 2 0,1-1 588,0 11 0,0 0 0,0 2 2,0-5 1,-1 2-1,1 0 1,-1-4-7,0-1 0,0-3 0,0 3 9,0-4 1,-1 2-1,0 2 1,1 1 27,-1-7 1,0 2-1,0 0 1,0 0 0,0-2-592,0 4 0,0-3 0,0 1 0,0 5 569,1-7 0,-1 4 0,0 3 0,1 2 0,0-2 0,-1-2 0,1-4-372,0 13 1,-1-4 0,1-2 0,0 3 360,0-5 1,0 0 0,0 2 0,0 2 0,1 2-102,-1-4 1,1 2 0,0 2 0,1 2 0,-1-1 0,1-1 0,1-2 107,0-1 0,0-1 1,1-1-1,0 0 0,0 1 1,0 1-8,-1-4 0,-1 0 1,0 1-1,1 1 1,0 1-1,1 0 1,2 1-69,1 0 1,2 4-1,0 1 1,1 0 0,1-1-1,0-2 1,-1-3 0,0-5-439,2 2 1,-1-6-1,1-2 1,0 0-1,1 5 489,1 5 0,1 6 0,1 1 0,0-1 0,-1-5 0,-2-8 0,2 1 0,-1-7 0,-1-5 0,-1-5 0,0 1 0</inkml:trace>
  <inkml:trace contextRef="#ctx0" brushRef="#br0" timeOffset="101530">20274 7767 24575,'0'0'0</inkml:trace>
  <inkml:trace contextRef="#ctx0" brushRef="#br0" timeOffset="337851">13361 7049 24575,'-5'14'0,"3"-1"0,-5 1 0,4-3 0,0 0 0,-2 1 0,2-1 0,-2 5 0,2-3 0,-3 9 0,1-8 0,-1 5 0,2-7 0,-2 7 0,-1 4 0,-2-2 0,1 11 0,2-17 0,1 6 0,-1-3 0,3-4 0,-2 3 0,0 2 0,-2-3 0,2 0 0,1-5 0,3-3 0,-2 2 0,2-1 0,-1-1 0,2-2 0,0 0 0,0 0 0,0-3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41:56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1601 2388 21702,'-47'-33'972,"-1"0"1,4 1 0,14 11-906,27 20 746,3 1-544,-1 0-62,-3 1-179,-2 1 6,-6 3-18,1-1 12,-21 12-22,17-9 16,-13 8-22,22-11 34,0 1 67,28-4-34,20-7-67,14-3 0,6-3-583,-18 3 0,3-1 579,6-1 0,5-2 1,-6 2-3,-10 2 1,0 1-59,11-1 1,7-2-1,-4 2-233,0 2 1,-2 0-237,-4 0 1,2 1 0,-3 1-2848,3 1 0,-6 2 2778,-9 0 0,-5 1 1,6 0-1,-22 1 1</inkml:trace>
  <inkml:trace contextRef="#ctx0" brushRef="#br0" timeOffset="366">1746 2422 21551,'-6'-55'2459,"1"9"-1899,7 35-135,-2 1-89,1 1 85,-1 3-298,0 2-44,3 17-23,-1 9-28,0 22 22,0 11-28,-4-21 1,-1 2-29,-3 14 1,-1 3-88,0-5 1,0 2-1969,-1 10 1,0-1 1648,4-20 1,1 0-2082,3 7 1,3-3 1925,5 11 0,-1-10 0,-1-21 0</inkml:trace>
  <inkml:trace contextRef="#ctx0" brushRef="#br0" timeOffset="948">2201 2696 26054,'-30'-43'163,"-7"56"-155,27 21 1,7 9-9,-4 0 0,3 0 5,6-4 1,5-6 33,18-3 17,10-14-11,5-14 56,12-23-29,-11-8-38,-2-7 44,-12-8-44,-15 18 179,6-34-3482,-13 31 3336,1-11 40,-6 27-119,0 13 52,-2 17-40,1-1 0,-1 16-17,2 11 3414,2-15-3391,5 24 11,5-24-17,6 2-3381,13-11 3392,-7-9 23,17-14-1,-11-10 1,9-12 89,-1-17 17,-11-6-22,-9 1-2331,-11 11 2269,-6 16 2325,-5 5-2308,-1 5-73,-3 0-12,1 6-4,0 3-12,1 9 3319,1 5-3762,1 11-805,8 4-8555,25 7 9775,-1-10 0,3-5 0,-16-13 1</inkml:trace>
  <inkml:trace contextRef="#ctx0" brushRef="#br0" timeOffset="1281">3171 2656 20459,'-1'-3'5349,"-1"1"-4940,2 2-359,-57 24-22,37 7-2151,-12-4 0,5 2 2129,28 25 782,16-6-799,3-24 0,6-4-17,6-3 0,2-3 42,1-3 0,0-2 16,0-4 1,-3-4 48,10-9 50,-15-8 61,-12-9 3379,-10-7-3389,-13-5-77,-6 6 1,-3 0-87,-12-16-1,8 16 1,0 2 6,-2-4-1815,7 10 1792,14 14 0,0 4 0,7 8 0</inkml:trace>
  <inkml:trace contextRef="#ctx0" brushRef="#br0" timeOffset="2624">4821 2968 19815,'-3'-42'924,"1"-1"0,-1 1 0,-1-20 0,2 10 101,1 22-728,0 6-269,-2 30 22,0 29-28,1 4 1,0 5-350,1-11 1,0 2 317,3 20 1,1 1-45,2-17 0,2 1-853,4 11 1,3 5 0,-1-4-770,-1-1 0,0 0 1145,1-1 1,1 3 0,-4-10 0,-1-6-1,-2-1 1</inkml:trace>
  <inkml:trace contextRef="#ctx0" brushRef="#br0" timeOffset="2931">4759 3094 15177,'-12'-60'913,"0"1"1,0-1 0,1 7 0,0-4 0,-1 3 0,3 8-914,0 8 1,2 0 262,-3-19 0,1-9 1,5 7-217,11 12 1,3 2 31,-7-13 0,7 5-74,22 18 1,4 11-6,0 10 0,0 5 0,1 5 17,8 17 36,-14 4 1,-3 5-35,-7 3 1,-3 3 18,-1 0 1,-4 4-20,-13 24 1,-10 1 2,-2-20 1,-4-1-382,0 3 1,-3 3 0,-2-4 389,-10 0 0,-3-4-3,0-3 0,1-2 95,2-5 1,2-3-124,-12 5-471,9-11-4900,33-22 5371,4-2 0,9-4 0,-2 5 0</inkml:trace>
  <inkml:trace contextRef="#ctx0" brushRef="#br0" timeOffset="3524">5556 2417 23562,'-47'10'156,"0"0"1,3 1 0,10 5-123,17 29-17,7 1 11,11-2 5,13-5 6,9-7 62,8-10 84,0-10 73,-2-12-29,-3-11-38,-3-12 285,-5-31-263,-8 8-110,-9 14 1,-4 0 59,-9-10-85,-4 13-11,0 5-3291,-6 5 3258,8 9-107,-10-2-39,15 14-34,-2 7-134,7 10-257,6 9-455,9 5 2726,9 3-4383,10-2-1345,9-4 1675,-4-9 154,-3-13 1,1-3 2388,13-7 742,-13-1 0,-2-4 2585,11-14 186,-12-6-1100,-7-3-872,-9 0-567,-5 2-414,-5 4-212,-2 5-158,-2 6-302,0 5-39,0 5-84,0 3-90,0 13 84,1 8-100,1 20-281,3 6-745,4 6-2218,4 0 3361,7 0 0,-8-25 0,-1-5 0</inkml:trace>
  <inkml:trace contextRef="#ctx0" brushRef="#br0" timeOffset="3718">6018 2178 20688,'-5'-6'2840,"1"1"-2549,4 5-1299,0 0-1960,-19-10 2968,23 19 0,-21-16 0,25 19 0</inkml:trace>
  <inkml:trace contextRef="#ctx0" brushRef="#br0" timeOffset="4358">6227 2394 25819,'35'-12'0,"-4"13"0,-15 35 0,-2 20 11,-8-4 1,0-4 38,-5-11 219,0-28 11,-1-6-163,1-19-10,-1-5 94,10-39-133,2 15-57,3-7 0,1 26 23,12 5-57,-3 12-5,18-1 23,3 26-1,-11-2 0,15 21 18,-17-5-21,-5-4 1,0 1 8,6 4 11,-7-9 0,-1-3 17,-3-10 23,15-12-7,-4-30-5,-14 4 1,-1-3-15,-4 5 0,-1-2 29,-2-10 0,-3-6 1,-2 3-39,-2 4 1,-2 0 22,1-6 0,-1-4 1,-1 5 94,-3 4 1,0 5-23,-1-20 50,-4 29-134,4 21-39,-3 8 16,1 25-5,0 11 6,1 9 5,4 14-36,9-14 0,5 2-34,-2-6 0,3 0-213,2-4 0,1 2 0,2-4-36,8 2 0,3-2-1414,6 8 1,1-1-1405,-7-9 1,-2-2 3125,1 0 0,-4-4 0,-4-1 0,-12-17 0</inkml:trace>
  <inkml:trace contextRef="#ctx0" brushRef="#br0" timeOffset="4558">6821 2358 19966,'-4'-2'1568,"1"-1"-6719,3 3 5028,68-39-566,-12 29 843,-9-11 1,4 3-5071,1 18 1,-3 6 3687,-5-2 1,16 3-1,-50-6 1</inkml:trace>
  <inkml:trace contextRef="#ctx0" brushRef="#br0" timeOffset="5191">7511 2254 21803,'-3'-2'3366,"1"1"-3113,2 1-209,-29 8-10,24 0 28,-15 12-6,39-1-3297,22 4 3291,-10-8 45,18-4 1,-18-9-46,-2-5 140,3-10-55,-15-11-96,-1 0 73,-11-15-90,-8 22 3410,-16-19-3388,-22 20-32,7-1 4,-1 15 1,1 4 0,6 3 14,-5 10 0,0 2-26,9 0-3386,-18 27 3370,30-23-17,-2 28 51,14-12-15,6-4 0,6-1-257,22 13 269,-7-20 0,5-2 10,2-7 1,1-2-28,-5-3 0,1-2-6,17 0 0,1-3 14,12-1 14,-19-4 1,0-2 19,11-9-51,-9-9 90,-8-8 3238,-8-9-3260,-11-8 61,-9-17-78,-5 18 36,-2 9 0,-1 0 26,2 4-85,-1-7 383,4 19-377,4 11-3260,42 13 3232,-22 1-1154,13 10 1,0 5 1147,-10 2-20,10 12 0,1 5-201,-16-8 0,-3 0-232,8 2 1,-2 3-3242,-8 2 1,-5-2 3699,-1 6 0,-4-7 0,-7-16 0</inkml:trace>
  <inkml:trace contextRef="#ctx0" brushRef="#br0" timeOffset="5824">1441 3702 19199,'-47'5'304,"-1"0"0,8 1 1,17 0-188,39-2-8,26 0 1,11-1-74,3-3 0,5-2-809,-12 1 1,4-1 0,1-1 0,-2 1 779,5-1 1,-3-1-1,8-1-327,-11 0 1,6 0-1,3-2 1,0 1-1,-2 0 1,-5 0 334,-2 0 0,-4 1 1,-1 0-1,5-1 1,-2 1 1,3-1 0,3-1 0,0 1 0,0-1 0,-2 1-95,3 0 0,-1-1 1,0 1-1,0 0 1,2-1 155,-6 2 1,1-1-1,0 1 1,1-1-1,1 1 1,2-1-186,1 1 0,1-1 0,1 0 0,2 0 0,1 1 1,3-1-1,2 1 146,-10 0 0,4 1 0,2 0 0,2 0 1,1 0-1,0 0 0,0 0 0,-1 0 0,-2 0 1,-2 1-1,-4-1-91,9 0 0,-4 1 0,-4-1 0,0 1 1,1-1-1,4 1 0,5-1 57,-15 2 1,2-1-1,4 1 1,2-1 0,2 0-1,1 1 1,0-1 0,1 0-1,-1 1 1,-1-1 0,-1 1-1,-3 0 1,-3 0 0,-3 0-2,9-1 1,-4 1 0,-3 0 0,-2 1 0,0-1 0,1 0 0,2 0 0,3 0-8,-4 0 0,2 1 1,1-1-1,1 0 1,1 0-1,1 0 1,0-1-1,1 1 1,0 0-1,-1 0 1,0 0-82,-2-1 0,0 1 0,2 0 0,0-1 0,0 0 0,0 1 0,-1-1 0,0 1 0,-2-1 0,-1 1 0,-3 0 0,-1-1-67,11 1 1,-4-1-1,-2 1 1,-2-1-1,1 1 1,1-1-1,4 0 151,-6 0 0,4 0 0,3-1 0,2 0 0,-1 1 0,-1-1 0,-3 0 0,-5 1 0,-7 0 0,-8 0 0,24-1 0,-9 0 0,-5 0 0,1-1 0,-1 1 0</inkml:trace>
  <inkml:trace contextRef="#ctx0" brushRef="#br0" timeOffset="6473">9139 2344 13592,'1'-7'3898,"5"-25"0,1-4-2665,-4 14-805,2-13 1,-1 4-328,-5 23-34,-4 6-22,-2 8 39,-9 11-68,5-2 24,-4 12-7,11-10 51,5 5 39,6-4 152,12-2-12,1-9-84,2-3 269,-4-5-27,-8-5 139,1-11-476,-7 3 112,-4-15-17,-12 8-179,3 3-17,-10 1-61,11 14-241,-5 5 95,6 3-763,-1 13-1449,8 7 2436,14 13 0,-7-16 0,9-1 0</inkml:trace>
  <inkml:trace contextRef="#ctx0" brushRef="#br0" timeOffset="6748">9428 2709 20515,'-32'33'543,"5"-10"1435,68-14-1833,-21-8 388,23-9-359,-27 1 854,10-13-720,-16 2 61,-2-7-279,-4 9-1,-7-6-139,1 14-185,-7-2 235,-7 14 0,7-3 0,-3 5 0</inkml:trace>
  <inkml:trace contextRef="#ctx0" brushRef="#br0" timeOffset="423658">4993 5193 14729,'0'-4'5377,"0"0"-4717,-6-26 1,-2-8 113,-1 8-514,0-12 1,-2 2 153,-2 17-167,-3 8-141,-9 9-56,1 9 20,-10 14 0,-3 4-1210,-11 9 1198,7-2 0,-7 7 0,4-2-845,2 2 1,0 1 797,4-3 0,-2 2 0,4 0-8,0 4 0,7-1-9,8-5 1,6-2 22,6 15 67,26-17 33,23-17-75,-9-16 0,2-5 4,10-7 1,2-5-19,6-10 0,1-5 0,-16 8 0,-1-2 0,0-1 4,-2-3 0,0-1 0,-3-2-6,-2 0 0,-2-2 0,-3-1-10,-3 1 1,-1-2 0,-3 1 22,4-18 1,-5 0 10,-3 4 1,-3 1 19,-3 8 0,-2 1 855,-1 8 0,-1 3-734,-1-16-68,-3 18-134,0 17-23,-3 20 68,-6 23-6,-7 28 376,5-18 1,-2 5-388,-1 7 0,-1 7 0,1-2-439,5-11 1,0-1 0,1 3 419,-3 13 0,0 3 1,5-3-13,8-12 1,4-2 0,0-4 2,0 2 0,5-4-9,8 6 1,6-7-305,18-13 285,19-6 42,-27-21 0,1-6 2,3-5 1,-1-6 2,2-8 1,-2-4-238,0-6 1,-2-2 250,-3-3 1,-1-2-166,-1-8 1,-2 2 159,-10 15 0,-1 1 22,0-5 0,-3 2 1148,-6 5-1064,-2 3 247,-6 13-342,-5 12 537,-1 7-553,-11 15-18,0 13-5,-3 15 827,4 8-822,13-21 1,4 0 19,8-2 0,4-1-12,2-3 1,4-2 0,7-4 0,3-5 14,29-1-6,3-14 11,-1-14 29,-9-12 16,-11-10 11,-13-7 18,-13-6-12,-9-5-28,-14-3 0,-6 1 0,-9 5-12,-1 10 1,-1 12-28,4 12-146,-4 16 140,6 16 17,-9 22-42,14-12 0,2 2 6,-3 5 0,2 0-23,2 1 0,2 1-64,4-1 0,3-2-85,5 16-392,12-16 1,7-2-616,26 3 311,-9-13 1,4-3 166,1-8 1,1-7 167,2-4 1,-1-4 302,-3-3 0,-1-3 280,-5-5 0,-2-2 176,-5-2 1,-3-1 526,15-25 504,-17 7 0,-4 0-751,3-4-81,-8 8 1,-3 2 231,-7 11-183,-1-1-164,-5 10-291,-1 8-11,-3 8 0,-3 13 379,-4 11-390,-4 14-28,1 7-76,9-16 0,3-1-126,1 13-795,12 14-1827,11-27 2863,16 4 0,-16-17 0,2-8 0</inkml:trace>
  <inkml:trace contextRef="#ctx0" brushRef="#br0" timeOffset="423858">6305 4763 12456,'-6'-6'3904,"2"1"-880,4 5-3047,0 0-2579,-46-22 2142,36 25-577,-26-1-8794,52 36 9889,0-3 0,-3-10 0,-9-18 0</inkml:trace>
  <inkml:trace contextRef="#ctx0" brushRef="#br0" timeOffset="424225">6601 5051 21999,'0'-3'3467,"0"0"-3013,0 3-443,-8 17-5,3 12-6,-6 8 0,5 2 0,2-1 0,0-2 0,-4 25 11,7-30 56,1-14 124,2 1 5,7-27-129,2-3 146,24-36-17,-4 7-93,-8 10 1,2-2 2,5-1 1,0 2-63,14-11-30,-16 18 0,1 5-14,8 7-56,12 21-22,-15 12-1839,-11 5 0,-4 3 1491,-2 11-891,-8-7 0,-2 2 1317,0 21 0,-2-18 0,-2-3 0</inkml:trace>
  <inkml:trace contextRef="#ctx0" brushRef="#br0" timeOffset="424900">7656 5265 20373,'4'-43'1050,"-1"0"0,0 1 0,-1-10 1,-5 5-664,-16-12-287,-3 33 245,-12 9-306,0 15-39,-14 12 0,16 7 0,0 4-300,3 3 1,3 2 299,-1 1 0,1 1 2,5 3 1,4 0-12,4 0 1,2 0-75,-7 19 72,8 10 157,22-33-84,-2-7 151,15-10 179,12-31-224,-8 3 33,3-9 1,-1-4 271,8-9-350,-12 13 1,-1 0-57,3-2 341,-3 8-402,-14 20 0,3 16 38,-9 10-24,-2 19 0,-3 5-1049,-4 13 1051,-4-9 1,-2 10-1,-1-7-729,0-12 1,-2 1 706,-3 6 0,-3 9 0,-1 3 0,0-6-726,-1 0 0,1-4 1,-3 4 658,4-9 1,-2 4 0,-2 1 0,1-1 0,1-3-35,1-4 0,2-3 1,-2 1-1,-3 2-657,-4 5 1,-4 4 0,-1 1 0,0-3 0,3-6-1394,1-1 0,1-6 0,-2 3 2151,-6 7 0,-3 6 0,0-3 0,7-11 0,8-13 0,3-5 0,-19 22 0</inkml:trace>
  <inkml:trace contextRef="#ctx0" brushRef="#br0" timeOffset="425741">5690 5148 21735,'-7'-48'988,"0"0"0,1 3 0,-1 11-742,3 24 247,-3 2-425,4 6 49,-6-1-100,3 4-6,-20 16 12,-5 8-18,7-3 1,-2 2-216,1 0 1,1 2 203,2 1 1,1 1-12,-8 13-5,10 17 10,16-20 12,7 13 17,12-19 6,14-9-12,-2-10 50,27-6-27,-24-7 22,4-6 0,-1-2-11,-5-4 30,0-8 1,-1-2-9,-6-2 62,12-28 67,-16-3-67,-5-2-62,-8 24 0,-1 0 498,-8-14-453,-6 8-17,-9 10-62,1 10 40,-16 3-11,1 10-68,-4 1-11,-1 11-537,-16 27-247,21-7 122,3 5 1,4 0 0,13-13-1,-1 12 1</inkml:trace>
  <inkml:trace contextRef="#ctx0" brushRef="#br0" timeOffset="427374">9193 5387 16952,'27'-56'1415,"0"0"0,0 0 0,-1-3 0,-3-1 0,-9 14-1057,-17 12-2822,-5 1 1,-2 2 2620,-3 10 1443,-20-6-1499,1 23-34,-12 11-39,-7 13-14,24-2 0,2 2-8,-16 18 19,10 7 0,3 1 356,4 0-393,3 9 1,5 1-11,20-7 28,2 9-1,23-21 6,5-20 62,15-3 95,13-26-89,-19-2 1572,-15-5 1,-3-4-1512,3-19-56,-12 15 0,-2-2 42,1-12 0,-3-1 14,3-18-82,-8 24 1,-2 1 126,-2-3 506,-2 19-753,-1 9 23,0 16 39,-4 23-3386,1 4 3380,-1 9-130,2 2 1,1-1 107,3-5-70,5 9 0,4-3-8,4-19-96,23 13-55,4-29 217,-7-4 18,13-20 56,-11-24 10,-7 5 18,-10 1 0,-3 0-83,-3 3 127,5-24-10,-10 24-1,3-10 3183,-2 16-3244,-2 7 303,2 17-353,-2 14 111,3 11-101,-3 1 12,-2 20-6,-4-19 6,0 21 5,-2-14-6,0-6 40,2-4 11,-1-17 79,3-7-23,6-18-90,0 3 17,17-27-22,-7 15 0,9-10 5,-5 14-22,-1 6-5,-4 7-23,11 6 11,-9 8 11,5 1 6,1 14 6,-11 0-6,3 3-6,-2 11 1,-3-10-18,8 9 1,-4-14-29,18-3 29,-14-10 11,28-15 11,-28-1 28,23-28-17,-28 18 39,14-29 1,-21 21 10,2-9-10,-8 14-23,-3 10-39,-1 8-62,0 6 62,0 18 16,2 2-10,1 15 5,1-12 0,10 9-6,-5-17 0,19 10 12,-5-19 0,17-3 5,-11-9 34,20-21 11,-17-3-20,-9 6 0,-1-1-2,2-12 72,-10 8 1,-1 0 72,1-8 17,3-11-95,-11 26 56,-4 9-157,-2 9 28,0 14-17,-2 16-11,-5 27 0,-1 0-340,-4 1 0,-3 9 315,3-9 1,-1 3 0,0 2-708,0 1 1,0 2-1,0 1 362,2-5 1,0 3-1,1-1 1,1-5-803,2-6 1,2-4 0,1 3 1171,1 1 0,1 4 0,0-1 0,1-10 0,0-6 0,1-2 0,0 16 0,0 0 0</inkml:trace>
  <inkml:trace contextRef="#ctx0" brushRef="#br0" timeOffset="428041">12402 5047 20772,'-1'-62'1014,"1"0"0,-1 0 0,2 6 0,-1 1 0,-7 17-858,-11 20-88,-17 34-46,4 16-17,8-2 1,1 5-506,3 1 1,3 1 499,-1 3 0,3 1-11,3 2 0,3 0 11,3-3 0,3 0 5,6-3 1,4-2 122,4-4 1,4-3-73,30 13 6,11-18 66,3-24 24,-1-21-68,-32 3 0,-3-4 14,-1-4-1,-4-3-13,-1-2 0,-4-2-11,-3-1 0,-2-1-9,-2 1 1,-3 1 47,-1-30-11,-8 11-3119,-9 8 3063,3 19 479,-10 5-552,8 17 6,-7 5-6,-3 12-11,-2 9-12,4 1-234,-3 24 117,14-21-376,1 8 1,5 2-997,9 11 1984,1-13 0,4-1-5714,24 19 5270,-6-30 0,0-2 0,4 2 0,3-9 0</inkml:trace>
  <inkml:trace contextRef="#ctx0" brushRef="#br0" timeOffset="428541">12847 5120 15160,'5'-7'3761,"14"-25"1,3-5-2334,-6 7-910,6-9 0,-2 2 143,-11 18-454,-5 9-201,-3 14 55,-4 16 29,-5 21-48,0-10 0,-2 3-533,-7 21 1,-1 0 498,5-15 0,-1 3 3,-4 14 0,-1 7 1,2-5-12,4-6 0,1-1-4,-1 1 0,0 3 1,3-3 0,2-1 0,2-4 6,3-8 0,1-4 58,0 13 102,2-25-12,3-29-106,5-23-23,6-28-5,-5 16 0,0-2-237,1-6 0,1-5 231,0-4 0,1-5 0,0 1-197,-2 13 0,-1 1 1,0-1 189,1 1 0,-1-3 0,1 1 0,-1 4-2,0 1 0,0 3 0,-1 1-16,4-18 0,1 1-212,0 6 1,2 2 239,0 5 0,2 2-20,2 7 1,3 2-4,0 5 1,4 4-97,6 4 0,2 5 89,12-3 4,-12 15 1,-2 8 404,7 20-396,-11 8 1,-3 4 331,-9-9 1,-2 2-344,2 21 0,-6 2 0,-9-17 0,-5 0 11,-3 7 0,-6 1 0,-5-4 1,-6-2 2,-6-4 0,-5-3 2,-3-4 1,-4-3-17,-11-4 0,1-4-8,16-5 0,1-4 114,-9-5 0,4-6-1072,4-14-1719,6-18 2699,23-16 0,2 30 0,9 1 0</inkml:trace>
  <inkml:trace contextRef="#ctx0" brushRef="#br0" timeOffset="429858">13514 4840 15737,'0'3'5410,"0"-1"-1718,0-2-2852,49 55-616,-17-50-179,-1 21 0,2-6 145,20-54-106,-16 0-42,-7 0 0,-2-1-8,0-10 41,-10 8 1,-6-2 176,-12-14-196,0 7 28,-19 7-28,0 31-22,-5 0-34,0 13 16,-6 17 7,8-1-7,-1 7 1,2 3-11,-1 1-1,2 1 1,0 3-23,-1 16-226,11-13 0,2 0 232,3 15-1,14-13 1,6-4 11,7-6-9,4-5 1,3-2 20,19-4 4,-13-11 1,0-3-6,13-2 25,-14-13 1,-4-3-26,-6-6 73,14-23 12,-20 5-52,-7 5 1,0-1-22,3-12-9,-2 6 0,0 2 2,1 7 7,13-22-23,-4 25-6,9-2 6,4 7-11,13 8 11,-15 7-11,13 11 464,-20 11-464,2 17 5,-9 16-8,-13-10 0,-3 1-506,-1 19 483,-5-9 1,-1 0-74,2-18 0,2 0 15,0 4 0,4-2-465,23 16 308,0-32-112,7-14 0,3-6 167,3-6 40,7-8 1,-1-4-448,-5-3 598,2-9 1,-1-3 50,-9 2 22,-1-6 0,-2 0-33,-9 6 115,-4-3 0,-3 1-26,-8 6 702,-2-28-719,-8 36 265,-12-15-315,6 24 615,-23-1-610,15 11 32,-27 15-93,16 7 0,-11 19-11,9 6-1,4 8-276,7-8 285,11-13 0,1 1 9,3 10-1,8-8 1,3-1 106,9-2 101,16-10-118,-6-33 6,1-15 5,-3-9 228,-5 5-222,2-9 72,-1 1-100,-4 8 56,1-2-61,-11 23-85,-2 2-11,-2 5-16,-2 8 27,-2 15 17,0 8 12,-1 4-34,8 14 5,2-22 6,14 19-11,24-14 22,10-6-5,5-5 2,-17-19 0,-1-4 15,2-4-125,-5-3 0,1-6 121,-11-5 1,-3-4-230,1-2 1,-2-4 214,3-10 1,-3-3 13,-4-1 1,-3 0-1,1-6 1,-2-1-459,0-3 1,-1 1 494,-3 1 0,-1 1 8,-3 5 0,-1 3 9,-3 8 0,-1 3 67,-3-13-111,-2 22 190,-4 10-219,3 12 435,-8 12-435,-3 16 0,-8 24 0,11-15 0,-1 3-11,0 7 0,1 3 11,1 6 0,2 1 0,1-11 0,2 3 0,2-1 0,0 3 0,3-3-32,2 2 1,3 2-106,3 6 1,4 5 0,0-6 43,-1-12 1,3-2-448,12 21 0,2-8-873,-1-20-592,11 3-2453,-14-34 4458,-5-24 0,-9 8 0,-6-7 0</inkml:trace>
  <inkml:trace contextRef="#ctx0" brushRef="#br0" timeOffset="430224">15359 4966 25186,'0'-26'157,"20"7"-163,13 19 0,8 5-2,0-3 0,2-1-607,0 0 1,1-1 614,-3-3 0,-1-1 16,-3-1 1,-3-2 421,22-16-314,-15-9 105,-14-5 688,-14-19-492,-12 16-16,-9-7-235,-1 28 173,1 4 317,5 9-714,-1 1 0,1 13 55,-3 11 1,-2 21-12,-4 15-17,5-22 1,1 0-162,1 2 1,1-1 46,0 1 0,3-2-149,3 1 1,2-2-191,4 16-3025,22 4 3501,0-30 0,-5 1 0,-6-17 0</inkml:trace>
  <inkml:trace contextRef="#ctx0" brushRef="#br0" timeOffset="430400">16152 4450 22688,'-9'-4'-6564,"1"1"6564,12 44 0,-3-24 0,2-1 0</inkml:trace>
  <inkml:trace contextRef="#ctx0" brushRef="#br0" timeOffset="430758">16424 4786 17680,'9'-2'7865,"-2"1"-7294,-7 1-246,0 0-230,-44-4-73,16 19 1,-30 4-18,35 22-27,13 3 33,14 0 12,12-1-1,12-5 40,9-8 44,14-9-50,-14-10 73,15-13 5,-18-14 34,5-14 0,-6-14-11,-9-9-6,-8-8-22,-7-1 11,-6 4-6,-9 10-55,-4 12-62,-9 11-85,-6 11-100,-7 7-604,-4 14-5244,1 12 6016,7 7 0,13-7 0,8-6 0</inkml:trace>
  <inkml:trace contextRef="#ctx0" brushRef="#br0" timeOffset="431923">16754 4890 22727,'12'-47'1075,"1"-1"1,-2 6 0,-2 9-841,-8 23-252,-1 7 6,-3 18 22,-3 8-5,-5 24 5,-2 7 0,-1 6-11,2 1 6,3-6-6,5-17 72,2-3 192,2-23 223,0 1-112,2-20-207,4-11-50,6-18-23,6-11-31,2 5 1,1-1-51,-3 12 0,2-1 0,16-16 0,3 4-20,7 6 6,-16 19 0,0 5-11,6 8-12,15 26-10,-16 8-7,-12-3 1,-3 5-826,-7 18 0,-6 5 865,-2-7 0,-1-1 0,-1-1 0,-1-4 0,-3 5 0</inkml:trace>
  <inkml:trace contextRef="#ctx0" brushRef="#br0" timeOffset="433033">18294 4922 20513,'11'-47'795,"0"0"0,1-1 1,-2-1-1,1 0 1,-3 10-360,-3 5 701,0-7-1020,-5 26 149,1 8-345,-2 12 235,-4 13-139,-5 18-6,-7 19 0,6-22 1,1 2-18,0 3 0,2 0-8,1-1 0,2 0 256,3-3 0,5 0-242,16 6 0,4-3 5,4 2 28,2-14 1,1-8 56,-4-19-6,5-10 39,8-36-56,-11 1-36,-10 12 0,-3 0 19,3-14 74,-6 10-18,-6 15-67,-3 11-44,-3 10-40,-3 6 45,-5 10 5,-5 10-10,0 1-40,-3 23 28,10-14 0,7 14 23,12-14-17,15-3-23,11-9 29,20-8 16,-16-11 39,19-16-11,-27-11 12,7-15 33,-8-9-17,-8-8-42,-15 26 0,-2 0-5,-2-1 0,-1 0 8,4-28 0,-4 10-23,-2 15 6,-3 14-167,-4 11 32,-2 14-60,-8 10 21,1 5-794,-9 26-242,12-7-509,-2 20-2073,15-25 0,4-1-4302,8 12 5832,24 6 2251,-15-35 2621,18-16 225,-26-8 2307,14-15 639,-1-18-3648,2-3-1225,1-8-543,-13 19 256,-5 6-128,-6 12 12,-1 1-421,-4 8-22,-2 4-85,-3 5 24,-2 8 21,-3 12-10,-6 16-7,-4 15-10,4-15 0,0 2-309,4-5 0,0-1 300,0 0 1,2-1-1602,3 1 0,2-3 1592,1 0-984,12 31-2091,-1-46 3087,6 10 0,-8-25 0,-5-2 0</inkml:trace>
  <inkml:trace contextRef="#ctx0" brushRef="#br0" timeOffset="433466">19376 4472 17580,'0'-3'4856,"0"1"-1361,0 2-3450,-4-29-62,2 24 23,-4-17 11,1 40-1,2 3-10,0 0 22,7 1-11,0-11 106,16 9-78,-6-14 61,19 1 17,-7-10 124,12-13-152,-13 2 151,3-26-72,-21 11-23,-2-14-39,-12 9-67,-2 11-17,-3 5 6,-3 4-152,1 7 28,-3 5-50,1 13-44,5 5-1424,-8 29-1966,8-3 3574,-2 14 0,9-26 0,2-12 0</inkml:trace>
  <inkml:trace contextRef="#ctx0" brushRef="#br0" timeOffset="433740">19788 4513 23657,'14'-58'974,"0"0"1,0 3 0,-2 6-650,2 4-135,-4 12-190,-6 24 0,-2 28 5,-5 17 1,-2 6-26,0 0 1,-2 3-244,0-3 0,-1 3 0,-1-3 196,0 0 0,-1-1-174,-2 9 0,0 3-860,5 1 1,1 1-1219,0 0 0,1 1 2319,2 1 0,1-7 0,1-10 0,1-28 0</inkml:trace>
  <inkml:trace contextRef="#ctx0" brushRef="#br0" timeOffset="434257">19631 4877 16101,'-3'-8'7097,"0"2"-6599,3 6 68,1-72-521,6 51-20,1-19 0,7 2-8,36 26-17,-5 4 0,2-1-6,-4 0 1,0 0-175,-1 1 0,0-2 194,-6-7 0,-5-1 3,0-5 103,3-25 0,-3-7 222,-10-1-1271,-4 9 0,-2 2 1193,-10 7 727,-4-1-638,0 16-146,-1-8-151,-1 23 103,1 5-176,-2 21 17,-1 0 8,-3 25 1,-3 7-6,3-14 0,-2 1-5,-1 8 0,-1 6 0,0-2 689,-3 9 0,1-2-687,-1-2 0,2-3-3,0-8 0,2-4 20,-2 4 106,4-18 57,4-14 284,2-16-408,4-5 56,10-32-61,4 3-29,-3 8 1,1 1 874,8-11-869,-4 15 0,1 2-17,6-2-11,13-5-11,-10 20-34,-1 7-27,1 11-242,17 26-257,-11 3-267,-13-8 1,0 2 837,6 22 0,-13-23 0,-3-3 0</inkml:trace>
  <inkml:trace contextRef="#ctx0" brushRef="#br0" timeOffset="434858">21408 5029 24368,'9'-53'465,"1"1"0,0-1 0,-1 2 0,1 0 0,0 4-418,2-4 1,1 1-1594,2-7 0,1-3 1562,-3 18 1,-1-2 0,1 0 1,1-2 1,-1 0 0,0 0-56,-1 1 0,0 1 1,-2 1 92,3-14 0,-4 2-9,-3 12 1,-4 4 695,-15-15-777,4 31 6,-15 39 23,8 34 2,5-4 0,0 6-132,3-10 0,1 2 0,0 2 135,1 6 0,0 1 0,0 1 5,0 3 1,1 0 0,0 0-12,0-2 1,1 1-1,0-2-9,1-3 0,0 0 1,2-2 6,-1-5 1,2 0-1,0-1-31,4 17 0,1-2 68,1-5 1,2-2-473,0-5 1,0-3-527,0-8 0,1-4-3091,5 10 4060,2-27 0,-7-10 0,-2-8 0</inkml:trace>
  <inkml:trace contextRef="#ctx0" brushRef="#br0" timeOffset="435532">21395 4881 19272,'-26'-40'1055,"0"-1"1,0 1 0,-5-12 0,6 3-762,12 13 0,9 0-143,14-7 0,8 0-143,-2 11 1,4 0-619,6 0 0,6-1 1,-2 5 603,-2 5 1,2 3 10,16-6 1,1 2 5,-12 9 0,0 1-3,8-4 1,2-1 283,-2 1 1,0-1-263,5-4 1,-3 1-82,-16 7 0,0-1 115,6-4 1,-3 1 148,-3-2 101,0 1 826,-13 8-1078,-8 7-23,-6 12 207,-7 44 1,-4 13-649,2-4 450,0-3 1,-2 13 0,2-10-27,2-19 1,1-3-18,-1 9 1,1 1-66,1 0 1,2-3 65,1-1 28,2 17 184,2-44 101,2-12-140,8-15-139,8-12-1,9-12 11,-9 10 1,-1 0-1,15-16-33,-5 5 1021,-11 12-1032,-8 13 169,0 2-186,0 8 5,5 14 12,-5-2-23,9 15 17,-6-6 0,5 6 0,1-4 11,3-4 0,1-8 51,3-6 16,1-12 1,0-8-7,-1-13 7,-5-9 50,-1-16-79,-9 16 56,0-14 29,-9 26-12,-1-1-73,-3 12-89,0 9 17,0 7 11,-5 12 16,-2 10-61,-6 26-17,5-13-437,6-1 1,5-1-5555,16 10 6064,6 12 0,-4-29 0,-8-12 0</inkml:trace>
  <inkml:trace contextRef="#ctx0" brushRef="#br0" timeOffset="437491">23543 4653 24989,'38'-46'299,"0"0"1,-12 7 0,-1-3 0,-5 3-214,-9 3 1,-4-1-24,4-14 1,0-8 0,-1 4-885,-1-5 0,0 1 830,-3 14 0,1-1 1,-1 2 20,-1-6 1,-1 3 22,-1 10 1,-1 2 624,1-28-661,-2 17-51,-1 34-11,0 7 274,0 19-234,0 33 5,0-2-525,-1 15 0,-1 6 528,0-17 0,-1 1 4,-1-1 1,1 4-1,-2-4-7,0 2 0,-1 0 4,-1-3 0,0 2 0,-1-3 1,0-3 1,0 0 113,-3 16 0,2-2-119,3-21 0,2-4 22,0 15 18,5-19 150,1-15 219,10-21 894,5-14-1179,10-21-66,-11 14 1,0 0 711,11-21-697,-2 4 0,2 0-57,-6 15 1,0 2-12,7-10 1,0 2-11,8 2-1,-3 21 29,-13 12-3427,10 8 3376,-8 11-212,10 36 223,-11-8-53,2 10 48,-7-5 16,-7-28-61,10 22 3285,3-27-3263,-4 0 343,16-20-309,-12-13 97,12-12-86,-6-5 0,-1 0 5,-7 7 18,0-2 16,-7 13-45,-3 1-50,-4 7 34,-6 7 11,-1 7 11,0 0 0,0 15 0,1-7 28,3 4-23,10-1-33,4-10 34,10 1 11,1-10 5,2-9 6,0-8-17,-3-10 0,-4-12 1,-6 4 2,-9 4 0,-1-2 8,-2-13-22,0-17 22,-7 23 12,-4 11-40,-9 12-10,4 11-24,-13 18 29,7 10 11,-9 19 0,3 7-33,2 8-209,7 4 231,6 1-51,15-5-44,12-3-118,16-7-118,12-5 55,-20-24 1,2-3 12,30 6 117,-1-12 90,-6-16 67,-10-8 39,-8-9-5,-12 3 5,-5 0 372,6-13-299,-7 9 5,11-19-16,-10 13-6,2-6-16,0-4-29,1-8-547,1-5 511,-10 24 0,0-1 5,0-3 1,0 0 16,0-2 1,0-1-12,-1-2 1,0 0-7,-1 0 1,-1 0 2,-1 2 1,-1-1 30,-2-5 0,0 2 37,-2-11-12,-2 2-56,-1 38-78,-2 8 23,0 11 576,-5 11-537,-6 19-6,-8 23-6,8-20 1,-1 2-576,-2 7 1,-1 3 574,1 3 1,0 2-6,2 2 0,1 1 5,3-3 0,3 1-352,2-4 0,3 0 352,6-6 1,2-1-9,3-6 0,3-3-14,4-5 0,3-3-154,22 15 59,4-18-17,0-17 28,1-19 73,-3-14 33,-2-15 20,-18 3 0,-1-5 36,-3 1 1,-2-1-9,-1 2 0,-2 2 1388,1-18-1357,-11 42 756,-2 6-840,-1 7 122,0 6-105,-1 8 0,-2 16 5,-4 16-9,1-16 1,0 3-326,-1 3 1,0 2 322,1 3 0,-1 1 0,2 2 0,0 1-9,2 0 1,1 0 5,1 0 1,2 0 2,1-2 0,1-1 0,0-4 0,0-1-6,5 25 0,-3-18 113,-3-17 50,-2-16-73,-1-20-45,-3-17-28,-4-19 17,-2-18 28,5 26 0,0-2-62,0-3 1,1-2 5,1-2 0,1 0 0,0 0 0,3 0 3,1 2 0,3 0-6,0 3 0,2 1 3,2 1 0,2 1-3,1 3 0,1 2 3,1 1 0,1 2-84,18-21 67,1 11-11,0 11-11,0 13 0,1 7 5,2 14-16,9 17 33,-16-1-11,8 25-11,-21-6 16,-2 14 1,-14-6-6,-20-6 39,-20-13 12,-21-9-262,23-14 0,-2-2 146,-1-3 1,0-1-253,1-2 1,3-2-1997,-21-6 1671,24-4 0,18 7 0,12 0 0</inkml:trace>
  <inkml:trace contextRef="#ctx0" brushRef="#br0" timeOffset="437907">26457 4102 24350,'-39'33'106,"-1"1"1,0-1-1,-12 7 1,12-1-62,23 17 5,16-13-28,4 0 86,24 12 93,15-21-72,-1 0 207,9-17-84,-19-22 160,6-11-148,0-26-617,-13 7 411,-11 5 1,-2-3 14,-4-20-37,-3 20 1,-2-2-1,-3 2 1,-3 1 132,-11-24-102,-11 10-56,-8 14 48,0 14-149,4 12-1562,-1 46-2689,19-2 3691,5-6 0,3-1 0,6-1 0,3-14 1</inkml:trace>
  <inkml:trace contextRef="#ctx0" brushRef="#br0" timeOffset="438407">27025 4111 26435,'-5'-40'248,"0"0"0,1 1 1,-1 15-344,3 27 78,-1 4 25,-6 24 1,-3 8-15,-2 7-438,2-8 0,-1 6 0,-2 1 440,1-1 0,-2 0 1,1 3-14,1 2 0,-1 4 0,1 1 1,1-1-15,1-5 0,2 0 0,-1 0 1,2-1-492,-3 14 0,1-2 0,4-2 326,6-7 0,3-2 0,0-4-23,1-2 1,-1 1-1739,-1 17 1,-2 7 0,0-9 883,-2-18 1,-4-2-2205,-6 10 0,-6 4 0,-1-14-1464,-16-13 4741,1-12 0,0-8 0,-2-34 3198,17 4 0,3-4-196,-1-28-922,21 13 0,9-7 0,0 6-1668,-1 10 0,4 0 57,6-3 1,5-6-1,2-1 1,1 6-73,3 6 1,1 5 0,3-2-127,2-4 1,5-3 0,0 1 0,-2 2-130,6-3 0,-1 2 0,-2 1-118,-6 6 0,-2 1 0,-3 2-184,5-4 1,-6 6 220,-10 7 2312,13-9-2496,-17 12-504,0 2-7226,-11 16 7853,-8 4 0,0 2 0,-1-7 0</inkml:trace>
  <inkml:trace contextRef="#ctx0" brushRef="#br0" timeOffset="442263">28599 4208 23267,'2'-45'919,"-1"0"1,1 0 0,-1-11 0,1 8-707,0 16-410,-1 23 68,-1 16 34,0 12 82,-1 18 0,1 5-48,0 12-559,-1-8 1,1 7 0,-1-2 522,1 1 0,0-1-61,0-1 1,0 3 0,2-2-405,1 12 1,1-2-824,2 4 1,0-3-208,0-13 0,0-1 1581,0 5 1,-1-5 0,-1-10 0,0-2 0</inkml:trace>
  <inkml:trace contextRef="#ctx0" brushRef="#br0" timeOffset="442949">28384 4916 17384,'-30'-55'1605,"0"1"1,6 11 0,2 2-920,5 8 0,4 3-367,2-6-280,5-13-156,24 21-130,22 5-109,3 13 1,4 3-209,-12 1 0,1 1 275,25-1 0,1 2 6,-18 2 1,-1 0 4,10-1 1,1 0 92,-7 0 1,-1 0 156,-7-1 0,-2 0 179,20-5 207,-18-3 174,-17-4 34,-11-2-33,-7-2-46,-6 1 764,-2 4-948,-4 4-152,-2 5-89,-2 6-29,1 10-16,2 9 5,4 10 18,9 4-18,11 1 12,13-1-1,11-5 18,5-6 27,2-9 17,-2-9 28,-3-12 51,-4-7 28,-6-9 27,-7-3 57,-10-1 39,-6 4-73,-5 8-151,-3 6-84,-7 9-6,-7 12-5,-6 9 5,0 9-11,5 6-6,10-2 17,14 0-5,10-6 5,13-5 6,9-8 5,7-7 18,4-13 10,-3-8-11,-12-5 84,6-19-50,-21 5 11,5-16-11,-17 5-23,-6 4-16,-4 7-12,-2 8-38,0 11-175,0 8-156,2 5-291,1 11-713,7 7-1550,7 13 2901,13 6 0,-12-15 0,0-4 0</inkml:trace>
  <inkml:trace contextRef="#ctx0" brushRef="#br0" timeOffset="443279">30302 4472 25018,'-55'-22'147,"0"-1"1,5 4 0,5 14-103,4 43 25,9 9-42,11 2-11,12-1 5,18-2 23,17-6-12,22-8-231,-17-19 1,3-3 239,4-2 0,0-3 87,0-3 0,-1-4-28,-4-3 0,-2-4 168,18-17 5,-19-10-67,-17-6-88,-22-6-100,-9 17 1,-5 2-14,-12-11-68,5 14 0,-1 3-576,-3 4-2623,-2 4 3261,14 13 0,10 3 0,8 4 0</inkml:trace>
  <inkml:trace contextRef="#ctx0" brushRef="#br0" timeOffset="445338">4290 7622 15799,'-5'-52'2389,"1"0"1,-3-2 0,-3 7-1175,-8 7-475,-3-2-365,6 15-268,10 18-68,14 19 0,16 20-5,14 18-18,-16-18 1,0 2-358,1 4 1,-2 1 309,-1 2 0,-1 1 3,-2-1 0,0 0 14,-3-3 0,0-1-3,11 21 73,-4-20 40,-8-18-1,-5-23 11,-1-19 79,2-37-123,-1 11 99,-3 8 0,1 0-94,2-16-34,-3 22 1,1 0-17,7-24-40,6 6-27,-6 25-157,10 7-96,-2 21-95,11 10 152,-4 3-555,5 9 0,0 3 208,1 1-80,2 2 0,2 0-834,7 3 958,-16-13 0,1 0 369,-2-3 1,1-1 275,26 4 347,-8-8 470,-11-10 274,-13-7-95,-10-7-201,-8-8-130,-3-6 96,-7-13-622,1 12 614,-7-14-462,2 20-35,-2-2-10,-4 8-258,3 10-39,-11 17-6,-2 13-33,-11 18-43,13-5 1,3 2 13,-6 19 6,12-21 1,4-2 5,10-2 11,4-9-6,9-8 23,6-6 39,16-9 5,-3-13-33,-2-5 56,-5-11 51,-11 3-12,1-8 11,-8 2 23,-5 4-22,-1 5-7,-2 7-44,-1 7-89,0 6-1,-1 5-44,-3 13 44,1-2 29,-3 21-35,3-2 12,2 20 0,8-7-22,8 4 22,4-21-34,15-1 12,3-12 0,15-2 38,8-10 7,-20-5 33,7-18-39,-31 6 27,6-18 7,-14 6-1,-3-11-5,-12-11 0,-2 6-12,-4 2 18,1 8 66,6 7-72,1 1-50,4 5 10,8 10-5,-1 6-5,12 2 16,5 5 0,21 11-5,0 6-18,10 11 18,-17-7-6,7 8 0,-8-6-17,14 11-5,-10-7-1,0-1 7,-15-11 21,-8-7 23,4-5-22,-10-5 22,14-14-28,-8-7-28,6-15 17,-9 5 39,1-7-6,-8 9 23,-1-7-23,-2 15 40,-3 4-57,0 13-27,0 2 16,0 9-5,2 9 11,1 14 11,2 10-11,-1-5-11,3 12-67,0-8-219,14 20 79,-4-20-502,4-10 0,3-3-1755,10-2-7356,13 6 8185,-20-20 0,-11-7 0,-12-4 0</inkml:trace>
  <inkml:trace contextRef="#ctx0" brushRef="#br0" timeOffset="445548">6260 7180 25433,'-2'-7'-4655,"26"29"-475,3 8 5130,-2-4 0,-2-2 0,-7-9 0,0-1 0</inkml:trace>
  <inkml:trace contextRef="#ctx0" brushRef="#br0" timeOffset="446438">6882 7450 19591,'0'-4'5203,"0"1"-4189,0 3-835,-33-62-123,18 47 5,-15-12 1,-3 7-34,8 33-2103,-13 16 0,-1 4 2086,8-1-11,0 3 0,3 1 848,14 0-848,8 4 0,19-11 6,16-11-1,12-9 29,4-14 3408,-1-7-3358,-7-10 96,-7-6 27,-9-3 34,-10-2 16,-6-1-38,-6 2-12,0 5-39,-2 8-79,1 9-94,0 5-6,-1 12 16,-1 9 12,-1 13-23,-2 9-50,0 7-112,1 3-229,7 0-410,10-3-644,12-5-828,15-8-1844,10-13-4194,6-12 3612,2-17 4705,-5-10 168,-11-14 5383,-14-8-633,-14-9-1737,-7-8-2297,-6 27 1,-1-2-154,0-1 0,-1 0-191,-1 1 1,0 0 388,-5-28-166,4 12-220,1 16-257,4 16-219,0 10-56,3 15 11,1 2 51,14 37-22,-3 2-44,-3-9 0,0 2 9,-4-2 1,-1 0-332,0 2 1,-1 0 305,-1 0 1,0-1-3,-1-2 0,0-1-120,-2-3 1,0-1 130,1 20 17,-1-16 67,-2-15 519,0-12-423,0-14 509,-1-10-611,-1-14 262,-1-9-289,1-8 10,8-1-10,7 0-12,11 4-3386,19 1 3352,-11 17 29,20 1-34,-16 19-39,10 8 11,-3 11-12,-4 14 18,-7 10 11,-6 5-34,-9 3 17,-8-3-6,-17-3-44,-18 0 5,1-21 0,-4-3 1385,-8 0 1,-3-2-1453,-5-4 0,-1-3-37,0-1 1,2-4-255,6-4 0,2-4-3580,-15-14 4011,22-7 0,19 12 0,8 8 0</inkml:trace>
  <inkml:trace contextRef="#ctx0" brushRef="#br0" timeOffset="447215">7784 7879 27225,'23'-35'82,"1"-1"1,-1 1 0,10-19-1,-4 2-68,-11 11 0,-5 0-1098,1-7 0,-2-3 1078,-2-4 1,-3-1 7,-1-2 1,-4-1 2,-4 3 1,-3 1 5,-2 6 1,-2 1 284,-3 9 1,0 3-246,-8-16 371,5 22-411,7 16-89,3 17 83,3 16-5,0 25 8,1-12 1,0 3-1,1 8 0,0 2-20,-1 6 1,2 1-12,2 1 1,4 2-1015,1-12 1,3 2-1,0-4 989,1 2 1,3-2-85,9 13 1,3-5-389,12 0 377,-15-23 0,0-2-58,18 6 106,-6-19 789,-4-21-677,-2-14 56,-5-14 22,-4-5 3380,-7 1-3155,-5 10 299,-5 11-507,-2 12-106,-2 7 27,0 4-21,0 5-1,4 4-6,6 6-33,11-1 56,10-3-16,9-5-7,7-5 57,12-13-45,-19 2 55,7-16 7,-27 1-62,-3-12 11,-10-7 16,-12-3 68,-12-3-50,2 17 44,-9 1 1,10 20-34,-3 2-57,-3 8-16,5 5-5,-6 12-6,5 9 44,-5 30-530,9-13 399,5-7 0,4 0-294,7 17-34,3-20 1,3 1-601,5-2 1,3 0 1025,10 0 0,0-4 0,4 5 0,2-8 0</inkml:trace>
  <inkml:trace contextRef="#ctx0" brushRef="#br0" timeOffset="447955">9079 7518 20078,'0'-9'1971,"0"-26"1,0-5-930,-3 8-838,2-7 1,-2 1 506,-6 13-515,5 17-157,-2 0-67,4 8 23,-2 9 22,-2 10-23,-1 4 11,3 9 1,0 1 11,1 0 0,1 29-15,15-28 1,4-2-3,3 4-3,1-3 1,4-1-21,16 2-33,4-2-1741,-18-11 1,-1 0 1572,6 6-146,-16-3 101,-20-14-1070,-31-5-352,-3-12-852,-21-11 364,11-14 914,9-9 1069,14 5 288,12 5 1,3-1 327,-1-2 786,3-3 0,0 1 737,3 3-195,-1-8-437,6 24-880,-2 10 300,2 4-624,-1 3 3291,-1 7-3325,-3 8 37,-4 15-110,2 0-90,-5 19-1129,4-16 1,-1 2 1218,-6 26 0,1-5 0,8-33 0</inkml:trace>
  <inkml:trace contextRef="#ctx0" brushRef="#br0" timeOffset="448172">9709 7785 24979,'0'0'0</inkml:trace>
  <inkml:trace contextRef="#ctx0" brushRef="#br0" timeOffset="451205">2596 9376 17736,'-10'-52'1365,"-1"1"0,1 4 0,-4 9-984,-15 15-185,-7 12-73,-6 18-39,-8 18-457,23-3 1,1 3 400,-3 6 0,2 2-9,0 4 1,2 2-15,2 0 1,2 2-23,3-1 1,3 0-1,4-4 0,5 0 176,6 24-187,20-16-3164,35-17 3175,-9-16-11,-6-11 0,1-5-230,16-12 288,-24 5 1,-1-1 533,18-16-334,-21 2-34,-18 2-51,-20 4 3116,-15 9-3250,-18 7 28,-14 17 58,24 1 1,0 2-73,-3 5 1,2 3-266,0 2 1,2 2 244,3-1 1,3 1-18,3-1 1,3 0-66,-6 24-29,12-3-242,14-1-413,15-5-1256,15-5-5606,18-6 7623,0-10 0,-24-12 0,-16-5 0</inkml:trace>
  <inkml:trace contextRef="#ctx0" brushRef="#br0" timeOffset="451621">2963 9726 12130,'13'-48'2670,"1"0"0,-3 6 0,-2 5-1528,-6 9-453,-4 12-543,-1 9-175,-1 11 120,-3 16-7,-9 36-84,3-10-254,0-7 0,-1 2 46,-5 11 14,7-19 1,0 0-395,-10 26-537,2-7-433,2-11 522,0-16 706,0-14 392,-2-20 380,-4-12 359,-4-13 252,-3-9 140,3-4-45,4-2-268,7 4 238,8 8-647,5 10-259,6 10-139,3 8-34,10 7-5,12 9-23,16 9-31,-16-3 1,1 3-1814,12 7 0,-1 2 1729,-12-7 0,0 1-296,11 10 0,-2 0-2048,6 15-1543,-18-16 1,0 1 3990,12 18 0,-16-17 0,-11-14 0</inkml:trace>
  <inkml:trace contextRef="#ctx0" brushRef="#br0" timeOffset="451881">1983 10496 16135,'-49'16'1228,"0"0"1,0 1-1,11-2-1009,24-5 313,11 4 151,30-7-140,29 0-378,-13-7 1,6-1-1018,3-5 1,5-1-1,-2-1 867,-13 3 0,-1 0 0,2-2-22,7-2 0,4-2 0,0 0 0,-2 1-107,1-2 0,-2 1 0,2 0-381,-6 0 1,3 0 0,0 1 0,0-1 494,0 0 0,1 1 0,-2 0 0,-5 1 0,12-2 0,-7 1 0,-8 2 0,-1 1 0</inkml:trace>
  <inkml:trace contextRef="#ctx0" brushRef="#br0" timeOffset="456555">5177 9890 19227,'0'-6'3612,"0"1"-2144,0 5-1491,6-45-38,-4 39 100,4-23 34,-6 73-62,0-8-9,0-4 1,0 1-3,-4 13 0,-2 11 6,-2-7-12,1-10 74,1-14 301,3-13 225,2-8-269,0-15-274,0-11-1,0-21-16,1-17-435,3 22 1,2-1 402,1-5 1,3 0-3,3-3 0,2 0 0,2 2 0,1 0 8,0 4 1,2 1-4,2 3 1,0 2-11,7-7-57,7 6 17,-13 25 34,9 3-39,-1 10 16,-1 8 796,-6 10-801,-9 6 16,-9 8 23,-25 11 6,2-12-6,-17 3 14,8-17 0,-1-1-254,-20 11 256,14-10 1,1-1 51,-7 2-1,16-11-56,15-6-5,7-3 10,5 1 35,5 2 16,11 4 223,12 2-284,14 2 0,15 1-20,-26-6 0,3 0-267,4 3 1,5 2 0,-4-1-159,-5-1 1,0 0-675,10 2 0,5 3 1,-7-4-2582,-12-3 0,-3-2 3694,11 1 0,-3 0 0,-1-3 0,-18-4 0</inkml:trace>
  <inkml:trace contextRef="#ctx0" brushRef="#br0" timeOffset="458671">6143 9904 14096,'-3'-3'6564,"1"1"-2464,2 2-3982,-47-31-281,35 24 51,-34-24 112,51 33 12,6 1-12,1 0 5,11 1 29,-3-5 39,6-4 50,-5-6 45,-4-14-107,-9 7 57,-5-15 5,-10 9 85,-9-9-146,1 11 78,-17-2-112,18 17-6,-16-1 0,12 12-44,-13 16 28,6 9 5,-2 19-22,13-9 5,6 12 0,14-10-8,8-11 0,4-2 3,26 16-326,-10-23 1,3-3 319,0-7 0,0-4 6,24 2 2,-17-10 1,0-4 19,7-10 6,-16 4 0,-2-4 33,5-17 1,-12-6-18,-10 7 57,-7-10 39,-7-1-6,-5 1 28,-3 1 635,-1 21-747,1 8-28,2 8-117,2 2 94,0 3 12,-1 10 12,0 1-24,0 7 12,2-9 12,0 2-24,1-9 52,0 2 55,0-5 594,0-1-645,0-3-4,0 1-12,0-2 0,0 2 16,0 2-38,0-2 11,-1 0 16,0-1-21,0 0 16,0-1-28,0 2 11,0-2 11,0 3 85,0 0-152,1 5 45,0 6 17,4 7-17,3 9-6,7 3-5,4 1-6,3-2 6,5-2 5,2-4 34,6-3-22,-10-7-1,-1-5 18,-16-6 83,-1-3-89,-4-2-6,2-19 23,-2-2-23,-1-20 6,0-2 22,1-4-22,0 10 39,5-9-39,-4 29-29,4-11-122,-5 25-56,1 0-79,7 14-246,8 7-208,14 11-213,8 7-329,5 2-556,2 3-4186,1-2 2344,4-1-986,4-4 468,-1-5 3251,-9-7 3955,-17-8-578,-15-5 4162,-16-13-3366,-4-2 2199,-5-8-4081,0 0-153,1 3-833,3 4 330,1 2-581,4 7-130,0-1-106,2 3 129,4 5 16,4 1-55,7 5 16,6-4-5,6-2 39,2-4 17,1-7-6,-3-6 40,-4-8-12,-7-7-34,-7-5 7,-9-4-7,-8 0 51,-5 4 6,-3 6-57,-1 8 7,0 8-29,-2 6-34,-3 11 23,-4 9-16,-1 11-12,1 9 0,4 5 16,9 4 35,10 2-29,15-2-61,14-3 28,14-4-12,13-9-201,5-9 235,-1-10 34,-7-11-12,-15-4 63,6-17 4,-18 0-27,6-13-62,-14 0 34,-3-5-6,-3-2 1,1-1 4,2 2-16,1 8 242,0 8-242,-1 9 0,0 9 0,4 4-45,8 9 34,10 6-6,7 13 0,2 11 34,-5 8-3,-20-15 0,-1 1-3,3 10 0,1 15-33,-8-24 16,4 6-38,2-9 38,-1-9 40,0-9-18,1-8 12,4-11 12,6-9-1,4-12-17,0-11 1,-4-7 21,-7-5 24,-8-3 27,-6 0-39,-5 12 145,-8-17-49,0 23 27,-4-9-77,2 23-102,3 13 0,2 6 0,1 5-24,0 12 41,8 10-10,5 21-7,11 12 0,-8-24 0,1 0-196,4 2 1,1-1 188,3 2 1,2-2-42,3 1 1,0-1-20,1-1 0,0-1-54,-4-2 1,-2-1-261,10 22-274,-23-6-1171,-31-4-1361,-7-11 2371,-22-3 1,28-17-1,-1-1 1</inkml:trace>
  <inkml:trace contextRef="#ctx0" brushRef="#br0" timeOffset="459237">8700 9909 26525,'22'-28'73,"14"0"-23,6 19-22,18-4-31,-28 6 0,0 0 15,28-9 10,-10-1 79,-13-3 95,-14-5-95,-12-4-51,-18-6 12,-11-4 5,-11 1 11,-2 7-27,1 12-40,5 10-11,0 16 11,-2 11 28,-3 14-39,0 12 0,4 9-225,10 7 180,12-28 0,4 0-134,6 1 0,5-1-353,7 1 0,6-2-1285,10 0 0,5-3 1817,14 2 0,0-4 0,-21-10 0,-2-3 0,0-1 0,1 0 0</inkml:trace>
  <inkml:trace contextRef="#ctx0" brushRef="#br0" timeOffset="460280">10979 9801 23164,'-16'-43'526,"0"0"1,0 0-1,1-7 1,-4 7-443,-9 18 0,-4 9 28,-19 6-34,4 18 1,-1 7-60,11-2 1,3 4-426,-5 6 1,4 3 417,0 12-4,15 4-8,9 4-11,4 12 6,17-3 16,12-7-34,22-7 29,-12-18 61,14-5 68,-20-18 33,7-10-12,-1-11 124,7-23-184,-13 10 105,8-20 629,-16 20-572,0-6 207,-7 13-219,-6 10-235,-4 12-50,-2 4-45,-1 6 73,-2 8 0,-2 12 16,-1 26-89,4-10-50,8 14-45,10-23-84,12-5-163,15-7 280,-11-10-106,16-9 79,-16-12-3286,13-18 3481,-16 5 45,1-17 84,-17 5-78,-3 6 84,-1-10 33,-5 18 34,0-1-61,-1 7 3268,-1 9-3577,0 4 146,-1 20 23,1 8-6,1 21-34,1 16 11,0-19-11,0 14 12,1-27 22,2 0 72,1-11 51,-1-12-56,4-17-67,-3-5 45,11-19 5,1-6-6,-3 8 1,2-2-1,3 0 1,0 1-176,-4 4 1,0 2 147,18-15 0,-12 22-18,0 6 7,4 4-29,-2 11 23,12 18-23,-11-2 6,15 21 6,-9 3-124,2 5-119,-15-20 1,0 1-1108,14 15-392,-6-12 1736,14 2 0,-26-22 0,8 3 0</inkml:trace>
  <inkml:trace contextRef="#ctx0" brushRef="#br0" timeOffset="461130">13471 9848 21528,'13'-51'1367,"0"0"0,-1 10 0,-3 4-594,-11-2-258,-2 19-280,1 2-319,-1 13 84,1 17 22,1 15-10,0 4 16,-2 23-23,1-22 1,-1 1-15,0 1 1,-1 0 8,0 4 0,0-1 0,-3 15-6,4-19 18,0-6 195,3-19-123,0-4-6,-2-30-39,-1-12-237,1 5 0,0-2 186,-2-20 20,2 4 1,0-1-3,1-6 14,0 9 1,1-9-1,1 5 5,0 5 1,1 3-10,0-13 1,1 3-3,2 20 0,3 6-30,10 6 27,25 4-11,-9 15 0,7 15 0,0 6 5,0 10-516,0 6 1,0 5 507,-14-4 1,-2 1-4,7 12 1,0 2-12,-3 1 0,-1 2-105,-6-12 1,0 1 0,-2-2-36,1 1 0,0 0-414,6 11 0,-2-1-4345,-7-10 1,-2-4-4916,7 16 9718,-3 0 0,-18-45 0,0-4 1</inkml:trace>
  <inkml:trace contextRef="#ctx0" brushRef="#br0" timeOffset="461297">13522 9844 22071,'52'-22'-104,"0"0"1,1 0-1,-1 0 1,-1-3-1,-3 1 1,1 6-3174,2 9 0,1 6 0,-9 1 1202,6-1 1,12 0 0,-51 3 0</inkml:trace>
  <inkml:trace contextRef="#ctx0" brushRef="#br0" timeOffset="463288">14363 9736 23730,'-11'-46'616,"0"1"0,1 5 0,3 9-548,9 18-40,5 9 0,8 13-17,10 9-34,8 12 23,1 8-5,-2 5-34,-7 0-29,-6 0 7,-8-5 50,-5-6 44,-10-8 51,-4-11 11,-8-8 1,-2-14 139,-3-20-162,8 3 72,2-20-33,11 12-50,8-6-29,9 7-33,11 7-50,8 9-79,7 8-162,4 5-224,5 6-298,3 3-408,3 1-515,0 0-403,-2-3 424,-9-1 1194,-11-4 891,-16-4 420,-12-6 482,-13-9 323,-6-4-59,-6-2-265,-1 0-342,2 3-290,4 4-235,3 4-248,5 6-172,3 5-7,6 7 34,8 8-11,13 12 6,12 11-6,7 8-192,-22-17 0,1-1 166,-1 0 1,-1 0-64,17 20 5,-12-7 33,-14-8 68,-16-8 39,-11-9 23,-10-7 21,-3-12 363,2-8-379,5-11-22,8-3-79,8-2-28,14 0-78,13 4-308,27 3-82,-18 17 0,2 3-67,2 1 1,2 2-543,1 3 1,-1 2 104,-2 0 1,0 0-1782,11 0 0,0 1 2585,-14-2 1,0-1 44,13 1 0,-2-2 384,4-6 753,4-4 622,-17-8 117,-14-5-111,-11-2 103,-9-2-776,-9 1 3038,-10 4-3649,-10 6-49,-21 8-169,2 14-28,1 4-34,7 16-33,17 1-17,0 12 17,11 1-22,6-2 22,9-3-11,7-7 11,11-7 33,10-9 1,4-6 16,5-14 34,-2-7 28,-4-10 56,-9-6 51,-7-6 369,-10-12-235,-7 14-269,-2 3-34,-3 22-84,1 9-27,-1 14 50,0 0 39,0 37-45,6 3 17,1-22 0,2 1-34,15 25 23,9-20-73,20-5 62,-12-14 10,19-6 12,-23-16 28,8-14-16,-13-8 27,-4-12-22,-14 9-1,-5-8 18,-4 8 0,0-4-34,-2 9-51,2 11 18,-2 7-7,3 10 52,2 6-7,6 9-5,5 2-5,6 1-18,7-4-10,4-4-12,4-6 17,4-5 22,0-9 34,6-11 0,-11-11 0,-5-2 34,-10-12-3353,-8-6 3335,-2 9 164,-1-17-18,-8 36-99,1-4-91,-2 16 0,-1 8 0,0 25 0,-1 19-272,0-6 1,0 5 271,0 5 0,0 1 0,0-8 0,0 1 0,3 12 0,4 1-146,4-7 0,2 0-42,1 0 1,3 2-1953,10 3 0,6 4 1,-1-5 2139,-1-2 0,1-3 0,-7-10 0,1 1 0,-3-6 0,8 10 0</inkml:trace>
  <inkml:trace contextRef="#ctx0" brushRef="#br0" timeOffset="463955">4667 10896 10652,'-56'1'595,"0"-1"0,0 1 0,0 0 0,-1-1 0,4 1 0,2 0 1,2-1-1,-2 0-327,-4 0 1,-2 0 0,2-1 0,9 0-121,0-2 1,4-1-245,-13 0 1,16-4 837,41-6-809,51-2 56,-5 7 0,6 1-893,-7 3 1,3-1 0,-1 1 929,-5 1 0,0 1 1,4 0 89,0 0 1,4 1 0,3 0-1,1 0 1,0 1-151,3-1 0,0 1 0,2 1 0,-1-1 1,0 1 138,0-1 0,-1 0 0,0 0 1,2 0-1,2 1-165,-8 0 0,2 0 1,2 1-1,0-1 0,0 1 1,-2 0-1,-2 0 187,10 0 1,-3 0 0,0 0 0,0 0 0,4 0-236,-7 1 1,2-1 0,2 0 0,0 1 0,2-1 0,0 1 0,-1-1 141,-4 1 0,1-1 1,-1 0-1,2 1 1,-1-1-1,1 0 0,0 0 1,1 0-45,-4 0 0,1 1 0,-1-1 0,1 0 0,1-1 1,0 1-1,0 0 0,0 0 0,1 0 16,-4 0 0,0 0 0,1-1 0,0 1 1,0 0-1,1 0 0,0-1 0,0 1 1,0 0-1,0-1-2,-2 1 1,-1 0-1,1-1 1,0 1 0,0-1-1,0 1 1,0-1-1,1 1 1,0-1 0,0 1-1,0-1 0,2 1 0,0-1 0,0 1 0,1-1 0,0 0 0,-1 1 0,1-1 1,1 0-1,-1 1 0,0-1 0,1 0 0,-5 1 1,1-1 0,0 0-1,1 1 1,-1-1 0,0 0-1,1 0 1,-1 1 0,1-1 0,0 0-1,0 0 1,-1 1-1,2-1 0,0 0 0,0 0 0,0 0 1,0 0-1,0 0 0,0 1 0,0-1 1,1 0-1,-1 0 0,0 0 0,0 0-3,1 0 1,0 0 0,0 0 0,-1 0 0,1 0 0,0 0 0,0 0 0,0 0 0,0 0 0,-1 0 0,1 0 0,0 0-2,-1 0 1,0 0 0,1-1 0,-1 1 0,0 0 0,1-1 0,-1 1 0,0-1 0,0 1 0,0 0 0,0-1 0,0 1-1,-1-1 1,0 1 0,0-1 0,0 1 0,0-1 0,0 1 0,0-1 0,0 0 0,0 1 0,-1-1 0,1 0 0,-1 1 3,5-1 1,-1 0-1,0 0 1,1 0 0,-1 0-1,0 0 1,-1 0 0,1 0-1,0 0 1,-1 0 0,1 0-8,-3 0 1,1 0 0,-1 0 0,-1 0 0,1 0 0,0 0 0,0 0 0,0 0 0,0-1 0,1 1 0,1 0-96,-1 0 0,1-1 0,1 1 0,1 0 0,0-1 0,0 1 0,0-1 0,-2 1 0,0-1 0,-1 1 0,-3-1 0,-1 1-161,8-1 0,-2 1 0,-3-1 0,-1 0 0,0 1 0,-1-1 0,2 0 0,1 0 259,-1 1 0,4-2 0,1 1 0,1 0 0,-1 0 0,-3-1 0,-4 1 0,-6 0 0,-8 0 0,12 0 0,-12 0 0,1-1 0,-1 1 0,0 0 0,0-1 0</inkml:trace>
  <inkml:trace contextRef="#ctx0" brushRef="#br0" timeOffset="464588">17791 9327 13100,'3'-8'5030,"0"2"-3354,7-22 1,1-6 159,-5-1-1360,3-5 1,-1 2-320,-11 14 478,-4 11-568,-1 10 207,-6 2-269,-14 16 891,7-3-873,-18 32-29,23-21-1707,3 13 1,2 0 1717,6-9 18,11 31 5,6-43 67,11 0-22,-8-10 100,5-10-5,-3-5 3319,4-9-3403,-1-5 45,2-17-90,-8 10-190,0-10-95,-11 25-801,-6 4-5238,-19 22 5437,0 3 0,-3 1 0,12-4 0</inkml:trace>
  <inkml:trace contextRef="#ctx0" brushRef="#br0" timeOffset="464881">17966 9880 24822,'58'22'220,"1"1"1,-6-3-1,-8-6-102,-11-12 293,-10-3-137,-14-5-47,-4-12-182,-10-4-24,-9-10-32,-2 9-71,-8-2-1577,-12 9-8172,-4 4 8171,2 6 0,16 7 0,14 0 1</inkml:trace>
  <inkml:trace contextRef="#ctx0" brushRef="#br0" timeOffset="506163">4068 13163 13782,'19'-54'2156,"1"0"1,-4 4 0,-10 4-1424,-32-3-95,-7 5 23,3 18 1,-1 3-489,-4-1 23,-22 0-22,21 41-135,2 7-14,8 6 1,2 3-4,-3 12-11,9-8 0,2 2 1,0 13-7,9-20 1,2 0-1,5 23 1,22-4 22,-3-21 106,23-5 12,-7-21-12,13-12 34,1-13 17,-5-16 22,-19 3 1,-3-3-113,-7 7 0,-2 0-145,2-10 1,-4 0 178,-2-10 51,-5 10 38,0 13-167,-3 14-23,0 7-124,-1 6 108,-2 16 271,-2 21-266,1 1-17,0-6 0,0 1-22,1 15 16,0 12 0,9-4 18,5-6 4,12-7-10,8-9 11,11-9 22,17-12-22,-16-9 19,-11-9 1,-3-4 35,-2-12-27,1-5-17,-16 0-1632,-9-8 1,-2-1 1631,0-2-23,-1 1 1,0-2-2241,-1-13 2252,-1 18 0,3-25-11,3 26-6,4-4 11,3 8 2252,6 3-2263,-3 12 3386,11 0-3408,-4 9-6,15 9 16,-4 9 12,3 16-5,-16-2 5,1 20 17,-8-4-6,2 12-6,-7-24 1,0-2-17,3 10 0,9 12 16,-8-33-10,12 11 16,-2-19 11,9-1-11,2-7 62,9-15-56,-15 1 33,7-18 6,-18 2 0,3-25-33,-8 15 2,-5 2 0,-2 2-2,-1 3 55,0-22 0,-5 21-16,-1 3-17,0 2-45,0 17 11,2 3-28,1 4-67,0 2 73,6 0 22,10 0 6,15 0-17,13 4 0,-5-1 0,11 6-22,-1 3 16,-7 0 0,-10-1 1,-1 2 5,2 7 0,4 4 0,-10 18 0,-17-18 0,2 37-11,-9-23-34,-1 18-90,0-21-4932,13 16 3667,-2-25 946,16 0 0,2-3 1,-11-10-1,23 5 1</inkml:trace>
  <inkml:trace contextRef="#ctx0" brushRef="#br0" timeOffset="506363">6039 12998 19294,'-4'-2'4167,"0"0"-4016,4 2-1052,51-36 60,-20 26-2242,23-9 0,4 4 2020,-3 18 0,7 0 0,-39 1 0</inkml:trace>
  <inkml:trace contextRef="#ctx0" brushRef="#br0" timeOffset="506518">6279 13290 25102,'2'19'-1835,"8"-7"1,33-23 0,-16 3-1</inkml:trace>
  <inkml:trace contextRef="#ctx0" brushRef="#br0" timeOffset="507163">8404 12776 23399,'-9'-43'728,"-1"0"1,2 4-1,-3 9-633,-8 18-61,-6 6-34,-10 2 0,-13 6 0,-14 5-397,25-2 1,-2 1 407,-3 2 1,-2 1-10,0 0 1,-1-1 0,3 1 0,2-1-36,6-2 1,3 1 54,-14 1-5,18-3-68,13-1 23,5 4 40,3 8 796,-2 13-791,2 0-6,2 33-5,4-11-250,0-12 1,1 1 254,0-5 0,1 0 6,-1 0 0,1 1-6,-1-1 0,0-1-3,-1 1 1,1-1-23,-1-1 0,0-1 25,0 27-22,4-6-1,6-9-3170,23-1 3182,-5-18-101,1-12 0,3-3-1499,30-6-1725,-18-4 1,2-2 3324,-2 0 0,-3-2 0,15-3 0,-23 2 0</inkml:trace>
  <inkml:trace contextRef="#ctx0" brushRef="#br0" timeOffset="507628">9318 13143 21786,'-4'-47'941,"0"1"0,0 0 0,-1-16 0,0 7-493,2-1-140,2 19-140,-1 16-190,2 12-40,0 11 74,0 14-1,1 18 25,-1 3 1,0 3-26,-2 20-450,-1-10 0,-1 1 293,-1-15 0,-1-1-588,0 9 0,0 2-3094,1-2 0,1-2 3828,2-6 0,1-3 0,1 9 0,1-21 0</inkml:trace>
  <inkml:trace contextRef="#ctx0" brushRef="#br0" timeOffset="507845">9951 13259 22859,'0'-3'2436,"0"1"-2084,0 2-403,-40 46-666,23-13-4199,-8 8 1,3 0 2848,13-6 0,3-3 0,6-26 0</inkml:trace>
  <inkml:trace contextRef="#ctx0" brushRef="#br0" timeOffset="508445">10704 12915 23511,'14'4'510,"-3"3"-280,-16 11-29,-4-1 18,-9-3-1,-7-4-22,-4-4 39,-3-10 40,1-6 11,1-19-191,11-6-33,5-14-51,14 13 11,13-8 34,18 9-50,-4 6-6,24-1 5,-27 22 1,20-1-17,-14 17-3404,18 20 3415,-16 0-182,-7 6 1,-4 4 192,-7 18-8,-5-22 0,-3 1 5,-11 2 0,-7 0-1106,-15 5 0,-4-2 1089,7-6 1,-4 1-7,-11 2 0,-6 3 0,5-7-116,10-10 1,1-2 135,-6 4 1,-3 0 0,4-4 72,-16 0 2191,-5-16-2152,31-26 237,19-13-343,26-9 0,6 17-11,15-1-5,-1 13-43,-1 7 1,0 2-32,10 2 1329,-9 5 1,-2 2-1671,-7 3-1339,29 9-3271,-1-2 5030,-26-7 0,-2 1 0,12 1 0,-18-4 0</inkml:trace>
  <inkml:trace contextRef="#ctx0" brushRef="#br0" timeOffset="508638">11429 13246 20336,'0'-3'4217,"-1"1"-7805,1 2 3588,-32-21 1404,22 28-1617,-28 1 227,32 32-2585,0 11-1216,4-16 3787,7-1 0,-6-25 0,3-4 0</inkml:trace>
  <inkml:trace contextRef="#ctx0" brushRef="#br0" timeOffset="509162">11914 12933 22890,'4'-51'679,"-1"1"1,6-4-1,3 10-656,5 24 21,22-12-21,-17 20 10,30-4-16,-16 11 6,15 2-23,-13 13 16,-2 7 1,-10 4 0,9 26 5,-16-7-22,-8-11 0,-2 2 23,-4 20 50,-16-3-23,-2-13 191,-28 3 45,8-21 145,-16 2 56,14-14-106,6-9-123,8-3-107,7-7-56,8-2-44,5-2-63,3 4 24,14-4-46,7 10 34,14-1 17,-4 8-23,21 16 12,-19 6-23,16 16 0,-19 1 28,-7 2-55,-12-1 32,-11-3 24,-16-2-91,-18-2-240,-16-4-588,-10-5-1227,1-6 2134,10-8 0,22-5 0,11-4 0</inkml:trace>
  <inkml:trace contextRef="#ctx0" brushRef="#br0" timeOffset="509361">12771 13055 24615,'3'52'-428,"0"0"1,-1-4-1,-2-6 428,-12-3 0,4-19 0,5-2 0</inkml:trace>
  <inkml:trace contextRef="#ctx0" brushRef="#br0" timeOffset="509812">13483 12618 24363,'0'-4'2291,"0"0"-2039,0 4-219,-17 52 12,2-7-429,-1-1 1,0 3 389,4-11 0,1-2-12,2-1 0,0-1 175,-1 24-174,7-10-1,11-13 17,8-12 12,11-10-7,8-16 24,8-12-1,4-15-1417,-23 12 1,0-2 1391,-1-2 0,0-1 2,-1 2 1,0-1 45,16-16-17,-8 12-23,-10 11-5,-9 10-11,-6 11 10,-1 12 3393,-3 14-3409,1 13 23,-7 11-29,-2 4-354,-7 2-10,1-2-879,4-1-1932,5-1 2358,13-3 1,-5-23 0,6-7-1</inkml:trace>
  <inkml:trace contextRef="#ctx0" brushRef="#br0" timeOffset="509988">14187 13239 26340,'-28'56'-2711,"15"-25"0,3-2 2711,2 4 0,5-5 0,3-19 0</inkml:trace>
  <inkml:trace contextRef="#ctx0" brushRef="#br0" timeOffset="510587">15011 12677 26878,'8'-33'56,"1"1"0,-14-15-45,-16 51 6,-19 4 16,14-3 1,-15 2-23,15-1 6,-9 0-23,17 0-5,-5 2 5,3 4 18,-1 2-7,0 5-5,2 4 11,-1 9 1,3 4 27,1 6-28,4 1-11,1-1 6,1 0-1,2-6 18,0-6 5,2-6 0,1-9 78,2-6 118,2-5 106,1-3-50,2-6-184,4-8-74,6-12-22,8-11 11,7-2 17,6 4-22,6 9-1,4 10-36,-10 13 1,-1 3 24,9 3 1,10 10-7,-25 9 1,-3 9 11,1 11 6,-8 5-1,-8-1-66,-17 8-12,-2-18-442,-24 9-1053,-3-22-2572,-15 1 3292,5-11 0,17-7 0,14-6 0</inkml:trace>
  <inkml:trace contextRef="#ctx0" brushRef="#br0" timeOffset="511046">15727 12488 20319,'0'-3'3355,"0"1"-2353,0 2-901,75-39-56,-34 26-2850,15-9 0,1 3 2827,-10 15-5,2 2 1403,-24 2-1420,-6 2 62,-11 2-29,-2 1 258,-3 21-218,-2-11 911,-1 25-923,0-18-2172,0 32 2172,0-22 837,1 9 0,-1 1-837,1 1 29,0 8 0,0 2-34,-1-3-167,-4 5 1,-2 2 135,1-23 1,-2-2-10,-4 15 1,-2 0 0,-1-9 0,-1-3-26,-3 1 1,-1-3-48,-15 19-174,10-23 1,-4-2-1264,0-6 0,-2-2 1493,-4 3 0,1-2 0,0-1 0,19-13 0</inkml:trace>
  <inkml:trace contextRef="#ctx0" brushRef="#br0" timeOffset="512104">9148 14391 21119,'3'-7'3686,"-1"2"-3322,-2 5-353,0 0 17,5 6-5,-13 23 5,0 14-23,-2-12 1,-1 3-23,0 1 0,1 0-50,-1-1 0,0 1-217,1-1 0,0 0 105,-1-3 0,0-2-50,-10 20 189,-1-15 91,-1-15 10,-4-15 29,-9-16 50,-10-11 50,-6-10-304,26 15 1,1-1 398,-18-19 332,12 4-292,12 7-118,11 11-179,5 8-34,5 11 17,1 4 454,9 14-459,6 5-6,10 10 5,9 3 6,10-2-163,-19-19 0,2-2 163,3-2 0,1-2 9,1-1 0,0-4-4,-2-1 1,-1-2 22,26-4-16,-9-7-40,-8-4-515,-8-3-96,-16 5-2368,-6 2 2996,-12 6 0,1 0 0,-1 1 0</inkml:trace>
  <inkml:trace contextRef="#ctx0" brushRef="#br0" timeOffset="512511">9092 15712 25489,'-24'-45'336,"-1"0"0,4 5 0,0 10-291,-2 21-23,-10 22-5,9 6-12,-7 20-21,18 1 4,5 7-3396,17 14 3436,-1-19-40,20 13-16,0-22 34,14 4-12,-11-16 1,-1 0 38,7 5-33,-2 4 23,-45-17-29,-23-4 12,-21-4-307,18-5 0,-1-1 189,-2-3 0,-1-2-888,-6-6 0,3-2 9,-14-10 991,28 6 0,5 0 0,12 6 0,4-1 0</inkml:trace>
  <inkml:trace contextRef="#ctx0" brushRef="#br0" timeOffset="513396">15056 13982 26133,'-20'-16'-6,"8"0"9,1 48 0,3 17-17,4-16 0,2 1-339,-2 10 1,2 1 332,1-1 1,2 0-21,0-4 1,-1-1-9,-2 0 1,0-4 47,-4 8-3821,-28-8 3838,10-29 273,-9-12 0,0-5-246,1-5 20,0-12 1,3-3 2,9 0-8,6 2 0,2 0 131,7-2 237,4 0-315,3 13 3080,1 9-3231,0 7-22,3 13 66,0-2 622,11 22-610,11 12 0,7 4-17,3-1 17,7-7-12,-5-14 6,11 1 6,-2-11-11,10-10-1,-11-8 15,-4-2-82,-16-1-4243,-20 5 3134,-6 4 832,-24 14 0,12-9 1,-9 7-1</inkml:trace>
  <inkml:trace contextRef="#ctx0" brushRef="#br0" timeOffset="514721">14810 15462 20464,'2'-3'3619,"-1"1"-2185,-1 2-1434,21-35 22,-13 30-11,33-12 1,-15 38-7,11 6 6,0-8 1,-11-11 21,8-7 6,-8-11 12,4-6 66,-7-18-49,-12-2 4,-10-11-21,-6 14 66,-10-8 40,-3 10-123,-1 5-45,-2 8-1,0 17 7,3 7-1,-8 14 23,-3 18-23,6-6-2,6 1 0,2 1-26,6 8-5,-3 10-152,15-3-313,13-11-222,5-12 1,5-1 81,1-6 0,4-3-278,9 0 0,2-3 513,-2-7 0,-2-4 225,22-4 184,-21-7 0,-3-5 330,6-14 14,-13 5 1,-4-2 591,5-23-438,-12 10 505,-2-6 206,-5 8-693,-1 3-152,-3 6-202,-4 17 428,-2 6-590,-1 6 0,0 9 11,0 12 11,0 25-22,-2 2 6,1 11-1,-1-21 7,3 7 10,1-24 34,1 3 62,1-18-34,3-14-45,4-9-22,1-4-1674,4-8 0,2-2 1674,-1 2-12,3-2 1,2 0-7,9 5-5,11-1-16,4 11-23,0 11-28,-2 11-72,-3 9-91,-4 11-88,-5 6 105,-8-6-677,12 15 67,-4-17-274,17 11-169,4-13 90,7-5 2223,-28-12 0,0-1-1192,2-2 0,-1-2 210,-1-1 0,0-3 385,26-9 430,-7-9 279,-10-11 24,-10-9-679,-11 7 790,-3-21-649,-11 22-269,-9-10-208,-18 24 422,-22 12-531,12 8 1,-2 3-24,-4 2 1,-1 2 12,7 0 1,0 2-50,-5 7 1,3 4-46,4 9 34,-1 14 6,35-13 0,18-6 5,19-10 6,11-10 17,6-13 11,-3-11 0,-7-17-857,-10-14 829,-14 2 81,-11 1 1,-3-4 24,-4 11 1,-1-1 33,3-18 0,0-2 30,-3 11 1,-1 1 0,0 5 0,-1 3-2945,2-23 3026,-2 21-140,-3 22-135,0 13 46,-4 48-7,-2 13-13,1-4 0,-1 4-164,0 2 1,-1 1-6,2-14 0,0 0 0,0 1-503,0 2 1,0 1 0,0 0 668,1 4 0,0 1 0,1-5 0,-1-4 0,1-3 0,1-5 0,0 1 0</inkml:trace>
  <inkml:trace contextRef="#ctx0" brushRef="#br0" timeOffset="515862">9866 16471 22285,'-14'31'551,"1"-1"1,-8 19-483,19-9 0,6 6 0,2-2-1170,4 4 0,3 0 1125,2-1 1,3 1-1,2-3-13,6-1 1,9-5 28,0-11 1,8-1-1,3-2 1,-1-4 0,9 1 0,1-5 0,5 1-580,-10-4 1,5 2-1,1-1 1,1-1-1,0-2 623,-2-3 0,0-2 0,0-1 0,1-1 0,1 0-207,4-1 1,0-1 0,2-1 0,0 0 0,0-2 154,-7-1 1,0-1 0,1 0-1,0-1 1,0-1 0,1 0-236,2-1 1,1 0 0,1-1-1,-1 0 1,1-1 0,0 0 217,-7 0 0,0-1 0,0 0 0,0 0 1,1-1-1,-1 1 0,1-2-99,0 1 0,1-1 1,-1 0-1,1-1 0,-1 0 1,0 0-1,1 0 90,-1-1 1,0 0-1,1 0 1,-1-1-1,0 0 1,0-1-1,-1 1 2,0-1 0,0 0 0,-1 0 0,1-1 0,-1 0 0,-1 0 0,1-1-3,6-2 1,-1 0 0,1 0-1,-2-1 1,0-1 0,-1 1-2,-3 0 1,-1 0 0,0-1-1,-1 1 1,-1-1 0,-1 0 2,4-3 1,0 0 0,-2 0 0,-2 0 0,-1-1 6,4-4 0,-2 0 0,-3-1 0,-3 2-3,0-1 0,-4 2 0,-4-4 300,-1-4 0,-3-4 1,-7 2-251,-9 4 1,-3 0 642,4-11 0,-8 1-744,-26-10 18,-1 24 2063,-17 9-2055,5 26 0,-3 7 11,0 1 0,-2 3 979,-19 11 0,-3 5-982,20-10 1,0 1 0,0 1-9,-3 3 1,0 0 0,-2 1-338,-1 1 1,-1 1 0,-1-1 320,-2 2 0,-2 0 1,-1-1-561,-3 1 1,-2-1 0,-1-1 561,10-6 0,-1-1 0,-1 0 0,-1 0-12,-3 0 1,0 1 0,-2-2 0,0 1 11,-3 1 0,-1-1 0,-1 0 0,0 0 14,10-5 1,0 0-1,0 0 1,-1 0-1,1 0 0,0-1 1,0 0-1,0 0 1,0-1 0,1 0 0,-9 4 0,0-2 1,0 1-1,2-2 4,4-1 1,1 0 0,0-2 0,2 0-278,-9 3 0,2-2 0,-2-3 293,6-4 0,-2-2 0,0-2 0,3-2 8,-2-2 0,2-3 0,-2-2-90,4-1 0,-3-1 0,1-2 1,3-3 83,0-5 0,2-2 1,1-2-1,2 0 0,0 0 1,3-2 149,-11-8 0,6-2-2301,14 4 0,8-1 2142,8-12 0,16 17 0,8 12 0</inkml:trace>
  <inkml:trace contextRef="#ctx0" brushRef="#br0" timeOffset="518172">8995 11934 17553,'-52'-2'554,"0"-1"1,0 1 0,-14-2 0,13 2-482,27 2 133,26 1 326,27 2-283,3-1 1,7-1-158,20 1 0,9-1-1235,-9-2 0,4-1 1,3 0 1136,-8 1 0,3-1 1,1-1-1,1 0-275,-7 0 1,0 0-1,1-1 1,1 1 0,0-1 280,4 0 0,-1 1 0,2-1 0,-1 0 0,1 0 2,1 0 0,1 0 0,0 0 1,-2 0-1,-2 0-7,3 0 1,-4 1 0,0 0 0,3-1-28,0 0 1,4 0 0,0 0 0,-3-1-1,-5 1-327,3-2 0,-6 0 0,2-1 401,-3 1 0,3 0 0,-2-2 0,-8-1 128,2-5 0,-11-3 59,-6-20-83,-45-5-68,-6 20 1,-7 1 538,-8-2 1,-5 1-422,-7 1 0,-3 2 50,-3 0 1,0 2-4,1 1 1,1 2 869,5 2 0,4 1-937,8 3 1,4 0 1754,-7 0-1976,21 3-197,12 4 102,11 0 201,28 12-49,-2-3 111,7 3 1,3 3-130,-4-1 0,1 0 3,12 6 1,2 1-7,-2 3 1,-1 1-23,-5 2 0,-4 1-14,-8 0 1,-6 2-12,-8 1 0,-9 0-395,-14 2 0,-8 0-1809,-12 4 0,-5-2 2260,-6-1 0,0-3 0,8-8 0,3-3 0,-8 4 0</inkml:trace>
  <inkml:trace contextRef="#ctx0" brushRef="#br0" timeOffset="518622">13673 11519 5739,'0'0'0</inkml:trace>
  <inkml:trace contextRef="#ctx0" brushRef="#br0" timeOffset="519212">16095 11431 20744,'-47'-13'347,"-1"0"0,1-1 1,0 2-1,0 2 1,0 3-190,2 8 1,0 4 0,0 1-1199,0-2 1,0 0 0,1 2 1069,-1-1 0,0 2 0,-1-1 16,-5 1 1,-1 0 0,0 0-4,3-1 0,1 0 0,-5 1-19,5-2 1,-4 1 0,-2 0-1,1 0 1,1 0-16,-5 0 1,2 0 0,-1 0 0,0-1-579,-7 2 0,-3-1 0,3 1 0,6-1 574,7-1 1,5-1 0,0 1 7,1-1 0,0 1 0,5-1 432,0 0 0,2 0-426,-4 0 1,1-1 42,-18 0 33,26-1 1138,13-2-1188,16 0 3193,3-3-3412,4-6 302,6-9-212,13-9 61,1 6 1,2 2 22,13-10 3,-5 9 0,2 2 19,11-5 29,8-3 212,-10 3 34,-21 8-157,-9 4 45,-14 4-174,-15 1-50,2 3-17,-40 2 61,-1 14-402,21-7 1,-2 2 387,-6 7 1,1 3-9,9-2 1,2 2-18,-6 8 0,2 2 6,-5 18-5,15 5 13,19-20 53,12 1 12,7-8-17,17 3-1853,1-14 1,6-3-1114,2-2 0,2-2 2938,9 0 0,-3-2 0,10-2 0,-25-1 0</inkml:trace>
  <inkml:trace contextRef="#ctx0" brushRef="#br0" timeOffset="523429">17535 12777 20649,'21'-24'-1100,"0"0"1,13 2-1,4 6-2264,4 12 1,3 6 2231,4-1 0,-3 0 0,15-1 0,-29 3 0</inkml:trace>
  <inkml:trace contextRef="#ctx0" brushRef="#br0" timeOffset="523578">17571 12970 21254,'-41'7'526,"0"0"1,1 0 0,17-3-695,36-6-280,25-4-1003,-2 0 0,4 0 742,4-1 1,-1 1-1,-9 0 1,-4 1-1,11 0 1</inkml:trace>
  <inkml:trace contextRef="#ctx0" brushRef="#br0" timeOffset="524172">19190 12445 20469,'-34'-29'350,"-1"0"0,1 0 1,-14-12-1,5 9-249,2 17-45,-1 3 390,-2 3-440,-2 4-6,1 6-34,4 6 289,6 6-261,8 9 157,5 6-135,3 8 24,1 10 27,1 8-17,9-23 1,0 0 49,1 3 1,0 1 3,0 1 0,2 1-1552,1 7 1,0 0 1503,0 16-1094,7-10 0,3-3 1071,1-7-5,4-4 0,2 0 11,9 5-16,7 8-29,5-4-1567,9 0 1405,-12-16-739,18 0-2552,-10-21 3459,5-1 0,-16-6 0,-11-1 0</inkml:trace>
  <inkml:trace contextRef="#ctx0" brushRef="#br0" timeOffset="524811">19657 12589 20274,'-1'-3'3047,"0"1"-2705,1 2-286,-10-12 0,6 11 84,-15-5-12,1 11-4,-9 1-24,-7-3 80,-9-8-46,11 0-50,4-3 67,15 2-33,8 4-62,2 1-95,2 1-12,0 0 79,-3 12-11,-1-2 17,-6 21-18,-2-1-10,-4 12 11,-6 12 16,4-10-16,1-3 56,4-11 39,5-12 174,-1-1 129,5-8 128,2-5-90,3-4-391,4-9-28,1 0-34,14-13 11,2 7 28,15-2-39,-8 9 0,16 3 6,-1 3-18,-10 4 1,0 1 6,14 2 5,-11 6 0,-2 2-6,-7 4 17,18 21-11,-26-6 6,0 19-12,-13-8-27,-15 3 5,-7-20-135,-21 1-268,-4-8-636,6-9 0,-2-1 1067,2-3 0,1-2 0,-17 1 0,20-6 0</inkml:trace>
  <inkml:trace contextRef="#ctx0" brushRef="#br0" timeOffset="525578">22864 12781 20184,'-3'-55'1394,"1"-1"1,-1 5 0,1 8-723,-2 12-190,1 9-269,1 9-190,0 13 5,-1 8 28,-3 23-34,-2 14-8,1-12 0,0 3-2129,-2 3 1,-1 2 2122,-1 3 1,1-2-4,1-8 1,1-1 293,-2 11 0,0-2-288,1 6-5,-2 12 61,6-32 246,1-15-111,2-7 3374,1-17-3537,1-10 425,1-20-425,0-14-33,1 11 0,0-1-6,1 4 0,0-1-375,2-13 1,0 0 393,0 20 1,-1 1-1,1 1 1,0 3 36,1-1 0,-2 14-62,-2 9-173,-2 6 140,0 17 0,0 11 597,0 23-1336,-2 13-704,0-26 1,0 2-3435,-2 0 1,0-1 2539,-2 18 1,1-20-1,4-25 1</inkml:trace>
  <inkml:trace contextRef="#ctx0" brushRef="#br0" timeOffset="527012">10944 13739 17496,'-3'-3'3114,"1"0"-2823,2 3 258,0 12-247,11 14-190,-1 5 39,9 1 1,2 2-51,5 2-350,10 5 1,4-1 366,2-5-12,3-9 0,12 3 1,-6-5-686,-14-9 1,1-2 606,18 5 0,8 0 0,-4-3-832,1-4 1,0-3 818,-8-2 0,3 1 0,-3-2-12,-9-1 1,-2 0 0,2-1-151,7 0 1,2-1 0,2-1 144,-6-1 1,2-1 0,-1-1-1,-2 1-176,1 0 0,-3 0 0,3-1 176,3 0 1,5-2-1,-1 0 1,-6 0 15,10-5 0,-6 1-9,2-1 1,2-1 18,-3-3 1,3-1-1,-6 1-13,-10 1 0,1-1 10,0-2 0,7-3 0,0-1 0,-7 3-4,-3-1 0,0-2 36,0 0 0,6-5 1,0 0-1,-7 3 31,-3 1 0,-2-1 183,9-8 0,4-3 0,-7 3 762,3-7-603,-9 4 0,-6-1-79,-14 6 1398,-3-8-1739,-15 14 503,-3 9-957,-5 2-2732,-6 9 3180,1 3 0,1 0 0,9 2 0</inkml:trace>
  <inkml:trace contextRef="#ctx0" brushRef="#br0" timeOffset="527827">20143 13156 16185,'1'-3'4895,"-1"1"-3018,0 2-1832,21-21 22,-16 21 0,13-7-184,-28 31-533,-11 10-1305,-11 5-6413,-4 3 7520,5-8 0,13-11 0,9-12 0</inkml:trace>
  <inkml:trace contextRef="#ctx0" brushRef="#br0" timeOffset="528288">20503 12756 21534,'3'-39'1397,"0"0"1,2-23-1448,-5 62 94,-5 12 29,-5 12-45,-8 16 0,-6 10-28,-1 2-5,5 0-7,7-5 7,7-5 10,12-8 68,3-15 11,2-7 146,6-14-73,3-10 33,20-19-112,-10 5 74,14-19 22,-18 15 5,4-3 34,-7 7 5,-8 10-50,-7 8-201,-5 6 10,-2 2-27,-1 7 78,0 9-28,-1 13-90,-3 23-212,-1 0-297,-1 2-472,-4 0-1466,3-8 2537,1 15 0,2-27 0,4-4 0</inkml:trace>
  <inkml:trace contextRef="#ctx0" brushRef="#br0" timeOffset="528488">21030 13200 24228,'-45'16'-4564,"7"10"3148,34-3 1,2-4 0,1-8 0</inkml:trace>
  <inkml:trace contextRef="#ctx0" brushRef="#br0" timeOffset="529221">22182 12789 22218,'-26'-4'140,"0"4"134,9 7 12,-8-1-57,-4-1 79,-2-7-128,10-2 402,-7-11-196,13-1-89,-2-10-84,10 1-73,6-1-50,5 2-74,2 6 1,8-1-11,-3 10-40,6 0 17,1 8 23,-3 5-12,8 6-5,5 16 6,0 3-1,2 12 12,-11-4-12,-7-7-5,-9 9-28,-25 8-45,-13 3-321,6-20 1,-4-2 398,1-6 0,-1-3 34,3-3 0,1-3 40,-10 3 184,12-11-179,20-6 95,2-9-101,11-1 1,4-3 690,1 3-741,8 3-12,-5 5-21,8 5-1,1 6-129,4 8-72,-3 1-2051,18 15-4878,-10-7 7147,9 8 0,-20-17 0,-10-6 0</inkml:trace>
  <inkml:trace contextRef="#ctx0" brushRef="#br0" timeOffset="529477">22367 13092 24139,'-1'26'-1888,"-4"4"1888,-7 11 0,5-17 0,0-3 0</inkml:trace>
  <inkml:trace contextRef="#ctx0" brushRef="#br0" timeOffset="530904">12000 13699 7834,'-5'-8'2072,"1"1"140,4 7-1365,76-23 32,-21 10-1129,-16 3 0,6-2 0,-4 2 510,2 1 1,-3 2-82,0 0 0,-2 0 117,-5 1 1,-3 0 884,11-1 236,-22 3-1059,-26 3-346,-20 4 38,-25 2-14,18-1 1,-2 2 80,-6 1 0,-1 0-50,-3 2 0,0-1 45,1 1 0,1 1-154,4-1 1,1 0 136,6-1 0,2 1-45,-15 6-161,17-3-18,14-1 302,14-2 1100,17-4-971,18-2-44,26-9-467,-20 2 1,2-2 292,5-2 0,2-1-14,1 0 0,-1 0-200,-4 1 1,-3 0 235,-8 1 1,-3 2 559,5-2 197,-20 5-504,-18 1-343,-12 1 982,-14-1-987,-12 3-28,-9 2-50,0 3-179,7 2 60,14 1-1204,13 1 1390,14 3 0,1-6 0,4 0 0</inkml:trace>
  <inkml:trace contextRef="#ctx0" brushRef="#br0" timeOffset="531944">21243 12930 11088,'-2'-2'7231,"0"0"-4375,2 2-1892,-19-59-448,17 29-455,-7-6 1,4 0 16,14 14-33,11 5-56,-6 9 16,11 0 7,-13 8 16,9 5-28,-2 6 22,6 15-39,-7 3 0,-5 7 12,-8-11 5,-9 5 0,-6-6-6,-8 6 68,-14 2-23,2-9 51,-3-2 10,14-13 298,3-5-241,10-3 268,1-5-257,4 1-106,1-2-62,0 4-157,0 1 146,5 5 17,4 4-23,7 7 22,-2-2-5,3 7 12,-2 4-46,-1 2-39,-2 5-140,-8-6-22,-6-5-795,-10 3-2824,-7-7 3854,-5 1 0,8-8 0,7-5 0</inkml:trace>
  <inkml:trace contextRef="#ctx0" brushRef="#br0" timeOffset="532155">21530 13123 18134,'4'0'3198,"-1"1"-1433,-3-1-3591,-7 49 763,-2-25 0,0 28 0,2-40 0</inkml:trace>
  <inkml:trace contextRef="#ctx0" brushRef="#br0" timeOffset="533187">22860 12349 12202,'-3'-3'4689,"1"2"-2062,2 1-2235,58-42-56,-9 28-196,2-9 0,2 2-584,-13 16 1,-2 4 602,0-1 1,0 1-42,-5-1 0,-1 1 446,18 0-464,-15 1 152,-15 0-201,-9 0-3044,-7 10 3116,-2-2 602,-2 20-456,-3 4-107,-2 17-89,-4 6 6,-1 4-352,1 2 292,5-29 1,0-1 5,-1 2 0,0 0 3,0 0 0,-1 1-3,0-1 1,-2 0 4,0-1 1,-1 0 2,-2-1 1,-1-2 62,-17 26-38,5-25 1,-2-3-36,-12 8-23,7-14 0,-1-3 3104,-14 2-3390,-9 3-442,7-4-1199,12-4 1927,10-2 0,14-7 0,5-2 0</inkml:trace>
  <inkml:trace contextRef="#ctx0" brushRef="#br0" timeOffset="533644">19020 13934 10451,'-47'2'737,"-1"1"1,1-1-1,-1 1 1,-6 0 0,1 0-1,2-1 329,2 0 0,0 0 1,7-1 13,-20 2 118,55-9-4771,44-1 3730,0 1 0,7-2 5,-2 2 0,4-1 1,9-1-258,-9 3 0,6-1 0,6 0 1,2 0-1,0-1 0,-2 2 0,-4-1 114,5 0 0,-4 1 0,0-1 0,2 1 1,3-1-187,-7 1 0,2 0 0,3 0 1,1-1-1,1 1 0,-1 0 1,-2 1-1,-2 0 183,6 1 1,-3 1 0,-1 0 0,0 0 0,1 1 0,1-1-155,-6 1 0,1 0 0,0 0 1,1 0-1,0 0 0,2 0 1,0 0 138,2 1 0,0 0 1,2-1-1,0 1 1,2 0-1,-1 1 0,2-1 1,-1 1 8,-2 0 1,2 0-1,1 1 1,0 0 0,0-1-1,0 1 1,-2 0-1,-2 0 1,-3 0-6,8 0 1,-4 0 0,-2 1-1,0-1 1,0 0 0,3 1-1,-7 0 1,2 0-1,1 0 1,1 0 0,-1 1-1,-2-1 1,-3 1-1,-4-2-19,12 2 0,-5-1 0,-3 1 0,2-1-53,6 0 0,0 1 0,0-1 0,-5 0-951,3 0 0,-3 0 1,-7-2 1017,-5-1 0,-8 0 0,3-1 0,-39-2 0</inkml:trace>
  <inkml:trace contextRef="#ctx0" brushRef="#br0" timeOffset="538220">9301 15563 13413,'6'-47'1520,"0"0"1,1 0 0,-3-17 0,-6 6-1087,-9 22 0,-7 6-760,-7 2 0,-6 6 578,-10 3 0,-4 5-129,-12 4 1,-5 7-72,14 5 0,-2 4 0,-1 2-726,-5 3 1,-1 3 0,-1 3 720,13-2 1,0 2 0,0 2-1,1 1-11,0 2 1,0 1-1,1 2 1,2 1-11,0 2 1,1 1 0,2 1-1,0 1-13,-8 11 0,1 3 1,4 0-226,5 1 0,2 1 0,5 1 184,4-3 0,4 2 0,5 0-290,4-2 0,5 0 0,5-1 276,9 19 0,9-3 8,9-3 1,9-4-37,-7-19 1,3-3 0,3-2 97,2-3 0,2-2 0,2-3 13,3-2 0,1-2 1,1-2 100,4-3 0,0-3 1,2-2-106,2-1 0,2-2 1,1-2 4,1-3 1,1-3 0,0-1 13,2-2 0,-1-2 0,0-3 37,-1-2 1,0-4-1,-2-1 13,-2-3 1,0-2 0,-2-2-23,-2-3 0,-1-2 0,-3-3-19,-2-1 0,-1-3 1,-3-2-14,-3-1 0,-2-2 0,-2-1-13,-4-1 0,-2-1 1,-4-1 4,-3 1 1,-3 0 0,-4 0 159,-4 2 1,-3 1-1,-5 1-159,-8-17 0,-10 4-28,-10 7 0,-8 6-29,-14 6 1,-7 8-71,13 12 0,-3 4 0,-2 4-12,-4 1 1,-1 3 0,-1 2-131,-1 4 0,-1 3 0,1 3-364,2 1 0,1 2 0,1 3 588,2 4 0,2 3 0,4-1 0,4-3 0,5-1 0,8 2 0,0 0 0</inkml:trace>
  <inkml:trace contextRef="#ctx0" brushRef="#br0" timeOffset="538911">16244 15356 11116,'39'-27'577,"-1"1"0,-8 5 0,0-1 52,4-2 0,3-3 0,-4 0 59,-3-1 0,-4 0 530,-7 1 0,-5-2 519,-4-24-1239,-30 4-383,-2 26 0,-7 3-551,-15 1 1,-6 4 513,6 6 1,-3 3 0,-2 0-548,-10 2 1,-2 2 0,-2 1 552,9 3 0,0 0 0,-2 2 0,0 1-366,-5 1 1,-1 1-1,0 1 1,-1 2 320,11-1 0,0 1 0,0 1 1,-1 1-1,1 0-302,-1 1 1,0 1 0,0 1 0,1 1 0,0 0 280,2 1 0,0 0 0,1 1 0,0 1 0,2 0-17,-8 5 0,1 0 1,2 2-1,3 1-45,5-2 1,2 1 0,2 2 0,4 0 11,-4 7 1,4 2-1,6 1 284,-1 14 1,13 2-253,16-2 0,13-1 22,16-2 1,12-4 79,-2-14 1,7-2-1,3-3-114,-5-5 1,3-1 0,3-2 0,0 0-51,6 0 0,3-2 1,0 0-1,2-2 67,-10-2 1,2 0 0,1-2-1,0 1 1,0-2 3,2 0 0,0-1 0,1 0 0,0-1 0,0-1-176,1 0 1,0 0 0,0-1 0,0-1 0,0-1 178,-1-1 0,1-1 1,-1 0-1,0-2 0,0 0 16,-1-2 0,-1 0 0,0-1 0,0-2 0,-1 0-144,10-3 1,0-2-1,-2-1 1,-1-2 166,-3-1 1,-1-2 0,-2-1 0,-1-2 1,-5 0 0,0-1 0,-2-2 1,-2-1 22,7-9 1,-1-1-1,-5-3 81,-6 0 1,-3-3 0,-3-1-76,-6 1 0,-3-2 0,-4 0 270,-4 1 1,-2-1 0,-5 1-373,-4-17 1,-10 2-158,-10 6 1,-11 5-199,-18 3 0,-11 7-154,7 12 1,-7 5 0,-3 1 528,0 5 0,-6 2 0,1 1 0,7 1 0,7 0 0,4 2 0,1 0 0,-4 3 0,0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59:20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6941 3082 15065,'-6'-5'3679,"1"1"-2407,5 4-107,0 0-913,-53 13 56,26-1-157,-10 0 0,-2 2-169,-6 10 127,17-11 0,-2 1-25,-4 0 0,0-1-6,-1 0 1,0-1 2,3-2 0,0-2 98,-21 3 17,13-6 23,9-6 5,10-2-62,5-3-95,4 3-44,3 2 282,-1 9-277,-3 9 17,-3 15-6,-3 14 17,2 15-374,9-27 1,1 2 342,2 3 1,2 1 2,0 0 0,1 1-17,3-1 0,1-1-165,1-1 0,2-2 165,2-3 1,2 0 5,14 24-62,7-9-202,9-11-682,9-12-3967,10-12 4896,-4-9 0,-19-4 0,-14-2 0</inkml:trace>
  <inkml:trace contextRef="#ctx0" brushRef="#br0" timeOffset="3883">7752 3457 8354,'0'-6'5708,"0"2"773,0 4-5507,-14-61-739,8 47-145,-14-40 167,0 83-125,4-2 0,-1 2-76,-14 25-6,8-5 1,1 2-34,11-20 0,2 2-1137,4 10 1,2 5-1,2-6 1137,3 17-9,13-11 0,8-10 93,9-27 196,25-8-90,-13-20 28,2-14 79,-17-9-152,-9 5-1087,-13 3 0,-2 0 1048,-1-4 34,-3-6 0,-3-3 117,-10-17-190,1 1 2243,-5 13-2108,-5 18-118,3 12-28,-10-3-118,4 17 3353,1 13-3364,3 1-197,-3 19-480,8 5-1373,3 18 2106,18-12 0,2 0 0,-3 0 0,14 9 0</inkml:trace>
  <inkml:trace contextRef="#ctx0" brushRef="#br0" timeOffset="4083">8310 3753 25819,'-11'46'-262,"-1"1"0,1 0 1,-4 14-1,4-8 1,8-10-1,3-20 0</inkml:trace>
  <inkml:trace contextRef="#ctx0" brushRef="#br0" timeOffset="7767">9019 3601 13842,'5'-57'2192,"0"-1"0,-1-4 0,-1 8-1140,-2 17-632,-1-4 265,-1 17-355,-1 16-294,1 4 3,1 17 41,2 19-41,0 5-8,0 7 0,1 5-506,-2-10 1,0 1 398,1 19 1,-1 1-172,1-10 1,-1-2-606,2-2 1,0-1-169,0-12 1,2-1 1019,3 7 0,1-5 0,-2-9 0,4 8 0</inkml:trace>
  <inkml:trace contextRef="#ctx0" brushRef="#br0" timeOffset="8055">9567 3998 16969,'0'-5'2784,"0"1"-2613,0-25 0,1-6-294,1 10-723,-1-12 0,1 4 846,-1 23 0,0 5 0,-1 5 0</inkml:trace>
  <inkml:trace contextRef="#ctx0" brushRef="#br0" timeOffset="9201">8955 3758 17686,'-3'-60'1583,"0"0"1,0 5-1,0 7-664,-3 5-270,1 10-212,2 11-269,0 11-146,3 8 29,-1 14 27,2 14-27,0 20-23,0-14 0,-1 2-258,1 5 1,0 1 254,-1 4 0,-1-1-11,0 1 0,0-1-3,0-3 1,0 0 2,0-5 0,1-2 2,0 22 12,2-17 140,0-15 175,0-13-75,-1-17-150,0-13-28,-1-19 5,1-15-73,-2 23 1,0-1-4,-1-4 1,0 0-75,-1-2 0,1 1 77,-1 0 0,0 1 6,1 4 0,0 0 17,1-17-17,0 18-28,1 15-22,0 10 11,2 13 33,1 12 681,3 18-680,0 17-21,-4-21 1,0 0-6,-1 3 1,0 0-126,-1 1 1,0-1 127,0-2 0,0-1 11,0 24-11,0-14 39,0-13 157,0-16 224,0-8-364,-2-29-39,-1-4 272,-2-26-284,2 1 6,1-4 1,2 4-7,3 8 12,1 13-112,-1 15 56,-1 12-17,1 16-275,-1 14-1153,1 16 636,-1 19 0,-2-26 0,1 0 0</inkml:trace>
  <inkml:trace contextRef="#ctx0" brushRef="#br0" timeOffset="18199">10215 3544 20089,'6'-50'1323,"1"1"1,-2 4 0,-4 8-685,-8 17-225,-4 8-218,-3 7-111,-4 10-7,-4 13 17,-8 18-11,-5 15-396,17-19 0,0 2 320,0 2 1,3 2-4,2-1 1,2 1-111,3-3 0,3-1 111,6 25-1,14-12 18,16-13 27,10-14 40,8-10 50,0-16 11,-1-11 22,-7-14 29,-6-9 11,-10-9-1,-10-9-413,-11 26 0,-1-1 243,-1-3 0,-2 0-17,-1-2 0,-1 2 0,0 1 1,-1 1 7,-5-24 648,-2 16-642,-3 17 184,-3 13-251,-6 14-78,-17 23 16,11-2-154,6 1 1,2 2-1112,-2 17-2785,4 17 4140,12-9 0,6-19 0,3-14 0</inkml:trace>
  <inkml:trace contextRef="#ctx0" brushRef="#br0" timeOffset="18459">10665 3777 26536,'0'-36'-190,"1"23"38,2 38-590,-2 6 0,-1 2-4506,-4 16 4397,3-15 1,-2-2 0,-1 0 0,2-14-1</inkml:trace>
  <inkml:trace contextRef="#ctx0" brushRef="#br0" timeOffset="19100">11271 3401 25113,'-8'-44'282,"0"1"0,1 1 0,1 5-159,6 14-61,0 0-12,2 2-38,4 3-68,11-5 50,-1 8-39,21-1-11,-9 13 51,6 2-7,2 12-4,-9 7-29,9 21-17,-13 1 12,-7 15 39,-12-17 11,-11 8 28,-8-5-28,0-8 112,-13 7 44,13-28-55,-2 2 106,5-10 40,4-7-152,1-2-56,2-5-44,3 2-1,8-3-11,5 2 0,10 1 23,13 4-12,1 10-10,8 7 16,-14 3-6,9 11 6,-7 0-17,6 9-16,-10 11 5,-20-7-34,-24 6 17,-9-17-1797,-8-9 1,-3-2 1684,-7 0-143,-8-3 1,-2-1-945,-5-7-1775,20-6 0,1-4 3019,2-9 0,18-1 0,12 3 0</inkml:trace>
  <inkml:trace contextRef="#ctx0" brushRef="#br0" timeOffset="19326">12040 3506 22655,'0'4'2340,"0"0"-2189,1 24 1,0 7-28,2-1-124,-1 9 0,1 0-679,2-4-9152,-1-2 8078,-3-12 1,-1-9 0,0-12 0</inkml:trace>
  <inkml:trace contextRef="#ctx0" brushRef="#br0" timeOffset="19849">12532 3480 23091,'17'-53'1002,"1"0"1,-3 4 0,-2 9-667,-6 17-162,-3 9-113,-2 8-83,-1 5 28,0 9 22,2 12-51,1 19 12,0 16-59,-3-23 0,-1 1-219,-1 4 1,-1 1-527,1 0 0,0 0-3135,2 0 0,1 0 3950,6 24 0,-1-25 0,0-18 0</inkml:trace>
  <inkml:trace contextRef="#ctx0" brushRef="#br0" timeOffset="20467">13071 3415 26295,'7'-52'-11,"1"14"28,-4 51 0,-1 1 16,-1 1 40,-3 0 33,-3-4 124,0-3 67,-2-4-112,0-8-62,-2-7-17,0-12-16,0-12-12,5-7-22,10-5 11,7 2-55,8 6-29,4 7 22,2 10-5,1 9 0,4 5 23,2 13-34,2 10-1,1 17-4,-3 13-430,-9 12 446,-16-24 0,-5 1-6,-7 4 1,-5 1 5,-4 3 0,-6 1-509,-6 3 1,-4 0 499,-5 1 1,-2-2 10,-2-2 1,-2-3 8,2-5 1,-1-4-101,5-7 0,0-5 207,-18 4 11,17-20-23,16-18 358,12-15-391,13-12-1,11-5 1,9 0 17,2 9 1029,-3 9-1068,-3 11 220,-1 9-284,4 10 8,7 10 5,7 8-23,2 10-133,2 4-621,-2 0-824,-2 1-4717,0-6 5487,-8-6 0,-13-11 1,-9-6-1</inkml:trace>
  <inkml:trace contextRef="#ctx0" brushRef="#br0" timeOffset="20949">13744 3087 26407,'-37'-35'-17,"17"8"57,47 33-18,12 1 12,21-3-12,-17-2-11,19-1 23,-27-4 33,6-1 23,-8-4 218,-8 2-152,-12 1 152,-4 2-112,-8 3-44,0 0-80,-1 5 102,-1 9 33,1 16-22,-1 17-17,1 14-443,0-25 0,-1 1 275,0 1 0,-1 2 0,-1 0 0,0 1 0,-1 0 0,-1-1 0,-1 2 0,0-1 0,-2 1 0,0-1 0,-1-1 0,-2 0-1600,-4 6 1,-2-2 1599,0-8 0,0-1 0,0-4 0,-1-1-464,-3-5 1,-2-4-4942,-18 5 4882,-5 0 1,16-14 0,14-7 0</inkml:trace>
  <inkml:trace contextRef="#ctx0" brushRef="#br0" timeOffset="23474">9083 3603 19944,'-3'-9'3231,"1"2"-2290,-8-28 0,0-5-397,1 10-441,-2-14 1,0 4 19,7 26-100,3 7-40,1 6 17,0 8 50,6 22-5,-3 12-14,0-8 0,0 1-398,-1 21 398,-5-20 0,0 3 2,-3 3 1,-1-1-28,-2 18-1,3-22 1,1-5 11,4-12 27,2-4 270,0-8 168,2-8-74,3-16-279,1-9-22,2-19-1,-1-9 344,-3 7-400,-3 4 1,-1 0-34,-1-4 16,0-7 1,0 0 0,0 1-18,0 19 1,0 2-11,0 5-62,0 15 39,0 17 34,4 16-11,2 23-1,-1-12 1,-1 1-225,4 27 227,-5-18 1,-2 2-429,0 2 1,-2 0 419,0 0 0,0 1 3,-1 3 0,-1-1-246,1-15 0,-1-4 243,0 13 16,0-11 180,1-21 62,-1-4-180,-7-25-44,-1-13 0,-9-25-29,10 22 1,0-1 2,0-4 1,1-2 134,0-3 0,1 0-143,1 1 0,1 2 5,1 4 1,1 2 512,0-18-529,2 21-6,1 17-33,0 14 33,4 18 23,2 19 16,3 25 145,-1-1-165,-4-5 1,-1 4-460,-2-17 1,-2 1 453,1 18 1,-1 1 13,-1-18 0,1-3 6,0-3 0,1-3-6,2 4 1,1-12-12,3-30 0,-1-18 0,3-24 0,-4 12 0,-1-3-205,0-6 1,-1-3 204,-2-3 0,-2-2-292,0-3 0,-1 0 292,0 1 0,-1 1 0,2 4 0,0 2 403,2 9 1,0 4-404,2-8 0,0 21 0,3 21 420,1 19-420,3 20 0,-5-11 0,-1 3 283,1 8 1,-2 1-5200,-2 3 1,-1-1 3799,1-10 0,0-3 0,-3 12 0,3-32 0</inkml:trace>
  <inkml:trace contextRef="#ctx0" brushRef="#br0" timeOffset="26357">7288 5098 22492,'7'-58'974,"0"0"1,-2 7 0,0 9-735,-3 21-125,-1 13-109,0 19 73,0 19-62,2 23-15,-2-19 1,0 3-381,1 3 1,-1 2 366,-1 1 0,1 0-6,-1 0 0,1-1-11,-1 0 0,-1-2-203,-2-1 0,-2-2 158,-1-2 1,-3-2-7,-18 23 102,-5-18 21,-4-17-3048,-10-35 3021,14-2 11,7-6 0,1-4 391,-6-17-377,13 15 0,0-2 0,2 1 0,1 0 53,-9-23 272,5 8-272,3 10-5,3 12-29,4 8 3286,2 8-3364,4 4 215,0 8-187,2 1-11,0 14 11,3 8-11,4 12 0,10 5 23,10-1 10,13-2-262,-15-24 0,3-3 257,4-1 0,1-2 0,1-4 0,2-2 5,-2-1 1,0-4-1595,3-3 0,-1-2 1561,9-3-10,12-9-62,-26 2-561,7-2-2941,-9 3 3090,-7 5 0,-12 4 1,-5 2-1</inkml:trace>
  <inkml:trace contextRef="#ctx0" brushRef="#br0" timeOffset="28300">6875 6721 23584,'-30'-41'272,"-1"0"1,2 4 0,1 10-200,-7 21-1,-9 12-38,-5 7-40,-3 9-22,7 5-56,11 7 68,17-10 4,11 10 24,18-10 10,12 8-11,16 1-16,12 1 5,-22-17 0,0 0 0,0-2 0,0 1-12,26 14 1,-12-3 22,-15-1 45,-15-2-28,-14-6 73,-34 9-28,-9-10-221,7-6 0,-1 0 170,2-5 1,0-2-15,1-2 1,1-1-88,-23-8-374,17-9-1020,19-15-2246,23-12 3719,11 14 0,3 1 0,2-6 0,10 3 0</inkml:trace>
  <inkml:trace contextRef="#ctx0" brushRef="#br0" timeOffset="29567">7122 6487 24788,'29'-4'179,"-4"19"-2998,-20 22 0,-6 6 2825,4 20 11,-1-15 0,0 1 444,0-14 1,0-1-560,1 8 0,1 1-222,1-3 1,2 0-431,0-4 0,0-2-818,9 22-1989,-3-17-1753,-5-19 314,-9-12 7572,-11-18-1988,-7-10 2502,-6-16 260,-1-9 252,2-8-758,4-1-872,6 5-661,6 6-487,5 9-376,5 6-432,3 12 1,13 2 11,10 7-22,16 1-40,11 3-16,6 1-154,-29 3 0,0 0 182,31-1 22,-5 2-87,-10-2 171,-11-3 45,-13-3 50,-12-6 118,-7-4 67,-6-3 398,-6 0-359,-7 3 18,-6 2-163,-6 5-140,-4 5-56,0 8-29,2 7-50,5 10 17,5 7 6,7 5-17,5 2-6,11-2 6,8-5 44,12-6-5,8-9 34,3-7 28,1-12-29,-2-8 34,-3-10 6,-4-4-11,-5-4 33,-5 0 51,-6 4 66,-6 5-10,-3 10-135,-3 6-84,-3 7-11,-6 9 17,-9 10-6,-6 9-22,1 7 22,7 0-11,8-2-11,9-5 11,6-4-11,8-7 22,7-5 12,8-6 5,3-8 33,1-6 23,-4-7 23,-7-4-7,-6-4-21,-5-3-18,-4-3-44,-1-4 0,1-2 22,0 5-16,2 2-18,1 8-10,2 3-1,2 5 0,6 4-27,3 4 22,6 7 11,2 5-17,1 9 17,-1 9-6,-4 7 1,-6 5 16,-7 3-11,-4-2-11,-3-4-6,1-5 17,2-7 17,5-8-6,7-7 6,10-12 5,9-10-5,5-12 0,-1-12 11,-7-10-12,-23 18 1,-2-1-134,-1-4 0,-2 0 133,-3-4 1,-2 1 2,-1 0 1,-2 0-6,-1 1 0,-1 2 26,-3-28 21,-1 10 1,-2 11 44,2 12 57,0 11-141,2 11-44,-2 4-18,2 10 40,-1 10 257,1 17-285,-2 19 25,2-20 1,1 2-159,2 3 1,1 1 146,3 1 0,1 1-356,4 0 0,3 0 289,1 1 0,1-1-155,2-1 1,1-2-311,-1-2 1,1-2-553,-2-4 0,0-2-7024,12 12 8122,-7-15 0,-11-13 0,-5-8 0</inkml:trace>
  <inkml:trace contextRef="#ctx0" brushRef="#br0" timeOffset="29783">8396 6617 20744,'-2'-3'3630,"0"2"-2258,2 1-1192,76-56-46,-35 38-644,10-14 1,0 5 520,-9 21 139,-6 4-1265,-10 8 1115,-7 10 0,-9-5 0,-4 2 0</inkml:trace>
  <inkml:trace contextRef="#ctx0" brushRef="#br0" timeOffset="34049">8093 2100 12392,'0'-8'4899,"4"-25"0,0-5-3742,0 13-335,1-16 0,1 0 493,-2 20-95,-1 2-817,-1 10-174,-2 6-70,0 4 94,2 18-111,-1 13 167,1 24-229,-4-22 1,0-1-517,-2 25 464,-1-21 0,-2 2-57,0 1 0,-1 1 148,-1-1 0,-1 0 41,-2 4 1,-1-4 352,-12 9 29,-2-17 244,-4-15 10,-4-15-532,0-13-407,-2-12-254,3-7-241,3-6-275,10 9-64,-3-13-417,16 25 446,-4-10-128,10 22 373,0 1 499,2 7 887,0 20-85,3 4-107,4 18-208,6-3-180,6-2-3477,9-6 3279,-2-11 5,26-5-331,-9-13 376,-10-4 1,1-2 213,24-9 194,-1-4 129,-13-1-208,13-7-543,-22 8-7242,13-5 6987,-21 7 1,-11 3-1,-9 4 1</inkml:trace>
  <inkml:trace contextRef="#ctx0" brushRef="#br0" timeOffset="35599">8085 1367 32767,'-23'-39'-4131,"11"15"2681,31 48 428,3 3 492,3-1 292,0-5 169,0-6 260,-1-7-738,5-16 1346,-10-1-143,7-19-162,-12-1-273,2-21-232,-8 14 1,-3-15-129,-10 18-131,-4-7-415,-6 5 166,-5 6 277,-2 9 200,-1 9-28,0 11-22,-5 22 38,8-2-20,-6 26 24,12-7 78,0 16-5,6 4-417,7 4 383,10 0-23,9-5-33,11-6-68,8-11-206,6-11 145,5-13 73,0-12 100,0-15 23,-4-10 11,-6-10 57,-7-5-7,-7-4 6,-7-1 34,-4 1-11,-4 1-12,-1 6 6,-3 6 366,-1 9-456,-2 9-100,-2 5 117,2 17-11,1 4 17,1 16-22,0 3 5,-2 1 5,0-3 1,-1-4 11,1-9-1,0-8 147,0-7 139,1-6-123,1-9-151,5-10-16,5-12 21,5-6-10,4 0-29,1 2 0,0 8-22,-1 6-11,-2 8-6,-3 7-16,1 5 33,0 8 5,3 7-21,1 9-24,1 5-77,5 11 72,-9-13-78,11 8 0,-6-16 33,12-1 56,1-8 34,1-8 56,-3-9 6,-2-9 16,-6-7 23,-3-5 11,-3-2-11,-5-2 39,-4-1 34,-6 3-18,-4 3-44,-5 6-28,-3 7-56,-3 6-50,-5 8 16,-3 8 18,-5 9 10,-6 11 0,2 7-16,4 3 16,8-2-5,7-4-17,10-6 6,5-7 50,16-12-6,-6-7 17,15-16-11,-8-10 23,3-14 44,-2-8 11,-7-8-58,-11 25 0,-3-2-210,0-2 0,-2-1 237,0-3 1,-1 1 22,-1 1 0,-1 2 126,0-27 202,-2 13-359,0 25-34,-1 8-49,1 15-63,0 5 79,0 10-5,1 31 16,2-5-20,1-1 1,2 3-455,1-8 1,3 1-54,2 11 1,3 4 515,4 9 0,1-2 0,-9-25 0,1-2 0,-1 1 0,0-1 0</inkml:trace>
  <inkml:trace contextRef="#ctx0" brushRef="#br0" timeOffset="43301">7389 9058 23282,'-4'-3'913,"2"1"-433,2 2-175,-22 20-149,13 37-272,-14-3-702,19-3 0,5 1 704,-2 4-170,4-8 1,1 1-152,1-10 1,4 0-3533,10 16 1,4-1 3908,-5-16 0,0-3-1,1-4 1,-1-6 0,-2-8 0</inkml:trace>
  <inkml:trace contextRef="#ctx0" brushRef="#br0" timeOffset="43708">7642 9035 17350,'-18'-59'1704,"1"1"1,3 11 0,0 6-966,-4 0-571,9 26-397,2 11 139,4 7 101,-4 23 12,0 5-12,0 18 0,4-5 12,10-3-18,0-12-5,9-2 101,2-13 179,1-4 22,4-15-83,-1-13-113,-4-4 297,7-23-139,-15 11-80,1-14-21,-15 12-46,-4 5-49,-7 6-40,1 9-213,4 7-286,4 5 124,1 11 123,2 11-420,1 15 0,1 1-4901,23 23 5545,-1-24 0,4 4 0,-11-23 0</inkml:trace>
  <inkml:trace contextRef="#ctx0" brushRef="#br0" timeOffset="43933">8229 8853 16560,'0'-5'5231,"0"2"-4479,0 3-713,-60 9-28,33 29-616,-10-8 0,2 6 616,21 15 0,8 6-424,-1-15 0,2 2 1,-1 2 417,1 5 1,-1 1-1,1 1-18,-1 5 0,-1 1 0,1 1-698,1-12 1,0 0-1,1 1 1,-1 0 483,1 3 0,0 0 0,0 1 0,1-1-544,0 1 1,1 0 0,-1 1 0,2-1 636,-1 4 0,1 1 0,0-2 0,1-6 0,-1 13 0,1-6 0,0-7 0,0 0 0</inkml:trace>
  <inkml:trace contextRef="#ctx0" brushRef="#br0" timeOffset="44067">7838 10879 12034,'-9'-10'4027,"-17"-35"1,1-13-3356,15 19 0,3-3-1544,-9-11 1,-2-8 0,6 2 996,8 12 0,6 2 0,1-1-56,1-2 0,2 0 1,2 1-230,3-1 1,1 0-1,4 2 160,1 1 0,4 1 0,1 1-58,3 0 0,2 2 1,2 2-190,1 1 0,2 2 1,1 1-1082,1 2 1,1 1 0,-1 2 1327,11-7 0,-3 4 0,-14 12 0,-3 3 0,2-1 0</inkml:trace>
  <inkml:trace contextRef="#ctx0" brushRef="#br0" timeOffset="44590">9313 8657 17714,'0'-8'4335,"0"0"-2856,0 8-320,0 0-1108,-60-16-46,28 56 3,-9-17 1,1 7-558,24 7 1,6 7 0,2 2 544,-2 3 0,1 1 0,1 1-45,1 2 1,1 1 0,4 0-132,2 1 1,2-1 0,4-1-247,1-3 1,3 0-1,6-2-2851,11 0 0,6-1 0,1-5 3245,7 3 1,2-7-1,-2-5 1,-2-8 0,-3-11-1</inkml:trace>
  <inkml:trace contextRef="#ctx0" brushRef="#br0" timeOffset="46391">9613 9196 19176,'0'-6'3535,"0"0"-3003,-3-22 0,-1-7 156,-1 9-512,1-11 1,-1 3-121,2 21-263,2 7-90,1 6 185,4 8 123,7 9 1,7 14-12,5 10 0,0 6 11,-5 0 0,-6-4-11,-4-9 123,-4-13 359,-2-10 6,-1-12-320,0-12-40,2-28-77,0 5-21,1 2 1,2-2-260,9-21 243,-3 22 0,2-1-22,6-2 0,2 2-4,16-14 7,-2 12-29,-7 25-5,-7 12 45,8 12-12,5 12-11,-11 1 0,-1 2-5,10 14-31,-12-9 0,-1 2-200,3 14 15,-10-18 0,1 1-653,11 27-375,-10-26 1,-1-3 257,6 9-422,10-4 467,-8-28 728,9-13 465,1-17 902,3-27 4,-9 0-553,-4-1 565,-8 3-140,-6 13 135,1-7-690,-5 18-458,-1 7-169,-3 15-134,2 7 291,4 9 79,15 20-56,3 6-12,4 4 6,3-2 6,-5-10-6,11 2 28,2-10 106,9-14 28,-7-15 12,0-15-68,-19-4 124,-4-15 22,-11 1 22,-2-13-32,-8 0-13,-7-7-161,0 22 32,-2-2-88,6 26-449,2 4 61,3 10-83,1 13 5,1 2-1500,5 20-4124,5 0 5230,3 4 0,-4-14 0,-4-12 0</inkml:trace>
  <inkml:trace contextRef="#ctx0" brushRef="#br0" timeOffset="47257">11101 9019 25175,'16'-42'-146,"1"17"146,1 58 0,0 3 6,-7-7 10,0 3-16,-4-7 17,-2-5 241,-1-7 118,-3-11-253,-1-6 11,0-18-50,4-20-61,1 1 44,8-20 17,2 19-28,7-6-34,-4 13-16,8 3-23,-8 19-22,10-1 39,-1 17 0,6 11 11,-4 3-11,15 26-6,-21-17 0,-1 4 1,0 1-17,-3 5 22,6 13-6,-15-21 1,-3 4 27,-6-18 101,-1 2 146,0-12-79,0-10-162,0-2 17,-1-26-45,0 12-11,5-36 28,7 25-34,11-14-28,6 20 6,6 8 0,-5 10-56,17 11 55,-14 10 24,13 13 16,-11 9 0,-3 5-3376,-1 10 3382,-11-16-28,1 8 16,-10-21 6,1-2 45,-2-8 0,-1-11-12,7-14 3382,-2-3-3337,17-35-39,-10 5-20,-6 12 1,-1-1-6,-5 5 0,-1 1 48,3-30 22,-5 6 34,-2 10 55,-3 11 1,-2 11-101,2 12-1,-2 5-161,1 6 5,-1 4 56,2 8 33,4 14 1,5 12-6,8 8 11,6 4-5,8 1-1691,-9-20 0,0-1 1685,11 12-22,7 2-63,-6-4-49,-14-7-51,2 14-330,-31-11-1065,-15-2-5796,-16-9 7376,0-8 0,13-9 0,12-5 0</inkml:trace>
  <inkml:trace contextRef="#ctx0" brushRef="#br0" timeOffset="47683">13127 8537 26295,'-19'-23'-73,"-13"4"79,-26 10 2,26 5 1,0 1-48,-25-2-40,14 2-22,17 2 1,13 2 77,5 6 18,1 5 21,1 11 18,-1 12-12,2 10 23,1 12-384,2 5 344,3-28 1,1-1 11,0 0 0,2 1-3,2-1 0,0 0 3,2-1 0,2-1-9,0-1 0,3-1-79,15 23 94,8-11-29,9-12-151,12-13-1923,-24-11 0,1-3-1519,3-3 1,0-2 3598,25-2 0,-24-2 0,-19 3 0</inkml:trace>
  <inkml:trace contextRef="#ctx0" brushRef="#br0" timeOffset="49100">13567 8817 20638,'-2'-6'2644,"1"1"-1239,1 5-1388,-2-25 39,12 27-17,5-17 1,18 33 16,8-5-6,4-5 45,1-6 17,0-10 23,-6-8 44,-9-13-39,-8-8-61,-11-7-6,-10-2-17,-11 4 0,-7 7 5,-9 10-27,-4 13-17,-5 9-34,-2 13 0,-2 12 11,4 14-10,3 12 10,7 9 12,8 3-23,9 1-11,15-4-11,15-6-17,19-7-235,-14-26 0,3-3 218,4-3 1,3-4 10,2-2 0,0-3 22,-1-6 1,0-4 25,-4-1 0,-3-4 42,20-23 28,-16-9-198,-14-5 271,-9-4 34,-6 3-7,-3 3 1,-2 9 17,0 12-101,-1 12-152,0 8 246,-1 8-206,1 5 299,4 14-243,3 11-17,4 13-11,0 4-12,1 6 23,-4-19 40,3 2-29,-6-22 118,0-4 151,-2-6-84,1-17-196,-1 1 22,7-22 6,1 1-28,7-11 22,5 0 18,13-1-63,-12 17-61,14 4 17,-12 18 5,8 9-22,3 9-89,7 18 128,-15-7-89,13 13-118,-14-13-112,12 5-163,7-3 109,-15-15 1,0-3 260,14 3 87,-14-9 0,-1-2 65,7-11 89,7-6 89,-7-11-3201,-1-12 3180,-16 9 144,2-17-27,-16 12-6,-1-7-49,-8 5-85,-15 7-107,0 15 6,-35 11-17,22 11 0,-28 17-27,20 6-29,-5 14 3398,10 4-3449,11 9 63,11-21 5,18 5 17,12-24-34,34-3 45,2-18-322,-20-4 1,0-3 315,10-14 9,-21 5 0,-3-3 75,6-23 62,-12-4 0,-5-7-11,-6 0 0,-4-1-409,1 1 1,-4 0 427,-5-1 0,-1 3 20,2 22 0,0 1-1387,-1-8 1,0 1 1358,-1-6 450,2 10-630,5 29 7,0 4-1,1 16 68,6 35-40,-3-17 1,0 3-90,1 15 1,1 4 68,-2 1 1,0-1 0,0-9 0,-1 1-210,1 13 0,1 2-4681,2-2 1,0-1 4537,-2-13 0,0-2 0,1 0 0,-1-9 0,-3-21 0</inkml:trace>
  <inkml:trace contextRef="#ctx0" brushRef="#br0" timeOffset="49775">15711 8300 24193,'45'-33'-197,"0"-1"1,1 2-1,-5 7 13,-4 16 171,2 0 121,-10 3-39,-14 3 329,-7 1-232,-7 2-320,0 0 266,-1 8-6,1 0 337,5 47-348,-1-23-273,0 8 1,0 3 300,3 16-76,-3-20 1,0 0-20,4 23 8,-3-16 1,0 0-15,0 1-11,0 4 1,-2 2 10,-1 4 3,-3-16 0,-2-1 26,-13 17-336,-16-7-1,-14-8-336,17-24 1,-2-4-3056,-2-2 0,0-4 2890,-25 2 1,21-7 0,17-3 0</inkml:trace>
  <inkml:trace contextRef="#ctx0" brushRef="#br0" timeOffset="50240">16658 8408 19764,'-1'-55'1618,"-1"0"1,2-1 0,0 6-733,3 5-242,2-1-258,-2 17-291,-1 14-252,-1 10 1,0 9 156,0 14 50,2 21-33,1 24-246,-3-22 1,0 2 183,-2 5 0,0 2-797,0 2 1,-1 1-109,0 1 1,0 1 949,4 3 0,1-3 0,-1 7 0,5-10 0</inkml:trace>
  <inkml:trace contextRef="#ctx0" brushRef="#br0" timeOffset="50407">16836 9050 21355,'-4'-2'3377,"0"0"-2800,4 2-577,2-41 0,-2 31 0,1-32 0</inkml:trace>
  <inkml:trace contextRef="#ctx0" brushRef="#br0" timeOffset="50667">17277 8259 24497,'53'-18'-342,"-1"-1"1,0 3-1,-1 4-249,-7 10 1,0 3-1511,-2-1 1,-2 1 2100,0 3 0,-5-1 0,5 1 0,-12 2 0</inkml:trace>
  <inkml:trace contextRef="#ctx0" brushRef="#br0" timeOffset="50850">17538 8457 20985,'-41'22'765,"-1"0"1,6-2 0,8-5-777,20-12-40,9-1 12,10-2-297,19 0-846,24-4-182,-16 0 1,4-1-2588,5-1 1,1-2 3950,-3-1 0,-3 0 0,11-2 0,-24 4 0</inkml:trace>
  <inkml:trace contextRef="#ctx0" brushRef="#br0" timeOffset="51184">18345 8250 13256,'4'-5'8507,"-1"0"-6747,-3 5-607,22-61-407,-19 39-472,8-14 0,-5 4-38,-14 22-225,-6 5-34,-7 13 29,-10 11-28,-7 17-6,-2 13-105,22-22 0,3 2 110,-8 29-44,12-2-4,18-5 43,12-8 16,15-9 63,8-10 10,6-12 113,11-19-90,-20-2 118,10-20 16,-25-3-50,3-14-39,-10-6-23,-7-4-16,-6 4-57,-10 7-178,-10 9-762,-15 12-8924,-32 16 7373,22 8 0,-6 6 1,39-3-1</inkml:trace>
  <inkml:trace contextRef="#ctx0" brushRef="#br0" timeOffset="52040">18918 7462 25303,'-16'-43'68,"38"30"-43,7 25 1,5 11-26,1-2 0,0 5-782,-5 4 0,-2 5 0,-3-2 784,-5-4 1,-2 3 12,6 17 0,0 10 0,-6-7-10,-7-13 1,-4 1-16,-2 3 0,1 7 1,-3 1-1,-4-5-138,-5-3 1,-3-3-1,-3 3-937,0 2 0,-1 4 0,-3-1 0,0-3-792,-3 0 1,-2-3 0,-1-1 1876,-6 6 0,-1-1 0,4-6 0,-9 10 0,0-2 0</inkml:trace>
  <inkml:trace contextRef="#ctx0" brushRef="#br0" timeOffset="52961">20228 7758 13284,'5'-4'7399,"-1"0"-6033,-4 4-178,0 0-1121,-7-31 28,-19 33 79,-30-11-112,6 31-198,13-3 0,2 1 187,-9 10-57,-1 7-28,13-2 51,20 1 6,12-13 72,22 4 0,13-12-22,21 0-37,-23-9 1,0-2-23,3 0 0,-1-1-6,-3-2 0,0 0 4,19 2-24,-18-1-4,-15 0 4,-11 0 46,-7 1 478,-6 4-316,-9 4-39,-12 7-45,-11 5-45,-6 3-39,-1 1-39,4 1-6,10-1 6,8 0-11,11-1 22,6-1 0,11-2 22,7-2 23,12-2-40,10-4 7,7-2-46,-2-2 6,-6 2 45,-12 2 5,-12 8 29,-18 10-23,-15 9-20,4-17 0,-4 1-192,-4 1 0,-2 1 192,-2 1 1,-1 1-9,2-1 0,2-1-12,2-1 1,3 0-11,-9 20 28,16-9 27,21-5 57,21-7-34,25-6-65,-15-13 1,2-3-537,8-1 0,0-2-455,4-2 1,1-1 999,2-2 0,-2 1 0,6-3 0,-12 2 0</inkml:trace>
  <inkml:trace contextRef="#ctx0" brushRef="#br0" timeOffset="55566">2075 3648 20800,'-15'19'812,"2"14"-745,12-1 1,3 5-29,-1 1 0,0 0-439,0 0 1,0 0 429,0-1 1,0-2 25,1 28-3724,0-9 3753,-1-24 1353,2-8-738,-1-23-330,4-14-225,6-15 209,0-5-248,2-1 1,0-2 16,7-21 1275,-6 17 0,2-1-1379,-4 12 1,0 1 3,17-21-41,4 14 18,8 12 17,5 11-28,-6 8-15,-8 11 1,0 5-25,12 11-9,-12-3 0,-1 3-176,13 23-151,-8 5-197,-7 1-476,-6 0-397,-4-7 39,0-7 409,-2-14 621,2-11 1116,-2-18-657,-4-3 363,4-27 130,-9 7 147,2-14 173,-8 12 101,-6 7-246,-1 7-416,-1 9-312,1 5-7,6 17 29,7 4-23,3 6 23,12 6-23,3-4 0,11 3 39,15-5-38,-17-10 66,15-9 62,-21-14 45,5-10 39,-9-11 106,-8-18-134,-9 2-106,-5 1 72,-9 2-55,0 12-63,-4-4-133,2 8-303,4 14 241,3 8-12,6 11-296,6 12-399,3 6-1012,5 12-5495,3 13 7365,-5-4 0,-5-13 0,-6-12 0</inkml:trace>
  <inkml:trace contextRef="#ctx0" brushRef="#br0" timeOffset="56417">3384 3912 10640,'5'-8'6273,"-1"1"-1971,-4 7-2902,0 0-1338,8-27-6,2 29 11,14-7-22,-4 34-17,6 10-6,-8-5 40,2 2 100,-6-8 214,-3-8-175,-7-11-55,-4-11 33,-4-6 79,-2-15-85,-2-7-16,2-13-23,6 2-5,5-1-75,2 10 22,8-1-27,8 8-43,-3 6-6,24-1 5,-12 16 4,8 1-16,6 15 6,-16 4 5,9 15-2,-16 2-2,-8 3 1,-6 0 2,-6-10 17,-3 1 7,0-10 68,0-3 137,-1-5 81,1-8-213,0-15-56,4-1-12,2-15-34,7 0 5,5 1-17,-1 5 5,8 3-7,-3 10-12,14 2 5,-4 8 18,5 9-7,-13 3 7,9 22-6,-13-6 16,9 14 1,-10-10-1,1-4 7,0-9 10,0-7 28,0-8-10,0-12-7,-1-9 6,0-12 17,-3-9 6,-5-8 0,-5-5-1,-7-5-33,-2 10 25,-2 13 1,-1 1 58,-3-7-40,-1-5 164,1 18-158,5 18-89,-1-1 0,3 12 16,2 9-5,1 13-5,3 2-12,13 31 40,4-11-258,-4-13 0,1 0 235,0-6 0,2-2 2,0-1 1,2 0-146,20 19 126,-3-3-17,-11-5 6,-15-1-95,-22-4-313,-15-2-1004,-13-5-256,4-8 899,-8-6 1,26-7-1,-4-1 1</inkml:trace>
  <inkml:trace contextRef="#ctx0" brushRef="#br0" timeOffset="56633">4730 3719 19977,'0'4'3058,"1"-1"-1876,-1-3-1328,73-21-458,-19 15-1224,2-5 0,2 1 1828,-18 11 0,-6 2 0,5-2 0,-9 4 0</inkml:trace>
  <inkml:trace contextRef="#ctx0" brushRef="#br0" timeOffset="56767">4993 3920 19888,'-4'2'5169,"1"0"-4132,3-2-10868,62-4 8692,-38 3 0,10-2 0,-4 2 0,-21 1 0</inkml:trace>
  <inkml:trace contextRef="#ctx0" brushRef="#br0" timeOffset="58492">6728 7453 15077,'-53'3'529,"0"1"0,1-1 1,-1 1-1,-9-1 1,1 1-1,9-2 281,14-2 1,6-1 285,-6-3-1036,22-2-127,50-7 329,27 1-1266,-4 2 1,7-1 1086,-12 4 1,2 0 0,2 0-606,-5 0 1,3 1 0,0-1 0,-2 1 506,9-1 0,0 0 0,5-1 21,-13 3 0,6-1 0,3 0 1,0 0-1,-3 1 0,-6 0-366,-2 1 0,-6 0 0,0 0 1,8 0 339,-5 0 1,6 0-1,4 1 1,2-1 0,1 0-1,-2 0 1,-3 1 0,-5 0-442,16-1 1,-7 2 0,-1 0 0,4-1 355,-8 1 1,3 0 0,2-1-1,-1 1 1,-2 0 0,-6 1-7,14-1 0,-6 0 0,-2 1-17,-2-1 1,-1 1 0,-8-1 631,-10 1 1,-5 0-803,14-1-94,-94 1 274,6 3 1,-7 0 183,-1 0 0,-6 1 0,2 0-92,10-1 1,2 2-1,-4-1 5,3 0 1,-1 1 0,-4 0-1,-3 1 0,0 0 1,-5 0 0,-3 1 0,-1 1 0,1-1 0,3 0 9,-1 0 0,2 0 1,0 0-1,-1 0 1,-4 1 14,2-1 0,-5 1 0,-1 1 1,-2-1-1,3 1 0,3-1 0,6 0-251,-4 0 1,6 0 0,2 0-1,-2 0 280,2 0 1,-1 0 0,-1 0 0,0 0-1,2 0-201,-9 2 1,0 0 0,2-1 0,-1 1 223,3-1 0,0 0 0,1 0 0,0 0 50,2 0 0,0 0 0,2-1 0,6 0-47,-8 0 0,8 0-42,-3 0 44,28-4 1716,35-2-1562,14-3 1,8-1-115,11-1 0,5-1 143,0-1 0,5 0 0,-2-1-228,-9 2 1,-1-1 0,2 0 11,2 0 0,3-1 0,2 0 0,1 0-5,-3 1 1,1-1-1,1 0 1,0 1 0,-2-1 44,3 0 0,-2 0 0,1 1 0,5-2-65,-9 3 0,6-1 0,2-1 1,1 1-1,-1 0 0,-3 0 1,-5 1-276,7 0 0,-6 0 0,0 1 0,3 0 244,2-1 0,4 1 0,1-1 0,-3 0 0,-4 1-32,8 0 1,-5 1-1,-5 0-49,6 0 0,-12 1-104,-16 0-172,-80 7 365,-8-2 1,-10 1 10,22 0 1,-2 0-1,-3 0 1,-1 0-127,-8 1 1,-3 0 0,-1 1-1,-1-1 165,8 1 0,-1-1 1,0 1-1,-1 0 0,1 0-59,-3 1 0,0 0 0,0 0 0,0 0 1,0 0 81,2 0 1,1 0 0,-1 0 0,2 1-1,1-1-22,-8 1 0,2 1 0,2-1 0,3 0 112,-5 1 1,4 0 0,6-1-203,-2-1 1,13 1 125,22 1-73,35-7-58,18-3 0,8-2-194,6-1 1,4-1-1263,-2 0 1,4 0-1,0-1 1520,-1 1 0,0 0 0,-4 0 0,7 0 0,-6 0 0,-19 2 0,0 0 0</inkml:trace>
  <inkml:trace contextRef="#ctx0" brushRef="#br0" timeOffset="64675">9662 2325 16363,'0'-6'5066,"0"2"-3187,0 4 1060,8-63-1773,-4 33-687,1-9 1,0 2 299,-3 13-338,0 10-470,-2 7 106,-2 10 1459,-5 14-1172,-8 18 71,2-7 0,0 3-257,-5 8 1,-1 2-179,-2 4 0,-2 1 0,-1 3 0,-1 0 0,0-1 0,-1 0 0,0-2 0,0 0 0,-1-5 0,0-1 0,2-5 0,-1-3 0,2-5 0,-2-3 0,-3-6 0,1-3 0,-7 0 0,-3-12 0,20-17 0,-1-10 0,-4-14 0,11 9 0,0-2-1806,-3-13 641,6 12 1,1 1-1127,-1-6 198,-1-6 570,3 8 1498,0 10 324,3 9-8,0 8 2821,1 4-3431,2 8 1303,0 9-479,-1 13-55,1 15-82,0 10 209,5 5-108,4 0 145,7-5-216,8-8-1636,5-10 524,8-10 506,6-10 520,8-9 189,5-11 467,2-7 311,-3-6 140,-8 1-1419,-13 5 0,-13 6 0,-12 5 0,-6 2 0,-2 3 0,-1 4 0,-2 3 0,-4 3 0,-4 1 0,-8 0 0,-8 1 0,-9-3 0,-8-2 0,-8-5 0,-5-3 0,-1-9 0,1-6 0,6-12 0,7-8 0,7-8 0,10-1-1322,7 1-180,6 4 292,4 7 254,2 8 178,2 8 269,4 8 178,1 4 417,7 21 715,3 4-717,8 20-135,4 2-148,4 1-130,6-1-18,6-7 336,6-7 371,5-9 240,3-8 459,1-7 182,2-11 168,4-7-537,-26 2 0,1-1-1187,2-2 1,0 0 472,-3 1 0,-3 1 0,10-4 0,-18 7 0</inkml:trace>
  <inkml:trace contextRef="#ctx0" brushRef="#br0" timeOffset="70082">16460 3688 17753,'-25'-29'-42,"0"1"0,8-18-199,46 39 1,13 7-284,6-2 0,4 2-1161,6 3 1,4 2-876,-13 0 0,3 2 1,-5-1 1915,1 1 1,-4 0 0,1 1 0,-9-2 0,-23-3 0</inkml:trace>
  <inkml:trace contextRef="#ctx0" brushRef="#br0" timeOffset="70458">16591 4067 17725,'17'-42'-633,"10"1"555,11 21 0,9 0-832,-5-2 0,3-2 1,-4 1 822,-4 1 0,-2-1 143,2-3 0,3-3 0,-8 0 436,3-21-403,-19 3 456,-35 5-114,-14 6-117,10 14 0,-1 0 71,-2 1 1,1 1 438,-23-18 39,7 3-148,9 6-398,11 8 633,10 10-1050,8 10 465,13 14-371,12 14-18,13 15 14,-13-13 1,1 1-400,3 4 1,-1 2 316,0 3 1,0 2-435,0 13 1,-4 2-1742,-7-4 1,-3 0 2066,-3 3 1,-3-3 0,-6 4 0,-4-25 0</inkml:trace>
  <inkml:trace contextRef="#ctx0" brushRef="#br0" timeOffset="71281">19845 3333 25927,'5'-1'3675,"-2"1"-1444,-3 0-3067,-63-24-337,23 20 595,-8-6 0,-4 2 416,19 13 1,0 2 168,-5 1 1,-2-1-257,-2 1 0,0 0-62,-1-2 1,1-2 258,4 0 1,0-1 141,-24-1 488,15-5-363,14-2-203,14-1-222,7 0-461,8 5 63,0-1 493,4 2 57,4 4-692,0 6-122,5 7 150,-2 11 480,-2 10 289,-4 13 40,-5-20 1,-1 2-199,-2 5 1,-2 1 57,-3 2 1,-1 1 425,0 1 1,-1 0-60,1-1 0,1-1-147,1-1 1,3-1-117,1-2 1,2-2-78,1-2 0,3-2-206,7 23-146,9-11-154,15-9 2,16-11 397,-16-16 1,3-2-167,6-3 1,3-3 69,6-3 0,1-2-1288,4-1 0,1-3 1540,6-2 1,-4-1-1,-22 6 1,-4 1-1,24-7 1</inkml:trace>
  <inkml:trace contextRef="#ctx0" brushRef="#br0" timeOffset="77149">20454 3664 9050,'-1'-5'7628,"1"0"-5573,4-55-564,2 27-1018,-2-8 0,3 1 160,4 6-224,2 6-90,-1 7-285,-4 9-68,-2 6-50,-6 7 118,0 11 56,-4 14-18,-6 18-16,-9 15-216,7-26 0,-1 0 171,0 0 1,0 0-1,2-3 0,0 0 11,-4 21-5,6-11 11,4-10 79,4-13 341,0-8 134,1-6-246,1-11 169,2-9-393,2-14 0,1-10-56,1-9-45,-1-7 17,0-4-403,1 1 370,0 8-1,-1 14-106,0 15 39,-2 12-128,-2 9 128,-1 14 62,0 12 369,0 16-353,-2-7 1,0 1-272,-2 14 266,0-13 0,-1-1 17,-2 7-3312,1 15 3301,3-21 16,1 6-33,1-29 123,0 3 146,0-13 173,0-2-274,0-9 3297,0-10-3432,2-13 6,2-10-11,3-10 5,1-5-16,1-2 11,-1 3-17,-1 11 0,-1 12-28,-2 16-151,-2 9-1,-2 10 108,1 32 66,-1-10 6,0 28 17,-2-5-12,-4 5-16,2-19 0,-2 1 14,-2 4 0,0-1 30,-5 23-33,2-7-5,5-15 21,4-18 68,0-1 163,1-10 5,1-8-123,2-11-62,3-12-22,5-15-28,5-13-1699,-3 13 0,0-1 1676,6-17 9,-5 13 0,1 1-290,2-15 298,-6 24 0,-1 0 12,4-20-29,-5 16-72,-4 18-102,-3 9 91,-1 10 27,0 10 3290,-1 13-3235,-3 18 19,-5 16-9,1-16 0,-1-1 77,-4 19-80,2-19 0,1-1 6,-3 8-6,6-16 0,0-1-12,-1 6 80,3 0 21,4-29 415,1 0-381,1-39-83,1-2-24,0 1 1,1-3-204,1 3 0,1 0 198,2-20-6,0 18 1,-1 1 11,6-18-6,-4 19 0,-1 0-11,3-9 312,-3 10-379,-5 23-123,-2 6 5,-2 19 151,-1-1-120,-4 13 0,-2 6-1339,-3 3 1,-2 2 1492,-4 13 0,0-2 0,5-15 0,1-5 0,-5 15 0</inkml:trace>
  <inkml:trace contextRef="#ctx0" brushRef="#br0" timeOffset="79348">21049 3980 21338,'15'-34'319,"-6"20"-185,-17 49-100,-9 14-132,4-20 0,-2 0-901,-2 4 0,-2 0 999,-5 5 0,1-3 0,-4 6 0,3-6 0</inkml:trace>
  <inkml:trace contextRef="#ctx0" brushRef="#br0" timeOffset="81108">21594 3702 17840,'-1'-51'1288,"0"0"0,1 8 1,-1 7-824,1 8-249,0 17-557,0 6 462,2 27-60,-1 10-10,1 29-35,-2-11-142,-3-14 0,-1 0 109,-1-4 1,-2 1-136,-4 18 1,-1 2-473,2-7 0,0-1-651,0 6 1,2 0 1274,6-9 0,1-4 0,1 5 0,4-9 0</inkml:trace>
  <inkml:trace contextRef="#ctx0" brushRef="#br0" timeOffset="81341">22010 4026 18504,'11'28'454,"-7"5"-1009,-14 12-3607,-1 3 4162,2-7 0,4-16 0,3-11 0</inkml:trace>
  <inkml:trace contextRef="#ctx0" brushRef="#br0" timeOffset="81848">22849 3670 21405,'-60'-11'100,"1"-1"1,2 3 0,8 12-56,22 19 0,4 8-303,1-3 1,1 1 254,4 0 1,3 1 214,-3 26-167,20-3-34,15-7 0,14-8 51,9-10 68,4-12 49,3-7 45,1-15 5,-1-9 12,-4-13-192,-4-11 170,-5-11-1739,-16 14 0,-2-1 1548,6-17 14,-9 15 0,-2-1 295,-5-10-51,-4-8-130,-14 10-223,-15 13-34,-14 10 45,4 13-240,-16 4-75,25 14 52,-4 10-712,22 17 3412,5 0-7297,5 1 1,1 0 4022,1-3 1,1 12 0,-3-34 0</inkml:trace>
  <inkml:trace contextRef="#ctx0" brushRef="#br0" timeOffset="82066">23244 3938 17104,'1'-3'4822,"0"0"-4071,-1 3-813,7-7 51,-4 14-11,5 1-241,-6 44-326,-9 2-1881,0-13 1,-2 0 2469,-2-8 0,0-4 0,-6 11 0,6-18 0</inkml:trace>
  <inkml:trace contextRef="#ctx0" brushRef="#br0" timeOffset="82915">23875 3855 17776,'-17'-44'575,"0"0"0,2 5 0,9 3-334,36-3-174,1 11-28,20-4-5,-9 17-23,2 5-16,-1 9-63,5 17 35,-17-1 33,6 23-23,-21-4 1,-1 13 22,-9 1 56,-18 7-17,1-20 96,-19 7 55,4-21 84,-10 2 169,-1-8 481,-2-9-616,15-8 191,-1-10-96,16-3-145,3-5-152,6-1-72,9 2-29,6 2-5,7 6-22,4 5 11,3 7-1,4 8-21,9 15 38,-13-3-16,11 17-17,-21-10-17,1 10 23,-12-3 16,-17 0-16,-15-2-23,-20-3-56,-10-3-151,-5-6-420,2-7-2179,9-6 2851,11-4 0,21-4 0,8 0 0</inkml:trace>
  <inkml:trace contextRef="#ctx0" brushRef="#br0" timeOffset="83144">24639 4059 12838,'-4'43'-387,"0"-1"1,-1 20-325,1-12 711,2-14 0,0-12 0,1-3 0</inkml:trace>
  <inkml:trace contextRef="#ctx0" brushRef="#br0" timeOffset="83415">25109 3839 20660,'15'-47'971,"0"1"0,-3 4 0,-1 10-1016,-5 20-5,-3 8 22,-3 16 45,-2 13-6,-3 18-28,-3 15-31,1-14 1,-1-1-616,-2 18 453,2-16 0,1-1-1179,0 13-1871,3-22 0,2 0 2459,-1 19 0,3-21 0,1-17 0</inkml:trace>
  <inkml:trace contextRef="#ctx0" brushRef="#br0" timeOffset="83998">25594 3885 21427,'27'-27'157,"-1"0"0,17-17 67,-31 57-146,-7-7 220,3 4 27,-7-7 571,0-1-756,-5-4 84,-3-5 50,-10-15-156,6-6-79,0-2 17,14-17-56,9 15-6,8-11-16,6 18 0,-4 9-46,15 6-44,-9 11 12,14 6 77,-9 12 23,-11 2 0,0 29 11,-15-6-299,-7-11 0,-2 1 288,-8 13 19,-10-10 1,-5-1-6,3-9 0,-3-1-708,-12 13 0,-2-1 691,12-13 1,-2-1 7,-11 5 1,1-3 52,-1-2 14,-8 2 681,30-22-641,14-13-50,3-7-17,8-7 1453,7-1-1498,5 5-3,3 6-70,2 7-16,2 8-91,5 5-122,4 8 84,-4 1-4440,22 12 2322,-11-6 2336,-9-5 0,0-2 0,-2 0 0,-2-3 0</inkml:trace>
  <inkml:trace contextRef="#ctx0" brushRef="#br0" timeOffset="84408">26457 3661 18112,'13'-42'293,"0"-1"0,0 5 1,5 9-177,24 22 40,6 5 28,1 1 16,1 3 7,-3 1-7,-3 4-100,-12 0 185,3 8-79,-19 0 33,0 9 35,-11 2-12,-6 4-67,-2 4-39,-2 3-84,-2-7 134,-4 19-106,2-12-17,-6 19-5,3-7-1,-1 0-27,0 0 5,-3-3 22,-5-1-28,-6-4-44,-10-1-140,-7-4-211,17-18 0,-2-1-2358,-3 0 1,-2-2 2702,2-2 0,1-1 0,-10 2 0,17-6 0</inkml:trace>
  <inkml:trace contextRef="#ctx0" brushRef="#br0" timeOffset="89049">21693 4921 21282,'-2'-51'-163,"0"15"253,2 50 28,0 12-1,0 27-83,-1 1-371,0-20 1,0 0 319,-2 11-39,-5 10-56,-1-13-39,-10 10-120,-16-1 204,-3-16 50,-3-10-3095,-14-18 3157,26-9 117,-28-17-33,30-6 39,-6-14-56,18 8 476,4-3-161,6 6-293,1 6 272,3 3-468,1 16 3286,0 0-3218,0 16 16,2 14-10,4 11 21,6 9-33,2-15 23,12 4 16,3-12 67,25 4-16,-2-12-29,-20-10 1,0-2 78,21-9-67,-12-3 302,12-21-134,-25 1-174,7-9-84,-20 3-291,-9 17-879,0 3-762,-1 17-4834,0 12 6783,-2 5 0,-2-4 0,-1-6 0</inkml:trace>
  <inkml:trace contextRef="#ctx0" brushRef="#br0" timeOffset="89467">21688 5693 13300,'6'-3'3489,"-1"1"924,-5 2-4301,-48-34-56,20 33-28,-6-13 0,1 4-5,5 25-23,-11 19 11,23-17 662,-11 18-678,22-15 359,0 5-365,11 0 6,4 0 10,9-2 1159,7-1-1164,5 2 0,2-1 0,0 2 0,-5 0-6,-10-6 51,-8 9-12,-15-8-10,-12 10 10,-17-7-16,0-6 22,-15-2-39,-7-8-100,-1-4-600,-4-11-6352,21-10 6204,13-6 0,13 6 0,8 7 0</inkml:trace>
  <inkml:trace contextRef="#ctx0" brushRef="#br0" timeOffset="90634">21611 2835 19832,'-3'21'235,"4"-1"-140,13-2 151,2-5 247,3-4 381,8-7-3840,-2-8 3128,1-3 152,2-14 11,-9-4-45,3-12-84,-7-7 22,-7-15-134,-5 19 123,-7-8 73,-4 29 3376,-7-1-3494,-4 10-106,-3 6-39,-4 11 16,-7 9-21,-7 13-18,-3 12-342,20-14 1,2 1 347,0 2 0,3 3-3,0 7 0,2 1-170,-2 12 167,11-16 0,6-1 6,15 5-123,16 8-611,3-23 1,6-5-3073,-3-3 0,1-4 3186,5 0 0,-2-3 0,2-2 0,-20-5 0</inkml:trace>
  <inkml:trace contextRef="#ctx0" brushRef="#br0" timeOffset="92707">22197 2898 16148,'0'-53'399,"0"1"1,6-5-1,8 7-85,23 6-847,2 1 640,-2 7 362,4 8-255,-5 7-125,7-3 414,8 11-358,-17 9-106,7 0 123,-2 13-140,-14 3-11,6 6 45,6 13-33,-9-5-29,12 16 17,-9-1 51,-6 7 415,-9-8-416,-6 13 29,-7 3-28,-6 1-6,-4 5 5,-7-19-5,3-14 405,-11 0-198,3-15 17,-11-1-56,0-11-45,-4-11 75,-1-6-80,1-10-32,3-2-4,3-3-39,6 3-10,3 3-3,4 6 2,3 6-165,5 6-89,3 4 95,2 4 133,4 4-52,4 7-24,1 0 32,20 16-1,-10-14 1,31 25-10,-15-17 19,19 13 0,-22-20 1,0-2 275,11 5 94,19-2 76,-23-13 56,6-3 34,-2-8 75,-4-5 41,-2-5-30,-4-2-312,-5 2-82,-5 0-126,-7 5-172,-4 3-260,-3 5-661,-1 4-3771,1 7 4617,-1 2 1,-2 0 0,-1-3 0</inkml:trace>
  <inkml:trace contextRef="#ctx0" brushRef="#br0" timeOffset="95473">22841 3670 13648,'1'-36'1456,"-3"4"-963,-3 21-73,-3-1 112,-5-2-229,3 3-40,-3-1-162,6 5 78,-2 0 56,-1 1-179,1 2 84,-7-2-67,4 5-51,-2-2 34,-4 3-17,2 2 12,-7 3 16,-8 7-39,4 2-6,1 0 18,3 2 16,5-2 61,-14 12-89,14-10 51,-9 11-23,19-16 56,-7 9-28,6-5 23,-6 11-34,5-4 5,1 6-33,5-10 28,3 6-12,4-3 46,3 13-46,0-4-22,2 6 17,-2-7-22,-2-7 56,0 4 66,0-1-83,0 2-11,2 2-17,1-6-29,-2-7 29,5 4 6,2-5 10,5 4 18,4-3 128,8-1-28,-4-6-95,0-3 106,4-5-72,-8-2-29,11-2-33,-4-1-5,3-3 5,3-1 17,1-2 33,-2-2 40,-2 0 22,-4-2-51,-4-3-61,-6 4 51,0-8 5,-3 3 45,3-15-67,-5 4-23,0-6-33,-9 11 5,0-4 6,-3 5-23,1-5 6,-4-5 0,-2-1-17,-1 6 0,-2-3 12,1 11-1,-2-6-16,0 6-23,-7-7 6,2 9 33,-7-9-11,1 8 6,0 0 0,2 3 0,1 0-12,3 2 1,5 5 0,-3-1-23,0 4-17,-1 0 17,0 2-16,-6 5 22,7 1 22,-20 8 0,10 1 1,-13 6-6,5-2 11,0 1-11,0-1 0,-5 3 11,12-5-17,-9 6 5,13-6 129,-5 7-13,1 2-8,3 3-17,3 2-8,7-5 6,3 15-26,5-9-8,6 14-183,5-7 1,5 1 15,-1-7 17,9 14-3374,-1-6 3380,1 0-94,4 1 135,-13-22 76,16 12 29,-8-10-6,12 3 17,-4-9 3351,3-6-3329,1-2 174,0-4-185,-2-2 11,-4-2 17,-4-2 11,-3-3-27,-2-2-18,1-1-22,-1-3 0,4-3 22,1-3-27,3-5-18,3-2 29,-1-4 33,-2 2-5,-4-1-23,-6 1 11,-5 2-22,-6-1-44,-2 7 49,-3-16-50,0 18 12,-1-20-18,-2 18 18,-3-5-12,1 6-33,-13-5 16,1 9-11,-12-7-16,-3 7 5,-3 3-40,-4 4-195,1 4-778,1 7 1041,3 12 0,15-7 0,5 7 0</inkml:trace>
  <inkml:trace contextRef="#ctx0" brushRef="#br0" timeOffset="96933">23472 2677 19232,'9'-54'425,"-1"1"1,0 2 0,4 7-297,15 7-51,12-1 17,11 4-440,-20 19 1,1 1 389,3 3 0,0 1 11,2 2 0,0 1 14,1 2 0,-1 2-6,-1 2 1,-1 1 21,-1 3 1,-1 3 104,26 10 11,-6 10-67,-7 9-34,-8 7 17,-8 9-6,-9 9-167,-12-27 0,-2 3 91,-1 2 1,-1 1-18,0 2 1,-2-1-6,1 1 0,-1-1 0,0-2 0,-1-2-3,1-2 1,-2-2 27,0 25 45,-5-9 45,-7-8 421,-8-8-365,-7-7 125,-5-7-198,-3-5 419,-2-5-419,0-2-6,2-4-11,5-2 17,4-5-28,5-4-28,3-5 12,0-4-7,3-4-16,1 0-17,2 0 11,4 4 6,0 4-6,4 3-16,0 4-51,2 4-140,2 1 162,0 7 0,4 4 6,3 7 0,4 4 0,2 2 6,5 0 28,4-1-3370,14 4 3358,-9-8-4,23 5 33,-9-12-1,15 0 34,-2-6 45,-4-9 112,4-10-163,-20 0 73,9-12 7,-18 4-7,3-6-28,-6-1 3394,-7 0-3495,-7 11 54,-3 2-76,-4 11-146,0 2-2173,-1 2 2319,-3 15 0,3-9 0,-2 8 0</inkml:trace>
  <inkml:trace contextRef="#ctx0" brushRef="#br0" timeOffset="103107">22836 6760 17468,'38'-19'4,"1"0"0,-1 1 0,8-8 0,-2 8-32,-1 14 0,-3 6-100,8 4-164,13 2-184,-32 7 191,-17 4 307,-21 4-5,-7-3 0,-10-2 0,-5 0 39,-19 8-191,11-7 1,0 1 229,8-5 1,1 0 44,-23 13-112,19-9-73,9 6 73,17-11 229,12 3-5,16-9-162,23-7-62,-2-5 42,0-6 0,2-2 3,-12 2-1,-1-2-322,14-5 0,0-3 345,-13 3 0,-3-2 129,19-23 227,-18 6-64,-9-23-168,-15 29 422,-6-6 0,-2 1-277,-4 10 302,-13-23-106,4 27-307,-1 2 178,1 0 627,7 9-1036,3 3-61,3 4 50,4 11 17,5 10 23,2 15-29,4 11-39,3 10 6,1 2-23,0 0 1,-4-13-578,0 15-1187,-9-18-308,-3 7 2106,-16-3 0,8-28 0,-6 5 0</inkml:trace>
  <inkml:trace contextRef="#ctx0" brushRef="#br0" timeOffset="103649">24547 6463 17501,'-4'-3'1491,"1"0"-562,3 3-643,-66-35-146,33 24-101,-11-8 0,-1 2 12,2 14-1,-3 2 23,-4 1 16,1 1 18,6 1-29,9 3-39,9 1 68,7 7-63,8-4 63,1 9 16,6-1 11,0 10 74,1 7-18,3 6-33,0 7 23,1 3-240,0 5 245,-4 2-6,-5 1-50,-3 1-34,-4 1-55,4-2-12,4-2-12,10-5-16,9-6 34,12-2-12,2-12 14,1-9 1,3-1-87,21 6-423,-13-9 0,3 0-398,-6-6 0,1-3 871,5-2 0,-2-2 0,4 2 0,-4-6 0</inkml:trace>
  <inkml:trace contextRef="#ctx0" brushRef="#br0" timeOffset="104467">24712 6660 13665,'-1'-6'5735,"0"0"-4228,1-53-488,0 35-579,0-12 0,0 3-306,0 21-156,0 6-85,0 10 135,0 12 6,0 17-20,0 1 0,0 2-20,0 20-442,0-10 1,0 1 312,0-12 1,0-1-301,0 9 1,0 1-1278,0-2 0,0 0 1712,0 0 0,0-4 0,0 5 0,0-10 0</inkml:trace>
  <inkml:trace contextRef="#ctx0" brushRef="#br0" timeOffset="104689">25237 6982 14902,'1'-5'6805,"0"2"-6216,-1 3-600,-3 13-522,-2 24-262,0-4 795,-4 29 0,7-44 0,-3 9 0</inkml:trace>
  <inkml:trace contextRef="#ctx0" brushRef="#br0" timeOffset="109099">25599 6783 7554,'-9'0'1675,"1"0"-667,8 0 2336,0 0-2476,19-59 33,-5 34-439,0-11 1,3 1 433,9 9-728,-7 10 33,9-4-89,-6 10-39,11 0-67,2 5-34,2 5-23,-2 9-44,-5 7-39,-8 10 22,-7 6 89,-9 5 46,-10 3-6,-12 1-6,-12-1 0,-6-3 62,-4-6 72,4-5 147,5-7 430,8-7 427,9-7-46,6-3-476,5-2-504,3-4-168,3-2 17,5-3 12,8 1-7,6 3-10,5 4 10,2 7 12,1 5-6,-2 9 0,-1 6-27,-4 4-40,-6 0 33,-7-2 68,-7-8 190,-14 4-56,-7-9-16,-14 4-40,-7-6-5,-3-6 55,-3-2-117,16-4-33,2-3-455,16-1-3455,1-3 3915,2 1 0,3 1 0,2 3 0</inkml:trace>
  <inkml:trace contextRef="#ctx0" brushRef="#br0" timeOffset="109357">26390 7137 19232,'6'-7'2554,"-2"2"-1725,-4 5-1361,0 0 453,0 15-89,0-3-655,-3 24-1866,-1 0 2689,-4 13 0,3-21 0,-1-3 0</inkml:trace>
  <inkml:trace contextRef="#ctx0" brushRef="#br0" timeOffset="109907">27014 6824 18039,'10'-48'1206,"-1"0"0,0 5 0,-4 9-343,-9 21-734,0 6-79,-3 4-83,-4 9-3314,-18 21 3358,6-1-100,-2 7 0,1 3 94,0 13-2,9-19 0,2 0-14,2 25-1,12-13 7,8 5 33,18-2 11,4-16 62,10-5-23,-11-16 107,5-6 67,2-17-95,-1-6 3189,-3-7-3290,-17 0 0,-3-1-11,1-5-1,-3-1 1,0-3 101,-1-10 358,-2-10-358,-3 11 27,-22 2-223,-10 17-1,-5 6-307,-19 18-264,21 15-1652,-12 10-7557,16 11 8049,11-7 0,6-6 1,7-13-1</inkml:trace>
  <inkml:trace contextRef="#ctx0" brushRef="#br0" timeOffset="110406">27797 7110 16062,'0'-5'5108,"1"0"-2946,-1 5-2548,16-56 106,-11 48 330,9-31-11,-19 70-44,-1 1-141,-8 18-879,3-18 0,-1 1-3891,0 0 1,1-1 3826,-1 0 1,1-3 0,1 1 0,7-22 0</inkml:trace>
  <inkml:trace contextRef="#ctx0" brushRef="#br0" timeOffset="111067">28361 6982 12993,'0'-6'2817,"0"1"-891,0 5-116,20-66-1452,-13 45-92,5-17 0,1 1 132,-6 23-129,6-4-118,1 1-39,6 0-79,-3 5 23,15-2-39,-16 9 73,21-1-62,-22 6 33,16 6-44,-13 4 0,11 10-11,-11-3-18,12 20 12,-12-5 6,6 18 50,-14-4-6,-10 1 6,-12-4-5,-3-12 94,-12-1 220,-20-3-225,15-9 258,-19 2 190,30-17-286,1-1 376,5-8-454,8-2-123,1-10-45,6-1-51,6-2-10,7 1-12,10 4 6,6 5 11,4 6-23,2 6 6,-3 7 1,-2 7 4,-9 1-44,3 20 40,-13-6 4,2 16 12,-14-7 28,-12-1-11,-3-10 22,-34 11-83,7-15-170,11-8 0,-1-1-278,-17 3-591,10-6 130,14-7-8878,10-4 8840,12-4 0,1 1 0,3 0 0</inkml:trace>
  <inkml:trace contextRef="#ctx0" brushRef="#br0" timeOffset="111293">29103 7178 21231,'10'33'17,"0"1"0,0-3 0,-2 0-415,0 16-167,-4-12 565,1 18 0,-5-36 0,2 13 0</inkml:trace>
  <inkml:trace contextRef="#ctx0" brushRef="#br0" timeOffset="111568">29825 6995 17703,'0'-4'3248,"0"1"-2699,0 3-409,-3 7-78,-2 13-45,-3 11-29,2 13-55,2 2-263,2 2-762,1-2-2874,0-4 3966,-3-3 0,2-19 0,-2-5 0</inkml:trace>
  <inkml:trace contextRef="#ctx0" brushRef="#br0" timeOffset="112157">30144 6931 13771,'0'-4'6038,"0"0"-3960,0 4-2067,21-40 11,-8 29 6,15-29 11,-17 40 192,-4 0 267,-4-1-151,-2-3-251,1-6-7,-1-6-10,1-6-40,0-4-22,4-3 16,3 2-10,5 1 5,6 6-28,6 4-28,7 6 28,6 5-12,4 11-10,-1 8 11,-5 12-12,-6 12-1693,-19-7 1,-2 2 1698,2 15 17,-11-8 0,-5 0-296,-20 18 234,3-22 0,-5 1 9,-7-2 0,-5-1-334,-6-2 0,-3-3 364,0-3 1,-1-2 44,3-4 1,1-4 35,10-5 1,2-3 171,-10-1 2897,22-13-3071,13-1 403,17-14-453,6 8 1083,14-5-1049,1 9-18,1 5-33,1 6 0,3 5-17,4 7-51,8 7-122,6 4-130,-25-11 1,0 0-259,2-1 1,-1 0-1739,0 0 0,-1-2 2327,20 6 0,-20-7 0,-13-6 0</inkml:trace>
  <inkml:trace contextRef="#ctx0" brushRef="#br0" timeOffset="112590">30944 6667 19384,'47'-29'199,"0"0"1,-4 2 0,-6 9 1,-8 25 152,7 4-202,-10-2 12,5 4 16,-13-2 39,-3 3 6,-3 4-28,-2 4-28,0 6-22,0 4 17,0 4-34,0 6 16,1 17-83,-3-4-378,-1 1 344,-1 0 11,-1-10-11,1 13-28,-1-1-11,-5-4-22,-10-6-29,-12-9-347,-16-9-2150,-17-10 2559,1-10 0,17-6 0,14-2 0</inkml:trace>
  <inkml:trace contextRef="#ctx0" brushRef="#br0" timeOffset="115998">26961 7853 23108,'5'-56'-521,"-1"24"538,-4 64-17,0 11-11,1 6-39,-1 0-18,1-10-420,-5 17-290,-2-20-924,-4 14-2169,-3-19 3871,-2-9 0,5-11 0,2-5 0</inkml:trace>
  <inkml:trace contextRef="#ctx0" brushRef="#br0" timeOffset="116382">26997 7855 11474,'0'-7'7214,"0"1"-6586,0 6-532,0 0-96,-31-12 16,14 20-10,-26-5 11,22 23 33,-3 0 29,-1-2 72,-5-3 50,0-5 219,1-5 711,3-7-795,11-5 57,7-9-247,8-9-79,11-9 0,12-9 23,18-2 16,10 2-192,-23 20 1,-1 3 242,26-11 17,-7 8-90,-6 5-67,-10 5-6,15 3-22,-11 7-1,18 6-60,-8 11-141,-3 9-758,-4 10 46,-13-4 925,-14 0 0,-2-2 0,-3-10 0,0 19 0</inkml:trace>
  <inkml:trace contextRef="#ctx0" brushRef="#br0" timeOffset="116866">27078 8943 14225,'0'-5'5377,"0"2"-4089,0 3-420,-31-68-268,9 40-402,-2-12 1,-1 3 25,-6 20-117,2 8-51,5 5-34,1 5-55,5 3 5,3 4 11,2 4-11,5 4 22,3 3 17,2 4-16,6 4-1,5 6-11,6 5 12,6 4 10,4 2-21,1 2 10,-3-3 6,-4-2 22,-9-6 29,-11-6-1,-15-6-27,-15-8-12,-16-5-73,-9-8-268,-3-8-1734,1-6 2064,6-12 0,25 12 0,8-3 0</inkml:trace>
  <inkml:trace contextRef="#ctx0" brushRef="#br0" timeOffset="122149">28967 6332 14835,'13'-50'1153,"-1"-1"1,6-6 0,2 4-933,-2 20 1,3 2-807,7-7 0,3-1 688,-1 7 1,3 1 36,3 2 0,2 1 8,0 1 1,0 3-43,1 2 1,0 3-40,0 1 0,1 2-39,-1 3 0,2 1-23,1 3 1,0 2 5,2 1 1,-1 2-4,-9 2 0,0 2 28,15 5 1,-3 3-9,1 4 8,0 9 1,0 5 13,-1 15-19,-14-9 0,-1 2-12,-9-3 1,-2 1-12,0 1 1,-1 0-67,-1 0 0,0 0 63,-1-1 1,1-1 5,-2-3 1,0-1 348,12 21-377,-6-10-22,-8-11 73,-7-7 825,-4-8-591,-5-4 539,-3-2-499,-5-3-45,-5 0-38,-2-2-46,-2-3-11,2-3-28,0-4-17,-1-3-67,0-2-56,-3-2 56,-2 0 34,-1 3 61,1 2 62,4 3-96,5 4-156,8 2-90,3 1 62,3 4 84,3 3-28,4 6 33,1 0 17,6 6 51,6 0-12,3 1 23,6 0 17,-1-5 27,5-6-21,3-4-18,7-4-28,3-6 1,4-2-1,-2-6 17,-5 0 85,-7-3 27,-9 0-11,-8-2-51,-5-1-27,-6 0 22,-1 0 29,-4 4-29,-1 5-62,-1 6-145,-1 2-303,0 3 330,-3 5 52,-4 8-24,-1 4 18,-6 6 0,1-3 44,-3 0 35,-6 1-46,-9 1-34,-12 0 1,-11 0-235,23-12 0,0 0 231,0-1 1,0-1-3,-26 5 17,9-5 28,10-4 5,6-9 12,4-5-40,2-8-11,2-6 487,3-3-459,5 3 6,5 6-34,6 8-33,2 6-51,3 3-241,-1 1 291,1 6 29,2 0-6,3 10 22,11 5 1,6 1-11,14 4 4,5-7 1,9-1-56,3-5-174,2-3-611,0-5-1758,0-6 2582,0-6 0,-24 3 0,-7-2 0</inkml:trace>
  <inkml:trace contextRef="#ctx0" brushRef="#br0" timeOffset="127899">22740 10666 11693,'-43'-11'2610,"0"-1"0,4 2 1,11 1-2421,21 1-235,18-2 0,7 3-50,13-1 0,4 2-299,9 0 138,16 1 1,2 1 31,-3 3-255,4 5 1,-1 3-37,-17 2-205,-9 1 0,-7 4-1123,-19 10 224,-42 20 1083,-2-11 614,-1-11 1,-9 0 0,5-3 41,7-4 1,-2-1 362,-15 7 1,-7 3-1,7-4-161,15-7 0,1 0 189,-9 4 1,-5 2 0,7-2-232,-3 1-191,8-2 1,4-1 169,17-6 65,4 2 483,42-8-650,18-5-146,-19 0 0,3-1-374,27-8 0,2-3 357,-15 2 1,0-1 10,9-1 1,1-2 55,2-6 1,-6-1 50,-2-4 75,-11 3 1,-4-6 345,-12-24-192,-10-4-206,-16 2 203,-12 23 1,-5 2 518,-11-9-395,9 13 1,1 0 242,-6-5-279,11 10-337,8 9-189,4 8 643,2 5-699,3 8 411,3 2-221,17 30-34,-5-13-6,-1 2 1,0 3-15,-3 0 1,-2 1-348,-1 2 1,0 2 60,-2 6 1,-2 0-622,-6-7 0,-2-1-2053,-3 0 0,-2 0 2980,-7 21 0,2-22 0,3-16 0</inkml:trace>
  <inkml:trace contextRef="#ctx0" brushRef="#br0" timeOffset="128416">24281 10498 21909,'-47'-33'-235,"-8"8"252,-3 24-524,25 1 0,-2 0 526,-1 0 1,1 0-3,2 0 0,0 0 333,-23 0-328,14 1 149,13 3-182,11 2 0,5 6 0,4 2 565,2 6-509,1 3-23,3-1 73,1 18-5,0-4 11,1 21-241,-3 1 184,-1-8-244,-4-6 0,-1-1 251,-3 6 2,-5 7 0,-1 1-36,8-24 0,0-2-20,-5 14 0,2 0-36,3 15 22,11-11 17,8-17 95,25-1-89,5-19-85,-7-4 1,2-2-132,1-6 0,1-4-566,3-1 0,1-2 776,7-7 0,-3 0 0,6-2 0,-5-2 0</inkml:trace>
  <inkml:trace contextRef="#ctx0" brushRef="#br0" timeOffset="128682">24596 10653 24665,'13'-19'-56,"-3"19"67,-5 51-8,-3-20 0,-2 3-45,-2 1 0,-2 1-525,0 3 0,-1-1 29,-6 23 538,7-12 0,1-4 0,0-13 0,3 23 0</inkml:trace>
  <inkml:trace contextRef="#ctx0" brushRef="#br0" timeOffset="128889">25116 11144 23114,'-6'51'-1194,"-3"0"-3398,-7-3 4592,-1-7 0,4-17 0,5-12 0</inkml:trace>
  <inkml:trace contextRef="#ctx0" brushRef="#br0" timeOffset="129560">25667 10965 22593,'8'-32'739,"-3"6"-414,8 5-28,-4-2-96,3-11-100,1-6-45,2-1-17,2 2-11,6 8-16,4 5-1,9 7-6,18 7-49,-14 9 10,8 10-11,-24 10 0,-4 10 17,-6 7-5,-4 7 22,-6 5-1,-10 5 12,-7 0 12,-13-1 16,-9-5 5,-4-10 40,0-11 84,6-10 168,9-8 72,10-3-122,8-6-124,7-4-145,1 0-17,7-5-23,4 5 6,9-1 11,5 4 12,5 5-6,1 8-1,1 8-10,-1 10 0,-1 7 5,-3 6-22,-5 1-3427,-10 8 3472,-11-17 16,-19 7-27,-19-17-63,-18 3-33,22-14 1,-2-3-217,1 0 1,0-2-1840,-25 0 2156,12-5 0,22-1 0,9-2 0</inkml:trace>
  <inkml:trace contextRef="#ctx0" brushRef="#br0" timeOffset="129790">26589 11111 22173,'1'52'39,"-1"-1"0,1 1 1,-2-7-775,-4-9-3689,-4 8 3008,0-8 1,3-15 0,2-10 0</inkml:trace>
  <inkml:trace contextRef="#ctx0" brushRef="#br0" timeOffset="130072">27132 10885 22867,'1'37'48,"-1"0"0,0 21-32,3-8-88,-1-7-231,-1-11 1,0 2-1485,0 20-5556,0 3 7343,-1-23 0,0-14 0,0-11 0</inkml:trace>
  <inkml:trace contextRef="#ctx0" brushRef="#br0" timeOffset="130666">27515 11074 16762,'1'-4'5747,"1"1"-4672,-2 3-828,10-24 44,-8 17-45,8-17-95,-10 24 824,0 0-835,-3-13-100,-2-4-29,-1-7 17,0-21-6,3 18 12,3-28-12,12 9-33,-2 9 11,21-13-11,-5 30-3420,13-6 3414,-10 15-6,9 6-16,3 9 11,1 7-45,4 12 29,-16 10 16,-8-1-14,-12 2 0,-2 1 42,-2 6-18,-4 7 1,-12 6-585,-15-17 0,-12 0 0,-3 0 0,5-4 610,-3 14 1,-3-3 9,4-11 0,-7 2 0,0-4 1,9-10 2423,-8-10-2274,20-13-106,14-3 16,7-11-39,8-3 12,11-15 3352,-1 11-3375,15-5-34,-18 21-22,13-1 0,2 18-22,4 7-84,11 15-220,-1 7-1175,4 4 477,-9-8-3864,-5-10 1,0-2 2759,-4-3 1,11 7-1,-31-23 1</inkml:trace>
  <inkml:trace contextRef="#ctx0" brushRef="#br0" timeOffset="130856">28372 11269 20285,'2'-5'5495,"0"1"-5153,-2 4-309,13 9-27,-11 21-40,5 17-117,-13-13 0,-3 2-1056,-2 2 0,-3 0 1207,-3 6 0,-1-3 0,-2 6 0,0-5 0</inkml:trace>
  <inkml:trace contextRef="#ctx0" brushRef="#br0" timeOffset="131857">29051 10908 9279,'-10'1'8379,"2"-1"-6732,8 0 363,0 0-1696,24-68-107,-9 41-1836,3-13 1,2 1 1706,6 20-67,6 4-22,6 5 11,7 4-34,1 9 1,-2 8 10,-8 9 1,-8 9 3375,-9 6-3392,-7 5 27,-5 2-4,-8 2-1,-8-2 28,-6-2 39,-5-6 57,-2-7 95,-2-8 280,2-8 218,4-5-129,4-7-173,7-7-118,3-5-174,9-4-72,11 1-12,14 4-22,12 5 11,7 10 0,0 8-16,-4 9-1,-4 11 1,-6 8-270,-3 9 264,-7 3 11,-7 0 22,-10-4-5,-17-6-39,-14-4-12,-17-7-67,-12-9-201,-8-9-779,-3-13-1020,0-12 2101,6-13 0,26 10 0,9-2 0</inkml:trace>
  <inkml:trace contextRef="#ctx0" brushRef="#br0" timeOffset="132090">30060 11183 21545,'-5'56'-332,"0"1"1,0-1 0,1-9 0,3-20-1,-1-2 1</inkml:trace>
  <inkml:trace contextRef="#ctx0" brushRef="#br0" timeOffset="132366">30719 11050 19753,'2'-4'2487,"-1"1"-1098,-1 3-1344,10 39-23,-12 2-36,4-2 0,-2 3-216,-9 2 1,-2 0-511,2-6 1,0 0-2196,-2 3 1,1-2 2934,-1 11 0,5-22 0,4-14 0</inkml:trace>
  <inkml:trace contextRef="#ctx0" brushRef="#br0" timeOffset="132990">31063 11124 23903,'12'-35'-263,"-2"12"280,-9 32-51,1 7-16,0-4 72,-1-2 197,-1-7 884,0-3-756,0-4-206,-2-13-80,2-8-55,4-16 5,2 9-11,11-12-17,3 11 29,15-10-24,-2 15-10,5 7-6,-13 14-45,6 7 11,-3 9 17,17 19 17,-8 11-186,-16-11 1,-3 3 193,-5 0 0,-4 0 9,3 22 2,-11-19 1,-7 2-12,-14 1 1,-5-1 19,7-5 0,-5-1-371,-11 1 1,-8 0 0,1-4 344,0-4 1,1-4 19,-9 7 1,0-3 10,10-7 1,5-4 129,-1-2 83,4-1-21,22-15-152,16-6 334,5-2-351,17-6 1025,11 8-1070,4 2 6,10 7-22,-9 10 27,-10 1-84,22 15-84,-13-3 29,9 5-390,-20-10 0,1 0-1573,14 3-816,-11-6 0,-1-1 2924,15-2 0,-20-4 0,-14-5 0</inkml:trace>
  <inkml:trace contextRef="#ctx0" brushRef="#br0" timeOffset="133399">31903 10986 22817,'32'-31'72,"0"0"1,-2 3 0,0 9 17,12 26 0,0 0 27,-4-2 34,-8-2 85,-6-1 100,-9-2 5,-7 0-78,-5 0-184,-2 0-85,-1 4 23,-1 5 5,-1 9 1,0 10-1,-4 11 1,3-3 10,-1-1 1,-1 3-6,-2 21-434,2-15 0,-1 2 408,2-7 1,0 0 0,0 0 0,0-1-34,1 1 0,-1-2-47,-2 20-43,1-25 0,-4-1-501,-26 19-42,14-26 1,-4-2-3284,-12 0 0,-2-5 3947,5-7 0,2-3 0,-14 0 0,19-4 0</inkml:trace>
  <inkml:trace contextRef="#ctx0" brushRef="#br0" timeOffset="137366">31021 6012 18173,'3'-27'1972,"15"-21"-7470,-2 19 5610,12-16 67,2 6 930,12-6-1079,-12 15 1,3-2-14,4 0 0,2 0 118,3-1 1,2 2-122,3 1 0,1 2-3,-1 3 0,1 2-6,0 3 1,0 2-3,-3 4 0,0 2-167,-2 3 1,0 3 166,-4 2 0,0 3 11,-4 3 0,0 3 1272,-3 2 1,-2 3-1237,24 19 6,-3 8 11,-9 9-39,-23-20 0,-2 1 0,-4 3 0,-2 1-6,-3 1 1,-4 1-1,-2-1 1,-3 2 8,-5 7 0,-1-2-15,-4 13-2,1-19 0,-1-2 26,-3 1 529,-2 0-210,2-11 1066,2-11-1055,1-8 402,0-12-649,-1-9 221,1-13-300,2-9-27,4-9 11,3-3-5,7 1 5,3 5 5,4 7-10,-2 7 27,0 0-39,-5 15-5,-1-1-1,-1 13 12,-1-2 6,1 1 21,1-3-16,-2 4-5,0 0-1,-1 2-5,-1 3 140,1-1-208,-1 7 12,0 6-409,4 11-7842,16 19 8290,-1-7 0,1-2 0,-10-19 0</inkml:trace>
  <inkml:trace contextRef="#ctx0" brushRef="#br0" timeOffset="138473">31853 6175 16292,'-20'-47'1471,"1"1"0,1 3 0,3 8-726,8 20-152,1 3-166,6 7-192,0 3-386,0 1 100,-1 8 124,4 6-34,0 3 51,12 12 16,9 0-33,1-5 0,3 1-40,0-4 1,2 0-294,8 3 1,0-1 270,15 4 3,-23-12 0,0-1 106,22 5 26,-3-4 27,-1-5-22,-14-15-89,-9-1-3102,15-18 3085,-19 8 39,17-19 22,-13-2-33,0-1 11,-3-5-45,-10 19 519,-2-1-418,-6 15-29,0-1-83,-3 9 3034,-1 2-3118,-4 13 73,1-3 5,-12 28 6,0-7-17,-4 6 17,-18 12-5,3-16-7,-9 6-2,10-17 0,-2-4-311,-23 5 308,15-8 1,-2-1-334,8-5 0,1-2 339,-21 0-34,24-5 1,2-3 95,-3-5-46,-9-8-10,22-8 276,7 2-282,0-21 0,6 7-6,0-17 695,4 8-673,3 6 120,1 12-114,0 0-11,0 16-5,0-3-23,0 10-375,0 2 380,2 13 1,4 5 5,5 16-11,6 3 11,-2-6 12,19 15 21,-4-17-16,14 10 23,-5-17 33,1-6-17,0-9 0,2-8-33,5-9 5,2-8 28,0-9-324,-2-7 347,-6-5-62,-5-2-28,-6 2 56,-8 9 0,-9 8 0,-7 11-45,-4 6-78,-1 4-275,-1 2 515,-1 7-604,-2 4-549,-2 10-1138,-5 5-5404,-5 3 7522,0-3 0,5-9 0,4-8 0</inkml:trace>
  <inkml:trace contextRef="#ctx0" brushRef="#br0" timeOffset="139099">32147 6014 22408,'19'-39'529,"-1"1"1,11-23-519,-29 61-90,0 0 113,0 8 84,-2 6-12,-1 10-5,-3 9 5,-3 5-5,-2 4-6,0 1-22,1-2 11,1-4-28,2-7-17,3-5 0,0-7 1,3-6 94,1-5 191,0-4 622,0-3-751,0-7-151,3-4-12,1-11-33,3-7 17,1-6-6,0-5 0,-1 0-5,-2 10 0,1-8 22,-2 18-17,1-4-17,-3 14-39,-1 6-251,0 2 290,-2 14 17,-2 7 0,-2 16-11,-5 7 12,-1 4-7,0-1-10,3-6 10,4-5-5,2-9-5,1-6-29,1-7-1837,0 0 1871,0-5 0,0-1 0,0-3 0</inkml:trace>
  <inkml:trace contextRef="#ctx0" brushRef="#br0" timeOffset="142056">23711 11798 7666,'3'3'28,"0"0"3517,-3-3-2419,79-7-235,-29 5-1098,9-2 0,3 1 557,-24 2 0,-1 1-54,6 0 1,0 0-76,3 0 1,1 0-76,3 1 0,0 0-37,2 0 0,0 1 5,1 1 1,2 1-427,1 0 1,1 1 397,2 1 1,1 1-17,1 0 0,1 0-25,-1 2 0,0 0-12,-2-1 1,-1 0-9,-1 1 0,-2-1-17,-2-1 1,-2 0 13,-1-1 1,0 1-295,-2-2 0,0 0 333,0-1 1,1 0 13,-1-1 1,1 0 22,1 0 0,-1-1 14,-1 1 0,0-1-11,0 1 0,-1-1-20,-1 0 0,0 0-22,-1 1 0,-1-1-12,0 1 1,-1 0-6,0-1 0,0 1-9,0 0 1,1 0-17,0 0 0,2 0 0,0 1 0,1-1 0,0 1 0,0 0-6,-2 0 0,0 0-161,-3-1 1,-1 0 154,-4 1 1,-1-1 11,28 2 0,-10-1 5,-7-2 716,-3 0-688,0-2-16,5 0 5,5 0 0,2 0-22,0 0-6,-4 1 17,-5 0 6,-5 0 1082,-5 0-1049,-6-1 791,-3 0-763,5-2-84,-10 1 436,14-2-436,-11 2 12,6 0-18,-5 1-5,-6-1 23,-9 1 49,-5-1 74,-5 1-34,-2 0-890,-5 0 778,-3 1 0,1 0 0,-1 0 0</inkml:trace>
  <inkml:trace contextRef="#ctx0" brushRef="#br0" timeOffset="143989">27789 12703 11659,'5'-51'2193,"0"0"1,-1 4 0,2 2-771,2 9 0,0 4 50,2-12-1153,2 4-18,-8 28-302,-3 11-162,-1 1 134,-1 8 224,-7 20-152,0-2-4,-11 28-35,0-8-171,8-16 1,-2 2 170,1-1 1,0 0-12,0 5 1,1-2-7,-2 11 1,-1 6-22,6-28 16,-3 0 28,-3-10 6,-11-11-17,6-6 326,-16-14-321,9-6 7,-9-11 4,3-1 18,-3-6 0,8 9-6,4 5 44,7 7 46,6 9 22,1 0-62,4 5-162,3 4-140,2 2 219,2 16 27,3 2-5,4 15 0,4 0 0,-1-8 33,8 5 68,15-3-40,7-2-33,-12-13 0,1-2-247,30-1 246,-12-6 57,12-9 6,-16-2 21,8-7 165,-5-4-97,-15 2-45,-8 0-111,-14 7-1,-4 1-101,-3 3 40,0 2-2201,0 1-6752,-1 4 8975,0 3 0,-1-1 0,-1 0 0</inkml:trace>
  <inkml:trace contextRef="#ctx0" brushRef="#br0" timeOffset="147522">29477 11876 13536,'0'-4'5242,"0"1"-2733,0 3-2671,0-25 246,2 35-28,1-13-17,3 42 6,0 3-6,-1 4 0,-2 1-5,-2-2 22,-2-3 50,-5-7 85,-7-7 16,-8-7-21,-8-10-97,3-5 208,-22-13-95,14-6-29,-14-11 6,15-5-22,7-1 0,4 2 45,5 3 5,5 9-34,3 5-89,5 6-78,1 3-17,3 2-79,-1 3 118,-2 8 0,-3 12-22,-4 11-1,0 6-5,2-9 12,7 10 44,10-17 56,9 7 67,11-15 17,9-8-17,6-8-33,6-9-1,-3-3 34,-6-4-21,-9 0-57,-9 1-45,-7 2-51,-4 3-27,-2 3-51,-1 3-124,1 3-284,3 3-712,-2 8-1731,-3 9-6907,-10 8 9474,-1-5 0,-3-7 1,3-10-1</inkml:trace>
  <inkml:trace contextRef="#ctx0" brushRef="#br0" timeOffset="147982">29550 13084 15765,'-2'-5'3899,"0"1"-2981,2 4-207,-43-66-677,13 46 123,-2-16 0,-3 5 51,-9 31 43,0 9-206,2 8 68,6 6-91,9 2-16,9 1 16,8 2 213,6-1-213,5-5 90,10 10-34,2-7 6,11 13-11,2-6-11,3 2-23,1 1-5,-5-2 5,-8-2 50,-8-3 102,-13-5 5,-11-4-62,-16-6-67,-9-6-50,-9-6-112,-3-10-504,-2-7-4644,1-13 5243,11-1 0,17 8 0,12 9 0</inkml:trace>
  <inkml:trace contextRef="#ctx0" brushRef="#br0" timeOffset="153972">29661 10692 8497,'28'-33'2149,"1"0"1,0 1-1,9-12 1,-4 7-431,-2 5-659,-14 14-735,-10 10-130,-8 10 213,-13 15-100,-4 5-37,-5 4 1,-7 5-142,-2-1 1,-5 3 0,-1 1-983,-3 4 1,-2 1 0,-2 1 856,2-3 1,-2 2 0,-1 0 0,1-1-12,3-2 0,1-1 1,0-1-1,1 2-382,0-2 1,1 1 0,1 0 0,0 0 215,-7 9 1,1 1-1,3 0-325,6-5 1,3 1-1,2 0-1407,-5 13 0,6 1 1822,7-4 0,5-4 0,-1 6 1,9-14-1</inkml:trace>
  <inkml:trace contextRef="#ctx0" brushRef="#br0" timeOffset="154432">29602 9781 16740,'-5'-3'336,"1"2"67,4 1 50,-64 16-4245,24 21 3828,2-20 1,1 2 2,16 11 0,8 1 849,2 13-798,1 8 90,15-3 268,9-9 241,13-10-331,-2-13 516,30-12-549,-10-18 1307,-11 1 0,-1-4-1509,-5-3 0,-3-3 56,-3-2 1,-4-2 338,7-24-64,-15 4-146,-17 7-174,-13 9-95,-14 8-39,-5 8 272,-1 7-512,7 5-154,9 8-542,7 8-3819,5 16 4755,5 3 0,4-9 0,2-9 0</inkml:trace>
  <inkml:trace contextRef="#ctx0" brushRef="#br0" timeOffset="154966">31372 10839 12510,'42'-39'1726,"0"0"1,0 0 0,5-7-1,-6 8-421,1 9 65,-35 25-1062,-11 5-51,-28 18-98,1-1 1,-4 4-1197,-15 9 0,-3 4 1108,10-5 0,-1 1 0,-1 1-27,-4 5 1,-1 1 0,0 1-34,12-7 0,0 1 1,0 1-1,1 0-18,1 0 0,-1 1 0,1 0 0,2 1-59,-9 11 1,2 0 0,2 1-223,4-4 1,2 1 0,3-1-471,3-2 0,3-1 0,1-1-2849,-4 14 0,4-3 3607,6-9 0,3-4 0,-1 7 0,10-24 0</inkml:trace>
  <inkml:trace contextRef="#ctx0" brushRef="#br0" timeOffset="155467">31794 9482 17546,'-42'12'477,"-1"0"1,1 0 0,-11 5-1,7 1-404,3 15 39,20 5 11,15-4-16,1 13 5,12 1 56,5-1 56,9-4 156,4-7 197,2-8 73,3-10-50,2-11 21,8-20-357,-6-9-158,-2-8-5,-10 2 240,-2-11-44,-8 9 78,-1-14-313,-10 22-6,-7 1-95,-2 12-280,-2 0-908,-2 5 1227,-5 13 0,9-6 0,-3 8 0</inkml:trace>
  <inkml:trace contextRef="#ctx0" brushRef="#br0" timeOffset="157816">9025 4671 19567,'-54'5'934,"0"-1"0,0 1 1,-8 0-1,8-1 255,-6-1-275,40-3-814,2 0-401,12-1 119,20-1 396,1-1 39,29-4-206,9 0-525,-16 2 0,2-1 520,5 1 1,1-1 23,9-2 1,0 0-58,-11 2 1,-2 0 41,-3 0 0,-3 1-211,6-1 208,-27 5-146,-14 0-1323,-25 5 1247,-29 3 17,2 3-50,11-2 1,-3-1 266,6 0 1,-2 0-4,-9 2 1,-2-1 7,2 1 1,1 0 32,-3 1 0,3 0 1116,-14 3-1177,28-6 0,4 0 691,8-2-1204,4-1 582,28-4-192,6-2 156,36-7-47,9-5-432,-18 5 0,2-1 440,1-1 0,3 0 114,12-4 1,-2 1-1361,-23 6 1,-2 0 1280,6-2 0,-5 1 725,-14 2 377,-9 3-435,-2 0-861,-21 2 183,-6 2-390,-7 2 3147,-5 4-4267,11 5 1444,0 6 0,9-7 0,6 0 1</inkml:trace>
  <inkml:trace contextRef="#ctx0" brushRef="#br0" timeOffset="158555">11792 4266 28386,'-47'9'600,"-1"-1"1,1 0 0,-11 2-1,6-1 161,-5 6-234,26-6 164,5 1-691,24-4 0,22-3 0,19-4 0,-2-2 0,15-7-261,-6-3-186,14-5-1490,-24 6 1,-2 0 1310,11-5 1667,6-5-125,-33 12-399,-3 1-615,-15 4-1446,-20 3 1015,-42 12 331,9-2 1419,3 2 0,-2 1-1300,11-2 1,0-1 14,-19 4 0,0 0 8,14-3 1,2 0 40,2 0 0,4-1 1399,5-1-1184,17-1-67,14-5 84,10 1-858,16-1 332,7-3 1,5-1-167,19-1-757,-3-2 1,4-1 1207,-7 2 1,-3 0 0,-13 1 0,-1 0 0,28-2 0</inkml:trace>
  <inkml:trace contextRef="#ctx0" brushRef="#br0" timeOffset="159099">13237 4416 22192,'-44'-6'322,"-1"-1"1,0 1 0,-6-1 0,-1 1 0,7 3 639,-12 6-3071,17-1 1,1 1 2952,-3 3 1144,8 1-1638,21-2 1041,5 3-710,10-2-1250,22 4 466,-4-6-28,10-1 0,3-1-52,17-5 1475,-11 1 1,-1 0-1468,13-4-129,-17 1 1,-1 1 479,-2 1 1399,16-3-701,-33 5-504,-3 0-186,-15 2 552,-14 2-561,-6 2 69,-5 2 0,-4 2-12,-25 6-77,13-3 0,-1 0-159,5-2 0,2-1 176,3 0 0,2-2-47,-12 4-98,20-4 113,23-4-243,34-1-251,17-7 168,13-1-209,-10-2 0,0-2 347,-15 3 0,0 0-79,15-3 1,-1 0-443,-14 4 0,-2 1 511,27-1 1,-30 4 0,-8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4:02:35.9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1627 2327 17624,'-2'-10'3089,"-5"-26"1,-2-4-2133,3 15-739,-2-13 1,0 3-96,6 26-67,2 15 1,7 14 49,5 17 1,5 16-68,-7-22 0,0 1-6,-1 2 1,-1 0 0,4 20-1,-8-22 1,-1-1 39,-4 17-31,-3-17 0,-2 0 53,-5 11 347,-4-10 23,4-33-185,2-28-224,4-2 17,1-29-14,6 24 0,1 1-37,3-24-17,-2 23 1,4-1-12,6 5 1,4 2 11,16-14-1,-9 15 1,3 2-1,19 3 12,-1 13-17,-12 9 6,18 21-12,-17 7-3,-11-4 1,0 2-290,6 26 147,-10 4-275,-8 4 18,-6-11-1234,-2 11-2766,0-10 3580,1 2 1,-2-18 0,0-16-1</inkml:trace>
  <inkml:trace contextRef="#ctx0" brushRef="#br0" timeOffset="408">2514 2412 15081,'0'-7'7495,"1"2"-6016,-1 5-959,10-62-122,-7 44-258,3-20 0,-1 12 348,-5 38-432,1 0 28,-1 28-17,-1 1 0,0 19-324,0-28 0,2 1 268,1-1 1,2 0-1,9 26-253,10-11 236,-2-16 62,21-7 23,-10-19 27,17-11 6,-11-16 0,-3-14 11,-7-9 6,-4-7-17,-7-1 28,-4-1-17,-2 5 526,-4 10-548,-2 11 230,-3 10-359,-2 11-56,-2 8-118,-5 12-274,-3 10-442,-2 10-712,3 7-1585,6 2 3215,13 3 0,-6-20 0,6-5 0</inkml:trace>
  <inkml:trace contextRef="#ctx0" brushRef="#br0" timeOffset="1316">3151 2494 21556,'-1'-4'3972,"0"1"-3042,1 3-858,1-18-27,6 38-39,-3-22 22,6 48-39,-6-15 11,0 9-12,-2-4 35,-2-5-29,-2-8 57,0-8 122,-1-7-22,0-8-11,-1-6 40,-1-6-35,-1-9-33,2-10-56,2 3 34,11-35-29,4 13-225,-2 13 1,2 0 242,13-16-35,0 14 1,0 14-17,0 13-39,2 11 28,2 13-6,2 11-17,-2 10 23,-2 6-22,-4 3 5,-4 2-6,-7-1-16,-5-4 433,-5-3-394,-4-7-1,-1-9 29,0-8 39,0-7-84,2-27 23,4-4-7,5-26-21,7 2 22,4 0 5,1 9-16,1 9-1,0 11 6,2 11 6,7 9-34,-10 5 6,11 15 22,-14 6 1,1 13-1,-6 8 0,-4 1-22,-3-2 0,1-6-1,2-8 18,2-11 5,0-8 6,3-9 11,3-13 11,4-10 17,2-13 28,0-12-5,-4-8-22,-4-7-57,-4-3 0,-5 3 0,-3 10 0,-3 7 0,-2 12 0,0 9 0,-1 7 0,2 8 0,-1 4 0,1 6 0,5 8 0,4 9 0,7 11 0,4 11 0,3 5 0,3 6 0,0 3 0,1 2 0,-7 2-365,-7 1 365,-17 2 0,-14-3-1367,-15-7-4475,-4-14 5024,7-17 0,12-12 0,11-8 0</inkml:trace>
  <inkml:trace contextRef="#ctx0" brushRef="#br0" timeOffset="1566">4510 2369 23271,'-3'2'3383,"0"-1"-2857,3-1-1136,54-17-763,-2 8-642,-4-1 1,2 0 2014,-9 6 0,-4 2 0,5 1 0,-12 1 0</inkml:trace>
  <inkml:trace contextRef="#ctx0" brushRef="#br0" timeOffset="1716">4723 2668 28166,'20'1'-548,"19"-2"1,2-6-1,0 2 1</inkml:trace>
  <inkml:trace contextRef="#ctx0" brushRef="#br0" timeOffset="3752">7003 2123 19972,'0'-3'4469,"0"0"-1503,0 3-804,14-34-1175,-10 25-394,8-26-304,-18 34-77,-9-1 148,-10 1 397,-14 1-757,-13 0 0,-7 0 0,-3-3 0,3-3 0,8-3 0,8-4 0,11 0 0,8 2 0,8 2-109,6 5-384,1 4 551,1 9 234,-3 10-85,-2 12-162,-1 11-45,1 10 0,3 9 0,5-28 0,2 1 0,0 0 0,2 1 0,0-1 0,0 0-350,1-2 0,1-1-381,4 28 68,5-7 19,4-7-33,5-8-39,3-6 144,3-5 216,5-5 169,4-6 273,8-5-389,7-6-2557,10-5 2941,-5-4 1,-18 1-1,-14 0 1</inkml:trace>
  <inkml:trace contextRef="#ctx0" brushRef="#br0" timeOffset="4907">7992 2372 14639,'0'-49'2475,"0"1"1,-3 1 0,-1 8-1932,0 13 240,-9 5-364,1 17-146,-8 13 45,-2 14 1,-1 7-222,4-2 0,0 3-297,-9 15 1,3 2 217,9-9 1,5-1-9,1-2 1,6-1-1610,10 2 0,5-2 1615,7 8-109,13-17 1,4-7 114,3-8 5,-1-5 0,2-3 56,12-13-7,-13-8 1,-2-6 28,-11-3 1,-2-4-71,-1 2 1,-3-3 67,-10-5 0,-6 0 14,-7-18-74,-1 20 1,-2 0 22,-6-4 1,-4 3 16,-16-17-73,-3 11 2904,-6 24-2766,2 15 44,-11 9 19,2 12-37,23 2 1,3 3 61,-5 13-597,14-6 1,5 2-3962,13 17 3662,6 7 0,1-22 0,-1-15 0</inkml:trace>
  <inkml:trace contextRef="#ctx0" brushRef="#br0" timeOffset="5151">8732 2503 22615,'0'-7'2857,"0"1"-2426,0 6-229,0 0-213,-11 44-331,-1 1 140,4-13 0,-1 1-1425,1 0 0,0-3 779,0 6 0,1-6 0,4-13 0</inkml:trace>
  <inkml:trace contextRef="#ctx0" brushRef="#br0" timeOffset="5459">9355 2169 20420,'0'-6'4122,"0"1"-2369,0 5-1680,3-47-17,-2 47-6,2-26-10,-3 64 4,0 15-21,-1-6-37,-2-4 0,-1 3-493,1-12 0,-1 2-15,-1 15 1,1 2-1820,2-9 0,2-3 2341,3-5 0,0-2 0,3 7 0,0-19 0</inkml:trace>
  <inkml:trace contextRef="#ctx0" brushRef="#br0" timeOffset="5668">9986 2544 22201,'0'-3'2531,"0"1"-1965,0 2-667,9 36-588,-6-6-1260,0 3 0,-1 0 886,-7 12 0,0-16 0,1-12 0</inkml:trace>
  <inkml:trace contextRef="#ctx0" brushRef="#br0" timeOffset="7068">10789 2283 8886,'0'-5'7350,"0"2"155,0 3-7203,3-29-206,-3 24 21,-1-16 62,-7 40-16,-8 13-12,-5 13-90,5-7 1,1 1-56,-2 10-4,6-17 1,4-1 14,9 0 17,10-2 22,9 3 22,13-9 17,8-9 107,3-6 118,-1-12 38,-3-8-22,-7-10-56,-5-10-39,-9-9-107,-7-10-564,-8-7 472,-5 26 0,-3 0-19,-4-31-6,-8 6 33,-3 14 12,-3 14-51,-2 14-22,-1 9-12,-5 12-5,-2 7 481,-1 12-717,0 9-301,4 9-645,9 7-1837,11 7 2199,21 4 0,-7-27 0,9-5 0</inkml:trace>
  <inkml:trace contextRef="#ctx0" brushRef="#br0" timeOffset="7258">11593 2542 22207,'5'-2'2956,"-1"1"-2317,-4 1-947,-10 63-997,4-20 454,0 9 1,-1-1 0,4-16 0,0-3-1</inkml:trace>
  <inkml:trace contextRef="#ctx0" brushRef="#br0" timeOffset="8041">12176 2226 18548,'-2'-4'3490,"1"1"-1020,1 3-2207,16-68-156,3 41-79,-2-14 0,3 3 0,17 21-11,-7 6-6,6 6-17,-6 5-27,16 12 38,-7 4-27,4 15-6,-18-6-70,-11 4 0,-3 2 53,-3 0 6,-1 26 11,-17-20 33,-19 7 18,4-8 66,-19 3 203,5-22 27,3-3-128,3-5 414,10-14-426,15 0 90,-1-8-101,7 0-45,8-5-84,3 4-11,10 2-11,5 7-17,-1 4-6,11 6-16,13 13 33,6 7-630,-18-7 0,-1 1 613,12 9-170,-19-10 0,-1 1 154,5 11-40,-2 15 29,-18-14-183,-30 15 172,-1-28-144,-12 1 0,-5-4-590,-20-5-2607,8-6 1,0-3-5858,-7-6 9242,0-7 0,44 7 0,6 2 0</inkml:trace>
  <inkml:trace contextRef="#ctx0" brushRef="#br0" timeOffset="8275">13302 2599 24547,'1'54'-235,"0"0"0,-1-2 0,1-6-2096,-3-9 916,0 3 0,1-25 0,-1 0 0</inkml:trace>
  <inkml:trace contextRef="#ctx0" brushRef="#br0" timeOffset="8908">14033 2295 21035,'-3'-5'4168,"1"2"-3468,2 3-649,-6-1-46,11 25-66,-3 10-46,3-4 1,1 3-197,0 2 0,-1-1-722,0 3 1,1-1-3892,1-1 1,0-2 3152,4 14 0,-2-18 0,-7-21 1</inkml:trace>
  <inkml:trace contextRef="#ctx0" brushRef="#br0" timeOffset="9491">14565 2337 22795,'45'4'319,"-10"2"90,-32 2 201,-5 0-89,-4-1-124,-7-2 18,-7-2 45,-1-2-102,0-9-123,3-5-33,5-12-68,3-9-89,5-8-11,7-4-6,7 3-6,8 8-22,8 10-11,7 9 11,8 6-17,8 6 11,6 11 12,2 11-9,-27-3 0,-3 3-3,-1 3 1,-4 3-115,-3 4 0,-5 2 100,-4 4 0,-6 2-375,-9 3 1,-6 2 324,-7 3 0,-5-1 28,-7 2 0,-4-3 45,-1-2 0,-1-3 16,3-6 1,2-3 126,-19 10 94,18-21-5,13-15-22,9-13 197,6-7-265,3-2 627,4 4-738,2 8-29,8 5-16,9 9 11,15 7-95,19 9-208,-20-9 1,2 0-1120,6 1 1,2-1 1421,7 2 0,-3-1 0,8 0 0,-7-1 0</inkml:trace>
  <inkml:trace contextRef="#ctx0" brushRef="#br0" timeOffset="10184">15544 2038 23948,'39'-23'232,"0"-1"1,1 1-1,8-8 1,-5 6-71,6 14-44,-17 4 94,7 2 399,2 3-238,-10 6-150,-2 0 72,1 16-120,-16 0 2,7 13-18,-16 8-99,-2-10-295,-3 19 82,0-10 53,1 15-18,3 6-328,4 1 429,0-24 1,1-1-18,4 12-67,6 3 20,-1-6-64,-7-4 86,-6-7 1,-2 1 40,-8 4 27,-13 14 2,-10-23-244,-19 6-297,15-20 1,-3 0 297,-14 0 0,0-1 0,-5 1 0,-4-2 0</inkml:trace>
  <inkml:trace contextRef="#ctx0" brushRef="#br0" timeOffset="19041">7879 3796 17675,'0'-6'3038,"0"-26"1,-2-6-2216,-2 5-537,1-9 0,0 1 129,-3 12-180,2 10-140,3 8-123,-1 7-6,1 8 59,0 11 97,-3 15 127,-4 15 202,-7 9-184,6-23 1,-2-1-107,-1 1 1,0 0-118,0 0 1,-1 0 4,2-1 1,-1-1 81,-11 25-58,-1-10-151,-4-11-173,-7-11-24,-7-10 159,-9-8 247,-4-11-28,-1-6-33,9-11-31,10-6-46,14-3-59,9 0-11,9 5 44,3 7-32,2 11 16,1 5 95,3 10-106,6 8 12,6 11 57,17 17-41,-8-10 4,-2-9 0,1-1-1,19 3 30,-14-10 0,2-2 6,3-1 1,1-2 56,0-2 1,1-2 10,0-1 1,-2-2 22,-1-4 1,-2-1 107,23-8 22,-11-9 44,-8-6-13,-8-2-77,-5-4-77,-3-1-14,-5 4-129,-4 7-289,-5 10-958,-3 14 115,-3 5-6302,-5 20 7453,-3-2 0,2-4 0,1-7 0</inkml:trace>
  <inkml:trace contextRef="#ctx0" brushRef="#br0" timeOffset="19601">7842 4656 11626,'0'-3'5886,"0"0"-139,0 3-5573,-16-37 33,-10 40 6,-26-17-107,3 47-61,5 0-11,15-5-12,10 1-16,5 6 33,3 9-11,8 0-6,14-2 1,12-3 27,18-5 6,12-2-42,-24-18 0,1 1-9,7 3 1,-3 0-6,12 5 20,-18-3 0,-5 0 8,-11-4 61,-1 16 135,-38-4-112,-11 3-321,5-12 1,-4-1 236,-2-3 0,1-2-20,5-2 1,1-2-1,-6-1 1,-1-2-216,5-4 0,0-3-26,2-1 1,1-3-2093,-29-14 2325,32-2 0,13 6 0,9 7 0</inkml:trace>
  <inkml:trace contextRef="#ctx0" brushRef="#br0" timeOffset="20650">8104 1221 32495,'-7'-43'90,"1"0"1,-1 7 0,2 9-391,5 16-246,0 14 652,3 9-719,10 23-81,2 7 448,-3-11 1,0 1-1411,2 13 1554,-6-14 1,-2 0 1,-2 24 47,-5-15 0,-4 2-518,-1-9 1,-3-1 1002,-11 25 329,-10-19 818,-15-18 47,1-8-332,-4-9-1242,8-20-52,10-7 0,0-2 0,1-9-359,11 8-1058,-2-7 823,9 12-756,5 5 284,4 13 559,2 3 593,2 8-242,6 8 188,6 11 93,7 8-143,17 10-17,-10-15-61,21 8 232,8-19-361,4-4 568,-23-9 0,0-2 556,22-10 166,-15 0 136,2-9 87,-13-3-983,-6 1-305,-8-3-3762,-19 7 3612,-5 3 1,-1 4 0,0 3 0</inkml:trace>
  <inkml:trace contextRef="#ctx0" brushRef="#br0" timeOffset="21390">8124 545 30623,'0'-3'733,"0"0"-844,0 3 1390,-2-8-2516,1 20 1208,-1-1 1538,0 22-1509,2 1 0,6-1 0,14-2 0,1-12-725,12-5 684,-14-16 281,18-22-251,-20 7-89,15-25-341,-20 11 346,-1-11 386,-6-3-233,-3 0-243,-3 6-535,-3 9-499,-3 9 466,-2 9 304,-2 7 157,-5 9 8,-9 8 19,-4 11 77,-5 10 60,4 8 128,7 6 0,9 6-39,7 3 39,11-1-332,9-1 315,11-6 12,11-6-6,9-8-309,11-9-722,-23-15 1,1-3 1041,6-2 0,-1-1 0,4-1 0,-3-3 0</inkml:trace>
  <inkml:trace contextRef="#ctx0" brushRef="#br0" timeOffset="42925">5888 6777 21371,'9'14'297,"-3"11"-330,-13 34-49,4-27 1,0 1-135,1-1 1,0-1-938,-1 29-3435,8-9 4588,2-12 0,-1-18 0,0-10 0</inkml:trace>
  <inkml:trace contextRef="#ctx0" brushRef="#br0" timeOffset="43315">6087 6465 19546,'-34'32'123,"-1"0"0,5-2 1,10 0 49,33 22 23,8-7 23,7-9 83,0-11 185,-2-11 107,-3-9-118,-5-13-134,-2-9-73,-3-14 0,-5-8-34,-3-6-28,-7-2 11,-3 1 1,-4 7-51,-1 10-107,-2 9-167,1 11-152,-1 5-66,-4 14-231,-4 9-341,-2 16-678,6 10-4375,11 8 5101,12-5 0,0-17 0,1-13 0</inkml:trace>
  <inkml:trace contextRef="#ctx0" brushRef="#br0" timeOffset="43708">6576 6526 18784,'0'-6'4655,"0"0"-3065,0 6-1568,-65-8-561,42 24 536,-16 1 0,1 8-8,23 17 0,9 8-492,-4-7 0,1 4 1,0 0 457,-1 6 0,0 2 0,0 0-628,1 4 1,-1 1-1,1-1 495,1 3 1,0-1 0,1 1-159,0 0 0,2 0 0,0 0-210,0-1 1,1 0 0,1-1-242,0-4 0,1-1 0,-1-3 619,1-6 0,0-2 0,1-3 352,-1 5 1,-1-5 235,-3 3 1102,-4-33-911,-13-48-331,5 1 473,2-8 1,1-5-494,6 6 1,2-3-29,-1-13 1,2-2-18,1-1 1,4 0-43,4 3 1,2 3-101,-2 13 0,3 2 47,8-10 1,4 3 524,-2 19 1,3 1-926,15-15 0,5 2 2,-15 20 1,3 2-4639,25-7 1,-1 5 3566,-9 6 0,15-3 0,-46 16 0</inkml:trace>
  <inkml:trace contextRef="#ctx0" brushRef="#br0" timeOffset="44508">1544 6489 19333,'-4'-38'1549,"-1"-1"0,-1-20-1533,1 69 18,0 14-45,-2 15-135,3 13-353,0 6-950,8 4-999,-1-30 1,2-1 1617,6 21 0,-2-19 0,-4-16 0</inkml:trace>
  <inkml:trace contextRef="#ctx0" brushRef="#br0" timeOffset="44891">1767 5951 13721,'-4'-7'4536,"1"1"-3437,3 6 452,0 0-1467,-60 13 22,42 10-84,-14-6 1,3 3 22,30 20 50,7-5 207,12-7 107,-1-12-139,1-7 155,-5-14-162,-4-8-78,1-11-6,-1-6 51,-5-1-17,-2 4-45,-6 6-73,-3 6-78,-2 6-90,-1 6-78,2 6-174,1 10-526,2 10-1927,10 13 2778,13 11 0,-8-19 0,7-2 0</inkml:trace>
  <inkml:trace contextRef="#ctx0" brushRef="#br0" timeOffset="45099">2122 6546 25385,'-19'-14'-309,"26"-1"-615,44 7-642,-17 3 1,2 0 168,24-3 0,-29 4 0,-21 4 0</inkml:trace>
  <inkml:trace contextRef="#ctx0" brushRef="#br0" timeOffset="45949">7381 6615 19042,'4'-54'1510,"0"0"0,-1 6 1,-3 9-1024,-4 21-364,-4 11-89,-3 17 50,-7 19-42,4-2 0,0 4-31,-4 9 0,1 4-618,-1 9 1,2 2 606,1 5 0,4 1-31,2 2 1,4-1-60,7-2 1,5-2-539,6-4 0,5-3-8,6-6 1,8-3-4281,13-1 1,2-6 3743,-16-12 0,-2-3 1,22 7-1,-54-28 1</inkml:trace>
  <inkml:trace contextRef="#ctx0" brushRef="#br0" timeOffset="46959">8267 7023 14120,'0'-8'3430,"-2"-24"1,-2-4-2747,2 14 325,-3-16 0,1 3-398,1 23-28,0 2-616,1 6 142,1 9-104,0 9 565,0 11-559,1 13-11,0 7-5,0 4 10,0-1 18,-1-4-7,-2-8 24,-1-12 111,2-10 151,-1-8-44,2-9-118,-1-9 0,1-13-34,3-14-22,7-12 0,9-8-53,-5 27 0,4 0-210,2 1 1,3 1 181,1 3 0,3 2-15,0 4 1,2 2 11,26-7 0,-2 12-11,-3 10 0,-4 11-12,-4 8-5,-7 9-61,-5 7-68,-7 7-112,-4 4-173,-3 3-231,-2 1-374,1 0-263,3-5 144,5-9 929,3-13 142,5-11 229,4-17 135,5-11-78,-8-6 184,-4-1 1,-2-3-91,0-2 527,6-12 0,-1-1-67,-11 11-145,11-20-348,-27 43-302,-3 9 78,-7 20 0,-1 6-6,-4 17-16,4 1-1,3 2 6,3 1-16,11 1-1,-2-16 17,16 2 12,-1-20 10,9-2 35,4-9 16,3-11 0,1-9 33,-2-10 34,-4-6 113,-4-12-197,-12 14 90,-1-11-85,-11 24 124,-1-28-302,-2 33-107,-2-16-554,0 31-415,0 3-873,2 6-3032,3 8 5087,0 1 0,-1-5 0,-1-6 0</inkml:trace>
  <inkml:trace contextRef="#ctx0" brushRef="#br0" timeOffset="47798">9730 6882 17529,'2'-3'7147,"0"1"-5528,-2 2-1602,20-21 5,-12 29-16,14-17-6,-16 45-11,-3 1 0,0 12-12,-4-1 1,-2-4 22,-4-2 33,3-20 40,-2-4 258,6-17-29,-1-4-156,1-15-113,1 2 85,8-34-90,-2 22 22,12-32 17,1 17-47,-2 12 0,1 0-4,8-7-2,-2 12 0,1 5-14,-4 7-14,7 2 0,3 4-2,6 18 10,13 6-5,-17 20 5,-12 8 6,-8-7 0,-3 23-11,-8-19-11,-2 13 16,-4-22 28,0-12 6,0-11 146,2-5 16,4-13-139,3-7-29,7-14-27,8-8 10,-1 7-38,10-7 38,-2 14 29,8-1-40,3 9 12,-7 8-6,-6 8 5,-1 7-5,3 14-22,-5-3 11,14 22 11,-18-14 0,7 10 22,-12-15-22,1-2 0,-5-11 34,10-1-23,0-13 28,7-10-22,-7-4 61,5-16 12,-8-3-37,-5 5 0,-1-2 11,-2 4 1,-1 0-157,0-6 0,0 2 177,0-7-85,-3 5 0,-2 19 0,-2 4 0,0 7 0,-1 7 0,0 2 347,3 13-347,4 9 0,6 18 0,4 10-401,3 9 401,-9-28 0,1 0 0,0 1 0,0 0 0,1-2 0,0 0 0,10 24-194,-6-6-719,-9-6-2750,-17-5 2854,-4-7 1,-1-13-1,5-8 1</inkml:trace>
  <inkml:trace contextRef="#ctx0" brushRef="#br0" timeOffset="48449">11955 6664 21900,'0'-3'3354,"0"1"-2486,0 2-876,-7-25-57,1 18 26,-14-17 72,-5 27-70,-15 2-1680,8 0 1,-1-1 1727,-13 3-2148,-14 2 2132,35-4-12,0 1 17,11 1 11,4 2 17,3 4 17,-1 15-23,3-6 2357,-1 20-2307,0-6 7,-2 16 5,-2 5-23,0 2-27,3 1-17,2-4 5,9-3 12,11-7 2988,16-3-3000,17-7-39,-17-20 1,2-2-66,3-3 1,1-2-219,0-2 1,0-3-1057,-1-1 1,-2-2 1355,20-3 0,-22 0 0,-15-2 0</inkml:trace>
  <inkml:trace contextRef="#ctx0" brushRef="#br0" timeOffset="49715">12355 6844 26228,'-15'-32'28,"-1"16"-6,7 41-5,0 7-17,3 3 6,9-1 16,7-4 6,9-5 101,19-8 0,-9-15 5,10-10 29,-18-14-1,-6-7-50,-7-6-28,-5-3 17,-7-2 5,-4 6-22,-4 7-33,1 11-40,-3 9-11,-1 8 28,-4 9-11,-4 9-23,0 9-11,-1 7-5,6 4-6,3 5-51,6 2-33,7 0-22,13-4-23,15-6-39,20-9 87,-16-17 0,3-3-211,2-1 1,2-3 268,-3-3 1,0-2-184,25-9 217,-15-6 85,-12-5 44,-11 2 50,-10 0-16,-5 2 474,-5 3-491,-1 3 106,0 3-145,0 4-68,0 2 225,0 2-242,-2 1-16,2 0-2689,-3 0-2295,7 4-304,-1-2 5299,4 4 0,-5-5 0,1 1 0</inkml:trace>
  <inkml:trace contextRef="#ctx0" brushRef="#br0" timeOffset="50325">12816 6603 24592,'-30'-11'129,"-1"-1"0,-18-7 78,53 19 67,5 4 57,20 2-258,-4-2 78,35 1-83,-21-5-46,9 1 17,-11-2 6,-15 1-6,0-1-33,-10 1 11,-4 2-6,-5 2 28,2 7 67,1 13-50,-1-3 79,7 33-68,-4-9-397,2 11 344,-5-24 0,0 1-3,-1 4 1,0 1-1648,0 7 0,0-1 1636,0-6 0,-1-3-6,-1 1 1,1-5-29,-2-4-78,-2 18-313,-26 4-4,9-23 0,-3 0-1213,-13 4 0,-2-3 1642,4-7 0,1-3 0,-12 5 0,18-12 0</inkml:trace>
  <inkml:trace contextRef="#ctx0" brushRef="#br0" timeOffset="50949">13870 6703 23685,'10'-46'982,"1"1"0,-2 7 0,-2 8-1021,-4 20-6,-3 16 84,1 11-16,0 18-68,1 17-45,-1-20 1,0 2-468,-2 4 0,-1 1 33,1 3 0,0 1-857,-1 1 1,0 1 1380,1 4 0,0-3 0,0 5 0,1-6 0</inkml:trace>
  <inkml:trace contextRef="#ctx0" brushRef="#br0" timeOffset="51115">13951 7513 27118,'-5'-36'-1697,"1"1"0,2-21 1697,24 53 0,-10 3 0,5 0 0</inkml:trace>
  <inkml:trace contextRef="#ctx0" brushRef="#br0" timeOffset="51365">14555 6792 21674,'-3'-3'2498,"0"1"-1568,3 2-1563,54-49-633,4 35-653,-17-2 1,6-3 0,-3 5 616,-4 13 0,-2 4 1302,17 2 0,-8 0 0,-20 0 0,4 3 0</inkml:trace>
  <inkml:trace contextRef="#ctx0" brushRef="#br0" timeOffset="51565">14760 6995 22711,'-39'25'1015,"0"1"1,1-3 0,14-7-479,24-14-274,15-8-285,17-4-62,9-3-472,-5 3 1,3-1 258,-2 1 0,2-1-230,9-3 1,3 0-527,-2 0 0,0-1-3215,8-2 0,-2 0 3767,-14 4 1,-3 2 0,-4 1 0,-4 1 0,-7 3 0</inkml:trace>
  <inkml:trace contextRef="#ctx0" brushRef="#br0" timeOffset="51915">15683 6737 9985,'5'-3'9819,"-2"1"-4258,-3 2-5264,-44-22-235,24 23-9,-15-3 0,1 7-36,9 27-22,-5 17-1,18-14-16,7 7 10,12-8 12,15 13 12,0-17 10,5-10 0,2-5 12,0-5 39,29 2 72,-23-13 175,14-12-203,-20 1 253,9-27-269,-26 17 50,7-29-39,-13 9-48,-3 11 1,-1-2 2,-6-20-34,-5 0-77,-9 23-29,1 12-325,-11 8-1226,1 10 1624,-12 11 0,17-4 0,1 5 0</inkml:trace>
  <inkml:trace contextRef="#ctx0" brushRef="#br0" timeOffset="52698">16261 6332 24827,'12'23'465,"14"7"-448,11 7 0,7 5-1553,-1-3 0,1 1 1513,1 4 1,-1 1-46,-3 1 1,-3 2-181,-7 0 1,-5 3-137,-8-1 1,-9 2-552,-10-3 0,-10 0-2370,-11 0 0,-6-4 3305,-4-5 0,-1-6 0,9-10 0,0-5 0,-5 4 0</inkml:trace>
  <inkml:trace contextRef="#ctx0" brushRef="#br0" timeOffset="53365">17206 6344 18941,'0'-3'2761,"0"0"-1562,0 3-1087,-64-27-22,39 27-26,-12-11 0,2 5 82,19 25-34,5 3-17,6 0 28,3 1-11,6-2 6,5-1 22,7-2-11,8-1-6,10-2-39,9-2-22,5-2-34,-1 0-40,-13-4 40,-2 7-11,-20-2-6,1 8 45,-17 0 12,-10 4-12,-14 4-6,-10 3-28,-6 3-206,-3 1 201,3 0-6,7-2 0,13-3 0,13-3 23,16-3-6,13-4 11,12-4-5,6-3-1,0-3-10,-7 0 195,-8 0-196,-11 4 40,-8 4 33,-11 6-5,-9 3 11,-9 3-6,-4 2-11,1 0-45,6 3-22,8-2 11,8 1-39,10-3-51,9 0-269,11-2-1718,10-2 2049,10-1 0,-18-13 0,-1-3 0</inkml:trace>
  <inkml:trace contextRef="#ctx0" brushRef="#br0" timeOffset="56718">8297 8590 18263,'-1'-7'3439,"0"2"-2201,1 5-101,-2-66-975,1 48-215,0-20 0,0 10 53,1 35 62,3 21-62,0 9-6,1 20-16,-2-14 10,-3 13 24,-3-11-7,-1 12 29,1-21 274,1-11-62,3-20 191,1-11-229,4-13 150,8-27-240,-2 7-15,-1 8 1,0-2 86,6-10-72,6-9-51,3 6-33,4 8-34,13 8-23,-5 14-10,0 7 16,-3 16 11,0 19-61,1 9 17,-2 5-264,-16-9 0,-1 0-179,4 17 162,6 9-593,-6-22 0,2-3-499,16 0 1190,-12-9 1,1-5 126,20-15 145,-18-11 140,3-16 135,-11-5 398,4-13 95,-1-11-169,-8 10-302,-3 5 280,-7 17-162,-4 12-471,0 2-168,-2 8 191,3 9 22,3 9-17,7 8-11,-1-2-28,25 19 39,-17-24-14,6 0 1,2-3 18,-8-9 29,12 1 45,-12-11 61,3-16-17,0-6 7,-3-16-7,-10 1-72,-5 6 44,-3-4-10,-1 5-96,-1 4-202,0 6-510,0 15 214,0 4-745,2 8-4555,14 12 5798,-1 0 0,2 1 0,-8-9 0</inkml:trace>
  <inkml:trace contextRef="#ctx0" brushRef="#br0" timeOffset="58084">9723 8543 19445,'0'-4'4990,"0"2"-3852,0 2-1121,0-15-6,5 19 0,5-1-5,3 26-1,2 10-5,-5-7 17,-4 14-17,-4-19 11,0 8 62,-2-20 269,0-8 218,0-6-297,-3-25-118,2-1-16,-1-24-22,5 4-40,5 0-56,2 10 23,15-8-29,-1 20-10,16-4 5,0 16 0,4 7-12,4 12-4,-1 9 21,-2 13-5,-5 10 0,-8 4-17,-7 5-11,-9-1 12,-7-10 16,-3 7 5,-5-24 12,0 3 61,-1-17 68,1-6-68,2-9-44,2-9-12,5-13 1,3-8-12,7-2 11,4 1 1,4 8-34,-5 9-1,11 0 29,-9 11-28,11-3-17,-10 9 11,-4 2-5,-6 7 16,-6 0 17,-1 18 12,-5 1-12,2 15-33,-2-2 5,0-8 45,8 7-28,-2-16 17,5 4 16,-5-15 74,-1-5 38,-1-4-38,1-3 10,2-5-38,1-5-7,-1-3 1,0-1-45,-4 4 6,2-5-12,-4 8 6,2-6-5,-3 6-23,0 0 22,0 2-5,-1 1-23,1 1 23,-2 1-6,0 2-5,0 1 12,-2 1-630,0 1 170,3 8-281,1-1-217,6 6-91,5-3 118,4-2 370,2-1 380,-2-3 191,-2-2 107,-4-1 105,-3-4 63,-1-3 33,-1-5 61,0-1-16,0-3 1,1-2 15,-2-2-22,0 0-22,-3 0-50,-3-1-35,0 1-32,-1 1-35,0 1-16,0 2-23,-1 1-33,0 2-11,0 2-17,-2 3-34,0 2-28,1 1 0,0 3 6,0 0-207,1 2 150,0 9 52,1 2-40,2 11 16,5 5-4,6 7-7,6 6-10,6 6-35,2 4 29,0 1-22,-3 1-68,-7-2-90,-7-3-128,-9-6-235,-8-6-656,-6-8-2296,-10-10 3506,2-6 0,6-8 0,7-3 0</inkml:trace>
  <inkml:trace contextRef="#ctx0" brushRef="#br0" timeOffset="58600">11565 8359 17983,'3'-4'4957,"-1"1"-1484,-2 3-3188,20-26-156,-15 20-73,13-20-22,-33 26-29,0 0 40,-26 0-17,0 2-39,-14 1-6,9 0-16,15 0 10,16-1 29,10-1-12,4 0-5,1-1-11,0 2 27,0 5 29,0 15-34,0 7 17,0 5 33,-1 10-11,-2-2 17,-1 14-11,0 4-20,3-23 0,-1-1-19,2 12-6,6 13 6,6-28-12,11 5 6,8-5 34,9-8-57,5-5-184,7-9-751,5-5-1185,-23-6 1,-1-1 1294,27-2 0,-21 0 0,-17 0 0</inkml:trace>
  <inkml:trace contextRef="#ctx0" brushRef="#br0" timeOffset="59050">12435 8483 18700,'-1'-5'5287,"1"1"-3915,0 4-1018,-19-62-102,7 43-185,-6-17 0,-4 5 6,-9 26 11,-15 3-62,13 4 12,-7 7-34,13 3-6,-2 7-33,6 9 56,10-1 17,5 8-23,6-11 22,10 12 46,13 9-68,-1-7 6,4-2 0,3-1-834,12 6 817,-16-17 0,2 1 3,2-2 0,-2-1 8,2 2 11,4 8-16,-21-16 5,-8-5 17,-4-5 45,-8-3-62,-17-4 721,-8-5-1018,-14-6-5,13 0-1099,-2-5-6080,17 4 7470,2-1 0,11 5 0,5 6 0</inkml:trace>
  <inkml:trace contextRef="#ctx0" brushRef="#br0" timeOffset="59484">12767 8376 22466,'37'-29'151,"1"-1"0,-3 3 1,-2 7 1267,5 17-1346,0 1 465,-7 1-482,13 4 261,-13 4-272,11 6 809,-13 8-820,-5 10-6,-5 8-34,-4 10 1,-4 7-344,-5 7 360,-4-30 1,-1 1-1656,1 8 0,0-1 1627,0 15-11,2-19 0,1-2-78,4 6-102,3 7-83,-5-6-51,-8-8-168,-16-7-598,-19-7-4135,-22-8 4696,-3-7 0,19-4 0,16-1 0</inkml:trace>
  <inkml:trace contextRef="#ctx0" brushRef="#br0" timeOffset="59967">14080 8453 25382,'55'-31'-1815,"-23"17"0,3 4-2358,6 11 1,1 3 3040,-4 0 0,-2-1 0,12 4 0,-23-2 0</inkml:trace>
  <inkml:trace contextRef="#ctx0" brushRef="#br0" timeOffset="60139">14106 8806 17277,'-3'1'7248,"1"-1"-5573,2 0-2067,50-9-717,6 3-687,-3 0 1,3-1 944,-12 5 1,-3 0 0,14 0 0,-26 2 0</inkml:trace>
  <inkml:trace contextRef="#ctx0" brushRef="#br0" timeOffset="61651">15277 8564 22828,'-2'-48'737,"1"0"1,0 5-1,-1 12-815,1 23-180,0 8 157,0 8 157,0 11-28,4 15-16,2 11-7,2 7 6,0 1-5,-3-4-17,-1-6 50,-2-11 123,-1-13 595,0-11-522,0-9-22,0-12-123,0-12-29,2-17-38,7-9-9,1 17 0,3 1-3,7-12-11,-3 16 0,2 4 11,6 1-11,7 2 0,-2 11-73,10 14 23,-12 5-96,19 18-117,-11 2-71,-8-2 1,1 0-566,9 11 440,-13-10 0,0 0-1872,12 17 1251,-5-10-1273,12 6 275,-12-27 907,10-1 1395,9-23 231,-18 0 793,7-25 214,-20 4-28,1-12-140,-4 0 566,-3-3-819,-5 14-610,-3 6 664,-5 15-1050,-1 8-157,0 4 84,0 12 73,0 9-23,-1 14-55,6 6 16,4 3 28,9-1 0,7-5 1,8-8 27,6-10 78,2-11 40,0-15 39,-3-11 12,-6-14-12,-5-9-17,-8-9-56,-6-4-44,-6-1-23,-5 6-56,-2 11-168,-2 13-566,0 12-347,-2 9-588,3 13-3837,3 8 5506,5 4 0,-2-5 0,1-8 0</inkml:trace>
  <inkml:trace contextRef="#ctx0" brushRef="#br0" timeOffset="62566">16876 8432 18319,'0'-4'5349,"0"1"-4649,0 3-644,7-8 0,-2 21 23,11 20-46,-8 11-22,1 17 6,-7-22 17,-1-4-23,-1-8 213,0-9 471,0-9-337,0-8 68,1-11-252,2-9-23,2-13-6,3-9-33,3-6-44,3-2-29,4 0-34,2 6 12,4 6 28,3 10-56,12 10-6,-10 8 23,15 9-23,-14 11 0,8 10 11,-3 10-5,-2 18-11,-13-13-1,-2 17 23,-15-20-11,-1 7 22,-5-6 1,0-8-1,-1-10 17,2-8 67,1-6 0,5-8-56,5-6 29,13-18-12,1-2-45,2-2 0,0 1 0,-3 9-44,11-7-1,-1 12 6,5 6 17,-12 9 0,6 7-1,-6 6 18,3 8-6,-2 9-6,-2 13 6,-9-10-16,1 13-1,-8-14 11,4 9 17,1-9-5,-4-7 16,3-12 12,-6-8 0,11-6-46,3-9 74,14-20-23,-4-5-16,2-15-418,-16 14 445,-1-14 28,-7 12-22,1-5 73,-5 7-39,-2 16-57,-1 7 29,-1 12-56,-1 3-51,0 2 440,0 6-378,0 7-12,1 3-10,6 16-23,17 16 5,9 4-400,-6-18 1,2-1 377,-1-4 1,2-1-26,-1-1 0,-1 0-14,13 12-163,-9 1-458,-22-9-331,-11-1-6168,-21 1-2009,4-16 8431,-5-3 0,18-10 1,2-1-1</inkml:trace>
  <inkml:trace contextRef="#ctx0" brushRef="#br0" timeOffset="63023">18935 8256 23948,'-40'-1'48,"-1"-1"1,2 0 0,2 1 29,-12 5-5,5-2 11,9-2-28,14 0 123,6-1-95,11 0-56,0 1-11,4 0 17,-2 3 61,0 4 17,-3 8-6,-1 10 34,-1 10-5,-1 9 16,1 8 6,1 5-56,2 2-216,10 0 199,6-3-51,11-6-44,8-7-39,10-8-79,7-9-325,10-8-348,-25-13 0,0-2-487,1-1 1,2-4 656,11-5 1,-3-1-1,1 1 1,5-7-1</inkml:trace>
  <inkml:trace contextRef="#ctx0" brushRef="#br0" timeOffset="64223">19307 8470 14281,'-1'-3'8099,"0"1"-5752,1 2-2224,-26-12-17,14 18-50,-18-5 28,24 21 51,4 2 39,8-1-1,6-1-16,11-4-22,5-7-51,5-7-12,1-11 7,0-6-12,-5-9-11,-6-8 28,-7-5-6,-8-3-16,-7 2 22,-6 4-28,-6 9-50,-8 8-6,-4 8 0,-5 7 11,-3 8 0,-1 8-5,2 7-6,4 6-6,7 2-16,7 5-12,7 2-22,12 3-50,13 2-85,16 0-155,-12-23 0,3-2 175,1-1 0,2-2 5,1-3 1,-1-3-115,28 2 107,-7-11 128,-9-9 73,-6-10 23,-9-9-12,-8 1 174,1-24-101,-11 22 126,0-2 1,-1-1 113,-1 1-44,1-8-84,-4 19 239,-1 11-485,-2 5-35,0 4 46,1 7 50,0 8-22,2 12-17,-1 6 5,-1 6-21,0 0 4,-2 0 1,2-4 11,0-6 62,0-12 128,0-8 57,0-8-124,2-11-101,4-6 1,5-11-7,4-7-10,6-1 5,4 1 6,2 4 28,1 7-45,-3 10-17,-2 6-11,-1 10-22,0 7-57,0 7-111,0 8-73,-3 2-124,-4 5-100,-2 0-85,0 1-217,6-2-124,10-2 22,11-6 207,10-4 427,5-8 290,0-4 158,-6-8 100,-8-5-28,-10-5-116,-9-3-125,-7-1-90,-5 1-22,-2 0-66,0 1-12,-2 1 100,1-1 113,1 0 112,1-1 157,0 1 174,-2 0 60,-5 2-72,-1-1-44,-3 2-57,-3-2-90,1 2-77,-2 2-74,1 1-16,2 3 22,0 2-6,1 1 17,-1 0-39,-1 0-39,-1-1 0,1 1-23,0-1-1371,2 1 609,-1 4-868,0 2-6362,0 7 7970,1-2 0,0-2 0,0-4 0</inkml:trace>
  <inkml:trace contextRef="#ctx0" brushRef="#br0" timeOffset="66739">20721 8640 7744,'1'-4'4560,"1"0"2363,-2 4-6145,-9-30-145,5 20-185,-8-23-118,4 27-55,-5-1-29,-6-1 46,-8 1 27,-7 2-56,-4 2-44,-1 8-51,2 6-28,5 9-11,6 9-1,8 4 24,9 4 27,8-3 39,10-4 34,9-8-5,12-7-51,7-7-51,5-11 1,2-10-51,-3-13 11,-3-12 80,-6-9-63,-6-7 0,-5-6-206,-12 28 0,-2 0 172,-1-1 1,-2 0 162,2-25 20,-3 10-8,-3 17-141,0 15-140,0 9-5,-1 9 38,-2 7 324,-3 11-323,-1 26-40,0-9 9,3-5 0,1 2-154,0 17-199,2-17 0,0 2 42,2 0 0,3 1-297,0 0 0,3-1-764,3-1 0,2-2 1386,3-2 0,1-3 0,3 3 0,-2-9 0</inkml:trace>
  <inkml:trace contextRef="#ctx0" brushRef="#br0" timeOffset="67183">21240 8270 18151,'0'-6'3803,"0"2"-2173,0 4-1529,67-34-62,-43 29 3,17-11 0,-1 5 42,-19 22 51,3 4 94,-2-1-122,-5-4 10,-1-2-78,-8-4 23,0 0 33,-3 2-5,2 3 123,6 15-135,-2 1 23,6 21-301,-6-18 239,2 18 40,0-1-18,1 6-33,0-1 23,0 2-28,-4-10-51,-2 10-40,-6-5-106,-20 4 57,1-17-68,-6-12 0,-5-3-476,-29 4-278,17-10 1,-5-2-3978,-16 0 1,2-2 3918,19-3 1,3-1-1,-3-1 1,7 0 0,21-3-1</inkml:trace>
  <inkml:trace contextRef="#ctx0" brushRef="#br0" timeOffset="69498">9151 9847 21399,'-38'-29'616,"-4"10"-480,7 30 15,-9 9-67,-3 5-67,4 2-51,11 0 17,12-2 40,11 0 44,15 0 101,12 2 17,18 0-73,15 0-79,-20-14 1,2 0-241,0 1 1,1-1 203,0 0 1,-2 0-15,23 12-11,-15-3 62,-18-3 66,-19 0-4,-22-1-35,-23 1-39,11-9 1,-3-2-108,-4 1 1,-2-2 84,0-1 0,1-1-45,3-1 0,2-1-447,-19-2-2925,18-8 3417,18-3 0,11 1 0,6 3 0</inkml:trace>
  <inkml:trace contextRef="#ctx0" brushRef="#br0" timeOffset="69741">9403 9778 24329,'35'37'95,"-4"-3"-126,-11 9 1,-2 5-730,-2-11 1,-1-1 431,0 2 1,1-1-200,-1-1 1,1-2-348,-2-1 0,1-2-2980,13 24 3854,-1-11 0,-13-21 0,-3-7 0</inkml:trace>
  <inkml:trace contextRef="#ctx0" brushRef="#br0" timeOffset="70798">9585 10221 23271,'8'-42'-58,"0"-1"0,-7 6 0,6 7-4,29 19 1,9 9-2856,-5-3 0,0 2 2889,-7-1 0,1 0-26,11 0 1,1 0-517,-10 0 1,-2 0 569,23-2 553,-22 1 0,-3-1-441,-2-1 224,-3-1 151,-12 3 2190,-11 1-2397,-5 1 3252,-5-1-3476,-6 2 6,-8 3 27,-8 7-10,-8 8-29,-1 9-55,3 6 10,13-6-5,8 0 11,7 13-3414,14-8 3431,-4 5 62,19-15 72,-1-14 6,8-4-73,-3-6 68,6-10 50,1-14 3353,-1-4-3393,0-7 51,-14 6 56,-8 4-11,-6 6-34,-3 7-128,-3 8-90,-1 4-29,-1 3-4,-4 7 38,-5 6-28,-2 10-5,0 6 0,4 4-34,5 0 45,9-2-5,11 1 5,-2-11 16,23 5-16,-18-18 0,19 4-22,-16-10 39,4-2 28,-5-6 16,0-11-44,-9 3 11,5-12 6,-5-4-34,2-2 5,-1 1 1,11-4-3393,1 13 3382,5-4 10,8 8-21,-6 9-12,15 2 22,-4 17 12,-9 1-1,-7 13-16,-8 4 0,4 20 3403,-4-9-3390,-5-4 1,1-1-14,5 4 17,3 7-6,8-11 5,-2-13-10,11 0 38,12-14-38,-5-13 5,-2-7 22,-3-17 1,-2-19-23,-9 7 11,-8-2 0,-4-5 11,-9 8 1,-3-1-227,3-7 1,-2-2 245,-6-2 0,-3 3 8,-4-5 34,-2 22 0,-1 4 39,-2 8-50,-2-2-56,7 17-34,2 5-5,1 9 22,-7 19-12,1 12 40,-1 25 391,4-13-433,5-7 0,4 1-23,2-12 1,2 1-1,0 5 1,3 0-219,12 6 1,5-4-266,-3-13 1,1-2 298,4 7 0,2-2-2429,9-1 1,-1-5-403,11 3 3052,-18-10 0,-1-1 0,-6-5 0,-11-7 0</inkml:trace>
  <inkml:trace contextRef="#ctx0" brushRef="#br0" timeOffset="70998">11116 10086 15989,'-2'-2'7858,"0"0"-6906,2 2-851,42-34-28,-8 22-51,2-6 1,3 0-23,20 12-6,-1 3-95,-4 0-95,-15 1-3181,8 2 2529,-24-1 0,2 1 0,-16 0 0</inkml:trace>
  <inkml:trace contextRef="#ctx0" brushRef="#br0" timeOffset="71531">12233 9879 23635,'-10'-43'1010,"0"1"0,0 4 0,3 8-764,5 17-257,1 7-39,0 9 38,1 12 12,6 15-11,2 17-40,-1-7 1,1 1-140,0-1 0,-1-1-240,0 0 0,1 1-32,1 0 0,2-2-496,1-8 1,1 0-1180,3 5 0,2-1 2137,2-2 0,0-4 0,2 2 0,-3-8 0</inkml:trace>
  <inkml:trace contextRef="#ctx0" brushRef="#br0" timeOffset="71724">12200 10158 17949,'-5'-6'5579,"0"1"-4431,5 5-537,0 0-437,-31-59-163,37 38-28,-10-13 0,5 2-179,55 22-56,-20 6 0,3 1-701,5 1 0,0 1-294,3 0 1,1 0 1246,2-1 0,-2 2 0,5-1 0,-9 0 0</inkml:trace>
  <inkml:trace contextRef="#ctx0" brushRef="#br0" timeOffset="71957">13004 9758 26424,'-14'31'17,"6"6"-12,17 21-72,6 2-174,7-1-307,3-2-511,-1-7-969,-3-9-2515,-6-12 4543,-4-11 0,-6-10 0,-3-6 0</inkml:trace>
  <inkml:trace contextRef="#ctx0" brushRef="#br0" timeOffset="72148">12933 10017 23685,'-38'-25'679,"0"0"1,1 1 0,17 7-596,35 13-39,19 1-17,23-2-34,-20 3 1,1 1-525,4-1 1,-1 0 526,-1 1 0,0 0-36,-5 0 0,0 0-44,20 0-982,-14 1-2626,-13 1 3691,-12 1 0,-8-1 0,-6 1 0</inkml:trace>
  <inkml:trace contextRef="#ctx0" brushRef="#br0" timeOffset="73999">13911 9887 22140,'5'-7'850,"-1"2"-108,-4 5-24,0 0-1675,-16-34-2280,10 25 3211,-11-23 1,16 32-1,0 2 1</inkml:trace>
  <inkml:trace contextRef="#ctx0" brushRef="#br0" timeOffset="74174">13971 10320 21075,'-3'9'207,"2"-2"-2234,1-7 2027,0 0 0,0 0 0</inkml:trace>
  <inkml:trace contextRef="#ctx0" brushRef="#br0" timeOffset="75099">8239 10964 21409,'37'-30'49,"1"0"0,-1 0 0,14-10 0,-4 7 13,9 11-28,-17 10 360,-18 6-333,-16 5 201,-17 10-139,-20 10-17,-22 11-75,19-11 0,-1 1-233,-2 1 1,0 0 206,3 0 1,2 0-6,6-3 0,2 0 191,-9 15-196,17-11-12,8 5 22,9-9-16,7 8 34,9-5 509,14-1-520,-1-4 16,4-6 0,3 0-28,23 4-256,-15-4 1,1 1 235,-9-3 1,-2 1-54,20 12 17,-20 1 50,-21 3 57,-23 2-7,-18 2-16,-18 2-5,-6 0-23,2-2 17,7-2-17,11-3-28,8-4 28,8-2 522,6-2-528,6-1 45,5 1 0,9 4-11,11 4-16,14 3-24,9 4-10,4 3-17,-4 1 16,-9 2-10,-15-2 5,-14-9-314,-36 11-627,-16-11-2361,6-6 1,-2-3 3329,4-4 0,2-3 0,-14 4 0,22-8 0</inkml:trace>
  <inkml:trace contextRef="#ctx0" brushRef="#br0" timeOffset="95883">3466 5556 8657,'-6'-2'1518,"1"1"1143,5 1-1978,39 12-257,2-6-281,0 1 1,5-1-654,-1-4 0,1-1 583,8-2 1,1-2-1,4 0 1,2-2-399,-19 1 1,0 0 0,0-1 365,1 0 0,-1-1 0,0 0 13,20-3 0,-2 0-236,-15 3 1,0-2 260,12-2 0,-2-1 6,-24 3 0,0 0 92,8-3 1,-1-1 408,-2-7-73,-18 0 433,-19-1-943,-19-2 40,-22-2 92,13 12 1,-2 1 681,-4 1 0,-1 0-418,-2 1 0,3 1 59,-19-3 1040,2-2-765,31 8-72,0-3-237,19 4-297,11 0 791,9 1 105,12 1-466,10 7-124,4 5-241,7 11-281,0 9-11,-1 8 208,-5 6-1193,-12 5 192,-13 4-205,-13 7-691,-10-28 0,-2 0 1796,-7 24 0,0-20 0,5-17 1</inkml:trace>
  <inkml:trace contextRef="#ctx0" brushRef="#br0" timeOffset="96889">6166 5516 16439,'-16'-43'1009,"1"0"1,0 4 0,-3 12-989,-15 29 828,-4 13 456,0 17-837,2 15-509,19-17 0,3 2-680,0 5 0,3 3 707,2 5 0,3 0 36,0 5 0,3 1-14,4 0 0,1 1-245,2 0 1,2-1-275,2-2 0,3-1 142,1-3 1,1-3 230,0-5 1,0-3 285,9 18 75,-9-20 383,-11-17-402,-17-10 137,-16-13-133,-14-7 41,-5-16-81,6-12-154,16-14 95,21 25 1,7 0-142,7-2 0,6 2-35,7-1 0,6 3-73,6 0 1,4 2-202,4 1 0,3 3 299,1 0 0,2 2 11,1 2 0,0 1 14,-2 2 1,0 0 7,-2 2 1,-2 0-1,-4 2 1,-1 1-1,-5 1 1,-2 2 3,15-5-23,-17 7-6,-14 4 446,-10 3-334,-10 5 743,-7 4-771,-9 8-27,-5 6-1,1 3-11,5 3-22,9 1 17,9-2 16,12-3 34,8-3 61,11-8 18,6-6 27,6-5 113,1-9 139,-7-5 56,-6-9-60,-12-4-147,-8-5-106,-9-3-90,-11-4-16,-9 1 5,-7 4 0,0 7-180,0 7-245,13 9-85,6 5-263,13 10-874,8 5-3092,10 6 4683,0 0 0,-5-7 0,-8-5 0</inkml:trace>
  <inkml:trace contextRef="#ctx0" brushRef="#br0" timeOffset="97233">6975 5670 13637,'0'-3'5124,"1"1"-1757,-1 2-3636,9-33 285,1 29-16,20-15-50,5 42-12,12 13-1698,-19-9 0,-1 3 1687,-6-3 0,-2 0 6,14 26-12,-15-10 315,-23-12 60,-6-8 405,-19-12-281,6-24-274,4-5 3531,14-17-3419,15 0-96,11-11-117,2 16 0,2 3-34,13-9-11,-8 12 0,1 4-84,12 1-213,14 2-470,1 9-9064,4 12 9528,-24 1 1,-7 3 0,-26-6 0</inkml:trace>
  <inkml:trace contextRef="#ctx0" brushRef="#br0" timeOffset="97773">8380 5459 14426,'2'-10'2657,"7"-25"0,0-7-423,-4-4-1709,4 2 1,-3 1 47,-8 8-404,-4 23-186,-3 9 64,-7 18 72,-7 17-76,3 5 1,-2 4-402,3-2 1,1 3 364,-2 11 0,2 2 8,6-8 0,5-1-15,4 0 0,4-2-19,5-1 1,5-3-340,5-2 1,5-4 102,6-2 0,3-4-180,4-2 0,3-4-801,5-3 0,-1-4-1119,-6-3 0,0-3 2356,3-2 0,-3-2 1,-6-2-1,-2-2 1</inkml:trace>
  <inkml:trace contextRef="#ctx0" brushRef="#br0" timeOffset="99255">9167 5521 13054,'-3'-3'6044,"0"0"-2566,3 3-3405,-11-40-135,8 34 102,-9-29 55,14 51-34,2 4-10,4 11 10,5 6 12,2-8 11,1-3 157,9-10 308,25-13-432,-15-3-25,-3-5 1,-1-4 114,1-12-106,-2-1 84,-3-10-45,-14 2-56,-2-11-6,-8 1 23,-11-1-84,0 16 5,-13 4-10,-2 20-12,-9 9-45,-15 17-3364,7 8 3409,2 2-17,13 5-11,15-4-73,7 19-44,24-2 78,0-10-135,29-4 56,-19-26-318,28 4 168,-6-12 186,-15-5 1,1-3-2122,23-10 2256,-30 1 0,-3-2-3,4-10 2196,-6-12-2146,-11 5 113,3-17-22,-8 11 33,-2 0-101,-6 19 149,-1 6-306,-1 8 3259,1 4-3186,1 10-5,2 2 115,3 15-104,0 0-17,1 10-11,-1 1 0,2 3 11,-3-10 5,0-4 12,-3-15 196,-2-6 257,1-10-386,3-7-28,5-11-33,6-10-23,-1 4 17,9-9-6,9 3-17,6 2-16,8 5-3415,-8 16 3415,-11 6-102,7 12 24,-15 3-119,13 19 23,-13-1 67,-1 2-223,1 0 100,-6-13-353,18 11-348,17-9 634,6-4 1802,-20-9 1,0-4-1450,26-12 22,-15 0 92,-16-6 1,-3-3-26,-1-2 84,1-6 1,0-3 223,4-21-274,0 1 173,-7-6 45,-18 27-50,-2-3-202,-12 11 235,-9 11-347,-15 14 0,1 5 14,0 6 1,0 5-37,-11 12-3,13-8 0,2 2-9,-2 18 1,15-2 16,14-3-5,5-14 56,21-2 11,2-16 0,19-7 22,0-16 1,1-14-12,-4-9-17,-13 6 11,-16 1 1,-4-2-470,-2-21 427,-4 12 1,-2-1 16,-4 6 1,-1 0 33,0 2 0,-1 2 70,-1-24 6,0 18-34,2 15-123,0 13-28,0 9 33,1 6 487,3 22-464,0 8-22,2 25 13,-3-26 0,0 1-245,0 3 0,1 0 217,1 1 0,2 0-47,1 0 0,3 0-146,4-2 0,2-2-174,13 16-915,1-18 0,5-2 1302,-6-11 0,-1-1 0,24 17 0,-18-19 0</inkml:trace>
  <inkml:trace contextRef="#ctx0" brushRef="#br0" timeOffset="99466">11485 5282 21047,'48'-12'-1063,"1"-1"1,-3 2 0,-1 6-1632,-12 11 0,-2 3 1278,20 4 1,-21-4 0,-15-3 0</inkml:trace>
  <inkml:trace contextRef="#ctx0" brushRef="#br0" timeOffset="99649">11638 5485 23287,'45'-25'-1753,"10"3"-3163,-4 17 1,2 3 4607,-12 0 1,-4 0-1,-1 0 1,-6 0-1,-5 1 1</inkml:trace>
  <inkml:trace contextRef="#ctx0" brushRef="#br0" timeOffset="99965">12509 5266 23215,'-48'-2'94,"-1"-1"1,4 3 0,8 6-81,9 30-11,11 4 28,11-2 16,15-3-1,14-4 14,13-4 21,8-9 30,6-6 61,-2-7 74,-3-9 53,-9-7-9,-9-9-50,-10-6-62,-9-7-51,-10-6-40,-10-2-47,-8 1-44,-7 7-119,-1 9-1138,-6 10-447,12 9 1708,-1 9 0,18-1 0,0 3 0</inkml:trace>
  <inkml:trace contextRef="#ctx0" brushRef="#br0" timeOffset="100755">13494 5277 17641,'-2'-8'3613,"1"1"-3462,-7-54-73,5 38-302,-2-12 0,1 4-767,2 22-807,7 15 1798,4 13 0,-1-5 0,0 3 0</inkml:trace>
  <inkml:trace contextRef="#ctx0" brushRef="#br0" timeOffset="100939">13657 5468 16241,'3'4'5988,"-1"-1"-5613,-2-3-487,5 36-33,-4-15-287,0 12 0,-2 3-5572,-17 16 6004,6-21 0,0-2 0,-9 10 0,5-16 0</inkml:trace>
  <inkml:trace contextRef="#ctx0" brushRef="#br0" timeOffset="103507">14466 5080 20800,'-6'14'465,"7"11"-347,7-3 5,7 8 6,2-7 44,3-4 96,3-6 96,2-7-24,2-7-134,2-10-106,-7-2 213,11-21-85,-15 3-78,3-19-106,-13 14 112,-9-19-84,-6 22 0,-6-9-39,-4 23-46,-6 11-16,-15 18 28,10 1-5,-16 24-12,18 0-5,0 17 10,13 2-16,12-10-40,12-12 0,6-2-137,19 9-281,-7-11 0,2-1 304,0-8 0,2-4 3,1-2 0,1-2-51,0-3 1,0-4 72,28-2 151,-12-13 53,-13-11 12,-13-12 6,-10-9 75,-8-4 23,-4-1 16,0 3 11,1 5-39,0 11 533,-1 9-768,0 11 173,1 9-111,3 8 5,5 12 17,1 10-6,0 9 53,-4 5 76,-4 2-13,-3-1 29,-2-6 7,1-9 77,0-10 254,1-11-68,2-9 3,0-6-39,11-22-140,0-2-2,11-18 23,-3 5-11,1 4-14,1 7 9,0 8-245,3 9 121,2 7-9,1 12-90,0 7-101,-1 9-115,-1 6-133,-1 4-175,-2 1-167,0 1-269,3-2 222,-5-8-1123,28 2 422,-10-16 853,-9-2 0,1-2 31,25-10 664,0-6-3063,-2-8 3634,-6-4 157,-9-3 74,-10 1-76,-8-2-139,-8 0-194,-4 0-198,-7-2-198,-1 1 3266,-3 3-3448,0 1-19,-1 5-111,0 6 218,-5-2-209,-1 9 35,-8-1 184,-6 5 105,-7 6 54,-4 5 18,-3 6 35,1 7-41,2 6 13,4 5-73,7 4-95,9 1-120,7 0-88,12-4-73,8-3-46,13-7 134,7-7 138,7-8 118,0-11 113,0-11 126,-6-10 36,-6-11 8,-10-7-72,-7-10-152,-8-8-421,-4 26 0,-1-1 264,-1-1 0,0-1 24,1 2 1,0 0 35,-1-28 33,2 15-49,-2 12-46,0 15-83,0 8-145,0 9 690,3 26-555,0 7-12,1 31 36,-2-28 0,0 1-357,-1 5 0,0 1 272,0 3 1,1 0-185,0 1 1,0 1-312,1 0 1,1-1-823,2-2 0,2-2 1455,4 0 1,0-4-1,2 3 1,4-9 0</inkml:trace>
  <inkml:trace contextRef="#ctx0" brushRef="#br0" timeOffset="103823">16875 4918 22789,'-42'-39'134,"-3"18"-55,2 64-29,19-19 1,0 1-273,1 0 1,1 0 266,-14 24 221,16 2-171,20-12 39,9-5-66,23-8-85,8-10-58,18 1-1782,-15-11 1,0-1 1570,17-1-393,-16-3 1,-1-2-7001,16-6 7680,4-1 0,-24 1 1,-18 2-1</inkml:trace>
  <inkml:trace contextRef="#ctx0" brushRef="#br0" timeOffset="104249">17499 4835 21937,'-20'44'348,"4"15"-275,16-19 72,2 20-16,0-23 0,4 7-39,1-7 27,2-6-38,-4-14 374,1-4 180,-4-12-252,2-6-107,6-13-128,2-8-90,2-4 45,6-9-34,1 1-17,11-13 6,4 0-5,2 9-7,12 6-3430,-8 17 3392,0 7-1,-3 13-33,-1 16 23,0 7-7,0 17-16,-18-8-134,-5 17-1087,-11-5 1249,-3-11 0,-1-1 0,0 3 0,-3-2 0</inkml:trace>
  <inkml:trace contextRef="#ctx0" brushRef="#br0" timeOffset="104707">18562 4916 23259,'15'-48'-6083,"-2"12"4668,-6 61 0,-4-14 0,0 0 0</inkml:trace>
  <inkml:trace contextRef="#ctx0" brushRef="#br0" timeOffset="104916">18769 5266 19770,'-6'1'4016,"0"0"-3708,6-1-62,0 0-240,-12 43-29,6-21-204,-7 21 1,-3 4-1777,3-17 0,0-1 2003,-5 12 0,0-2 0,-6 4 0,9-17 0</inkml:trace>
  <inkml:trace contextRef="#ctx0" brushRef="#br0" timeOffset="106240">19260 4831 20365,'2'36'145,"0"0"1,1-2 0,3-4 857,16 1-891,-4-11 797,11-4-467,-9-13-6,10-8-223,-6-11 473,-2-14-551,-2-9-51,-6-7-23,-2-2 1,-6 1 5,-5 8-33,-8 10-40,-9 12-11,-12 9 12,-9 10-6,-5 9-12,3 12 1,8 11 5,11 8-5,10-6 10,6 13-77,22 2-102,7 4-242,-3-24 0,4-1 164,1-7 0,0-2-36,2-2 0,-1-2-177,22 7 186,-9-10 178,-11-13 107,-6-11 67,-5-11 67,-2-8 575,-3-8-449,-4 4 1,0 0 119,5-16-167,-4 17 0,-1 2 156,3 1-196,-5 11 113,-1 6-320,-4 8-45,0 2 51,1 11 28,2 7-11,1 13 10,-1 9 12,-2 6-11,-2 1 11,-1-3 0,-1-8 11,0-9 124,0-10 178,0-8-61,0-8-168,5-8-39,4-6 11,9-10 6,7-7-11,8 0-12,5 1-33,3 6-18,-1 8-4,-1 7-40,-3 8 5,-8 5-106,2 7-185,-3 11 23,-1 5-739,12 22 229,-8-15-141,16 8 57,3-19 179,6-9 667,5-5 240,-2-14 169,-3-7 145,-7-13 51,-6-7 45,-7-7 27,-7-4-56,-9 0-94,-8 4-136,-9 7-139,-12 8-118,-10 9-16,-13 9 27,-10 7-44,-6 12-45,-2 9-1,5 9 1,9 7 220,10 2-243,12 1 0,9-4 29,15-6-1,12-8 17,13-9 12,10-8 22,2-13 22,-1-10 34,-6-13 55,-7-11 1,-7-10-98,-14 22 0,-2-1-251,-2-3 1,-1-1 247,0-3 0,-2 0 14,-1 0 0,0 1 8,-2 1 1,0 2 89,0-24-5,-1 14-74,-1 14-89,0 13-95,-1 10 17,1 12 556,-2 13-489,1 18 5,-2 18-3,2-21 1,0 2-228,1 3 0,0 2 158,0 2 0,2 1-589,3 1 0,4 0 182,3 1 1,4-2-418,5-1 1,5-3-1808,5-1 1,1-3 2708,-2-6 0,0-4 0,9 6 0,-16-16 0</inkml:trace>
  <inkml:trace contextRef="#ctx0" brushRef="#br0" timeOffset="106483">21378 4851 23657,'-36'-24'-106,"4"23"-18,28 44-72,0 14-140,6 1-2213,3-25 1,0 0 2172,5 9 211,8 8-1863,-3-27-7803,4 2 8501,-8-12 0,-2-6 1,-8-6-1</inkml:trace>
  <inkml:trace contextRef="#ctx0" brushRef="#br0" timeOffset="106673">21198 4965 23747,'8'-32'-154,"0"0"0,25-18-3192,11 51 1,5 10 3028,-15-7 0,0 1-1181,20 6 0,0 0 1282,-15-3 1,-4-1-1,16 5 1,-9-4-1</inkml:trace>
  <inkml:trace contextRef="#ctx0" brushRef="#br0" timeOffset="107056">21925 4790 25130,'13'-30'-51,"3"45"40,-9 37-56,-1-6 0,2 0-34,0 3-36,-2-15 0,0-2-239,1 4-654,1 13-309,-4-16-2179,-1-6-301,-4-17-304,-6-13 2342,-8-11 2358,-8-11 2431,-11-12-1569,10 10 1704,-5-8-365,16 14-885,-1-1-717,6 1-425,5-2-695,7 9-56,12-6-185,12 11-442,18-1-1883,16 4 2510,-5 4 0,-18 2 0,-17 0 0</inkml:trace>
  <inkml:trace contextRef="#ctx0" brushRef="#br0" timeOffset="107356">22281 4496 17479,'-3'-6'5741,"0"0"-4990,3 6-488,0 0-263,-14-55 67,24 61-3,-4-35-8,15 53 1,6 17-35,-5-11 0,2 1-293,5 8 1,0 4 316,4 8 1,-2 1-561,-4-4 0,-2 1 509,-6-9 0,-1 2 0,-3-2-15,-1 0 0,-4 0-218,-6 9 1,-8-1 233,-14-5 1,-3-4 0,1 18-1,-18-8 1</inkml:trace>
  <inkml:trace contextRef="#ctx0" brushRef="#br0" timeOffset="113165">9349 846 27750,'0'-9'176,"-1"-25"1,-1-4-999,1 17 848,-1-17 0,0 3-188,1 27-231,1 0 4316,15 21-4500,-3-1-1018,22 29 838,-4 4 98,-12-15 0,0 3 251,-1 1 1,-2 2 65,-3 0 1,-2-1 119,-2 0 0,-3 0 70,-4-2 1,-5-2 617,-16 26 508,-18-11-228,6-24 1,-4-4 80,5-4 1,0-3-476,-6-1 1,1-3 422,-6-3-148,1-9-460,16-4-454,-4-8-408,7-1-70,2-3-592,9 9 849,2 0-542,8 10 44,-1 0 321,25 19 475,-10-7 129,20 14 169,-4-8 56,5 1-53,21 5 126,-7-7-70,5-3 128,-21-7-168,2-4 35,-9-2 32,6-5 95,6-11 126,-5-2-33,-2-3 29,-3-3-64,-6 3-65,1-5 73,-3 3-70,-10 8-141,-3 4-165,-6 8-212,0 2-127,-1 2-144,-1 2 589,-8 8-55,-4 5 30,-1 3 59,-10 6-279,-2-2 89,1-5 1,-2 1-97,-27 12-403,20-13 0,-1-1 88,-13 4-292,-8-4 365,15-10 47,-16-4 262,21-6 215,-12-18-84,31 6 11,-13-20 1,16 6-18,1-15-21,6 11 1121,5 1-1093,3 19 325,0 7-466,0 4 40,5 9 77,6 7 12,11 12-16,9 11 21,-2-5-5,11 9 11,9-5 11,-23-18 1,2-1 10,14 0 1,0-3-11,8-3 5,7-5 56,-17-13-28,0-7-11,10-13-3,-21 7 0,-1-2 14,15-18-45,-6 2-67,-18 9-5427,-13 18 5483,-5 3 0,-1 7 0,-4 4 0</inkml:trace>
  <inkml:trace contextRef="#ctx0" brushRef="#br0" timeOffset="115532">1432 12955 19277,'-11'-46'1170,"1"0"1,0 5 0,3 10-796,7 21-112,11 52-596,-5-15 310,1 13 1,0 4-169,-4 17-125,-2-21 0,0 1-684,-1-1 0,1 0 357,3 0 1,0-2-1,-2 3 1,5-7-1</inkml:trace>
  <inkml:trace contextRef="#ctx0" brushRef="#br0" timeOffset="115939">1558 12398 16969,'-3'-4'2723,"1"1"-2275,2 3-437,-23 41 11,20-13 6,-11 33 17,30-29 50,7-7 56,5-11 90,2-8 45,-2-13 27,-4-10 51,-6-10-17,-6-10-4,-7-2 21,-8-2 0,-5 4-11,-5 7-124,0 10-156,1 7-185,1 8-95,0 8-913,-5 29-2578,7 4 2850,-2 16 0,9-24 0,1-12 0</inkml:trace>
  <inkml:trace contextRef="#ctx0" brushRef="#br0" timeOffset="116523">2011 12982 22004,'-4'-53'806,"1"-1"1,-2 10 0,5 6-588,11 10-5807,-2 18 5610,-4 8 1460,6 21-1465,-2 8 837,2 8-938,-5 26-338,-4-26 198,-1-1 0,0 2-2437,6 22-638,0-9 2759,8 4 1,-9-40-1,1 0 1</inkml:trace>
  <inkml:trace contextRef="#ctx0" brushRef="#br0" timeOffset="116882">2431 12430 21237,'-50'-8'377,"0"0"0,0 4 1,8 8-238,13 22-56,-2 11-50,10 7 27,14-9-22,8-7 68,17-11 50,7-11-12,12-6-27,4-10 179,6-13-169,-18 4 164,0-11 195,-21 6-207,-4 1-112,-9-1-107,-7 11-61,-2 5-78,-4 2-196,5 5-757,-3 9-896,8 8 1927,2 15 0,5-14 0,1 2 0</inkml:trace>
  <inkml:trace contextRef="#ctx0" brushRef="#br0" timeOffset="117331">2709 13019 19764,'-5'0'3686,"2"0"-2779,3 0-946,32-32-34,10 18-256,-5-7 0,2 1 292,-2 12 1,0 3-15,0-3 1,-3 1 5,17-3 134,10-6-67,-28 5 101,6-4 73,-24 0-117,-9 4 72,-23-12-33,-7 5 61,-20-10 22,-1 5 74,1-1 497,7 4-470,13 3-95,9 6-139,10 5-169,3 4 123,22 15-22,-7-3 0,12 7 0,3 3-17,11 10-296,-9-7 1,1 1 231,-2-2 0,-2 0-110,18 15-795,-15-4 1,-3 5 985,-12-4 0,-3 0 0,4-5 0,-2-1 0,-6 16 0</inkml:trace>
  <inkml:trace contextRef="#ctx0" brushRef="#br0" timeOffset="119089">6860 13113 23534,'-19'-23'-95,"8"13"139,21 38-4,9 3-24,10-2 35,11-4-6,10-7-305,11-7 282,-28-9 1,1-3-18,0-2 1,0-3 89,26-13 1,-12-8 77,-16-6-5,-15-6-50,-10-6 11,-12-1 5,-6 3-83,-7 9 307,-5 12-330,-4 10 35,-3 8-63,-2 14-28,-1 12 0,0 18 17,3 13-14,17-23 0,2 2-167,3 0 0,2 0 80,6 31-39,17-5 5,19-6 53,-11-29 1,2-4 5,4-4 1,2-3 35,0-4 1,0-3 47,-1-6 0,0-5 48,26-13 50,-8-15 29,-8-7 4,-12-5 35,-8 1 5,-8 3 0,-4 7 22,-2 10-89,-4 10-123,-2 8-118,-1 5 361,2 6-204,4 6-23,6 9 12,7 7 5,1 3-22,-1 2-12,-2-2-10,-3-1 10,-4-7 40,-4-5 101,-2-9 117,-2-4-90,2-11-122,2-8 16,7-12-17,8-5 1,6-1-6,6 3-29,4 8 1,1 7-17,9 9 6,-15 6-23,9 12-17,-16 6 6,5 9-28,1 6-39,0 2-17,-8-13 0,2-1 34,11 6-9,-6-9 0,2-3-64,17-4 123,-17-5 0,0-2 45,0-5 0,-1-3 55,28-11 29,-7-13 28,-9-7 45,-9-7 50,-8-4 22,-9-3 96,-7-9-107,-11 16-134,-4 4 11,-13 19-3482,-15 16 3392,4 3-68,-30 26 57,24 5 6,-9 7 5,13 7-39,14-9-100,3 15 16,16-12 50,13-2 57,5-19 3343,16-6-3326,1-11 72,20-18 22,-8-7-157,-24 3 0,-3-2 124,3-15 56,-4-20-11,-11-1-39,-5 20 0,-2-2 148,0-16 0,-1 1-132,-2 23 1,0 1 100,0-13 0,-1 7 12,-1 18 122,-2-2-162,-2 16-246,1 4 56,0 7-6,-1 19 377,2-1-321,-2 32-28,4-15 1,1 0-321,0-6 1,1 2 24,4 6 0,2 4 1,2-3-1525,5-1 0,1-3-223,3 11 1,1-2 2058,2-9 0,-2-7 0,-3-6 0,0-1 0</inkml:trace>
  <inkml:trace contextRef="#ctx0" brushRef="#br0" timeOffset="121742">4846 13184 20095,'-7'-49'924,"0"0"0,1 6 0,2 7-688,4 20-276,2 8-4,1 10 100,5 11 28,4 14-6,4 16-22,-1 12-28,-9-24 0,-1 1-122,-2 2 1,-1-1 112,0 1 1,-2-1 2,1 28-22,-1-10 17,0-12 45,0-15 313,2-13 157,1-10-291,4-13-174,4-13 0,7-15-28,6-11-31,-11 22 1,1 0 2,13-27 29,2 7-74,0 10-39,0 13 221,3 9-237,1 10 27,3 9 6,1 9-17,-2 10-5,-3 9-29,-5 7-77,-5 3-203,-6 1-234,-2-1-107,-3-6-68,0-6 152,1-10 364,2-9 241,3-13 78,4-11 67,4-12 79,1-7 56,-2-3 50,-3 0 146,-6 5 123,-4 8-106,-6 10-364,-3 9-365,-2 4 57,1 8 235,0 0-1,3 13 1,2 0-34,2 7 23,3-1 11,1-3-6,1-5 84,2-7 191,-1-5 111,-2-8-105,1-8-57,-3-8 0,-1-10-61,-2-4-57,-2-3-33,-2 2-67,-1 5-90,0 6-644,-1 9 185,0 7-880,-1 4-1948,2 7 3360,0 7 0,1-4 0,-2 3 0</inkml:trace>
  <inkml:trace contextRef="#ctx0" brushRef="#br0" timeOffset="122606">5944 13213 24273,'1'-14'-168,"8"12"207,0 20-5,6 7-29,-6-7 7,0 5-7,-4-6 1,0 6-1,-2-10 147,-2-2 16,0-9 863,0-1-847,0-11-128,1-3 34,3-20-62,-1 10 22,6-11 1,1 15-12,5-3-39,1 6-3437,6 4 3415,-8 7-45,9 2 11,-8 9-2252,8 11 2297,-8-3-12,4 21 7,-13-11 2284,0 5-2290,-3-3 16,-3-13 12,1 0 44,0-10 213,0-3 3230,0-1-3325,5-6-3476,7-13 3336,-3 4 34,11-19-62,-13 22-12,4-10 24,-9 17-91,0 0 46,-3 5 3363,1 2-3324,1 3-6,0 1 5,5 4 6,0 1-16,1 4-1,4 3-11,0-3 34,3 1-6,-4-8 62,4-2 162,-1-5-162,-3-2 78,2-8 1,-9-5-85,1-1 45,-1-10 33,-2 2 91,0-13-68,-1 6 22,-1 1-95,0 15 45,-1 6-22,0 6-309,0 1 152,-2 7 28,2 6 22,-2 11 12,5 17-46,5 3 18,5 11 5,5-7-12,4 2-16,-5-12-84,3 7-218,-12 1-191,-10 2-688,-14 3 15,-5-20 1194,-14-3 0,23-18 0,-7 0 0</inkml:trace>
  <inkml:trace contextRef="#ctx0" brushRef="#br0" timeOffset="123072">6855 12884 24055,'7'4'728,"-5"2"-437,-13 7-123,-9-1 0,-8-1 23,-1-6 16,4-2 6,10-3-118,7 0 62,5 0-208,3 0 57,0 9 11,0 6 11,0 14 0,0 8-11,0 6-6,1 3-11,-1 4 11,1 1-17,0-10 12,7 15 0,2-20-6,8 12 11,4-16-6,4-6-38,2-5-124,3-5-773,5-5-616,-6-3 1546,14-3 0,-28-4 0,7 1 0</inkml:trace>
  <inkml:trace contextRef="#ctx0" brushRef="#br0" timeOffset="123866">9300 12842 14639,'-2'-7'5585,"1"1"-3833,1 6 310,0 0-1166,-24-30-706,18 21 17,-17-22-128,23 30-56,0-1-29,11-4 12,10-1 5,18-4-5,-3 2 10,18-3 12,-11 3-5,4-2 22,-10 2-45,-18 5 28,-8 1-23,-10 3-50,-1 1 29,0 4 60,0 18-16,1 8-22,2 7 5,4 13-22,3-1 11,3-10 0,2 1 5,-1-6 1,2-1-453,5 5 1,1-4 446,7 6-158,1-1 135,-18-10 35,-8 12-12,-19-8-68,-18 0-44,-13-11-34,6-9-548,-10-7-4761,2-12 5455,8-2 0,7-2 0,22 3 0</inkml:trace>
  <inkml:trace contextRef="#ctx0" brushRef="#br0" timeOffset="124122">10042 12642 22285,'0'-4'3725,"0"0"-3490,0 4-202,17 27-49,-3 12 2,1-6 0,0 3-90,-2 3 0,-2 1-451,2 1 1,0 0-2568,0 1 0,0-1 3122,-2-5 0,-1-2 0,3 8 0,-7-20 0</inkml:trace>
  <inkml:trace contextRef="#ctx0" brushRef="#br0" timeOffset="124290">10357 13384 26452,'-40'-48'-7550,"22"9"6135,38 39 0,-7 0 0,-6 0 0</inkml:trace>
  <inkml:trace contextRef="#ctx0" brushRef="#br0" timeOffset="124550">10766 12752 24738,'44'-25'-603,"-1"-1"0,-1 3 0,1 6-120,-3 16 0,0 5-683,-4-1 1,-3 2-6862,22 8 6851,-18 1 1,-18-4 0,-11-4 0</inkml:trace>
  <inkml:trace contextRef="#ctx0" brushRef="#br0" timeOffset="125017">11016 12906 13194,'-6'3'7293,"1"0"-4834,5-3-1149,0 0-1192,-37 27-118,53-25-191,-11 18-30,28-23 0,10-8-513,1 3 1,1 0 41,1-2 1,0 0-399,0-2 1,0 0-65,0-1 0,-1 0 518,-1-1 1,-2 0 545,-3 0 1,-1 0 344,-6 1 0,-3-1 1195,16-13 763,-17 4-1099,-14 6 1463,-8 0-1603,-7 9-481,-5-1 425,-11 6-773,-11 7-66,-10 8-51,-2 11-28,4 10 11,12 5-5,11 5-12,11 2 18,14-3 4,26 5-430,-5-19 439,-2-11 0,2-4 26,17-5 55,11-2 101,-8-12-61,-17-1 380,0-22-207,-20 1-83,2-16-102,-16 1-44,-8-1-29,-8 1-83,-5 4-292,-6 9-1506,-6 14 1820,0 9 0,10 6 0,7 3 0</inkml:trace>
  <inkml:trace contextRef="#ctx0" brushRef="#br0" timeOffset="126981">9240 3123 15879,'19'-5'2110,"14"-2"-1610,18 1-5931,3 0 5578,-33 3 1543,5 0-988,-14 1 1522,-3 0-1844,-12 0-996,-9 2 456,-5-1 408,-18 3 156,-4 4 159,-17 5-146,19-2 1,0 0 226,-21 6-185,6 0 351,24-4-183,19-4-270,7 1-259,27-1 143,11-3 162,22-2 26,-13-4 115,12-3 64,-19-2 307,7-1 215,-19 3 716,-11-2-938,-16 5-2109,-28-5 976,8 5 99,-34 1-29,23 3 151,-6 3 0,-1 2 2,-1 0 1731,3 0 0,2 1-2005,7-3 1820,4 1-1280,18-4-264,17-1 0,6-1 0,23-7 0,6-4 0,-10 0 0,2-1 0,-6 2 0,0-1 0,2-1 0,-1 0 0,8-5 0,-15 7 0,-8 1 0,-12 6 0,-10 5 0,-6 5 0,-1-2 0,3 1 0</inkml:trace>
  <inkml:trace contextRef="#ctx0" brushRef="#br0" timeOffset="132257">12763 13120 20056,'13'-39'1122,"-1"-1"0,0 0 0,-4 17-1212,-8 26 79,-2 9 78,-2 12-16,1 13-23,1 7 44,9-1 35,10-5 78,14-9 111,13-10 85,13-12-194,-23-11 1,2-4-592,6-6 1,0-4 498,7-8 0,2-6-58,-13 7 1,1-2 0,0-2-423,4-3 0,1-1 0,0-1 407,3-2 1,0-2 0,0 1-508,1 0 1,1-1 0,-1 1 488,-1 1 0,0 0 0,-1 2-14,-3 2 1,-1 2 0,-1 1-50,12-6 0,-3 3-152,-11 8 1,-4 4-798,9-2 68,-23 22 940,-25 22 0,2-8 0,-9 7 0</inkml:trace>
  <inkml:trace contextRef="#ctx0" brushRef="#br0" timeOffset="136898">7376 14458 20481,'6'-18'678,"-13"11"-606,-7 16 52,-30 19-66,16-14 1,-2 1-386,-11 6 0,-2 0 366,-3 0 1,1-1-10,4-3 1,3 0 70,-18 7 269,25-12-134,18-7-7,10-4-117,3-1-106,1 3 123,-1 12 78,-5 32-56,-7 12-173,2-16 0,-2 2 136,-3-2 1,-1 1-28,-1 2 0,-1 1-37,0-2 1,2 0-23,1-4 0,2 0-17,4-7 0,3-1 6,3 19 50,13-14 95,13-12 1,14-11-40,18-9-594,-20-9 1,3-2 391,7-3 1,1-3-222,4-2 1,1-3-1001,1 0 1,-2-1 838,-8 2 1,-3 1 0,8-4-1,-24 8 1</inkml:trace>
  <inkml:trace contextRef="#ctx0" brushRef="#br0" timeOffset="141065">7991 14835 20638,'7'-43'1133,"-1"-1"0,0 5 1,-2 8-798,-3 20-286,-1 6-134,0 5 62,0 10 100,0 12-39,-2 18-11,-4 15 0,-3 5-224,3-28 0,0 0 196,-4 28-127,2-5 132,4-9-16,2-9-6,2-11 101,0-10 325,0-9 561,0-6-640,0-10-40,-1-10-167,-2-14-56,-2-13-27,2-9 10,-1-6-36,5 30 0,1-1 20,5-30 33,3 7 11,1 13-16,-4 16-73,-3 13-135,-4 11 146,2 27 6,0 8-12,0 29 12,-5 0 10,1-28 1,-1-1-17,-1-1 0,0-1-17,-4 25 12,3-11 5,2-15 33,3-13 141,0-10 515,0-5-583,0-21-33,0-4-45,2-23-28,2-4 11,3-9-5,0-4-507,2 2 529,-2 8 28,-2 12 28,-3 15-39,-1 13-62,-1 8-84,-2 6-5,1 9 623,-3 15-505,-1 16-18,-1 13-5,0 5-213,2 0 229,2-7-10,2-8 10,2-13-33,0-10 51,0-12 72,0-6 17,0-10-67,0-11-23,3-19-16,1-17-4,-2 22 1,1-1-95,0-3 0,0 1 86,1 2 1,-1 0 33,5-23 22,-4 13-33,-2 16 33,-3 8-66,0 14-220,-1-1 555,0 25-840,0 27 202,-1-1-182,0-6 0,-1 2-1897,-3 21 2398,2-18 0,0-2 0,-1 5 0,2-4 0</inkml:trace>
  <inkml:trace contextRef="#ctx0" brushRef="#br0" timeOffset="141356">8570 15154 25399,'13'1'79,"-4"7"-130,-13 18-336,-2 8-6390,-9 19-2600,5-17 8314,-4 6 0,10-31 1,2-5-1</inkml:trace>
  <inkml:trace contextRef="#ctx0" brushRef="#br0" timeOffset="142198">9172 14992 11984,'1'-9'3702,"5"-26"1,2-8-1894,1-3-804,1-12 1,1-2-345,-4 26 0,-2 2-40,6-27-111,-4 18-101,-3 21-129,-2 7-190,-1 8-90,-1 3-62,0 3 6,0 10 73,0 9-17,0 17 11,1-2-17,0-1 1,-1 2-3493,2 17 3380,-1-15 0,0 0-402,1 24-1127,0-5 460,-2-12 1187,1-12 0,-1-2 0,0-10 0,0 16 0</inkml:trace>
  <inkml:trace contextRef="#ctx0" brushRef="#br0" timeOffset="142491">9826 15016 25242,'-4'-22'-140,"0"15"117,0 42-111,-3 10-320,-2 6-660,-2 3-3748,-1 1 3799,2-10 0,5-18 0,2-13 0</inkml:trace>
  <inkml:trace contextRef="#ctx0" brushRef="#br0" timeOffset="143038">10576 14805 14499,'1'-3'6794,"0"1"-3075,-1 2-3528,7-32-214,-6 25-33,3-20 62,-17 41 5,-8 14 11,-9 12-22,-2 9-11,6 3 0,9-2-11,9-3-1,12-7 29,7-7 22,10-6 45,7-9 89,3-9 74,3-9-7,0-11 1,0-10 16,-3-9-55,-5-8-90,-5-10-6,-5-4 17,-4-6-169,-5 3 225,-4 7-22,-7 7-46,-5 7-94,-8 7-45,-8 7-45,-4 9-112,-2 5 79,-1 9-398,2 8-331,6 10-683,7 8-2050,8 6 3579,14 4 0,-4-17 0,7-3 0</inkml:trace>
  <inkml:trace contextRef="#ctx0" brushRef="#br0" timeOffset="143315">11230 15024 23231,'-1'58'-229,"-4"-2"-1396,-9-14 1625,-7 8 0,10-22 0,-2-2 0</inkml:trace>
  <inkml:trace contextRef="#ctx0" brushRef="#br0" timeOffset="144432">11816 14769 12371,'-2'-4'6418,"1"1"-5396,2-26 1,4-8-441,8 3-493,-7-6 1,4 1 168,22 5-5531,14 9 5385,-7 5 528,-4 10 0,-2 4-617,-5 3 903,19 8-914,-19 16-18,-7-2 0,4 19 3224,-14 4-3241,-2 4 18,-6-3 437,-11-4-315,-12-8-50,2-5 219,-19 3-112,21-21 598,-16 2-480,20-8 766,-8-10-520,14-3-347,-2-4-96,8 2-67,2 7-28,3 2-6,7 3 23,17 5-17,5 6 0,16 8 0,-14 1-28,9 9-39,-12-1-45,7 15 39,-18-5-17,-14 9 46,-25-15-46,-21-1-45,4-20 1,-2-4-32,3 0 1,0-3-180,-6-4 1,3-1-529,-5-4-6526,11-11 6551,20 4 0,3 1 0,7 5 0</inkml:trace>
  <inkml:trace contextRef="#ctx0" brushRef="#br0" timeOffset="144656">12852 14798 24228,'-5'53'-362,"0"0"0,0 6 0,0-6-2775,3-10 3137,-1 10 0,3-28 0,0-12 0</inkml:trace>
  <inkml:trace contextRef="#ctx0" brushRef="#br0" timeOffset="145323">13514 14658 25562,'1'-15'50,"2"7"-33,-1 23-6,0 2 6,0-2 28,-2-2 11,0-3 5,0-5 85,0-2 839,0-2-755,-4-12-146,-5-6-11,-4-17-40,0-6 18,4-5-18,4 2 29,11-2-51,0 17-16,12-3 5,4 16-28,27 0 28,-12 7-9,-5 8 1,0 4-15,8 12 23,7 14-28,-10 11-5,-11 9 10,-12 8-506,-16 5 489,-6-29 1,-6-1-23,-6 2 1,-4-1-4,-6 1 1,-3-2 33,-3-1 1,-1-2 30,2-3 0,1-4 28,6-4 0,1-4 78,-12 1 34,13-15 6,9-14-62,8-10-56,7-6 16,14-8-27,-1 14 479,16-3-479,-2 17-34,10 2-5,7 9-62,6 9-84,3 10-196,-1 8-381,-6 6-896,-8 3-3669,-12 0 5310,-11-6 0,-8-14 0,-4-8 0</inkml:trace>
  <inkml:trace contextRef="#ctx0" brushRef="#br0" timeOffset="145648">12998 14701 17501,'0'-8'3008,"3"-25"0,1-4-1602,-1 10-964,0-10 1,0 3-6,-1 20-297,-2 8-163,0 6 12,-2 9 39,-2 13-45,-2 21 6,-2 19-48,4-25 1,0 2-648,0 3 0,3 1-381,0 1 0,2 1 1087,6 2 0,1-4 0,-1 8 0,7-10 0</inkml:trace>
  <inkml:trace contextRef="#ctx0" brushRef="#br0" timeOffset="146156">14262 14251 24021,'29'-42'280,"6"6"-157,13 25 12,-1 3 10,-5 2-5,-8 1-28,-4 2-45,-7 2-22,-3 0 0,-5 5 0,-2 4 33,-3 8-11,0 10-27,-1 10-7,-2 9 24,-4 7 4,-1 6-10,-2 3-26,-1-22 0,0 0-14,-1 14-5,0-15 0,-1 1 10,-5 11-21,-4 11-34,-7-4-40,-9-6-162,-14-3-135,15-26 1,-3-2-1832,-7 0 0,-1-3 2207,2-2 0,1-3 0,-12 4 0,20-9 0</inkml:trace>
  <inkml:trace contextRef="#ctx0" brushRef="#br0" timeOffset="153574">9060 10695 7688,'-13'1'862,"1"2"-582,10 0-162,1 2 118,0 1 296,2 1 246,3 1 186,4 2 50,8 1-12,10-1 12,12-2-129,16-3-518,-17-4 0,3-1-917,10-3 1,4-1 649,-11 1 1,2-1 0,1-1-51,5 0 1,3-2-1,0 1-7,5 0 0,0-1 0,2 1-736,1-1 1,1 0 0,-1 1 720,1 0 0,0 0 0,0 1-4,-1 0 0,0 0 1,-2 0-14,-1 0 0,-1 1 0,0 0 6,-4 1 0,-1-1 0,0 1-256,-4-1 1,-1 0 0,0 1 251,-3-1 0,-1 1 0,0-1-5,19-1 1,-1-1-4,-2 1 1,-1 0 19,-1-1 0,0 2 11,-2-1 1,-1 1-234,-3 0 1,0 1 215,-3 1 1,-1 0 5,-3 1 1,-2 0-4,0 1 1,-2 0 7,0 0 1,-1 0-6,0 0 1,-1 0 339,2 0 0,-1 0-337,2-1 0,-1 1 0,2-1 0,0 1 2,1-1 1,0 0-17,2 0 0,-1 0-6,0 1 1,1 0-15,-2-1 1,0 0 5,-1 1 0,-1 0 8,-2 0 1,-1 0 2,-2-1 0,0 1-6,-1 0 1,-1-1-6,-1 1 0,1-2 6,-1 1 0,-1-1 5,1 1 0,0-1-6,-1 0 1,1 0 2,-2 1 1,-1 0 2,31-2 1827,-7 1-1833,-7 1 1048,-10 0-1036,-11 0 757,-12 1-763,-9 0-1391,-5 0 1,-1 0-1</inkml:trace>
  <inkml:trace contextRef="#ctx0" brushRef="#br0" timeOffset="155822">8193 15576 7884,'-5'0'3792,"1"0"1008,4 0-3982,-47-1-241,31-1-73,-36-2-62,44-1-127,3 3-243,2-1-189,2 2-130,1-1-84,1 1-111,1 0-23,0 1 79,0 0-174,-2 0 543,0 3 56,-2-2 179,-1 4 214,-3 0-57,-8 4-185,-12 6-55,-11 3-18,-9 2-10,-1-1-29,4-3 6,7-3 0,10-4-67,8-5-191,10-1-285,5-2-90,5-1 443,4 0 363,7 0-83,9 0-68,11-2-27,9-3-40,5-1-5,-2-2-29,-5 1-33,-13 3 129,-12 2 168,-9 1-101,-9 1-163,-8 3 12,-15 4 34,-14 4-23,-13 5 16,-5 0 24,4 0-29,11-4-73,14-4-162,15-4-134,10-3 257,8-1 280,8 0-100,16-5-96,14-3-34,14-5 26,-25 6 0,1 0 8,28-7-5,-8 3-29,-16 4 74,-14 3 145,-12 3 57,-7 1-69,-5 0-150,-3 1-45,-8 3 33,-12 3-33,-12 6-51,-8 2-314,4-1-996,11-2-3613,18-6 4985,16-3 0,2-2 0,2-1 0</inkml:trace>
  <inkml:trace contextRef="#ctx0" brushRef="#br0" timeOffset="159282">9115 15645 19540,'25'0'376,"-1"10"-332,-6 27-16,-2 6-28,-1 2-11,-2-2 11,-1-2-17,-2-4-5,-4-5 5,-2-4 0,-8-6 23,-5-5 44,-6-5 23,-5-6-17,-3-5-28,1-7 0,-1-5 0,-1-7 0,1-3 23,-1-4 27,-1-1 45,0-2 73,2 1 62,2 1 10,5 3 1,4 5-22,4 5-113,5 6-106,1 4-106,2 2-85,-2 1 85,2 4 128,-2 4 40,-1 15-62,-2-4 5,-6 18-5,-3-8-16,-6 9-24,-1-3 12,3-6-11,4-7 28,6-8 84,4-7 258,2-4 268,2-3-235,1-6-325,2-8-27,5-12-18,7-11-5,8-7 11,8-2 0,6 1-9,-11 21 1,0 1-9,12-6 3,-11 11 0,1 3 9,10 0 10,9 1-5,5 6-3414,-12 5 3403,-3 3-6,-7 4-11,-4 3 0,9 3 5,2 1-2284,10 4 2273,-16-5 2263,8 7-2268,-21-7-6,1 3 12,-8-1-1,-4-4 68,-4-2 3503,-2-4-2825,-1-1-623,-6-8-89,-2-1-5,-7-6-23,3 3 5,-2-1-5,0 1-22,-8-4 27,-6-1-10,-17-1-1,12 5 6,-19 1-11,15 9 0,-11 0-68,-6 7 35,10 2 27,4 4-6,4 5 1,8 0-51,-6 4-196,-1 6-291,8 3-358,4 1-5428,9 3 5498,8-9 0,4-7 0,2-8 0</inkml:trace>
  <inkml:trace contextRef="#ctx0" brushRef="#br0" timeOffset="160014">9415 16632 15966,'-10'-31'411,"0"0"1,-15-17 1805,-9 47-2111,-4 6 787,7 0-865,-11 11 419,17-4-470,-8 10 1559,13-3-1598,5 2 29,6-6-6,4 4 33,11 1 28,6 2 12,11 3-28,0-8 5,12 3-6,-3-3-5,21 11-5,-12-2-23,2 4 39,-22-7 84,-11 1-50,-9-6 85,-25 14-97,5-13-30,-10 3 0,-3-1 2,-9 1-5,12-8 0,0-1-191,-10-2-1360,9-11 1551,9-16 0,10 7 0,5-5 0</inkml:trace>
  <inkml:trace contextRef="#ctx0" brushRef="#br0" timeOffset="163948">5116 7149 8272,'3'-3'1104,"-1"1"-425,-2 2 71,61-31-3328,-38 19 2889,10-5 0,-3 1 1649,-19 9-1066,-9 5-71,0 1 447,-2 0-1113,-21 10-94,6-3 3366,-19 9-3343,-3 4-25,-7 3-41,15-8 1,-2 2-1,1-1 0,-1 0 12,1 0 1,1 0 48,-25 13 3,7-4-43,11-6-94,11-4-35,12-4 69,8 5 9,7-4-15,4 10-19,3 0-16,4 9 4,2 5 12,3 15-31,-6-13-17,4 21 52,-4-14 65,3 16-1696,-4-20 0,-1 1 1692,4 17 10,-3-15 0,0 1-317,1 16 286,-3-21 0,-1 1-6,-1 0 1,0 1 5,-1 1 0,1 1 39,0 12 0,0 0-22,-3-16 0,1 0 25,2 18 0,0-1 0,-2-16 0,0-1 44,2 24 1,0 0-40,-2-20 1,0 0 54,0 3 1,-1 5 0,1-5-402,-1-2 1,0-2 373,0 9 1,1 2 103,-1-2 1,1-1 30,-1-8 0,1 1-39,1 12 0,0 3-128,0-15 0,0 2 1,1 0 90,1-1 0,0 1 1,0 0-72,0-1 1,0 0-1,1-1 873,4 19 0,1-3-821,-3-8 0,-1-1-23,-1 0 1,0 2-26,-2-9 0,-1 0 0,0-2-39,0 3 0,-1 0 36,1 15 1,1 3 27,0-3 1,0 0-57,0-6 1,0 0-2,-1-9 1,0 1 0,1-1 34,4 13 0,-1-5-42,-3-15 0,0 0-53,3 13 1,1 0 57,-3-19 1,-1 1 58,6 21 1,-1-1-71,-4-20 1,-1-2 13,4 15 0,-1-3 1021,-3-14-1024,5 18 18,-3-13 357,4 15-385,0-2 1156,-2-11-1179,-3-6 675,-1-5-658,-2-4-6,2 3-5,-2-3-1,4-1 18,-2-2 10,8 8 29,0-9 11,18 10-51,-9-11 0,22 5-89,-5-12-2066,-2-4 1,3-3 1313,20-2-2458,-20-5 0,4-1 0,-6-1 1626,13-5 0,-14 2 0,-5 2 1,-21 5-1</inkml:trace>
  <inkml:trace contextRef="#ctx0" brushRef="#br0" timeOffset="164988">18796 5566 16499,'-7'5'1579,"35"-4"-1520,25-4 0,12-2-1347,-15 2 1,2 0 0,2 0 1310,-7 1 1,1 0 0,0-1 0,2 1-445,5 0 0,1 0 0,1 0 0,0 0 422,4 0 0,1 0 1,1 1-1,3 0-24,-12 0 1,4 0 0,0 0-1,0 0 1,-1 0 0,-4 0-1,8 0 1,-4 0 0,0 1-1,4-1-3,-8 0 1,4 1 0,2-1 0,-1 0 0,-1 1 0,-5-1-120,4 1 0,-4-1 0,-1 1 1,4 0 122,5 0 1,3-1 0,2 1-1,-1 0 1,-6-1 15,-5 1 1,-4 0-1,-1 0 1,4 0 6,2 0 0,6 0 0,-1 0 0,-4 0 0,-7 0 16,4 1 0,-4-1-12,6 0 1,4 0 0,-8 0-70,-13 0 1,-4 0-130,3-1 0,-1 1-2563,14-1 2611,-19 1 0,-15 0 0,-8 0 0</inkml:trace>
  <inkml:trace contextRef="#ctx0" brushRef="#br0" timeOffset="167821">10773 14079 20615,'3'-51'-509,"0"13"431,0 42 134,1 6-40,4 8-16,0 8 17,-2 6 39,-4 3 39,-8 2 40,-9-1-12,-11 0-28,-10-3 51,-6-3 38,-4-7 52,0-8 38,5-7-33,5-8-45,5-8 23,5-2 11,3-5-107,7 5 207,-1-3-179,10 9-151,-1-3-145,6 7-74,2 0 107,0 3 135,0 7-1,4 6-11,4 7 1,7 4 27,6 1 22,7 0 29,6-3 33,7-5 0,3-5 23,2-7 0,-5-4-1,-3-7-27,-4-3-40,-4-5 6,-4-2-5,-6 3-23,-7 3-28,-6 4-23,-4 2-268,-3 1 224,0 4 28,0 0 44,-3 5 18,-3 1-18,-9 4 12,-19 4-28,7-6 0,-22 2-3359,3-10 3359,7-2 29,-15-7-7,21-6 6,-5-8 33,5-2-2235,4-8 2185,11 9 2275,1-8-2275,9 9 38,1-3-5,2 1 12,3 1-50,0 8 3408,2 0-3431,0 9-90,0 0-173,0 3 263,5 12 0,-1-2 34,11 25-29,-1-7 1,8 13 5,2-8 6,5-4 16,6-3-5,5-8 51,2-5 55,1-7 51,7-10 11,-1-9-78,-3-5-1,-8-3-5,-14 3-33,-4 3-29,-6 3 29,-5 3-79,-4 5-6,-3 2-1970,-2 2 1,0 0 0</inkml:trace>
  <inkml:trace contextRef="#ctx0" brushRef="#br0" timeOffset="168439">10782 14144 15249,'-3'-10'3894,"1"2"-2343,2 8 561,0 0-1955,-1-39-6,0 29-235,0-30 11,1 40 34,0 5 134,-2 15-84,0-2 6,-4 32 0,2-13-12,0 8 7,2-2-7,3-9 6,1 7 34,2 1-28,-1-14 17,1-2-1,-4-16 141,1-4 268,-1-5 465,0 0-621,0-7-241,-1-5-28,-1-5 5,-2-13 17,0-3-16,0-20-1,2 6 0,2-5 6,0 22 23,0 1 10,0 10 46,0-1-45,0 8-40,0 4-38,0 6-271,0 1 203,0 5 107,0 12-6,0 8-6,0 12-11,0-1-6,0-8-50,0 10 6,0-21-437,0 20-292,0-18-1036,1 6-514,-1-10 1481,2-5 0,-2-6 0,2-1 0</inkml:trace>
  <inkml:trace contextRef="#ctx0" brushRef="#br0" timeOffset="169239">10839 13764 18464,'0'-9'353,"3"4"-111,9 14 195,5 2-281,-5-3 147,6 2 5,-5-5 28,3 0 44,2-2 12,1-1-22,1-1-12,0-4-183,-5 0 357,2-10-235,-7 0-68,0-7-134,-6 5 191,-8-26-241,-4 16 0,-6-18 22,-2 21-22,-1 3-1,0 6 18,-2 2-12,2 6-33,3 2-34,1 6 23,1 9 11,-4 11-12,-3 11 12,-1 10-22,5-7-7,4 21 18,8-27-15,7 1 1,5 1 19,14-1-50,20 10-129,9-19-984,9-9-257,-28-9 1,0-2 1408,25 0 0,-30-3 0,-18 0 0</inkml:trace>
  <inkml:trace contextRef="#ctx0" brushRef="#br0" timeOffset="170906">1024 17492 13782,'5'-43'1598,"1"0"0,-1 5 0,-3 8-1037,-4 23-566,1 4 89,0 17-40,1 0 1,-1 26-67,0 3-102,1-7 1,0 3-107,2-6 0,2 1-443,1 6 0,2-2-145,8 8-2741,10-1-3975,-2-18 6721,-2-5 0,-7-10 0,-10-9 0</inkml:trace>
  <inkml:trace contextRef="#ctx0" brushRef="#br0" timeOffset="171121">1526 17452 10993,'0'-3'7813,"0"0"-6261,0 3-1457,-11-5-67,7 19-84,-10 5-145,9 23 5,2-5-432,1 9 91,1-19-4149,0 7 1,1 1 3837,1-1 0,0 13 0,0-35 0</inkml:trace>
  <inkml:trace contextRef="#ctx0" brushRef="#br0" timeOffset="171372">1860 17482 22907,'-8'-34'-96,"1"1"1,-5-18 90,12 70-35,2 6-139,-1 18-28,2-10-992,2 18-459,4-19-5382,8 9 7040,2-21 0,-7-10 0,-3-7 0</inkml:trace>
  <inkml:trace contextRef="#ctx0" brushRef="#br0" timeOffset="171721">2026 17069 7022,'-3'-6'6139,"1"1"-2465,2 5-2913,-60-48-509,39 39-11,-20-10 0,2 8-107,21 26 113,-22 28-208,23-16-39,-4 9 6,15-14 101,10-7 150,4-7 163,5-4 0,2-6-156,-2-5-152,0-7-51,-3-6-44,-2 3-11,-4-7-46,-3 12-497,-7-6-506,-4 13-1342,-11 8-1631,3 4 4016,-3 10 0,12-10 0,1 0 0</inkml:trace>
  <inkml:trace contextRef="#ctx0" brushRef="#br0" timeOffset="172188">1097 17133 15373,'20'27'1014,"-9"-8"-667,13-12 84,-11-5 34,3-2-118,-3-5-100,-1-3-57,1-8 56,-2-3 102,-1-2 44,-4 0 45,-4 5 11,-1 4-246,-2 7 173,-3 2-263,-1 6-23,-4 5-5,-1 5-61,-1 5-34,2-1-62,4 1-62,3-5-128,6-1-325,1-2-801,5-2-4425,0-1 5814,-2-1 0,-3-3 0,-3-1 0</inkml:trace>
  <inkml:trace contextRef="#ctx0" brushRef="#br0" timeOffset="172521">890 17036 16818,'-10'33'532,"0"0"0,-3 20-78,28-47 67,0-5 11,-2-5-61,-3-6-85,-4-5-128,-3-5-186,-4 0-83,-3 0-112,-1 5-588,-1 5-1552,3 5-7568,0 5 9415,3 1 0,0 1 0</inkml:trace>
  <inkml:trace contextRef="#ctx0" brushRef="#br0" timeOffset="174541">2504 17753 8636,'24'-23'28,"0"0"0,15-4 0,3 4 634,-11 13 1,0 1-638,15-4 1,-1 0 7,12-4 1,-20 5 0,-4 1-6,0-1 644,-3 0 0,-2-1-163,-8 0 865,3-4-982,-23 6 1557,-14 3-1736,-13 1 157,-13 2 229,-8 1 84,-3 1 12,-1-1 784,6-2-757,8-1-140,14 1-302,11 1-280,9 2-11,5 2 78,7 0-28,11-1-22,14 1 6,12-1-7,7 2 1,3 5-39,2 5-351,1 11 322,-5 7-16,-9 9-22,-13 6-152,-14 7-470,-16 6-1888,-14 3 2599,1-26 0,0-3 0,-4 4 0,2-5 0</inkml:trace>
  <inkml:trace contextRef="#ctx0" brushRef="#br0" timeOffset="177972">5829 17447 11178,'0'-3'5472,"0"0"-2458,0 3-2942,2-21 158,2 28-62,1-6-3470,0 53 3318,-2-11-178,-2-9 1,-1 1 133,1 11 50,1 11 0,1-9 225,2-6 531,-2-20 270,1-10-611,-2-24 2904,2-11-3173,3-26-56,1-2-62,1-1 499,3 2-477,4 11-27,8-6-6,6 8-11,3 9-56,5 10 17,-12 11-11,5 15-6,-13 11-3409,7 20 3415,-8-9-1,1 7-44,3-1-28,1-8-45,13 7-51,-2-16-21,1-8 32,-2-5 63,-2-3 100,-3-5 34,-2-4 3392,-1-8-3325,7-13-40,-2-4-16,-1-1 0,2-4 12,-7 10 44,4-3 11,-6 11 39,-9 9-134,-6 6-33,-5 3 38,-1 3 6,2 4-11,4 8-11,2-2-6,5 3 6,-1-5-11,5 2 33,2 1-22,16 7-6,-10-6 39,20 3-5,-26-13 134,11 1-2988,-16-15 3016,-4 0 11,-2-10 617,-7-27-628,-2 19 118,-5-30-129,-5 26-84,-1-5-72,1 7-349,5 7 3085,4 11-3213,4 6-1086,10 11-2706,9 5 3409,5 4 0,-13-6 0,-7-5 0</inkml:trace>
  <inkml:trace contextRef="#ctx0" brushRef="#br0" timeOffset="178897">7377 17361 17893,'0'-4'5523,"0"1"-5052,0 3-438,-3-23-5,5 25-45,0-7 40,6 44-23,0-6-17,3 20 28,-4-24-16,1 5-40,0-11 17,-4-11 106,-1-3 409,0-6-291,-3-2 135,0-12-292,-2 3 73,-4-26-56,2 14-11,-2-28-40,9 19 12,5-11-11,2 17-40,13 0 12,-8 12-12,24-6 17,-11 13 6,12 3 17,-14 7-23,8 15-28,-13 0 17,6 13 17,-11-3 11,-4 2-22,-5-9 22,-1 12-12,-4-12 12,0 3-11,-1-10-22,0-10 10,-1-1 1,4-4 50,-1-5-6,8-9-22,9-13 17,16-11-6,-2 3-6,-4 12 1,1 3-17,-1 4-6,26-5 17,-33 16-11,7 8-17,-8 6 39,0 9-5,-4 0-17,7 16 0,-8-9-1,8 10-16,-5-11 17,0-6 28,0-7-6,0-5 34,2-5 28,2-9 11,1-5 89,3-18-100,-10 5 40,0-19-29,-12 8 95,-2-9 67,-5 2 40,-4 4-135,-1 11 258,-5 0-241,6 14-73,-1 0-56,5 9-50,0 3-73,0 1 6,1 4 44,2 6 29,5 9 27,4 12-5,3 7-34,0 5-11,1 4-34,1 2-173,0 2-297,1 2-426,-1 0-1153,-2-4-4790,-1-7 6901,-4-13 0,-4-14 0,-2-9 0</inkml:trace>
  <inkml:trace contextRef="#ctx0" brushRef="#br0" timeOffset="179415">9209 17259 24055,'-48'-13'50,"-1"1"0,3 0 1,5 5-40,-3 11-5,4 0-23,11 1-22,11-3-45,10 0 78,4 1 17,2 4-22,-2 8 28,-2 7-40,0 9 12,-1 5 34,2 5-12,1 3 22,2 4-16,1 4 22,1 3-11,0 3-16,0-2-7,5-4-50,4-5 12,9-6-12,7-7-61,6-9-40,7-9-179,7-9-459,8-14-2072,5-7 2856,-26 1 0,-1 0 0,3-2 0,-5 1 0</inkml:trace>
  <inkml:trace contextRef="#ctx0" brushRef="#br0" timeOffset="180716">9508 17491 24234,'-49'40'224,"12"-3"-146,44-25 34,6 1 0,8-5 11,7-4-55,2-7-1,2-6 56,-2-8-17,-5-5 34,-6-6-5,-7-4-17,-6-10-28,-4 14 38,-8-8 12,-4 20-3347,-11-2 3241,6 9 55,-17 4-72,16 6 6,-15 8-1,7 6-22,-6 8-6,2 6-2279,5 11 2263,10-11 2262,7 14-2324,15-13-39,7 6-67,15-4-74,9-5 56,-9-16 1,1-3 73,13 3 2,-11-8 1,0-2-88,8-9 102,8-5 134,0-16 50,-14 0 3370,-4-1-3314,-10-5 22,-6 5 68,0-7 169,-3 1-97,-5 12-167,-3 6 22,-4 11-101,0 5-101,-1 1 23,0 6 56,0 6-17,0 11 6,2 9-6,-1 5-17,2 1-39,1 2 33,1-9 12,1-3 6,-2-14-12,1-6 78,2-9-49,0-2 16,10-10-6,6-15-16,-3 5 16,9-16-11,-12 16 0,6-4-22,-8 12-28,2 4 28,-10 10-28,7 1 5,-3 8-16,5 6-34,1 9-124,7 13 91,-7-10-158,13 11-16,-4-18-208,25 4 298,-13-9-107,9-10 0,0-3 268,-6-5-80,-3 1 0,-2-3 137,1-9-3172,3-9 3233,-7 2 208,7-22-40,-22 16-112,2-6 180,-8 5 218,-8 7-225,-3 6-50,-9 0 3180,-6 14-3437,-4 1 0,-9 11-50,-6 13 33,6-2-90,-12 21 12,24-14 45,-2 4-96,13-2 6,17-7 117,-3-5-72,32-4 73,-6-19 38,15-10-4,-16-4 21,2-15 12,-13 0 14,-9 0 0,-2-3-364,-2 1 1,-3-1 405,-1-13 0,-1 0-28,-3 15 0,-2 0 140,-1-11 0,-1 1 55,-4-3 56,-4-11-10,0 34-124,2 14-162,2 7 0,2 4 657,1 4-673,-3 11 63,-3 15-81,-2 20-16,2-1 2,4-13 1,3 3-505,3 5 1,3 1 377,2 1 1,2 0 35,-1-2 1,4-1-538,9 0 0,2-2-1985,10 7 1492,-12-18 0,0-2 1140,22 10 0,-28-25 0,7 2 0</inkml:trace>
  <inkml:trace contextRef="#ctx0" brushRef="#br0" timeOffset="181205">11454 16982 16857,'0'-2'5540,"-1"-1"-2617,1 3-2743,-8-48-118,7 33-46,-4-37 18,15 45-12,8 2-38,11 1-1,-3 2 11,3 2-44,9 5 44,9 3 34,11 2-22,1 4-17,-21-4-12,13 8 29,-22-2-12,8 9-16,-17 1 11,-7 5 16,-6 5 1,-4 3 16,-4-5 12,-5 22-45,2-10 8,0-13 0,2 1-19,1 24-23,8-1 39,7 0-301,9 0 262,6-3-6,2-3-44,-8-4-146,-9-5-28,-13-11-1674,-34 5-3462,-12-17 5405,14-7 0,0-1 0,-7-3 0,15-3 0</inkml:trace>
  <inkml:trace contextRef="#ctx0" brushRef="#br0" timeOffset="181865">13373 17071 13113,'-3'-50'1094,"0"-1"0,0 5 0,1 6 2132,0 9-2727,0 10 1167,1 10-1571,0 6 742,-1 4-909,1 4 3452,-4 10-3391,-3 14-17,-4 21 22,4-17 1,0 2-391,0 5 0,0 2 315,0 4 0,0 1-172,0 2 1,2 1-384,1 0 1,1 0-1258,1-2 0,2-1 1893,4 0 0,1-3 0,-1 3 0,5-9 0</inkml:trace>
  <inkml:trace contextRef="#ctx0" brushRef="#br0" timeOffset="182055">13345 17717 20789,'-2'-3'3187,"0"0"-2638,2 3-1053,-17-29-599,17 23-4426,-3-22 4681,20 28 0,-6 1 0,-6-1 0</inkml:trace>
  <inkml:trace contextRef="#ctx0" brushRef="#br0" timeOffset="182304">14016 17135 20285,'-4'-3'1114,"1"1"-1125,3 2-929,69-56 408,-33 40-374,16-15 1,3 4-1134,-3 25-1512,4 4 2752,-16 5 1,-20-2-1,-9 1 1</inkml:trace>
  <inkml:trace contextRef="#ctx0" brushRef="#br0" timeOffset="182854">14151 17224 11278,'-9'7'9830,"1"-2"-9180,8-5-555,0 0-112,-54 35 6,44-26-11,-32 27-684,84-40-313,14-3 700,-24 4 0,1-2-387,6-1 0,1-1-583,1-2 1,0 1 540,-8 0 1,2 1 2,8-4 0,0-1 456,-9 0 1,-3 1 484,22-7 75,-20 4 0,-1-1 1235,4-4 1429,10-8-2004,-18 9 1454,3-6-1707,-23 15 476,5-5-224,-11 7 535,1 1-1292,-3 3 72,-2 3-329,-2 6 78,-1 2 18,-9 14 4,1 6-77,-3 25 5,8-5 28,7-1-17,15-10 23,11-12 10,11-1 35,22-7 78,-5-11-23,-1-7 79,-7-11 50,-13-9 253,8-23-124,-16-4-354,-14 18 0,-3-2 281,-7-22-151,-6 13 23,-13-1-68,-8 16-17,-17-3-131,13 18 0,-1 2-653,-19-1-1680,0 13-1943,28 5 3541,11 10 1,8-10 0,2 1-1</inkml:trace>
  <inkml:trace contextRef="#ctx0" brushRef="#br0" timeOffset="183331">16617 16762 25690,'-44'29'-40,"-1"1"1,1-1 0,2 0 0,1 0 0,5 1-107,1 9 1,4 0-1053,-1 3 1,-1 0 808,-1 0 0,0-1-393,-1 0 1,0-2-1345,0-2 0,0-3 2126,6-7 0,1-2 0,-6 3 0,17-15 0</inkml:trace>
  <inkml:trace contextRef="#ctx0" brushRef="#br0" timeOffset="183548">15979 16968 24379,'34'9'56,"-1"0"0,6 3 0,0 4-64,4 10 0,2 3-375,4 0 0,5 1-88,-5-3 1,4 1 0,-4-3-2176,-2 0 1,-1-2 1457,-7-3 1,2 0 0,-6-2 1187,10 4 0,-21-10 0,-4-2 0</inkml:trace>
  <inkml:trace contextRef="#ctx0" brushRef="#br0" timeOffset="186371">10908 15400 7856,'12'-5'4929,"-2"2"-3232,-10 3-1114,0 0 50,-95 27-1447,50-13 984,-15 4 1,1 0 76,18-2 151,8-2-488,8-2-576,11-4 150,7-3 869,15-2 84,12-2 635,19-6-1056,14-4-16,9-5 40,-3-1-7,-11 4 118,-16 4 437,-17 3 79,-11 3-718,-24 7 85,-5 1 11,-21 10 5,0 0 17,-1 4 17,2-2 34,4-2 50,4-3-28,7-3-246,10-6-275,11-2 246,18-5 236,17-6-112,21-7 8,-7 2 0,1 0-252,17-6 280,-19 7 0,-3 1 71,-6 4 318,-4 1 236,-16 4-359,-16 3-263,-12 4 56,-18 5 45,-13 7-1617,14-4 1,0-1 1650,-14 6 99,17-7 1,3 0 163,5-3-2253,2 0 1961,12-5 107,10-3-779,22-8-2619,10-4 3157,15-7 0,-16 7 0,-12 5 0</inkml:trace>
  <inkml:trace contextRef="#ctx0" brushRef="#br0" timeOffset="193305">18278 1274 21472,'3'-8'-7895,"0"2"6708,-3 6 1665,0 0-159,-3 24 50,0 1 220,-3 26-35,3 0-985,0 7 562,4-27 1,2 2-66,0 2 1,3 0-470,1 3 0,3 1 392,2 1 1,1 1 102,2 2 0,2 0-32,2 0 1,2-1-20,0 2 0,1-1-58,3 0 1,0 0-466,1 1 0,1 0 459,1 1 0,1 1 43,2 0 1,1-1 33,1 2 0,2-2 38,2 0 0,2-1 38,1 1 1,2-2 9,2 0 1,1-2-647,1-1 0,1 0 671,0-3 1,2 0 34,0-1 1,0-2 1,1-1 1,1 0-817,-8-8 0,2 1 0,-3-3 825,3 2 1,0-1-33,-2-3 0,3 1 0,-3-2-79,5-1 0,-1 0-2,-7-4 0,2 1 1,1 0-117,1 0 1,-1-1 0,2 1-37,0-1 0,1 1 0,-1-1-125,2 1 1,1-1-1,-1 0 114,1 0 1,1 0-1,0 0 9,1 0 1,0 0 0,0-1-8,1 0 1,0 0 0,0-1-32,-1 0 1,1 0-1,-1-1 40,-1 0 0,0-1 0,0-1 114,-1-1 0,-1 0 1,0 0 7,-2-1 1,-1 0-1,0-1 33,-1 0 1,0-1-1,-1 0 22,18 3 0,-1-1 6,-3-1 1,1 0-39,-12-2 0,0 1 1,-2-1-90,2 0 1,-1 0 10,19 2 1,0 0 68,-20-3 0,0 1-104,13 1 0,2 0-69,-1 0 0,0 0 147,1-1 0,-1 1-152,-3-1 1,-1 1 6,-3-1 0,0 0 25,-5-1 0,-1 1 255,-5-1 1,0 1-265,-4 0 0,-2 0-63,25 6 214,-9 4 2697,-10 2-2719,-4 6 657,-5 5-685,-2 5-28,-10-5 0,-2 1 5,9 19 3,-11-15 1,-1 0 8,3 20 11,-2 3 11,-2 6 303,-6-29 1,-1 1-335,0 2 0,0 0-2,0 0 0,0 1-1,0 1 1,1 0 5,1-1 0,0 2-1507,4 10 0,0 0 1499,-3-16 0,0 0-1086,6 24 1,-1-2 1071,-1-5-122,-1-4 1,-1 2 140,-5-15 1,-1 0 5,1 9 0,0 1 3,-2-2 0,-1 1-3,-2 11 0,-2-1-9,1-17 1,-1 0-20,-4 16 0,-1-1 0,-1-16 0,-1-1 16,-3 10 1,-2 0 31,-2-1 0,-2 0 41,-10 10 1,-2-2-68,10-16 1,-2 0-1,-11 13 0,-5-1 26,-3-4 0,-1-2-3,4-3 0,-3 0-1,0-3 0,-4 1 0,4-4-22,6-5 0,1-3 14,-17 11 1,-2-2 8,15-10 0,-2-1-9,-2 1 0,-4 1 1,2-2-107,-3 1 0,0 1 97,-9 1 0,-5 1 1,5-1 477,0-3 0,2-1-488,11-4 1,-2 1 0,0 0-2,2-2 0,-1-1 0,2 0 1067,-11 3 0,-3 0-1066,0 0 1,-4 1 0,2-1-11,7-3 1,1 0 0,-1 0 13,-8 1 1,-2 2 0,5-3-107,-1 0 0,2-1 102,11-3 1,-2-1 0,0 1 1,-2 0 1,0 0 0,1-1-9,-12 3 1,-2-1 7,7 0 1,-4 0-1,5-1 34,-1 0 1,1 1-22,8-3 1,-1 1 0,1 1-8,1-1 0,0-1 0,1 1-2,1 0 1,-1 0-1,1 0 2,-18 3 1,-1 2-3,9-2 0,-2 0 1,2 1-8,-5 1 1,2 1-5,10-3 0,-2 1 1,5-1 9,3 2 1,4-1 642,2 0 0,0 0-671,-2 4 1,1 1-1215,1 2 1,1 0 1233,4-3 0,2 1 0,-18 16 282,11-4-322,-3 5-5,10-7 1,-1 0-18,-7 13-25,12-7 1,3-1 46,9-4 714,0 25-696,18-23 86,9 9 3,24 5 2501,4-7-2540,3-3 33,8-6-282,-3-7 288,-8-7 0,3-1-3,-6-4 1,3-1-588,11 1 0,-1-2 545,-16-4 1,0-2 42,4 0 0,5-1 1,-2-1-5,7 1 1,1-1-25,-3 0 1,4 0-1,-2 0-2,-7 0 1,-2 0-1,1 0 6,-1 0 0,0 1 1,1 0-3,-2 0 0,1 0 0,-3 1-17,8 0 1,0 1 24,7 1 1,1 1 2,0 1 1,-2 0-40,-10-1 0,2 0 9,2 1 1,3-1 0,-6 0-21,16 3-9,-2-2 1,2 0 2,-21-2 1,2 1 12,0 0 1,4 1-1,-3 0-4,2 0 0,1 0-5,2 2 0,4 0 0,-4 1 10,-6-1 1,-2 1-9,9 1 0,0 0-3,-8 0 1,-2 1 4,-4 0 1,-2 1 8,24 7-185,-16-4 0,-2 1 174,4 4 11,-13-6 1,0-1-12,8 6 544,6 5-505,-8-2-39,-8-4 0,1 2-2381,19 17 2375,-21-14 1,-1-1-6,4 8 776,9 15-759,-16-13-1,11 16-5,-11-9 12,-1 2 303,-7-9-292,3 21-23,-10-24 22,-2 5 1,-2 2-18,-2 10-73,-1-12 0,-1 0 68,-1 13 0,-2-11 0,-2-1 0,0 4 8,-5 4 1,-4 3 13,-7 7 1315,3-15 1,-2 1-1321,-1-9 0,-2-1 2,-3 0 1,-2 0 2,-4 0 1,-3-1 2,-4 1 0,-2-1-462,-4 0 1,-3-2 464,-3 1 0,-1-2-6,-5 0 1,-2-2-10,18-8 0,-2 0 0,0 0-2,-2-1 0,-1 0 0,-1-1-439,-2 0 1,-1 1-1,-1-2 430,-1 1 0,-2-1 0,0 0-383,-2 0 1,0 0-1,-1-2 388,-3 1 1,1 0 0,1-1-8,11-3 0,2 1 0,-4-1 8,-3 0 0,-5 0 1,0 0-1,3-1 3,0 0 0,2 0 1,-1-1-5,-9 2 1,-2-1-1,-1 0 3,10-1 0,-2-1 0,1 0 0,3 0-7,0-1 1,3 1 0,-2-1-1,-8 1 1,-2 0 0,-1 0 0,10-1 0,-2-1 0,1 0 1,3 0 0,0 0 1,3-1 0,-3 1 1,-1-1 0,-4 1 0,-1-1 0,3 0 0,-6 0 0,2-1 1,1 0 1,-2 0 0,0 1 1,1-1 8,-1 0 1,0 0 0,2 0-8,12 0 0,2 0 1,-4 0 0,-1 0 1,-3 0-1,-1 0 1,4 0-11,0 0 0,3 1 0,-3 0 2,0-1 0,-4 1 0,0 0 0,2 0-240,-5 1 0,2 0 0,0 0 239,1 0 1,1 1 0,1-1 1,-7 1 1,-1 1-3,5 0 1,-2 1 0,2 0 7,-3 1 1,0 0-7,4 0 1,-3 1-1,2 0-5,-11 2 0,2 1 2,-1 1 1,3 0-9,14-3 1,-1 2-3,3 0 1,-3 2 0,3 0 7,-4 2 0,1 1 0,3-1 0,-4 1 0,3 0 0,-11 5 0,3 1-3,1 0 0,2 0 0,12-5 0,1 1-39,-9 8 0,2 1 569,-6 11-550,17-11 1,2 3-34,-4 19 1301,9 3-1245,9 5-17,4 5 14,8-27 1,0-1 571,1 2 1,1 1-581,0-1 0,1 1 5,0 0 1,0-1-7,0-1 1,2 1 11,1-2 0,2 0 11,1-2 1,3 1-1,3-2 0,3-1 3,2-1 0,3-2 410,1 0 0,2-1-407,2-1 0,1-1 5,14 12 3,-8-10 1,0 0 7,15 11-1323,-8-5 0,0 1 1290,5 5 2,-15-11 1,-1 1 23,4 11-3,7 10-12,-3 0-6,-2 1-5,-2 1 17,-2 5-9,-14-27 1,-1 1-9,0 1 0,-1 0 5,0 1 1,1 1-9,-1 0 1,-1 0-13,0 1 1,-1 0 17,0 2 0,-1 0-3,-1-1 0,-1 1-999,0 9 1,-1 0 1015,2 15 2,-4-17 1,-2 0 2062,-2 14-2068,-2-20 0,0 2-3,-1-1 0,-2 1 8,0 2 1,-2-1-153,0 3 0,-1 0 172,-1 2 1,0 0-12,-1 2 0,-1 1-12,-1 2 1,0-1 2,0 2 1,0-1-6,-1 0 0,-1-1 6,1 1 0,-1-1-144,-1 0 0,0 0 141,-2 0 0,0 0 19,-2 1 1,-1 1 5,0 1 0,-2 0 11,0 0 0,-2 1-14,1 0 0,-1 0-22,1-2 0,0-1 0,2-3 0,2 0-3,4-5 0,2 0 1237,4-3 0,3-1-1248,4-1 0,4-1-3,2-1 0,2-1 3,3 0 0,1 0 5,0-1 0,1 0-2,-3 0 0,0 0-6,6 29-12,-5 0-21,-3-6 5,-1-2 88,3-7-93,3-4 626,6-7-593,5-3 832,2-3-827,3-3 417,-1 1-428,0 1 91,-2 3-68,-3 4-12,-4 3-21,-3 6-7,-3 4 40,-1 4 0,-1 1 0,1 1 22,3-1-28,0 0 6,-1 2-369,-2 3 369,-2 1 5,1 2 6,0-4-5,1 0-23,1-4 33,1 1 7,0 1-7,-1 1 29,-3 4-45,-4 1-15,-3-29 1,-1 1 11,-2 0 0,0 1 0,0 1 0,-2 1 0,-1 0 0,-1 2-6,0 0 1,-1 1-15,-1 0 1,0 1 2,0 0 0,1 1-28,-1-1 1,1 1 7,0 0 1,0 0 2,1 2 1,0-1-540,-1 2 0,1 0 536,1 0 1,-1 0-17,0 0 0,0 0-369,0 0 0,1-1 385,0-2 1,1 1-148,0-3 1,1 0 135,0-3 1,2 0-37,1-2 0,1-1-76,3 30-56,4-3-168,4-2-319,2-5-1747,4-3 2436,1-9 0,-8-18 0,-3-8 0</inkml:trace>
  <inkml:trace contextRef="#ctx0" brushRef="#br0" timeOffset="197690">22398 2609 21909,'2'-49'22,"0"19"-5,-4 50-95,-3 30-208,0-6-36,1-12 0,0 2-949,-2 22 307,0-15-6692,2 9 7656,2-27 0,1 2 0,1-18 0</inkml:trace>
  <inkml:trace contextRef="#ctx0" brushRef="#br0" timeOffset="198062">22651 2244 18202,'-47'-21'536,"1"0"0,3 2 0,7 11-429,10 34 15,11 7 41,15 13-106,7-14 50,16 10 20,2-19-4,8 1 22,-1-6 45,-4-10 57,-4-6 27,-7-12-78,-7-7-56,-6-8-33,-8-4-29,-5-1-11,-6 4-33,-3 5-57,2 7-178,2 6-225,4 6-279,5 10-818,1 7-1900,2 13 3423,8 8 0,-5-14 0,5-2 0</inkml:trace>
  <inkml:trace contextRef="#ctx0" brushRef="#br0" timeOffset="198406">22845 2524 12167,'0'-3'4699,"0"1"-1574,0 2-2783,0 38-264,7-19 1,1 30 259,14-18-187,3 0 140,6 4-27,-4-10 610,-6-9-112,-7-9-264,-5-14-251,-2-12-57,0-14-33,-1-9-45,0-4-34,-2 0-27,1 3-40,3 5-78,3 9-213,5 8-555,9 11-1372,7 11 2207,9 14 0,-17-6 0,-1 4 0</inkml:trace>
  <inkml:trace contextRef="#ctx0" brushRef="#br0" timeOffset="198638">23561 2548 18492,'49'-21'-3277,"0"0"0,-4 3 0,-5 8 3200,4 21 0,-23-4 1,-15-4-1</inkml:trace>
  <inkml:trace contextRef="#ctx0" brushRef="#br0" timeOffset="199046">23584 2811 23506,'23'-29'-627,"9"4"495,-2 14 0,2 3-52,26-10 60,-12 0-55,-13-3-12,-15-4 101,-12-4 118,-16-2 129,-10-1 113,-11 2 83,-4 4 89,2 2 23,4 4 22,8 2-28,7 3-117,6 2-141,5 6-161,2 2-74,1 4 45,5 6 0,7 7 1,8 10-12,7 12-40,2 7-27,-3 7-51,-14-14 1,-2 0-305,2 13 19,-9-11 0,-4-1-1720,-15 8 2123,1-13 0,-2-2 0,-3 1 0,-2-4 0</inkml:trace>
  <inkml:trace contextRef="#ctx0" brushRef="#br0" timeOffset="200429">24883 2632 11572,'-6'1'1770,"1"-1"4318,5 0-5422,-4 40-95,14-30 57,2 29-309,21-46-97,-5 0-29,3-9 1,-1-2-104,-2 0-1,0-2 1,-1-3 72,-8-7 242,-2-9-264,-9 0 22,-11 5-11,-7 5-83,-4 12 88,-18 3-94,6 9-45,-12 0-6,16 7-11,-6 15 11,17-5-11,-10 16 0,13-11 11,0 6-11,4-7 6,2 4 11,2-10 0,0 1-6,0-7 39,0-3 353,0 0-391,0-5-29,0 3-17,0-3-123,0 3-1943,0 0-835,2 0-1507,0 0 4442,3 1 0,-4 0 0,0 0 0</inkml:trace>
  <inkml:trace contextRef="#ctx0" brushRef="#br0" timeOffset="201606">25020 2631 20862,'15'-34'207,"-1"0"0,5-10-33,-34 75-1,-7 15-44,-4 11-241,12-26 0,1-1 171,1 0 0,1 0 25,-9 23 84,6-10-28,3-10 112,3-11 224,2-8 319,4-7 330,0-4-720,2-19-310,0-2-45,3-20-39,0-3-11,5-10 12,3-6-394,4-3 387,7 1-5,5 9 12,4 9 4,0 11-16,0 9-11,-3 10 6,-2 6 10,1 11 18,1 6-23,0 14 0,1 10 0,-2 9 5,-3 6-10,-3 5 5,-2 0 0,0-3-23,1-6 388,-1-9-432,1-8-79,-2-10-33,-2-9-78,-1-6-46,1-10 12,0-6-34,2-11 12,1-9 44,4-7 112,3-4 112,6-1 56,2 5 263,-2 5 38,-4 8 76,-9 7 37,-7 7-12,-7 4-251,-3 5-72,-2 2 37,-1 5-269,-2 7-15,-1 10-42,-1 8 24,3 6-16,5 0 111,5-2 3,7-4-6,6-7 127,0-8 95,0-6 61,-4-10-5,-2-10-13,1-11-12,-2-11-29,5-20-115,-8 14-10,6-17-3,-7 23-31,2-4-93,-4 9-45,-2 9-260,-2 7-291,-3 7-430,2 8-1144,2 8-2505,4 9 4785,5 9 1,-5-12 0,-1-1-1</inkml:trace>
  <inkml:trace contextRef="#ctx0" brushRef="#br0" timeOffset="202422">26193 2639 22703,'12'35'-60,"3"0"-10,3-1 97,2-3 3,-4-4 4,-6-8 206,-4-6 388,-4-7-102,-1-6-219,-1-8-113,1-10-51,-1-10 39,2-17-126,0 12 45,4-14-55,4 22-26,3-3-23,3 9-5,2 8 23,1 6-15,2 10 8,0 6 16,-1 12-13,-2 10-23,-1 15-2,-4-6 10,-4-1-7,-3-9 5,-3-12 19,0 1 46,0-7-27,-1-7 18,1-5 6,2-6-28,4-5-6,15-15-17,-3 3-5,5-3-12,-9 13 12,-1 4-12,0 4-10,7 3 22,-3 5-6,10 8 1,-11-2-1,4 2 12,-5-2-1,2 0 6,13 5 1,-11-7 27,15-1-16,-21-7 61,13-5 5,-14-5 12,4-8 62,-4-13-40,-6-1-62,-3-1 35,-6-1 27,-1 4-17,-1 2 12,-1 5-51,1 13-56,1 5-106,0 4 61,1 4 68,0 12-34,0 8-17,1 13 17,1-7-33,4 10-51,2-5-224,5 19-62,-4-10-230,-1 5 141,-9-21-2465,-13 6-4094,-1-16 7018,-5 5 0,10-15 0,6-4 0</inkml:trace>
  <inkml:trace contextRef="#ctx0" brushRef="#br0" timeOffset="202889">27569 2587 14650,'2'-3'5904,"-1"1"-3031,-1 2-2817,7-28-50,-13 20 5,0-23 12,-18 27-7,-6-2-4,-3-1-1,1-1 6,4 2 5,5 2-22,7 1 11,4 3 6,6 3 11,-3 4 11,4 6 62,-4 14-17,3 3 17,0 12 5,0 2 6,0 5-50,1-9 39,-2 9 5,4 2-67,0 2-39,6 5 0,5-13-5,6-4-29,9-2-28,5-7-106,8-6-229,7-9-550,7-9-1747,7-8-7137,1-7 8862,-17 1 0,-15 0 0,-19 4 0</inkml:trace>
  <inkml:trace contextRef="#ctx0" brushRef="#br0" timeOffset="205122">27755 2851 9985,'5'0'5931,"-2"0"-1635,-3 0-3859,12 10-6,-1-2-11,13 9-3229,5-8 2944,-8-4 83,14-3-50,-11-7 0,7-5 17,-1-9-2173,-3-12 2083,-12 8 2324,-1-14-2284,-12 8 33,-1-8 33,-6 2 7,-2 6-40,-4 6 3341,-1 7-3447,0 7-62,1 5 17,-3 11-3387,-10 16 3370,5-1 22,-13 23-10,9-9 4,-2 11-27,7 1-39,9-2-12,17 3 29,1-18-63,18 4-16,2-21-33,13-2-18,6-9 18,4-10 61,-3-7 61,-5-10 1,-10-5 22,-8-7 39,-5-12 28,-7 11-27,-2 3 3424,-5 16-3441,-3 12-12,-1 2 28,-2 8-16,2 11-18,-1 0 23,2 17 11,-2-4-27,1 8 16,0 1-6,0-2-11,4 3-11,-2-15 28,4 1 135,-5-18 33,4-6-157,2-9-6,3-10-21,0 0 38,4-8-16,-2 3-23,8-6 11,2 5-33,10 3 5,-11 11-16,12 3 11,-15 10 22,4 4-33,-4 6-90,-3 13 50,-8-5-151,0 12-156,-3-8-259,4 6-1125,15 7-39,5-9 794,5-2-822,10-11 560,-4-8 761,12-3 583,-2-12 623,5-12 200,-14-7-358,-6-2 571,-12-4 364,-10-3-996,-4 6 889,-6-13-738,-14 25-404,-2-3 146,-18 11-78,-2 8-96,-11 6-22,-10 12-152,9 8-16,5 2-6,9 6-3414,13 1 3392,3-6-51,17 13 45,5-25-44,28 7 38,-15-17 35,35-10 49,-21-10 23,16-15-123,-14-8 179,-4-10-84,-11 6 14,-8 3 0,-2 0 14,-2-4 53,-1 2 0,-1-1 313,-1-14-74,0 4-203,-3 13 152,-3 20-114,-1 14-205,0 3 3370,-1 13-3376,-3 12-17,0 18 22,-1-2-47,1-3 0,1 3-165,-1 18 32,1-23 1,1 2-300,1 6 1,2 0-731,5 14 750,-3-22 1,1-1-2751,13 19 2378,3-19 1,-8-9-1,1-8 1</inkml:trace>
  <inkml:trace contextRef="#ctx0" brushRef="#br0" timeOffset="205555">29585 2835 16415,'-2'-4'4346,"0"0"-2536,2 4-1788,31-39 12,-6 30-29,25-29 6,-22 40 205,2-1 81,-16-1 69,3-2 43,-11-1 16,-2-1-72,-3 1-89,0 2-215,-4 6-76,1 0 17,-6 18-31,4-8 18,-5 29-25,6-19-1027,0 23 1,-1 17-1,0-10 1030,1 5 30,0-6 0,0 11 1,-2-14-197,-2-6-16,-7 8 32,-2-17-503,-14-2-4362,-23-12 5058,3-6 1,4-5-1,25-10 1</inkml:trace>
  <inkml:trace contextRef="#ctx0" brushRef="#br0" timeOffset="210279">11393 14352 17664,'-14'-35'476,"-1"0"0,2 2 0,5 2 51,16-8-46,8-5-55,9-1-79,5 0-73,6 4-83,1 4-40,3 6-33,0 6-57,0 8-10,0 7-7,0 7-16,0 9-5,2 6-23,-10 1 22,16 15-11,-16-4 12,13 12 5,-12-2-17,-5-1 0,-4 1 6,-6-4 11,-4-1 39,-6-3 29,-4-2 39,-4-4 27,-3-3 6,-4-5-22,-2-2-57,-5-3-33,-3-2-11,-6 0 0,-4-2 0,-2-1-1,0-1 7,2 0 38,4-3 1,3-2 5,3-6 6,4-3-51,4 1 141,1-4-51,5 7-11,0-3-45,2 8-51,1 1-44,0 2 28,5 2 0,4 2-12,10 3 1,5 4-6,6 3-6,2 3 6,3-1 11,1-3 17,-1-4 34,-3-5 39,-5-3 28,-4-5-12,-5-5-10,-3-7-29,-1-5-16,-2-1 10,-2 1 12,-3 6-3364,-3 4 3292,-2 7-7,-1 3-117,-1 2 118,0 4 5,0 3 0,0 5 12,-2 2 3397,-2 3-3398,-5 2-5,-6 1-23,-8 1-16,-8 1 22,-6-3 22,-3-5-5,0-6 11,6-6 0,4-8 0,5-4-17,5-6 12,4-1-1,3 3-11,3 0 28,2 5 12,3 2-17,2 4-17,1 1-130,2 2 80,3 2 33,5 4-12,8 4 29,10 4 0,8-2-11,5 0 10,7-1-4,2-2-12,2-2 0,0-4-23,-4-2-100,-4-6-823,-6-4-5871,-6-7 5969,-9-2 0,-9 6 0,-8 5 0</inkml:trace>
  <inkml:trace contextRef="#ctx0" brushRef="#br0" timeOffset="215854">30504 2929 18958,'13'-44'1101,"-1"-1"1,1 5 0,-6 10-957,-7 24-156,-4 7 61,-5 11 6,-6 11-56,-6 17-56,-2 10-98,12-20 0,2 2-374,2 1 0,3 2-293,0 1 1,3 1-1552,2 1 0,2-1 2372,3 25 0,0-23 0,-3-19 0</inkml:trace>
  <inkml:trace contextRef="#ctx0" brushRef="#br0" timeOffset="216039">30342 3567 22834,'-12'-30'-621,"0"0"0,1-17 1,12 46-1,7 1 1</inkml:trace>
  <inkml:trace contextRef="#ctx0" brushRef="#br0" timeOffset="216954">31032 3065 18487,'0'-24'235,"6"5"-487,9 17-151,17 0-252,15 1-113,12 3-368,4 1 9,-5 4-586,-9 2-301,-15 1 132,-16 1 169,-16 1 178,-19 1 1535,-17 2 0,-18 1 0,22-8 0,-2 1 0,-1 1 0,0 0 255,-1 0 0,1 0 540,2 1 0,1-1 852,-22 9-62,10-3-117,11-4-66,11-2-287,9-6-62,7-1-370,5-2-436,10 0-466,12-1-789,18 0-1148,16 0 19,-23 0 0,1 0 1289,27 0 0,-22 0 0,-18 1 0</inkml:trace>
  <inkml:trace contextRef="#ctx0" brushRef="#br0" timeOffset="217364">31724 3087 21419,'-47'21'99,"1"-1"0,4 0 0,9 3-32,19 21 110,10 0-137,13-2 16,9-6 80,9-8 9,4-10 38,2-10-26,1-11 179,11-16-134,-8-7-107,-2-5 84,-10-8 0,-12 2-33,-2-13 11,-16-8-68,-11 11-61,-5 6-5,-7 14-79,7 14-185,1 2-263,8 8-1233,7 17 477,4-2 1260,8 23 0,-5-23 0,4 7 0</inkml:trace>
  <inkml:trace contextRef="#ctx0" brushRef="#br0" timeOffset="217787">32171 3192 18700,'0'-4'3220,"0"0"-2138,0 4-1054,1 9 33,-1 17-5,-3 15-1721,-1-5 0,1 0 1687,-3 12-9,0 7 261,12-15 101,2-13 253,6 3 94,13-28-598,-6-8-18,11-11 84,2-8 1,1-2 2513,6-4-2657,5-5 1,0-2-26,-17 13 1,-2 0 8,9-7 0,2-1-12,7-4 1,0 0-9,-8 8 0,-1 1-5,-2 3 0,-2 2 42,15-8-93,-14 15-134,-3 3-320,-3 10-604,-13 15 61,-6 2-8789,-14 27 7373,0-21 0,-4 9 1,7-23-1</inkml:trace>
  <inkml:trace contextRef="#ctx0" brushRef="#br0" timeOffset="222354">25005 3917 11110,'4'-4'3568,"-1"0"-84,-3 4-2941,-73-26-307,36 18-443,-12-7 0,1 2 353,15 9 326,-3 0-164,12-1 106,-5-4-179,9 3-61,4-1-113,8 4 514,2 1-569,1 2 27,-4 5-10,2-2 72,-9 13-61,7-7 33,-6 12 45,6-1 50,-2 11 57,1 10 117,-4 18-134,0 0-337,0-3 286,0-2-34,4-11 79,-2 19-61,6-12-1,1 4-78,5-23 107,4 8-57,2-16-22,7 9-6,4-10-22,8-2-67,-1-6 63,19-1-881,5-7-2978,-14-3 1,1-1 3806,28 0 0,-22-2 0,-18 0 0</inkml:trace>
  <inkml:trace contextRef="#ctx0" brushRef="#br0" timeOffset="226831">25425 4316 18649,'1'-10'2403,"0"2"-1131,-1 8-12,0 0-823,15-70-325,-8 48-14,3-19 0,0 3 104,-3 26 22,-1-1-28,-2 3-51,-2 3-44,-2-1-34,-1 0-11,-1-2 6,-1-2 0,-1 1-17,-1 1-12,1 2-16,1 2 0,0 3-11,2 2-62,-1 1-6,1 0 40,-2 4 5,-2 4 22,-3 10 1,-3 7-17,-1 9-35,-1 6-295,-2 22 111,4-19-315,5-9 1,1 0-1153,-2 13-4649,0 13 6346,2-9 0,2-21 0,2-15 0</inkml:trace>
  <inkml:trace contextRef="#ctx0" brushRef="#br0" timeOffset="227071">25763 4565 22867,'0'42'-2218,"0"-13"-3669,-4 9 5887,1-17 0,-1-3 0,1-8 0</inkml:trace>
  <inkml:trace contextRef="#ctx0" brushRef="#br0" timeOffset="227687">26240 4306 14471,'-2'-4'4038,"1"0"-2228,1 4-1138,22-62-264,-3 35-316,-4-9 1,2 1 260,13 13 6,-1 3-219,1 2-56,3 2-39,-8 9-39,1 3 10,-5 4-21,7 5-46,2 11 12,-2 6 11,1 9 17,-14-1 17,-7-7 10,-9 6 18,-10-7 16,-11 5 90,-20 2 45,4-9-78,-1-4 257,15-10 285,13-5-358,4-4-128,4-2-90,6-4-57,1 0 12,7-1-22,10 3 5,2 1-5,8 5-1,-4 8 1,1 6-12,-6 1-10,12 19 16,-17-15-6,13 26 12,-21-21-1,-1 12 6,-11-17 12,-10 2-40,-15-3-101,-6-1-313,-9-1-17,15-9-1580,-3-2 2028,12-3 0,4-2 0,6 0 0</inkml:trace>
  <inkml:trace contextRef="#ctx0" brushRef="#br0" timeOffset="227936">27097 4413 22655,'-10'53'-395,"0"1"1,2-4 0,0-6-2390,0-5 2784,4-1 0,2-18 0,2-4 0</inkml:trace>
  <inkml:trace contextRef="#ctx0" brushRef="#br0" timeOffset="228387">27745 4221 15653,'0'-3'5791,"0"0"-3841,0 3-1743,-46 16-123,25-1-17,-15 11 0,-1 6-39,10 16-22,10-13 0,2 0-6,3 18-6,16-9 0,12-8 23,14-10 11,7-9 17,1-8 28,-1-10-17,-1-12 5,-4-11 7,-3-13-1728,-15 6 0,-4-2 1683,4-15-4,-9 11 1,-1-1-90,-3-11 114,-3-11-27,-6 8 22,-7 7-5,-1 15-12,-16 0-22,9 18-44,-10 0 3267,11 17-3515,2 10-403,1 16-1725,1 11 1572,4 15 0,6-24 0,5-2 0</inkml:trace>
  <inkml:trace contextRef="#ctx0" brushRef="#br0" timeOffset="228621">28187 4552 19669,'2'-3'3725,"-1"1"-3305,-1 2-415,-3 16-145,-7 9-403,-6 22-1042,-6 8-5204,1 3 6789,3-9 0,8-19 0,5-14 0</inkml:trace>
  <inkml:trace contextRef="#ctx0" brushRef="#br0" timeOffset="229253">28841 4443 14449,'-1'-4'4565,"0"0"-1827,1 4-2171,17-70-299,-5 42-181,0-13 0,3 0 53,6 19-50,3 1-29,2 5-50,4 7-33,3 4-6,3 11-28,3 5 6,1 10 5,-5 6-11,-7 5 17,-10 4 33,-9 2-3352,-13 5 3369,-2-15 11,-15 3 29,-1-16-1,-8 0-16,-4-3 10,2-3 35,2-3 3436,6-3-3308,6-4 12,6-5-40,6-2-17,3-4-33,4 1-39,4 0-23,6 3-22,5 3-12,7 2 12,5 8-17,5 4-17,4 10 0,2 6-11,1 7 0,-1 4-5,-2 1-1,-7-1-16,-11-4 11,-16-5-17,-22-6-96,-20-4-240,-16-4-543,-6-5-998,2-2-4777,12-2 6682,16-1 0,18-3 0,10 0 0</inkml:trace>
  <inkml:trace contextRef="#ctx0" brushRef="#br0" timeOffset="229453">29550 4594 21293,'-9'62'-553,"0"0"1,1-5 0,-1-6 552,-6 3 0,7-25 0,0-5 0</inkml:trace>
  <inkml:trace contextRef="#ctx0" brushRef="#br0" timeOffset="230131">30277 4308 16213,'1'-3'6526,"1"0"-6078,-2 3-437,1-4-6,-4 10-94,-9 18-264,-3 11-633,-10 20-1338,7-4-5045,3 0 7369,8-9 0,4-17 0,3-12 0</inkml:trace>
  <inkml:trace contextRef="#ctx0" brushRef="#br0" timeOffset="230737">30657 4370 15249,'2'-2'5798,"0"0"-4123,-2 2-1490,21 6-40,-15 5-10,15 7 10,-23 2 18,-3-1 16,-6-5 22,-3-3 40,-3-5 39,-1-4-5,0-10-40,2-7-39,2-12-39,6-8-45,5-6-61,10-3-18,1 10 62,22-9-72,-3 20-6,20-6-1,0 17 1,3 9-3409,7 18 3387,-20-2 5,3 21-12,-24 0 7,-3 15-1,-15 6-5,-7-9-12,-12-11 1,-7-1-275,3-9 0,-4-2 255,-13 11 0,-4 1 22,4-8 0,-1-2 14,2-2 1,1-1 13,5-4 1,3-1 41,-15 6 86,18-12 3171,17-7-3229,9-8-38,5-1 4,16-11 702,7 5-774,20-1-22,6 7 27,7 7-27,4 5-153,-30-2 0,-1 1-223,30 10-515,-6 2-1591,-4-1 1701,-1 0 1,-23-9-1,-5-1 1</inkml:trace>
  <inkml:trace contextRef="#ctx0" brushRef="#br0" timeOffset="231198">31486 4274 21959,'48'-13'155,"1"0"0,-4 0 1,-6 5-66,-8 9 374,14 0-100,-17-1-162,8 0-40,-16 0-61,-7 0-6,-2 3-61,-3 0 28,2 13-1,-2 3 6,1 13 12,-5 7 16,-2 8 0,-5 4 12,-4 5-260,-6-2 237,-3 2-34,-4-1-44,0-1 28,-1-2-6,-1-4-45,-3-6-45,-3-7-72,-6-7-628,-17-7 180,13-9-2157,-23-7 2739,11-13 0,16 6 0,3-7 0</inkml:trace>
  <inkml:trace contextRef="#ctx0" brushRef="#br0" timeOffset="233754">13212 11250 16807,'0'-3'2078,"0"0"-5963,0 3 3947,-7-13 1565,5 21-1398,-6 8 692,7 11-809,0 20-33,1-15-18,0 7 3438,3-6-3001,6-6-161,0-12 430,9-6-179,1-18-241,11-10-111,8-17-63,-9 4 1,0-2-310,-8 8 0,-1 0 211,10-15 1,-1-2-26,-10 12 1,0 0-23,3-7 0,1 0 0,-2 3 0,0 1-12,-3 4 1,-1 3 6,11-17-7,-8 15-72,-8 12-123,-4 9-258,-4 5-1965,4 10-6297,2 3 8699,3 6 0,-4-7 0,-4-3 0</inkml:trace>
  <inkml:trace contextRef="#ctx0" brushRef="#br0" timeOffset="235763">27787 5280 19115,'2'-48'1573,"-2"12"-1433,-3 45-50,-2 1 27,-8 20-77,-3 4-52,-9 24-4,8-16-49,4-6 1,2-2-9,3-2-162,-5 27-151,8-23-891,-2 14 313,4-18 964,-1 3 0,3-26 0,0 1 0</inkml:trace>
  <inkml:trace contextRef="#ctx0" brushRef="#br0" timeOffset="236197">27741 5345 17966,'-45'2'823,"-10"12"-665,18 14-24,-8 4-61,16-13 61,-3-2 29,8-7 470,-5-1-51,9-7-246,5-9-241,10-3 39,6-21-55,8 4 22,8-14 22,11 6 34,6 3-68,-5 9 186,22-7-185,-22 16 27,4 0 1,0 2-62,-3 4 8,3 2 1,-1 1-37,-6 4-17,14 0-84,6 28-156,-19-4-105,-3 0 1,0 2-1566,-3 12-7932,-2 1 9460,-6-12 0,-6-8 0,-5-13 1</inkml:trace>
  <inkml:trace contextRef="#ctx0" brushRef="#br0" timeOffset="236715">27514 6263 13950,'0'-5'4150,"0"1"-1808,0 4-1821,-70-48-297,39 41-171,-12-16 0,1 7 48,14 34-34,4 4-45,4 2 18,7 2 32,7 1 35,9-1 22,10 1-1,11 1-77,1-6 38,29 11-43,-11-7-35,-11-8 0,0 0 1,17 12-7,-13-2 51,-14-3 79,-16-2 21,-18-3 1,-15-1-95,-5-6 10,-1-5 1,-2-3-22,-17 0-246,14-2 0,0-1-147,-13-4-2089,12-4 2431,16-3 0,12 2 0,7 2 0</inkml:trace>
  <inkml:trace contextRef="#ctx0" brushRef="#br0" timeOffset="240436">22548 7288 10976,'0'-3'6072,"0"0"-1670,0 3-3769,10-49-246,-7 35-225,8-35-128,-10 48 11,1 4 39,2 8 22,4 12 12,3 15-29,-2 13-33,-1 6-11,-2 2-17,1-2-17,0-6 23,2-1-17,-2-20 83,2-2 292,-4-21 96,5-5-192,8-16-94,8-13-28,7-14-34,-1-7-336,-3-4 263,-5 1-33,-4 4-40,-4 8-22,-2 9-112,-4 10-274,-1 7-376,-1 7-660,1 8-1306,3 7 2756,4 8 0,-7-6 0,-2 0 0</inkml:trace>
  <inkml:trace contextRef="#ctx0" brushRef="#br0" timeOffset="241020">23100 7407 21971,'48'-34'320,"1"7"-270,-4 27-16,2 0-12,0 0 0,-6 0 6,-6 0 34,-9-1 67,-7-2 229,-5-1-218,-8-1 95,-1-4-83,-7 0-35,-4-5 12,-5-3 11,-7-2 129,-7-5-180,7 6 113,-7-5 11,11 10 28,-4-3 22,4 5 57,2 1-175,5 4-83,2 3 11,3 2-174,2 1 112,3 5 6,3 2 11,8 8-11,4 3-17,4 4 11,1 7-34,2 14 23,-9-12-22,2 15-40,-13-15-509,0 9-2885,-5-1 3456,-3-7 0,1-13 0,-1-9 0</inkml:trace>
  <inkml:trace contextRef="#ctx0" brushRef="#br0" timeOffset="258387">29440 4228 8853,'2'-6'4868,"0"1"-2857,-2 5-1608,34-64 538,-5 23-1254,-6 1 0,1 0 745,17-6-12,7 6-320,-21 20 1,1 1-45,0 1 0,1 1 110,7 3 1,-1 3 80,13 0-130,-14 4 1,0 0 117,17 3-45,-4 0-27,4 3-85,-12 0 14,-8 1 1,2 0-9,14 0-31,-12 2 0,0 1 37,23 3 0,-2 8-1,-5 2-50,-15-1 57,-3 5 38,-11 2-56,-1 1-5,-3 3-45,-9-10 659,2 4-665,-5-6 262,2 1-250,-5 1-1,-2-4-16,0 1-3291,-6 4 3318,2-9 68,-10 9-50,5-8 44,-3 1 113,4-5 50,2-3-89,-2-1 3296,-3-2-3432,-8-2 18,-3-1 22,-2 0-45,6 0 118,1 1 50,8-1 96,-1 0-40,3-3-185,3 2 79,0-1-62,3 5-246,0-1 229,9 11-61,-3-4 17,14 10 27,1-8-44,10 2-17,-4-4 17,8-1 56,6-4-23,1-1 12,6-5 44,-16-5-16,-5-4-17,-6-1-1,-5 1-16,-7 3-5,-3 4-40,-4 5-61,-1 3 38,-1 4-32,-2 1 49,1 2 6,-2 4 6,-1-3 11,-4 4 0,-5-1 28,-6 0-33,-9-1-12,2-2 17,-21 1-28,14-5 56,-12-1-6,14-2-22,7-4-5,3-1-12,5-2 34,3 0-29,4 2-16,3 0 12,1 2-18,2 0 23,-1 1-6,2 1-185,1-1 169,1 6-6,2 3 22,3 4 22,3 2 7,6-3 21,3-1-38,7-5-12,6-5 17,9-6-34,4-7 12,8-9-34,-17 5-196,5-8-874,-23 9-4772,0-3 5022,-9 5 0,-4 6 0,-3 4 0</inkml:trace>
  <inkml:trace contextRef="#ctx0" brushRef="#br0" timeOffset="260248">24967 7429 17126,'0'-3'3249,"0"1"-824,0 2-2212,2-35-185,-2 26-168,2-25 73,-5 48 168,-8 15-73,-1 8-12,-2-6 1,-2 2-166,1-3 0,0 2 59,-8 15 1,1 1 7,8-16 1,0 0-544,-1 15 1,5-4-188,7-11-1989,9 17 2801,10-34 0,-5-3 0,1-7 0</inkml:trace>
  <inkml:trace contextRef="#ctx0" brushRef="#br0" timeOffset="260797">25150 7140 18778,'-9'-45'-364,"2"11"353,7 39 50,0 0 28,0 9-5,0-2 95,-1 7-22,0-6 10,-1-3-72,2-6 196,-1-3 2161,1 0-2217,1-5 96,2-1-158,-1 0-56,0 0-498,-2 5 167,0 5-285,0 1-767,4 8-2677,3 1 3965,1 1 0,-1-6 0,-4-4 0</inkml:trace>
  <inkml:trace contextRef="#ctx0" brushRef="#br0" timeOffset="261314">25535 7383 19764,'10'-44'1241,"0"0"1,-1 2 0,-3 11-833,-7 25-241,-1 1-202,-2 3 1,-5 9 55,-9 9 6,-10 18-3409,-8 16 3392,16-18 1,1 3-4,0 5 0,1 1-403,2 5 1,2 2 385,1 0 1,3 1 5,2 1 0,2-2 0,2-11 1,1-1-1009,1 15 0,1-3 1000,1 0-12,1 5 1,0 0-216,-2 5 56,-2-18 0,-4 0-831,-16 11 1316,-20-11-2100,-14-16 1273,24-16 0,-1-4 216,-1-6 0,2-3 246,-18-6 1655,22-9 1,6-4-1236,5-17-33,8 11 0,5-2 572,20-22-74,13 4-314,13 3-269,-18 25 0,3 1-229,2 0 0,1 1-101,3 0 1,1 2-1084,23-11 688,-19 12 1,3-1 484,8 0 0,-1 1 0,9-5 0,-22 10 0,-1 0 0</inkml:trace>
  <inkml:trace contextRef="#ctx0" brushRef="#br0" timeOffset="261581">25939 7338 23321,'-42'44'43,"0"1"0,3-1 0,8 0-43,19-6 0,4 0-655,2-1 0,2 1 610,3-1 0,4-1-70,2-2 1,3-1-121,19 24-880,12-11-817,11-13-1989,9-13 3921,-25-15 0,-2-1 0,5-2 0,-6-3 0</inkml:trace>
  <inkml:trace contextRef="#ctx0" brushRef="#br0" timeOffset="262329">26347 7632 23377,'16'-40'134,"-4"18"-72,-13 54-17,-1 11 5,-1 7 1,0 2-29,0-2 6,1-7-6,-1-10 62,1-11 280,-1-11 163,2-6-225,0-10-167,0-6-29,0-11-21,3-12-24,6-8-10,9-8-29,10 1-11,7 5 0,4 8-22,0 11 11,-3 10 0,-2 8-28,-4 9 11,-5 8 1,-2 8-7,-5 10-38,-1 8-18,-5-4-375,5 25-78,-5-18-258,9 15-374,-1-20-321,3-11 96,3-11 504,3-8 571,0-11 264,1-8 78,-1-10 168,-4-9-2787,6-11 3017,-12 15 655,6-8 134,-13 22-162,-2 1-437,-3 7-476,-5 6-179,0 2 3414,-2 6-3358,-1 7 0,0 10-23,-1 7 29,1 5-7,3 0-16,4-2 23,5-6 5,6-5 28,2-7 67,0-7 51,-2-7-23,0-10-34,-1-8-21,0-10-24,0-7-38,-1-3 11,0 0-34,0 4-22,0 7-96,-3 8-341,-2 8-1551,2 6 649,-4 6-5209,7 8 6559,-6 1 0,-1-3 0,-5-5 0</inkml:trace>
  <inkml:trace contextRef="#ctx0" brushRef="#br0" timeOffset="263213">27536 7765 21998,'14'19'129,"-3"5"927,-12 15-1016,-3 6-1,-3-3-22,0-9 361,0-10-339,3-13 323,2-4 412,-1-1-780,4-15 635,3-5-595,5-14-6,4-3 11,5-2-3375,9-8 3358,-8 15-5,9-3-6,-10 18-22,6 3-22,-1 5 33,-1 9-17,2 10 3398,-8-1-3393,3 14 7,-11-5 16,0 8-5,-5 2-18,-2-1 1,-2-3-28,-2-4 39,0-5 39,1-7-28,1-4 34,1-6 28,0-2-45,7-7-34,5-3 18,15-15-3416,0 0 3404,1-1 34,1 2-28,-5 8-6,5 1 11,-1 6-22,-9 4 5,-4 4 3370,-7 4-3353,-2 5-28,1 11 17,-1-3 40,0 12-35,2 1-10,-2-7 10,7 10-10,-1-17 5,3 2 44,4-7 24,0-9-24,-4-4 29,5-12 17,-4-5 33,13-29-106,-12 17 33,9-24-27,-17 31 49,8-10 63,-7 11 111,1 0 90,-3 6-224,-4 9-61,-2 3-51,-1 5-40,-1 0 18,0 4 22,4 13-6,4 5-5,7 14 6,1-8-1,6 8-39,-3-4-117,0 18-247,-8-6-560,-17 8 106,-6-21-2626,-19 1 2641,-5-11 0,12-7 0,0-4 0</inkml:trace>
  <inkml:trace contextRef="#ctx0" brushRef="#br0" timeOffset="263712">29089 7671 24486,'-23'-41'28,"5"8"-11,-13 27-17,5 2 0,-12 0 28,8 3-28,6 4-28,6 2 28,7 2 16,-1 7-4,3 0 4,-3 8 12,3 4-5,2 7-1,1 7 1,4 7-1,1 3 12,1 2-12,-1-3-22,1-1 0,-1-12 0,1 4 39,6-5 6,5 0-28,2-4 33,20-5-33,-12-14-73,9-3 0,4-3-437,12-2-482,-12-5 0,1-2-4391,21-7 5366,-13-6 0,-16 5 0,-14 4 0</inkml:trace>
  <inkml:trace contextRef="#ctx0" brushRef="#br0" timeOffset="265203">29436 7652 23702,'16'-28'81,"-1"-1"0,10-11-30,-25 53-1,-2 12 12,-4 11 5,-7 8-22,-6 3-17,-3 2 11,1-4-28,4-7 6,6-10 16,4-10 113,5-8 274,1-6-73,4-6-252,7-7-22,8-10-5,7-11-18,3-8-16,2-2-6,1 1-11,1 8-34,1 7 17,0 9 6,-2 7-12,-3 6-28,0 9 6,-10 0-11,3 11 17,-9 1-63,0 7-88,-1 5-214,-1 3-206,0 1-270,2-2-251,2-4 122,2-9 382,1-7 274,3-7 140,2-11 140,2-5 106,0-10 51,-1-6 67,-2-4 112,0-2 134,-3 5 146,-3 6-56,-5 9-290,-4 7-130,-4 5 50,-2 12-50,0 4-56,0 7 0,2 4-11,5-4-23,6 6-33,9-4-23,9-4 6,4-5 34,0-6 22,-2-8 56,-6-10 140,-1-25-34,-10-1-10,-4-20-18,-9 12 17,-2 2 0,1 5-134,-1 15-140,1 5-275,-2 12-526,3 3-3014,1 8 3090,1 3 0,-2-5 0,-1-3 0</inkml:trace>
  <inkml:trace contextRef="#ctx0" brushRef="#br0" timeOffset="266521">30552 7774 17596,'1'-3'4728,"-1"1"-3647,0 2-963,8 31-74,-6-15 24,6 33-24,-11-17-27,0-2 0,-4 0 39,2-12 6,0-8 33,2-5 666,2-20-705,3-1-11,3-18-34,2 12-5,6-9 33,2 3 79,17-14-73,-6 15-17,9 3-34,-13 19 6,1 7 0,2 10 0,-8-2 22,4 13-22,-11-2-5,0 6 10,-5 3-27,-2-1 11,-2 4 11,-1-7-11,0-5 27,0-8 7,0-8 61,1-1-17,-1-3 152,2-1-219,2-4 6,2 0 5,7-6-11,2 3-11,6-1 11,-4 4 16,15-1-10,-4 1 5,15-3-16,-3-2-7,1 0 18,-11 2 5,0 0-11,-12 3 0,-1 1-11,-8 1-28,-4 2 28,-5 0 27,0 1-10,0 6-23,1 7 23,-1 5-17,1 6-1,-2 1 24,0-5-7,0 10-5,0-12 0,1 5 17,3-11 22,3-6-16,2-4 10,6-5 29,9-11-45,-3 3 55,20-27-66,-24 19 11,11-14 11,-11 8-34,1-3 51,6-15 5,-6 5 12,-3-5 39,-8 11-40,-5 8 180,-3 1-62,-3 11-145,0 0-6,-1 6-6,5 4-10,-1 1 32,2 0-21,-2 1-34,1 1 5,1 2 12,0 2-6,0 2 5,0 3 1,1 5-1,0 0-27,1 15 28,0-5 5,1 13-39,1-2 17,4 0 5,4 3 12,4-1 5,4 0-39,1-3 11,-2-3 6,-6-7-23,-6-5-139,-11-7-443,-10-5-987,-14-4-4704,-11-8 6307,1-2 0,13-1 0,11 2 0</inkml:trace>
  <inkml:trace contextRef="#ctx0" brushRef="#br0" timeOffset="266996">31550 7672 21948,'54'-14'218,"1"-1"1,-5 2 0,-7 3-6,-9 12 11,-2 1-28,-2 2-78,-4 3-18,-4 1 1,-6 4 0,-4 4 0,-5 6-12,-4 7 1,-5 7-17,-5 4 0,-4 4-23,-4 2-22,0 3 6,-1 3-18,4-12-5,5-9 1,0-1 21,-3 12-10,-4 17-74,1-18-150,-3-9-398,-8-7-993,-9-10-2614,-7-9 4206,0-8 0,15 0 0,10-3 0</inkml:trace>
  <inkml:trace contextRef="#ctx0" brushRef="#br0" timeOffset="267329">32154 7697 16961,'2'-7'4745,"0"1"-3946,-2 6-564,0 0-26,1 46-136,5-8-54,-2 0 1,1 3-20,10 19-67,1 1-399,1 0-509,-4-2-1914,-5-4 2889,-6-4 0,-2-24 0,-2-6 0</inkml:trace>
  <inkml:trace contextRef="#ctx0" brushRef="#br0" timeOffset="267503">32202 8376 15698,'-6'3'5976,"1"-1"-4587,5-2 527,0 0-1866,-3-5 0,2 4-162,-3-5-358,7 6-1928,6 0 2398,10 2 0,-7-2 0,2 2 0</inkml:trace>
  <inkml:trace contextRef="#ctx0" brushRef="#br0" timeOffset="267753">32611 7944 20515,'44'-8'-463,"1"0"1,-1 0-1,21-2 1,-10 6-1,-21 12 1,-5 0-1</inkml:trace>
  <inkml:trace contextRef="#ctx0" brushRef="#br0" timeOffset="268296">32688 8106 10310,'-4'3'8788,"0"-2"-5030,4-1-3719,-9 12-223,25-7-164,2 10-296,31-10-188,-16-3 1,0 1 97,13-1-689,-9-3 0,0-2-672,5-6 1014,8-3 230,-6-4 901,-12 2 521,5-4 1698,-7-2-1,-12 3-1226,-6 3 554,-11 1 79,-11 4-1344,3 1 336,-18 1-527,11 6 106,-13 1-78,7 6-5,-11 10-107,5 4-28,4 1-6,9 10-28,9-14 40,4 16 16,6-13 18,6 2 139,8-4-123,-5-9 145,13-6-145,-16-7 51,10-9-40,-11-4-28,2-16-16,-5 2-12,-1-9-34,-5 15 7,0 0-12,-2 12-409,-1 1-1243,-1 6 1652,-2 8 0,2-1 0,-1 3 0</inkml:trace>
  <inkml:trace contextRef="#ctx0" brushRef="#br0" timeOffset="268680">33164 7764 23948,'45'13'103,"0"1"1,0-1 0,8-2 0,-7 6-71,-14 20 1,-9 6-664,-9-13 0,-3 1 630,5 16 0,-3 2 0,-5-4 0,-3 1-25,-4 3 0,-2-2-45,-1-9 0,-3-1-3459,-10 15 0,-4-3 3529,-9 3 0,12-22 0,1-3 0,-1-8 0</inkml:trace>
  <inkml:trace contextRef="#ctx0" brushRef="#br0" timeOffset="269363">32284 9258 18744,'2'-6'2986,"-1"1"-2140,-1 5-751,10-31-33,-7 30 128,11-1-122,-10 25 133,13 37-106,-5-33 135,7 1 0,5-1 122,14-2-190,-7-9 1,1-3-12,13-2 37,-4-12 0,-1-4-93,4-3 22,10-9 1,0-2-402,-5-4 374,5-7 0,2-2-48,-24 11 0,-1 0-28,14-8 0,-2 1-2,9-5-12,4 5-107,-30 18-353,3 0-1673,-21 20-7698,-8 10 9185,-2 0 1,0-3 0,1-12-1</inkml:trace>
  <inkml:trace contextRef="#ctx0" brushRef="#br0" timeOffset="275279">24530 9125 17731,'-30'-23'901,"-1"5"-620,4 16-23,-5 0-1,-2 0-33,1 0 6,6 0 5,2 1-5,3 1-1,2 2-61,-1 1-39,2 3 5,-1 1-100,8-1 11,0 2 5,8-3 57,-1 3 16,1 2 28,-1 3 51,-3 6 22,-3 6 23,-3 7 27,-3 7 6,1 4-45,-2 4-55,4 3-40,1 2-34,3 2-56,1 0-16,5-1 39,4 7-51,3-21 45,9 11 12,6-24-40,12 6-117,12-6-320,9-5-1378,7-7 1776,4-6 0,-27-4 0,-6-3 0</inkml:trace>
  <inkml:trace contextRef="#ctx0" brushRef="#br0" timeOffset="275979">25080 9414 16135,'2'-6'5813,"0"0"-5362,7-23 1,0-4 147,-4 15-507,5-16 1,-2 5-26,-8 25-118,-1 13 63,-2 1 10,-5 23-78,-4 7-78,-1 3-236,4-13 0,-1 3-3396,2 3 1,1-1 3765,0-2 0,1-2 0,-3 22 0,8-34 0</inkml:trace>
  <inkml:trace contextRef="#ctx0" brushRef="#br0" timeOffset="276222">25488 9712 23321,'-13'10'-207,"-6"18"-549,-2 12-1826,-3 12-1199,8-17 2366,4 0 0,7-22 0,2-1 0</inkml:trace>
  <inkml:trace contextRef="#ctx0" brushRef="#br0" timeOffset="276804">25852 9625 20447,'15'-47'461,"1"-1"0,-2 6 0,1 8-377,12 9 96,5 6-34,-5 6 3,8-2 8,-1 4 17,2 3-141,-13 4 11,6 3-21,-13 7-9,7 4-3,5 18-11,-6 1-22,0 13 22,-13-11 72,-11 18-32,-6-24 27,-24 25-34,11-33 57,-31 14-45,31-21-3129,-18 2 3218,27-9 219,-5-8-224,14-3-17,2-7-67,4 1 16,8 0-33,5 5 3403,15 0-3419,-2 5-1,9 8 11,-7 6-11,-5 3-22,2 10-28,-3 8 50,-2 3-11,-6 8 17,-12-8 5,-13-1-5,-13-3-67,-15-4-124,-13-5-313,-6-7-930,0-6-146,14-4 1563,3-7 0,26 2 0,-3-2 0</inkml:trace>
  <inkml:trace contextRef="#ctx0" brushRef="#br0" timeOffset="277044">26744 9732 21747,'-10'51'259,"-1"0"1,2-4 0,-1-5-305,-4 1-426,3-2-1915,4-4 2386,4-2 0,3-17 0,0-4 0</inkml:trace>
  <inkml:trace contextRef="#ctx0" brushRef="#br0" timeOffset="277303">27268 9621 24284,'-24'56'101,"1"3"-174,14-22 0,1 1-145,-3 14-359,4-15 0,1-1-2621,0 8 3198,1 8 0,3-23 0,2-9 0</inkml:trace>
  <inkml:trace contextRef="#ctx0" brushRef="#br0" timeOffset="277903">27728 9734 24340,'21'-38'157,"-4"12"-107,-19 41-22,-1 2 0,-4 0 12,-3-3 32,-2-3 57,-4-5 6,0-3-23,-2-10-17,2-5-28,5-10-33,4-7-18,10-5-10,9-2-17,9 2 11,8 6 0,3 7 0,3 9 22,1 7-16,0 13-34,6 16 33,-15-1-10,6 21-6,-22-5 11,-4 15 5,-19 6-317,-2-27 0,-3-1 298,-8 1 0,-5 0 3,-4-1 0,-3 0-6,-3-2 0,-1-2 14,0-4 1,1-2 16,3-4 0,1-3 36,-19 2 34,19-13-21,19-13-13,15-9-11,16-9-11,11 0 11,8 3 579,1 9-623,-1 8 22,-5 12-23,-3 7-11,1 12-22,-1 7-73,2 7-353,-1 2-997,-1 1-1893,2-3 3355,4-1 0,-14-18 0,0-3 0</inkml:trace>
  <inkml:trace contextRef="#ctx0" brushRef="#br0" timeOffset="278111">28363 10094 17652,'3'-4'5871,"-1"1"-3709,-2 3-2078,36-23 95,-38 56-129,26-22-95,-32 21 1,-10 7-368,5-9 0,0-1-1277,0 3 0,0 0 1689,-8 22 0,10-20 0,6-15 0</inkml:trace>
  <inkml:trace contextRef="#ctx0" brushRef="#br0" timeOffset="279687">29162 9649 7699,'-11'9'6593,"1"-2"-3669,10-7 655,0 0-3400,11-58 235,10 23-322,-6-3 1,1 1-37,15 7 50,15 3-78,-19 16-11,4 2 0,2 2 22,5 5-28,14 5-11,-15 9 17,-8 10-17,-10-2 6,-5 14-23,-9 8 45,-9 3 11,-12 7-11,-11-12 11,-9-4-5,6-9-1632,1-10 1,1-3 1703,1-1 247,-22 6 179,32-16-28,2-2-291,7-4 179,5-8-263,8 0 3330,9-6-3420,10 4 6,9 3-34,-6 4 6,13 8-12,-14 5-5,10 7 23,-9 7 16,0 4-28,-8-3 23,4 15-12,-16-9-5,1 4 11,-28 4-22,-8-13-12,-23 8-84,-4-10-274,-3-7-868,5-5-2985,14-6 4217,16-6 0,13 1 0,8-1 0</inkml:trace>
  <inkml:trace contextRef="#ctx0" brushRef="#br0" timeOffset="279922">29999 10013 22733,'-19'47'-25,"0"0"1,2-2 0,3-5-990,7 1-2873,3 2 3887,2-8 0,2-13 0,0-10 0</inkml:trace>
  <inkml:trace contextRef="#ctx0" brushRef="#br0" timeOffset="280178">30555 9909 24374,'-33'36'39,"8"-6"-263,7 4 0,1 3-1159,-6 18-659,8-16 0,2 1 910,4-5 0,2-4 0,-1 5 0,4-8 0</inkml:trace>
  <inkml:trace contextRef="#ctx0" brushRef="#br0" timeOffset="280744">30919 10094 24290,'17'-4'308,"-6"5"-118,-21 24-111,-1-9 49,-7 3 40,2-13 0,-1-6-55,0-8-40,3-7 0,4-8-1,5-7-49,10-4-1,9-5-5,14 2-6,7 7 0,8 8-22,2 11 6,0 6-18,-2 13 34,-6 9 1,-7 15-18,-10 14 0,-9 9-257,-13-23 0,-5-1 271,-5 3 1,-5 0-4,-9 1 1,-5-1-495,-7 1 1,-3-2 457,-5 0 0,-2-2 0,0-2 1,1-2 35,4-5 1,3-3 8,7-6 0,4-2 31,-10 0-6,21-19-45,18-10 46,14-11 452,12-3-476,11 2-10,4 6-28,0 9 27,7 10-16,-16 8 978,13 11-1107,-13 5-354,12 7-659,7 5-270,-23-14 1,1-1-2370,1 1 1,0-2 3791,25 12 0,-22-12 0,-14-7 0</inkml:trace>
  <inkml:trace contextRef="#ctx0" brushRef="#br0" timeOffset="281170">31782 10139 17949,'-1'-4'4538,"-1"0"-3530,2 4-902,69-26-61,-41 22-3,16-9 0,1 3 70,-14 16-17,4 1 11,-6 1-22,-7-2 6,-7 0 16,-5 1 23,-5 3 34,-2 4-18,-1 7 102,-2 24-197,-1-14 6,-3 15 62,-1-8-29,-2 8-50,-3 12 18,2 3-29,0-1 0,5-2-22,0-2-40,-1-5-39,-9-7-118,-12-7-204,-3-20 1,-3-3-273,-17 3-1391,5-9 0,-1-3 1210,-10-3 0,9-1 0,20-1 0</inkml:trace>
  <inkml:trace contextRef="#ctx0" brushRef="#br0" timeOffset="283962">27349 9546 7884,'4'0'2974,"0"1"3132,-4-1-4891,-1-4-470,-1-1-78,0-3-118,-1-1-297,1 2 419,-1-4-273,2 3-45,0-2-68,0 2-43,1 1-29,0 1-28,1 1-45,-1 2-45,1 2-78,0 0 16,-1 7 6,-2 3-16,-1 11 16,-4 6-22,-1-2 0,-6 10-12,-5 3 40,-1 1-39,-4 6-18,7-12 29,4-3 22,3-6-39,3-6 0,4-6 129,0-5 308,3-5 0,-1 0-258,2-8-112,2-6-22,1-8-6,2-6-11,0-3 6,0 0-23,1 2 39,0 6-16,-3 6 100,1 4-61,-3 8-84,0-1-51,-1 5 51,-4 12 22,-2 2-5,0 7 0,-8 14-29,4-9 23,-3 11 39,6-7-44,1-3-197,3-1-1293,-1-2-8336,-1-2 9206,1-8 1,1-5 0,1-7 0</inkml:trace>
  <inkml:trace contextRef="#ctx0" brushRef="#br0" timeOffset="285928">31511 9802 19014,'28'-44'519,"-1"0"0,0 3 0,0 8-155,18 9-107,8 5-50,9 6-396,-28 10 1,0 1 269,3 1 0,0 2-3,0 1 1,0 3-18,-1 0 1,0 3-1955,6 6 1,-2 0 1937,16 8-9,-19-4 0,-1 2 679,14 8-707,-19-9 1,0 1 10,-1 0 1,-1 1-12,-2 0 1,-1 1-15,16 22-23,-7-1 46,-9-3-11,-8-11 182,1 6-154,-12-17 3265,2 4-3165,-7-13 509,-1-6-397,-1-3-86,-5-4-98,-4-5-29,-9-5-10,-5-4-1,-5 0-11,-3 0 29,-1 2-29,2 4 0,5 3 17,6 2 22,8 2 23,3 1-17,5-1-5,1 2-12,1 1 6,1 0-12,-2 1-44,0 0 17,0-1 16,-2 0-5,1 0 11,0 0-17,0 0-22,2 2-17,0 2 33,0 2-33,0 4 6,0 1 33,2 2 40,5-1 33,7 0 0,9 1-17,11-1-11,10 0-34,8 0 3,-16-6 1,-1 0-15,15 1 8,-16-3 1,0-1 36,2-1-6,4-3 46,-10-2 4,-8-7-55,-8 1 78,-2-10-39,-6 8-11,2-6-22,-5 10-1,0 3 0,-2 3-78,0 2 17,-3 6-6,-5 6-11,-9 11 40,-10 7 4,-9 6 1,-8 2 17,-5 0-34,-5-4 14,26-17 0,-1-3-1680,-8 0 1,-1-2 1688,-15 1 7,12-7 1,1-2-140,-15-8 131,21 1 1,-1-3 0,3-3 0,2-1 33,-24-15 0,13-3-45,11 1 6,11-1 5,8 2-28,4 0 3325,4 5-3313,2 3 238,3 5-244,2 4 0,1 4 0,-3 3-51,0 2 6,-1 2 45,1 5-11,3 3 6,4 8-12,6 5 28,6 4 34,9 3-40,11 1-10,9 2-157,-21-17 1,2-1 155,1 0 1,0-3 27,-1-1 1,-1-3 27,27 3 2,-8-11-2,-4-9 6,-2-10 11,0-9-44,-1-7 10,0-4 40,-4-2-11,-4 3 16,-6 6 0,-8 9 79,-7 8 188,-7 7-283,-3 5-24,-3 3-133,0 1 50,0 6-201,-1 4-1435,-3 10 1681,-5 9 0,3-11 0,-1-1 0</inkml:trace>
  <inkml:trace contextRef="#ctx0" brushRef="#br0" timeOffset="288545">16753 5914 14773,'39'-34'1395,"-9"18"0,6 3-1341,5 6 0,6 3 0,2 0-1291,-4 0 1,3 0 0,1 0-1,-1 0 1286,-1 1 0,0-1 0,0 1 0,3 0-17,1-1 1,1 1-1,3-1 1,0 1 0,0-1-269,3 1 0,2-1 0,0 1 0,0 0 1,1 0 249,-7 0 0,-1 1 0,1-1 0,0 1 0,1 0 0,-1 0-97,2 0 1,1 0-1,-1 0 1,1 0-1,0 1 1,-1 0 78,2-1 0,0 1 1,0 0-1,-1 1 0,1-1 1,0 0-195,-1 1 1,0 0 0,0-1 0,-1 1 0,1 0-1,-1 1 173,-2-1 1,0 1 0,0 0 0,0 0 0,-1 0 0,0 0 22,7 1 0,-1-1 0,0 1 1,-1 0-1,-1 0-32,8 1 1,-1 1-1,-2 0 1,0-1 2,-7 1 0,-2 0 0,0-1 0,-2 1 157,9 1 0,-2 0 0,-2 0-196,-8 0 1,0-1 0,-3 1 376,12 1 0,-3 0-1469,-8 0 0,-4 0 1162,19 2 0,-28-2 0,-17-3 0</inkml:trace>
  <inkml:trace contextRef="#ctx0" brushRef="#br0" timeOffset="293843">29209 10710 8853,'3'-1'6290,"-1"-1"-1842,-2 2-4325,8-7 185,-5 14 123,3 4-151,-11 23-207,-2 0-23,0-4 1,-2 2-12,-4 14-34,-3 9 18,2 2-12,7-29 28,-5 26-11,7-31 11,-1 6 163,2-17 324,2-7 80,2-4-337,0-8-224,0-8-12,2-11-5,1-6 0,1-1-11,0 2 45,-1 5 10,-1 9-21,-1 7-46,0 6-727,-1 3 744,-4 11 12,-1 6 0,-7 14-12,-4 4 0,-2 5-10,-2 1 4,1-1-10,2-4 0,3-6 27,4-7 51,3-9 95,4-7 96,2-3 117,1-3-639,0-6-862,0-3-2929,2-9 4038,2-7 0,-1 10 0,0 0 0</inkml:trace>
  <inkml:trace contextRef="#ctx0" brushRef="#br0" timeOffset="294278">29152 10811 20397,'-40'-5'239,"1"0"0,2 0 0,4 4-15,1 13 22,1-1 17,5-2 41,4-3 149,7-3 29,5-4-124,4-6-134,4-6-73,0-10-61,8-8-107,6-2 6,12 1 45,11 6-18,-3 10 40,20 4-33,-15 9 5,15 5-17,-13 6 6,-3 6-6,-1 5-17,-1 4 18,-1 4-74,-2 4-263,-2 4-868,-4 4-2952,-6 6 3297,-6-5 0,-6-14 0,-4-12 0</inkml:trace>
  <inkml:trace contextRef="#ctx0" brushRef="#br0" timeOffset="294744">28814 11729 16594,'3'-3'3803,"0"0"-1601,-3 3-2046,8-38-116,-13 28 44,-6-26-6,-20 42-78,-8 5 11,2 6 0,6 5-27,5 3 21,7 3-16,7 2 11,6 1 34,8 0 27,10 1 34,11 0-27,10-1-29,5-1-6,-2-3-27,-7-4 22,-11-5 140,-9-1-56,-10-7 90,-15 0-118,-14-5-79,-19-1-229,-12-7-1681,-1-4 1905,12-4 0,20 4 0,16 2 0</inkml:trace>
  <inkml:trace contextRef="#ctx0" brushRef="#br0" timeOffset="296794">29820 9376 21215,'19'-32'114,"0"0"1,-2-6 48,-60 78-96,14-10 0,-3 2-1403,-6 7 1,-1 3 1344,11-11 0,-2 1 1,0 1-5,0 1 1,-1 1 0,-2 2-9,-1 0 0,-3 3 0,0 0 0,3-4-5,-9 12 0,1-3-2,5-6 1,-2 2 0,4-5-89,6-5 0,3-4 87,0 0 0,0 0-546,-4 3 0,1 0-1944,4-5 1,2-1 2500,-16 14 0,20-18 0,6-7 0</inkml:trace>
  <inkml:trace contextRef="#ctx0" brushRef="#br0" timeOffset="297578">30341 8858 17193,'-45'7'412,"0"1"1,10-6 0,4 4-273,-11 38-90,22-13 12,3 8 95,9 0 174,15-4 346,21 1-469,-2-15 144,23-1-44,-12-15-28,9-2 6,-3-8 123,-1-11-303,-14 1 68,0-15-22,-18 3-24,-1-9-32,-7-18-74,-4 19 0,-3-8 18,-2 21-35,-2 3-117,-1 0-533,-5 6 231,4 7-1036,-10 3-5171,-3 11 6621,-4 2 0,8 1 0,8-4 0</inkml:trace>
  <inkml:trace contextRef="#ctx0" brushRef="#br0" timeOffset="298253">31269 10154 10547,'37'-25'1490,"-1"0"0,1 0 0,14-10 0,-7 7-504,-17 12-130,-8 5-447,-13 8-19,-7 2-31,-6 9-54,-4 1 238,-36 32-425,22-21 0,-4 3-659,-15 12 0,-5 4 574,15-13 1,0 1 0,-2 0-14,-3 4 1,-2 0 0,1 0-13,-10 7 1,0 0-2,8-7 0,-1 1 1,2-2-36,-8 5 0,1-1-97,5-3 0,-1 2 0,3-1-231,-7 4 1,4-2-692,2 1 0,3-2-2515,-2 6-5820,16-13 9382,12-12 0,8-7 0,5-6 0</inkml:trace>
  <inkml:trace contextRef="#ctx0" brushRef="#br0" timeOffset="298770">31289 9155 15412,'-44'29'386,"-1"-1"1,5 0 0,7 0-135,14 12-12,9 0 80,10-3 212,8-8 274,5-8 40,6-9-274,3-7-192,5-10-111,3-8-45,2-10 6,-1-7 16,-4-4 6,-5-1-11,-4 1 23,-7 4-18,-5 6-173,-4 5-252,-6 6-203,-5 4-379,-11 5-1446,-9 9 2207,-12 9 0,18-5 0,1 3 0</inkml:trace>
  <inkml:trace contextRef="#ctx0" brushRef="#br0" timeOffset="305695">21204 12104 16499,'-3'-2'1702,"0"0"-1439,3 2-268,48-53-51,2 35-1474,-15-1 1,6-3 0,-2 6 1425,-5 12 1,0 4-183,12 1 1,-3 4 512,-4 10-603,-20 32 401,-33-17 1,-9-1-7,3 1 1,-5 0-291,-24 5 0,-6-3 422,13-10 1,-2-2 105,1 1 1,-2 0 0,1-1-1014,-9 4 1,2-1 962,-1 0 0,4-1-89,-2 3 1897,24-11-2004,17-6 353,13-4 101,15-1 49,12-5 1,6-3-484,4-2 0,3-2 1031,4 0 0,2-3-1029,10-4 1,-1-1-9,-11 2 0,-1-1 3,9-3 0,0-2 117,-6-3 1,-4 0 67,7-7 103,-17-11-125,-41 13-3004,-31-20 2903,3 15 212,-6 5 0,-1 2 261,-4 1-120,-7-4 1055,26 15-1279,18 10-542,1 2 345,15 13 3265,6 9-3270,5 7-1489,1 3 0,0 2 1472,1 5-12,3 7 1,-2 2-45,-5-5-308,-4 6 0,-1 0-207,-8-6-678,-1-4 0,-2 2 682,-5 9 0,1-14 0,-1-6 0</inkml:trace>
  <inkml:trace contextRef="#ctx0" brushRef="#br0" timeOffset="306304">23052 12173 12339,'10'-4'4682,"-2"0"-2315,-8 4-2059,0 0-296,-24-15 16,-1 18 39,-27-9 17,1 22-67,6-2 8,6-5 0,0 0 594,-3-1-552,-1-2 1,0-1 128,6-2 398,-9-2-258,28-2 994,9-1-1173,6 0 229,2 0-542,1 2 105,0 8 113,-2 8-45,0 5 39,-3 14 5,-2 1-10,-3 13 10,-4 6-50,3-10-5,2-11 0,0 1 5,1 1 0,0 3 0,1 1 0,3 2-11,3 16 12,9-19 21,9-7-5,2-8 11,31 1-204,-16-18 0,2-3-286,-2 3 1,2-1-1424,18-6 1,-1-3 1219,-18 0 1,-4-1-1,26-2 1,-26 0-1</inkml:trace>
  <inkml:trace contextRef="#ctx0" brushRef="#br0" timeOffset="306896">23516 12513 14449,'0'-6'5747,"0"0"-4353,0 6-514,1-61-505,0 45-392,-1-45-89,0 60-129,-1 2 223,1 8 130,0 12-28,-1 20-29,-5 16-457,1-22 0,-2 1 236,-1 3 1,-1 2-413,-1 1 1,-1 0-1242,2 0 1,1 0-3104,1-3 1,2-2 4310,-2 15 1,6-21-1,1-23 1</inkml:trace>
  <inkml:trace contextRef="#ctx0" brushRef="#br0" timeOffset="307103">23984 12833 22638,'-7'38'-1035,"0"0"1,1-2 0,0-2 1034,2 19 0,2-24 0,2-6 0</inkml:trace>
  <inkml:trace contextRef="#ctx0" brushRef="#br0" timeOffset="307695">24518 12691 15883,'0'-5'3915,"0"1"-3548,-2-26 0,1-6-43,6 9-243,-4-13 1,4 3-49,12 19-4239,9 4 4228,-6 7 877,11 1-888,-7 5-34,10 3 12,2 6-22,1 7-46,-2 7 3432,-6 5-3353,-7 4 11,-9 3 12,-6 0 10,-6-3 180,-7-1-101,1-12 162,-6-1 135,4-11 107,-5-1-12,1-3-50,-1-2-17,1-4-68,3 0-117,2-3-101,4 3-106,1 1-482,1 3 387,5 3 72,5 6-16,8 6-12,6 7 6,0 4 6,-2 3 0,-4 1-12,-5 0 12,-6 1 10,-10-2-32,-10-2-52,-15-3-128,-14-5-240,-10-5-522,-2-7-2100,4-3 3058,9-10 0,19 4 0,8-4 0</inkml:trace>
  <inkml:trace contextRef="#ctx0" brushRef="#br0" timeOffset="307928">25357 12878 20722,'-9'56'-25,"-1"0"1,-1 5 0,2-10-463,5-26-3131,-3 24 3618,5-25 0,1-7 0,1-12 0</inkml:trace>
  <inkml:trace contextRef="#ctx0" brushRef="#br0" timeOffset="308219">26007 12751 18913,'0'-5'4346,"0"2"-4217,0 3-140,-2-1 50,1 9 40,-3 11-35,0 24-27,-1 5-11,-3 11-1,1-21-3458,-4 16 3363,5-26-1547,-8 30 108,8-34 977,-5 22 1,9-38 0,-1 5 0</inkml:trace>
  <inkml:trace contextRef="#ctx0" brushRef="#br0" timeOffset="308836">26396 12884 17608,'2'-4'4520,"-1"1"-3562,-1 3-1115,9-18 191,-6 20-12,7-11 6,-9 24-11,1-3 22,-2 2 56,-2-3 51,1-3 268,-1-2 202,0-6-358,2 0 44,-4-9-240,0-5-40,-2-6 1,3-22-29,7 4 0,2-8-5,14-2-67,13 4 39,7 4-1,12 5 18,-4 21-12,0 8 18,-10 9-24,15 21 29,-29-5 8,1 9 1,-3 5 7,-8 15-295,-6-10 1,-4-1 301,-11 17-12,-17-11 0,-7-2-17,-11 3-26,4-13 0,-9 2 0,3-3 32,1-5 0,-2-2-423,5-2 1,-4 0-1,5-2 439,3-2 1,2-3-78,1-2 0,4-4 161,7-2 107,-2-7-185,22-4 487,7-9-493,3 4 1362,19-11-1395,-3 10 406,15-3-389,-1 8 0,5 4-34,3 8-347,14 13-981,-27-4 1,-1 2-3544,0 2 1,0-1 3443,13 12 0,-21-14 0,-17-12 0</inkml:trace>
  <inkml:trace contextRef="#ctx0" brushRef="#br0" timeOffset="309054">27243 13250 18840,'0'-6'5377,"1"1"-4263,-1 5-1265,6-33 157,-6 36-12,5-25-100,-16 64-426,0-5-1042,-6 17-2874,3-6 3600,6-9 0,3-16 0,4-10 0</inkml:trace>
  <inkml:trace contextRef="#ctx0" brushRef="#br0" timeOffset="309513">27890 12978 23819,'4'-44'101,"-10"22"-62,-32 67-22,1 6-6,6 0-369,9-1 369,9-5 75,8-2-86,11-7 44,6-6 68,8-9 146,5-8 16,3-8-3129,12-21 2939,-11 3 56,10-24-28,-15 2-56,4-16-23,-4-6 46,-5-1-6,-7 6 50,-6 8 12,-7 12-51,-3 10 3336,-3 8-3499,-2 8-55,-4 3-146,-6 9-471,-10 10-896,-4 12-2290,1 12 3937,6 10 0,13-22 0,5-2 0</inkml:trace>
  <inkml:trace contextRef="#ctx0" brushRef="#br0" timeOffset="309719">28426 13286 24727,'-17'28'-852,"9"-14"197,-17 30-2196,11-11 2851,3 6 0,3-13 0,4-2 0</inkml:trace>
  <inkml:trace contextRef="#ctx0" brushRef="#br0" timeOffset="310153">29164 13222 14376,'3'-8'7186,"-1"2"-5735,6-55-661,-11 39-583,2-13 0,-3 4-168,-12 22-5,-17 7 5,-2 11-17,-13 8-10,-2 10-1,23-7 0,2 1-11,-7 9-17,-2 16-22,21-15-6,3 8 17,10-4-45,16 0 79,-2-13 33,18-3 23,-3-13 11,12-4 95,13-17-118,-17 3 40,12-22-23,-23 0 22,3-12 1,-8-2-23,-9 4-16,-14 7-51,-13 5-28,-15 6-96,-8 6-380,0 7-666,10 9-2163,13 13 3333,12 9 0,3-5 0,3 1 0</inkml:trace>
  <inkml:trace contextRef="#ctx0" brushRef="#br0" timeOffset="310586">29568 12955 24424,'15'-47'-28,"-6"9"28,31 49 17,-14-2-17,5 3-22,-4-1 78,9 9-56,-10-5 11,6 6-34,-10 0 12,-4 0 34,0 8-12,-8-6-3398,-2 20 3399,-5-17-195,-6 6 0,-1 1 205,-2 0-90,-6 5 0,-1 2 96,-8 10-17,9-20 1,-1 1 27,-13 26-5,4-14-6,4-12 0,-3 0 0,-19 14-70,13-23 0,0-3-126,-14-1-1126,-13-7 1294,9-11 0,20 2 0,6-2 0</inkml:trace>
  <inkml:trace contextRef="#ctx0" brushRef="#br0" timeOffset="311846">21696 13911 8489,'-62'-9'201,"-1"-1"1,1 1 0,8 0-1,1 1 1,3-1 63,4 1 0,2 1 0,4-1 476,-3-1 0,8 0-859,9-1 543,39 4 606,47 6-379,-12 3 1,6 0-998,-9 0 1,2 1 0,3 0 620,10 2 1,2 0-1,2 0-108,-9 0 0,1 0 0,2 0 0,1 0-527,-7 0 1,0-1 0,2 1 0,0-1 0,1 1 504,5 1 1,0-1 0,1 1 0,1 0 0,0 0-346,-7-1 1,1 0-1,1 0 1,0 1-1,0-1 1,1 0 287,3 1 1,1 0-1,0 0 1,1 0 0,0 0-1,1 0-192,-8 0 1,2-1-1,-1 0 1,1 1-1,0-1 1,1 1-1,-1-1 172,4 1 1,0 0 0,0 0-1,1 0 1,0 0 0,0 0 0,1 0-75,-7-1 1,1 1-1,0-1 1,0 1-1,0-1 1,1 1-1,0-1 1,0 1 40,1 0 0,2 0 1,-1 0-1,0 0 1,1 0-1,0 0 0,0 1 1,0-1-16,-6 0 1,0 0 0,0 0 0,0 0 0,1 0 0,-1 0 0,1 0 0,-1 0 0,1 0 3,0 0 1,0 1-1,0-1 1,1 1-1,-1-1 1,0 1 0,1-1-1,-1 1 1,0-1-3,1 1 1,-1 0 0,0 0 0,0-1 0,1 1 0,-1 0 0,0 0 0,0 0 0,0-1 2,0 1 0,0 0 0,0 0 0,0 0 1,0 0-1,-1 0 0,1 0 0,0-1 0,-1 1 3,7 1 1,0 0-1,0-1 1,-1 1-1,1 0 1,-1-1-1,0 1 1,0 0-3,-1-1 0,0 0 0,0 1 1,-1-1-1,1 1 0,-1-1 1,0 0-1,-1 1-8,-1-1 1,-1-1-1,1 1 1,-1 0 0,-1 0-1,1 0 1,-1-1 0,0 1-1,5 0 0,-1 0 0,0-1 0,-1 1 1,1 0-1,-1 0 0,2-1-1,2 1 1,1 0-1,1 0 1,-1 1-1,-1-2 1,-2 1-1,-4-1-17,2 0 0,-4-1 0,-1 1 0,-1-1 1,3 1 45,7 0 1,4 1 0,-1 0 0,-3-1 0,-7 0-146,-3-1 1,-6-1 0,1 0-238,4 1 1,0 0-1,-3 0 335,6 0 0,-7-1 0,1 0 0,-25-2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4:22:25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8605 2453 17014,'1'-4'2185,"0"1"139,-1 3-2162,-7 2 51,-6 4-17,-17 6-95,2 1 0,-3 1-31,-2 1 0,0-1-132,-3 1 1,1 0 164,-3 0 1,2-2 199,-17 6 139,-7 1 152,16-9-23,14-5-140,12-5-162,9-1-173,5 0-51,2 3 11,1 6 268,-4 23-229,0 11-55,0 7-4,2-17 0,1 0-620,1 26 606,0-21 1,1 0-4,4 6 1,2-1-203,1-9 1,1-2 166,12 25-12,10-17-34,0-17-258,1-7 1,1-2-331,8 2-1781,-5-8 1,-1-3 1667,-2-3 0,-10-2 0,-14 0 0</inkml:trace>
  <inkml:trace contextRef="#ctx0" brushRef="#br0" timeOffset="7993">9543 2886 22968,'9'-9'230,"0"4"-180,-2 10 68,-3 0 212,-3-1 185,-2-1-95,-6-1-145,-7-1-6,-9-1 62,-3-7-40,3-8-90,7-13-66,6-15-18,7-12-265,6-6 227,5 3-18,5 10-10,1 13-29,1 12-33,4 9 0,7 9-6,17 12 11,13 13-258,-22-3 1,0 3 249,-2 5 0,-2 3 5,-4 4 1,-5 3-1,-7 4 1,-8 1 5,-9 4 0,-9 0-8,-10 4 0,-6-1-404,2-13 1,-3 0 0,-1-1 414,-4 1 0,-2 0 0,-1-1 4,-1-1 0,0 0 0,-1-2-4,4-3 0,-1-1 0,1-3 28,-11 5 0,2-6 16,8-7 1,3-7 73,-13-14 27,19-19-16,15-16-17,17-7-33,12-1-23,14 4-40,8 7-32,6 10 4,6 11-4,6 9 69,-26 8 0,2 3-84,1 2 0,1 1-134,2 4 0,-1 1-502,0 2 1,0 1-1166,-3 1 0,0 2 1832,-2 1 0,-2-1 0,2 2 0,-7-2 0</inkml:trace>
  <inkml:trace contextRef="#ctx0" brushRef="#br0" timeOffset="8160">10049 3178 26726,'21'20'-3528,"-7"27"3528,-17 3 0,0-3 0,-2-28 0</inkml:trace>
  <inkml:trace contextRef="#ctx0" brushRef="#br0" timeOffset="8820">10984 2708 20414,'0'-7'3635,"0"2"-2392,0 5-1187,-72-3 23,30 36-790,7-13 0,-8 2 1,8 4 732,6 18 1,8 4-29,-3-2 0,3 0 157,7-5 1,6-1-119,7 16 221,10-20 0,8-4-201,9-9 0,3-6 3,25 10 0,9-27 146,-15-17 66,-3-12-33,-16 2 1,-3-4-82,-6 0 0,-3-2 3,-1-9 1,-4-1-80,-1-19-22,-8 20 0,-1 0 28,-2 8 0,-2 1-31,0-7 0,-3 1-6,-4 4 1,-1 2-53,-11-7-34,-7 13-1,11 20-21,-7 16 16,-1 14-207,5 5 0,0 4-476,5 1 0,2 1-2753,0 11 1,5 0 3480,7-10 0,3-3 0,2 11 0,2-21 0</inkml:trace>
  <inkml:trace contextRef="#ctx0" brushRef="#br0" timeOffset="9026">11488 3044 27314,'-4'47'-778,"-3"2"-2196,-1 3 2853,0 3 1,2-24-1,4-6 1</inkml:trace>
  <inkml:trace contextRef="#ctx0" brushRef="#br0" timeOffset="9592">12120 2726 22671,'0'-4'3014,"0"0"-2471,0 4-498,3-7-12,-5 15 29,0 0-6,-10 16 11,-8 2 0,-7-2 34,-4-5 78,2-7 34,5-7 22,7-8 113,3-16-259,7 2 57,1-26-45,6 6-62,4-2 17,13-10-45,-3 27-22,26-17 0,-8 26-17,22 0 16,0 16-16,6 11 17,-30-1 0,0 2 2,-3 4 1,-2 2-6,-4 3 0,-4 3-213,2 32 213,-20-26 0,-7 0-6,-8 4 0,-6 0-16,-11 3 0,-4-1-502,-6 2 0,-2-2 557,0-2 1,0-2 5,5-7 1,1-4 18,8-7 0,2-4 197,-15-6-174,21-9 273,6-15-239,14-1-45,1-6-67,10 2 1019,7 6-1036,3 6-39,29 7-314,0 8-461,-11-1 0,2 2-589,-2 1 0,0 1 1431,7 0 0,-3 0 0,5 1 0,-4-3 0</inkml:trace>
  <inkml:trace contextRef="#ctx0" brushRef="#br0" timeOffset="9760">12814 3034 28671,'3'34'-1052,"1"1"1,-4 0 0,-2-2 1051,-7 17 0,-1-17 0,2-15 0</inkml:trace>
  <inkml:trace contextRef="#ctx0" brushRef="#br0" timeOffset="10260">13572 2737 26189,'-2'12'106,"-2"19"-120,2 10 0,-1 6-1108,-1-1 1,-1 0-420,-1 1 1,1-2 1540,1-5 0,0-3 0,0 10 0,3-21 0</inkml:trace>
  <inkml:trace contextRef="#ctx0" brushRef="#br0" timeOffset="10476">14131 3103 24839,'0'-3'1949,"-1"1"-1865,1 2-84,3-2-11,1 19-292,0 7-1383,-4 22 1686,-8 7 0,3-23 0,-3-3 0</inkml:trace>
  <inkml:trace contextRef="#ctx0" brushRef="#br0" timeOffset="10751">14790 2612 23539,'0'-5'2431,"0"1"-1854,0 4-482,27 27-22,-14 13-31,3-4 0,-2 2-478,-10 3 1,-5 2 446,-2 1 1,-4 1-822,-7 14 1,-3-2-342,5-17 0,0-2 1151,-6 14 0,3-7 0,6-18 0,1-1 0</inkml:trace>
  <inkml:trace contextRef="#ctx0" brushRef="#br0" timeOffset="11000">15413 3129 23231,'3'-8'2963,"0"2"-2716,-3 6-230,0 0-1,11 18-72,-11 7-1635,-1 32-454,-10-16 2145,-7 11 0,13-37 0,0-1 0</inkml:trace>
  <inkml:trace contextRef="#ctx0" brushRef="#br0" timeOffset="11433">16082 2810 26519,'-47'8'90,"9"-1"-79,16 19 0,2 7 3,0 2 0,1 1-9,2 1 1,2 0-9,1-2 1,3-1-26,8 24 5,16-20 18,12 2 5,16-13 45,21-15 16,-6-18-384,-24-3 0,-1-4 402,14-23-29,-13 1 62,-1-18-56,-19 17 0,-2-1-51,0 1 1,-2-1 19,0-7 1,-6 2 24,-14-17-33,-5 20 106,-10 18-1,-6 5-110,-19 4 44,20 5 1,0 3-102,-1 11 1,3 4-85,3 4-946,-13 24-4902,28-4 5216,2 2 0,7-13 0,3-11 1</inkml:trace>
  <inkml:trace contextRef="#ctx0" brushRef="#br0" timeOffset="11867">16806 2678 25842,'-2'-44'440,"0"0"1,1 4-1,3 7-406,6 15-17,0 8 5,9 5-22,-4 5 11,8 5-5,-2 5 16,3 5-11,-4-2 40,17 10-46,-2-7 1,18 8 0,-15-10 10,12 6-21,-23-3 5,4 6 17,-17 9 83,-16 21-1740,-3-21 0,-2 2 1713,-7 11 0,-3 1-14,-5 0 0,-1-3-40,4-7 0,-2 1 3,1-1 1,-1 2-1,1-2-243,2 0 1,2-1 231,-8 14 0,4-1-11,11-16 0,4-2 22,0 18-38,7-17 2939,-6 2-3819,-11-16-3364,-19 3 4260,-5-12 0,11-4 0,10-4 0</inkml:trace>
  <inkml:trace contextRef="#ctx0" brushRef="#br0" timeOffset="14143">3793 2996 23231,'18'-28'73,"0"-1"0,15-5 5,-15 73 34,-7 15-62,-8-21 1,-2 2 0,-3 23 16,-6-12 0,-2 0-577,-10 12 622,6-19 0,0-2 314,-8 4 415,7-18-275,4-15-132,4-22-311,3-3 112,1-43-134,8 5-358,-1 13 0,3-2 291,2 5 0,3 1-20,2 1 0,2 2-3,1 3 0,1 1 59,1 5 1,2 2-48,22-12-23,2 12-28,5 12 5,3 18 12,-10 5-17,-10 11 0,-2 6-45,8 20-340,-12-10 1,-3 3 166,-8-4 0,-5-1-124,4 24-614,-9-21 1,-1-1-445,3 5 738,5 7-77,3-33 654,7-25 275,12-30 0,-9 3 82,-8 3 0,-1-2 708,2-13-206,1-13 77,-3 6-67,-3 11 136,-2 12-578,-5 15-219,-3 8-44,-1 13 10,0 10-10,2 12 302,2 14-330,-1 7-18,4 4 6,1 1 12,4-6-12,5-9-5,-1-13 66,11-9 52,-8-16 27,10-11 6,-7-14 6,-4-13 21,-5-7-21,-7-5-6,-7-1-1,-5 1-49,-4 7-40,-3 8-28,1 11-56,1 11-83,4 7-52,2 9-245,2 7-797,7 8-1584,5 7-7053,8 0 9275,-5-6 1,-4-8-1,-9-8 1</inkml:trace>
  <inkml:trace contextRef="#ctx0" brushRef="#br0" timeOffset="14976">5039 3021 25562,'6'-32'61,"4"20"-61,13 56 0,-1 11 0,-5 4-302,-8 2 302,-4-5 11,-4-9 89,-1-13 79,0-15 213,0-12-263,2-39 67,1-3-87,1 2 0,0-3 26,9-26-210,-5 30 0,2 1 164,15-25-27,3 10-23,2 13-3121,8 11 3082,-12 10 0,14 6 5,-11 9 18,9 6-18,-1 9-2085,-1 18 2080,-15-7 2265,-2 20-2265,-15-10-17,-1 8 6,-3-4 11,0-11 17,0-13 140,1-10 3440,2-9-3468,4-11-56,6-10-23,5-14-11,4-10-33,3-4 27,-1-1 7,2 6-18,-2 10 12,-2 10-46,2 12 1,-8 8 6,7 11 5,-6 7-12,4 13 7,-3 6 16,-2 6 17,-2 2-28,0 0-17,3-7 28,6-6-11,-7-14 68,5-6 38,-10-18 0,4-9-5,-3-18-28,-3-13 17,-1-10-350,-5 28 0,-1 0 295,2-31-141,-2 10 106,0 11 0,-2 14 0,0 13 0,0 10 0,4 25 591,2 7-591,7 21 0,9 11 0,-4-16 0,-3-12 0,1 0 0,11 11 0,5 11 0,-5-2-34,-10-3-767,-10-2-985,-13-6 1786,-10-7 0,4-15 0,-1-7 0</inkml:trace>
  <inkml:trace contextRef="#ctx0" brushRef="#br0" timeOffset="15243">6507 2774 21971,'-4'0'3434,"0"0"-1793,4 0-1669,-28 1-129,36 0-325,-7 4-722,53 4-174,-22-2 0,0 3 1378,2 3 0,-1 1 0,4 1 0,-10 2 0</inkml:trace>
  <inkml:trace contextRef="#ctx0" brushRef="#br0" timeOffset="15377">6649 3094 17676,'-4'2'7511,"0"0"-5752,4-2-1742,-25-6 243,25 2-1313,-3-5 1053,48 5 0,-16 0 0,4 3 0</inkml:trace>
  <inkml:trace contextRef="#ctx0" brushRef="#br0" timeOffset="19099">9236 4383 15754,'6'-49'1997,"-1"0"1,1-2 0,-1 5-715,0 5-466,1-4-374,-1 11-264,-2 15-179,0 10 6,-1 14 27,0 13-22,0 30-3403,0 7 3392,-2 3-6,-1-26 1,-2 1-356,-8 22 319,3-20 0,-2 1 5,-2-1 1,-3-2 19,0-3 1,-3-3 31,-21 17 58,-1-16 28,-1-14 33,4-13-66,9-6 3357,-5-18-3263,12-1 499,-6-14-482,9 7 0,5 6-90,5 7-106,2 10-22,4 8 34,0 13 16,1 12-6,1 9 7,8 4 21,9-3 29,16-6 11,16-9-37,-18-13 0,1-3-187,4-2 1,1-3 183,1-3 1,-1-1-23,-1-2 1,-2-2-24,-3-2 1,-2-1-112,17-11-213,-12 2-639,-15 4-2447,-12 8 3422,-16 6 0,5 3 0,-6 1 0</inkml:trace>
  <inkml:trace contextRef="#ctx0" brushRef="#br0" timeOffset="37069">9168 5436 22567,'-31'-45'692,"1"0"1,1 4-1,2 10-440,-7 24-93,-1 7-53,-4 11-44,-1 7-40,1 10-5,6 6 11,8 17-28,13-15-5,10 20-12,17-20 0,18 10-3,1-20 1,4-4-443,-10-6 0,2-2 437,18 4 0,1-2 5,-17-8 1,-1 0 10,4 1 1,-1 1 206,12 9-148,-25 1 57,-61 17-79,7-14-323,-2-5 0,-5-1 303,5-5 1,-2-3-23,-2 1 0,-4-1-367,-16 2 1,-2-3-2872,15-5 1,1-2 2659,2-3 1,6-2 0,6-4 0,19 0 0</inkml:trace>
  <inkml:trace contextRef="#ctx0" brushRef="#br0" timeOffset="37951">9636 1900 25079,'-7'-58'96,"5"18"-63,10 56-5,5 13 6,0 14-57,-1 10-38,-6-6-418,-5-9 0,-2 0-2518,-8 20 2831,2-12 1,-1-3-1,-2-2 1,1-6-1</inkml:trace>
  <inkml:trace contextRef="#ctx0" brushRef="#br0" timeOffset="38658">9668 2333 15592,'-7'5'5914,"2"-1"-4659,5-4-124,0 0-464,6-36-365,9 12-173,-3-4 0,4-2 61,24-9-275,-16 18 0,2-1 121,4-2 1,1 1-12,3-1 1,0 1 4,0 0 1,0 1-12,-3 2 1,-2 0 42,16-13-6,-17 9-22,-11 7-191,-10 6-656,-4 3-1931,-7 3 2744,-4 2 0,2 1 0,-1 1 0</inkml:trace>
  <inkml:trace contextRef="#ctx0" brushRef="#br0" timeOffset="40650">9064 1316 15276,'0'-3'6419,"0"1"-2998,0 2-3794,-6-33-74,4 26 143,-3-19 108,8 34 126,3 14-453,2 3 285,3 10 241,-1 3-79,-2-1 113,-1-3 64,-3-5 16,0-6 455,-3-9 340,0-6-127,-1-7-488,-2-7-219,-1-2 45,-6-13-11,-4-12-50,-1-4-45,1-13-6,7 8-5,2 9 33,4-6-3409,4 18 3359,-1-3 17,3 11-74,6 8 57,-3 1 6,13 5-12,-1 6 45,15 10-17,-3 5-5,6 7 3402,-17-8-3408,2 6-11,-7-1 6,-3-1-1,-3-2 62,-7-13 90,-3-5 50,0-4-135,-5-19-27,0-1-17,-3-18-23,3 4 6,2 5-39,6-11 39,1 20 28,12-16-39,-2 20 22,9-2-11,-8 9-17,13 5 17,-12 5-6,22 10 1,-15 6-18,11 9 23,-14-7 6,3 6-73,-5-5-880,5 12-1887,-6-2 2834,-3 10 0,-10-22 0,-2 0 0</inkml:trace>
  <inkml:trace contextRef="#ctx0" brushRef="#br0" timeOffset="41452">10386 1424 30632,'-3'-2'1126,"1"1"-117,2 1-1009,-12-8 0,9 15 0,-10-1 0,14 20 0,3 2 0,0-6 0,8 5-618,1-13-641,7 5 1201,0-12-65,2-6-568,3-11 1828,2-8-251,0-10-361,-4-5-324,-7-5-201,-8-1 0,-9 2 0,-8 4-921,-7 8-581,-6 8 326,-2 8 437,0 7 76,0 9 265,1 6 245,0 10 36,0 7 73,3 6 24,3 6-103,5 2 0,9 1-129,12-1-118,13-5-53,5-19 0,5-4 3,15 5-312,-5-11 0,3-3-1296,18-4-1652,-25-3 0,0-1 2856,20-4 0,-25 2 0,-18-1 0</inkml:trace>
  <inkml:trace contextRef="#ctx0" brushRef="#br0" timeOffset="42542">9561 1902 19674,'2'-9'4222,"-1"2"-3106,-1 7 3812,0 0-3227,4-60-1253,-4 34-265,2-10 1,0 1 127,-2 16-470,0 3 318,-1 4-159,-1 5-657,0 2-729,0 2 560,1 3 858,1 4 49,0 6 44,1 3-42,5 27-79,-1-18 57,7 28 414,0-19-136,2 9-838,3-1-159,-1-3-17,-1-6 42,-3-7 160,-4-7 75,-2-6 283,-3-5 187,-2-3-51,-3-10 369,0 1-167,-6-14-24,-2-3 15,-6-19 21,3 4 39,0-5 98,7 20 89,1 4-486,2 11 218,1 1-77,1 5 52,0 2-187,1 8 518,1 5-118,0 12-170,0 10-543,1 20 80,-2-14-2193,1 19 2488,6-18 1,-3-14-1,2-3 1</inkml:trace>
  <inkml:trace contextRef="#ctx0" brushRef="#br0" timeOffset="42985">9539 2267 29432,'-17'-29'-609,"0"0"0,-10-17-49,26 44 263,0 2 342,1 5 414,1 0-392,6 13-109,1-4-571,6 6 680,-3-8 225,11 0-3295,-3-7 3261,4 0-97,6-6 214,-10-4 80,3 0 51,-2-6 39,-2-1-984,12-10-9294,-5 3 9597,-2 2 1,-12 8 0,-8 7 0</inkml:trace>
  <inkml:trace contextRef="#ctx0" brushRef="#br0" timeOffset="46650">5351 7930 21181,'-4'-57'1202,"0"1"1,1 6-1,0 10-787,2 20-415,0 11-96,1 6 46,-1 10 67,2 10-12,3 15-61,1 13-240,3 8-662,2 3-1916,2-1 2874,7-1 0,-9-25 0,2-5 0</inkml:trace>
  <inkml:trace contextRef="#ctx0" brushRef="#br0" timeOffset="47035">5630 7352 16359,'-3'-5'3697,"0"1"-2583,3 4-980,-52 68-788,37-25 682,-13 5 0,3 2 17,28-2 322,6-8 64,7-14 522,5-13-118,1-16-320,0-15-207,-1-16-45,-7-14-5,-5-7-1604,-11 21 1,-2 0 1452,-4-12 38,-15-7-72,2 29-34,-4 3-100,1 11-6,1 15 22,2 14-118,0 19-252,6 14-587,8 10 1048,12-27 0,4-1-46,7 4 0,3-2 0,4 5 0,5-7 0</inkml:trace>
  <inkml:trace contextRef="#ctx0" brushRef="#br0" timeOffset="47451">6053 7494 24637,'-18'46'28,"-1"1"0,6-8 0,1 3 0,2-1-23,2 15 1,2 3-1123,-1-9 1,0 3 0,0 1 1082,-1 2 1,1 1 0,0 3-131,0-5 0,1 4 0,-1 0 0,1-2-732,1-6 0,-1-1 0,1 0 0,-1 0 648,1-1 0,0 0 0,0 0 0,-2-1-641,-1 10 1,-1-1 0,-2-3-100,1-11 1,-2-2 0,-1 1 367,-2 5 0,-3 2 0,-1-4 1101,-10 12 1,-3-7 778,0-13 1,-1-9-141,1-14 0,1-10 347,-23-34-935,32-1 1,5-9-177,4-11 0,6-6-168,6 14 1,4-1-1,2-2-9,7-13 0,4-2 1,1 3-141,-5 16 0,2 3 0,1-1 17,8-13 0,3-2 0,-1 6 886,3 6 1,0 2-904,6-7 1,2 1-12,-2 7 0,0 3-14,-3 6 0,-1 2-26,-1 4 1,-1 3 350,-1 4 1,-1 1-1169,23-9-2531,-2 8 3360,-12 8 0,-15 5 0,-10 3 0</inkml:trace>
  <inkml:trace contextRef="#ctx0" brushRef="#br0" timeOffset="47984">6833 7590 18537,'4'-59'1740,"1"0"0,-1 7 1,-1 5-1198,0-8 578,-4 9-746,-1 29-297,-1 0-50,-3 28 95,-5 21-61,0 8-12,0-1 1,0 5-589,0 1 0,1 5 547,1 2 0,0 6 1,2-2-577,1-6 1,1-1 0,2 1 560,2 6 1,2 2-1,2-6 0,2-2 1,4-5-184,9 2 1,9-4-204,10-10 0,4-5 28,-9-3 0,4-2-2913,5-8 0,5-2 0,-6-4 1943,7-3 1,16-2 0,-53-4 0</inkml:trace>
  <inkml:trace contextRef="#ctx0" brushRef="#br0" timeOffset="53135">6969 7205 9940,'5'-10'3445,"-2"3"-667,-3 7 2839,0 0-4586,4-36-510,-4 25-319,4-26 67,-8 36-342,2 1-84,-4 5 118,-5 13 11,-9 18-135,-1 2-893,4-6 0,0 0 208,-6 13 0,3-6 0,10-18 0</inkml:trace>
  <inkml:trace contextRef="#ctx0" brushRef="#br0" timeOffset="71600">8015 7654 13782,'-5'-9'5484,"1"3"-2718,4 6-1611,0 0-1206,-32-58-66,25 50 178,-21-33 23,41 91-50,7 7-18,-6-17 1,1 0-5,10 17 13,-1-11 0,1-4-8,-2-3-9,-3-8 1,0-3 215,-2-10 302,-7-11-252,2-3 102,-4-22-96,2-17-40,5-20-1796,-7 13 1,1 0 1617,3-18-12,-4 12 0,1 4-38,-2 10-63,6-17-319,-4 36-11,4 10-207,7 17-246,8 18 341,-1 0-925,14 17 1838,-2-5-3773,-4-10 1,3 0 1473,-6-6 0,3-3 1447,15 3 1,1-5 1330,-16-11 1,-1-5 1841,6-10 1,-4-6-938,2-8 55,-18-10 1,-4-5-337,-1-11-923,-1-13 391,-7 2 62,-6 4-454,-5 6-184,-5 5-258,-7 26-146,-7 11 6,0 8 0,-27 28-17,9 8-119,12-8 1,1 2 104,8-3 0,3 1 3,4-1 0,3 0-8,-1 15-4,15 0 34,19-15 29,9-8 44,16-15 112,4-34-40,-9-8-83,-22 9 0,-2-1 196,8-28-6,-11 14 543,-5 4-716,-9 22-99,-4 10-2,0 8 16,-5 13-5,-4 11-11,-1 13-22,2 6 21,4-9 12,11 12 0,9-22 0,16 5 17,13-20 11,13-17-22,-7-8 5,-11-11 0,-2-4-229,1-6 232,1-12 0,-3-6-448,-17 17 0,-3-1 451,8-21 0,-2 0-17,-10 16 0,-1 0 11,-2-4 0,1-4 1,-2 3 7,0-1 1,0-1-4,-1 4 1,-1-2 0,0 4 25,-1 0 0,-2 4 59,-3-14-62,-2 26-11,-14 25-5,-8 26-4,3-2 1,-1 4-209,-1 9 1,0 4 177,1 7 0,2 2 16,3 5 1,5 2-9,3 2 0,6 0-64,8 1 0,6-2 14,7-3 0,8-4-719,10-2 0,8-5 447,-10-17 0,3-2 1,2-2-834,1-1 1,3-2-1,-2-3 1158,16 4 0,-5-3 0,-16-7 0,-5-2 0,2 0 0</inkml:trace>
  <inkml:trace contextRef="#ctx0" brushRef="#br0" timeOffset="72258">10435 7336 22375,'36'-20'-2926,"-1"-1"0,4 2 0,1 5 2926,-4 8 0,-1 4 0,13-2 0,-22 3 0</inkml:trace>
  <inkml:trace contextRef="#ctx0" brushRef="#br0" timeOffset="72457">10498 7612 21825,'-51'26'1161,"1"-1"0,5-3 1,11-5-747,25-12-141,10-4-128,17-5-168,24-5-233,-6 2 0,5-1-1516,11-1 0,4-1 1771,-12 3 0,3-1 0,-5 2 0,-2-1 0,-3 2 0,-4 0 0,0 0 0</inkml:trace>
  <inkml:trace contextRef="#ctx0" brushRef="#br0" timeOffset="73001">11375 7389 24995,'36'-27'-542,"1"-1"1,3 3 0,0 6 283,-7 13 1,1 5-955,8-2 1,-1 3-1309,17 3-2152,-22 4 1,-2 2 4671,6 7 0,-13 1 0,-22-9 0</inkml:trace>
  <inkml:trace contextRef="#ctx0" brushRef="#br0" timeOffset="73167">11638 7547 17445,'-51'29'1766,"0"-1"1,9-4-1,6-4-371,9-10-914,20-7-352,4-3-168,12-5-146,20-9-269,22-5 84,-14 7 1,4-1-1131,17-4 1,3 1 95,-9 2 1,0 1-3513,7-2 1,-5 2 4534,5-1 1,-24 5 0,-26 7-1</inkml:trace>
  <inkml:trace contextRef="#ctx0" brushRef="#br0" timeOffset="74526">12678 7336 18919,'-11'-41'1482,"0"-1"0,2 4 1,-3 11-1360,-11 25 23,-9 16-6,-10 16-101,19-8 0,0 3-25,1 3 0,3 1-17,3 1 0,4 0-19,2 31 39,21-4 50,21-6-39,-6-28 0,4-4-176,4-2 1,3-4 194,2-3 1,1-3 78,-1-4 1,-1-4 94,-1-8 1,-3-3-32,9-8 191,-9-25-145,-28 4-79,-11-18-73,-3 28 0,-3 1-167,-4-2 0,-3 2 133,-2 1 1,-2 2 5,1 3 0,-2 2 11,-19-12 208,7 11-398,9 9-319,12 9-231,5 9-917,3 13-4068,3 13 4884,4 3 0,-2-14 0,3-12 0</inkml:trace>
  <inkml:trace contextRef="#ctx0" brushRef="#br0" timeOffset="74792">13208 6801 23461,'-7'-8'2885,"2"2"-2544,-13-25 1,0-3-113,8 16-237,-12-20 0,8 10 13,21 32 34,17 17-33,-3 0 0,4 4-210,8 11 0,2 7 191,-2 3 0,2 6 0,-3-2-706,-8-13 1,-2-1 0,0 3 655,-1 5 0,1 3 0,-2 2 0,-5-3-275,-4 0 0,-6-3 0,-2 3-883,-3 12 0,-3 2 0,-4-2 1221,-2-6 0,-2-2 0,-2-3 0,-4 2 0,0-7 0,-9 8 0</inkml:trace>
  <inkml:trace contextRef="#ctx0" brushRef="#br0" timeOffset="75692">14332 6921 27667,'-45'-8'98,"1"1"1,0 2-1,5 8 360,0 33-260,6-5-353,8-6 0,3 0-145,-1 8 48,-2 12 84,27-16-291,16-4 68,20-7 5,16-5-71,-20-8 0,0-2 463,2-1 0,0 0 29,-2-2 0,-1 1 36,20-1 10,-20 0-157,-12 0 34,-15 1-146,-2 2-23,-10 3 571,-8 7-636,-13 7-40,-11 5-9,-8 5 336,-2 2 0,1 2-5,7 0-12,10-2 6,12-9-78,9 7 55,14-10 7,9 8-1,11-9 28,8-2-17,0-2 23,-7 2 34,-9 1 5,-12 7 22,-16 6 0,-12 6 23,-11 2-62,-1 0-61,8-5 39,13-3 22,21-7-56,22-4-274,27-7-426,-17-8 0,2-2-681,-5-1 1,-1-1 1397,7 0 0,-4-1 0,-7 0 0,-2 0 0</inkml:trace>
  <inkml:trace contextRef="#ctx0" brushRef="#br0" timeOffset="78401">7523 9259 20236,'-2'-47'700,"-1"0"0,1 6 0,0 8 687,2 18-1493,0 9 434,2 10-311,4 12 257,6 16-280,5 18 26,-8-18 0,-1 1-6,0 4 0,-1 0 466,2 23-475,-6-14 1,0-1-34,-2 9 34,-1-18 0,-1-3 206,1-3 355,-2-17-119,2-22-314,2-19-22,5-24-59,-2 17 0,3-2-130,2-5 0,2 1 130,3-2 0,1 1-218,2 3 0,1 1 176,1 5 0,1 2-3,0 6 1,1 3-4,20-10-33,2 16-22,3 13-6,3 16-17,1 15-267,-25-8 0,-3 4 183,0 2 0,-2 2-109,-1 3 0,-2 1-109,1 1 1,-2-1-293,10 19-1044,-6-16 0,1-3-1353,12 1 981,15 5 2299,-8-34 524,-3-20 889,-7-17 321,-8-13-276,-5-7-251,-6-1-275,-4 2-269,-3 10 402,-3 10-883,-1 13-334,-1 10-305,0 7 128,2 12 102,4 13-17,5 16-6,4 12-44,4 5-338,4 1 315,3-6 62,5-9 50,3-14 45,-1-14 84,-1-21 68,-4-13-3107,-2-32 3033,-11 12-8,-8 7 0,-2-2 278,-3-13-214,-1-12-33,-2 7-67,0 11-101,-1 15-152,0 11-408,1 11-292,3 6 2667,9 10-6761,12 8 4115,5 3 1,-7-6 0,-7-7-1</inkml:trace>
  <inkml:trace contextRef="#ctx0" brushRef="#br0" timeOffset="79166">9191 9193 21506,'-2'-6'4061,"1"1"-2599,1 5-1513,-8-51 68,10 51 11,-1-26-39,13 71-6,-1 10-11,-2 7-274,-7-1 313,-1-3 0,-5-10 23,0-12 5,0-15 112,1-11 1,1-13-91,0-10 6,0-11 269,0-11-274,2-8 27,3-4-21,5 0-35,6 5-16,3 8-23,5 7-10,3 10-7,5 6 12,5 8 5,2 10 12,0 8 22,-3 13-34,-4 9-10,-6 8 4,-7 3-21,-6-2-1,-6-3 17,-3-8 17,-3-9 23,1-12 38,0-7 35,1-11-29,3-8-50,5-14 11,4-13-6,4-11 6,3-6 17,1 2 28,-1 6 11,-2 8-23,-3 10 1,-3 7-23,-2 9-61,-4 5 22,-4 6 5,-1 3-22,1 7 23,7 16 5,-2-2 6,6 21-28,-5-6 5,4 11 12,4 2-18,1-17 1,1-1 23,7 7-12,15 6-12,-6-21 18,4 1 11,8 5-34,-8 1-28,-12-2 34,-14 2-23,-13 0-44,-16 2-40,-14 0-190,-16-3-521,14-17 1,0-2-791,-12 2 1619,-8-15 0,39 1 0,-3-7 0</inkml:trace>
  <inkml:trace contextRef="#ctx0" brushRef="#br0" timeOffset="80884">9765 9312 8657,'0'-12'5825,"0"3"-3321,0 9 3344,0 0-5081,1-40-297,0 30-296,0-29-157,0 39 22,-1 3 23,0 7-1,0 10 1,0 11-51,0 10-106,-4 5-381,-2 5-1120,-2 2 1596,2 4 0,3-26 0,2-4 0</inkml:trace>
  <inkml:trace contextRef="#ctx0" brushRef="#br0" timeOffset="81808">10766 9153 7884,'1'-6'9332,"0"2"-4151,-1 4-4464,10-31-230,-7 23-173,8-23-197,-15 31-117,-6 0-56,-23 5 56,5-1 11,-31 7 11,20-5 1,1 0 16,-16 2-19,18-4 0,3-1 164,11-2 113,9-4 17,2-1-6,7-3-39,4 1-118,0 3-145,0 2-23,1 7 84,1 9-11,3 25-44,-2-8 10,0 27-16,-4-12-6,-1 14 5,1-29 1,0 0-20,3 6 0,0-2 3,4 15-1,13 9-21,8-29-135,14 1-348,15-10-691,-16-16 0,2-3-1170,19-2 2377,-9-7 0,-4-3 0,-18 2 0,16-6 0</inkml:trace>
  <inkml:trace contextRef="#ctx0" brushRef="#br0" timeOffset="82234">11502 9108 23808,'-26'-26'523,"0"1"1,-16-16-378,38 41-90,-5 0-39,-1 2 5,-11 3 12,-1 4-1,-8 5-33,-1 7 12,9 1-1,5-1 0,11 4-17,5-1 23,12 19 0,7-4 0,17 9-12,6-11 1,-6-9-12,6 0 1,-14-9 5,0 3-6,-13-8 23,-9 0 22,-8-7 28,-14 4-10,-13-4-51,-32-1-41,3-7-427,24-3 0,1-2 148,-5-7-2307,8-11 2621,22-1 0,1 8 0,10 2 0</inkml:trace>
  <inkml:trace contextRef="#ctx0" brushRef="#br0" timeOffset="82484">11830 8973 21041,'0'-4'4465,"0"0"-3340,0 4-1119,-8-8 22,7 34-23,-6-10-5,7 15 0,3 7-42,-2 5 0,0 2-260,1 2 0,-1 1-158,-1 10 1,-1 0-1067,0-11 0,-2-2-2446,2-3 1,-1-2 3971,-2 19 0,3-26 0,1-19 0</inkml:trace>
  <inkml:trace contextRef="#ctx0" brushRef="#br0" timeOffset="83483">11813 9435 22043,'-30'-47'894,"0"0"1,4 7 0,6 7-515,14 16-452,13 9-102,16 0-22,23 4 39,1 3-45,-11 1 1,4 0-2250,3 1 1,1 0 2265,1 0 0,1-1 106,4 0 1,0 0 467,-14-3 0,-2-1-300,25-7-2097,-15-7 2188,-16 3 553,-8-12-481,-14 11 2618,-5-16-2511,-13 14 65,-9-3-194,-7 10 3235,3 6-3381,-15 10-73,14 8-22,-9 20-6,19-8-17,6 16 1,15-12 27,9 6-5,14-6 22,10-6 6,-5-10 33,9-5 51,-12-10 90,12-11-7,-12-6 80,0-11-46,-16 2 40,-6 1-6,-8 3-96,-5 5-44,-3 6-78,-1 6-34,2 5 6,-2 10-12,2 0-5,-9 23-6,8-4 17,-3 17 22,11-8-16,8-1-12,9-3 12,9-6 0,6-6-23,-2-8 17,-3-6 17,-6-8 11,-8-3 28,7-16 16,-7-2-27,5-15-45,-4-2 6,1-4-6,2 3 11,3 3 0,-1 12-11,13 1-17,-9 16 17,13-1 0,-13 12 12,18 14-29,-11 8 11,12 17 6,-10 4-11,-4 4-310,0 1 321,2-2 12,4-8-7,4-7-22,2-13 28,1-10-27,-1-16 10,-1-12 17,-2-15-11,-4-16-322,-19 17 0,-1-2 327,-2-6 1,-1-2 24,-2-5 1,-2-1-11,-1 0 0,-2 1 5,-1 1 0,-1 3 34,-2 5 0,-1 3 81,-4-19 16,-3 17 151,0 17-307,3 10 22,2 8-29,-2 12 669,-2 15-662,-2 19 0,5-13 0,0 2-277,2 5 0,1 1 268,3 3 0,2 1-72,4 2 0,2 0-82,5 0 1,3 0-506,4-2 1,2-1 132,1-3 0,1-2-622,-2-4 0,1-2 1069,-3-4 1,-1-4-1,1 3 1,-6-10 0</inkml:trace>
  <inkml:trace contextRef="#ctx0" brushRef="#br0" timeOffset="83650">13277 9155 24924,'48'-20'-333,"1"1"1,-1-1 0,-3-9 0,-5 8 0,16 25 0</inkml:trace>
  <inkml:trace contextRef="#ctx0" brushRef="#br0" timeOffset="84325">13923 8850 19479,'-2'-3'4374,"0"1"-2677,2 2-1607,-4-31-68,14 15 6,7-27 6,22 20-23,8 2 17,-1 2-5,-7 6-7,-14 6-27,-12 4-17,-8 2 34,-4 6 22,0 8-17,1 12 0,2 13 0,5 23 6,-1-15-262,0-9 0,1 1 256,12 20-6,-6-21 1,0 1 5,2 0 0,1-1 6,9 20-65,-13-17 1,-2-1-26,-3 0-81,-11 3 0,-7 1-457,-22 3-450,3-14 0,-4-2-846,5-11 0,-1-3 1907,-6-1 0,4-2 0,13-7 0,5-2 0</inkml:trace>
  <inkml:trace contextRef="#ctx0" brushRef="#br0" timeOffset="84792">14870 8888 24822,'52'-30'-1080,"0"0"1,4 3 0,0 7-2265,1 16 1,0 6 2210,-6 0 1,-4 0 0,14 1 0,-30 1 0</inkml:trace>
  <inkml:trace contextRef="#ctx0" brushRef="#br0" timeOffset="84942">14887 9198 24363,'44'-7'-531,"-1"1"1,0-1-1,14-1 1,-6 0-1,10-5 1,-28 6-1</inkml:trace>
  <inkml:trace contextRef="#ctx0" brushRef="#br0" timeOffset="85759">15797 9040 18341,'-9'-62'1757,"-1"0"0,1 4 0,1 4-1234,4 18 1,1 4 176,-2-19-369,4 21-387,1 17-72,0 16 139,4 17 34,5 19-40,8 16 0,-5-22 1,2-1-285,3 1 1,2-2 283,2 0 1,3-3 2,3-1 1,3-4-12,1-2 0,2-2-1562,3-4 0,-1-3 1654,10 1 141,-4-10-40,-28-17-106,2-14-28,-4-16 0,0-10-50,-1-1 268,7-5-952,10 11-375,8 12-835,10 19-2828,6 19 4716,-5 6 0,-14 0 0,-14-1 0</inkml:trace>
  <inkml:trace contextRef="#ctx0" brushRef="#br0" timeOffset="86341">16887 8742 19348,'-9'-39'664,"0"-1"1,0 3 0,-2 11 777,-3 23-1425,-11 13-3241,-17 29 3246,11-4 177,5 5 0,2 1-193,9-5 209,3-3 0,5 1-220,10-1-1,9 6 157,13-14 3130,2-15-3164,0-11 1016,3-19-835,-5-9 44,4-14-116,-16 14 1,-1-1-59,1-11 294,-3-11-182,-9 31-162,0 3-191,-1 10-5,0 24 111,-1 11-38,0 9 21,0 15-10,3-8-6,9 10-6,9-5-11,4-25 1,5-4 24,1-6 1,3-2-346,0-1 1,3-3 347,5-10 0,0-4 8,-7-2 1,-1-5 25,16-14 0,-1-6-26,-11-1 1,-3-4-444,-9 4 1,-2-3 0,-3 1 431,-2-5 1,-4-1 6,-5 4 0,0-4 0,-3 0 7,0-7 0,-3-1 1,-1 0-8,1-1 0,-1-1 0,-1 0 9,-2-7 0,-1-1 1,-3 4 28,-4-6 0,-3 7-8,2 15 0,-2 4 30,-3 6 1,0 6 8,-6 6-51,-12 24-38,5 33-320,10-2 0,2 6 311,3 11 0,3 2-152,2-7 1,3 3 26,5 10 1,2 6 0,2-6-42,0-9 1,4 2-578,2 2 1,4 8 0,3 2 0,1-8 597,5-7 0,2-5 0,-1-1 0,-4 2 0,0-1 0,-1-5 0,7-5 0,-1 0 0</inkml:trace>
  <inkml:trace contextRef="#ctx0" brushRef="#br0" timeOffset="87274">9588 10694 21574,'-48'-42'408,"1"1"1,1 2 0,2 12-129,-8 31-162,0 7-79,8 10 259,14 8-315,14 8 28,19 7-11,8-6-14,11-7 0,8-1-17,-2-9 1,2 0-539,16 9 0,3 0 516,-2-6 0,1-3 14,-1-1 0,-2-1 33,-10-4 0,-2-1 309,22 14-236,-38-3 149,-22 0-154,-34 1-40,4-14 1,-3-3-320,-8 0 1,-2-1 313,-3-2 0,-1 0-3,2-3 0,1 0-37,5-4 1,1-1-155,8-2 1,4-2-1340,-12-13 1516,25-8 0,12 12 0,10-1 0</inkml:trace>
  <inkml:trace contextRef="#ctx0" brushRef="#br0" timeOffset="87494">10046 10565 21024,'2'-3'3882,"-1"1"-3496,-1 2-397,17 47-34,0-5-45,0 0 1,2 2-576,-2-9 1,2-2 25,3 3 1,0-2-628,15 18 1266,-10-14 0,-1-4 0,-9-11 0,10 16 0</inkml:trace>
  <inkml:trace contextRef="#ctx0" brushRef="#br0" timeOffset="87674">10098 10933 18694,'-5'-5'5545,"1"1"-4951,4 4-448,-37-62-180,39 39-39,-11-13 0,7 3-425,54 21-6,-15 8 0,3 0-956,7 0 1,3 1-1762,7 0 0,-1 0 3221,-3 1 0,-4-1 0,-15 1 0,-4 0 0,6 0 0</inkml:trace>
  <inkml:trace contextRef="#ctx0" brushRef="#br0" timeOffset="87883">11041 10507 19120,'0'-4'5763,"0"0"-3208,0 4-2639,-11-57-51,8 51 113,-7-29-17,16 76-174,8 17-6,-3-24 1,4 0-390,1 4 0,2-1-157,3 1 1,0 0-782,2-1 0,-1-1-2669,-2-1 0,-1-3 4215,10 20 0,-14-23 0,-10-15 0</inkml:trace>
  <inkml:trace contextRef="#ctx0" brushRef="#br0" timeOffset="88041">10912 10899 25002,'-28'-43'538,"-1"0"0,0 4 0,12 9-463,23 23-165,15 1-342,25-1-879,3 3 0,3 0-457,-12 1 1,0 1 1767,18-1 0,-4 1 0,-21 0 0,0 0 0</inkml:trace>
  <inkml:trace contextRef="#ctx0" brushRef="#br0" timeOffset="89166">7231 11731 16829,'53'-27'50,"-1"1"1,1-1-1,0-4 1,-2 5-54,-3 14 0,-6 6-120,-11 4 396,-6 0-144,-13 3 857,-28 11-587,-16 5-184,2-2 1,-3 1-285,-6 2 1,-1 0 208,6-3 0,-1 1 179,-14 8 0,1 1-213,16-3 1,2 0-105,-3-2 1,3 2-25,-5 19 215,30-19-20,12 3-16,4-8 263,36 1-257,0-12-119,-11-2 1,2-1-23,-4-2 1,0 0 0,27 2-35,-21-1-10,-11 4 185,-23 1 840,-11 6-829,-19 8-45,-17 8-79,3-2 23,-12 5-51,17-9-95,-3 4-11,17-9 40,8-1 49,10-9 1,10 9 5,2-3 0,11 10 12,6-1-23,6 0-23,6-1-5,1-2 0,-6-3 11,-11-3 90,-11-2 39,-18-1-61,-18 2-35,-20 0-16,-16 0-305,26-8 0,0 0-449,0-1 0,0-1 754,0-1 0,2 0 0,-3-1 0,8-1 0</inkml:trace>
  <inkml:trace contextRef="#ctx0" brushRef="#br0" timeOffset="93992">6209 13922 9822,'6'-10'8861,"-2"1"-7716,10-31 1,1-12-1060,-10 16 1,-2-3 260,5-4 0,2-6 1,-3 6-122,-8 5 1,-2 4 1224,-8-15-891,3 27-62,0 4-470,-2 18-11,-4 32-6,2-4-25,2 3 0,2 2-154,2 18-51,4-20 1,2 2-233,4-1 0,4-1-1515,8 6 0,3-3-2873,10 10 4839,-6-18 0,-2-4 0,-7-11 0,0-1 0</inkml:trace>
  <inkml:trace contextRef="#ctx0" brushRef="#br0" timeOffset="94357">6600 13243 22991,'-47'39'151,"11"-22"-160,34 14 1,7 3-14,4-4 27,10 3 34,-1-12 152,10-10 408,1-18-213,0-11-212,-4-7 291,-10-32-292,-9 25-1648,-6-6 1,-3-1 1592,-3 7 140,-13-24 117,-1 29-302,-1 6-85,0 7-2340,-8 24 2302,11 0 1954,-17 22-2957,18 4-1350,12-3 0,4 0-3265,7 15 5214,6-15 0,3-5 1,-2-10-1,2-2 0</inkml:trace>
  <inkml:trace contextRef="#ctx0" brushRef="#br0" timeOffset="94575">7070 13358 22240,'0'-6'3781,"-1"1"-3507,1 5-268,-27 43-12,18 16-7,0-16 0,-2 8 0,3-1-967,5-2 0,3 0 1,0 2 726,0-4 1,-1 2 0,1 2 0,-1-2-716,1 14 1,0-1 0,-1-2-837,1-8 1,-1-2 0,0 0 1803,0 4 0,1 0 0,-1-8 0,0 13 0,-1-4 0</inkml:trace>
  <inkml:trace contextRef="#ctx0" brushRef="#br0" timeOffset="94717">6665 14705 10878,'11'-57'756,"-1"-1"0,0 1 0,2 2 1,0 1-1,0 1-94,-1 9 0,-1 1 1,2-1-535,7-9 1,3 0 0,-2 6-115,-4 11 0,1 2-121,9-9 1,5-5 0,0 8-578,-2 11 1,1 3 683,17-12 0,-1 3 0,-2 9 0,-6 9 0</inkml:trace>
  <inkml:trace contextRef="#ctx0" brushRef="#br0" timeOffset="96808">3912 13899 24144,'-16'13'157,"6"1"-95,17 11 22,6-4 61,6-5 85,5-8 44,2-8-39,0-16-88,0-14-7,-2-18 0,-5-11-386,-13 25 1,-2 0 295,0-2 1,-3 0-15,-2 0 1,-1-1 19,-1 4 0,0 0 89,-6-22 57,0 19-45,1 17-152,1 13-16,-2 18 602,-3 16-579,-6 23-1,9-17 0,0 3-524,0 6 1,2 2 526,1 4 0,2 1-17,2 0 1,3-1-21,2-2 1,5 0 16,7 0 1,4-4-1,12 11 0,-2-26 1,4-6-285,21-11 298,-17-10 1,0-5 2,1-5 0,0-6-3,-2-6 1,-2-4-238,-2-6 0,-2-3 246,-3-5 0,-3-2 51,-3-6 1,-3-2-50,-3-3 1,-3-2-1,-3-2 1,-2-1-6,-3 3 0,-1-1 25,-1-3 1,-1 4-18,-1 19 0,-1 2 40,-1-2 0,-1 6 22,-2 12-84,-2 3 265,2 14-304,-1 17 45,-2 18 22,-2 27-99,5-23 0,-1 3 82,1 5 1,1 2-12,0 2 0,1 3-6,2-11 0,1 1 1,1-2-1,1 2 1,1-2-12,6 14 0,4-4-5,21-1 2,-11-24 1,4-3 291,2-7 0,1-5-255,31-3 0,-5-22 16,-9-17 1,-10-19-9,-21 19 0,-4-4 6,-2-13 0,-2-1-20,-3 15 0,-2-1 59,-1-23 0,-1 2-14,-3 11 22,0 7 1,0 1 128,-4 4-33,-1 1-34,1 15-112,1 9-39,2 7 706,0 9-701,0 12-3092,1 29 3092,0-11-177,7 11 0,4 3 180,-1-21 1,1-1 2,7 19 0,2 3-34,0-10 0,1-1-112,-5-7 1,-1 0-443,0 11 0,-4-1-1148,-8 17-270,-5-30 1,-3-2 2005,-14 3 0,7-16 0,3-11 0</inkml:trace>
  <inkml:trace contextRef="#ctx0" brushRef="#br0" timeOffset="97184">5079 13794 11262,'2'-2'8900,"0"1"-5545,-2 1-2778,58 13-135,-29 1-367,4-4 1,-1 0 238,-8 7 61,-10-11-145,0-1 224,2-9-28,1-14-180,0-5-3319,3-23 3180,-10 16-1,-3-6 258,-7 4-235,-3 13 190,-7-14-235,2 23 146,-10-6 3190,10 12-3359,-11 2-50,10 6 12,-15 22-23,8 6-34,-6 21-5,10-10-123,9 14-326,17-11-1170,5-14 1,5 0 809,17 11 0,0-12 0,-23-20 0</inkml:trace>
  <inkml:trace contextRef="#ctx0" brushRef="#br0" timeOffset="98525">7917 13113 15238,'1'-9'3075,"8"-28"0,2-5-1472,-5 12-1147,4-11 0,-1 3-108,-8 24-320,0 9 106,2 18 168,3 18-16,2 26-183,-4-17 1,-2 4-616,-1 7 1,-4 3 555,-2 6 1,-3 1-71,1-18 0,1 0 0,-1 0-141,0 0 1,1 0 0,2-1-705,2 17 0,7-3-2705,10-8 1,8-4 3575,3-10 0,3-7 0,15 5 0,-13-21 0</inkml:trace>
  <inkml:trace contextRef="#ctx0" brushRef="#br0" timeOffset="99450">8560 13626 14338,'17'-57'1830,"1"1"1,-1-1-1,-3 9 1,-2 1 0,-2 4-1599,-3-2 1,-3 5 534,-4-14 103,-2 36-651,0 3-108,0 11-100,-2 18 34,0 21-22,-4 26-330,4-22 0,0 3 304,0 2 1,3 1-7,0-1 1,5 0 8,3-5 0,4-1 17,5-5 0,5-3-95,3-6 0,4-5 106,3-4 0,0-6 50,30-4 17,-6-21-11,-9-18-59,-26 9 1,-2-3-1,-1-3 0,-1-2-14,-1-2 0,0-2-19,-2 0 0,-1 1-9,0 1 0,0 2-212,2 0 0,1 2-404,9-8-3547,7 12 3284,-10 20-1967,8 11 2863,1 9 0,-9-5 0,-1 4 0</inkml:trace>
  <inkml:trace contextRef="#ctx0" brushRef="#br0" timeOffset="100108">9810 13315 23091,'9'-48'707,"0"1"1,1 1 0,-5 8-181,-9 20-214,-3 2-206,-25 18-90,7 6-3,-3 7 0,0 3 19,-4 7-28,5-1 1,0 2-451,-11 20 451,16-16 0,2 1 40,5-3 1,2 1-80,-4 28 22,12-22 11,13-3-6,11-24 34,12-5 78,21-23-38,-6-7 316,1-9-283,-13-4-6,-14 7 17,-1-6 40,-8 9 10,-7 10-140,-3 11-22,-3 10 45,-5 13-28,-6 12-51,-8 23 23,7-12 11,3 25-5,13-37-1,10 16 17,22-22-22,-3-4 19,9-14 1,4-6-1,-10-4 1,-1-2-338,8-2 0,1-2 332,-1-5 0,-1-6 2,-5-5 1,-3-3-3,-4 8 0,-1-4 2,-5-4 1,0-6 0,-5 1 5,-5-1 0,-2 0-550,3-8 1,-2-2 549,-4-2 0,-2 2 3,-1 10 0,-1 1-96,0-6 1,0 0 134,-1 10 0,-1 2 121,-5-14-152,1 24 565,-5 13-576,-2 22 6,-17 37-6,12-17 0,0 4 252,-2 2 0,1 4-260,3 1 1,1 5 0,2-6-7,2-5 0,2 0-7,0 8 1,-1 6 0,6-5-47,7 0 0,9-2-125,5-4 0,7 1 0,4-3-516,0-6 1,3-4 0,4-2-49,11 2 0,5-2 0,-3-5-821,6-3 1,-2-6 1565,4-2 0,-6-4 0,-14-2 0,-3-2 0</inkml:trace>
  <inkml:trace contextRef="#ctx0" brushRef="#br0" timeOffset="100350">11063 13052 20537,'-6'0'3540,"2"-1"-2089,4 1-1585,37-31-24,-10 23-296,21-9 1,5 1-174,-17 14 0,0 3-1080,14-2 1,0 1 1706,-11 2 0,-6 1 0,5-1 0,-12 3 0</inkml:trace>
  <inkml:trace contextRef="#ctx0" brushRef="#br0" timeOffset="100508">11252 13197 24251,'-46'18'737,"-1"-1"1,4-1-1,15-4-563,27-11-135,8-2-67,40-9-370,9-2-914,-10 3 0,4 0 1312,1 1 0,-3 1 0,9-2 0,-9 3 0</inkml:trace>
  <inkml:trace contextRef="#ctx0" brushRef="#br0" timeOffset="101208">12059 12915 25410,'30'-18'-361,"0"-1"1,6 2 0,2 5-477,4 7 0,3 5-2673,3-1 0,0 2 3510,-6 0 0,-4 2 0,10-1 0,-23 2 0</inkml:trace>
  <inkml:trace contextRef="#ctx0" brushRef="#br0" timeOffset="101384">12196 13251 23630,'49'-18'-220,"0"0"1,0 0 0,0 0 0,-2 1 0,0 0-1,-2 0 1,-2 2-866,-1 2 0,-2 1 1,-1 0 320,22-9 1,-6 1-1,-22 9 1,-4 0-1,18-8 1</inkml:trace>
  <inkml:trace contextRef="#ctx0" brushRef="#br0" timeOffset="101568">12993 12722 19546,'-1'-4'5125,"1"1"-3210,0 3-1881,2-19-23,5 41-67,1 1-109,-3 12 0,-2 5-612,0 3 0,-1 1-1844,-1 1 0,-1-2 1967,1-4 1,0-4-1,1 9 1,0-21 0</inkml:trace>
  <inkml:trace contextRef="#ctx0" brushRef="#br0" timeOffset="101834">13510 12354 26934,'33'30'29,"-1"-1"1,-1 7 0,-5 4-33,-6 15 1,-6 6-449,-5-18 0,-3 1 0,-2 2 88,-5 13 1,-4 2 0,-1-3-1052,-1 4 0,-5 0 1414,-3-15 0,-4 3 0,-1-2 0,3-9 0,-10 12 0,4-13 0,0-1 0</inkml:trace>
  <inkml:trace contextRef="#ctx0" brushRef="#br0" timeOffset="103134">8542 14855 20666,'3'-58'1105,"0"0"0,-1 6 1,2 3-723,0 15 1,1 3 64,1-11-325,-2 20-128,-2 15 10,5 20 6,6 16 6,5 21 6,-8-18 0,-1 2-282,-1 3 0,-2 1 273,-1 0 0,-2 1-11,-2-1 0,-1 0-12,-2-4 1,-1 0 14,-3 22 27,-2-16 130,3-19-18,3-19-72,2-21 45,5-20 5,3-19-53,-2 24 0,2-2 54,1 0 1,1 0-69,1 2 0,1 1 17,12-23-57,2 15-21,2 13 5,5 15-11,7 8-6,7 13-95,6 9-196,-24-3 0,-1 2 84,1 2 0,0 1-157,0 1 0,-1 0-263,-1 1 0,0 0-1227,21 15 225,-8-6 436,-8-10 1086,-8-11 562,-5-15 312,-4-13 269,-1-15 174,-1-9 17,-2-1 215,-3 2-641,-3 11-328,-2 11-501,-3 10-140,1 9 146,3 13 50,5 11-44,3 16 27,3 8-11,2 1-22,1-4 17,3-8 11,3-9 33,6-12 17,5-15 12,7-16 44,1-13 34,-5-12 17,-10-9 22,-12-4-17,-8 1-67,-8 5-50,-3 11-90,-2 12-382,1 12-1595,3 7-370,8 25-5264,4 1 6819,6 14 0,-6-17 0,-5-6 0</inkml:trace>
  <inkml:trace contextRef="#ctx0" brushRef="#br0" timeOffset="103950">9986 14654 19059,'1'-6'5371,"0"2"-4105,-1 4-1339,9-38 73,-5 34 23,13-17-18,-4 51 6,5 13 1,-1 3-35,0 4 6,-7-19 17,-1 1 73,-7-22 185,-1-3 33,0-7-145,-2-10-51,-1-10 22,-1-10 57,0-9-34,2-1-67,7 0-3409,7 1 3336,0 17 0,9 0-6,1 16 17,9 1 6,8 5-17,3 8 11,0 9-27,-4 12-7,-6 9 23,-9 5-11,-8-1 5,-7-4 18,-7-4 3391,-3-15-3375,-1-2 39,0-15 107,2 0-46,2-7-111,3-8 6,7-10-1,3-7-11,6-2 0,2 3-5,1 4 0,6 7-6,-9 9 5,12 3-5,-7 11-22,6 3 22,-1 8 0,-4 2 17,-1 3-17,-11-8 5,3 1 34,-9-10 45,8-6-11,1-12 45,6-12-51,-7-1 118,2-14 0,-8 3-23,2-9 41,-3-4-203,-5 15 0,-1 7 0,-3 17 0,-1 9 0,0 1 0,0 7 0,1 7 0,5 12 0,4 12 0,6 9 0,-2-12 0,2 1 0,-1-5 0,1 1-140,6 5 1,0-1 139,9 8 0,5 2-3300,-12-2 3182,-6-8-784,-11 12-3903,-31-13 4805,3-6 0,-5-5 0,14-16 0</inkml:trace>
  <inkml:trace contextRef="#ctx0" brushRef="#br0" timeOffset="104401">11761 14421 26609,'-9'-14'56,"-32"7"-73,-9 13 17,12-1 0,-2 0-3,1-1 0,2 0 9,-20 1-12,16 0-5,26-4-34,13 3 73,3 5-16,1 2 27,4 12 62,8 14-57,3 7-16,-1 3-1682,-4-10 0,0 0 1688,-1-2-23,-1-4 0,1 0 34,2 4-62,2 2 17,8 13-33,1-13-40,9-5-39,-6-19-521,31-10-117,-10-11 1453,-11 1 0,0-2-3005,-6-4 1,-1-1 2301,19-14 0,-19 10 0,-15 6 0</inkml:trace>
  <inkml:trace contextRef="#ctx0" brushRef="#br0" timeOffset="105204">12147 14571 18431,'-2'-6'6234,"1"2"-5052,1 4-1075,6 14 27,0 10-33,3 16-28,-5 5-57,-2-1-21,-1-6 16,-1-7-17,-1-12-5,-1-2 179,-1-11 17,0-2-39,-1-9-57,0-8 1,-2-10-17,1-11-23,5-10-11,3 4 17,5 5 0,2 0-221,11-12 187,-5 15 1,2 1-12,14-5 11,-2 14-10,-1 11-12,-2 12-12,0 13 12,1 12 23,-3 13-23,-4 10 5,-7 5 7,-5 2-12,-4-6 0,-1-9 210,0-14-210,1-10 61,0-10 23,4-9 6,6-10 16,6-9-5,6-11-6,1-7-39,-1-2-5,0 2-12,-4 6-22,-2 10-6,-2 9 0,-1 7-11,2 5 11,3 7-5,3 5-1,3 8 1,0 5-17,-1 0 11,-3-1-6,-4-5 17,-5-6 45,-4-7 12,-1-11 4,3-9-4,2-10 10,3-6 28,-2-2-9,-1 4-97,-4 7 0,-4 8 0,-3 9 0,-4 3 0,0 7 0,3 10 0,2 10 0,4 12 0,1 6 0,1 1 0,1-2-13,0-7-799,0-7-812,-2-10 196,-4-8 1428,-2-9 0,-4-1 0,0-3 0</inkml:trace>
  <inkml:trace contextRef="#ctx0" brushRef="#br0" timeOffset="105350">13147 14304 24071,'38'-16'-1787,"-4"6"0,-9 24 1,-10-6-1</inkml:trace>
  <inkml:trace contextRef="#ctx0" brushRef="#br0" timeOffset="105801">13664 14473 22722,'0'-3'4016,"0"1"-3048,0 2-945,-75-21-51,50 25 28,-21-7 0,3 7-11,23 32-17,-1 11-17,8 1-11,9-4 0,15-7 5,10-10 40,10-13 22,2-16-5,-2-17 28,-3-16 22,-6-14 16,-4-11-328,-12 25 1,-1-2 303,-2-4 0,0-1 22,-2-4 0,0-1 33,0 0 1,-1 0 50,-1 4 0,1 1-50,-1 7 0,1 2-104,-2-12 0,1 19 0,1 15 0,0 8 0,1 26 0,6 16 0,-3-4 0,2 4-57,2 6 0,1 1 57,-1 5 0,0 2-481,0 0 1,0 1-58,-1-2 1,1-2-570,0-4 1,1-3-3058,0-7 0,1-4 4164,8 11 0,-7-23 0,-6-13 0</inkml:trace>
  <inkml:trace contextRef="#ctx0" brushRef="#br0" timeOffset="106156">14019 14340 22251,'1'-46'925,"1"0"1,0-1-1,2-10 1,2 7-822,10 2 36,8 21-35,-2 14-60,6 3-17,1 6-17,0 5 27,3 5-32,2 4-12,2 4 23,-2 3 39,-1 0-6,-2 0 17,-3 0-33,-5 2-17,-4 2 28,-3 6-34,-6 9-6,0 10 23,-5 11-14,-2-26 0,1 2-171,0 1 0,2 0 162,1 0 1,1 0 11,2-1 0,0-1-6,10 26-3418,-9-4 3300,-10-22-402,-26-4-1290,-22-20-3117,14-6 1,-2 0 3755,-21-4 1,16 0 0,28 0 0</inkml:trace>
  <inkml:trace contextRef="#ctx0" brushRef="#br0" timeOffset="106634">15093 14203 24322,'52'-17'-107,"-1"0"1,0 0-1,-2 2 1,-1 0 0,-2 5-284,3 7 1,-2 4-906,-6-1 1,-1 2-6105,21 2 7399,-21 3 0,-20-2 0,-12-1 0</inkml:trace>
  <inkml:trace contextRef="#ctx0" brushRef="#br0" timeOffset="106807">15227 14342 23657,'60'-13'-919,"0"1"1,1 0-1,-1 0-1333,-2 2 1,-1 0 1914,3-3 0,-4 1 0,-23 5 0,-4 0 0,19-6 0</inkml:trace>
  <inkml:trace contextRef="#ctx0" brushRef="#br0" timeOffset="107669">15982 13984 16135,'-2'-3'7158,"0"0"-4990,2 3-2118,-24 1-22,20 20-5,-9 9-7,31 21-8,-3-24 1,4-1 5,2 1 0,2-3-138,3 0 0,2-3 140,26 12 130,-6-14 72,-8-22-178,-15-6 66,-1-25-44,-9-5-23,2-15-22,-3-6-351,0 2 200,1 7-180,4 12-196,7 14 0,10 13-604,8 15-740,7 9-1479,3 9-2195,0 3-925,3-1 5708,1-2 745,3-6 0,-4-7 4571,-11-8 803,-12-11-1878,-14-8-1234,-10-9-587,-9-4-510,-11 0-78,-16-1-858,4 13 250,-18 3-395,11 19-17,-9 11-44,3 12-29,5 13 17,8 6-11,10 3 0,7-2 6,12-5 33,10-6 51,10-10 50,8-9 44,1-12 18,1-14 0,-4-10 55,-4-12 18,-7-4-63,-7-4-10,-7 5-28,-4 6-62,-4 11-96,-1 10-44,-1 9 34,1 10-23,0 10 17,8 9 28,7 6-11,13-1 11,10-1-22,10-9-6,9-8 14,-24-11 0,1-4-180,4-4 1,0-3 184,1-4 1,-1-4-20,1-6 0,-3-3 11,-1-6 0,-4-4 8,-2-5 1,-4-4-9,-3-6 1,-5-2-437,-3-6 0,-5-2 450,-4-2 0,-4 0 0,-4 2 1,-4 1 30,-1 7 0,-4 1-47,-2 7 0,-1 5 65,-4-7-74,-1 15 0,17 30 327,0 17-327,4 25-1193,-1 9 1,1 4 1192,-1-13 0,1 2 0,-1 7 0,-1 5 0,1-2-482,-1-11 0,1-2 0,0 2 309,0 11 1,0 3 0,3 1-2044,4-8 0,3 3 1,1-1-1,0-3 2216,1 2 0,1-3 0,1-2 0,0-3 0,2-2 0,-2-7 0,10 9 0</inkml:trace>
  <inkml:trace contextRef="#ctx0" brushRef="#br0" timeOffset="112919">9745 16129 18913,'0'-5'5069,"0"0"-3540,0 5-1462,1-56-22,4 45-11,7-34 16,7 66-22,4 12 11,-1 9-16,-4 4 5,-5 0-23,-4-2-27,-4-9 33,-3-9 62,-1-12 145,-1-7-10,2-11-113,1-11 34,4-12-23,3-13-1743,-2 9 0,0 0 1676,5-14-81,-3 12 0,1 2 104,3-5 5,5-1-39,-1 10-11,4 10-23,3 8 3345,6 4-3344,2 11 136,2 7-143,-2 11-3413,1 18 3419,-13-11 6,4 18-33,-13-17-96,2 6-174,1-5-217,1-5-198,5-10-396,5-7 1884,4-11-770,7-10 0,-18 3 0,0-3 0</inkml:trace>
  <inkml:trace contextRef="#ctx0" brushRef="#br0" timeOffset="113941">10389 16277 8741,'-8'4'4179,"1"-1"-1071,7-3 1821,0 0-3977,0-4 107,0 1-560,0-3-79,0 2-247,-1 2 130,0-1-12,1 0-50,-1-2 139,1-5-233,-1 2 138,1-8-16,2-2-23,2-9 85,9-19-197,5-1-3386,7-8 3314,-6 21 50,2 2-23,-4 15-61,12-3-22,-8 11 5,26 8-16,-13 17 5,7 4-73,-6 22-230,-12 2-498,-9-8 0,-2 3 121,-2-6 0,-2-1 680,0 2 0,-1-2 0,0-3 0,-2-13 0</inkml:trace>
  <inkml:trace contextRef="#ctx0" brushRef="#br0" timeOffset="114301">11275 16045 23136,'11'-31'893,"0"0"1,6-20-167,-16 47-274,-1-1-153,0 3-59,0 0-71,2 21-175,-1-5 264,6 35-265,-1-13-106,5 17 17,-3-17-336,7 7-1350,2-4 677,-3-7-8317,2 6 9421,-12-25 0,1 0 0,-5-9 0</inkml:trace>
  <inkml:trace contextRef="#ctx0" brushRef="#br0" timeOffset="114475">11254 16194 13911,'-5'-4'8480,"1"1"-4850,4 3-3552,-44-41-78,51 29-78,-19-30-281,70 40-73,-22 1 1,1 0-1124,4 0 0,-1 0 216,-7 1 0,0-1 1339,11-2 0,-4 1 0,-11 1 0,13-2 0</inkml:trace>
  <inkml:trace contextRef="#ctx0" brushRef="#br0" timeOffset="114701">12050 15826 27723,'-28'-41'-11,"12"21"-6,26 55 12,5 16-57,1 9-313,-10-28 1,-1 2 82,0-1 1,-2 0-409,0-1 0,-1-1-2436,1 26-394,-2-17 2745,-1-7 1,0-22 0,0-2 0</inkml:trace>
  <inkml:trace contextRef="#ctx0" brushRef="#br0" timeOffset="114868">11821 16125 23015,'34'-32'-98,"0"0"1,0 0 0,-1 2-1,1 2 1,1 7-808,11 11 0,2 5 435,4-1 1,-4 1-1,8 0 1,-9 1 0</inkml:trace>
  <inkml:trace contextRef="#ctx0" brushRef="#br0" timeOffset="115735">8637 16696 11229,'-6'0'5058,"1"0"-2238,5 0-2478,27-32-214,9 18-88,13-22 13,-12 28 0,-1 4-14,-1-1-3,3 5 1,-2 3-26,-14 2 40,12 13 72,-33-1 626,-15 9-682,-14 2 6,-19 2-40,4-6 51,9-7 0,-1-1 101,-7 4-51,-12 7 272,30-12-378,13-4 1038,7-5-965,8 1-45,1-3 45,10 3 22,18 3-112,-8-3 0,14 4 51,4 2-45,-1 1-129,-9-2 0,0 0 86,-3 0 1,-1 1 3,1 2 0,-2 1-6,14 11-84,2 18 67,-28-11 45,-10 15 33,-18-18 6,-12-7 1,-6-2-556,-19 9 532,19-12 1,-1-1 8,-2-1 1,2-2 63,-4 1 189,-9 2-289,26-11-135,10-3-347,9-6-2571,11-6 3064,5-2 0,-3 1 0,-3 2 0</inkml:trace>
  <inkml:trace contextRef="#ctx0" brushRef="#br0" timeOffset="117325">6368 18277 16728,'-51'7'548,"1"0"0,-1 0 0,3-1 0,1 1 0,10-1 292,6 1-146,7-1-201,15-2 202,24-3-23,35-4-518,-1-1 0,7-1-762,-3 1 1,4-1 0,3 0 618,-5 1 0,3-1 1,1 0-1,2 1-555,-7 0 1,1 0 0,2 1 0,0-1 0,0 1 550,3-1 1,2 1 0,0 0 0,0 0 0,0-1-371,1 1 1,0 0-1,0 1 1,1-1 0,-2 0 377,-1 0 1,0 0 0,0 0-1,-1 0 1,0 0-197,-4 0 1,-1 0 0,0 0-1,-1-1 1,-1 1 206,9-1 1,-2-1 0,-1 1-1,-2-1 4,-6 1 1,-1 0 0,-2-1 0,0 1-43,6-1 1,-1 0 0,-3 0 425,12 0 1,-5 0-1025,-14 3 0,-5-1 610,9-1 0,-26 3 0,-15-1 0</inkml:trace>
  <inkml:trace contextRef="#ctx0" brushRef="#br0" timeOffset="118857">19492 1424 17184,'-3'61'53,"-1"0"0,2-6 0,0 3 1,1-5-1553,1 2 0,0 0 1669,0 2 0,0 5 0,1 1-275,-1-15 1,1-1-1,-1 2 1,1 1 370,0 6 0,0 3 0,0 0 0,0 1-250,0-7 1,0 1 0,1 0 0,-1 0 0,1-1-20,-1 3 0,1-2 0,-1 1 0,1 5 10,-1-3 1,1 5-1,0 2 1,0 0 0,-1 0-1,1-4-166,-1-2 1,0-2 0,-1-1-1,1 1 1,-1 4 187,1-3 1,-1 3 0,0 3-1,0 1 1,0-1 0,-1 0-1,1-2-185,-1-5 1,-1-1-1,1 0 1,-1-1-1,0 0 1,0 0-1,0 1 180,0 2 1,-1 0 0,0 0 0,1 0 0,-1 0 0,0 0 0,0 1-41,-1 1 0,1 1 1,0 0-1,0 0 0,0-1 1,-1 0-1,1-3 50,0 0 1,0-3-1,0-1 1,0 1 0,0 2-1,1 3 24,-1 0 1,1 3-1,-1 3 1,1 2-1,0-1 1,0 0 0,0-2-1,1-3-6,-1 3 0,1-2 1,0-3-1,0 1 0,0 2 1,1 4-22,-1-8 0,1 2 0,-1 2 0,1 1 0,-1 2 0,1-1 1,0 0-1,1-2 0,-1-1 4,1 0 0,0 0 0,0-2 0,1 0 0,-1 0 0,1 0 0,0 0 0,0 0-11,0 2 1,0 0-1,1-1 1,0 0-1,-1 1 1,1 1-1,0 1 1,0 1-5,0-5 1,1 2 0,-1 1-1,0 1 1,1 1 0,-1-1 0,1-1-1,-1-1 1,1-2 0,-1-2-15,1 6 0,-1-3 1,1-2-1,-1-1 1,1 0-1,-1 2 1,1 4 4,-1-2 0,1 2 0,0 3 0,-1 1 1,1 0-1,-1 0 0,1-2 0,-1-2 1,0-4 10,0 8 0,0-4 1,0-3-1,-1 0 1,1 2-1,-1 2-4,0-6 0,1 1 0,-1 2 1,0 1-1,0 0 0,0-1 0,0-2 1,0-2-10,0 7 0,0-2 1,0-2-1,0 0 0,-1 0 1,1 3 13,-1-2 0,0 1 0,0 1 0,0 0 1,0 1-1,-1 0 0,0-1 4,0-6 0,-1-1 1,1 1-1,-1 0 0,-1 0 1,1 0-1,0 0 0,-1 1-11,1 0 1,0 1 0,-1-1 0,1 1 0,-1 0 0,0 0 0,0 1 0,0 1-2,0-3 1,-1 2-1,1 1 1,-1 0-1,0 0 1,0-1 0,0 0-1,0-1 1,0-2-4,-1 6 0,0 0 0,-1-2 0,1-1 0,-1 0 0,1-2 0,-1-1-8,0 9 1,0-2 0,0-1-1,0 0 1,-1 2-8,1-4 0,-1 0 0,1 2 1,-1 0-1,0 0 0,1-1-55,0 0 0,1 0 0,-1-1 0,1 1 0,-1-2 0,1-1 14,0 2 1,-1-3 0,1 0-1,0 2 1,0 3-341,1-3 1,0 5 0,0 2 0,0 0-1,1 0 1,0-5 0,1-4 383,1 7 0,0-5 0,1-3 0,-1 1 0,0 0 0,0 0 0,0-2 0,0-5 0,2 9 0,-1 0 0</inkml:trace>
  <inkml:trace contextRef="#ctx0" brushRef="#br0" timeOffset="140283">16208 4139 25528,'6'-18'-106,"0"20"94,1 48-67,-3 12-709,-1-10 587,-5 11-191,-3-13-395,1-13 0,0-2 395,-1 5-151,3-4 627,4-36-252,4-16 235,-1-27 214,0-8-52,-6 18 1,-1-1 336,-8-20 16,-6 8-3210,-2 6 2852,3 13 358,-4 0-307,7 16 85,-3 0-315,3 12-2252,-3 12 2224,-1 1 2301,-12 15-2222,-14 10-29,-3 0-205,19-17 0,0-2 244,-5 0 482,7-8-207,16-17 3063,4-13-3287,13-16-34,10-12-73,2 5-3,1 11 1,3 0-25,14-9-192,-10 13 1,1 0 213,22-6-1376,-18 18 0,0 3 1331,13-1-5,11 5-46,4 18-333,-29 2 1,-1 3-338,1-3 1,-1 3 720,1 15 0,-6 0 0,-11-11 0,1 13 0</inkml:trace>
  <inkml:trace contextRef="#ctx0" brushRef="#br0" timeOffset="149916">10606 1230 32767,'7'-10'0,"-14"26"0,-10 21 0,-4 9 0,-3 3 0,-2 3 0,-1 3 0,0 0 0,0 0 0,-1-1 0,3-1 0,0-3 0,2-4 0,0-1 0,-1 0 0,2-4 0,-6 9 0,1-4-1628,20-38-269,3-12-1220,10-20 1792,3-21 3864,2-14-3021,-6 24 0,-3-2 283,-2 0 0,-3-1 532,-1-1 0,-2 0 35,-2 1 1,0 2-271,0 2 0,0 2 1773,-4-22-1695,4 15-477,3 16-469,3 12 97,1 11 52,10 11 126,11 12 99,21 16 209,-11-15 0,3 2-702,11 3 1,4-1-169,-10-6 1,3-1 0,-1-1 1063,-1-1 1,1 0 0,-3-3 0,4 3 0,-5-4 0,10 4 0</inkml:trace>
  <inkml:trace contextRef="#ctx0" brushRef="#br0" timeOffset="150748">16002 5176 24844,'-14'2'578,"3"4"-545,15 7-22,1 1 23,16 19 16,-1-7-5,14 11 0,1-11 50,5-10-33,-7-7 156,18-18-72,-18-12-1,9-18 1,-20-12-405,-10-7 376,-14-5-22,-7 4-44,-9 6 33,-3 15-23,-3 13-38,-3 14-51,-3 11 22,6 6 6,-8 13 34,0 19-6,1 7 0,16-15 1,3 2-169,0 27-107,18 3 6,3-30 1,6-1-459,5 0 1,6-3 23,5 1 1,4-4-1956,12 1 0,1-4 2630,-10-7 0,-3-2 0,-2-2 0,-4-3 0,-7-4 0</inkml:trace>
  <inkml:trace contextRef="#ctx0" brushRef="#br0" timeOffset="151932">16215 5287 22565,'-35'-46'1142,"7"9"-1125,27 38 22,1 5-22,1 0 11,4 9 11,8 5 51,8 3-34,-2-4 140,6-7-67,-12-10 134,9-8 39,0-15-134,-1-9-44,-3-15-1,-11-10 1,-13-1-40,-3 4-3348,-8 8 3304,6 25 10,-3 3-39,6 13-16,0-1-29,-8 7 23,6 1 0,-20 16 3425,8 2-3392,-13 17-10,6 3-18,3 7-1690,15-16 0,3 1 1702,-2 13-1018,12-13 1,5-1 1017,18 8 0,5-2-29,14-13 1,3-3-73,1-4-457,7-2 1,3-2-1681,-21-10 0,-2-1 2232,6 0 0,-2-1 0,10 1 0,-22-4 0</inkml:trace>
  <inkml:trace contextRef="#ctx0" brushRef="#br0" timeOffset="353574">993 18287 24575,'0'0'0</inkml:trace>
  <inkml:trace contextRef="#ctx0" brushRef="#br0" timeOffset="405947">21421 2097 18694,'1'-4'4291,"-1"1"-3602,0 3-644,-7-36-34,-15 25 22,-21-27 29,-19 36-332,26 3 0,-1 1 287,0-1 0,1 2 28,-27 4 22,15 0 56,15-1-16,14-3-68,9 0-39,6-1 5,1 2 608,-4 6-602,-2 8 34,-6 11 28,-3 10 22,-3 11-193,9-20 1,0 2 144,-1 3 1,-1 1-15,0 3 1,0 0 5,0 0 1,0 0 4,2-2 1,1-1 5,3-2 1,2-2 84,2 24-114,12-9 97,9-9-45,10-7-90,8-6-291,13-7-770,-17-11 0,3-2 1078,10-1 0,-1-1 0,6 0 0,1-2 0</inkml:trace>
  <inkml:trace contextRef="#ctx0" brushRef="#br0" timeOffset="414737">29295 2118 13833,'-52'-1'2180,"-1"1"1,4-1 0,3 0-1073,-12 3-520,14 0-324,16 1 50,17-2 274,9 0 62,10 0-253,11-1-234,18 0-29,14-4 6,10-2-186,-29 0 0,0 0 192,28-7 315,-6 0-37,-12 2-27,-12 3-42,-13 5-3,-7 2-29,-4 7-194,1 9-34,3 11-131,2 12-238,2 13 128,-7-21 1,0 2-179,1 4 0,-1 1 160,1 3 1,-1 0 10,-1 1 0,-1-1 101,-1 1 1,-3-2 29,-3-1 1,-4-2 15,-3-1 0,-3-2-38,-5-3 0,-4-3-128,-4 0 1,-4-3-437,-4-2 1,-2-2 652,-9-1 0,3-2 1,-8 2-1,4-5 0</inkml:trace>
  <inkml:trace contextRef="#ctx0" brushRef="#br0" timeOffset="415471">28401 2337 17972,'-9'0'3444,"2"-1"-2536,7 1-213,0 0-578,8 3-27,-2 3-17,5 4 319,-8 5-196,-7-4 145,-14 5-27,-10-8 16,-11-1 23,-2-7-16,9-10-7,6-16-240,15 3 55,3-19-61,14 10-17,5-5 1,11 5-46,-3 13-22,0 8 11,-2 11 0,4 10-5,12 10-6,12 13-17,-12-6 0,-1 2 12,12 13-1,-15-10 1,-6 2-46,-13 16 37,-12-17 0,-7 2-338,-10 2 0,-9 1 348,-6-5 1,-8 0-1,1-2-2,-3 3 1,-4-1 3,5-8 1,-5 1 0,-1 0-1,8-5 10,2-4 1,0-1 2,-3 1 0,-5 0 1,6-4 61,-15-7 39,25-17 0,3-4-51,1-5-10,10-25 44,26 13-50,6 2-45,12-2-12,11 10-16,21 16-5,-13 8 275,-9 6 1,2 6-1145,1 7 0,-1 4-442,-8-6 0,1 2 1344,10 10 0,-6-3 0,-15-8 0,-2-1 0</inkml:trace>
  <inkml:trace contextRef="#ctx0" brushRef="#br0" timeOffset="417288">21865 2370 10388,'0'-5'7752,"0"1"-3629,0 4-3838,2-14-167,-1 10-79,1-10-11,-2 15 73,0 3-40,0-1 130,-2 5 78,-4 1 11,-6 1 207,-5 0-78,2-4-185,1-3 201,6-3-77,4-5-6,-3-13-219,2-6-28,1-9-73,4 9 29,4-3-29,4 11-22,12-1 6,4 8-45,13 8 44,-8 5-3380,28 19 3353,-26-7-279,1 6 1,-3 3 249,-8 0-73,-7 8 0,-7 4 51,-28 19 36,10-23 1,-5 2-294,-11-1 0,-7 2 0,1-3 296,-6 2 0,-1 0 36,3-3 0,-3 1 0,1-3 29,-3 0 0,2-5 1249,6-7 1,2-4-1203,-9 2 740,12-11-661,18-13 138,2-7-206,14-18-55,20-10-34,12 3 0,3 8 22,9 13-2093,-5 12 2038,14 5-46,-2 10 154,-12 4-910,-10 7 1,-3 3-247,-4 2-1434,-1 1 0,-2 0 2515,-7-1 0,-3-4 0,-7-10 0</inkml:trace>
  <inkml:trace contextRef="#ctx0" brushRef="#br0" timeOffset="417471">22323 2787 26379,'29'-13'-25,"0"-1"0,16 9-370,-42 33 0,-9 10-899,-2 18 162,-5-12 0,-2-4 0,4-11 0,-9 15 0</inkml:trace>
  <inkml:trace contextRef="#ctx0" brushRef="#br0" timeOffset="425405">22095 2336 16611,'-23'-42'1027,"1"0"0,-4 3 0,-1 12-540,-14 30-2968,3 8 1,-2 3 2682,-18 9-43,9 5 1,1 5 245,12-5 1,2 2-303,-9 11 1,1 4-34,4 1 0,4 2-11,7-1 0,5 2-6,7-3 1,7 0 351,7-4 0,8-3-344,5-4 1,6-3 36,7-4 0,4-4-14,6-4 0,4-4-23,2-3 1,3-3-180,1-3 1,1-4 190,-1-5 0,0-3 16,-2-2 1,-1-4-15,-1-4 1,-3-5-12,-1-2 1,-2-4-12,-1-4 0,-3-5-6,3-15 1,-4-2 934,-9 16 0,-2-2-954,2-17 0,-4 1 14,-12 20 0,-3 2 361,-4-6 0,-5 1-384,-6 5 1,-7 3 5,-7 5 0,-5 4 3,-4 4 0,-4 4-32,-2 3 1,-2 5 33,2 3 1,0 3-12,2 3 1,2 4-20,4 3 0,1 5-8,2 3 0,3 3 13,-1 6 1,3 3-1,-2 5 1,2 2-193,0 5 0,2 2 187,1 2 0,4 1-6,4 0 1,5 0 179,3-4 1,7 0-183,6-5 0,6-2 2,6-5 0,5-3 3,8-4 1,4-5 7,4-5 1,4-4 8,1-4 0,2-5 19,0-5 1,-1-6 36,6-11 0,-4-3-45,-14 5 1,-2-3 16,9-14 0,-5-5-6,-14 7 0,-3-2-8,5-11 0,-3-5-8,-7 9 1,-2-3 0,-2 1-734,1-12 1,-3 2 728,-2 1 1,-4 3 19,-7 10 1,-5 5 154,-22-12-177,8 22 0,-4 2-3,-5 5 0,-3 5 0,-4 3 1,-1 5-4,-2 5 0,1 4 0,-1 4 1,2 5 175,2 5 0,1 4-190,3 5 1,1 3 8,3 5 0,1 4 8,9-3 0,1 2 0,2-1-8,-1 3 0,2 0-9,-1 21 1,6-1-12,8-23 0,6 0 8,2 6 1,5 0 2,6-6 1,4-3 8,7-5 0,5-5-3,3-5 0,3-4 11,3-4 0,1-5 22,1-7 1,-1-4 8,1-5 0,-2-4 14,-2-5 1,-2-5 10,4-13 1,-3-2-52,-12 11 1,-3-2 11,7-19 0,-4-3-17,-12 13 1,-3-2-135,2-10 0,-3-2 148,-3 3 0,-6 0 14,-10 0 0,-7 4-31,-2 13 1,-5 3-1,-2 4 1,-4 6 648,-10 9 1,-2 7-641,5 7 0,-1 3-17,-8 1 0,0 6-31,-8 17 0,5 8-423,16 2 0,5 2-112,-1-2 1,8 3 565,24 9 0,9-5 0,-4-19 0,17 15 0</inkml:trace>
  <inkml:trace contextRef="#ctx0" brushRef="#br0" timeOffset="428631">15905 2321 11984,'0'-6'2918,"0"2"-2321,1-32 0,1-9 551,-2 2-1035,-2-11 1,-2-1 766,-12 2-147,-13-1-467,10 26 0,-3 0-143,-4-1 1,-3 1-66,-7 1 1,-3 1-592,-8 1 0,-3 2 690,-7 0 1,-4 4-373,16 6 0,-1 2 1,-1 1 282,-4 0 0,0 2 0,-4 0-2,3 3 0,-4 0 0,0 1 1,4 0-670,0 1 1,3 0-1,-4 1 651,-3 0 0,-4 1 1,0 0-1,3 1 17,0 2 1,3 1 0,-3 0-12,2-1 1,-1 1-1,-2 1 1,0 0-29,0 0 0,-1 2 1,0 0-1,0 0-7,-2 0 0,0 1 1,0-1-1,0 1 5,0 1 0,-1-1 1,0 1-1,1 0-6,-1 0 1,-1 1-1,1 0 1,0 0-9,-1 0 1,0 0-1,1 1 1,-1 0-1,13-2 0,0 1 0,0-1 0,-1 1 0,2 0 87,-13 2 1,1 0 0,0 0 0,-2 1-253,7-2 0,-3 1 1,0 0-1,2 0 0,3-1 346,5 0 0,3-1 1,1-1-1,-3 2 19,-12 1 0,-3 2 1,1-1-1,6-1-53,7 0 0,4-1 0,-1 0 160,-9 3 0,-1 0 1,1 0 25,7-1 0,0 0 0,3 1-60,-14 3 0,3 1 201,10-3 1,3 0-707,7-1 1,4-1 1904,-23 10-2114,9-2 6,4 0-171,3-1 1638,2-1-1337,3-1 1608,-1 1-1271,1-1 462,0 0-459,0-2-377,-7 0-20,14-5 405,-12-3-201,11-5 25,-8-1 84,-9-10-138,7-1-93,3-4 412,8-1-44,10 3-166,-1-2 4,5 4 55,2 1-61,6 5 21,1 2 22,3 2 38,0 0 105,-2 1 288,-1 7-153,-1 1 170,-5 13 147,-1 1-6,-2 5-58,5 4-505,6-7-88,6-5-329,12-4-3326,21-10 3210,-2-2-2461,13-11 1,4-5 2543,-18 2 0,-2 0 0,7-3 0,-4 2 0,0-2 1</inkml:trace>
  <inkml:trace contextRef="#ctx0" brushRef="#br0" timeOffset="431471">23147 2506 8282,'0'-10'8166,"0"3"-6866,1-24 0,-2-4 178,-4 15-1089,0-17 0,-4 8-58,-17 38-135,-3 5 140,-17 27-202,24-18 1,0 3-683,-6 9 0,0 1 567,6-7 1,2 2 13,-3 16 1,4 0-300,7 14 288,8-19 0,7-1 46,24 9 32,20-13-38,-3-17 156,1-16 1,-1-6-74,-2-5 15,0-6 0,-1-6 220,-7-20-195,-15 9 0,-2-2-51,4-22-42,-13 14 1,-4-3 27,-7-2 1,-2 1-76,2 7 0,-2 0 98,-9-16 0,-4 5 2,-8 6-55,-12-8-68,13 30-22,-2 11-201,2 17-371,-3 13-1052,-2 17-3944,9 15 5050,7-3 1,7-16 0,5-15 0</inkml:trace>
  <inkml:trace contextRef="#ctx0" brushRef="#br0" timeOffset="431704">23746 2708 24183,'-7'50'-325,"1"0"0,3-13 1,-1-6-1,-3-9 0</inkml:trace>
  <inkml:trace contextRef="#ctx0" brushRef="#br0" timeOffset="438004">24487 2485 14572,'5'-3'1143,"-2"2"1875,-3 1-2995,0 3 27,0-1 12,0 1 0,0-2 28,0 0 10,0 1 186,0-1 274,0 0-398,0 1 51,0-1 45,0 2-12,0 1-33,0-1-6,0 0 95,0-2 2645,0 0-2751,0-9-79,-3-4-44,-1-12-62,-1-4 12,2-3 16,7-1-28,9 1-11,13 1 17,9 5 11,5 5-17,4 10 0,-1 5-11,2 12-39,-3 10 34,-1 23 10,-16-7-22,-6 24 17,-25-8-416,-3-16 1,-5 1 392,-7 4 1,-6 0-9,-6 4 1,-5-1 7,-5 0 1,-2-1 24,0-1 1,0-3 0,4-6 0,2-3 36,8-6 0,3-4 129,-7 1-5,19-16-29,14-14-27,13-13-23,12-8-22,14-2-34,9 5-6,5 7-16,-19 15 0,-1 3 797,11 1-848,15 11-179,-20 8-432,11 10-1035,2 6-3720,0 2 5411,-8-4 0,-17-12 0,-11-7 0</inkml:trace>
  <inkml:trace contextRef="#ctx0" brushRef="#br0" timeOffset="438188">25341 2878 25758,'3'28'-1071,"-4"16"-8760,-12 17 7373,4-16 0,0-1 1,8-37-1</inkml:trace>
  <inkml:trace contextRef="#ctx0" brushRef="#br0" timeOffset="438938">25873 2670 18610,'0'-52'1816,"0"-1"1,0 4 0,0 5-971,0-7-549,0 18 224,4 4-415,-2 20-61,3 1-28,-1 20 0,0 18-12,0 6-5,-3 6 0,-4 6-84,-2-9 0,-3 3-584,2-2 1,-1 4-1,-1-2-1105,-6 16 1,0-2 1772,3-6 0,0-4 0,-2 12 0,8-27 0</inkml:trace>
  <inkml:trace contextRef="#ctx0" brushRef="#br0" timeOffset="439147">26380 2855 24314,'-13'40'-258,"0"1"0,0-1 1,-2 8-1,2-10 1,7-19-1</inkml:trace>
  <inkml:trace contextRef="#ctx0" brushRef="#br0" timeOffset="439997">27180 2663 22071,'-10'-48'1100,"-1"0"0,1 3 0,2 5-573,-1-1-158,4 6-111,6 8-68,3 8-55,1 8-85,0 5 17,-1 3-39,0 3 0,2 5-5,0 7 33,0 21-28,-2-4-12,-1 29-4,-8-3-304,1-18 1,-3 3 167,-2 5 1,-3 0-448,-1 3 0,-2 0-1835,0 1 0,0-1 1764,1-7 1,3-3 0,-3 10 0,7-23 0</inkml:trace>
  <inkml:trace contextRef="#ctx0" brushRef="#br0" timeOffset="440887">27403 3105 21887,'2'-3'3731,"-1"0"-2298,-1 3-1416,17-31-17,-16 44-140,6-20-157,-17 43-2033,-11 9 1482,0-3 0,6-13 0,3-3 0</inkml:trace>
  <inkml:trace contextRef="#ctx0" brushRef="#br0" timeOffset="442497">26998 3984 22711,'14'-40'550,"0"0"1,-1 1 0,-4 17-535,-8 27 40,-1 19 0,-3 13-39,-5 18-34,1-23 1,-2 2-26,-2 1 0,-2 0-76,-6 10 0,-3-1-33,8-14 0,-2-1 100,-8 9 1,-2-3 39,-13-4 78,-12-3 45,0-17 39,5-21 79,5-22-146,17 3 140,5-19 39,14 16 17,2-3-22,2 10 62,1 10-348,0 9 22,1 12 17,4 10 12,5 16-12,10 8-6,10 6 12,-1-18 0,3-3-375,15 9 369,-7-13 1,3-5 16,16-3-3,-23-7 0,1-2 0,-4-2 0,0-4-45,0-4 1,-2-1-42,8-4-326,2-10-1517,-27 10 1904,-3-3 0,-7 8 0,-4 2 0</inkml:trace>
  <inkml:trace contextRef="#ctx0" brushRef="#br0" timeOffset="443015">26783 5183 20470,'0'-3'3058,"0"0"-1523,0 3-1463,2 12-32,0 3 27,8 17 17,0-7 135,6-3 150,2-16-206,-4-8-3247,15-24 3173,-14 4-206,4-8 1,-2-2 178,-5-2-75,0 1 0,-2-2 108,-3-12 51,0-8 134,-7 7 2937,-7 20-3177,-8 10 643,-3 17-644,-24 29-63,15-4 18,-8 14 1,-1 5-399,15-11 0,1 1 395,-9 16 1,2 2-15,12-7 1,3-3-20,4-7 0,4-2-177,8 4 1,9-2-1219,18-5 1,7-3-225,-9-4 1,2-2 1660,21 2 0,-3-5 0,-16-10 0,0-1 0</inkml:trace>
  <inkml:trace contextRef="#ctx0" brushRef="#br0" timeOffset="444287">21680 3661 22313,'21'-7'521,"-5"28"-510,-16 8 3,-4 6 0,-1 3-8,-7 6 10,-4 9 7,-7-10 89,-13-11 50,-5-8 62,-14-7-33,7-26-102,11-4 90,-3-16 29,15 0 240,-4-12-101,12 10-73,5 3-195,9 17 21,2 6-72,10 22-16,-2-6-1,19 34 12,-10-22-6,21 20 39,-4-25 0,1-3-12,16 8 4,-4-10 0,1-5 24,11-8-470,-1-3 448,5-7-301,-12-6-365,-6 0-1848,-9 1 2464,-23 4 0,-9 6 0,-3 2 0</inkml:trace>
  <inkml:trace contextRef="#ctx0" brushRef="#br0" timeOffset="444981">21518 4565 22873,'-25'-29'216,"0"-1"1,0 4 0,0 10-94,-14 27-28,-10 17-78,14 3-17,4 2-6,20 1 23,11-5-11,12 8 10,13 3-10,16 1-158,-15-18 0,1-1 146,2 1 1,1 0-6,-1 0 0,0 0 13,-3-1 1,-3 0 14,11 17 5,-19-5 18,-25-5 4,-19-5-10,-6-7-6,-2-9 0,-3-2-42,8-4 0,0 0-303,-14-1 1,0-2-264,9-3 0,2-2-9251,-22-11 9223,22 2 1,17 3 0,14 9-1</inkml:trace>
  <inkml:trace contextRef="#ctx0" brushRef="#br0" timeOffset="445897">21195 5812 9436,'5'-6'5449,"-1"1"-2833,-4 5 364,0 0-1485,18-43-912,-14 31-443,14-32-5,-17 46 55,1 7 90,2 16-213,0-3 68,0 27-40,-3-9-39,0 7 101,-1-2 33,-3-21 124,1-5-96,-2-12 264,2-4-124,-2-11-245,0-6-74,-2-4 73,0-21-78,3 4-3421,0-20 3410,3 18 33,5-15-28,1 23-28,6-9-6,5 18 6,-2 9 0,14 3-11,12 9 11,4 7 0,6 10 0,-13 10-6,-14-1 3404,-2 12-3387,-12 5 0,-3 2 6,-10 4-17,-6-16 22,-2-13 74,1-6 116,5-10-21,1-6-107,1-18-73,3-7 17,1-17-6,4 9 12,13-17-6,2 20-11,14-9 5,0 19-11,3 9-5,2 9 0,-1 12-12,7 21 0,-17-3-123,-10 0 1,-3 4-2281,-7 19 1561,-4 9 0,-4-21 0,-4-15 0</inkml:trace>
  <inkml:trace contextRef="#ctx0" brushRef="#br0" timeOffset="461906">23120 1538 10410,'0'-8'6503,"0"1"-4688,0 7-247,7-65-1405,-6 49-177,2-22 0,1 10-42,-3 31 134,3 9 12,4 12-23,3 15-50,1 11 22,-3 8-1690,-7-21 0,-2-1 1684,-3 14 20,-3-18 0,-5-2 87,-15 0 68,-13 1 49,-8-13 6,-3-14-16,4-15-45,4-10-6,9-7-11,7-2 17,9 4 3447,7 6-3453,5 7-173,3 6-74,2 5 85,3 16-29,5 0 1,7 14 22,7-4 11,7-2 45,6-7 67,8-6 34,7-10 0,4-10 11,2-10 22,-5-6-16,-9-4 245,-10 3 273,-11 3-181,-11 6-174,-5 7-478,-5 6-1580,-1 6 1751,0 12 0,0-7 1,1 8-1</inkml:trace>
  <inkml:trace contextRef="#ctx0" brushRef="#br0" timeOffset="463488">22929 3483 21562,'-2'-55'185,"3"22"-129,5 57 100,1 20 8,-3 2-108,-3-15 0,-1 2-6,-2 7 0,-2-1-2148,2-6 1,-1-2 2114,-5 25 876,3-18-826,1-16 112,-3-1-190,3-11-202,-3-10 34,5-5-320,-3-11-162,3-1 2922,-1-12-2927,3 6 218,-1-2 307,-1 13-61,-4 0 113,-2 5 139,-6-1 219,-8 1 34,0 0 78,-2 0-163,9 1 230,3 0-11,5-1 134,2-5-151,2-2-336,3 2-17,0 3-5,2 5-68,2 1-39,2 1 6,1 3 6,3 4 16,-4 1-22,4 4 11,-5-2 5,1 3 23,-1-2 0,-2-3 6,-1-1 27,-2-3 35,0-1 414,0 1-348,0-7 6,0 1 0,1-6 45,-1 2 90,1 2-1,-1 2-50,1 1 95,-1 2-336,-1 6 45,-2 3 0,-3 10 17,-1 3 6,-3 4-35,3-5 29,2 2 17,4-1 39,7-2 50,7-2 50,11-10 18,7-4-118,-2-6 61,13-8-64,-11-2 0,-1-2-53,14-5-23,-11 2 1,-3 1-12,-10 5-22,7-5-62,-12 8-392,-5 2-980,-6 4-3893,-13 12 5338,-2 1 0,1 0 0,3-3 0</inkml:trace>
  <inkml:trace contextRef="#ctx0" brushRef="#br0" timeOffset="464322">23439 670 12793,'0'-6'5998,"0"1"-1519,0 5-4290,-33-54-224,16 45 88,-9-14 1,-3 6-21,-6 43-56,-10 10-262,5 6 277,12-3 19,14-1 6,12-4 6,14-6 10,12-3 18,17-5-18,11-4-10,6-4-7,-4-2-4,-9 0 21,-15 2 46,-14 2 38,-10 2 1,-15 3-12,-10 3-5,-14 3-39,-11 2-51,-7-1-106,-4-2-566,7-4-3646,8-6 4307,15-5 0,12-4 0,7-4 0</inkml:trace>
  <inkml:trace contextRef="#ctx0" brushRef="#br0" timeOffset="465288">22869 4387 21763,'4'27'595,"1"5"-433,1 10-27,-2 2-7,-2-1 7,-3-7 117,-5-7 291,-7-6-347,3-11 185,-6-4-90,6-12-95,-1-8-90,1-8-44,1-20-40,4 8-5,2-24 6,6 9-12,5-12-11,8 3 22,9 9 6,5 12-5,2 12-40,-1 13-6,0 10 12,-1 10 11,0 8 0,-2 9 11,-3 4-11,-5 4 17,-8 2-17,-6 2 23,-12 4-7,1-16 35,-8-1 128,7-20 23,0-3-107,1-11-5,1-12-17,1-22-56,2 10 16,5-15-5,4 23-11,5-1-6,8 8-5,1 8-12,3 5 6,5 8-5,2 8-1,13 8 0,1 10-16,-21-7 0,-1 1-62,5 12-768,-4 19-3114,-25-13 3966,-7 3 0,0-16 0,-2-12 0</inkml:trace>
  <inkml:trace contextRef="#ctx0" brushRef="#br0" timeOffset="469871">24574 1402 15782,'7'-48'1240,"0"0"0,0 5 0,-1 8-257,-1 18-1062,-2 9 477,-2 11-502,0 12 111,1 15-3,0 16-543,-1 13 388,-1-27 0,0 0-16,0 20 0,0 7 416,0-8-201,-2-3 53,-4-3 78,-6-21 34,-7-11-118,1-6 552,-16-13-484,9-6 168,-14-9-107,9-4 17,4 1 101,2 4 28,6 4-57,5 4-156,5 6-140,4 3-23,3 3 29,4 13-1,4 1-16,7 14 27,9-2 6,12-3-11,-2-5 42,-2-10 0,3-2 14,13-1-64,-13-4 0,-1-1-82,12-7-336,-14-7-1327,-14-3 1725,-14-7 0,-3 11 0,-5 0 0</inkml:trace>
  <inkml:trace contextRef="#ctx0" brushRef="#br0" timeOffset="470312">24794 655 25184,'-51'-23'-299,"0"-1"1,5 3 0,9 9-138,22 22-54,6 7-124,7 7 239,8 7 188,7 0 87,12 3-553,10-1 465,10-1-258,7-2 303,2-3 216,-6-2 0,-10-1 50,-14 0 123,-14-1 40,-18 2-90,-19 0-78,-20 1-88,17-13 1,-2-2-17,-3 0 1,1-1-83,1-1 1,1-2-796,-21 5-5690,16-4 6553,16-5 0,13-2 0,6-1 0</inkml:trace>
  <inkml:trace contextRef="#ctx0" brushRef="#br0" timeOffset="471296">24552 3619 13273,'3'-8'6323,"0"2"-5583,-3 6 822,0 0-1551,-7-15 34,5 22-28,-5-12 11,8 42-17,2-8 11,2 13 12,0-10 34,-2-3 55,-2-3 112,-4-6 118,-2-5 78,-4-6 0,0-5-100,1-6-90,0-7-34,1-8-73,2-7-16,3-5-40,2-1-22,5 1-17,3 5-27,4 5-12,3 5-12,4 3 18,3 4 0,4 4-18,0 7 7,2 4-6,-2 10-23,-1 6 34,-4 4 0,-5 2-6,-8 0 18,-3-7 10,-9 4 17,-1-13 34,-5 2 28,0-9 16,1-8-21,2-6-24,3-9-43,5-9 5,7-3 10,7-1-10,6 3 33,4 6-28,3 5-33,3 6 16,3 5-22,3 2-11,4 8-17,1 6-17,-4 12-375,-9 13-2537,-12 14 2957,-11 1 0,-5-17 0,-3-13 0</inkml:trace>
  <inkml:trace contextRef="#ctx0" brushRef="#br0" timeOffset="476054">25183 2305 14426,'-19'-57'1004,"-1"1"1,2 2 0,6 3-384,13-10-473,6 25 1,6 0-1066,6-4 1,6 0 958,13-4 0,6 2-514,-7 13 1,3 2 0,3 2 499,5-2 0,3 3 0,3 1 12,-1 4 1,4 2 0,0 1 0,-3 1-21,-2 0 1,-2 2-1,3 2 11,1 1 0,3 0 0,0 3 0,-5 1-2,-5 3 1,-4 2 0,1 1-19,9 1 0,1 1 1,-1 2-22,-5 1 1,0 2 0,-4 0 31,7 3 1,-3 3-29,4 3 0,-2 3 6,-8 2 0,-1 3 0,-1 0 0,-1 1 6,0 5 0,-5 0-78,7 19 139,-16-1 6,-12-11 1064,-18 14-846,-14-16-67,-15 13-56,-11-15 1685,-3-7-1657,0-7 79,4-8 1057,3-7-933,5-11 71,1-10-271,4-10-100,7 1 235,-4-21-3497,13 17 3363,0-10-69,10 18-33,4 11-103,1 5 69,0 5 142,1 9 75,6 8-222,0 4 73,22 24-64,0-12 29,-6-9 0,3 0 154,25 7 136,4-7 16,2-8 151,-3-7 3637,-13-5-3125,14-12 137,-18-2-62,16-10-60,-9 0-232,-3 1-695,-1 4-2143,-7 7-7842,-7 5 7987,-10 5 0,-8 1 0,-6-1 0</inkml:trace>
  <inkml:trace contextRef="#ctx0" brushRef="#br0" timeOffset="478572">20595 7602 14286,'0'-4'5484,"0"1"-2857,0 3-2515,-8-17-62,-6 15 1,-16-9 16,-14 21 17,-13 4-225,25-6 0,-1-1 199,0-1 1,1-1 87,-24 2 72,14-4 29,13-3-7,12-3-21,6 0-113,7 0-106,1 2 339,2 1-334,-1 8-3341,-8 22 3359,2-2 21,-9 32-314,2-4 287,1 0 5,4-11 0,3 1 18,1 14-18,5-19 0,4 0 23,16 15 0,19-11-51,-12-26 1,2-4-68,5-3 0,1-2-89,23 0-1426,-13-10 0,0-2 1588,6-5 0,5-1 0,-34 3 0</inkml:trace>
  <inkml:trace contextRef="#ctx0" brushRef="#br0" timeOffset="481339">21584 8028 15984,'0'-7'4458,"0"1"-2980,0 6-564,0 0-819,-61-39-22,26 52-59,-8-17 0,1 5-252,19 26 0,6 9 204,1 0 1,1 2 50,4-1 1,4 1-40,8 5 0,7-1 13,3-10 1,3-3 2,22 23 23,15-27 89,-6-21 85,13-14-18,-4-21-165,-29 9 1,-2-5 220,-3-14 1,-4-2-118,3-17-8,-12 14 0,-5 0 103,-12-12-101,3 24 1,-3 1 55,-20-21-5,-14 13-152,12 19-117,-8 10-168,21 21-4,-1 14-1312,8 22-4207,8 17 5803,7-2 0,0-19 0,2-18 0</inkml:trace>
  <inkml:trace contextRef="#ctx0" brushRef="#br0" timeOffset="481539">22229 8259 20420,'0'-10'3002,"0"1"-2840,0 9-50,0 0-308,-27 77-504,19-28-2555,-5 13 1,3 0 3254,15-8 0,-1-11 0,1-28 0</inkml:trace>
  <inkml:trace contextRef="#ctx0" brushRef="#br0" timeOffset="481938">22839 7879 18190,'0'-6'5461,"0"0"-4324,0 6-1019,-63 51-124,35-11-331,-9 2 1,3 2 280,20 17-11,18-5 39,6-17 124,22-2-118,7-19 36,-6-10 0,1-3 19,13-4 40,-8-14 0,-4-4-17,-7-7 36,-3-3 1,-4-4 95,-11 0 0,-4-2-62,-1-2 0,-3-1-6,-4-6 1,-7-1 69,-8 3 0,-3 3 214,-10-12-309,-9 2-3266,3 28 3171,15 9-146,-16 5-106,20 20-274,-2 17 66,7 4-1131,4 25 1164,6-18 1,2-2 0,-2 8 0,3 12 0</inkml:trace>
  <inkml:trace contextRef="#ctx0" brushRef="#br0" timeOffset="482113">23625 8097 26508,'6'51'-3685,"-8"10"3685,-3-25 0,-2-2 0,-2 11 0,2-18 0</inkml:trace>
  <inkml:trace contextRef="#ctx0" brushRef="#br0" timeOffset="484822">24350 8243 14443,'12'-56'1583,"0"-1"1,1-5-1,0 8-760,1 8-73,-4 12 1,0 0 403,3-7-39,0-1-874,-6 21-197,-4 11-44,-3 12 23,-2 10-3281,-5 31 3258,0-5 17,-1 6 0,0 4-683,-2 14 668,4-26 1,1 1 5,2-5 1,1-1-9,1 17 17,1-8 235,1-9 425,0-23 2960,0-13-3514,1-5 971,2-24-1052,0 3 0,1-2-17,0-5 1,0-1-434,2-11 0,1-1 430,-2 7 1,1 2-4,-2 8 1,0 2 92,5-28 95,-5 31-235,-2 8-45,-1 14 90,-10 28-17,-2 12-48,-1 2 1,-1 4-46,1-4 1,1 1-29,-3 10 0,2 1-591,4-4 1,1-3 5,1-6 1,2 0 705,5 13 0,2-5 0,-2-11 0,6 13 0</inkml:trace>
  <inkml:trace contextRef="#ctx0" brushRef="#br0" timeOffset="485030">25202 8302 24575,'1'32'-4916,"0"1"1,-5 30 3841,-1-25 1,-2-12-1,5-19 1</inkml:trace>
  <inkml:trace contextRef="#ctx0" brushRef="#br0" timeOffset="485538">26048 8125 14023,'0'-59'2462,"0"0"1,0 2 0,0 4-1721,0 14 0,0 2-216,0 4 1,0 1 263,0-19-230,0 17-268,0 14-281,0 11-84,0 8 51,3 15 10,3 15 12,3 22-20,-4-16 1,0 3-476,-1 5 1,-1 2 286,-3 3 1,-2 1-362,-1 2 1,-1-1-1619,-1 1 0,-1-1 2187,2-7 0,0-4 0,0 11 0,3-25 0</inkml:trace>
  <inkml:trace contextRef="#ctx0" brushRef="#br0" timeOffset="485912">26763 8300 21332,'0'-6'2159,"3"-27"1,2-4-1751,-3 18-370,3-18 0,-3 8-106,-2 29 56,-3 14-39,-3 16-264,-7 24-662,4-19 0,-1 3-1444,-3 4 1,0 1 2419,1-3 0,0-3 0,-4 12 0,6-22 0</inkml:trace>
  <inkml:trace contextRef="#ctx0" brushRef="#br0" timeOffset="486579">27546 7841 21993,'4'30'2213,"-3"-5"-1687,-8-22-162,-6-1-101,-3-4-49,-4-6-46,1-8-28,2-8-45,5-12-67,6-8-6,6-7 12,11-1-23,7 7 0,8 11 1,6 13-24,4 11-4,4 12 4,1 15-1704,-16 5 1,-2 4 1704,7 16-3,-12-3 0,-6 3-139,-9-8 1,-5-1 124,-4 12 0,-5 1-12,-8 1 1,-6 0-506,-9 2 1,-5 0 519,9-16 1,-2 0 0,-1-2 22,0 1 0,-2-2 0,1-1-99,-13 9 0,2-5 162,8-8 1,3-4 112,-12-2 2622,21-25-2611,14-29-134,12 5 16,14-25-34,13 17-21,17-5-12,-19 24 0,3 4-14,1 2 0,2 3-37,0 3 1,1 3 42,0 3 1,1 4-164,-1 2 0,0 2-166,0 5 1,-2 2-456,0 3 0,-2 2-1774,-2 1 1,-1 2 2140,15 16 0,-18-15 0,-11-10 0</inkml:trace>
  <inkml:trace contextRef="#ctx0" brushRef="#br0" timeOffset="486763">28238 8234 17064,'3'-6'7640,"-1"1"-6519,-2 5-1104,21 1-4330,-18 25 4195,16-5 187,-25 37-9900,-1 5 8471,2-17 1,0-9 0,5-39 0</inkml:trace>
  <inkml:trace contextRef="#ctx0" brushRef="#br0" timeOffset="487504">28919 7923 24995,'13'-12'45,"-2"3"-34,-7 13 6,1 5 17,-2 1 22,-3 1-6,-3-2 113,-6-2 112,-8-4-197,3-3 163,-12-14-90,12-6-45,-3-16-61,10 7 6,5-17-74,21 2 12,6 2 5,18 7 18,10 24-24,-5 13 24,6 13-12,-13 17-20,-21-2 0,-4 5-260,-4-2 0,-4 1 263,-1 1 1,-7 2-1641,-17 12 1,-7-4 1617,-10 8 3,3-14 1,-7 5-1,2-4-295,0-4 0,1-2 348,3-4 0,-2 2 0,3-4 8,3-5 0,3-4 266,-19 3 126,28-21-182,-1-25 2948,24-10-3048,10-19-51,19 5 974,-3 15-1061,-4 15 0,1 3 3,16 4-212,-12 4 1,1 3 141,-3 6 0,-1 3-87,5 3 1,-2 0-102,24 11-199,-21-7 1,2 1-1933,2 0 0,0-1 2245,-5-1 1,0-1 0,23 7 0,-38-13 0</inkml:trace>
  <inkml:trace contextRef="#ctx0" brushRef="#br0" timeOffset="487872">29918 7720 20067,'0'-7'3803,"0"2"-3064,0 5-235,0 0-454,39-53-5,-6 40-20,-1-15 1,2 4 35,13 27-33,-15 1 68,0 4-23,-19 0 22,2 5 34,-11 4 11,-1 5-6,0 8-22,2 8-56,5 11-22,3 7-17,0-9-3,-4-9 0,1 1-533,1 16 513,-4-14 1,-3 1-1,-4-8 1,-4-2-35,-4 1 1,-5-1-45,-5-2 0,-4-1-22,-7-1 0,-2-2-62,-5-1 0,-2-4-236,-3 0 1,-2-3-1868,-2-3 0,1-2 2271,4-3 0,4-2 0,-12 1 0,22-6 0</inkml:trace>
  <inkml:trace contextRef="#ctx0" brushRef="#br0" timeOffset="490758">24338 9222 21987,'10'43'-31,"-1"0"0,0 0 1,3 18-1,-6-3-353,-8-20 1,-3-3-704,0 1 0,-1-1-857,1-2 1,0-2 1943,-3 24 0,4-26 0,2-9 0</inkml:trace>
  <inkml:trace contextRef="#ctx0" brushRef="#br0" timeOffset="491091">24390 9396 20974,'-62'-6'140,"27"9"0,2 6-39,-6 27-23,12-14 0,0-2 74,-12 4 436,-5-5 264,17-14-164,0-9-217,11-13-6,14-22-359,5 8 84,18-16-33,9 19-22,14-4-56,5 10-35,5 9-10,-21 12 0,0 2-34,12 4-9,-12 3 1,0 3-116,13 10-142,-17-7 0,0 2-1274,23 17 692,-10 8 0,-21-18 0,-9-1 0</inkml:trace>
  <inkml:trace contextRef="#ctx0" brushRef="#br0" timeOffset="491659">24344 10498 22679,'-38'-20'158,"0"0"0,1 1 0,-11-7 1,6 13-148,-4 42-22,19 9 5,10-4 480,8 14-452,13-7 0,13-2 1,6 0-18,-2-9 1,3-2-334,6 5 1,1-2 305,16 4 22,-6-2 5,-1 11 12,-11 1 11,-13 3 271,-35-14-287,-6-10-4,-3-10 0,-4-4-95,1-2 0,-3-2-190,-19 1 0,-1-4-835,9-4 0,1-3 1112,-1-1 0,5-2 0,3-6 0,19 4 0</inkml:trace>
  <inkml:trace contextRef="#ctx0" brushRef="#br0" timeOffset="495647">24413 7092 19372,'6'-31'572,"-2"11"-68,-3 35-1,0 21-402,0-7 39,-1 20-67,0-16-6,0 6 23,0-6 33,0-9 359,0-9 655,0-9 28,0-5-661,0-8-386,0-9-23,-2-12-28,-1-12-28,1-7-11,1-4 6,5-1-29,5 6-21,5 8-12,5 11-17,3 10 39,6 9 1,3 6-35,2 10 1,1 5 17,-2 9-1,-4 6-27,-5 1 28,-8 3-12,-8 0 0,-10-1 57,-6-1 10,-5-7 410,0-7-258,6-8-28,4-7 5,5-11-94,3-11 21,5-12-27,8-8-40,8-5 23,6 3 11,2 6-6,0 10-5,-2 10-28,0 9-11,2 8-29,5 10-22,4 12-95,1 13-224,-3 9-342,-6 6-571,-10 3-1753,-9 1 3030,-16 3 0,0-26 0,-6-4 0</inkml:trace>
  <inkml:trace contextRef="#ctx0" brushRef="#br0" timeOffset="497566">25132 6599 11026,'-50'-30'1404,"1"-1"1,0 0 0,1 4 0,0 1 0,1 7-918,-8 8 1,0 7-1344,-3 3 0,1 4 940,11 0 0,0 4 87,2 6 1,-2 4 0,2 1-10,-4 7 1,1 5-409,2-1 0,-2 3 0,3 3 326,7-1 0,3 2 1,2 1-22,1 3 1,1 2 0,3 1-21,4-1 0,1 2 0,4 0-11,3-2 0,2 0 0,6 2 28,6 4 0,7 2 0,1-5-6,1 2 1,6-2 31,7-6 0,5 0 1,4-6 208,11-4 1,7-6-214,3-1 0,7-2 1,1-2-46,-5-6 1,0-1 0,0-2-472,1-1 0,0-1 0,-1-2 486,-1-5 1,-1-2 0,-3-2 54,10-3 1,-2-4-81,-11 1 1,1-2 0,-2-1 41,-3-2 0,-2-1 1,-2-3 176,15-11 0,-3-3-158,-6-3 0,-3-4-17,-4-2 1,-4-4-24,-3-2 1,-4-2-11,-4-2 0,-3 0 19,-5 0 0,-4 1 0,-4 3 0,-6 1-124,-8 3 1,-7 3 31,-8 3 0,-7 4-51,-13 3 1,-8 5-40,11 9 0,-4 3 0,-2 2-241,-6 1 0,-3 3 1,0 2-1842,-6 1 1,0 2-1,0 2 2211,6 1 0,0 1 0,5 1 0,-4 0 0,8 0 0,-8 4 0</inkml:trace>
  <inkml:trace contextRef="#ctx0" brushRef="#br0" timeOffset="500585">26206 6533 13603,'0'-5'4458,"0"1"-1243,0 4-3181,-1-32 27,1 29 214,4 0-3522,4 52 3270,1 2-12,-5-15 0,0 0 6,-2 14-20,0-19 0,-2 2-8,-3 24 39,-3-6 62,-6-9 107,-4-8 133,-2-10-134,3-10 269,-15-11 3084,2-13-3398,-15-9 0,2-9 17,2-3 28,5 1 6,7 4 27,8 4-22,8 6-111,6 7-119,4 5-106,1 3 146,7 11-22,2 4 16,4 5 22,5 18-21,-3-7 10,9 14-16,-7-17 38,18 7 24,-3-16 16,21 3 16,0-14-3396,3-8 3346,-13-3 124,6-6-17,-27 3 50,2-2-44,-17 7-68,-6 1 56,-1 1-112,-4 0 3392,-3 0-3431,-11 0 0,-12 0 12,-20-2-12,18 1 0,-2-1-316,-4-1 0,-2 0 318,2-1 1,-1-1-180,4-1 0,0-3 205,3-2 0,3-2-6,-7-7 34,5-13-5,24 7-18,4-15-33,5 13 11,7-5-5,-2 21 634,3-1-640,-7 10 386,0 0-409,-3 6 29,1 6-1,3 7 7,4 9-12,0-2 0,13 16 5,0-11-5,15 13 0,-5-17 19,-2-10 1,2-1 8,13-2-8,-12-3 0,0-3 24,15-5-27,-13-5 11,6-10 0,4-12-17,2-3-11,-2-2-207,-6 1-129,-24 18-3495,3-5 3831,-20 14 0,2 2 0,-4 1 0</inkml:trace>
  <inkml:trace contextRef="#ctx0" brushRef="#br0" timeOffset="506446">27458 6798 16118,'1'-7'3478,"0"1"-1008,-1 6-1977,0 0-185,22-60-364,-17 45-173,16-41 234,-22 72 35,-2 3-12,-12 42-68,-2-7-183,4-13 1,-1 0 213,3-6 1,-1-2 8,1-3 0,0-1 6,-9 20 55,1-14 158,1-13 195,-7-14-296,7-8 106,-13-17-23,6-10 1,-11-13 39,-1-7 50,1 1 28,5 5 45,8 10 329,9 11-626,7 9-134,4 7-17,3 5 84,4 9 33,6 11-27,3 4 22,18 30-28,-6-14 0,-5-11 0,2 0 11,21 13-22,8-8 28,-6-12 25,-10-12 0,1-2 30,12-4 4,-15-3 0,0-2 97,9-9-66,-9-8-40,-8-3-45,-9 1-223,-7 2-702,-3 4-116,-3 4 1019,2 1 0,-3 6 0,1-1 0</inkml:trace>
  <inkml:trace contextRef="#ctx0" brushRef="#br0" timeOffset="507963">26806 11815 23763,'5'-17'40,"3"13"-29,6 49 11,-5-5 29,-2 0 139,-8-11 230,-3-13 717,-10-4-767,-6-25-286,2-2 34,-3-28-40,11 2-28,3-20-42,6 28 1,3-2-1,6-8 1,3 1 2,6-13-20,-1 21 1,2 5-20,4 8 0,6 4 17,0 14 6,9 25 10,-9-2 0,-7 4 1,-1 3-28,7 23-3,-9-9 0,-1 4 2,-4-6 1,-1 0 8,1 5 0,-2-1-14,2 15 28,-6-19 17,-3-14 95,-3-16-12,0-8-55,-1-17-28,5-28-3409,3-9 3398,3-5-1,9-1 18,2 16-26,-4 17 0,2 1 3,13-6 0,-1 10 6,-2 16 5,-4 11-22,9 7-12,9 17 12,-6 2 0,-4 1 22,-4 0 3370,-7-9-3426,4 3 62,-5-10 11,-9-8 33,4-20-38,-9 0 33,9-23 39,-3 2-5,6-17-62,-5 16 33,6-6-38,-12 27-1,7-3-22,-7 14 28,10 15-28,0 5 6,5 17-12,-7-9-11,4 11 28,-3-7-78,15 15-56,-3-9-1227,9 2 1350,-14-18 0,-8-6 0,-9-11 0</inkml:trace>
  <inkml:trace contextRef="#ctx0" brushRef="#br0" timeOffset="508156">27937 11322 17070,'0'0'0</inkml:trace>
  <inkml:trace contextRef="#ctx0" brushRef="#br0" timeOffset="508657">28590 11592 25713,'-40'-13'33,"0"-1"1,7 1 0,2 7-20,-6 29 0,3 9-483,11-9 0,2 1 469,-10 10 0,4 3-1842,12-3 0,4-1 1847,0 11-201,19 7 213,13-27 34,15-4 21,12-13 40,9-22-39,-10-4 84,-19-1 1,-1-5 18,-6-8 0,-3-2 1020,-1 7 0,-2-3-1028,1-29 0,-6-3-62,-7 21 1,-3 0 22,-1-19 0,-1 1 5,-3 14 0,-1 3-2,0 7 0,-1 3 86,-4-14 1482,4 22-1661,2 13-78,4 10 11,1 11 285,1 17-318,5 23-23,-2-14 0,1 3-340,2 6 1,-1 3 42,2 5 0,-1 2-462,1 3 0,1 1-2470,2 1 0,0 0 2702,1-8 0,-1-4 1,5 14-1,-7-31 1</inkml:trace>
  <inkml:trace contextRef="#ctx0" brushRef="#br0" timeOffset="510140">29436 11347 21416,'38'-46'925,"-10"14"-544,-36 48-45,-11 14-101,-14 14-2274,10-17 0,-1 1 2072,3-4 1,-2-1 53,-6 6 0,-1 0 399,5-5 1,1-1-353,-19 19-16,10-5-57,24-23 231,10-4 55,18-6-291,-1 0-45,34-4-196,5-3 2944,4 0-3359,-20-1 1,3 1 599,4 0 0,-3 1 0,13-1 0,4 0 0</inkml:trace>
  <inkml:trace contextRef="#ctx0" brushRef="#br0" timeOffset="510531">30054 11342 23013,'51'-27'-1225,"1"1"0,-2 1 1,-1 7 1224,-8 19 0,-3 3 0,6-2 0,-7 3 0</inkml:trace>
  <inkml:trace contextRef="#ctx0" brushRef="#br0" timeOffset="510725">30122 11592 18520,'-3'1'5350,"0"-1"-4953,3 0-962,52-24-251,-25 16-148,12-7 1,3 0 963,5 7 0,-15 1 0,-5 3 0</inkml:trace>
  <inkml:trace contextRef="#ctx0" brushRef="#br0" timeOffset="512842">30125 11232 21500,'-10'34'739,"-1"-1"1,0 22 207,61-49-841,-14-5-67,-4-2 1,1-2 100,22-11 16,0-6-78,-22 6 1,0-2 106,19-17-5493,-14-3 5420,-19 11 1483,-11-2-1539,-19 12-1465,-18-3 1409,2 8-41,-35 6 35,21 16 17,-9 3 6,2 20-11,8 5 850,14-13 0,0 2-865,2 2 1,2 1-1,1-1 1,2 2-24,4-3 0,3 1-64,-2 28 18,18-6-17,19-5-12,15-22 1,5-6 27,13 5 43,-12-12 0,0-5-420,11-7 98,2-10 69,-25 2 1,2-3-300,0-9 0,-3-4-79,16-18 527,-23 15 0,-4-1 117,0-6 605,-6-4-402,-9 13 170,-2-3 267,0 3 3048,-2 10-3446,1 3 621,-1 7-470,0 3-308,-1 13-29,0-3 12,3 18-28,2-1 16,8 15-21,0-5-7,4 2-5,-7-17 11,1-2 51,-6-11 274,0-1 460,-1-7-623,0-10-145,1-2 51,5-18-23,2-3 17,15-19-6,1 9 0,5 2-33,-8 22-29,-8 9-22,-1 6-5,0 8-45,10 12-51,-3 6-100,6 12 39,-12-7-348,5 11-375,2-5-650,0-7 1,4-2-496,1-4 0,2-3-1408,10 2 1,1-4 553,20-3 1758,-24-9 1,1-5 1805,2-11 1,-1-3 1100,17-3-787,-23 2 1,-5-4 4657,-7-18-2924,-9 3-1664,0-7 1172,-11-4-1267,-5 20-280,-5-10-280,-6 19 803,-7 7-1150,1 6 67,-27 18-62,8 6-42,10-2 1,0 3-9,-13 21-34,10 1 6,16-8-28,10 3 39,38-7 40,-10-10 27,38-7 51,-13-29-23,-1-3 90,-13-9 0,-4-4-581,-2-8 572,-4-2 1,-4-5 69,-9-4 1,-5 0-62,1-3 0,-2 0 17,-1-7 0,-2 2 5,-2 18 1,0 4 117,-1-17-90,0 22-134,1 17-129,-1 9 17,1 15 17,-1 14 5,2 7-30,-1 11 0,1 6-76,0-6 0,-1 3-980,1-1 1,0 3-1,0 1 808,0-3 0,0-1 1,1-1-70,0 11 0,2 0-807,0-9 0,0 2 0,1-1 1160,2 17 0,1-4 0,-2-15 0,-1-2 0,0-5 0,-1 0 0</inkml:trace>
  <inkml:trace contextRef="#ctx0" brushRef="#br0" timeOffset="513814">26699 12892 22134,'55'6'173,"1"0"1,-1 1-1,-9-3 1,1 0 0,2 0-1,3-2-135,6-1 0,5-2 0,2-1 1,-1 0-1,-4 1-980,-1 0 1,-4 0 0,2-1 0,6 1 953,-11-2 1,6 1 0,4-1-1,2 0 1,0-1 0,-2 1-1,-4 0 1,-6 0-521,9 0 0,-8 0 0,-1-1 0,8 0 505,-10 1 0,4-1 0,4 0 0,1 0 1,1-1-1,-1 1 0,-3 0 0,-3-1-152,10 0 0,-3-1 0,-3 1 0,2-1 0,2 0 158,-1-1 1,2 1 0,1-1 0,0 0-1,0 0 1,-1 0-206,-2-1 0,0 1 0,-1-1 1,0 0-1,-1 0 0,0-1 191,-2 1 1,-1 0 0,0-1 0,0 1 0,-1-1-1,0 0-57,8-2 0,0 1 1,-1-2-1,0 1 0,-1 0 62,-3 0 1,1 0-1,-2-1 1,1 1-1,-1-1-3,-2 1 0,-1 0 0,1-1 0,-1 0 0,-1 1 0,0-1 0,-1 0 0,-1 0 0,1 0 1,-1-1 1,12-2 0,-1-1 0,0 0 0,-1 0 4,0-1 0,-2 0 0,1 0 0,-2-2 4,0 1 1,-2-2-1,0 0 1,-1-1 6,-3 0 1,0 0-1,-1-2 1,-1 0-5,-3 0 0,-1-1 0,0 0 0,-2-1 132,11-8 1,-1 0-1,-2-1-127,-3 1 1,-2 0-1,-1-2 216,-3 2 0,-3-1 0,-1 0-192,-3 0 1,-2 0 0,-3-1 338,-2 0 1,-3 0-1,-2-2-316,5-17 0,-5-2-8,-6-1 0,-5-1-9,-5-2 0,-7 1 0,-7-1 0,-6 1-11,-7 0 0,-7 3-10,4 19 1,-4 2 0,-3 1-14,-4 1 1,-3 1 0,-3 1 117,-5 0 1,-2 2 0,-3 2-117,-4-1 1,-2 1 0,-4 1-6,12 7 0,-3 0 0,-2 0 1,1 0-1,3 2 0,3 0 1,2 2 0,-1 0 0,-2-1-3,-7-2 0,-4 0 0,-1-1 0,0 1 0,5 2-3,2 0 0,4 2 1,-1 1-1,-1-1 4,1 1 0,-1-1 0,-2 0 0,1 1 0,0 0-1,-10-1 0,0 1 0,1 0 0,0 1-6,1 1 1,1 1-1,0 0 1,1 1-9,1 1 0,0 1 0,0 0 0,0 1 2,-1 0 1,1 1 0,-1 0 0,0 0 15,-1 1 0,-1 1 1,0-1-1,-1 1-181,-2 1 1,-1-1 0,-1 1-1,1 0 174,10 1 1,-1 0 0,0 0 0,0 1 0,0-1 9,-1 1 1,-1-1 0,1 1 0,-1 0 0,0 0-106,1 0 1,0 0-1,0 1 1,0-1 0,0 1 97,2-1 0,1 1 0,-1-1 0,1 1 0,1 0-128,-11 0 0,1 1 0,1 0 0,1 0 128,3 0 0,0 0 0,1 1 0,1 0 2,2 0 1,0 1 0,1 0 0,0 0 16,2 1 0,1 0 0,-1 0 0,1 1-15,0 0 0,1 1 0,-1 0 1,0 1 120,0 0 0,0 0 0,0 1 0,0 0-123,-2 1 1,0 0 0,0 0 0,1 1 1,-2 1 0,1-1 0,0 2 1,0-1-1,2 0 0,-1 1 0,2 0 1,1 0-9,-10 3 0,1 1 0,3 1 304,10-4 1,2 1 0,3 1-321,-4 4 1,5 3 1461,-7 22-1448,19 9 14,15-21 1,1 2 347,0 8 1,-1 2-352,-1 8 1,-2 2 29,2-11 1,-2 1-1,0 1 0,-4 6 1,-1 1 0,-1 1-105,3-10 1,-1 1-1,-1 1 1,0-1 76,-1 4 0,0-1 1,0 2-1,0-1-1,1 0 0,1 1 0,0 0 0,2 0 33,1 0 1,2 0 0,2 0 0,1 0 26,2-1 0,1 0 0,2 0 1,3 0-3,2 14 0,4 0 1,4 0-18,3-3 1,3 0-1,5-3-339,5-1 0,4-3 1,6-3 309,-6-13 1,4-2 0,2-2 0,3-2-23,5 1 0,4-4 0,2-1 1,2-2-408,-5-4 1,1-3 0,3 0 0,0-2 0,2-1-39,6 0 0,2-1 0,2-1 0,-1-1 0,0-1 448,-4-1 0,1-1 0,-1-1 0,-1 0 0,-4-2 0,14 3 0,-3-2 0,-7-2 0,-2-1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4:44:36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2842 18083 17574,'-3'-4'6531,"2"0"-5562,1 4-846,-16-43-106,12 33-28,-12-25 33,18 52-22,1 15 0,0 10 0,-2 8 11,-6 3 23,-4-4 16,-4-9 119,2-13 256,3-14 186,5-7-46,1-6-290,-1-5-146,-2-6-12,-2-9-66,1-10 21,3-9 1,11-8-11,10-4 11,14 0-40,9 3-5,6 10-50,-2 10 5,-1 14 23,-5 12-34,-2 17-3376,0 22 3404,-14-5-224,-10 6 0,-5 2 5,-4 7-38,-2-10 0,0 1-202,2 9-241,4-9-992,12-12 4003,-4-13-4400,12-16 552,-6-14 551,6-15 1223,1-12 74,-11 13 0,-2 1 48,6-14 576,7-12 129,-14 24-39,4-5-89,-3 6-3225,-1 6 2541,-7 10 39,-2 6-196,-5 8-22,0 7 50,-1 8-61,0 13-50,-2 11 32,-1 8-32,-1 5-18,1 0 6,9-5-34,7-9 3410,10-11-3388,6-11 24,3-9 38,1-12 68,-3-8 173,-4-12 123,-6-5-11,-5-5-55,-6 0-91,-2 2-66,-2 3-57,-3 7-3431,0 6 3331,-2 10 11,0 3-376,0 5-845,3 2 398,1 2-9053,17 8 9635,-9-5 0,7 4 0,-15-9 0</inkml:trace>
  <inkml:trace contextRef="#ctx0" brushRef="#br0" timeOffset="842">4113 18010 20252,'-2'-6'4822,"0"0"-3920,2 6-398,0 0-493,-17 5-11,11 13-22,-12 0-34,16 37 95,2-19-17,-1 18-44,1-30 5,0-3 124,0-14 402,0-2-318,0-21-91,0 5 63,-1-24-6,2 5 16,4-8 6,3-5-139,0 16-12,4-2-28,-4 18-6,2 1 17,3 6 62,13 18-73,-6-4 11,13 19-3520,-10 2 3458,-5-4 12,1 20 73,-15-20-6,-1 8-34,-2-16 0,-1-8 34,2-7 3376,3-4-3388,9-14-21,9-12 5,3-8 56,10-11-6,-9 13-33,-2 2 11,2 6-22,-16 15-46,6-2 18,-10 10 11,3 4-28,5 11 39,-1 4 5,3 10-10,-4-1-35,1 0 46,-3-4 5,0-4-28,-2-7 29,1-4-1,-3-4-17,4-8 163,7-15-34,1-6-5,5-16-51,-9 11 52,3-22-119,-10 23 0,6-22 0,-7 19 0,0 5 0,-3 7 0,-1 14 0,-3 4 0,1 2 0,5 7 0,4 3 0,8 10 0,4 7 0,-2-4 0,4 11 0,2 10-69,-4 5-456,-10-17 1,-5 0-1380,-13 24-952,-9-12 2856,-19 0 0,17-28 0,-1-1 0</inkml:trace>
  <inkml:trace contextRef="#ctx0" brushRef="#br0" timeOffset="1543">5472 17783 14376,'0'-4'9175,"0"1"-7243,0 3-1680,8-53-117,-7 40-107,6-40 0,-12 57 5,-4 2-27,-10 6-6,-8 4 11,-8 3 0,1 2 45,4-4-22,9-2-29,10-5 29,5-2-62,4-2 34,0 1 22,0 1-34,-1 5 68,0 6-6,-1 7 5,0 7 6,0 6 1,2 6 4,5 6-55,4 5 6,5 2-43,1-24 0,1-2 15,7 11-21,-1-16 1,1-4-42,14-1 17,9-2-197,-1-10-638,-1-17-2459,1-12 3344,10-14 0,-24 13 0,0 0 0</inkml:trace>
  <inkml:trace contextRef="#ctx0" brushRef="#br0" timeOffset="2454">5036 18067 9610,'-5'2'9824,"1"-1"-6777,4-1-3069,-1-4-102,7 2-179,6-5-548,12 4-3198,15 0-5782,-5 1 9753,1 3 0,-20 0 1,-8 1-1</inkml:trace>
  <inkml:trace contextRef="#ctx0" brushRef="#br0" timeOffset="2612">5123 18170 18986,'-43'25'-1255,"22"-11"-1966,54-28 3221,24-10 0,-23 9 0,3 1 0</inkml:trace>
  <inkml:trace contextRef="#ctx0" brushRef="#br0" timeOffset="3546">6342 17799 12657,'3'-1'7953,"0"-1"-7018,-3 2-689,0 9-128,-1-6 208,0 9 105,-4-6-241,0 0 197,-18 7-191,0-4 11,-16 5-39,11-8 487,-7-1-291,18-6-218,-3-2 78,11-8-22,6-10-129,4-4-45,6-5 11,8 7-22,0 6 44,6 1-44,6 5-17,4 3 0,7 2-45,-5 13 17,-4 6 45,-11 4-140,-11 23 5,-21 0 50,-1-7 1,-5 1-750,-9 2 1,-2-2 777,3-5 0,0-1-20,-8 5 0,1-2 84,9-9 0,1-1 121,-17 14 39,12-12-34,21-20-77,2-9-46,4-1 128,0-14 1410,7 4-1532,0-4 11,12-1-23,0 12-39,11-2-44,3 8 16,9 7-213,3 10-504,4 8-1030,-1 8 5,-11-5 1787,13 5 0,-30-19 0,7 3 0</inkml:trace>
  <inkml:trace contextRef="#ctx0" brushRef="#br0" timeOffset="3761">6876 17974 26144,'-3'-2'11,"1"9"-95,1 25-168,1 8-639,0 5-2061,0 2 2952,4 1 0,-3-22 0,3-6 0</inkml:trace>
  <inkml:trace contextRef="#ctx0" brushRef="#br0" timeOffset="4204">7396 17792 20336,'0'-7'4564,"0"1"-3852,0 6-314,-6-61-242,0 46-83,-8-42-67,-3 70 16,-6 13 23,-6 16-59,14-14 0,0 1-210,0 4 0,2 1 188,1 1 0,2 1-9,3-1 0,2 1-14,4-3 0,2-2 9,7 15-17,29 2 5,4-28-99,-9-8 1,2-5 199,27-14-28,-4-12 62,-12-13 50,-13-7 56,-10-9-11,-9-9-257,-7 25 1,-2-2 189,-1 0 0,-2-1-20,0 2 0,-2 1 43,-6-25-1,-6 15 222,-9 13-362,-5 13-72,-6 11-79,-5 13-146,0 9-319,5 16 18,12 7-2281,13 10 2896,17 8 0,-4-26 0,6-1 0</inkml:trace>
  <inkml:trace contextRef="#ctx0" brushRef="#br0" timeOffset="4406">7946 17952 24833,'-15'39'-613,"-1"-1"1,2-1 0,0-2 612,-4 11 0,8-21 0,2-4 0</inkml:trace>
  <inkml:trace contextRef="#ctx0" brushRef="#br0" timeOffset="5029">8407 17749 20095,'0'-9'3383,"0"2"-3243,0 7 50,0 0-111,-3 7-35,3 3 63,-1 10-85,2-6 113,1 2 139,-2-9 118,-2 1 112,-2-3 17,-2-3-73,-3-3-78,-2-5-107,1-6-89,2-12-90,3-10-28,10-10 11,5-2-28,7 4-16,3 8-35,0 11 1,2 9 22,3 7-22,5 11 11,7 10-11,3 12-28,-1 12 0,-11 8-129,-12 7-140,-25 9-345,-5-27 1,-5 0 392,-8 4 0,-5 0 66,-4 0 1,-2-1 148,1-2 1,-1-3-14,6-7 0,0-3 265,-14 5 73,16-21-39,13-19-2962,10-16 2827,7 5 606,8-11-639,6 13 166,8-3-178,6 4-50,9 5-22,7 7-56,16 10 45,-17 3-191,16 11-420,-24-2-1064,7 4-1381,-4-4 3078,-10-4 0,-11-6 0,-8-3 0</inkml:trace>
  <inkml:trace contextRef="#ctx0" brushRef="#br0" timeOffset="5212">8989 17969 20559,'7'0'3574,"-1"0"-2947,-6 0 12,0 0-914,7 46-139,-7-26-1312,0 13 1,-1 1 1725,-8-8 0,1-5 0,3-8 0</inkml:trace>
  <inkml:trace contextRef="#ctx0" brushRef="#br0" timeOffset="5769">9444 17835 19675,'3'-60'1842,"-1"1"1,1-3 0,-1 12-1272,1 26-207,0-3-246,-2 17 11,0 6-236,-1 3 107,1 9 84,1 33-100,-2 7-12,0 15-68,-3-12-887,-2-7 0,-2 1-642,2 3-1311,-1 2 1,3-3 2935,8-14 0,-3-5 0,3-15 0</inkml:trace>
  <inkml:trace contextRef="#ctx0" brushRef="#br0" timeOffset="6145">10042 17860 23631,'5'-44'-90,"-2"17"1101,-6 54-1594,-5 9-1584,-5 8 2167,-6 5 0,8-22 0,0-3 0</inkml:trace>
  <inkml:trace contextRef="#ctx0" brushRef="#br0" timeOffset="6594">10546 17502 20487,'1'-6'5220,"0"1"-4318,-1 5-891,8-22-5,-6 31-40,4-4 40,-8 42-46,-3 13-52,2-28 0,0 2-524,1 1 0,0-1-644,0 1 0,1-1 1260,4 0 0,0-2 0,-1 4 0,5-8 0</inkml:trace>
  <inkml:trace contextRef="#ctx0" brushRef="#br0" timeOffset="6923">11082 17812 17904,'-7'0'4868,"1"0"-3570,6 0-643,0 0-480,0 5-152,3 5 24,-1 9-115,1 8-292,-7 5-2217,-6 2 1729,-9 1 0,7-17 0,0-3 0</inkml:trace>
  <inkml:trace contextRef="#ctx0" brushRef="#br0" timeOffset="7378">11561 17480 23747,'-40'49'46,"0"0"1,2-3 0,9-3-64,13 3-28,6-4 28,9-7 6,14-6-17,15-8-67,15-8 0,11-9 67,3-11 112,-6-7 100,-10-8 108,-12-5 77,-9-6 1,-8-10-23,-7-4-38,-5-5-85,-10 2-143,-6 19 0,-4 4-81,-15-8-73,-15 1-190,18 28-393,7 11-1029,7 10-5916,8 11 7601,4 1 0,5-10 0,1-6 0</inkml:trace>
  <inkml:trace contextRef="#ctx0" brushRef="#br0" timeOffset="7811">12084 17381 20151,'-3'-4'3635,"1"1"-2353,2 3-1187,34-65-4279,-10 47 4198,-1-17 0,1 4 879,11 30-848,-4 3 0,7 4-40,1 3-10,0 5 17,-4 3-1,-3 3 3398,-8 4-3370,-8 4 17,-8 3 22,-7 3 1,-8 3-29,-5 3-22,-6 3-17,-2 5-5,1 3-12,0 4-11,10-20 1,2 1-343,-3 14 297,6-15 1,1 1-3523,2 17 3478,-1-10-152,-3 10-588,-11-19-78,-1-6 924,-23 4 0,26-24 0,-9 2 0</inkml:trace>
  <inkml:trace contextRef="#ctx0" brushRef="#br0" timeOffset="14370">12519 765 23213,'-44'-8'-329,"1"0"1,1 2 0,5 8-81,2 29 244,3 8-7,7 5 61,12 3 46,16-3 23,12-2-256,16-5 337,9-3-28,7-6-8,3-3 30,-2-5-22,-5-5-33,-9-2 5,-11-4 51,-11 1 89,-11 1 23,-14 3-29,-18 4-5,-19 1-186,19-11 0,-3-2 169,-1-1 0,0-1-17,1-2 1,1-2-3377,-27-13 3135,26 2-615,7-19-2118,27 4 2896,5-3 0,1 12 0,1 7 0</inkml:trace>
  <inkml:trace contextRef="#ctx0" brushRef="#br0" timeOffset="14636">12901 1043 23097,'37'-27'-3557,"6"5"-3578,11 18 7135,-7 0 0,-17 1 0,-15 2 0</inkml:trace>
  <inkml:trace contextRef="#ctx0" brushRef="#br0" timeOffset="14824">13308 777 17994,'-2'-4'4672,"1"1"-3267,1 3-1662,-4-31 162,4 34 123,2-12-118,9 51-414,9 15-577,-9-23 0,1 2 402,2 7 1,-1-2-1,1 5 1,-1-2 0</inkml:trace>
  <inkml:trace contextRef="#ctx0" brushRef="#br0" timeOffset="15129">12435 1716 13089,'-50'12'884,"0"0"0,1 0 0,-1 0 0,-10 2 0,3-1 0,6-1-394,9-1 0,6-2 963,-14 2-1532,29-5 717,30-4-375,35-8-176,-4 0 0,6-2-433,-6 1 0,3-2 1,2 0 361,8-3 1,2 0 0,2 0-413,4-1 1,1 0 0,0-1 379,-14 4 1,1 0 0,-1-1 0,0 1-30,13-2 0,0-1 0,1 1-107,-13 2 1,2 1 0,-1 0 0,-3 0-372,5 0 0,-2 0 1,-2 2-283,-3-1 0,-2 1 1,-2 1 804,3 1 0,-7 1 0,-9 2 0,-3 0 0</inkml:trace>
  <inkml:trace contextRef="#ctx0" brushRef="#br0" timeOffset="17321">14131 1576 9891,'-6'-5'3801,"1"1"-2933,5 4 3557,0 0-3710,-40-14-45,6 15-392,2-4 1,-1 1-3288,-13 19 3398,16-1 200,2 10-23,19-10-404,2 10-29,18-6-207,9 0-192,12 1 181,10-1 43,6 0-38,2-2-17,-3 0 121,-13-5 231,-5 11 13,-22-11-20,-12 17 401,-23-8-36,-1-4 1,-5 0 1266,-5 0 0,-1-1-1305,-1-2 0,0-1-40,5-4 0,3-3 540,-5-1-1221,18-7-4579,15-6 4913,11-3 0,0 2 1,1 2-1</inkml:trace>
  <inkml:trace contextRef="#ctx0" brushRef="#br0" timeOffset="17569">14529 1535 23378,'-7'0'2688,"-25"-3"0,-4-1-2144,16 1-935,-16 0 0,7-2-578,29 3 121,15-1 430,21-4-433,24-2-398,-22 2 1,1 1-216,4 1 0,1 1 1403,1 0 0,-3 1 1,5 1-1,-9 2 0</inkml:trace>
  <inkml:trace contextRef="#ctx0" brushRef="#br0" timeOffset="17754">14513 1772 27552,'32'-18'105,"13"-2"-921,-8 5 1,3-1-2027,3 1 0,-1 1 1030,-8 2 0,0 1 1809,2-1 0,-4 3 0,-8 1 1,-1 1-1</inkml:trace>
  <inkml:trace contextRef="#ctx0" brushRef="#br0" timeOffset="18069">15250 1454 21254,'-39'-2'75,"1"0"1,-23 5-54,53 26-22,9 2 12,10 2 158,31 5-36,-4-14-11,19-2 109,-17-18 220,-4-10 123,-7-7 508,-7-23-437,-11 3-159,-4-15-209,-12 15-110,-4 1-159,-7 6-170,-3 7-183,-5 6-566,-3 10-3936,-8 13 3958,3 5 1,9 0 0,9-5 0</inkml:trace>
  <inkml:trace contextRef="#ctx0" brushRef="#br0" timeOffset="19036">15906 1736 19830,'0'-5'4314,"0"2"-3320,0 3-268,0-52-1587,1 39 378,2-34 189,4 60-1030,2 12-2097,0 12 3390,-4 12 0,-3-21 1,-2 0-1</inkml:trace>
  <inkml:trace contextRef="#ctx0" brushRef="#br0" timeOffset="19703">16306 1426 23039,'-6'22'-56,"2"7"-96,10 20-89,-2 2 144,-4-3 100,-3-4 104,-4-9 111,-2-10 300,2-10 230,1-9 27,0-8-332,1-7-468,-1-8 78,1-10 19,0-6-2,2-8-259,1-2-79,8-2-164,5 3 369,7 5 486,1 8-88,2 8-41,0 8-343,2 7-209,1 6-31,4 8 70,3 7-47,1 10-53,-1 6-32,-6 6-83,-9 3 298,-8 0 263,-9-4 97,-4-6 130,-3-10 180,0-10 95,1-7-1,0-11-514,1-8-36,1-10-46,6-7-38,8-2 34,20-13 43,-1 15-460,12-4-88,-11 20 419,0 8-14,-2 4-65,1 8-75,0 6-125,1 9-262,-3 7 5,-2 6-913,-4 5-2414,-4 5 3921,-7-6 0,-4-12 0,-3-10 0</inkml:trace>
  <inkml:trace contextRef="#ctx0" brushRef="#br0" timeOffset="19989">17224 1469 21478,'-10'-42'-437,"15"7"-425,35 28-752,14 2-2234,4 2 3848,-1 6 0,-25-2 0,-10 3 0</inkml:trace>
  <inkml:trace contextRef="#ctx0" brushRef="#br0" timeOffset="20163">17196 1655 23136,'48'-26'-2084,"7"1"-2456,-10 11 1,2 1 4539,-16 3 0,-1 1 0,5 0 0,-6 1 0,-13 4 0</inkml:trace>
  <inkml:trace contextRef="#ctx0" brushRef="#br0" timeOffset="20495">17762 1425 22088,'-44'3'186,"12"4"-186,24 22-11,14 1 33,7-8 12,11 2 10,8-5 80,24-7-63,-21-7 18,13-6 150,-22-8 51,-3-7-5,2-8 145,-9-17-129,-8 1-146,-8 1 130,-9 2-51,-6 12-95,-8-3-118,-4 9-330,-10 10-113,10 8-4373,-12 15 4805,18 5 0,3-4 0,8-3 0</inkml:trace>
  <inkml:trace contextRef="#ctx0" brushRef="#br0" timeOffset="21460">13766 2666 15653,'0'3'767,"0"0"1367,0-3-1899,24 35 399,8-17-461,7 21 567,11-29-74,-25-10-73,7-6-189,-14-8-112,-5-10-147,-6 2 242,-3-22-287,-5 20 57,-4-23-73,-1 25 314,-15-24-202,7 25-129,-6-8 17,-2 18-67,4 9-23,-5 1 17,-16 18-5,18-3-12,-2 8 1,0 2-12,4 12-5,-4 19-34,18-6-17,16 1-45,13-3 3,2-23 1,2-2 13,15 5-28,-7-12 0,2-4-224,18-3 109,-21-5 1,0 0-77,19 0-607,-18-6 1,-1-2-1976,11-7 42,-15 2 1,0-3 2859,17-18 0,-23 14 0,-5-1 0</inkml:trace>
  <inkml:trace contextRef="#ctx0" brushRef="#br0" timeOffset="22841">14445 2572 22744,'-13'-35'229,"1"-1"1,-8-20-510,20 56 96,0 5 217,0 17-16,0-2 5,1 22 1,0-8-6,3 7 5,0-2 79,2-5-36,-2-10 2,0 1-42,-1-12 75,-2 1 231,0-9 940,0-3-1013,-1-9-265,-1-4-1,-1-6-32,-2-1 78,0 3-5,1 4-27,1 5-6,0 1 0,2 4-1002,-1 0 750,3 5-118,-2-2-33,3 2-17,-3-2-348,1-2 779,0-6 56,-2 0 28,-1-6 18,-1 3 38,-1 0 57,1 1 38,1 2-5,0 0-23,1 0-33,-1 1-34,0 0-39,0-1-5,-1 2-12,0-1 11,1 0-22,0 1-5,0 2 66,1 1 12,-1 1-314,4-2 135,4-3 55,12-5-38,8-2 10,8-1-16,-3 2-6,-3 2 23,-14 3-17,-3 1-6,-8 2-106,-1 1-784,-2 2 341,-6 3 107,-5 3-80,-10 6-71,-3 3 117,0 1 236,3-1 195,5-2 68,3-3 11,2-2 61,1-2 135,0-2 72,-1-1 74,0-2 117,0 0 34,4-1-56,3-1-180,2-1-235,4-4-78,4-4 56,9-5 5,11-5-16,8-2-6,3 0-6,-3 3 17,-8 5 1,-9 4 10,-7 4-11,-6 3-5,-3 3-180,0 0 146,-8 4 45,-6 4 5,-15 8-5,-10 4-17,-5 3 17,3-2 0,10-4 5,11-6 45,10-6-39,6-3 124,6-2 38,9-4-56,11-5-44,16-8-68,9-6 6,3 0-11,-4 1-17,-8 4 0,-11 6-67,-10 4-224,-7 4-297,-6 2-539,-3 6-1914,-2 6 3041,0 11 0,0-9 0,0 2 0</inkml:trace>
  <inkml:trace contextRef="#ctx0" brushRef="#br0" timeOffset="23506">14578 2835 12780,'-5'4'3741,"1"-1"3031,4-3-6392,-15-5-254,10 4-77,-9-4-40,13 5-139,1 0 268,4-1 212,12-3-370,8-4 92,12-3 39,-8 0 8,4-1 20,-13 4-14,-1 2 92,-9 3-29,-6 2-94,-6 1-110,-4 4 55,-11 3 318,-20 11 344,-1 0-20,-8 4 23,19-9 2,3-2-26,14-5 108,2-1-132,5-3-288,5-2-1165,4 0 638,1-2 96,15-4-14,8-3 16,21-9-19,-7 2 14,-1 0-4,-23 8 870,-9 3-534,-7 4-113,-3 1-643,-3 3 543,-8 4 69,0 1-11,-15 9 35,-4-1-67,-14 6-78,13-6 4,7-5 572,18-8-473,6-2-135,0-1-207,3-1 11,13-8-17,14-4-243,6-5-1469,-7 6 1,2 0 1942,14-5 1,-16 6 0,-19 7-1</inkml:trace>
  <inkml:trace contextRef="#ctx0" brushRef="#br0" timeOffset="29104">15291 2392 10438,'0'-7'4184,"0"2"376,0 5-4090,7-45 130,-5 33 71,5-33-256,-7 43-326,-8 2-105,-8 2-7,-16 5 34,-1 2 14,2 2 1,-1 2-15,-11 6-6,12-6 1,2 0 17,-4 5-23,11-5-6,9-1 17,5 0-22,2 1-6,2 2 28,0 2 12,2 2 10,1 0-5,0 0 0,0-2 0,0-3 23,1-1 27,0-3 1,2-2 27,-1-1 56,2 1 18,-2 0-79,0 0 224,-1 5-207,0-4-74,0 2-4,0-5-24,0-3 701,0-2-375,3-4-85,3-2-156,6-5-67,5-1-12,3-1-5,4 0-11,1 4-12,15 0 6,-12 5 0,32 1 0,-33 3-11,25 4-6,-24 7-17,1 5 29,-13 8-6,-16 6-45,-18 9 19,-5-13 1,-4 0-402,-14 11 387,7-11 1,-1-3-180,-10-1-475,-7 1-1592,11-13 2297,11-10 0,16-1 0,5-4 0</inkml:trace>
  <inkml:trace contextRef="#ctx0" brushRef="#br0" timeOffset="29354">15305 2254 16874,'1'-6'2650,"0"1"21,-1 5-2139,70-49-431,-44 34-26,16-13 1,0 2-25,-22 19-141,1 1-677,-8 3 767,-7 6 0,-4-2 0,-2 3 0</inkml:trace>
  <inkml:trace contextRef="#ctx0" brushRef="#br0" timeOffset="31557">3991 5018 8685,'-50'2'1318,"1"0"0,3 1 1,15-6-1151,31-8-23,16-4-33,15-6-5,19-2-77,-19 11 1,3 0-249,4 0 0,2-1 248,4 1 1,0 0-20,3-1 1,0 2 60,-1-1 0,1 2-19,4-1 0,-2 2 28,13-2-47,1 3 277,-48 12-53,-16 9-53,-31 13-94,3-8 0,-4 2-727,-10 3 1,-2 2 652,-7 1 0,-1 1 14,-2 0 1,-1 0 46,3-2 1,0-1 184,6-4 1,2-1 47,8-5 1,3-2 489,-15 2 773,17-8-1128,18-5 53,6-5-415,11-4 1585,10-8-1556,13-7-8,17-5-91,-15 12 0,3 1-276,5-3 0,2 0 246,6 0 1,1 0-758,6 0 1,1 0 257,4 0 0,0 1 488,-13 6 1,0 0 0,-4 1 0,-3 0 0,-3 2 0,27-5 0</inkml:trace>
  <inkml:trace contextRef="#ctx0" brushRef="#br0" timeOffset="38940">12018 1563 21990,'-46'3'1557,"0"-1"0,4 1 1,11-3-1134,26-4-1552,0-3-382,4-2 918,0-4 380,8-8 489,21-17-249,-3 7 13,3 4 0,3-1-696,-3 6 0,2-1 894,12-8 1,4-2 31,-3 3 1,3-2 0,-1 0-149,-2 2 0,0 1 1,0 0-53,1-1 1,0 1-1,-1-1-246,1 2 0,0 0 0,-2 1-373,9-4 0,1 1 142,-6 3 1,4-2 0,-3 2-68,7-3 1,-2 2 159,0 0 1,-5 3-355,-2 3 241,-16 7 273,-20 12 274,-4 0-41,-10 3-331,-6 1 1289,-13 3-1175,0 1-3620,-20 11 3493,22-5-576,-15 12-1109,24-7 1949,3 9 0,6-11 0,3 0 0</inkml:trace>
  <inkml:trace contextRef="#ctx0" brushRef="#br0" timeOffset="40035">12547 3624 16174,'-52'-24'911,"1"0"0,5 3 1,6 5-436,16 10-208,6 4-184,6 1-95,5 1-168,5 0-28,1 0 168,1 2 55,0 1 29,0 14-28,2 2-17,3 12 11,4 1-5,5 0-12,-1-7-11,18 7-5,-4-15 28,13 7 5,-7-10 0,-7-3 118,-9 0 67,-15 2 22,-29 13-167,1-7 7,-3-2 1,-3-1 64,-19 2-78,19-8 0,0-1 5,-25 2-33,10-6-151,14-4-639,11-3-3356,8 0 4129,8-2 0,4 3 0,2 1 0</inkml:trace>
  <inkml:trace contextRef="#ctx0" brushRef="#br0" timeOffset="40412">12806 3742 11754,'-4'0'6173,"1"0"-2773,3 0-3344,-34-21-202,26 14-100,-22-17 10,39 17-122,11-4-303,10-4-2195,23-5-481,-14 4 3337,12 0 0,-41 13 0,-3 1 0</inkml:trace>
  <inkml:trace contextRef="#ctx0" brushRef="#br0" timeOffset="40645">13292 3354 22464,'-33'-18'-454,"12"16"67,35 52-514,8 7-20,-8-26 0,1 1-1676,2 1 1,1-1 2596,12 23 0,-11-22 0,-9-14 0</inkml:trace>
  <inkml:trace contextRef="#ctx0" brushRef="#br0" timeOffset="40944">12485 4351 15300,'-40'9'1056,"0"-1"0,-17 0-5972,94-28 5151,-2 2-81,5 0 0,5-2 196,-4 2 1,2 1-211,13-6 0,4 0-88,-19 7 1,0-1-1,0 1-22,-1 1 0,0-1 0,0 1 12,15-7 0,-1 1 280,-6 2 1,-3 0-301,-6 2 1,-2 0-9,-7 3 0,-2 0-3,16-8 2660,-14 7-3086,-8 5 149,-8 5 266,0 2 0,-7 2 0,0 1 0</inkml:trace>
  <inkml:trace contextRef="#ctx0" brushRef="#br0" timeOffset="42652">14511 3692 19064,'-27'-18'118,"-1"0"0,-20 0-113,30 48 29,-1 10-40,4 7 1,5 3 16,10 1 0,11-4 34,9-5 5,10-7 23,5-8 33,2-10 118,-3-9 140,-2-8 17,-7-10-45,-4-10-67,-5-10-45,-8-9-118,-3 6 163,-12-22-95,-4 18-11,-9-15-12,-1 16-39,-3 5-62,-1 7-33,2 6-84,2 7-163,5 6-190,5 6-364,2 8-1418,4 8 2202,7 8 0,-1-10 0,3-2 0</inkml:trace>
  <inkml:trace contextRef="#ctx0" brushRef="#br0" timeOffset="43018">15254 3425 18986,'-43'38'218,"1"4"-106,11 7-2850,12-18 1,0-2 2798,-6 10 1456,-6 11-1433,18-24 832,0 5-843,7-7 50,6-4 62,7-5 3424,7-4-3430,9-5-79,8-2-139,9-7-190,9-5-561,9-5-1401,-24 5 1,-1-1 1342,28-7 0,-21 6 0,-18 4 0</inkml:trace>
  <inkml:trace contextRef="#ctx0" brushRef="#br0" timeOffset="43628">15406 3532 18033,'40'-28'-1607,"-13"8"786,12 10 1,5 3-819,-11 2 1,-1 2 1638,9-1 0,-1 1 0,5 0 0,-12 3 0</inkml:trace>
  <inkml:trace contextRef="#ctx0" brushRef="#br0" timeOffset="43795">15540 3717 21170,'35'-15'-1717,"-1"1"0,17-7 1717,6 1 0,-2 0 0,-18 7 0,18-5 0</inkml:trace>
  <inkml:trace contextRef="#ctx0" brushRef="#br0" timeOffset="45029">16386 3196 9425,'4'-6'4004,"-1"0"-940,-3 6 342,0 0-3081,12-40-247,-10 29 51,1-23-28,-21 43 27,-13 9 40,-9 2 6,-3 0 11,1-3 190,-1-5-246,16-5 67,1-4-96,18-2-66,1-1-51,4 0-78,3 1 95,0 4 34,1 5-12,2 5-16,2 3 5,1 4 6,1 4 16,0 1 12,-1 1 12,0-1-1,-1 0 28,-2-3 17,-3-3-29,1-5 96,-2-5 185,1-5 95,-1-4-129,-1-2-162,0-4-101,0-1 28,-1-11-61,2 3-23,5-9-40,5 4 29,8 1 11,6 5-17,4 4 6,6 4 0,5 7 11,6 4-28,5 6 6,-10 0-169,16 12 1,-27-5 50,3 13 61,-25-1-89,-21 3-33,-14 0 89,-4-8-278,3-10 1,-2-1-1140,-13-1-541,13-5 1,0-2 1249,-7-4 0,16-3 0,12-2 0</inkml:trace>
  <inkml:trace contextRef="#ctx0" brushRef="#br0" timeOffset="45294">16438 3170 10405,'0'-4'5315,"0"1"-1926,0 3-2991,49-64-135,-23 43-176,5-16 0,2 4 25,-7 23-1,-4 4-85,-6 2-218,-7 3-573,-5 2-4989,-4 6 5765,-3 2 0,1-1 1,-1-3-1</inkml:trace>
  <inkml:trace contextRef="#ctx0" brushRef="#br0" timeOffset="45961">17142 3354 18778,'8'-1'163,"5"15"-129,14 41-29,-13-25 1,0 1-259,-1-1 0,1-1 281,12 24 276,-3-13 133,-5-13 701,-5-13-57,-4-13-548,1-18-253,4-17-112,8-22-107,-8 20 1,2-1-591,2-6 1,1-1 559,3-2 0,2 0-9,0 1 1,2 1-217,0 5 1,1 1 198,-2 5 1,-1 2-49,-2 6 0,-1 2-69,14-9-184,-8 13-411,-6 11 68,-6 15 639,-3 16 0,-6-8 0,-3 5 0</inkml:trace>
  <inkml:trace contextRef="#ctx0" brushRef="#br0" timeOffset="66150">4409 5720 8201,'-4'0'2739,"0"0"276,4 0-2670,-22 0-64,16 0-64,-17-1-66,23 1-508,0 0 382,2 3-48,3 1 112,4 4 11,2-2 42,2 1 20,2-2 8,3-1-23,3-1-41,3-2 24,1-1 16,3 0-5,2 0 4,3-2 5,3 0-2,4-4-35,4-2-4,2-1 47,4-3-31,3-1-202,3-3 310,2 0-17,-3 0 7,-3 2-18,-4 2-208,-4 3-7,-3 2-13,-1 2-140,8-1-3,5 0-20,-9 2 3,0 0 4,-10 0 207,4-1 312,8-2-301,0-1-5,-4 1-17,0-1 14,-3 2-1,-3 0 18,-3 0 21,7-2-44,-4 0-5,-1 0-7,1-1-11,-4 4 10,8-2-7,0 2 1,-3 2-6,-2 1 0,-5 2 0,-2 0-11,-5 2 11,-1 0 5,-4 2 1,0 2-1,2 0-10,2-1 10,0 0-5,6 1-3380,-6-3 3385,0 0-10,-4-1-7,-4 0 12,3 0 12,3 1 4,-3-1-10,0-1 5,1 0 3409,-2-1-3392,6 0-11,1-1-17,0 0 28,6-1-17,-9 0-11,5 1 17,-9 0 22,3 0 6,-1-1 50,4 0-67,-7 0 28,10-2-17,-8 2-22,5-1-6,1 0-22,-7 3 17,-1-1 5,-9 1 0,1 0 40,-5 0 21,0 0-206,-1 0-9697,0 3 9726,-1 0 0,0 0 1,0-1-1</inkml:trace>
  <inkml:trace contextRef="#ctx0" brushRef="#br0" timeOffset="69799">8134 5605 7786,'5'0'4201,"-2"0"-3529,-3 0-315,-64 37-53,22-15-470,-5 3 0,0 1 450,-5-1 55,6-3 184,7-6-96,7-1 45,7-6-180,9-3-612,8-4-128,5-1 1308,23-8-548,6-4-65,25-11-392,6-5 263,-25 13 0,-1 0-10,0 1 0,-2 1-59,26-10 105,-23 11 173,-10 4 143,-19 6-134,-3 2-288,-8 4 357,-2 2-324,-29 17-3387,-13 6 3338,0-1 10,0 0-328,3-5 399,20-10 159,-20 9-156,32-16 1,-1 0-611,13-5 3059,6-3-2332,20-10-238,-1 1 4,16-9-36,17-8 39,-7 6-4,-14 7 1,-2 0 606,8 0-564,-17 7-34,-11 4 221,-8 4-176,-15 11 41,2-1 107,-33 25-122,18-16-51,-8 6 1,0 0 30,3-1 0,-4 3 0,-1 0 69,2-2 122,-10 8-326,27-21-418,9-7 961,13-9 177,8-6-251,15-11-147,12-10-171,-15 12 0,2-1-176,2-1 0,1 2-2860,3-2 0,0 1 2999,-3 3 1,-2 2 0,10-4 0,-17 8 0</inkml:trace>
  <inkml:trace contextRef="#ctx0" brushRef="#br0" timeOffset="83240">7772 6670 15180,'-7'-6'555,"1"2"-950,5 3-506,1 0 1696,8-2-111,4 0-354,3-1-5,14-4-95,-6 2 398,15-3 5,-3 1-175,7-2-273,6 0-171,5-1 28,1 1-44,1 1-316,-1 1 297,-2 2-9,-2 2 11,-3 0-19,-13 2 163,18-2 5,-12-1-53,-9 2 1,2-2 54,26-6-50,-28 5 0,1-1-10,7-1 0,-2-1 21,14-2-46,-18 4 0,-2 1 26,3 2-41,3 0-217,-7 3-9,-6 1-27,-3 1 284,-1 1-326,3 0 6,2 0 25,1-1 36,3-1 155,-1 0 0,-1 0 41,-2 1-132,-1 1 0,-4 2-1,-1 0-22,0 1-6,2 1-12,3-1 43,1-1 32,4-1 148,1-2-33,2 0 32,-3-2 45,-2 0 11,-4-2-5,-1 0-27,-4-1 103,10-1-67,-11 2 137,29-5-130,-13 0-26,18-2-154,-8 0-14,-2 2-39,-4 1 12,-4 2-10,-6 2-26,-7 2 15,-4 1 44,-3 0 149,-2 0 264,18-5-180,1-2-45,18-7-10,1-3-12,0 0-28,-1 2 5,-4 2-5,-6 2-50,-8 2-6,-10 3 17,-8 3 27,-7 2-10,-4 1-544,-1 0 6,2 4-6038,1 1 6542,0 1 0,0-1 0,-2-4 0</inkml:trace>
  <inkml:trace contextRef="#ctx0" brushRef="#br0" timeOffset="85215">8018 7802 7928,'-12'0'2392,"2"-1"-1424,10 1 128,0 0-565,31-19 101,-7 8-118,29-16-30,-12 13 102,6 0-45,5-1-190,6 1-168,-12 3-17,-9 3 0,2 0-625,18-3 461,-14 3 1,2 0-32,-7 2 1,0 0 8,1 1 0,-1 0-7,1 1 1,-2 1-17,-1 0 0,-1 1-95,-3 1 1,0 0 74,24 0-1514,2-1 1,-1-1 1442,-3 0 104,2-1 1,-2-2-32,-15-3-2,16-5 12,5 0 43,-29 7 0,0 0-121,30-6 158,-1 2-7,-4 2 36,-5 1-24,-13 2 197,12-4-129,-13 0 6,17-4-92,-7 0 3196,-8 2-3146,-8 4 1,0-1-43,14-2-43,-13 3 1,1 0-32,21-3 17,-3 1-16,-3 3 194,10-1-27,-18 2 22,6-1 28,-19 2 5,-3 0 258,-1 0-436,-4 2 15,-4 0-10,-6 2 33,-4 0 6,-2 1-5,0 0 95,3-2-163,0 1-487,6-2 521,1 1 0,-5 0 0,0 2 0</inkml:trace>
  <inkml:trace contextRef="#ctx0" brushRef="#br0" timeOffset="88419">6300 17665 7335,'-2'3'2863,"1"-1"-556,1-2-1786,-2-20-34,2 12-162,-3-19-101,2 16 79,0-7 21,1-5-60,7-9-18,5-6-39,9-7-27,8-5-107,-12 24 0,1-2-1,9-9 1,0 1-295,-8 11 1,1-1 252,11-11 0,0 0 8,-8 11 0,0 0-346,8-6 0,1-2 337,1 1 1,0 0-3,0 2 0,0 0-11,-1 1 0,1 1 11,-2 1 0,1 1-3,0 1 0,0 1-3,0 0 1,0 1-155,-1 0 0,1 1 157,0-1 0,-1 2 9,18-14 2,-11 9 1,2-1-431,-11 8 1,1-1 412,12-9 1,4-1 8,0-1 0,-2 3-14,-13 8 0,0 2-6,12-8 1,-1 2 1,12-4 4,-22 12 0,2-1 11,-3 2 1,1 1 7,-2 0 1,0 1 294,0 0 1,-1 1-240,29-13 68,0 0-161,-28 13 0,1 1 32,1-1 0,-1 0-14,2 0 0,0 1 397,0-1 1,1 1-359,0 0 0,0 1 3,0 0 0,0 1 234,1 0 0,0 1-217,7-1 0,0 1-417,14-2 380,-18 3 0,-1 2 15,8-3 333,11 0-351,-4 2 7,1 2-1,-1 2 56,0 2-17,-11 1 102,8 2 83,2 4-95,3 0 6,9 1 11,-11-3-23,-1 0-61,1-2 11,-1 0 34,-3 2-23,-2 0 45,-14 0-101,10 6 12,-14-2 21,11 5 410,-7-3-420,1-2 185,2-1-118,2-2-6,2-2 0,3-1-67,-2 1-61,-2 1-1,-3 1 12,-4 3 10,-2 1 35,0 2-29,1 1-27,1 1 10,1 0-5,1 0 11,0 0-16,2 1 16,-1 1 17,-2 0-17,-2 3 12,-4 0-12,-2 2-6,0 1 18,-2 2-34,1 1 11,0 2 5,2-2-10,1 0 5,2 0-16,0 0 4,1-2 7,-2 1-1,-1-1 1,-3 0-23,-2 2 28,-3-1 0,-1 1 5,1 0 18,1 1-18,1-1-5,1 0 6,0-2-12,2-2 17,-2-3-27,1 0 21,-2 0 23,-1 0 0,-1-1 17,-1 2-11,0-1-18,-1 1 7,1-1-40,0 0 6,0 1 11,0 0-6,0 1 12,0 3-12,-1-1 34,-1 2 11,0 1-39,-4 0-11,1 1-17,-1 0 0,0 1 11,-1-2 17,-2-1 17,0-3-6,-2-3 57,-3-2 66,-2-1-16,-1-1-6,-5 3-28,-3 0-28,-6 0 0,-3 0-45,1-2 6,0-2-1,0-1-32,6-5 38,-4 1-28,5-2-16,-3-1-12,-3 1 1,-10 1 5,5-1 0,-15 3 33,8-3 7,-9 0-7,3-3 40,6-2-39,7-4-40,8 1 45,5-3-5,3 2-1,3 2 7,0 1-371,1 0 163,6 4 174,0 0-1,6 3 12,7 2 22,3-1-22,9 1-3403,9 1 3380,-14-4 17,11 1-22,-14-4-2285,11 0 2313,-12-1 44,5-5 57,-6-11 2189,-2 2-2245,11-19-23,-7 3-28,7-9 29,6-10-24,-7 12-32,1-1 21,-16 20 3410,-4 7-3387,-7 7 0,-1 1-1109,-1 2-246,1 1-2679,2 4 3158,0 2 0,0-1 0,-2-1 0</inkml:trace>
  <inkml:trace contextRef="#ctx0" brushRef="#br0" timeOffset="91120">11492 18124 15378,'-11'40'107,"-5"2"-169,-10-3 23,-9 7-574,13-20 1,-2 0 586,-2 2 1,-1-1 2,-3 1 1,0 0-9,-1 0 1,0-1 4,-1-1 1,0 0-37,-1 0 1,1-2 61,0-2 0,0-1 22,3-3 0,0-1-61,1-1 0,0-2 22,-27 14-11,9-5-56,6-2 0,-1 0 22,10-5 1,0 0-260,-14 9 1,-2 1 171,7-5 1,1 0 22,-2 2 0,1 0 53,7-6 0,1 1-22,-7 4 0,22-13 104</inkml:trace>
  <inkml:trace contextRef="#ctx0" brushRef="#br0" timeOffset="91120">6587 19049 21976,'-8'-19'461,"-3"-10"191,3 4 125,4 2 307,2 2 135,2 0 41,0 1 97,0 2-381,0 4 2029,0-5-3005,0 5 0,0-9 0,0-1 0,0-4 0,0 0 0,0 2 0,0 6 0,-1 3 0,0 3 0,-2 2 0,0-1 0,-1 0-356,2 1-32,-2 0-267,1 2 74,0 0 98,0 2-49,0 0 174,1 1 51,0 1 1,0 0-265,-2-1-10,0-1 1,-2 0 35,1 1 115,2 3-80,-1 2-1548,4 1 1235,-1 9 1144,1 9 193,-1 12-81,-1 5 317,1-1 89,0-6-33,-1-6 382,1-3-24,-2-2-771,-1 1-198,1-7 148,0 2 4,0-5-237,0 0-716,1-2 111,1-3 978,1-1-1049,-2-2-643,-1-2-258,-6-5 45,1 3 247,-4-5 711,6 4 1,0-3 239,0-2 58,4-8 928,-1 5 137,2-11 174,6 6 287,0-5-125,5 1-266,1 1-541,-4 10-104,-1 0-295,-4 10-139,-2 0-464,1 1 237,-1 9-218,0 14 224,-1-1 349,-1 15 1,0-9 187,-3 3-145,0-1-392,-1 0-238,0 3 348,-2 5-209,0 0 8,0-1 42,1-8 606,2-5 72,3-11 152,1-5-114,1-5 569,0-2-1126,0-5 438,0-3-14,0-2-715,1-11 337,4-2 126,7-15-10,3 6 1,1-2 239,6-12 314,-3 11 0,2 0 96,8-7-167,-4 9-52,2 2-146,-10 20-283,0 3-214,-3 3-169,3 5-341,-2 1-264,11 5-82,-3 3 19,-1 2-3361,4 8 3661,-11-7-280,14 12-2011,-5-8 2413,3 1 1,-9-7 0,-8-5 0</inkml:trace>
  <inkml:trace contextRef="#ctx0" brushRef="#br0" timeOffset="93307">14380 4646 8214,'6'-2'3563,"-2"0"3551,-4 2-5877,0-1-1063,-7 5-129,-9 4 28,-16 11 11,-13 5-45,17-9 0,-1 0-11,-2 1 0,-1 0 30,-6 3 1,0-2-8,-12 6 5,18-11 0,2 0 78,1-5 40,-2-1 11,12-3-12,7-3-27,8 0-135,1 0-179,3 0 168,1 3 34,1 3-6,3 6 0,1 7 0,1 9 22,0 10 23,0 12 11,0 8-299,-4-25 1,1 1 258,-1 1 1,-1 0-20,2 1 1,-1 0-15,1-2 1,0 0-1,7 25-34,3-9 35,2-14 94,5-7 17,5-10-5,8-8-1,7-6-49,6-11-164,6-7-408,3-7-3764,0-6 3551,-9 3 0,-18 8 0,-13 6 0</inkml:trace>
  <inkml:trace contextRef="#ctx0" brushRef="#br0" timeOffset="95480">15093 4897 8377,'-2'-6'4868,"0"0"-4275,2 6 2393,0 0-2197,-4-36-122,2 24-158,-5-28-166,3 36-175,-2 2-101,-3 1-39,-5 6-23,-6 6 40,-6 11 17,-5 8-12,1 6 1,1 4-23,6 3-17,7 0 6,8 2 5,11-2 6,12-3 17,11-6 39,11-7 39,8-9 0,6-7 34,1-7 84,-2-8 111,-6-3 113,-10-7 22,-10-5-88,-8-5-125,-9-9-55,-3-5-57,-9-7-16,-5 0-12,-9 2-25,1 17 0,-3 1-41,-12-9-24,-13-4 1,13 21-22,4 6-40,3 3-50,5 5-124,5 2-122,5 8-119,1 6-392,2 15-1320,3 11 1465,5-6 1,1-1-1,-1 2 1,4 7 0</inkml:trace>
  <inkml:trace contextRef="#ctx0" brushRef="#br0" timeOffset="95758">15789 5023 15793,'0'-3'2912,"0"0"550,0 3-3580,-16-40 79,12 33 39,-11-22 22,15 49-50,0 14-263,-1 25-375,-1-1-446,0 2-2965,-1 2 4077,2-19 0,0-7 0,1-16 0</inkml:trace>
  <inkml:trace contextRef="#ctx0" brushRef="#br0" timeOffset="96258">16175 4718 17591,'-6'-40'907,"1"1"0,-6-23 287,7 59-1138,-9 11 12,1 10 380,-5 6-391,-5 18-29,-3 13-28,5-10 11,9-12 0,2-1-5,4 8 11,6 14-12,9-13 1,10-3-6,-2-19 226,11-3-204,0-11 79,24-13-50,-15-1 400,-4-7 1,-3-5-48,0-21-130,2-11-120,-26 20 0,-6-1-14,-12-16-28,-10-5 22,-5 16-66,4 11 66,-4 2 17,1 9-140,5 4-55,-14 4-46,14 12 40,-4 1-298,-2 19-637,8 13 313,1-1-5538,6 17 2827,10-24 2816,5 11 0,-2-23 0,2-2 0</inkml:trace>
  <inkml:trace contextRef="#ctx0" brushRef="#br0" timeOffset="96491">16839 4805 21545,'3'21'34,"1"6"-107,4 12-190,0 5-538,-1 3-2280,1 2 3081,2-1 0,-3-21 0,-1-7 0</inkml:trace>
  <inkml:trace contextRef="#ctx0" brushRef="#br0" timeOffset="97141">17328 4537 17484,'-3'-3'3115,"1"1"-1659,2 2-1456,-18-30 16,15 25 12,-13-20 74,18 32 156,-4 9-158,-2-6 80,-10 11 4,-8-8 40,-9 0 34,-1-5-17,0-8-45,6-10-123,6-2 89,2-22-89,10 5-17,1-15-23,13 8 7,7 3 10,9 1-39,-2 9 17,17-5-22,-6 13-17,17-2-1,-1 12-16,2 7-5,-1 11 10,-7 12 7,-14 19 10,-18-14 0,-6 4-532,-7 9 1,-6 3 520,-7 8 0,-5 3-430,3-15 1,-3 1-1,-1-1 441,-1-1 1,-1 0-1,0-1 14,-10 13 1,0-4 27,5-10 1,0-4 4,6-11 1,1-4 160,-15 2 44,10-15-66,8-16 852,10-12-959,6-11-40,12-7-16,1 6 0,24-13-23,-5 17-16,17-9-17,-4 14-40,7 7 6,-8 7-157,-5 5 1,2 3 696,18 5-1414,-17-1 0,2 3-6491,20 12 7438,-13 0 0,-19-5 0,-14-6 0</inkml:trace>
  <inkml:trace contextRef="#ctx0" brushRef="#br0" timeOffset="97323">17930 4677 24396,'25'3'-229,"-4"15"-897,-16 39 1126,-4-17 0,-1-2 0,0 7 0,-3-1 0</inkml:trace>
  <inkml:trace contextRef="#ctx0" brushRef="#br0" timeOffset="98141">18376 4648 14437,'-9'-44'1844,"0"0"0,-1 0 1,-3-20-1,2 10-1082,5 24-235,-1-4-152,0 9-123,1 7-112,3 8-107,0 4-324,3 4 252,0 14 11,6 13 22,-1 2 23,10 28-11,-8-27-17,7 25 16,-3-19-10,3 7-186,1-4-772,1-4-6358,0 0 7321,-1-6 0,-6-11 0,-4-7 0</inkml:trace>
  <inkml:trace contextRef="#ctx0" brushRef="#br0" timeOffset="98440">18921 4650 18646,'0'-5'3259,"0"1"-1747,0 4-1736,-1-52 181,1 43-47,3-31-71,2 61-517,2 25-599,-4-1-328,-1 2 1605,-7 5 0,3-34 0,-2 8 0</inkml:trace>
  <inkml:trace contextRef="#ctx0" brushRef="#br0" timeOffset="98759">19168 4205 16768,'-2'-6'4581,"0"0"-6857,2-24 1,1-6 2656,1 13 648,-1-18 0,1 2-777,1 26 709,0-1-922,-1 11-145,-2 3 72,2 4 34,4 19-17,0 9 0,3 9-33,0 18-124,-5-23 1,1 1-127,0 2 1,0 1 994,2 6 0,0 0-2869,0-9 1,0-3 2173,7 20 0,-4-21 0,-5-17 0</inkml:trace>
  <inkml:trace contextRef="#ctx0" brushRef="#br0" timeOffset="99074">19738 4318 14796,'0'-8'5036,"0"2"-2785,0 6-699,0 0-1580,-9-28-6,7 22 0,-7-7 23,9 33-112,-1 18-191,0 7-587,-2 11-1239,0-24 0,-1-1 1292,-3 26 0,1-21 0,2-16 0</inkml:trace>
  <inkml:trace contextRef="#ctx0" brushRef="#br0" timeOffset="100574">20188 4005 10556,'0'-5'4369,"0"1"-555,0 4-3164,0-15-493,0 12 95,0-11-224,0 14 28,0 0-11,0 3 22,0 0 90,1 3-124,-1-3 46,1 2 5,-1-5 1080,0 2-1085,-3-2-1,1 0 6,-1-1 0,2 0 95,0 0 606,0 0-774,1 4 1,-1-1-7,1 3 6,0-3-5,0 1 16,0-2 634,0 1-578,-2-8-28,1-3 18,0-11-18,1-4-28,0-5 1,3-2-34,2 4 11,4 5-17,0 10-39,-2 6 0,3 4 17,0 7 27,5 8-10,2 10-6,1 11-3437,-1 22 3420,-8-13 6,-4-8 0,-4 2-414,-10 23 400,0-19 0,-2 0 8,-6 3 0,-3-1 34,-3 0 0,-2-3 56,0-4 0,0-3-3,3-8 1,-1-3 170,-13 1-28,9-23-56,8-18 3098,9-16-3165,11-6 496,12 2-552,7 7 163,7 10-192,4 9-5,5 6-22,8 3-101,9 7-230,9 0-211,-29 0 1,1 1-314,0 0 0,0 0-6231,27 8 6321,-14-2 1,-21-3 0,-13-4 0</inkml:trace>
  <inkml:trace contextRef="#ctx0" brushRef="#br0" timeOffset="101177">20625 3692 10310,'-3'-2'4105,"1"1"1004,2 1-4919,-17-30-106,15 19 73,-6-25 106,28 21-56,4 0-17,7-6-44,-3 5-79,-6 3 112,8-2-78,-12 8-39,6-3-34,-11 6 11,-3 2-5,-3 2 50,1 4 0,-2 3 33,7 11-44,0 3-17,5 7-11,1 0-28,-2-5 50,16 23 6,-5-10-34,3 7 152,0 6-129,-20-25 72,7 24 40,-8-1-102,-3 1-44,0 0 68,-3 12-80,-1-24-3396,2 27 3363,-3-35-641,0 14 686,-8-19-11,-2 5 0,-15-2-185,-11-2-961,1-5 0,-3-1 717,6-3 1,2-2-1,-16 6 1,32-15-1</inkml:trace>
  <inkml:trace contextRef="#ctx0" brushRef="#br0" timeOffset="104464">4229 9333 12238,'-10'0'2330,"2"0"-2083,8 0 878,0 0-727,7 0 231,5-4-15,11-4-242,8-4 188,7-2 44,3 0-214,1 2-93,-2 2-39,0 2-155,-2 1-235,-1 3-56,-2 1-50,-1 2-29,-1 2-14,2 1 10,1 1 23,5 1 35,3 0 19,2-1 29,0-2 121,-2 0 81,-5-1 46,-3-1-72,-3-1 14,-9 0-25,16-5-53,-9 0-49,15-5-44,-5 3-205,-2 0-3,-1 3 138,-2 1-52,-2 2 140,-2 1-44,-4 2-1,0-1-2,-2 0 148,0 0 13,3-1 5,1 1-5,3 0-8,2 1-132,-1 2 5,-1 2-11,-3 2 20,-4 1 18,-4-2-3207,2-2 3325,-9-1 231,7-3 93,-6-3-173,5-4-257,6-3-673,3-1 783,-1 2 1,-10 5 0,-8 2 0</inkml:trace>
  <inkml:trace contextRef="#ctx0" brushRef="#br0" timeOffset="107712">19391 5080 9218,'-2'-4'5863,"0"0"-1756,2 4-3435,-8-48-588,6 35-448,-5-32 476,11 55-23,3 11-72,0 3-6,2 15-22,0-3 39,7 20-39,0-12-328,6 3 339,-8-21 0,1 2-95,-6 1-45,-3-4-157,-3 7-330,-7-16-191,-1-1 53,-8-1 0,10-10 0,-4 2 1</inkml:trace>
  <inkml:trace contextRef="#ctx0" brushRef="#br0" timeOffset="108162">19325 5396 19529,'-32'-41'-459,"9"14"560,30 42-40,5 8 7,6 4 21,3-1 46,5-5 61,1-3-84,-3-7 196,4-4 358,1-7-437,-6-4 443,10-13-313,-16-2 45,7-22-169,-9 8-134,-4-1 123,-6 6-174,-3 16-5,-1-6-56,-1 13-34,0-1-593,0 5 250,0 0-1370,1 7 285,0 1 1473,2 16 0,-2-13 0,1 6 0</inkml:trace>
  <inkml:trace contextRef="#ctx0" brushRef="#br0" timeOffset="108729">19455 6000 9330,'-5'3'4738,"2"0"-437,3-3-4206,9 2 101,1 3 29,10 3 78,0 0 161,4-4 141,1-4-67,1-7-163,-1-7-62,-1-9-66,-5-8-6,-4-6-11,-5-6-146,-6 8 106,-7-15-44,-5 21-23,-7-9-67,-6 18-39,-6 9 22,-5 6 0,0 9-39,1 5-11,3 11-6,5 6-5,5 6 0,8 5 33,5-7-45,13 20-33,4-14-23,11 15-38,5-15-18,9-4-140,11-9 62,-5-9-845,-4-9 1,3-2-4314,19-5 5382,-21 0 0,-2-1 0,0-2 0,-17 1 0</inkml:trace>
  <inkml:trace contextRef="#ctx0" brushRef="#br0" timeOffset="108962">20023 5657 17736,'24'-31'-318,"0"1"1,-1 2 0,1 7-623,17 14-2443,1 4 3383,-7 4 0,-13-1 0,-11 2 0</inkml:trace>
  <inkml:trace contextRef="#ctx0" brushRef="#br0" timeOffset="109148">20010 5922 14409,'-3'2'4437,"1"-1"-4051,2-1-902,70-70-2040,-25 35 1738,-13 7 0,4-6 1,-2 6 817,-4 8 0,-3 5 0,4-4 0,-8 5 0</inkml:trace>
  <inkml:trace contextRef="#ctx0" brushRef="#br0" timeOffset="109584">20451 5386 12421,'0'-4'6991,"0"1"-4320,0 3-2643,-14-22 6,6 36-17,-12-11-12,13 40 7,4 0 21,10-6-16,7-5 5,11-8 51,6-8 39,6-8 67,0-9 17,-1-11-5,-3-10 16,-3-10 23,-4-3 106,-4-2 84,-8 3-34,-5 5-72,-5 7-3421,-2 5 3152,-1 9-6,-1 4-78,1 3 33,4 14 1,2 5-12,8 16-17,2 2-5,3 5-50,4 2-135,1 5-286,-1 4-1321,-6 4 1831,-12-22 0,-2-3 0,1 5 0,-5-4 0</inkml:trace>
  <inkml:trace contextRef="#ctx0" brushRef="#br0" timeOffset="116278">1906 7421 15139,'-41'-34'1146,"-1"-1"0,5 3 1,8 9-1237,20 20 81,8 9 165,20 27-128,-4-4 0,4 4 0,2 2-10,12 16-18,-11-19 0,3-1 47,6-3 1,1-4 42,12 4 89,-13-16 0,0-7 381,5-17-17,10-15-324,-11-7-835,-5-10 1,1-7 701,-6 7 1,0-3-442,0 2 1,1-4-1,0 0 381,-4 5 0,0 0 1,0 1-3,0 0 0,-1 1 1,0 2-320,8-16 0,0 4 295,-5 9 0,-1 3-35,-5 10 0,0 4-284,7-4 463,-8 21-3953,-3 25 3809,-4 8 0,-3-2 0,-4-6 0</inkml:trace>
  <inkml:trace contextRef="#ctx0" brushRef="#br0" timeOffset="119563">13584 7521 17787,'-34'-16'323,"1"0"0,1 1 0,5 5-245,12 10 85,-10 3-152,10 2-61,-4 1-186,4 7 85,8 1 67,0 4-118,5 8 6,11 11 34,6 4 16,14 11 1,7-11 94,-5-9-16,14 0 28,-2-7 0,-1 0 22,-4-2 274,-23-7-66,-12-4 240,-27 11-274,-10-4-73,-10 3 28,8-11 0,-1-4 34,-13-1-143,14-3 0,3-2-250,-3-5-2744,10-9 2143,17 2 0,3 2 0,6 3 0</inkml:trace>
  <inkml:trace contextRef="#ctx0" brushRef="#br0" timeOffset="119956">13856 7672 16101,'-3'0'4011,"0"0"-2242,3 0-2055,-17-9-50,16 5-212,-6-8-914,28 5-4884,14-3 6346,1-1 0,-11 4 0,-10 2 0</inkml:trace>
  <inkml:trace contextRef="#ctx0" brushRef="#br0" timeOffset="120381">14170 7377 21365,'-29'-43'-6,"0"0"0,2 3 1,13 8 286,35 16-382,14 2 45,-8 7 25,13 5-109,-11 13 69,7 11-24,-3 12 62,-6 10 21,-10 8-4,-9 3 38,-11-2 51,-8-3-34,-5-7 152,-2-8-191,4-10-84,5-9 12,5-8 94,4-4 68,8-3-46,8-1-116,14-8-91,12-5-78,8-8-240,5-2-673,0 3-4145,-4 6 5299,-13 8 0,-16 3 0,-11 3 0</inkml:trace>
  <inkml:trace contextRef="#ctx0" brushRef="#br0" timeOffset="120686">13556 8596 14665,'-51'31'1239,"1"-1"1,5-4 0,8-4-567,11-7-527,14-8 106,13-6-3666,30-15 3548,-2 1-53,8-6 1,6-4-194,-2 0 1,2-1 139,-5 2 0,4-1 0,0-1-6,4-1 0,0-1 1,1 0-14,1-1 0,1 0 1,-1 0-12,1 1 0,-1 0 0,0 0-208,-3 1 1,0 1-1,-1 0 180,-3 2 0,-1 0 1,0 1-58,12-8 0,-1 2-64,-8 3 0,-1 1-239,-7 4 0,-1 1-2540,19-11 2930,-15 11 0,-18 8 0,-10 6 0</inkml:trace>
  <inkml:trace contextRef="#ctx0" brushRef="#br0" timeOffset="122690">15857 7229 6887,'0'-7'5658,"0"2"-4555,0 5 1479,0 0-2554,-7-14-78,5 13 167,-8-4 130,2 24-79,-4 16-45,-4 13-67,2 8-250,5 1 233,9-7 146,10-8 190,9-10-17,11-10 34,7-10 118,5-7 101,3-14 83,-3-7-10,-5-13-96,-10-7-112,-12-7-67,-12-2-101,-17 0-157,-10 4 1,-22-1-85,14 16 0,-16-2-22,20 16 177,-5 1-278,4 4-84,7 5-95,3 5-6,4 7-118,1 11-571,0 11-1703,4 9 2633,9 5 0,0-21 0,5-3 0</inkml:trace>
  <inkml:trace contextRef="#ctx0" brushRef="#br0" timeOffset="123088">16571 7110 21741,'-43'-26'-84,"-2"23"95,20 36 0,3 10-17,5-15 1,1 1-381,-5 10 0,3 0 347,5 3 238,3 6-205,13-12 133,13-7-110,-1-14 5,17-4-72,-2-11-68,14-9-167,6-7-225,-15 1 1,0-2-113,14-7-1115,-12 6 1,0-1 1831,18-8 1,-17 7 0,-4 4-1</inkml:trace>
  <inkml:trace contextRef="#ctx0" brushRef="#br0" timeOffset="123323">17017 7077 13105,'-4'0'4514,"0"0"-3338,4 0-1339,26-53-335,4 30 100,-3-10 1,4 1-723,24 16-600,3 4-3707,-4 7 5427,-11 3 0,-17 2 0,-13 0 0</inkml:trace>
  <inkml:trace contextRef="#ctx0" brushRef="#br0" timeOffset="123507">17239 7165 7363,'-8'4'9830,"3"0"-7221,5-4-1556,0 0-1137,-11 1-364,22-10-3469,1-2 3379,17-5-1951,4 0 1,3 1 2488,13-8 0,5-1 0,-28 11 0</inkml:trace>
  <inkml:trace contextRef="#ctx0" brushRef="#br0" timeOffset="123916">17665 6822 23483,'-19'-28'-143,"-1"0"1,-11-10 159,31 55 5,0 16-28,3 10-38,8 16 32,4-12 24,16 8 10,-3-28 124,10-5-40,-15-16 6,0-6 95,-7-12-22,0-9 5,6-13 186,3-17-102,-3 5 124,-1-2-135,-9 21 437,-5 10-560,-5 12-16,-1 2-276,-1 4 24,0 7 111,0 1 28,4 44-56,0-23 23,5 31-118,1-30 0,1 0-566,12 26-24,-9-22 0,0 1-489,2-2 1,0 0 1218,-3-2 0,0-3 0,6 13 0,-4-6 0</inkml:trace>
  <inkml:trace contextRef="#ctx0" brushRef="#br0" timeOffset="124675">18454 6938 20319,'-11'-19'1691,"2"5"-1377,9 10-314,0 3 0,2 6 112,3 9-39,4 13-34,3 12-22,2 9-23,2 1 6,2-3 6,4-9 22,1-10 101,3-9 156,-1-9 40,3-15-73,3-13-45,7-18-391,-16 12 0,-1-4 276,3-4 1,-1-3-18,1-3 1,-2-1-20,0-2 0,0 0-14,-2 2 0,-1 1-6,-1 3 1,-2 2-71,13-21 56,-7 16-61,-6 13-112,-3 11-152,-1 7-189,0 8 311,1 10-1421,-2 10 1602,-4 20 0,-5-17 0,-2 4 0</inkml:trace>
  <inkml:trace contextRef="#ctx0" brushRef="#br0" timeOffset="135795">15095 5754 9979,'47'-33'453,"0"1"1,-5 2 0,-7 7 470,-16 13 521,-9 6-515,-7 1-868,-11 6-68,-12 5 84,-19 9-22,11-4 0,-2 2-120,-5 1 1,0 1 211,-2 1 1,1-1 56,2-1 0,2-2 119,-18 9-256,17-9-242,17-7 196,11-5 331,13-2-62,9-6-145,28-11-97,-9 2-35,-4 1 0,1-1 3,15-6-6,-18 8 0,0 0 0,22-8-39,-11 6-190,-14 6 196,-14 4 128,-9 6-11,-14 7-56,-14 9 29,-19 11-7,16-11 1,-2 0 13,-3 0 1,1 1-12,1-2 1,1 0-3116,-20 12 2984,22-13-84,10-3 352,17-10 253,6-2-129,10-6-141,13-5-94,10-8-26,-9 5 1,-1 0-26,12-7-8,-11 6 0,-2 1 2,6-4-78,5-1-179,-6 4-347,-7 4-1350,-6 5 1921,-5 3 0,-7 3 0,-4 0 0</inkml:trace>
  <inkml:trace contextRef="#ctx0" brushRef="#br0" timeOffset="138102">6164 10321 5958,'8'-1'896,"-2"1"-219,-6 0-218,0 0-128,67-11-12,-28 4-459,9-1 1,1-1 430,6-1 17,6-4-193,-28 7 0,1 0-34,2 0 0,2 0 25,0-1 1,1 0-260,3 0 1,0 1 236,2 0 0,0 0-34,2-1 1,1 1-29,1 0 0,0 1-19,-2-1 0,1 1-6,7 0 0,-3 0 3,-17 2 0,0 0 20,9-1 0,-1 0-51,8-1 154,12-4 0,-3 0 23,-3 0-6,0-1-67,-1 0-34,-1 0 28,0 0-28,0 0-22,1 0 17,-2-1-2960,6 1 2954,-20 2 323,10 1-189,-18 3 464,10-2-554,0-1 98,1 0-141,-1 0 3363,-2 1-3308,8 0-62,-14 3 29,14-2 22,-13 4 55,17-1-88,-18 1 32,11 1 29,-18-1 67,5 1 45,0-2 50,-1-1 0,2-1-61,1-1-84,3-2-68,1 2-28,1 0 18,0 3-1,-1 1 6,-2 1 27,-1 1 7,-2 0-12,-3 1-11,-3 0 6,-2 0 38,0 0 91,0-1-6,3 0-51,2-3-5,3 0-6,0-2 12,-3 1 11,-1 0 44,-5 1 45,-1 0-16,-3 0-85,0 1-72,2-2-51,0 0-218,0 0-460,1 0-633,2 0 1300,3 1 0,-11 2 0,-2 0 0</inkml:trace>
  <inkml:trace contextRef="#ctx0" brushRef="#br0" timeOffset="146558">4118 13598 5829,'-3'-1'1047,"0"-1"-1366,3 2 106,-4 0-240,3 0 772,-2 0 252,9 3 39,1 0-319,2 2 146,2 1 22,4-1-207,4 0-21,8-1 32,3-3 73,7-4 39,7-2-190,-12 0 0,0-1-112,15-3-26,-11 3 1,0-1-399,16 1 359,-20 2 1,1 0-9,18 0 5,-13 1 1,0 1-6,18 0 25,-15 0 1,1 0 2,-7 0 0,-1-1 5,0 0 1,-1 0 33,18-4 53,-15 1 1,-1 1-37,12-2-97,-14 3 1,-1 1 73,15 0 51,-2 2 17,-3 1 56,-1 0 95,-1-1 34,0-2 387,1-4-444,0-4 29,1-1-169,-3 0-72,-5 2-39,-5 5-40,-7 2 23,-5 3 56,-5 3 0,-1 1 22,-1 2 0,1-1-22,1 1-90,0 0-269,0 1-745,2 2-2217,-3 0 3276,1 2 0,-7-7 0,0 1 0</inkml:trace>
  <inkml:trace contextRef="#ctx0" brushRef="#br0" timeOffset="147558">4569 14594 7347,'-11'-4'4010,"3"1"-4016,8 3-246,0 0 655,3-3 247,6 2-190,6-3 21,8 4 91,5 0 16,4 0-107,8-5-279,-6 1 94,-1-4 1,3-1 46,21-8-681,-14 5 0,2-1 408,-5 1 0,1 1-22,0 1 0,1 0-275,0 1 1,0 1 243,-1 1 0,0 1-12,0 2 1,0 0-1,-2 2 1,0 0-3,0 2 0,-1-1-3,0 1 0,-1 0 0,0 0 0,1 0-105,-1 0 1,0 0 137,0-2 1,1-1 22,-1-2 0,1 0 22,1-3 1,-1-1-7,1-2 1,0 0 0,0-1 0,-1 0-6,0-1 0,-2 1-3,-1-1 1,-1 0-6,-3 1 0,-1 0 70,24-10-29,-7 3-21,-5 2-23,-4 4 0,-3 3 813,-10 3-723,8 0 537,-13 3-571,7-3 226,-10 3-377,-5 0-398,-2 2-3310,-1-1 3747,-1 0 0,-3 2 0,-2 0 0</inkml:trace>
  <inkml:trace contextRef="#ctx0" brushRef="#br0" timeOffset="149399">14940 8292 7929,'10'2'6480,"-2"0"-5808,-8-2 1765,0 0-2471,-3 1 29,-2 4 10,-10 6 68,-8 8 50,-11 3 51,-3 2 78,-1-6 84,5-5 17,5-6-50,4-4 151,0-2-135,6-1-162,4-1 123,6 0 72,5-1-229,0 0-1276,2 1 1091,1 18 130,1-4 32,0 38-83,0-21 73,2 33 11,-2-15-1764,1-9 1,0 0 1679,0 16 5,2-11 0,1-3-5,1-7 17,7 25-29,-1-28 29,10 10-34,-6-16 62,13 7-23,-9-19 3375,5 3-3391,3-10-163,10-13-348,8-9-1051,-14 1 0,0-3 1539,21-17 0,-18 11 0,-15 9 0</inkml:trace>
  <inkml:trace contextRef="#ctx0" brushRef="#br0" timeOffset="150532">15530 8458 18358,'-13'-35'-162,"2"8"386,6 52-129,-3 10-90,-4 25-475,1 1 481,4-1-27,3-16-24,11 1 244,10-14-103,2-6 224,22-5-117,-11-17 60,13-6-111,-16-3 538,5-19-410,-18 8 746,7-29-656,-17 11 0,-6-15-74,-10 9-77,-10 4-79,-8 5-27,-5 4-28,-3 6 10,-1 4-49,11 6 38,-9 0-133,19 7-175,-6-1-414,15 5 39,4 6 51,4 11-577,0 15-1082,6 15-4278,7 8 5632,5-8 0,-3-17 0,-4-14 0</inkml:trace>
  <inkml:trace contextRef="#ctx0" brushRef="#br0" timeOffset="150782">16104 8640 22240,'0'-40'-589,"2"15"623,3 42-135,3 11-229,3 8-482,0 7-1490,0 4 2302,0 4 0,-5-22 0,0-6 0</inkml:trace>
  <inkml:trace contextRef="#ctx0" brushRef="#br0" timeOffset="151282">16544 8339 17507,'1'-47'1420,"0"-1"1,-1 6 0,0 9-793,-1 20-314,-1 8-354,0 3-167,-1 4 129,-2 8 111,-4 13 1,-3 15-40,1 13-22,4 5 6,7-1-12,9-6 6,7-5 0,8-9-11,3-7 22,1-9 62,2-7 95,-2-8 39,-1-12 23,-1-10 22,-3-13-11,-5-10-12,-6-4 1,-7-2 11,-9 3-45,-6 4-51,-6 4-33,-4 3-44,-3 4-40,-1 4-12,-2 3-38,-1 6-191,-9 7 124,11 5-169,-11 11-173,15 7-432,1 9-1254,9 9 2145,20 7 0,-5-17 0,9 0 0</inkml:trace>
  <inkml:trace contextRef="#ctx0" brushRef="#br0" timeOffset="151508">17256 8303 17748,'1'-5'4043,"-1"2"-3785,0 3-179,0 13-136,3 12-379,0 17-1390,4 12 1826,-2 9 0,-2-28 0,-2-3 0</inkml:trace>
  <inkml:trace contextRef="#ctx0" brushRef="#br0" timeOffset="154917">17789 8152 7279,'-1'8'2521,"1"-1"-1295,0-7 5664,0 0-6291,10-18-403,-7 14 247,7-15-17,-10 19 1561,0 0-1718,-2 0-134,-3-3 73,-4-2 10,-2-6-72,0-2-96,1-4-50,5-5-11,2 5-28,4-8-23,5 9-5,5-6 11,6 2-11,6 2-113,14 4 118,-9 7-61,22 11-40,-12 10-21,13 14-85,-3 10 45,-26-8 0,-3 3-333,4 15 453,-17-7 1,-6 1 66,-9-10 1,-5 1-1611,-13 21 1,-4 0 1649,8-17 0,-2-1 67,-14 13 0,-1-4 70,-7-4 369,-3-4 35,13-20-113,12-28-116,13-2-214,17-47-96,6 31 12,10-25-6,4 26-11,10-1-45,6 1-22,10 4-118,1 10 0,-8 7 2527,15 2-3378,-9 4-729,9 5-3151,-26-2 1,-3 2 3397,7 2 0,-6-1 0,-26-4 1</inkml:trace>
  <inkml:trace contextRef="#ctx0" brushRef="#br0" timeOffset="155119">18642 8166 14230,'6'-8'6089,"-2"2"-4257,-4 6-1446,0 0-621,4-9 229,2 20-39,1-9-437,10 38-638,-1-7 112,3 7 160,7 12 0,-18-34 0,8 12 0</inkml:trace>
  <inkml:trace contextRef="#ctx0" brushRef="#br0" timeOffset="155426">19012 7951 17311,'-6'-47'1751,"-1"-1"0,0 1 1,2 6-1007,1 12-213,2-3-291,0 11 380,2 3-419,0 12-185,-1-1-191,0 7 45,1 6 140,0 1 23,8 30-45,0 3-6,0-8 0,-1 2-200,1-1 0,-1 1 80,0 1 0,1 0-121,4 22-210,-4-23 1,0-1-1387,4 19-294,-3-21 0,-1-1 2148,7 17 0,-6-20 0,-3-14 0</inkml:trace>
  <inkml:trace contextRef="#ctx0" brushRef="#br0" timeOffset="155660">19521 8118 17143,'2'-5'4525,"-1"1"-1881,-1 4-2873,9-45-12,-7 37 218,8-26-5,-7 53-123,2 11-11,0-2-1076,1 24-1882,-3-11-6711,2 18 8943,-2-25 1,-2-11 0,0-18-1</inkml:trace>
  <inkml:trace contextRef="#ctx0" brushRef="#br0" timeOffset="156186">19933 7670 23511,'-8'-62'1288,"0"13"-1058,5 47-28,0 1-39,0-2-40,1 1-17,0 0-55,1 0-29,1 0 152,-1 1-79,0 0-28,-2-2-39,-1-2-28,0-2 6,-1-4 72,-1 0-5,1 2-6,1 0-33,3 6-46,-1 2-100,2 1-44,-2 2 111,0 9 67,0 12-39,0 14-39,1 11 17,6 6-28,5 2-129,8 3-167,-7-29 1,1-1-126,2 1 1,0 0-563,-1-1 0,1-1-5413,13 25 6463,-6-12 0,-9-16 0,-6-13 0</inkml:trace>
  <inkml:trace contextRef="#ctx0" brushRef="#br0" timeOffset="156400">20431 7812 20061,'0'-6'3893,"0"2"-3070,0 4-969,-1-22 146,-2 30-28,-1-3-201,-2 43-550,-1 13-641,2-28 0,0 1 572,-5 24 0,4-22 0,1-17 1</inkml:trace>
  <inkml:trace contextRef="#ctx0" brushRef="#br0" timeOffset="157676">21146 7339 8478,'3'-3'3685,"-1"1"785,-2 2-4173,4 4-207,-1 0 570,2 14-324,-9-4-112,-6 9 96,-16 0-6,-1-8-112,0-2 201,6-10 22,7-6-44,-4-7-34,3-8 129,0-18-246,6 1-146,2-1 45,6 2-23,4 11-22,8-9-62,2 11-16,7 1-12,-5 11-16,6 4-12,-2 7-5,7 7-34,5 17-16,-7 9 55,-5 4-27,-13 14-12,-16 0-1677,-6-9 1,-3 0 1738,4-12 0,-2-1 16,-20 21 1,-1-4-385,1-9 401,3-5 1,-1-2 134,-2-7 173,-2-1 287,15-14-309,13-7 3019,8-6-3288,3 0 536,4-4-564,8-1 43,13-6-71,14-4-31,-4 5 1,1 0-48,18-6-565,-10 5 1,1 0 241,-12 6 1,0-1-1429,18-3 0,2 0 1846,-5 0 0,-3 2 0,-10 2 0,-3 1 0,8-3 0</inkml:trace>
  <inkml:trace contextRef="#ctx0" brushRef="#br0" timeOffset="158130">21610 6983 21444,'11'-37'26,"0"0"0,-2 4 1,4 7 1,40 10 5,-15 6 113,0-1-101,-19 5 106,10-2-45,-25 7 248,0 0-253,-4 1-85,0 6 68,0 4 0,3 11 40,2 6 4,4 6 12,6 2-5,2 4-12,4 4-17,2 5-61,-4-9 0,-6-8 0,0 1 5,2 15-241,-5-13 0,0 1 179,0 22-83,-4 0 0,-2-14-297,-7 9-2084,-16 4 2476,3-24 0,0-2 0,-9 14 0,1-16 0</inkml:trace>
  <inkml:trace contextRef="#ctx0" brushRef="#br0" timeOffset="161956">16701 8997 19552,'-15'-25'-757,"3"5"544,13 23 494,6 9-208,2 7-34,8 11-6,0 5-16,-3-7 22,2 11 12,-2 12-46,-3-8-10,-1 5-1,-6-25 1,-2-6 10,1-4 113,-2-2 442,-1-6 2067,0-4-2504,-6-12-112,0 3 62,-11-19-28,0 4 0,-6-10 33,-1 0 90,-2-6-90,10 13 130,-2-3 27,10 18-39,2-1-174,3 7-167,2 2-410,1 3 516,1 7 61,10 13-16,2 7-12,9 14 6,-2-5 12,-3-6-18,3 1-5,1-6-17,-4-4 73,-1-3 33,-10-13 476,-3-3 382,-3-2-869,-8-12-90,-2 0 12,-8-9 17,5 8-180,0 2 17,8 7-1002,-3 0 128,3 6 527,0 3-722,-8 12-1889,-7 16 220,0 2 217,-1 7 1340,7-13 1220,3-6 757,1-7 705,1-7-515,2-5 1927,-2-9-1787,3 0 1495,-5-17-1909,7 8 710,-3-20-509,5 16-77,0-7-388,2 14 258,-1 2-521,1 7-532,0 0 218,2 10 336,4 6-16,6 11 0,1-3 33,14 9 11,-4-12 1,15 3 10,-4-13 46,3-6-1,-1-9-16,-2-8 5,-4-9 0,-4-6 6,-4-5-23,-5-5 152,-3-5-141,-7 15 7,-2 1 273,-5 16-201,0 4-117,-1 2-130,0 4-531,0 2-527,0 4-1283,1 6 2392,0 11 0,0-8 0,0 3 0</inkml:trace>
  <inkml:trace contextRef="#ctx0" brushRef="#br0" timeOffset="162606">17022 9769 11413,'-8'0'4268,"2"1"-2263,6-1 1092,0 0-2665,-27-31-180,18 23-236,-22-23-83,22 33 39,-9 11 23,4-2-12,-9 16-34,11-6-10,1 6-6,6-2 67,12 0 22,2-9 40,17 0-29,4-10-5,12-1-5,5-1-1,1-1-44,-4 1-18,-5 4 18,-13-1 11,-3 10 5,-15-6 68,-4 19-1,-17-6-10,-15 10-23,-14-3-6,-9-4-11,-2-5-218,4-9-1069,11-13-4841,16-15 6117,12-7 0,6 10 0,4 6 0</inkml:trace>
  <inkml:trace contextRef="#ctx0" brushRef="#br0" timeOffset="162840">17243 9632 18582,'51'-32'-517,"0"-1"1,-3 4 0,-6 6 0,-14 15 0,-8 4 0</inkml:trace>
  <inkml:trace contextRef="#ctx0" brushRef="#br0" timeOffset="163040">17430 9762 20537,'28'-24'-926,"-1"1"0,4-2 0,-1 2-1472,10 1-3533,8-8 5931,-8 6 0,-17 10 0,-11 7 0</inkml:trace>
  <inkml:trace contextRef="#ctx0" brushRef="#br0" timeOffset="163248">17737 9405 24637,'-22'-39'179,"-1"0"0,1 1 1,8 14-494,14 23 56,2 6 230,7 8-263,17 26 67,-5-6-146,-2-2 1,-1 1-1396,2 21-1403,-9-19 1,0 2 3167,4 23 0,-6-22 0,-5-17 0</inkml:trace>
  <inkml:trace contextRef="#ctx0" brushRef="#br0" timeOffset="163466">18225 9490 16700,'0'-3'6072,"0"1"-4297,0 2-1948,-5-20 162,5 19-174,5 14-1075,4 35-903,-3-15 1,-1 2 1572,1 25 0,-6-27 0,0-15 0</inkml:trace>
  <inkml:trace contextRef="#ctx0" brushRef="#br0" timeOffset="164356">18652 9223 11133,'-3'1'9516,"1"-1"-6144,2 0-2980,-35-59-442,26 44-116,-10-20 1,3 10-87,15 30 252,4 9 23,0 2-12,7 19-56,5 10 45,-4-8-6,7 24 1,-11-32 38,0 5 51,-4-13 152,-4-9-124,-1-2 134,-2-5-61,-5-4-6,-7-9-123,3 1 22,-9-14-10,4-10-29,0-4 11,2-8-22,10 9-17,3 10-22,7-1-22,5 11-18,9-4 40,8 7-45,7 3 22,-5 4 6,11 2 6,4 11 0,1 3 10,-2 5-72,-4 11 56,-22-12-28,11 22 51,-20-15 33,1 4 0,-6-8 73,-2-13-12,0 2 158,-3-8-191,-3-7-28,-6-6 0,-5-10-12,0-5 52,5-3-29,4 7 12,5-6-29,5 17 1,4-9-40,4 14-34,16-1 40,-8 5-6,19 4-27,-7 6-2,11 6 7,0 7-62,-3 5-33,-6 2-113,-10 4-374,-7 2-897,-7 0-3159,-2-2 4677,-1-8 0,-1-10 0,-2-6 0</inkml:trace>
  <inkml:trace contextRef="#ctx0" brushRef="#br0" timeOffset="164564">19294 9167 17675,'-4'-2'3825,"1"0"-3623,3 2-768,45-56-464,-7 37-270,-1-13 0,2 3-5718,15 22 6256,-13 3 0,-17 4 0,-13 0 0</inkml:trace>
  <inkml:trace contextRef="#ctx0" brushRef="#br0" timeOffset="164757">19471 9251 10724,'-3'2'8296,"0"0"-6454,3-2-2430,9-3-1334,25-13 976,-6 4-662,0-2 1,2-1-5321,10-7 6928,1 0 0,-16 7 0,-12 8 0</inkml:trace>
  <inkml:trace contextRef="#ctx0" brushRef="#br0" timeOffset="164966">19823 8904 25931,'-28'-51'577,"5"11"-667,23 40-55,0 4 139,6 9 6,4 11-22,9 12-51,5 8-246,2 7-1301,0 5-321,-15-25 0,-1-1 1941,3 25 0,-6-29 0,-6-16 0</inkml:trace>
  <inkml:trace contextRef="#ctx0" brushRef="#br0" timeOffset="172144">14174 11326 16712,'-48'-5'313,"1"0"1,1 1-1,12 6-341,24 14 40,-1 9-1,3 4-6,3 2-21,3 1 10,8-1 40,7 0 5,10-1 22,8 0-16,8-1-22,5-2-18,5-2-16,0-2 5,-4-1 12,-7-2-3174,-11 3 3330,-13-8 225,-18 11-62,-19-6-56,-21 10-129,16-14 0,-3-2-20,-1 1 1,-2-3-85,-2-2 1,2-2-244,-10 0-1183,5-18-2643,31-14 4033,7-8 0,3 8 0,4 9 0</inkml:trace>
  <inkml:trace contextRef="#ctx0" brushRef="#br0" timeOffset="172585">14553 11511 10578,'-3'0'7942,"0"0"-5511,3 0-2481,-9-16-499,27-4-649,-6-12-1956,31 1 3154,0 4 0,-20 12 0,-1 3 0</inkml:trace>
  <inkml:trace contextRef="#ctx0" brushRef="#br0" timeOffset="173107">14863 11225 12732,'-5'-2'5001,"1"0"-3786,4 2-784,-26-75-363,24 51 2,-8-20 0,6 3-26,18 29 209,20-7-163,-14 13 59,20 5-99,-14 14 73,1 4-134,9 18-22,-12-5 27,9 14 12,-16-15 184,-6 13 107,-15-13 55,-10 13-172,-5-17 385,-20 6-122,12-18-207,-5 2 206,12-12 23,12-6-364,1 0-96,5-2-10,3 0-7,10-5 12,5 0-22,21-2 11,-9 7-3398,22 5 3398,-22 3-207,32 13 156,-30-5-17,-1 5 1,-3 2 5,-9 8 12,2 16 33,-19-12-73,-25 20-117,-9-14 1522,7-10 0,-3 0-2016,1-7 1,0-2-2199,0-2 0,0-2 2910,-17 5 0,19-10 0,13-5 0</inkml:trace>
  <inkml:trace contextRef="#ctx0" brushRef="#br0" timeOffset="173440">14077 12621 21780,'49'-28'42,"-1"0"0,-11 6 0,0 0 0,1-1-53,6-5 0,2-3 0,1 1-1315,3-2 1,1-1 0,1 1 1300,1-2 1,1 1 0,0 0 7,-2 1 0,0 1 1,-1 0 10,-3 2 1,-1 0-1,-1 1-7,-6 4 0,-1 1 1,-2 0-64,9-6 1,-4 3 145,-9 5 0,-3 2-2473,10-12-7428,-13 10 9066,-12 6 1,-6 7 0,-6 6 0</inkml:trace>
  <inkml:trace contextRef="#ctx0" brushRef="#br0" timeOffset="175336">16418 11100 20285,'-13'-34'-11,"1"-1"0,-8-16 190,25 68-56,2 13-61,5 16-12,1 12-33,-7-27 0,0 4 22,4 27 0,0-1-22,0-1-867,-3-11 0,-1-10 940,-3-31 1302,-3-5-966,1-3 95,0-7-392,-2-9-45,-3-12-17,-2-13-22,-4-10-23,-1-7 12,0-2 995,2 4-1018,2 8 23,3 12-17,2 13-40,1 12-167,0 8 5,0 5 202,3 7 331,6 10-331,4 14-40,6 7 23,0 4 0,0-4-5,-4-5 44,-4-7-17,-4-8 101,-4-9 208,-1-5 16,-1-7-185,-4-7-128,-4-7 0,-7-11-12,-5-8-11,-1-6 17,3-2-11,4 1 5,7 7 12,3 10-40,3 10-55,1 8-102,-1 5 63,1 6 128,3 7-51,3 13-83,5 10-297,2 11-561,0 7-1651,2 5 2547,-4-27 1,0-1 0,0 4 0,2-6-1</inkml:trace>
  <inkml:trace contextRef="#ctx0" brushRef="#br0" timeOffset="175690">17186 10823 15967,'-2'-3'3809,"1"1"-3121,1 2-744,-37-16 118,21 27 16,-36 0-1712,31 17 0,3 5 1695,-12 13 17,6-11 1,0 0 33,-5 8-28,-2 5-50,10-11-45,11-11 27,7-10 108,10-5 3489,6-3-3367,13-4-53,12-7-204,13-9-135,8-8-362,-27 7 0,0-2-100,0 0 0,0-1-1823,-1 0 0,-1 0 1630,18-10 0,-19 10 0,-14 8 1</inkml:trace>
  <inkml:trace contextRef="#ctx0" brushRef="#br0" timeOffset="175912">17558 10755 15681,'-3'0'3047,"0"0"-5108,3 0-2527,73-64 1300,-42 44 2437,18-17 1,-6 6 0,-32 27 0,-2 2 0</inkml:trace>
  <inkml:trace contextRef="#ctx0" brushRef="#br0" timeOffset="176129">17677 10973 18863,'52'-12'-1661,"-18"0"0,-2-2-400,11-11 2061,-6 2 0,-4 2 0,-13 7 0,10-6 0</inkml:trace>
  <inkml:trace contextRef="#ctx0" brushRef="#br0" timeOffset="176577">18259 10394 12365,'0'-4'8155,"0"1"-4833,0 3-3317,-14-34-156,9 27 112,-13-8 67,13 46-39,-3 20 11,3-8-23,2 9-5,12-8 40,2-3-29,12-4 34,1-20 16,-4-9 51,6-6-11,-2-14 78,13-16 40,-8-6-91,-2-4 348,-9-10-246,-11 24 459,3-20-297,-7 28-61,0-3-186,-2 13-83,-1 4-62,0 2-78,1 5 106,3 8 5,6 13 40,6 13-39,4 11-46,-3-8-150,5 14-348,-2-7-666,-5-11 0,0 2-1804,-2-8 0,-1 1 2329,0 0 1,-2-3 0,0-2-1,-6-13 1</inkml:trace>
  <inkml:trace contextRef="#ctx0" brushRef="#br0" timeOffset="177399">19293 10419 13441,'-3'-5'5635,"0"1"-3670,3 4-2004,-21-35 156,17 35-16,-13-19-50,25 46-7,6 7 18,5-2 39,5-4 67,3-7 106,0-7 130,-3-7 78,-5-7-129,-1-12-202,2-14-56,6-17-42,-10 14 0,1-2-294,2-6 0,0-1 258,-3 7 0,1-3 22,13-21 0,2 0-19,-10 18 0,1 2-9,10-14 0,-2 2-11,-10 20 0,-2 3-45,7-5-56,-15 16-716,1 6-696,5 4-3875,18-2 4681,2 3 1,-9 0 0,-11 2-1</inkml:trace>
  <inkml:trace contextRef="#ctx0" brushRef="#br0" timeOffset="187254">16632 12110 8147,'0'-7'4560,"1"2"-3042,-1 5 22,0 0-991,-55 12-51,24 3-2305,-10 1 1,1 2 1958,13 5 892,-3 7-949,18-13 0,-1 2 23,5-1 16,1 1-11,2-1 23,2 3-112,1-6 55,1 2 57,5-6 39,4 3 17,8-1-34,9 1-34,9-1 3348,6 0-3420,5 2-29,-2 2-10,-5 2-1,-9 2 56,-10 4 46,-9 3 21,-17 3 1,-11 2-12,-16 0-55,-10-1-63,-7-7-710,-5-9-242,21-8-3869,5-17 4805,26-4 0,1 0 0,3 3 0</inkml:trace>
  <inkml:trace contextRef="#ctx0" brushRef="#br0" timeOffset="187520">16994 12102 12914,'-5'1'6078,"1"0"-5642,4-1-1170,-1-8 174,14-1-1277,17-13-1434,19 1-48,-18 10 1,1 0 3318,19-4 0,-20 8 0,-16 5 0</inkml:trace>
  <inkml:trace contextRef="#ctx0" brushRef="#br0" timeOffset="187721">17117 12319 20492,'-19'26'252,"19"-17"-543,34-33-11,3-2-846,11-5-1703,-4 3 2851,-13 9 0,0 0 0,2-2 0,-3 3 0</inkml:trace>
  <inkml:trace contextRef="#ctx0" brushRef="#br0" timeOffset="188177">17704 11926 14661,'-4'0'4751,"1"0"-2293,3 0-2110,-41-57-275,32 39-1,-12-18 1,8 3-39,22 23-12,3-3-22,3 7 0,10 9-11,-1 5-3387,5 5 3393,-8 3-51,3 17 39,-9-10-1134,-3 8 0,-3 1 1134,-4-2-358,-7 10 1,-3 1 386,-3-9 1908,-10 25-1853,0-26 6,-2 2-6,-4 4 2723,11-12-2807,4-8 1744,18-13-1738,2-6-185,29-17 28,-15 4-384,8-7 0,2-1-1632,11-9-1675,-11 10 1,0-1 3858,15-7 0,-18 12 0,-15 8 0</inkml:trace>
  <inkml:trace contextRef="#ctx0" brushRef="#br0" timeOffset="189163">18619 11883 22105,'6'-24'107,"3"23"-220,-4 29-391,1 20-1091,-4 2-4270,-5 6 4802,1-6 0,-2-19 0,2-13 1</inkml:trace>
  <inkml:trace contextRef="#ctx0" brushRef="#br0" timeOffset="189961">19027 11549 21416,'0'2'549,"1"12"-499,4 19-5,0 2 118,-1 19-73,-1-18 44,0 18-10,-3-32 396,-3-4 12,1-11-22,-1-1-258,-1-11-157,0-7-33,-2-12-6,0-9-51,1-9-16,3 5 17,3-18-6,3 18 5,1-4-5,9 7 12,-2 17-12,8-4 11,0 10 11,2 7-27,3 1-1,3 7-5,-3 2-23,6 11 12,1 12-6,3 14 17,-8-4 5,-8 8 23,-16-18 22,-3 4-28,-7-7-5,-4-8 50,-2-9-6,-1-7-5,0-10 11,0-10-28,4-12-28,4-8-17,7-3 23,10 0-17,8 6-23,6 6 34,4 8 11,12 3-11,-12 9 11,15 2-16,-14 13-23,6 6-90,-6 11-638,-4 19 207,-11-13-1327,-1 19-2767,-8-19 4643,1 3 0,-3-14 0,-1-8 0</inkml:trace>
  <inkml:trace contextRef="#ctx0" brushRef="#br0" timeOffset="190212">19930 11300 20800,'38'-24'-1171,"-1"0"1,4-9 646,-7 24 1,-1 6-3426,-3 4 45,-9 4 2841,6 3 0,-19-2 0,0-1 1</inkml:trace>
  <inkml:trace contextRef="#ctx0" brushRef="#br0" timeOffset="190402">20009 11588 21063,'40'-47'-473,"-9"18"0,0 3-686,10 0-654,-11 7 1,2 0 1812,20-10 0,-23 14 0,-6 2 0</inkml:trace>
  <inkml:trace contextRef="#ctx0" brushRef="#br0" timeOffset="190787">20439 11123 12601,'-3'-3'6872,"1"1"-6351,2 2 408,-17-70-721,22 39-150,-8-13 1,4 3-36,18 21 21,11 0-21,-3 9-18,14 5 29,-6 13 28,1 15-12,-16 5 45,-4 22-28,-13 4-11,-8-9 0,-3 2-3,-1-6 1,-3-1 21,-5 6 1,-2-4-221,-7 8 353,-2-4 72,11-17 263,8-8-16,17-10-359,8-16-70,10-8 0,4-4-42,22-16-462,-12 8 0,1-1 395,-6 3 0,-1 1-115,-1 2 0,-1 0-606,-3 2 0,-2 2-3402,10-7 3361,-7 4 0,-20 14 0,-2 0 1</inkml:trace>
  <inkml:trace contextRef="#ctx0" brushRef="#br0" timeOffset="194574">14295 13777 15176,'-52'-33'897,"2"12"769,21 34-1431,-7 10-45,-4 10-122,7-2-43,11-7 0,2 0-70,0 8 552,-2 10-507,18-16 364,11-6-257,7-3 902,9-2-914,7-2-62,6-3-16,5-1-6,2 1-22,0-1 6,-3 2-12,-1 5 22,-17-4 35,-4 10 10,-20-2-16,-13 8-1,-15 6-10,-17 2-18,20-19 1,-1-1-29,-29 11-189,4-11-936,10-10-4146,15-17 5294,14-6 0,10 2 0,4 3 0</inkml:trace>
  <inkml:trace contextRef="#ctx0" brushRef="#br0" timeOffset="194832">14521 13910 16488,'-3'1'3164,"0"-1"-3393,3 0-1385,32-33-3130,-2 12 4744,-5-1 0,0 0 0,0 7 0,-12 8 0</inkml:trace>
  <inkml:trace contextRef="#ctx0" brushRef="#br0" timeOffset="195258">14963 13536 16947,'0'-8'4150,"0"2"-2839,0 6-437,0 0-824,-13 16-39,9 11-3375,-7 28 3376,15-14-7,5 13 1,3-25-6,4 3 11,4-10 62,2-10 50,2-12 23,3-14 3419,-1-11-3318,-1-9 83,-5-2 23,-6 2-6,-5 8-38,-4 7-113,-3 9-140,0 6-73,-2 4 17,1 8 11,3 9 0,4 14-11,1 13-101,2 13-62,-6-24 1,-1 1-258,1 3 0,0 1-885,-1 2 1,-1 1-1970,2 0 0,-2-1 2681,1-4 0,-1-4 1,1 10-1,-3-20 1</inkml:trace>
  <inkml:trace contextRef="#ctx0" brushRef="#br0" timeOffset="195567">14060 15025 21545,'53'-28'139,"0"0"0,0-1 0,-14 8 0,-3 1 0,3 0-110,4-2 1,4-2-1,1 1 1,-3 0-1188,2-1 0,-2 1 0,2-1 1173,-4 1 0,2 0 1,0 0-1,0 0 3,11-7 1,0 0 0,-1 0-8,-4 3 1,-2 0-1,-1 0-2,0 1 1,-2-1-1,-2 3-1103,3-5 1,-3 3 1076,-6 4 0,-5 2-313,0-3-723,-20 12 1053,-4 2 0,-7 5 0,-2 2 0</inkml:trace>
  <inkml:trace contextRef="#ctx0" brushRef="#br0" timeOffset="207145">16652 13562 10696,'4'-9'980,"0"1"-426,-4 8 477,0 0-717,3 3-28,-1 1 598,3 7-497,-4-5 885,0 13-640,-6-5 40,-9 13-224,-4-7-173,-1-1 392,1-10-1,4-6-167,-3-4-124,2-9-224,3-1 157,3-21-207,6 3-28,7-12-40,3 13 29,21-5-40,-7 18-33,21-6-11,-10 16-40,9 6 17,-5 11 34,-1 12-6,-12 3-31,-11 6 1,-4 1-3,-3 8-18,-10 11 1,-6 4-374,-1-21 1,-4-1 448,-7 15 0,-4-1 6,9-18 0,-2-4 50,-3 1 1,-2-4 495,-26 1-431,14-8 45,-10-20-46,30-16-15,1-8-46,7-1-33,9 4-28,9 4-1,9 7 838,8 6-843,8 6-6,-4 3-224,23 9-196,-10 0-130,-11-2 0,1 0-1427,22 4-4632,4-4 6615,-9-3 0,-19-5 0,-13-1 0</inkml:trace>
  <inkml:trace contextRef="#ctx0" brushRef="#br0" timeOffset="207480">17486 13335 14712,'0'-4'3965,"0"1"-2200,0 3-1715,-27-7 29,12 24-12,-27 8-31,27 3 1,2 4-233,-4 3 1,-1 1 234,-2 0 0,0 1 17,0-2 0,1 0-3,2-6 1,1-1 24,-7 16-22,11-14 23,16-11-29,4-11 23,19-5-62,9-12-165,6-6 0,3-3-48,-9 3 1,0-1-580,15-9 0,-2 0-1396,-15 6 1,-2 1 2176,19-15 0,-19 13 0,-15 9 0</inkml:trace>
  <inkml:trace contextRef="#ctx0" brushRef="#br0" timeOffset="207703">17846 13271 17977,'47'-33'-3029,"1"0"1,-4 3 0,-4 6-125,3 11 1738,-12 5 0,-21 6 0,-5 1 0</inkml:trace>
  <inkml:trace contextRef="#ctx0" brushRef="#br0" timeOffset="207888">17948 13461 17535,'23'18'-667,"7"-12"-157,-3-21 1,1-7-1109,1 2 0,0 0 1690,4-2 1,-3 1 0,3-2 0,-2 3 0</inkml:trace>
  <inkml:trace contextRef="#ctx0" brushRef="#br0" timeOffset="208295">18454 13040 11334,'0'-3'7534,"0"1"-3495,0 2-4006,-11-37-27,7 34 50,-8-18-17,10 51-5,1 10-23,1 5-22,5 0 11,2-5-12,8-8 18,3-7 50,6-11 22,4-9 12,2-15 33,1-11 56,-3-14 51,-5-7 61,-7-3 152,-4 0 66,-6 8-49,-3 9-107,-2 12-168,-1 9-146,0 5-84,0 2 11,1 4 23,4 8 0,4 11 17,6 11-1,4 10-78,0 8-251,-1 8-629,-8-28 1,0 2-314,0 0 0,2 0 1266,2 2 0,-1-3 0,3 5 0,-1-9 0</inkml:trace>
  <inkml:trace contextRef="#ctx0" brushRef="#br0" timeOffset="208863">19573 12942 12163,'-7'2'6441,"1"-1"-5286,6-1 704,0 0-626,-32-66-220,21 45-910,-6-16 1,1 7-104,13 28 12,2 7 44,1 14-40,0 8 7,3 12 5,6 4 0,9-1 17,21 0-23,-9-17 68,19-2 89,-18-19 28,8-8-33,-5-14-46,2-18-86,-18 11 0,0-3-8,2-3 0,-1-3-202,-1-2 1,1 0 223,-2 0 1,1 0-10,0-2 1,0 1-26,11-18-11,-5 10-11,-3 17-28,-5 14-78,5 2-281,0 8-1416,4 19 430,-9-1 1373,2 28 0,-14-27 0,0 9 0</inkml:trace>
  <inkml:trace contextRef="#ctx0" brushRef="#br0" timeOffset="215312">18075 8687 7598,'-10'1'2409,"2"0"-1826,8-1-527,0 0-768,-51 25 673,40-18 39,-38 18 280,54-23 751,9-3-785,-2-1 180,23-11-292,-8-2-28,16-8-55,-15 7 16,4-1-33,-12 7 577,-1 0 542,-9 6 1,-6 2-874,-6 2-258,-8 2-179,-12 7 197,-32 20-7,24-12 1,0 2-231,-10 6 0,-1 1 236,7-3 1,3-2-7,-16 11 1,7-4-253,24-16 6,3-2-476,9-7 762,8-3 892,9-3-606,25-13-314,-6 3-3,6-6 0,1-2-3,12-7-521,-14 8 1,-2 0 498,8-4-22,-2 2 117,-21 12 761,-3 2-498,-11 5 124,-10 4-561,-8 3 1025,-4 2-952,-15 11 12,-4 3-15,8-2 1,-2 1 2,-20 14-11,-3 4-112,21-14-308,12-6-129,10-8 353,6-4 246,7-4 337,8-3-242,3-2 18,30-16-141,-16 5-3,7-5 1,1-1 14,7-4-604,-14 7 1,-1 2 558,3-3 179,-6 6 196,-17 9 207,-2 1-599,-29 15 28,-7 5 8,3-2 1,-3 2 10,-1 2 1,0 0 420,-2 0 0,0 1-435,1-1 1,1 0 0,-19 13-68,16-10-156,15-9-96,11-8 213,7-4 320,9-4-12,10-6 136,16-8-326,-1-1-12,-4 1 1,2 0 5,14-7-8,-13 7 0,0 0-14,14-7-40,-10 7 57,-14 7 106,-11 5 190,-11 5-246,-30 16-28,-7 2-11,3-1 0,-1 1-214,-18 8 213,10-6 1,1-1 11,-11 5-6,19-9 1,1-1-57,3-2-111,16-6 111,18-11 62,5-2-28,33-22 11,0 3-292,-11 5 1,2-1 288,-4 3 1,-2 2 2,17-11-17,-14 8 0,0 0 56,7-2 12,10-5 152,-26 16 172,-12 6 68,-8 4 82,-20 9-542,4-1 14,-13 7 1,-4 3 19,-13 9-3,11-7 0,0 1 37,-13 7 262,12-8-279,15-8 89,11-7 292,10-4-34,7-8-303,2-1 1,30-23-118,-3 5-79,-9 7 1,2 0-1025,19-6 1131,0 10 0,-23 9 0,-6 6 0</inkml:trace>
  <inkml:trace contextRef="#ctx0" brushRef="#br0" timeOffset="220532">2969 5237 11040,'-4'-10'1460,"0"3"-1513,4 7 1019,0 0-672,-47 19 275,29-7-248,-17 8 0,-1 5 481,4 8-282,9-8 1,-2 1-39,2-2 1,0 0-172,0 1 1,-1-1 46,-1-1 1,1 0 433,-23 19-168,5-5 79,5-9-356,9-8-208,8-8 24,9-7-351,6-3-124,5-2 151,5-5 236,3-2 7,6-5 26,1 0-11,0 3 51,0 4-3,-1 3 116,2 11-495,-6 0-453,4 14 577,-4 23-280,-2-12 44,-2 19 346,-2-13 190,-1 7 71,0-10 0,1 0 109,0-4 1,0-1 289,4 29-49,1-3-339,1-8-188,-4-18 1,0 1-304,1 1 1,1 0 206,0-1 1,0 2 19,2 8 1,0-1-51,5 16 76,-5-17 0,0 0 75,0-6 0,-1 0-68,2 1 1,-1 1-35,0-2 0,-1 0 60,2 6 1,-1 1 27,-2-3 1,0 1-81,1 5 1,0 3-6,0 6 1,-2-3-33,2 8 142,-2-12 0,-1-1 249,0-7-171,0-2 0,1 1 163,4 9-1866,-2-10 1,1 0 1750,4 13-415,-2-7 1,1-2 344,-2-4-221,-1-1 1,0 1-114,3 11-708,-5-10 1,0-1 642,3 15 1238,-4-11 1,-2-1-962,1 7 676,-1 8-781,-2-6 162,-1-15-177,1 9 3383,-1 5-3322,0-7-24,-1-2-139,-1-2-29,0-7 115,-1 9 0,0-2-3418,-1 5 3396,1-16 6,1 6-159,0-14 156,0 7 2,0 2-17,0 3-27,0 2 3399,-1 2-3569,0 0-1,1-1 161,-1-3-3399,1 0 3397,0-11-11,1 2 22,0-9 23,1 5 148,1 4 35,2 13-45,-3 0-34,1 0 22,0 0 3427,0-10-3421,2 6-11,1-6 0,1 2 0,-2-10 5,3 5-10,-5-8 5,3 6 5,-2 2 1,0 7 11,-1-8-12,2 9 7,-2-11-29,3 2-11,0-5-45,3-3 6,0-4 44,1-3-5,7-3-44,2-5-180,14-9-1754,19-21-7825,-1-4 8402,-5-1 0,-21 15 0,-18 17 0</inkml:trace>
  <inkml:trace contextRef="#ctx0" brushRef="#br0" timeOffset="227383">15853 15039 7055,'0'-4'3215,"0"1"1148,0 3-3203,-4-23-191,2 17-487,-2-17 414,2 23-532,-4 1-404,-8 4 85,-11 6 34,-9 6 10,-7 6-38,5-5 134,-18 8-11,11-8-113,-1 0 1,11-5 156,9-8 12,8-2 50,-3-1-118,12-1-145,4-1-134,2 0 105,1 4 46,0 5 0,0 10 16,0 8 23,1 8 33,2 10 29,1 7-361,1 9 318,-2-28 0,-1 1-19,1 1 0,0-1-17,2 20-3,-1-18 0,2-1 20,2 7-17,7 15 101,1-20 11,3-4-17,3-3-11,2 0-22,1-1-34,-1-2 370,0-3-432,1-5 59,2-8-239,14-15-38,-9-5-767,21-21-2944,-11-5 3907,-13 9 0,0 0 0,2-4 0,-3 2 0</inkml:trace>
  <inkml:trace contextRef="#ctx0" brushRef="#br0" timeOffset="228654">16541 15128 18431,'-35'-29'1076,"1"16"-942,17 34 73,-5 19-95,2 4-78,8-14 0,1 2-20,1 2 0,1-1-37,3 0 1,2-1-62,4 23 5,12-12 51,11-13 45,10-12 67,5-9 79,1-13 167,5-20-207,-17 2 123,5-23-10,-18 7 16,-1-14-34,-7-3-95,-8 20 0,-1 0-33,-2-11 8,-2 14 0,-1 2 144,-4-1 15,-3-2 6,-3 10-235,2 12-44,2 5-40,-4 11-17,2 7-28,-4 8-252,4 15-180,8 0-10,8 1-1882,11 4-5041,9-5 6618,4 2 0,-12-18 0,-7-12 0</inkml:trace>
  <inkml:trace contextRef="#ctx0" brushRef="#br0" timeOffset="228892">17044 15287 20694,'-6'54'45,"1"4"-135,8-23-531,3 20-18,1-16-6329,7 20 6968,-6-34 0,1 3 0,-6-20 0</inkml:trace>
  <inkml:trace contextRef="#ctx0" brushRef="#br0" timeOffset="229357">17462 14863 12000,'0'-6'6867,"0"0"-4780,0 6-1146,0 0-522,-25-44-391,14 45 137,-23-22-126,15 79 389,6-11-426,4-8 1,2-1-217,2 2 202,2-8 1,2 2-28,10 23 17,3-3 11,13-5 5,-5-27 34,17-8 11,-9-14 23,12-10 22,-10-13-6,-2-14-44,-8 4 66,-10 3 1,-1-2 151,-2-13-95,-4 13 0,-1 0 190,-9-16-50,-6 7-179,-2 11 78,-6 1 50,-3 8-128,-2 2-124,4 6 204,6 8-310,11 4-196,2 1 145,1 3-755,2 16-1015,1 6-7160,8 18 9093,1-6 0,0-12 0,-3-11 0</inkml:trace>
  <inkml:trace contextRef="#ctx0" brushRef="#br0" timeOffset="229576">18020 14963 17048,'1'-3'5377,"-1"1"-4061,0 2-1299,4-9 28,0 22-12,3 1-246,-2 42-173,-1-15-1012,-2-7 1,0-1 1199,0 4 0,0-5 0,-2-15 1</inkml:trace>
  <inkml:trace contextRef="#ctx0" brushRef="#br0" timeOffset="232591">18655 14740 16275,'-15'-55'1586,"0"-1"1,1 8 0,3 10-1139,8 26 281,1 6-337,0 3-297,1 0-431,0 3 247,1 10 139,0 6-33,3 14-11,0-2 5,8 23-6,0-14-5,6 15-16,-1-15 16,-1-8 5,-5-10 18,0-4 44,-7-10 246,0 0 505,-2-4-796,-6-10 18,-3-4-7,-10-22-27,0-14 5,1 6 0,5-9 0,7 17 1,1 8 16,3 4-45,1 18-84,0 2-78,0 4 106,0 6 107,5 11-6,2 15-12,5 14-21,3 6 5,3 2 5,3-8-5,5-2 0,-10-19 0,1-3 28,-12-13 152,-1-5 167,-2 1-224,-1-9-5,-10-15-107,-1-10 0,-7-21-5,3-6 5,3-3 22,4 6 18,2 11 33,1 10 33,1 11-10,1 8-68,1 7-67,0 4-22,1 1-85,0 9 152,2 10 17,4 17-46,2 15 12,4 7 0,2-1-5,2-8-18,0-9-128,-2-9-778,-5-7-5457,-5-4 6386,-5-6 0,0-7 0,-1-3 0</inkml:trace>
  <inkml:trace contextRef="#ctx0" brushRef="#br0" timeOffset="233321">19370 14695 13054,'0'-6'6576,"0"1"-3462,0 5-3097,-2-57-95,2 46 106,1-36 22,5 68-33,5 15-73,0 12-504,0 8-2067,-3 6 2627,-3-29 0,0-2 0,0 4 0,0-6 0</inkml:trace>
  <inkml:trace contextRef="#ctx0" brushRef="#br0" timeOffset="234470">19950 14432 6664,'0'-5'9012,"0"2"-8019,-8-24 1,-3-7 384,-3-4-860,0-6 0,-1 0 384,0 1 250,4 9-391,2 8-199,5 12-394,0 4 554,3 8-783,1 2-128,0 3 178,2 7 33,6 9-16,-1 2 5,9 15-11,-1 0 11,8 22 0,-7-17-5,4 15 11,-11-26 22,1 6 11,-4-7 1,-2-7-57,-4-9 118,1-5-22,-1-7 442,0-1-370,1-7-123,-4-1-33,2-2-1,-3 0 7,3 6-24,-2 0 24,3 2 38,-2-1-50,1 2-84,1-1-582,-2 2-180,1 0-1809,-1 0 1704,0 0 1,2 0 0</inkml:trace>
  <inkml:trace contextRef="#ctx0" brushRef="#br0" timeOffset="235269">20422 14342 16398,'0'-4'5169,"0"1"-3247,0 3-1956,-7-32 57,6 33 27,-4-15-22,9 45-22,0 12-90,0 6-487,-1 4-2224,0 0 2795,0-1 0,-1-23 0,0-6 0</inkml:trace>
  <inkml:trace contextRef="#ctx0" brushRef="#br0" timeOffset="236021">20892 13901 19092,'4'6'1333,"-2"2"-779,0-2-72,-1 3-135,-1-1-89,-3 3-73,-3 0-56,-3-1-34,-2 1-11,2-4 51,2-2 38,1-2-21,0-2-7,0 0-5,-1-1 6,0-2-17,-2 0-23,-2-2 0,0-2 18,-2-2-29,2-2-50,-1-6-29,3-9-27,3-21 0,6 11 5,9-19 12,8 23-6,6-2 11,-1 8-16,-1 10 10,-2 8 6,1 7-5,5 10-12,4 8 18,2 13 10,-1 11 0,-6 13-183,-15-23 0,-4 2 155,-1 3 1,-4 1-1648,-7 12 0,-3 0 1644,4-16 1,-2-1 8,-6 12 0,-2-2-34,-3 1 45,-5 1 45,4-14 96,5-14 245,6-9-357,5-11 3340,7-8-3363,6-9 12,10-6-23,8-2-6,6 0-6,4 2-27,4 1-124,3 0-235,4 1-924,3-1-1244,3 2 2560,-22 10 0,-3 1 0,5-1 0,-2 2 0</inkml:trace>
  <inkml:trace contextRef="#ctx0" brushRef="#br0" timeOffset="236261">21769 13776 24167,'-11'15'61,"3"24"-94,10 1-74,0 10-722,-6 1-2436,0-10 3265,-1 9 0,3-23 0,2-7 0</inkml:trace>
  <inkml:trace contextRef="#ctx0" brushRef="#br0" timeOffset="236895">22084 13358 22459,'1'-22'145,"0"4"-61,3 25-17,1-1 45,0 2-67,-2-2 129,0-1-62,-3-2 728,1-2-482,-4 0-156,-11-6-62,-4-5-90,-3-3 29,-4-20-63,23-21-32,4 4 10,13-4 28,14 27-33,-11 15-39,13-2 16,-6 10 12,19 13-3376,6 19 3387,-8 1 0,-3 12-1070,-13 16 1053,-15 4-280,-7-16 0,-6 3 263,-6-5 0,-5-2 34,-4 1 0,-2-3 14,4-9 0,-2-2 11,-2-1 0,-1-2 103,-12 5 2644,4-8-2688,8-12 1371,16-20-1433,12-10 895,2-2-900,16-7 11,3 5-28,22-12-391,-2 6 324,-17 12 0,-1 1-107,15-6-703,-9 6 1,1 0-2295,16-7 1247,-21 9 0,-1 0 1935,16-10 0,-29 15 0,-2 0 0</inkml:trace>
  <inkml:trace contextRef="#ctx0" brushRef="#br0" timeOffset="237320">22750 12684 21310,'-39'0'476,"0"0"1,-22 0-326,62 0 112,9-2-84,12-4-67,11-3 45,8-3 61,1 0-22,0 2-67,-5 0-50,-5 4-63,-7 2 24,-6 3 49,-4 5-22,0 5-5,0 11 22,4 11 6,0 11 16,3 8-70,-11-21 1,0 2-1,6 11 1,-1 0-21,8 16-312,-5-15 1,1-2 323,11 9-23,-13-19 1,1-1-270,10 15 294,-14-13 1,-3-1 3,-2 1 11,-12 6 0,-8 0-157,-23 11-780,4-13 0,-5 0 892,-6-4 0,1-3 0,-7 5 0,4-8 0</inkml:trace>
  <inkml:trace contextRef="#ctx0" brushRef="#br0" timeOffset="240046">18118 7725 6210,'-7'7'2083,"1"-2"-1074,6-5 2609,0 0-2655,4 0-33,4-4-359,13-6-307,2-2 88,8-5-172,-8 6 139,4-5 11,-3 3 275,14-12-409,-11 7 336,22-21-252,-17 13-151,8-6 140,-4 3-61,-10 9-7,4-3 12,2-1-140,-7 5-40,-2 2 18,-3 2 117,6-6-67,3-2-17,11-6-28,-4 2-28,-7 8 22,3-1-22,-11 8-6,-3 4-27,-7 3 44,-7 5-5,-1-1 72,6-3 40,12-5-74,8-3-21,13-6-23,2 1-23,0 1 1,-11 5-23,7 1 17,-23 7-6,13 0 12,-18 3 11,4 0-6,-7 0 34,10 0-17,-1 0 5,13-1-5,3 0-16,4-1-12,-7 1-6,6 0 0,-12 3 40,9 3-34,-11 0 0,-2 1 0,-10-2 22,3-1 6,-3 0 12,5 2 32,3 1-49,-5-1 10,6 3 18,-6-2-23,0 0 56,5 4-34,-7-4-5,5 2 0,-8-3 16,-1 1 23,-2-1 62,-2 1-56,-1 1 145,0 4-146,-2-1-55,0 3 28,0-3 106,-1 0 28,-2 1-5,-4 1-51,-7-3-90,0-2 51,-11 1-11,-5-2-57,-2 0 12,-6-2 0,9-1-6,3-3 6,3 1 39,5-2 11,3 0-11,4-1-6,4 0-22,3 0-28,0 1-296,2 1 284,5 6-4,2 0-24,7 5 12,-3-4 45,12 0-11,-3-4 16,13-1-16,0-9-6,3-4 17,2-8-6,-1-3 22,-4-4 40,-7 1-22,-6-1-12,-5 2 11,-3 1 17,-3 3 12,-3 3-23,-1 2 22,-2 3-11,0 3-33,0 3-12,-1 3-44,-1 2-168,1 0 162,-1 5 28,0 7 16,0 4-21,-3 7 10,-2 0-16,-4 1 0,-5 2 5,-4 1-22,-3 1 23,-6 0-12,-4-2 17,-3-1 50,-4-4-33,-2-3-6,-3-4 1,-3-3-18,-1-1 0,-1-1-16,5-2 39,7-2 28,9-2-1,8-2 46,8-2-61,3-1-24,4-2 1,1 0-34,2 1-73,0 3-146,1-1-335,8-1-2404,10-3 2958,7 0 0,-6 1 0,-5 2 0</inkml:trace>
  <inkml:trace contextRef="#ctx0" brushRef="#br0" timeOffset="249691">20224 15086 7408,'-1'-8'3400,"1"2"-1753,0 6 1416,0 0-2177,-5-9-606,4 7-236,-4-7-122,5 9-219,0 0 471,2 7-6,4 5-101,3 11-33,5 6 10,2 6 18,-1 3-17,-2 1 0,-1-3-17,-4-3 11,-1-6 22,-3-6 1,-2-8 571,0-5 426,-2-6 61,0 0-633,-1-7-425,-5-6-6,-6-8-6,-6-5 28,-3-4 29,0 2-1,1 3-11,1 4-5,2 3 39,5 3 5,2 3-50,5 5-50,3 1-90,2 3-258,0 1 309,4 7 44,4 7-11,7 13-6,4 6-22,0 5 0,-1-1 6,-3-4-1,-1-6-5,-3-7 23,-2-8 78,-4-6 212,-2-4-61,-2-2 247,0-7-448,-3-5 10,-2-10 23,-4-6-44,0 5-12,0 2 201,-6-6-184,6 13 39,-9-15-39,10 20-40,0-2-44,3 8-17,3 2-285,-1 2 229,0 10 0,-3 12-270,-2 17-469,-2 11-846,1 6-1844,4 1-2033,4-2 1620,3-14 3124,4-4 1,-3-25 0,-1-1 0</inkml:trace>
  <inkml:trace contextRef="#ctx0" brushRef="#br0" timeOffset="250063">20118 15615 18610,'-39'-31'566,"-1"0"0,4 2 0,11 8-522,23 19-413,2 0 363,3 6 62,5 4-22,6 7-1,6 4-27,4 2 39,4-2 28,5-5 27,5-8 46,5-11 33,2-10 73,0-12-6,-2-9 40,-4-6 106,-6-2 34,-7 0 22,-8 5-72,-9 9-102,-5 9-61,-3 8-135,-1 7-106,-1 4-1148,1 1-365,-3 4-1830,0 8 3371,-4 16 0,4-11 0,-1 6 0</inkml:trace>
  <inkml:trace contextRef="#ctx0" brushRef="#br0" timeOffset="250764">20279 16222 16779,'-1'-20'414,"4"9"-257,6 22 22,4 1-22,5-2 73,3-3 184,2-3 298,-2-4 150,-3-6-190,-5-6-257,-5-7-91,-3-6 63,-6-9-286,-1 9 67,-8-7 40,-2 14-24,-3-3 35,-2 3-79,3 5-90,2 4 29,2 5-74,2 3-16,-3 3 0,-1 6-45,-2 13 50,4-4-11,-2 24 1,8-12 16,0 7-23,4 1-78,10 1 68,-2-7-18,12 10 23,-1-18-22,9 3-51,17-5 0,0-9-22,1-5-499,2-12-1674,-8-8 1625,-10 0 0,-2-1 0,2-2 0,-1-3 0</inkml:trace>
  <inkml:trace contextRef="#ctx0" brushRef="#br0" timeOffset="251004">20803 15903 18688,'14'-34'-171,"-1"0"1,8-19-637,12 35-5947,0 4 6754,-4 3 0,-6 3 0,-15 6 0</inkml:trace>
  <inkml:trace contextRef="#ctx0" brushRef="#br0" timeOffset="251199">20806 16069 19160,'29'-13'42,"1"0"0,21-12-384,-3-13-616,-13 10 958,3 1 0,-21 15 0,7-5 0</inkml:trace>
  <inkml:trace contextRef="#ctx0" brushRef="#br0" timeOffset="253003">21424 15466 8517,'-3'-3'1793,"0"1"-1026,3 2-6,-8-63-43,10 28-242,-4-8 0,2 0 1545,19-8-1438,-4 19-308,4 0-214,-7 21-77,0 6 49,0 3 40,4 8 0,4 6 5,3 10-50,3 7-17,-1 4 57,-5 2 38,-5 1 73,-6-3 465,-7 5 23,-3-16 448,-2-2-40,0-16-599,1-5-241,2-4 28,0-2-112,1-3-3442,10-4 3319,-2 3 6,15-3-1,-1 8-27,8 0 39,14 14-28,-12-1 5,17 17 17,-18 1 0,3 13 80,-12 4 82,-14 6-44,-17 2-67,-13-2-118,-13-3-331,-6-8-3534,0-9 4741,5-11 0,15-8 0,9-6 0</inkml:trace>
  <inkml:trace contextRef="#ctx0" brushRef="#br0" timeOffset="254746">14207 17649 8707,'8'1'2527,"-1"-1"-421,-7 0 1355,0 0-2934,-24-32-74,15 23-195,-21-24-174,19 32-34,-6 4-39,-8 6 17,-6 7-5,-5 9-34,1 3-1,5 0-105,8-6-34,10-6 106,7-5 101,7-3 17,5 0-62,9 1 0,8 0-5,8 1-6,9 3 11,8-1 11,6 0-5,0 0-11,-9 0-6,-12 3 28,-15-2 162,-15 16-106,-17-1-22,-15 17-34,-16-3-23,4-9-39,7-12 1,1-4-521,-6-1-2605,-11 1-1300,28-19 4459,11-9 0,9 4 0,0-1 0</inkml:trace>
  <inkml:trace contextRef="#ctx0" brushRef="#br0" timeOffset="254979">14575 17676 11463,'-5'2'3982,"1"0"-4598,4-2 538,-9 3-2650,26-13 2728,-8 2 0,13-5 0,-8 5 0</inkml:trace>
  <inkml:trace contextRef="#ctx0" brushRef="#br0" timeOffset="255612">15111 17318 14762,'-4'-6'3439,"1"0"-2195,3 6 358,0 0-1266,-21-14-96,13 11-178,-20-10-40,14 19 12,-8 5 0,-6 7-12,-5 4 0,-3 4-22,12-10-28,2 3 6,16-10 44,2 3-27,3 0-6,1-1 11,1 1-12,2 1 12,3 2 17,1 2 17,2 3-17,-1 2 16,-1 3 40,-2 0-17,-1 2-11,-3-2 5,0 0 18,-1-4-23,0-5 117,0-6 354,0-6 1096,0-4-1516,0-7-52,-1 0-32,1-7-12,0 1-6,4 2-22,4-2 22,6 2 6,5 1 6,7 2 16,6 4-33,4 2-39,1 2-17,-1 5 22,-9 4 0,-7 9-89,-10 7-62,-9 7-196,-14 7-504,-12 2-948,-11 1-2631,-5-2 4475,6-12 0,14-11 0,10-9 0</inkml:trace>
  <inkml:trace contextRef="#ctx0" brushRef="#br0" timeOffset="255852">15003 17300 15121,'0'-5'4106,"0"2"-2197,0 3-1875,30-46-4286,11 17 4227,-17 0 0,2 2-199,30-1-2259,-18 15-1695,-7 4 3664,-1 4 0,-23 5 0,0 0 0</inkml:trace>
  <inkml:trace contextRef="#ctx0" brushRef="#br0" timeOffset="256254">13953 18800 16381,'3'28'1983,"21"-20"-1930,16-28 0,7-12-205,-10 10 1,1-1 291,6-4 0,4-2 1,-4 3-102,-8 4 0,2 0 12,2-1 1,7-4 0,0 1 0,-7 4-24,1 0 0,-1 1 0,0 0 0,6-3 0,0 1 0,-7 3-535,-4 2 1,-1 1 491,4-3 0,3-1 0,-4 2-55,-7 1 0,-2 1 6,3-2 1,0-1-2256,-3-1 0,-2 0 2319,6-7 0,-9 7 0,-15 13 0</inkml:trace>
  <inkml:trace contextRef="#ctx0" brushRef="#br0" timeOffset="261402">19322 12197 11143,'-46'21'759,"1"-1"1,4-2 0,8-3 989,15-5-1458,8-3 187,1-1-354,6-3 25,1-2-339,2 0 1707,17-5-1041,11-10-341,11-4-438,-5-1 0,4-4 342,2-1 1,3-2-359,-4 3 1,2-2 0,1 1 346,4-3 0,1 0 0,3-1-588,-4 2 1,3-1 0,-1-1 0,-2 3 570,-2 0 0,-2 2 1,2-2 0,0 0 1,2-1 0,-1-1-1,-4 3-336,10-8 0,-3 0 348,-11 8 1,2-1-1,-2 0 26,11-9 1,-2 1 30,-1 1 0,-3 2-48,-16 11 1,-1 0 202,4-2 0,-3 1-118,3-2 680,14-10-781,-8 9 2451,2 1-2507,-18 13 971,-5 4-1459,-9 4-1176,-1 2 1703,-3 6 0,0-4 0,-1 4 0</inkml:trace>
  <inkml:trace contextRef="#ctx0" brushRef="#br0" timeOffset="262887">16826 17433 8192,'0'-7'5316,"0"2"-4336,0 5 1064,0 0-2100,-10-12-100,8 9 10,-8-9 168,10 14 253,0 4 128,-3 6-39,-3 7-95,-9 7-28,-7 5 39,-7 1 106,-4-3 68,2-7-6,3-9 208,2-12-500,10-5-16,0-14-145,11-3-23,2-11 45,11-2-1,8 0 1,10 2 6,15 4-35,0 10-4,0 6-7,2 8-61,-9 11-89,12 12 117,-19 0-28,-4 20-3359,-29 18 3421,-4-7 5,-6-7 0,-6 2-433,1-10 1,-4 0 421,-6 8 0,-2 0-211,0-3 0,-1-3 312,3-7 0,0-3 162,-17 6-61,14-18 2614,14-16-2794,12-6 1138,8-8-1076,11-3 838,8-5-883,12-1 23,9-1-68,7 5-28,6 3-55,3 4-453,4 5-247,2 2-444,-30 3 1,0 1 710,4-3 0,-3 1 1,5-1-1,-4-1 0</inkml:trace>
  <inkml:trace contextRef="#ctx0" brushRef="#br0" timeOffset="263239">17583 17097 18543,'-18'-16'544,"0"16"-219,2 55-253,1-10-795,-8 3 0,-3 0 852,1-4 5,0-5 1,1 0 547,0-2-665,1 3 253,12-18-287,16-4 28,1-13 29,12 3 890,3-5-902,18-1-39,12-4-39,-6-1-197,12-8-128,-28 1-2594,24-12 2481,-16 4 1,-7 3-1,-12 5 1</inkml:trace>
  <inkml:trace contextRef="#ctx0" brushRef="#br0" timeOffset="263887">18025 16932 9542,'-4'-1'5153,"0"-1"-509,4 2-3978,-4-2-179,3 1-302,-3-2 84,3 3-180,0-1-89,-1 0-145,1 1 156,-2 2-11,0 0 34,-4 3-6,0-1-6,-1 1 12,0 1-18,3-3 46,-2 2-23,4-3 62,-3 2 28,4-3 453,0 0-565,1-1-45,0 1 0,-1 0-50,1 0 206,0 0-88,6-5-24,0 0 18,16-12-51,0 3-56,14-9-22,-11 9-812,19-8-806,-10 8-2730,15-5-205,-16 9 3800,-3 2 0,-18 6 0,-2-1 0</inkml:trace>
  <inkml:trace contextRef="#ctx0" brushRef="#br0" timeOffset="264113">18128 17202 18683,'1'-6'-409,"22"-16"151,12-5 56,-9 7 1,1 0-717,21-13-2773,-4 3 3195,-8 6 1,-16 11-1,-9 6 1</inkml:trace>
  <inkml:trace contextRef="#ctx0" brushRef="#br0" timeOffset="264663">18521 16751 14169,'-5'0'4200,"2"0"-3096,3 0-908,-12-46-89,16 28-46,-6-36-10,20 42-63,0 2 1,-4 5-28,10 2 11,-3 7 34,11 5-34,-3 6-6,1 5-5,-3 2 28,-6 1 55,-7-1 29,-7 1 17,-6 1 5,-6-1 39,-2-2 152,-4-5 179,0-4 117,1-6-56,3-4-172,2-1-130,4-2-196,1 0-56,5-1 62,6 0-40,11 1 0,7 0 6,6 5-16,3 5-1,-3 5-11,-4 4 0,-10 2 61,-8 3 18,-15 6-74,-14 5-301,-16 6-1413,-11 2 1058,15-19 1,0-1 0,-3 2-1,2-2 1</inkml:trace>
  <inkml:trace contextRef="#ctx0" brushRef="#br0" timeOffset="265354">19483 17044 9817,'-2'-3'4850,"1"0"298,1 3-3911,-17-62-408,12 45-706,-4-20 1,1 11-225,7 28 89,0 3 52,1 15-74,0 8-5,2 10 5,4 2 23,6-5 45,7-7-29,5-8 1,0-6 67,-4-6 342,-5-5 313,-5-6-263,2-14-309,5-15 35,9-21-320,-11 21 1,1-2 161,0-3 1,1 1 2,0 0 1,-1 2-15,-1 4 1,-1 3 16,7-11-61,-9 19-454,-8 13 190,-3 8-6406,0 22 6692,0-3 0,0 4 0,0-11 0</inkml:trace>
  <inkml:trace contextRef="#ctx0" brushRef="#br0" timeOffset="269078">22779 1117 15181,'-5'0'5101,"2"0"-2646,3 0-2842,-1 68 28,-1-29 186,1 2 1,0 3 182,-2-9 0,0-2-512,-2 22 140,2-13 0,-1 2 95,1-5 0,0-1 96,0 4 0,1-1 85,0-9 1,1 1 70,0 17 1,0 2-11,2-15 0,-1 0-361,2 16 0,1 2 331,0-10 0,1-1 56,1 2 0,0-1-37,0 3 1,0 0-9,-1 3 1,1 0-550,-1 3 0,-1 1 553,-1 2 0,1 0-3,-1 3 0,-1 1 8,0 0 1,0 0 1,0 2 1,-1-1 0,0 2 1,0-1 42,-1-20 0,0 0 0,0 0 2,0 2 0,-1 0 0,0 0-388,-1 1 1,-1-1-1,0 1 403,0 1 0,-1 0 0,1 1 0,-2-2 0,1 1 0,-2 2 3,0 9 1,0 3 0,-1-4-18,0 3 0,0-1 14,1-3 0,0 3 0,0-5-3,2 3 1,1-2-19,0-10 1,1 3-1,0-2-7,1-1 0,1 0 0,0-1 3,0-1 1,0 0 0,2-1 7,0 20 1,0 0-279,0 0 1,1 1 277,0-1 1,0 1-9,-1-20 1,-1 0 0,1-1-1,0 1 1,-1 0 0,0-1 3,0 1 1,0-1 0,-1 1-168,0-1 0,0 1 0,0-1 177,-1 1 0,1-1 0,-1 1-8,0 0 0,0-1 1,0 1-18,1-1 0,0 0 1,-1 0 7,1 20 0,1-1-3,-1-1 0,1-1 149,0-1 0,0-1-157,1 0 0,-1-1 5,0 1 1,0 0 2,1 3 0,0-3 192,-1-12 0,-1 3-191,-1 6 0,-1 6 0,0-4 5,-1 0 0,-1-1 4,1-5 1,0 2-1,-1 0-2,0-1 1,-1 0 0,1-6 174,0-7 0,1 1-184,-1 7 1,0 5-1,0-3 1,0 0 1,1-1-7,0 11 1,0 3-6,1-3 0,-1 0 8,2-2 1,0 1 21,-1 0 1,0-1 5,1 2 1,-2 0-18,1 2 1,-2 0-1,0 0 1,0 1-3,-1 0 0,-1 0-50,0 0 0,-1-1 52,0-1 1,0 0-3,1-2 0,-1 0-3,1-2 0,1 0 5,0-2 1,1 0 68,0-1 1,1 0-64,0-1 0,0-1 11,0-1 1,1 1-4,-1-1 1,0 0-6,-1-1 0,-1 1 8,0 0 1,-1 0-7,-1 0 1,-1 1 3,0 0 0,0 0-9,-2 0 0,1 0-6,0-1 1,0-1 2,0-1 1,1 0-4,1-2 1,1-1 2,0-1 1,2-1 98,0-1 1,0-1-94,1-1 0,0 0 8,-1 0 1,1 0-1,-2 2 0,1-1 0,-1 2 1,-1 0-4,-1 0 1,0 1 105,-1 1 0,-1 0-111,0 0 0,1 0-3,-1-1 0,1 1-17,1-4 1,2 0-1,1-4 1,1-1 1173,0 24-1213,7-10 34,2-9 820,4-6-809,0-4 420,-1-1-369,-2 7 678,-3-11-729,-1 12 0,-3-11-28,-1 5-22,1-6 16,-1-9 62,1-8 168,1-5 112,1-4-112,1-4-146,2-5-22,5-5-17,2-3-27,3 2-12,2 2 11,5 2-6,3 1 40,18-1-17,-11 3 0,22-5-11,-12 5 0,13-1 0,-2 1-6,-4 4-39,-3 3 45,-16 2 16,4 4 1,-14 3-1,4 5 1,1 2 0,2 0-1,2 1 6,7-1-5,5-3 5,8-3 0,-13-5 1,0-1-12,14 2 5,-13-2 1,-1 0 5,8 3-3392,15 6 3381,-22-4-2268,13 9 2262,-33-10 12,13 8 0,-17-6-6,3 2 5,-6-2 2269,-2-1-2268,-2-2 3425,-2 1-3414,-1-3 16,-1 1 6,-1-2 79,0 3-79,0-1 51,0 5-68,0-5 6,0 6 0,0-2-11,0 3 11,1 4-34,0-4 34,0 8 6,0-1-12,2 7 1,-1 5-23,1 5 28,0 13-17,-1-14 6,0 15 11,-1-16-17,2 17 0,0-6-5,2 6-6,-1-17 22,1 6-11,0-4 34,2 10 17,-1 3-45,1 1 17,-1 14-28,-2-21 16,2 19-3375,0-12 3353,0-8-21,-1-7 1,0 0 25,1 6 12,1 8 39,0-6-50,-3-10 16,2 10 28,0 10-38,-3-16 21,-1 16-10,-1-17-7,-1 10 1,-2 0 6,0 8-7,-1-17 1671,1-3 1,1 1-1677,1 22-6,-1-23 1,1-1 11,0 21 0,0-6 16,-1-5-10,0 0 16,-2-10 0,0 0 0,-4 15-25,2-13 0,-1 1 9,-3 23-23,0-1-6,2 0 31,3-24 1,1 2-21,-2 22 6,0-2 6,1-3-11,1-9-29,0 0 29,-2 14 2,2-26 1,-2 1-1,1 0 1,0 1-119,-2 6 1,1 0 137,-5 23 6,0 0-28,-1 0-34,1-3 5,1-1 23,0 0 0,2-1 0,-1 0 11,3-13-8,-1-9 0,1 0 25,-4 17-14,4-21 0,-1 2 8,-3 6 1,-1 0-6,-5 18-17,1-10 0,0 1 11,-3 8 0,-3 4-33,2-1 13,10-27 1,-1 1 10,0-1 1,0 1 3,1 4 0,-1-1 5,-2 13-187,3-16 0,0 2 179,0 0 0,0 1-3,-2 2 0,1 0 2,0 2 1,0 1-6,0 2 1,0-2 2,3-8 0,0 1-23,-2 18 1,1 1-334,4-16 1,-1 2 349,0 15 1,0 1-1,1-11 1,2-1-9,-2 1 0,1-2 5,0-9 1,0 1-1360,-3 18 1,0 2 1350,0-15 1,0 1-10,-2 20 1,-2 2-284,1-8 0,-1-1 292,0 3 0,0-1-3,2-11 1,0 0-57,-1 17 1,2-1-410,3-22 0,1-1 485,1 18 0,1-5 0,1-6 0,2-12 0</inkml:trace>
  <inkml:trace contextRef="#ctx0" brushRef="#br0" timeOffset="277713">19006 15223 7291,'-36'27'490,"0"-1"0,0 0 0,-18 13 0,8-5 765,12-7-987,6-7-88,3 2-248,20-15 141,1 0 28,7-4 297,10-1-214,5-7-94,12-5-56,-6-2 50,26-19-73,-25 14 17,26-18 11,-26 18 79,1-1 509,-8 6 129,-10 7-560,-8 3-140,-19 8 40,-6 5 72,-19 11 112,-4 5-95,-3 2 39,11-6 403,-11 9-453,29-17 17,-12 9-292,27-16 146,0 0 123,13-7-34,8-1-83,1-3 256,23-14-268,-4-4-5,18-11 5,-6 1 0,-3 1-22,-11 7 33,1 0 130,-18 13 284,0-1-178,-15 9-286,-5 3 17,-18 11 0,6-2 22,-23 14 17,-1 3-23,-1 0-10,-5 4-23,16-9-17,9-6-117,10-6-85,7-6 253,6-3 83,7-2-55,7-5-45,10-5-17,9-9 5,5-3-10,2-3 16,1 0-11,-12 6 22,4-1 130,-19 11 111,1 1-174,-20 8-117,-19 13 34,-20 11-12,-11 9-245,23-13 0,0 1 268,-22 15-12,4-2-10,11-5-130,12-7-21,13-8 178,10-7 51,12-2 0,8-6-45,21-11-17,-9 1 11,21-15-22,-14 5 0,10-7 6,-2 1-12,-3 1 520,-6 5-481,-9 5 102,-12 8-74,-11 5-128,-15 10 28,-14 8 33,-3 3-8,-3 4 0,-1 2 17,7-5 0,-1 0-434,-11 10 0,-1 1 439,8-6 1,2 0 2,-19 16-83,15-11-12,17-14 145,15-8 51,15-11-56,13-8-3,0-4 1,1-1-15,15-9 3,-9 5 0,1 0 70,13-9 101,-17 12 0,0 0-152,-2 1 1,0 0 95,24-13 96,-13 7 514,-15 7 56,-20 10-800,-12 5 5,-28 14 5,-13 10-16,14-4 0,-1 0 259,6-2 1,0 0-378,-13 11 0,5-1-123,8-5-817,-14 17 1041,47-29 0,-4-2 0,7-5 0</inkml:trace>
  <inkml:trace contextRef="#ctx0" brushRef="#br0" timeOffset="280975">4476 16535 9822,'-52'-10'3591,"11"1"-3031,39 8-751,1 0 107,4-1 179,0 1 146,10-1-174,3-2-55,21-1 10,-9 2 23,20-1 50,1 0-78,-7 0-1,-10-1 1,2 0-137,19-5 181,-17 3 1,3-1-256,1 0 1,2 0 277,14-2 0,0-1-48,-17 4 1,-1 0 30,17-2 1,2 0 80,-10 2 0,-1 0-460,1 0 1,1-1 429,6 0 0,-1-1 16,-9 0 1,-3 1-82,-8 1 0,-1 0 42,8-3 1,1-1 13,-8 1 0,1-1-249,8-3 0,3-1 274,8-3 1,1-1-65,-9 4 0,0 0-31,7-1 1,-3 1 171,9-2-113,-22 8 0,-3 1 14,1 1 426,7-2-202,-24 6 1245,-9 2-1076,-6 1-461,-2 0 1,0 0 0</inkml:trace>
  <inkml:trace contextRef="#ctx0" brushRef="#br0" timeOffset="289067">24236 2094 7268,'2'-4'7690,"-1"0"-5959,-1 4-1244,1-9 12,-8 20-34,-8 12-365,1 8 91,-9 21 22,13-16 11,0 9 129,2 0-67,4-14-124,0-6 309,2-14 335,1-7 511,0-2-959,-3-7-190,-2-7-90,-2-10-44,1-1-6,-2-22-28,6 19-22,0-27 16,15 10-22,5 1 22,6 5 6,9 12 6,-7 10-28,15-1-6,-9 8-12,4 8 40,-13 6-22,4 11 33,-4 4-22,7 20 5,-11-10 23,-2 30 0,-15-32 17,-7 25-34,-5-25 95,-6 5 56,3-17 51,1-6-46,6-17-32,-1-17-96,3-22-28,5 5-9,4 8 1,4 0-3,9 0 16,4-6 40,9 10-39,-15 17 69,18-5-12,0 15 12,-5 1-12,11 14-42,-16 4-59,7 9-200,3 11-568,-1 7-305,-5-2-931,-7-2-3660,-7-13 5687,-4-8 0,-3-9 0,-3-7 0</inkml:trace>
  <inkml:trace contextRef="#ctx0" brushRef="#br0" timeOffset="289319">24988 1995 13927,'-4'0'6710,"0"0"-6206,4 0-510,18-22-33,14 8 19,1-3 0,4 0-386,-4 9 1,1 2-916,6 0 1,-2 2-271,9 1-4475,0 11 6071,-23 1 1,-5 0 0,-10-2 0</inkml:trace>
  <inkml:trace contextRef="#ctx0" brushRef="#br0" timeOffset="289491">25126 2222 19340,'31'-14'-2427,"0"1"1,27-11-1632,-21 10 0,-1 1 2644,8-2 1,-15 5 0,-21 8 0</inkml:trace>
  <inkml:trace contextRef="#ctx0" brushRef="#br0" timeOffset="290392">25796 1765 18268,'8'-46'405,"0"1"1,2 2-1,5 7-253,25 9-46,8 4-33,-1 7 22,10 18-84,-18 12 23,1 16 5,-20 8-4257,-9 13 4235,-5-15 865,-7 13-809,-5-19 27,-4 3 80,-3-5 184,-1-7 128,0-8 3438,2-7-3453,1-7-108,2-6-218,3-1 40,1-6-90,10 0-57,5 0-4,10 2-18,7 6-22,7 4 6,4 7 60,5 4 207,2 8-35,2 4 9,-5 5-52,-7 0-49,-14 3-71,-13-1-69,-22 2 41,-20 1-498,7-14 1,-5-2 426,-9 3 1,1-1 0,-7 2-1,0-3 1</inkml:trace>
  <inkml:trace contextRef="#ctx0" brushRef="#br0" timeOffset="295017">2609 9733 6159,'-4'-10'1999,"2"3"-1355,2 7 12,0 0-583,-30 0-162,21 3 21,-22 3 96,27 8 40,1 2-7,0 0 107,-3 5 11,-4 1 1,-5 7-52,-6 5 96,-9 8-28,3-9-106,1-2 84,6-12-57,7-10-33,-4 2-73,5-4-5,0 0 0,5-2-12,0 1 0,1-1 12,0 5-17,0-1-23,0 3 12,3-3-23,0 4 34,3 1 141,-1 8 293,3 16-77,2 4 1,2 15-109,-1-15 93,2 15 78,-2-4-392,-1-20 1,1 4 252,1 10 1,0 2-648,1-4 1,0 0 404,0 0 1,0 0 28,2 2 0,0 2 89,3 9 0,0 0-109,-2-10 0,0 1 40,1 5 1,1 6 0,-1-6-805,-2-4 1,-1-2 743,2 10 1,0 1 95,-2-7 1,-3 0 143,0 4 1,-2-2-214,0-9 0,0 2 85,-2 3 1,0 4 0,0-4-558,-1-3 0,0-2 404,-1 10 0,2 1 163,-2-7 1,2 0 68,5 6 1,1 1-87,2 3 1,0 0-39,-1-17 0,1 1 1,0-1-10,3 10 0,0-5 7,2 14-12,-6-25 0,-1 0 634,-1-1 0,-1 1-668,1 1 0,-1 0-90,0 5 0,0-1 82,-1-8 1,0-2-20,2 17-843,-1-12 1,-1 0 851,1 2 38,0-2 1,0 3 52,-1-5 0,1-1-14,3 23-797,-3-9 0,1-1 781,0 6-43,-3-15 1,1 0 161,-1 6-36,1 16-16,-2-17 2130,-1 7-2102,0 13-134,-1-28 74,0 4 1,0 3 37,-1 5-124,1-12 0,0-1 0,1 16 17,3-3 17,2-4 3414,2 0-3264,1 3 1,1 0-168,0 1-26,1 0 1,0-1 19,0-9-28,5 10-5,0-1-31,1-6-11,-4-10-241,7-6-1,-2-15 15,11-9-834,5-24-3645,-12 2 0,-1-1 3895,12-18 0,-8 7 1,-17 24-1</inkml:trace>
  <inkml:trace contextRef="#ctx0" brushRef="#br0" timeOffset="296932">23398 3534 7386,'0'-6'6587,"0"2"-2521,0 4-3158,-17-56-231,7 37-425,-11-40 208,0 54-315,1 6-44,-14 8-12,0 8-38,-3 9-23,5 2-17,6 0-11,8 1-17,9 4 6,6-12 0,7 3-6,10-6 34,21 4-6,22 0-341,-4-5 341,-17-10 0,-1-3 0,0 1-5,23 4 16,-32 0 51,2 4 34,-27 3-29,-17 3-16,-17 3-18,-16 1-30,18-11 0,-1-1-155,0-1 0,0 0-16,-27 6-300,15-7-3245,19-4 3702,13-4 0,10-1 0,2 0 0</inkml:trace>
  <inkml:trace contextRef="#ctx0" brushRef="#br0" timeOffset="297167">23690 3616 14001,'-4'0'3467,"2"0"-3630,2 0-117,1-10-997,20 0-4867,9-9 6144,12 4 0,-15 6 0,-12 4 0</inkml:trace>
  <inkml:trace contextRef="#ctx0" brushRef="#br0" timeOffset="297592">24145 3268 10298,'0'-3'4666,"0"1"1008,0 2-5467,-51-10-5,32 25-46,-40 3-105,48 20 7,5-1 1,0 1-31,2 21-365,2-16 1,1 0 322,2-9 0,3-2-37,9 25-171,11-9 183,8-13 56,6-11 55,5-10 68,-1-11 101,-2-13 45,-4-8 112,-7-9 750,-7-5-672,-10 0 107,-10 0-354,-12 5-83,-10 7-68,-14 9-22,-8 7-22,-6 11-57,3 6-38,7 8-102,11 5-206,8 6-432,10 4-902,4 7-2386,11 2 3241,3-5 0,-4-20 0,-2-13 0</inkml:trace>
  <inkml:trace contextRef="#ctx0" brushRef="#br0" timeOffset="297917">23377 4463 9018,'-49'24'1226,"1"0"1,-1 0-1,7-3 1,1 0 0,6-4-600,-7 8 410,21-11-544,22-8 339,21-9-434,28-12-297,-11 2 0,4-2-822,10-7 0,5-1 766,-15 5 0,1-1 0,1 0-3,3-1 1,0-1 0,0 0-6,1 0 1,-1 0-1,0 1 2,-2 0 1,-1 0-1,0 1-165,-4 1 0,0 1 0,-1 0 159,13-6 1,-1 1-31,-8 2 0,-3 2-150,-5 3 1,-3 0-414,20-7 560,-11 7 0,-21 7 0,-6 4 0</inkml:trace>
  <inkml:trace contextRef="#ctx0" brushRef="#br0" timeOffset="299962">25489 3540 12281,'-3'0'1087,"1"0"-68,2 0-241,10-67-425,9 38-260,-5-12 0,3 2 86,18 20-84,-8 7 118,7 5-135,-11 9-67,11 6-27,-6 7-18,-1 5-39,-5 2 34,-4 2 190,-8 0 387,-5 1 212,-8 0 101,-6-1 91,-8-3-124,-6-5-119,-1-6-66,1-5-358,6-5 235,4-6-420,9 0-79,3-7-22,6 5-29,7 0 7,3 7-6,8 0 11,5 5-17,6 5-6,6 7 35,4 3-8,1 4-43,-5 4 6,-8-1 44,-11 4 22,-10-8 18,-18 16-18,-14-10-16,-20 15-112,-12-10-177,24-17 1,-1-3-1801,-26 8 2100,7-9 0,23-7 0,10-5 0</inkml:trace>
  <inkml:trace contextRef="#ctx0" brushRef="#br0" timeOffset="300302">26435 3232 21259,'-21'34'319,"0"-1"1,1-1 0,1-2-247,-11 11-34,6-3-34,6-4 1,8-5-12,6-4-33,6-3 6,6-4 10,5-4 12,7-4-23,9-6-213,14-10-554,15-9-1049,-22 2 0,2-1 1850,10-5 0,-1 0 0,6-3 0,-2 1 0</inkml:trace>
  <inkml:trace contextRef="#ctx0" brushRef="#br0" timeOffset="300531">27057 3111 14751,'-3'0'1686,"0"0"-1283,3 0-475,56-63-136,-15 38-363,3-12 1,2 2-4528,15 19 4289,-12 7 1,-19 4 0,-14 3 0</inkml:trace>
  <inkml:trace contextRef="#ctx0" brushRef="#br0" timeOffset="300728">27166 3326 15687,'-6'1'2469,"2"0"-2312,4-1-325,90-57-2052,-36 29 1632,-14 5 0,7-4 0,-5 4-2448,-4 5 0,-3 4 3036,-3 0 0,-4 2 0,2-2 0,-19 10 0</inkml:trace>
  <inkml:trace contextRef="#ctx0" brushRef="#br0" timeOffset="301228">27860 2814 12690,'-2'-3'4447,"0"1"-3932,2 2 303,0-70-397,9 41-326,-4-13 0,3 2 28,14 19-44,3 6-34,1 5-34,3 5-28,2 5 11,4 8-33,4 7-62,0 11-5,-3 9-169,-10 18-35,-11-13 231,-18 19 146,-14-22 270,-23 12-163,10-18 335,-14 2 247,16-19 213,-5 0-55,7-8-315,7-7-146,8-8-369,8-1 210,8-7-249,7 6-23,8-3-5,13 2-23,3 5 1,0 2 5,6 3 11,-3 7-45,8 4-44,-6 8-129,-11 15 123,-15-7-180,-20 18-279,-16-10-779,-18 9-3594,8-17 1,0-2 3273,-8 5 0,0-5 1,33-19-1</inkml:trace>
  <inkml:trace contextRef="#ctx0" brushRef="#br0" timeOffset="301871">28933 2835 17602,'-3'-4'3047,"1"1"-1899,2 3-1092,1-1 73,8 19-6,3 6 46,11 32-108,-7-17 102,8 18 72,-10-27-134,-1-1 11,-3-13 560,-3-14-454,1-6 79,23-27-224,8-10-37,3-4 1,3-2-619,-14 15 0,1 1 587,1-2 1,3-3 0,-1 3 10,1 0 1,1 0-17,-3 3 0,3-2 0,-3 2-11,0 1 0,-1 0-3,7-4 0,-2 3-188,-2 2-100,-4 4-4083,-3 12 4385,-16 15 0,-1-2 0,-9 5 0</inkml:trace>
  <inkml:trace contextRef="#ctx0" brushRef="#br0" timeOffset="306344">20183 14772 7095,'1'-3'3086,"-1"0"-1725,0 3-1283,-25 13-4128,-6 10 4134,-8 1 443,11-3 1,3-1-254,1-3 326,-17 14-164,22-15-240,1 0-173,9-7 3255,5-5-3250,4-4 681,0 0 75,5-3-246,4-4-286,8-7-118,13-13-72,8-6-29,-6 5-5,6-3-3336,-24 21 3460,2-2 357,-12 10-89,-8 6-274,-7 7 11,-24 21-57,-4 4-258,12-12 0,0 0 209,-8 7 3199,-4 2-3206,14-12-32,5-4 10,8-6 17,10-9 191,6-6 586,6-6-737,11-9-18,17-17-21,-3 3-40,0 0 33,-9 9 40,-9 8 101,-3 3 129,-5 5-23,-8 7-207,-2 3-51,-7 5 28,-16 17-27,2-4-21,-5 3 1,-2 2-3,-8 4 8,11-7 1,1-2-3,-4 4-6,6-6-28,15-10-51,1-3 91,8-5 105,9-8-72,1-2-17,20-15 17,15-13-31,-21 18 0,0 0-208,5-4 0,-1 0 217,12-7-12,-12 10 62,-4 5 67,-17 12 67,1 1 0,-12 9-44,-6 7 341,-9 8-666,-4 3-275,4-4 437,3-1 0,12-15 0,0 2 0</inkml:trace>
  <inkml:trace contextRef="#ctx0" brushRef="#br0" timeOffset="314646">25969 4561 12208,'-1'-3'4291,"0"0"-992,1 3-3338,-6-32 78,4 30 157,-4-12-50,6 47-74,0 16-32,-2 11-272,0-28 1,0 1 259,-1 0 0,-1-1 56,-7 29 6,-1-9-29,2-15 231,-4 2 49,7-21 342,-4 2-66,7-14-393,-1-13 395,-1-7-529,-2-15-57,-2-12-21,2-10 10,2-7-16,5-1-6,4 14-34,12-10 12,1 24-1,10-11 6,0 18-22,3 6-11,3 8 11,3 4 16,4 10-5,3 7-5,0 11-7,-2 6-10,-7 4 28,-8 2 33,-9 0 17,-9-2 28,-7-3 45,-7-7 78,-2-7 22,-4-7-83,0-7-45,-3-11-45,-1-10-23,3-12 1,5-5 0,6 0-29,8 4 1,4 7-1,4 7-10,4 7-6,4 5 5,5 4 6,4 9-22,2 4-1,2 9-61,-3 4-157,-2 4-319,-4 3-633,-5 2-1412,-5 0-7198,-4-2 9524,-4-11 1,-2-7 0,-4-10 0</inkml:trace>
  <inkml:trace contextRef="#ctx0" brushRef="#br0" timeOffset="314874">26788 4413 17299,'34'-40'-293,"-1"0"0,-1 3 0,2 8-1455,25 16-1551,-6 5 3299,-7 14 0,-23-4 0,-7 6 0</inkml:trace>
  <inkml:trace contextRef="#ctx0" brushRef="#br0" timeOffset="315053">26849 4645 7173,'-5'5'7483,"1"-1"-4806,4-4-1450,0 0-1255,53-36-773,-2 2-120,-14 8 1,1 0-1508,-3 3 0,-4 2 2428,4 0 0,-12 5 0,-15 12 0</inkml:trace>
  <inkml:trace contextRef="#ctx0" brushRef="#br0" timeOffset="315480">27474 4059 12477,'0'-3'5814,"0"0"-1204,0 3-4672,-13-33 85,8 41-34,-9-13-6,12 53 22,3-13 1,0 0-6,3 13 5,0-16 1,3-1-28,9 3 22,16 4 11,-7-17 23,17-7 44,-9-20 23,11-12 44,-2-15 46,-4-14-85,-21 21 1,0-2 164,1-6 1,-1 2-26,4-11 275,3-4-101,-16 30-162,-2 2-163,-3 8-123,-1 7 28,0 3 17,7 11-22,6 10 5,6 15-12,-7-6 1,0 2-3,-2-2 0,-1 3-67,0 9 0,-1-1-346,-4-11 0,-1-1-77,-1 11 0,-1 2-776,-2-6 0,0 1 1280,0 18 0,0-3 0,-1 6 0,0-5 0</inkml:trace>
  <inkml:trace contextRef="#ctx0" brushRef="#br0" timeOffset="316903">23055 6440 16740,'-13'-58'683,"-4"15"-627,-4 52-28,-4 7-4218,-3 13 4246,10-8 831,-1 8-887,14-14 34,1 2-17,6-3 39,7-1 28,8-1 3375,11 0-3420,10 0-5,11-1 22,5 3-45,-1 2-33,-6 5 61,-13 4 78,-15 4 270,-25 12-236,-6-12 113,-27 14-62,-5-15-138,15-12 0,-2 0-33,1-1 0,-1-3-104,-22 6-700,14-9-4268,17-8 5041,12-7 0,7 2 0,3 0 0</inkml:trace>
  <inkml:trace contextRef="#ctx0" brushRef="#br0" timeOffset="317136">23306 6557 15412,'41'-27'-1200,"-1"0"0,-9 4 1,-5 6-1,-11 11 1</inkml:trace>
  <inkml:trace contextRef="#ctx0" brushRef="#br0" timeOffset="317471">23620 6289 17031,'10'-56'735,"0"1"1,5 1 0,3 9-529,9 20 112,14-2-128,-15 18-79,6 1-45,0 12 34,6 20-73,-12-2 65,10 28-24,-14-5-72,-6-9 0,-1 4-94,-1 1 1,-2 0-38,-1-1 1,-1 0-72,-2-4 0,-2-1-977,0 14-2711,-2-6 3042,-2-13 1,-1-12 0,-1-11 0</inkml:trace>
  <inkml:trace contextRef="#ctx0" brushRef="#br0" timeOffset="317662">23758 6516 13900,'-3'0'3478,"1"0"-2044,2 0-1288,27-62-289,-1 45 0,3 1-25,-1-21 0,1 2-174,5 21 0,1 5-4693,18 0 5035,-10 2 0,-7 3 0,-18 3 0</inkml:trace>
  <inkml:trace contextRef="#ctx0" brushRef="#br0" timeOffset="317978">22928 7522 20397,'35'-24'31,"1"1"0,0-1 1,-1 2-1,1 0 1,3 0-30,2 1 1,3-1 0,1 0 0,-2 0-968,9-3 1,0 1-1,-1 0 959,0-1 1,-1 1-1,-2 1 6,8-4 0,-1 0 7,-7 2 1,1-1 0,-3 2-6,-2 1 1,-2 1-3,7-5 0,0 1-53,-7 4 0,-5 3 774,-3 1-1969,22-9 1365,-26 15 0,-8 3-1,-6 3 1</inkml:trace>
  <inkml:trace contextRef="#ctx0" brushRef="#br0" timeOffset="318936">25958 6176 14174,'-1'-43'2535,"-1"1"1,1 2-1,0 12-2339,1 24-157,0 1-279,-1 3 133,1 4 230,0 10-5,7 39-96,-2-3-14,0-12 1,-1 0-3,1 16 5,-1-8-22,2-7 16,3-5 7,-2-13 4,4-4 114,-5-13 88,2-4-66,3-10-24,11-22-100,-4 4 17,13-23-28,-9 14 11,5-9 50,0 4-55,-9 17-23,-5 8-11,-8 14 22,-2 10 22,2 9-10,2 11-51,4 17 11,-3-12-56,5 14-140,-1-15-336,5 9-722,1-1-1597,3-4 2020,4-5 0,-12-14 0,1-6 0</inkml:trace>
  <inkml:trace contextRef="#ctx0" brushRef="#br0" timeOffset="319286">26800 5930 12953,'0'-4'7315,"0"0"-6704,0 4-505,-15 0-78,2 21 28,-16 8-11,11 12 78,-8 11 28,5-8 6,-6 7 22,-2-1-140,10-16-39,4-7-33,10-15 33,5-7 157,15-2-85,12-8-72,25-5-17,-19 0 1,0-1-40,25-8-42,-21 4 0,0-1-328,-9 3 1,2-2-2519,13-7 1,1 0 2285,-12 4 0,-3 2 1,14-6-1,-33 17 1</inkml:trace>
  <inkml:trace contextRef="#ctx0" brushRef="#br0" timeOffset="319513">27302 5762 17087,'-8'0'1826,"2"0"-1159,6 0-460,0 0-459,69-48-852,-18 29-408,-5-7 1,3 0 1511,-9 19 0,-5 3 0,-9 1 0,11-1 0</inkml:trace>
  <inkml:trace contextRef="#ctx0" brushRef="#br0" timeOffset="319729">27491 5889 19781,'46'-18'-907,"6"-3"349,-20 7 1,1 0-1202,-1 0 1,-1 1-869,14-7 1698,10-3 1,-36 15 0,8-4 0</inkml:trace>
  <inkml:trace contextRef="#ctx0" brushRef="#br0" timeOffset="320262">28015 5593 20999,'-7'-54'39,"1"0"0,-5 11 0,8 6-5,49 6 115,-13 17-126,0 0 10,18 3-38,-15 8 10,16 1-5,-11 9-11,0 4-10,-3 7-57,-6 6 39,-9 5 23,-11 3 55,-12 3 98,-13-1-31,-12-3-3302,-20 2 3286,14-14 173,-15 2 186,22-16 122,-1 0-112,9-4-263,9-3-134,4-2 3319,4 0-3432,4-2 23,0 2-17,18-3 45,-6 4-11,32-1-28,-11 4-56,21 6-62,-10 4-50,-7 6-23,-9 6 12,-14 5 50,-12 5-34,-18 3-112,-17 3-241,-21 0-289,19-19 0,-2-2-951,-2 1 0,-1-2 1795,-3 0 0,3-3 0,-5 3 0,8-5 0</inkml:trace>
  <inkml:trace contextRef="#ctx0" brushRef="#br0" timeOffset="320846">26711 6890 6718,'-53'27'1240,"0"-1"0,0 1 0,6-3 0,1-1 1,4-2-499,3-1 0,4-1 20,-18 8-12,15-8-605,14-7-134,11-4 6,7-3 180,5-3 1343,1-2-1024,3 0 415,2 0-24,4-1-409,6-3-3414,12-7 3034,-5 3 83,18-11-44,0 1-101,-9 4 0,3-2-382,7-3 0,4-1 342,10-5 1,3 0-382,-12 6 1,1-2 0,2 1 366,7-3 0,1 0 0,2 0 131,-10 4 0,1-1 1,1 0-1,0 1-140,3-2 0,1-1 0,0 1 0,0-1-399,2 0 1,0 0 0,0-1 0,-1 0 379,-1 1 1,0-1 0,-1 1 0,0 0 5,-3 0 1,-1 1-1,0 0 1,-1 0-132,-3 2 1,-1-1 0,-1 1 0,-1 0 146,10-4 0,-1 0 0,-2 0 77,-4 2 0,-2-1 0,-1 1-68,-4 1 1,-1 1 0,0 0 453,12-8 0,-1 1-471,-5 3 1,-2 1-31,-4 4 0,-2 0-93,-6 4 1,-1 2 911,15-6-5257,-15 9 4480,-12 6 0,-10 2 0,-4 1 0</inkml:trace>
  <inkml:trace contextRef="#ctx0" brushRef="#br0" timeOffset="321404">29932 5102 16448,'0'-3'4089,"1"0"-2532,-1 3-1461,-23-7-7,-5 36-66,-10-14-303,3 35 280,10-12 0,0 1-555,-11 13 349,13-18 1,-3 5 0,0-2-1177,-3 4 1,0 0 150,5-7 1,-1 2 0,1-1-2596,-10 16 0,1-3 3279,7-8 1,3-5 0,-5 8 0,17-24 0</inkml:trace>
  <inkml:trace contextRef="#ctx0" brushRef="#br0" timeOffset="321638">29477 5260 22043,'55'4'161,"-1"1"0,11 3 0,-5 3-1054,-29-2 0,-1 1 921,24 6 0,3-1-12,-11-3 1,1-1-23,10 3 1,2 1-244,0 3 0,-3 0-189,-19-6 1,-2 1 437,5 7 0,-6 0 0,-16-9 0,2 7 0</inkml:trace>
  <inkml:trace contextRef="#ctx0" brushRef="#br0" timeOffset="359588">23238 8847 12897,'-4'0'7808,"0"0"-7808,-27-2-78,29-3 66,-13-8 1,53-7-23,-8 7 1,2-1-191,5-1 0,3 1 157,1 0 0,-1 3-37,-2 2 1,-2 2-166,20 1 28,-19 14 123,-19 11 68,-22 17 39,-21 13 27,3-19 1,-3-1-339,-4 4 1,-2-1 363,-2 0 0,-1 0 14,1-2 0,1-2-3,3-4 1,2-1 307,-12 9-400,18-14 11,17-10 129,10-9 27,20-11-88,16-13-35,5-3-504,-3-3 0,1-3 513,-14 9 0,-1 0 14,12-12 0,-2-1 347,-15 10 0,-4 0-28,5-21-67,-20 9-179,-23 7 5,-20 9 208,-19 6-220,22 11 1,-1 2 303,0 0 0,0 1 386,-26-3 911,15-1-1196,19 0-177,13 3-339,10 1-95,5 3 73,13 1 90,20 5-46,25 7-173,-19-2 0,1 3 168,5 3 0,-2 3-14,0 4 0,-3 2 17,-4 3 0,-5 2-23,-6 4 1,-5 2-113,-6 3 0,-5 1-378,-6 3 1,-4 0-1384,-5 1 0,-2-1 1267,-1-6 0,-1-2 0,-5 7 0,6-20 1</inkml:trace>
  <inkml:trace contextRef="#ctx0" brushRef="#br0" timeOffset="362694">25035 8390 7190,'3'-5'2072,"-1"1"398,-2 4-1944,35-26 225,-25 20 67,25-20-23,-34 26 729,-1 0-1367,0 3 330,-1 4 95,-3 6-122,-3 3-57,-7 3-39,-3 2-61,-7-1-1,-3 1-150,3-5 268,-16 4-146,12-8 0,-13 3 45,10-7 40,5-3 44,7-3-33,5-2-74,7-2-54,3 2-108,3-2-290,0 1 66,2 8 157,2 10-5,2 16-1683,-1-1 1,0 2 1693,2 18-12,-2-8 1,-2 1-219,-2-11 1,0 0 189,-2 9 1,1 1-20,0-1 0,0-2 5,-1-3 1,2-2 19,7 27-5,5-12 16,9-10 34,5-7 23,5-4 21,6-6-4,6-5-68,6-7-370,4-6-1854,4-13 2168,-23-2 0,-3-2 0,4-3 0,-2-3 0</inkml:trace>
  <inkml:trace contextRef="#ctx0" brushRef="#br0" timeOffset="363422">25779 8774 15653,'3'-49'1734,"-1"0"1,1 5-1,-1 8-327,-5 18-1133,1 9-11,-1 6-196,-7 12-61,1 3 11,-15 26-20,8-6 0,0 1-8,-9 22 2,9-6 1,4-2 8,9-9-17,10 24 29,15-34-3365,26-3 3381,-10-12 56,24-15 15,-19-12 136,7-11 6,-9-10-17,-10-6-17,-12-9-70,-13 15 0,-2-1-53,-3-14-9,-4 15 1,-3 2 70,-10-3-23,-9-3-50,-9 12-23,-18 13-55,14 9 3365,-18 15-3410,25 7 61,-2 11-229,13 4-673,15 18 292,11-15-1569,21 20-3719,15-20 5039,7 3 0,-14-15 0,-14-11 0</inkml:trace>
  <inkml:trace contextRef="#ctx0" brushRef="#br0" timeOffset="363646">26481 8740 18487,'0'-5'4263,"0"2"-2656,0 3-1697,-21-36 62,15 38 34,-18-3-79,23 32-16,-1 17-421,4-10-1042,5 1-7516,15 12 9068,-1-17 0,0-10 0,-12-17 0</inkml:trace>
  <inkml:trace contextRef="#ctx0" brushRef="#br0" timeOffset="364122">26928 8276 16062,'0'-4'5332,"0"0"-2963,0 4-2341,-26-23-5,11 37-4275,-22-7 4263,22 33 362,6-5 0,3 1-379,0 15 14,6-15 1,2 0-15,10 14-5,4-16 11,12-5 11,9-16 1,-6-3 83,24-13 6,-27-9-29,7-6 3398,-13-11-3318,-10-5 16,-2-27-135,-9 0-66,-3 24 0,-2 0 185,-7-24-68,0 18 139,-8-3-145,7 27 97,-13-8-136,10 20-67,-8 3 0,9 6 252,-6 18-488,7 6-553,-2 20-1458,8 5 2221,11-18 1,1-2 0,-1 4-1,7-2 1</inkml:trace>
  <inkml:trace contextRef="#ctx0" brushRef="#br0" timeOffset="364354">27697 8325 19512,'0'-3'3719,"0"1"-2744,0 2-953,-14 14-72,11 13-281,-11 19-245,14-2-3194,3 15 3770,-1-20 0,1-5 0,-1-17 0</inkml:trace>
  <inkml:trace contextRef="#ctx0" brushRef="#br0" timeOffset="364889">28165 7966 17574,'-3'-7'2473,"-5"-23"0,-2-6-1286,2 8-812,-2-9 1,1 2 77,3 17-201,4 8-168,1 6-190,0 3 89,4 17 23,5 12 11,5 26-20,-4-22 0,0 4-428,1 24 0,-3 2-31,-2-23 0,-1-1-584,1 16 0,-3-2-8785,0 9 8244,-1-22 1,1-2 0,-2-28 0</inkml:trace>
  <inkml:trace contextRef="#ctx0" brushRef="#br0" timeOffset="365129">28594 8211 25107,'-11'-35'-140,"5"16"79,9 42-432,0 15-1501,0 12 1994,-7 11 0,2-27 0,-3-2 0</inkml:trace>
  <inkml:trace contextRef="#ctx0" brushRef="#br0" timeOffset="365433">28902 7620 23472,'-3'-42'528,"1"0"0,0 4 1,0 11-518,0 22-44,2 8 128,0 13-73,2 1-33,6 26 2,-2-11 1,1 0 8,6 22-239,-4-11 0,1 0-29,6 17-200,-7-23 0,2 1-451,-2-3 1,1-2-3389,1 2 0,0-2-3366,2 7 6859,0-4 1,-10-28 0,-2-4 0</inkml:trace>
  <inkml:trace contextRef="#ctx0" brushRef="#br0" timeOffset="365696">29532 7812 24155,'-1'27'62,"1"5"-196,3 7-2370,1 15-997,-2-17 3501,0 10 0,0-34 0,-1-1 0</inkml:trace>
  <inkml:trace contextRef="#ctx0" brushRef="#br0" timeOffset="366296">30072 7429 24071,'-16'-38'17,"1"13"6,13 39 21,-2 6 68,-3 5-56,1-7 34,-7 6 44,1-10 51,-6 0 112,-5-5-112,4-12-17,-3-10-100,9-6 10,-1-18 17,7-14-78,3-1 5,10-5-16,5 28-12,11 4-5,4 13 0,10 2-23,7 10 26,-12 8 0,0 5-4,22 20-110,-26-15 0,-4 4 110,-4 6 1,-5 4-3,-7-2 0,-6 4-9,-9 21 1,-8 4 11,-3-8 0,-5-1-631,2-12 1,-2 1 0,-1-4 641,-1-3 0,-1-3-80,0-3 1,0-4 168,-6-2 102,0-11-91,16-20-32,13-18-29,17-8 178,2 6-184,13 0 1926,-3 13-1948,8 0 0,14 5-11,-13 7 198,25 1-786,-1 7 50,-10 0-1728,-9 3 1,-2 1 1417,-3 2 0,3 1 0,-24-5 0</inkml:trace>
  <inkml:trace contextRef="#ctx0" brushRef="#br0" timeOffset="366494">30727 7582 24816,'34'43'-1193,"-4"5"-2677,-25-16 3870,-1 2 0,-4-13 0,0-9 0</inkml:trace>
  <inkml:trace contextRef="#ctx0" brushRef="#br0" timeOffset="367130">31001 7028 22918,'0'6'392,"1"0"-308,4 7 123,-2-2 0,-3-3 101,-1 1 17,-1-3 33,-2-2-83,-1-3-51,-2-6-84,-4-5-61,0-12-29,0-10-44,4-9 16,4-5-5,14-4-17,-1 17 22,18-6-16,-3 20 28,8-2-29,2 8-27,-1 6 16,-1 10-5,-8 3-17,7 22 22,-17-8-8,-2 12 0,-4 4 14,-16 23-299,4-23 1,-4 2 289,-17 16 1,-7-1-405,9-19 0,-1 0 404,-10 12 1,-1-3 19,10-16 1,2-5 5,-15 7 27,10-14 35,11-12-29,8-12 548,9-8-575,9-6 864,8 0-887,10 5-23,4 6 23,3 6-11,3 3 0,5 5-28,10 1-29,-9 3-299,-6-2 0,2 0-1094,14 2-519,-15-4 0,0 1 1980,10-2 0,-21-1 0,-14-1 0</inkml:trace>
  <inkml:trace contextRef="#ctx0" brushRef="#br0" timeOffset="367761">31544 6574 13715,'-2'-2'6150,"0"0"-3848,2 2-2122,22-47-35,3 29-75,-3-9 0,2 0 81,17 15 6,-2 2-22,-7 3-51,-4 2-23,-5 3-33,-5 2 23,-5 3 44,-1 2-22,-1 5-1,0 2 24,0 3-12,3 3 0,1 5-12,2 5-4,1 6 10,1 4 6,1 6 11,1 4-39,0 4-226,0 3 209,-2 2-6,-1 4 7,-4 0 10,-4-1-5,-6-4-28,-2-7 16,-6-5 1,0-8-29,-3-10-117,-8 4-957,-4-12 1069,-20 10 0,18-17 0,-3-1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1B0D-949D-68FF-11D6-C10F8507D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50515-9CF9-EC49-7A61-1644F9DBD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4B087-6FA9-3C21-E0F0-906B6D27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A20A0-9CFB-0C7A-1754-A99E7F3B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E0F6E-AA7B-267C-29C7-C3A6356E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60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BAB7-3B97-A118-CA9D-2AA0758D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24DB1-2882-B668-652F-C9577C415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4595-75FC-A62D-2D9D-5912C295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B507E-21C4-F3E8-F949-AC19F0B7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62EC6-095B-1C3B-4487-EFD4B813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4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CFA6-CD2B-B331-5AFC-CAB56232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79489-5A17-2B74-C15E-D4B4DEA83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9304D-48B1-BC27-850C-5E4229A7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7B0A-FFB4-E50C-D05B-C2AD7B06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D2E7-FAAB-18E0-9F09-3130666C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4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08F4-2BE8-C7D3-1819-AAEFC6B8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B675D-2ECA-CCE7-192F-D72CB6590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AB984-3945-9FC6-8227-203E98B54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5B44C-C06F-7672-BA9C-3A249413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F2618-6505-DAFB-8FE9-50E8667B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4E2BB-CBB3-D10C-3414-6E5A0DF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8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91B4-24D8-42C1-E0B8-B39ECC43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4EC13-37A0-1344-8C7A-F272A3A35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DCB65-C71C-5CCB-1A28-DD20506FD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4042FB-C6CC-503E-A228-A4F33843D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1620E-C890-B208-AF35-85F4D40D5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B4BE7-120B-DA59-5B4B-ADD1CAC9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671BC-B468-8291-BDAB-5653FE87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59C75-4D99-F419-E59B-0FEE51CD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6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57B5-D5FE-7458-A9B4-7930BBED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AC670-B4AE-EFCA-DD13-D0998F65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C5B84-BA3D-4868-83BE-D1E0BBEE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D1597-96E6-ABAE-8278-6563227F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7C7B8-4AB1-678E-46BE-202BB0A7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A8ED1-A1EB-B9A5-5B27-5BF023C1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0FCAA-37ED-ACA8-4191-A2B05246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6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43AD-18E7-448A-9554-2211248D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649F-F673-3159-FC23-2FB9B6CAF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4F31E-8247-AC9C-1DED-ED4D79D79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4EA7F-134E-38C9-ECF5-D290CEDF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2446A-4603-6904-37D6-6F34216A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F7541-AA62-1EDA-F4FD-1FD305A7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0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3B2C-014A-7213-74A7-D5256E95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37C46-EF9F-7DEF-BAEB-133B0F9C8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9BD07-77D7-1D64-2B55-9AAFC376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14DC-D450-D76E-96C2-68037CF8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A99DC-08D4-C563-EA68-0E5E86BD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A535E-FD8C-DF4D-FBE5-9C67AA7B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8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5390-7934-1B4D-A2B7-061E53AD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0B6A2-1B6F-4830-726E-A1FCC0642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08BF7-351D-47BA-6ACC-41AC7A12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F263-EA5B-7EC3-0BDC-22C10704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90E36-C005-0811-09A4-3006BA86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2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D50F3-6475-73A8-6E2D-12AEED3E3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DE848-9EDB-11A8-8EDB-0961A36AD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9AE9B-DFF2-613D-9B32-76B0A5E4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CFAE0-72F8-ADFF-6DE1-4659E502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C66AC-E0F5-0A9E-A0D8-8D092A6B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F0096-6B73-5116-B3BA-959FF49F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E0967-391A-5079-7AEA-14CF43047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6863-97C2-4090-51D9-F7A028592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2A9EF-42C7-D542-9A89-85DD1061FD65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97EB-29B0-0080-F376-427B76152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CA0E0-02EF-2DBB-889B-48DA6A121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E660A-2C2A-A04C-A798-17251DC0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0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469D6-B190-0F40-61EF-E83C27FC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12656C-60AF-37D5-BEC8-21BECAB1BD31}"/>
                  </a:ext>
                </a:extLst>
              </p14:cNvPr>
              <p14:cNvContentPartPr/>
              <p14:nvPr/>
            </p14:nvContentPartPr>
            <p14:xfrm>
              <a:off x="413280" y="2562480"/>
              <a:ext cx="3109680" cy="529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12656C-60AF-37D5-BEC8-21BECAB1BD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920" y="2553120"/>
                <a:ext cx="3128400" cy="5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547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70EDBDC-CB36-CD27-B359-C3922BF92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21622B-A540-D094-ABCB-1125F3CF98A0}"/>
                  </a:ext>
                </a:extLst>
              </p14:cNvPr>
              <p14:cNvContentPartPr/>
              <p14:nvPr/>
            </p14:nvContentPartPr>
            <p14:xfrm>
              <a:off x="233640" y="465120"/>
              <a:ext cx="7065360" cy="257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21622B-A540-D094-ABCB-1125F3CF98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280" y="455760"/>
                <a:ext cx="7084080" cy="25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756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8DA90-4B09-FEB3-9065-6D7F17B5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6BBF47-9EE7-F45D-96D7-7918A7C7C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1CFAE41-BE7F-7665-758C-AD7B114F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9FFE5-00CD-C33A-EE7A-41BC44FD48D4}"/>
                  </a:ext>
                </a:extLst>
              </p14:cNvPr>
              <p14:cNvContentPartPr/>
              <p14:nvPr/>
            </p14:nvContentPartPr>
            <p14:xfrm>
              <a:off x="461880" y="700920"/>
              <a:ext cx="10500120" cy="5528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9FFE5-00CD-C33A-EE7A-41BC44FD48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520" y="691560"/>
                <a:ext cx="10518840" cy="55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6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A25B4-4421-C85B-7531-9E590886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59B1F9-9306-02EB-7444-882464F63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DE4FC68-1C50-50E0-0528-F93B87F18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859674-CBED-6155-970E-F205BC57AC79}"/>
                  </a:ext>
                </a:extLst>
              </p14:cNvPr>
              <p14:cNvContentPartPr/>
              <p14:nvPr/>
            </p14:nvContentPartPr>
            <p14:xfrm>
              <a:off x="736560" y="319320"/>
              <a:ext cx="10971720" cy="452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859674-CBED-6155-970E-F205BC57AC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200" y="309960"/>
                <a:ext cx="10990440" cy="45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16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BAC3E-00BE-B979-B744-E817B5BB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3DD5C4-1AA5-801C-D284-41DCCCA76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1943A55-F95D-D518-1597-8FD96D9A6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E1138A-432D-BB2A-4242-DE341EE32FBA}"/>
                  </a:ext>
                </a:extLst>
              </p14:cNvPr>
              <p14:cNvContentPartPr/>
              <p14:nvPr/>
            </p14:nvContentPartPr>
            <p14:xfrm>
              <a:off x="308520" y="130680"/>
              <a:ext cx="11759400" cy="659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E1138A-432D-BB2A-4242-DE341EE32F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160" y="121320"/>
                <a:ext cx="11778120" cy="661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20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011F8-9690-0A5C-8A31-5122CA95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52987C-9EB4-D2E1-02CC-9A67740ED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F1A6843-388E-531C-F913-851B8A9F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18C0AE-4A84-BF41-4D24-143F7A9CFCE2}"/>
                  </a:ext>
                </a:extLst>
              </p14:cNvPr>
              <p14:cNvContentPartPr/>
              <p14:nvPr/>
            </p14:nvContentPartPr>
            <p14:xfrm>
              <a:off x="357480" y="200160"/>
              <a:ext cx="11512800" cy="640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18C0AE-4A84-BF41-4D24-143F7A9CFC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120" y="190800"/>
                <a:ext cx="11531520" cy="64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474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C3DF1-5BE4-783D-91B8-D868DE40A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EE71AC-7C8D-7F74-6240-92BEA96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1CAB0AC-C194-56A0-7F37-B8BDBD515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37A40C-2456-9702-E3DE-DA577409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1209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AA7966-2E3A-C2FB-959F-F8F2FB8EDD2E}"/>
                  </a:ext>
                </a:extLst>
              </p14:cNvPr>
              <p14:cNvContentPartPr/>
              <p14:nvPr/>
            </p14:nvContentPartPr>
            <p14:xfrm>
              <a:off x="628920" y="227520"/>
              <a:ext cx="10929240" cy="6630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AA7966-2E3A-C2FB-959F-F8F2FB8EDD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560" y="218160"/>
                <a:ext cx="10947960" cy="664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343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2025-12-03T13:27:23Z</dcterms:created>
  <dcterms:modified xsi:type="dcterms:W3CDTF">2025-12-03T15:24:10Z</dcterms:modified>
</cp:coreProperties>
</file>