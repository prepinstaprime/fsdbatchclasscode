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33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34:54.3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1587 2504 12163,'-5'-53'4915,"1"0"0,1-1-4053,0 8 1,-1-8 0,2 10-230,2 4-549,0 3 5,4 75-82,-3 22-55,1 1 0,0 7-496,0-18 1,1 1 0,0 0-1543,0-1 1,0 0 0,1-3 2085,4 15 0,1-7 0,1 1 0,-3-39 0</inkml:trace>
  <inkml:trace contextRef="#ctx0" brushRef="#br0" timeOffset="285">1603 2603 12034,'-10'-52'1638,"-1"0"0,1 1 1,-1-1-1,0-6 0,0 3 1,3 3-379,2-15 1,10 8-1194,10 24 0,8 7-47,7 2 0,8 10-2,3 17 1,7 11 0,-1 5-34,-3 4 0,-2 5 0,0 4-34,4 5 1,0 4-1,-10 5-52,-9 8 0,-9 5 1,-12-2-117,-12-12 0,-9-2 1,-5-1 10,-3 2 1,-5-2 0,-6-8-3072,-13-9 0,-6-9 0,5-3 2648,8-1 1,3-5 0,-4-5 0,11-3 0,26 1 0</inkml:trace>
  <inkml:trace contextRef="#ctx0" brushRef="#br0" timeOffset="985">2317 2486 17714,'-2'-5'3349,"-8"-25"1,-2-5-2768,6 14-537,-11-32-17,32 85 6,11 27-37,-4-19 0,3-1-45,1-3 1,4-5 33,0-9 0,2-9 76,28-28 2,-34-12 0,-4-9 76,-2-9 1,-5-2 80,-4-1 0,-3 2-31,-3 11 1,-1 6-152,-4 7-22,-14 66-28,2 3 0,-2 7 9,1-5 0,1 4 0,0 1-360,1 4 1,0 1 0,2-1-1157,3-2 0,3-2 0,3-3 1518,9 7 0,3-7 0,3 9 0,8-42 0</inkml:trace>
  <inkml:trace contextRef="#ctx0" brushRef="#br0" timeOffset="1601">2959 2480 24441,'-20'36'465,"-2"25"-446,11-7 1,3 4 8,1-11 0,1-4 342,0 3-235,18-70-49,0-12 1,0-8-6,7-14 1,2-3-10,1 1 1,1 3-48,-2 12 1,2 8-4,21 4-28,3 52-14,-24 5 1,-2 8 16,-2 7 1,-2 3-24,-2 1 1,-2-2-98,-2-6 0,3-6-196,22-1 49,21-42 253,-25-4 1,0-4 4,3-7 1,-1-2-9,-4 6 1,-3 3-9,10-6 6,-12 33-74,-10 21-475,3 16-879,11-4-4163,15-12 4765,-7-12 0,-11-11 0,-22-3 0</inkml:trace>
  <inkml:trace contextRef="#ctx0" brushRef="#br0" timeOffset="3368">2947 2482 8478,'-2'-3'8374,"1"1"-5887,1 2-712,-3-40-632,4 18-286,-2-29-303,3 32-235,0 8-173,-1 6-135,0 7 51,-10 23-163,0 21-1045,4-11 1,2 3 1145,5-3 0,2-2 0,2 14 0,6-24 0</inkml:trace>
  <inkml:trace contextRef="#ctx0" brushRef="#br0" timeOffset="4085">3702 2623 20867,'17'-51'1002,"0"-1"1,-3 5 0,-10 8-728,-25 17-141,-19 14-22,-20 25-39,22 0 0,1 5-65,0 7 1,4 5-15,5 3 0,6 2 12,13 1 0,9-2-4,11-5 1,8-3 5,6-7 1,6-7 10,2-10 1,2-8 33,1-12 1,-2-7 46,-2-9 1,-3-5 95,1-4 0,-4-2 109,-6 3 1,-3 3 187,4-15-364,-13 25-112,-14 29-23,-8 33 3,4-7 0,2 4-50,-2 9 0,4 2-362,6-1 1,5-2-1135,6-6 1,8-7-3087,11-11 0,4-9 4635,30-10 0,-14-10 0,-25-1 0</inkml:trace>
  <inkml:trace contextRef="#ctx0" brushRef="#br0" timeOffset="4884">4153 2594 17748,'8'-45'2234,"0"0"1,-1 6 0,-2 10-2173,-5 22-6,-3 36-6,-7 30-33,3-19 0,-1 3-15,1 1 1,0-1 42,-2 20 381,9-31-162,11-48-63,6-34-112,-3 13 1,1-3 11,0 1 0,1 0-76,0 8 0,2 3-19,18-3-17,3 33-12,-3 26 7,-8 22 10,-11 6 17,-13-6 107,-4-22 72,1-22-117,7-30-28,11-15-17,11-9-45,11 11 17,9 23-11,-8 19 11,5 16-6,-9 8 23,3-2-6,0-9 23,0-25 55,-3-35-21,-7-12 58,-16 13 0,-3 0 126,-2-7-202,-3 10-50,-7 33-22,-5 37-18,2 8-27,0-2 0,1 4-972,4-1 0,3 0 1039,3-5 0,0-2 0,5 13 0,1-29 0</inkml:trace>
  <inkml:trace contextRef="#ctx0" brushRef="#br0" timeOffset="5101">5029 2203 20929,'-2'-4'2358,"1"1"-4038,-1 8-7506,24 29 9186,-10-9 0,12 11 0,-16-24 0</inkml:trace>
  <inkml:trace contextRef="#ctx0" brushRef="#br0" timeOffset="5352">5583 2290 18364,'1'-5'7164,"0"2"-6688,-1 3-134,-82 33-261,51-4 0,1 7-55,-7-4 0,-3 4 0,8 1-20,5 17 0,16 1-194,25-3 0,16-7-2434,12-23 1,7-9 2621,1-1 0,-2-6 0,-10-8 0,-9-3 0,-18 2 0</inkml:trace>
  <inkml:trace contextRef="#ctx0" brushRef="#br0" timeOffset="7118">6781 2324 20537,'7'-64'1542,"-1"0"0,0 8 0,-2 23-1525,-3 45-23,-4 33 1,-3 18 7,0-5 0,-1 5 0,0 3-358,1-8 1,0 3-1,0 1 1,0-2 271,1-3 0,0-1 0,0-2 0,1-2 33,0 3 1,1-3 0,2-8 355,3 11-198,3-107-55,-4 10 0,-1-8 1,1-4-9,-1 2 1,0-3 0,1-2 0,-1-1-178,1 6 1,0 0 0,1-2 0,-1 1 0,1 0 188,1-10 0,-1-1 0,1 1 1,2 2-22,0 6 0,1 1 0,1 2 0,2 3-47,3-1 1,2 4 0,5 7-9,13-2 1,8 16-1,8 22 1,2 16 3,-13 6 1,0 7 0,-4 4-23,0 6 1,-4 3 0,-6 4 31,-7 2 1,-6 3-1,-10-1 192,-10-2 1,-10 0 0,-6-4-182,-10-1 1,-6-4 0,-3-3-85,-2-5 1,-3-5-1,3-2-3797,-6 2 1,5-6 3875,-1-4 0,46-13 0,12 0 0</inkml:trace>
  <inkml:trace contextRef="#ctx0" brushRef="#br0" timeOffset="8285">7431 2327 25758,'1'-6'5,"18"28"12,5 11 0,1 6-17,-3 6 0,-7 3 0,-10 1 0,-9-1 89,-5-10 1,-6-6 324,-18-2-240,17-55-166,22-4 1,10-4-18,5-7 1,6 2-17,8 3 0,4 5 13,2 7 1,0 5-40,-4 6 1,-2 5-11,14 10 78,-22 21 5,-21 24-28,-5 12 12,11 2 39,16-10 5,21-21 85,9-33-37,-29-13 0,-4-8 11,-5-11 0,-6-6-17,-8-4 1,-7-1 24,-8 2 1,-6 3-59,-4 8 0,-4 5-115,-17-3-51,8 36-290,19 27-1149,27 23-331,4-22 1,9-3-1829,12-2 0,8-7 1943,7-5 1,3-8 3976,2-9 0,-1-9 465,-7-6 0,-4-7-1148,-9-5 0,-7-5-684,-10 1 1,-7-1 92,-12-21-739,-31 22-169,-4 34 1,-3 11-34,2 0 0,2 7-17,-5 13 1,7 5-1,9 22 34,37-12 139,32-34 99,-15-25 0,-2-9 187,19-22-184,-30 12 0,-6-1 16,-5-2-285,-6 12 28,-2 46-12,-2 15 1,0 9-12,-2 7 1,-2 5-218,2-16 1,0 5-1,-1 1 1,0-2-101,-2 13 0,0-1 0,-1 0-219,0-13 0,0 2 0,-2-2 0,-2-1 168,-6 9 1,-4-2 0,-6-6 302,-8-5 0,-7-5 1,-2-6-343,4-10 1,-1-6-1,-2-4-110,-2-5 0,-2-5 1,6-4-1,-20-6 0,29-14 1</inkml:trace>
  <inkml:trace contextRef="#ctx0" brushRef="#br0" timeOffset="9400">8728 2353 25959,'27'6'258,"19"33"-250,-15-3 1,-2 7-6,-6-3 1,-1 4 0,-6-1-2,-6 5 1,-7-2 64,-8 1 1,-11-9 240,-35-16 22,3-60-271,31 9 0,9-5-54,17-13 1,12 0-143,9 9 0,8 6-267,-1 7 1,5 3 0,2 4-507,0 5 1,1 3 0,1 2-654,-2 2 0,1 1 1,-2 1 668,8 2 1,-3-1 1601,-8-1 1,-6-4 2545,7-11-1114,-10-10 207,-16-8-1630,-22 13-605,-17 9-109,-8 25 0,-3 10 13,1 6 1,2 5-68,-7 11 1,6 5-107,10-4 1,8 0 10,10-8 1,7-4 273,22 1 130,19-44 134,3-34-171,-22 13 0,-2-3-22,-2 2 0,-3 1 92,6-14-274,-9 23-67,-11 28-141,-3 32-901,9 18-1025,-3-17 0,4-1 2117,8-4 0,2-3 0,1 7 0,6-18 0</inkml:trace>
  <inkml:trace contextRef="#ctx0" brushRef="#br0" timeOffset="9985">9723 2569 22447,'17'-49'1449,"0"0"0,-4 7 0,1 10-1365,0 24-34,1 28 0,-3 21 6,-4 24-39,-9-31 0,-1-1 45,-3 19 190,0-26-129,9-40-22,8-35-73,-1 9 0,2-2-9,1-1 1,3 0 5,2 5 0,3 5-8,27-3-45,2 44 56,-8 35-25,-27-11 0,-5 4-3,-3 2 0,-4-2 0,-5 21 140,0-25 11,3-39-140,10-39 6,0 11 0,2-1-9,4-3 0,4 2 6,4 5 0,4 5-14,2 10 0,2 7-20,0 8 1,-1 6-1,-2 8 1,-3 6-410,-8 9 1,-6 4 428,-12 3 0,-4-1 0,0 12 0,-15-13 0</inkml:trace>
  <inkml:trace contextRef="#ctx0" brushRef="#br0" timeOffset="11185">10704 2371 18235,'2'-5'7500,"0"2"-7253,20-41-197,-13 48 45,20-7-56,-22 30 1,-6 13-15,2 0 0,0 0 48,-3-5 0,-1-3 341,-1 7-134,-6-35-151,4-37-17,2-31-65,5 24 1,4-1-9,0 0 0,6 3-19,9 6 0,4 5 8,14-2-40,-6 26 1,1 9 11,14 29 0,-23-4 0,-3 5 0,-6 3 0,-6 3-3,-8 3 1,-7-1 18,-6 13 46,-11-22-40,10-52-5,17-32 5,5 13 1,6-1 16,8-4 0,5 4-25,0 10 0,1 5-6,0 5 1,0 8 2,29 24 0,-32 6 1,-3 5-10,-3-1 1,-2 4-14,0 11 0,-5 0 50,1 3-33,4-11-40,13-47 45,-11-10 1,-1-5-1,2 1 0,-2-2 25,3-8 1,-4 1 24,0 3-49,-6 9 16,-9 32-23,-5 41 6,-3 7-47,0-10 0,4 1-1390,6-10 1,4-3 1425,10 13 0,5-19 0,-10-24 0</inkml:trace>
  <inkml:trace contextRef="#ctx0" brushRef="#br0" timeOffset="11401">11821 2026 26424,'25'-8'-1152,"-18"-12"0,17 46 0</inkml:trace>
  <inkml:trace contextRef="#ctx0" brushRef="#br0" timeOffset="12252">11984 2227 26827,'58'22'260,"-35"6"1,-8 8-242,-15 11 1,-6 4 2,1-4 1,4-5 212,12-8-145,20-56-40,-9-7 1,1-7 2,7-10 0,1-2 56,-2 3 0,-1 2-89,-4 9 0,3 9-26,20 12 23,0 42-54,-23-2 1,-2 4-96,-1 5 1,0 1-116,-3-3 1,2-2-196,28 12 374,-17-37 1,3-7 84,7-10 0,1-6 44,3-9 1,0-3 78,-5-3 0,-3-2 36,-8 2 1,-6 0 41,-4-16-162,-33 20-22,-46 46-71,31 2 1,3 5 5,-5 10 0,8 3 20,27 25 17,46-26 24,-14-37 1,2-9 109,-2-8 0,-2-4 120,-9-4 1,-5-1-237,1-17-24,-15 20 0,-6 38 0,-2 17 0,-3 10 0,-1 1 0,-3 5 0,1 2-232,-1-2 0,0 2 0,0 2 0,1 0 232,-1 3 0,1 1 0,1-1 0,-1 0-352,1 11 1,0-1 0,-2-5 351,-2-11 0,-2-3 0,3-5 0,7-5 0,-2-6 0,-26-5 0</inkml:trace>
  <inkml:trace contextRef="#ctx0" brushRef="#br0" timeOffset="14818">13951 2296 20582,'0'-43'1285,"-1"-1"1,1 0-1,0-12 1,-10 16-1079,-35 38-154,15 18 1,0 9-35,-1 7 1,5 5 8,5 2 0,10-1 89,27 19 68,41-35-48,-21-26 1,-1-9 52,-5-5 0,-4-5 46,5-33-57,-33 7-202,-16 17-10,-15 29-337,-5 42-568,22-3 0,5 6 938,5 18 0,4-1 0,-1-22 0,3-2 0,6-2 0,-1 0 0</inkml:trace>
  <inkml:trace contextRef="#ctx0" brushRef="#br0" timeOffset="15086">14052 2661 24564,'-51'10'467,"-1"1"0,7 4 0,12 7-372,24 34 45,37 0 106,23-21 85,14-34 55,-9-34-117,-23-23-1047,-41 3 778,-26 20 0,4 18 0,0 17 0</inkml:trace>
  <inkml:trace contextRef="#ctx0" brushRef="#br0" timeOffset="17052">1413 3795 15597,'-36'-20'966,"0"-1"0,3-6-529,72 34-135,8 0 1,11-1-53,0-2 0,7-1 1,4 0-620,-20-2 1,3 1-1,1-1 1,2 0-1,0 0 407,5-1 0,2 0 0,0 0 0,3-1 0,2 1-22,-8-1 0,3 1 0,2-1 0,0 0 0,1 1 0,-1-1 0,-1 0 2,-4 0 1,-1 0-1,0 0 1,0-1-1,0 1 1,1 0-1,1 0-173,-3 0 1,0 0 0,1 0 0,1-1 0,0 1 0,0 0 0,2 0 0,-1 0 182,0 0 0,0-1 0,1 1 0,1 0 0,0-1 0,0 1 0,-1 0 0,0-1 0,-1 1 5,2-1 1,0 1-1,-2-1 1,0 1 0,1-1-1,0 1 1,1-1-1,2 1-8,-5 0 1,2-1 0,1 1 0,0 0 0,1-1 0,0 1-1,1 0 1,-1 0 0,-1 0 0,0 0-179,3 0 0,0 0 0,0 0 0,-1 0 1,1 0-1,-1 0 0,1 1 0,1-1 1,1 1 176,-7 0 1,1 0 0,1 0 0,1 0 0,-1 0 0,1 0 0,0 1 0,-2-1 0,0 1 0,-2-1 0,-2 0-20,8 1 1,-4-1-1,-1 1 1,-1 0 0,0-1-1,1 1 1,2 0 0,3-1 4,-4 1 1,1 0 0,3 0-1,2 0 1,0 0 0,0 0-1,0 0 1,0 0 0,-2 0 0,-3 0-1,-2 0-3,5-1 1,-3 1 0,-2 0 0,-1-1 0,0 0-1,0 1 1,3-1 0,2 0-2,-6 0 1,2 0-1,1-1 1,1 1 0,1-1-1,1 1 1,0-1 0,-1 0-1,0 1 1,0-1 0,-2 0-156,3 0 1,0 0 0,-1-1 0,0 1 0,-1 0 0,1-1-1,0 1 1,-1-1 0,1 0 0,0 0 162,0 0 0,1 0 0,0-1 0,0 1 0,0-1 0,0 0 0,-1 0 0,0 1 0,0-1 0,-2 0-39,3 0 0,-2 1 0,-1-1 1,1 0-1,-2 0 0,2 0 0,-1 0 1,2 0-1,0 0 35,0-1 1,1 1 0,1-1-1,1 0 1,0 0 0,0 0-1,-1-1 1,-1 1 0,-1 0-1,-2 0 2,5 0 0,-1-1 0,-2 1 0,-1-1 0,0 1 0,0-1 0,0 0 0,1 1 0,-4-1 0,-1 1 1,1-1-1,0 0 1,0 1-1,0-1 1,-1 0-1,1 0 1,-2 1 3,6-2 0,1 1 0,-1-1 0,0 1 0,-1 0 0,-1-1 0,-2 1 0,-1 1-30,4-1 1,-2 0 0,-2 1-1,0-1 1,-1 1 0,0 0-38,0 0 1,1 0-1,-1-1 1,-1 2 0,-1-1-1,-2 1 76,14 0 1,-2 1 0,-2 1 0,-5 0-1006,-1 2 0,-4 1 0,-1 0 980,15 1 0,-7 0 0,-23 1 0,-9-1 0,-11 0 0</inkml:trace>
  <inkml:trace contextRef="#ctx0" brushRef="#br0" timeOffset="29091">3104 4834 16930,'-2'-46'1473,"0"0"0,0-1 0,-3-12 1,1 3-1136,3 14 1,0 5-311,-4 0 107,9 60-57,1 23 0,0 15-46,-1-10 0,-1 6 1,1 5-1,-1 3-596,1-8 1,-1 3 0,0 2 0,0 3 0,0 1 0,0 2 586,-1-8 0,0 2 0,0 2 0,0 0 1,-1 2-1,1 0 0,-1 1 0,-1 0-175,0-8 0,0 0 0,-1 1 0,1 0 0,-1 1 0,0 0 0,-1 1 0,0 0 0,0-1 0,-1 1 146,-1-3 1,1 0 0,-2 0 0,1 0 0,-1 1 0,0-1 0,-1 1 0,0 0 0,0-1 0,0 0 0,-1-1-23,0 5 0,-1 0 0,0 0 0,-1-1 0,0 1 0,0-1 0,0-1 0,-1 0 0,0 0 0,1-1-51,-1 1 1,-1 1-1,1-1 1,-1 0 0,0-1-1,0-1 1,0 0-1,1-2 1,0-2-210,0 5 1,0-1 0,-1-1 0,2-2 0,0-2 0,1-2 0,2-2-1872,0 12 0,2-4 0,2-4 0,1-7 2159,3 7 0,5-15 0,10-24 0,-9-22 0</inkml:trace>
  <inkml:trace contextRef="#ctx0" brushRef="#br0" timeOffset="29768">3426 5417 12819,'-7'2'6789,"2"0"-5003,8 23-1529,25-22 1,15-6-159,10 4 0,8 1 1,3-4-53,-11-2 1,2-4-1,2 0 1,0 0-394,-4 1 0,2 0 0,1-1 0,-2 0 0,-4 2 372,15-3 0,-5 1 0,-5 1-155,4 1 0,-9 1 129,-1 0 0,-34 5 0,-15 0 0</inkml:trace>
  <inkml:trace contextRef="#ctx0" brushRef="#br0" timeOffset="30734">5195 5475 22795,'-3'-36'593,"0"-1"1,6-6-493,21 85-12,-2 11 17,-11-10 1,-3 1 100,-2 21 398,-9-4-134,-2-39-286,-5-46-124,5-6 1,0-7-26,-1-12 1,1-3-7,0-4 1,3 0-14,1 9 0,6 4-6,5 6 0,7 8-22,32 2 5,-17 20 1,3 8-6,10 14 0,-1 9 2,-9 5 1,-5 6 2,4 14 1,-6 1 13,-13-10 0,-5-1 23,-4-2 0,-4-5 120,-5-13-112,-3-44-8,4-7 0,3-7-6,3-12 0,2-3-3,3 0 1,4 1-9,2 7 0,5 5-11,0 13 0,3 7 2,33 7-53,-24 22 1,0 8-116,5 12 1,-4 8-376,0 12 1,-3 5-1387,-3 5 0,-3 1 1358,-3-2 1,-2-5 0,-9-18-1,0-5 1,5 9 0</inkml:trace>
  <inkml:trace contextRef="#ctx0" brushRef="#br0" timeOffset="32068">6271 5619 17613,'5'-11'6167,"0"3"-5584,-5 8-460,8-30-101,19 14-39,19-29 23,-17 30 0,1 0 47,-2-5 0,-5-3 115,9-29 134,-31-4 41,-21 9-69,-14 16-246,-5 20-17,-3 39-22,20 0 0,2 6-71,1 11 1,5 5-269,6 4 0,7 1-353,11-6 0,9-5-210,9-10 0,7-10 456,6-13 1,2-13 571,-1-14 0,-3-9 313,-2-10 0,-6-6 247,-6-1 1,-4 0-66,-6 8 1,-3 2-124,2-6-414,-8 28 11,-2 34-51,0 27-36,-1-14 1,0 1 2,1 1 0,-1-3 39,4 17 0,6-45 23,7-46-20,-6 4 0,0-4-23,3-5 1,1 0 2,1 4 1,3 2-15,0 10 0,2 5 4,26 5-40,0 34 33,-13 25-5,-11 13 23,-13-8 61,-6-19-56,10-34 6,8-22-12,9-15-33,1 6-11,-4 16 10,-3 26 24,1 18-29,1 12 39,5 0-11,8-10 6,12-17 34,3-23 10,-29 1 1,0-4 100,18-26 62,-17 7-140,-13 15-33,-17 31-7,-14 28-44,1 21-11,10-24 0,6-1 0,22 20-12,29-23 48,-20-29 1,1-8 24,3-11 1,-2-7 69,-9 0 0,-5-5 90,-3-6 0,-10-3 3,-17 3 0,-9 2-34,-16-22-134,5 28 0,-2 7-320,-9 13-1713,1 29 1988,12 20 0,9-9 0,8-6 0</inkml:trace>
  <inkml:trace contextRef="#ctx0" brushRef="#br0" timeOffset="32785">8216 5265 9061,'-1'-3'9830,"1"1"-5344,-5-23-4189,0 34-23,-10 8-229,5 15 0,4 9-244,-3 8 0,3 3-2086,5 1 0,4-2 2285,2-11 0,2-3 0,8 10 0,-3-31 0</inkml:trace>
  <inkml:trace contextRef="#ctx0" brushRef="#br0" timeOffset="32985">8259 5152 20067,'12'-26'0,"-2"5"0</inkml:trace>
  <inkml:trace contextRef="#ctx0" brushRef="#br0" timeOffset="34235">8631 5395 19563,'-3'0'4693,"0"0"-4390,13-62-169,24 34-92,-9-10 0,5 3-31,7 23 0,3 9-8,0 2 0,-2 6-3,-3 6 0,-3 5-9,-6 6 1,-5 5 8,-7 4 0,-5 4 14,-8 1 0,-4 0 11,-4-3 1,-3-2 220,-11 16 387,7-21-196,7-19-375,9-10-96,12 0 17,17 12 1,15 23 13,-20-4 0,-2 7-62,-2 6 1,-8 5-57,-14 9 1,-13 0 36,-11 2 0,-9-5 134,-8-7 1,-5-8 52,2-13 1,4-15-20,-2-47-104,47-6 1,14-7-9,2 11 0,5-1 0,4 2-52,7-2 0,3 1 0,1 2 89,1 4 0,1 1 1,-2 3-3,-3 3 1,-1 3-1,-2-1 71,7-7 1,-5 0 61,-11 5 0,-6 1 118,-3-13-186,-24 16-72,-21 25 12,-13 29 111,19-6 0,2 5-157,2 3 0,6 2-38,11 25 94,25-23 45,25-39-11,-19-10 0,-1-7 31,1-6 0,-2-4 64,-5 3 0,-3 1 101,2-10-308,-13 19 45,-11 27 0,3 21-28,16 15 13,4-20 1,6-4 0,14-6 0,6-9 16,7-11 1,2-11 19,0-12 0,-3-11 0,-19 1 0,-3-6 1,-4-3-243,-1-11 0,-4-4 1,-4-1 274,-5 12 1,-3 0 0,-1-1 0,-2 1 57,-1-12 1,-1 1 0,-4 4 37,-1-8 0,-6 12-202,-10 9 34,-3 76 31,12 11 0,4 9-15,3-3 1,1 5 0,2 1-295,1-8 1,2 1-1,0 2 1,2-1-338,1 2 0,2 1 0,0-1 1,0-2-2224,3 10 0,1-3 0,-1-3 2866,1 4 0,-1-7 0,1 4 0,-11-47 0</inkml:trace>
  <inkml:trace contextRef="#ctx0" brushRef="#br0" timeOffset="34602">10104 5458 14981,'-6'-7'4915,"-19"-25"0,-2-6-4136,15 16-833,-6-13 1,11 2-171,65 27 44,-10 4 1,6 0 86,9-3 1,1-2 168,-4-4 0,-3-5 176,-10-5 0,-6-4 213,-13-2 0,-6-2 554,2-25-325,-17 17-666,-9 17-78,-8 31 28,-10 51-34,12-26 0,2 3-474,3 21 1,10 1-4387,15-9 1,6-5 4330,-7-11 0,2-5 1,3-5-1,-2-9 0,-12-12 1</inkml:trace>
  <inkml:trace contextRef="#ctx0" brushRef="#br0" timeOffset="34802">10913 4967 24379,'-40'-12'-8754,"34"27"8754,25 14 0,10 4 0,12 15 0,-22-32 0</inkml:trace>
  <inkml:trace contextRef="#ctx0" brushRef="#br0" timeOffset="35185">11207 5104 10774,'3'-2'9830,"-1"0"-5047,2-23-4586,-28 36-40,-24 19-138,21 6 1,1 6-68,-2 3 1,11 2-161,27 0 1,15-6 50,8-16 0,8-9 165,8-2 1,1-11 69,6-24 1,-8-14 16,-20-12 0,-8-7 12,2-8 0,-10-2-5,-13 19 1,-6-1 0,-4 4 70,-12-5 1,-6 9-166,2 9 1,-3 11-77,-9 22 1,3 16-283,12 16 0,10 10-1339,3 13 0,8 5 1123,12-1 1,5-3 0,-4-18 0,2-6-1,14 7 1</inkml:trace>
  <inkml:trace contextRef="#ctx0" brushRef="#br0" timeOffset="35552">11672 5228 16476,'2'-9'4775,"7"-32"0,1-4-4287,-5 23-449,15-37-22,-13 112-6,-5-11 0,0 5 0,1 6 0,0-1 3,-2-8 0,0-5 199,4-1-106,14-65-46,-7-1 1,3-5 122,13-21 1,4 0-81,-3 16 0,4 4-60,8 1 1,3 11-45,-5 20 0,0 11-143,2 9 1,-4 7-785,-5 4 0,-5 4 927,-4 5 0,-6-1 0,1 3 0,-15-9 0</inkml:trace>
  <inkml:trace contextRef="#ctx0" brushRef="#br0" timeOffset="36535">2993 7792 10298,'-3'0'9830,"-38"-3"-7999,18 2-1455,-30-2-135,24 6-84,5 4-146,6 3 202,19 2 61,24-7 1,16-5-197,6-2 0,9-5 1,5 1-608,-11 1 1,3-1 0,3 1 0,1-2-1,1 1 538,-4-1 0,1 0 1,1 0-1,1-1 1,-1 1-1,-1-1 4,10 0 1,-1 0-1,0 0 1,-2 0 0,-2 1-202,2 0 0,-2 0 1,-3 0-1,-4 1 63,-3 0 0,-5 1 0,-4 1-2791,-4-1 1,-7 3 2915,-5 1 0,-15 2 0,-6 0 0</inkml:trace>
  <inkml:trace contextRef="#ctx0" brushRef="#br0" timeOffset="37001">5230 7323 23483,'49'-14'-118,"0"1"1,1-1-1,-1 1 1,1 0-1,1 0 1,0 1-1,0 0-752,1 1 1,2 1-1,-2 0 1,-3 0 60,0 0 0,-3 1 1,-5 1-1,-1 0 1,-11 2-1,-17 0 1</inkml:trace>
  <inkml:trace contextRef="#ctx0" brushRef="#br0" timeOffset="37235">5709 7118 22470,'-27'44'159,"1"-1"0,-1 1 0,0 7 0,1 1 0,5 3-247,8 7 0,5 2 1,1 1-642,0-14 0,0 1 1,2 0-1,2-1-2548,5 13 0,3-1 0,3-5 2430,0 4 0,5-8 0,4-19 1,0-10-1,-1-15 0</inkml:trace>
  <inkml:trace contextRef="#ctx0" brushRef="#br0" timeOffset="38151">6302 7663 15345,'1'-6'4052,"-11"-27"1,-9-1-3101,-23 16-754,2-5 1,-4 8-90,-2 32 1,0 14-80,2 10 1,5 6-45,8 4 0,12 1 14,15-5 0,12-5 0,14-11 0,8-10 36,9-15 1,3-12 58,0-13 1,-3-9 97,-6-8 1,-6-4-1,-7 0 0,-6 1 216,-2-17-348,-13 29-49,-10 43-7,-6 32-58,7-11 0,2 4-241,3 2 0,5 0-636,9-3 0,8-6-879,13-12 0,5-11 293,12-15 1,1-13 1630,3-17 0,-5-11 203,-16 5 1,-5-5 0,-3-2 440,-3-3 1,-4-3 0,-2 1 22,-4 2 1,-3 0-1,-1 4-37,1-10 0,-2 7-353,-1-5-313,1 66-6,4 49-9,-5-9 1,-1 5-47,-1-13 1,-1 2 0,-1 1-14,-2 0 1,0-1 0,-1-1 50,-2 10 0,-2-6 920,-1 14-657,6-63-22,5-50-135,3 7 1,4-4-51,2-5 0,6 2-98,5 4 0,6 5-3,-3 12 0,4 9-6,7 11 1,2 11-34,-2 15 0,-1 8 6,-4-2 0,-3 5-1,0 8 1,-12 4 5,-28-1 0,-12-1-3,-2-6 1,-6-4-130,-20 4 1,-4-9-1577,16-16 0,6-8 1725,0-17 0,23-2 0,28-1 0</inkml:trace>
  <inkml:trace contextRef="#ctx0" brushRef="#br0" timeOffset="38518">7096 7593 14393,'3'-2'9830,"-1"0"-8923,17-11-801,-20 37-33,14 6-62,-15 17 0,-4 8-19,9-11 0,3 0 24,1 3 1,7-6 109,14-18 1,5-11 209,29-29-171,-26 0 0,-4-8 112,-4-19 1,-7-6-186,-9 7 0,-4-1-103,0-3 0,-3 4-1092,-5-14-3317,4 45 4420,6 33 0,-3-3 0,2 8 0</inkml:trace>
  <inkml:trace contextRef="#ctx0" brushRef="#br0" timeOffset="39585">7608 8008 26172,'38'-44'85,"0"1"1,1 0 0,-1 0-1,-2-3 1,-1-1 0,-2-1-1,-4 1-63,-2-12 1,-6 1-1,-2-1-206,-2-1 0,-3 0 0,-2 2 268,-2 10 0,-2 1 0,-3 3 120,-2-2 0,-6 8-260,-15 15 206,-19 66-187,10 5 1,1 9 10,5-4 0,1 5 0,2 2-275,6-11 1,1 1 0,3 1 0,3-1 35,1 10 0,4-1 0,12-4-1156,17-4 0,11-3 0,6-10-198,1-13 1,5-8 0,4-6 1535,-6-6 0,4-4 1,1-4-1,-3-5 800,11-9 0,-2-7 0,-4-5 511,-7-3 1,-3-4 0,-5-2-317,-10 4 1,-3-3 0,-5 2-241,1-9 1,-10 3-186,-15-10-375,-32 33-93,3 26 1,-2 11-29,-4 9 1,2 7-15,-1 10 1,6 4-9,7 0 1,9-1 362,12-9 0,10-6-332,32 1 553,20-51-472,-28-6 0,-3-8 23,-2-7 0,-4-2 64,-6 4 0,-3 3 56,3-14-219,-17 31 23,-17 40-78,-7 26 33,10-15 0,4 3-6,5 2 1,8-3-9,13-6 1,8-7 16,13-10 0,5-11 16,10-13 1,0-11 17,-16 0 1,-1-4 0,-2-4-152,0-9 0,-3-4 0,-2-4 131,0-7 0,-2-3 0,-3-2 46,-4-3 1,-3-2 0,-2 0 42,-3 6 1,-2 0 0,-4 3 33,-3-10 0,-5 9-60,-11-4-63,-10 65 0,5 24 0,3 14-12,0-2 1,1 7-1,0 2-239,3-4 0,1 4 0,1 1 0,2 0-140,1 2 1,1 1-1,2 0 0,4-1-1303,4 12 1,4-2 0,4-5 1693,5 7 0,4-9 0,-5-21 0,1-8 0,2-12 0</inkml:trace>
  <inkml:trace contextRef="#ctx0" brushRef="#br0" timeOffset="39984">9116 7631 23002,'-48'-8'1657,"79"1"-1775,13 5 1,14 2 0,2-1-346,-9-1 0,1-1 0,1-1 1,-1-1 420,-1-1 0,0-1 0,-2-1 0,-2-2 215,5-3 1,-4-3-1,-5-3 698,1-5 1,-12-4 534,-12-22-396,-33 13-690,-12 16-259,4 16-10,3 35 654,0 32-739,8-16 1,3 3-292,2 5 0,5-1-2616,6-4 1,4-3 2940,8 12 0,2-25 0,-13-28 0</inkml:trace>
  <inkml:trace contextRef="#ctx0" brushRef="#br0" timeOffset="40184">10182 7272 21819,'-5'-6'4207,"1"1"-4364,-26-18 1,-1 9-1558,22 41-8117,-20-7 9752,37 10 1,11 3 0,10 14 0,-23-40 0</inkml:trace>
  <inkml:trace contextRef="#ctx0" brushRef="#br0" timeOffset="40585">10506 7482 19686,'7'-7'6811,"-1"1"-6520,-6 6-224,-65-8-84,21 53 9,-1-19 0,3 5-12,22 18 0,15 5-16,11-4 0,12-7 10,13-10 1,8-10 50,12-11 1,2-14 88,0-17 1,-5-10-12,-13-3 1,-8-6 19,-12-18 1,-12-2 41,-16 7 0,-8 4-134,3 6 0,-5 5-87,-4 8 0,-1 12-560,-16 46-991,14 19-3309,16-2 1,6 1 4854,6 14 1,4-8 0,2-40 0</inkml:trace>
  <inkml:trace contextRef="#ctx0" brushRef="#br0" timeOffset="40985">10971 7621 26654,'39'30'235,"-13"-2"-227,-25 19 1,-8 6 69,1 4 90,8-21-17,25-54-3,2-17 1,4-8-51,9-4 0,4 1-59,-14 13 0,1 0 1,1 5 16,14-4 0,2 12 28,-7 20 0,-1 10-37,-6 2 1,-4 7-62,4 21 0,-7 9-224,-12-5 0,-5 1-3084,-3 6 1,-5-1 2642,-5-12 1,-3-4 0,-8 4-1,4-24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35:43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2093 3104 17434,'0'-7'4952,"0"2"-4504,-12-37-11,6 67-241,-13-3-135,9 27 1,4 11-9,-5 1 0,-2 0 6,2-8 0,-1-4 355,-5 9-296,14-69-93,9-22 0,3-12-8,-2 1 0,0-5 0,1-1-138,2-7 0,2-1 0,1-1 143,-1 1 1,2 1 0,1 1-16,1 7 0,2 1 1,1 4-19,8-6 0,4 8 11,-1 13 0,2 9-28,31 13-6,-11 37 48,-37-1 0,-10 7 17,-20 11 0,-14 3-3,-2-8 0,-8 2 0,0-3-14,5-6 1,-2-3 0,1 0-10,-1-1 1,0 0 0,7-1 407,-5 24-357,37 3-23,14-25 1,10-3-20,18 3 0,9-5-108,-7-10 1,4-2 0,1-3-1244,8-1 0,1-2 1,-1-1 1336,-6-2 0,-1-1 0,-4-1 0,3 1 0,-7-2 0,-2-1 0</inkml:trace>
  <inkml:trace contextRef="#ctx0" brushRef="#br0" timeOffset="433">3013 3231 22615,'-34'8'717,"24"-6"-549,64-4-22,-7-15 89,-6-27-33,-36-14-79,-19 6 56,-26 3 62,-12 36-202,4 21-20,22 11 1,4 8-40,7 8 1,8 4-90,5 8 0,9 1-418,9 1 1,10-3-4390,19-7 1,5-8 4425,-13-9 0,-1-4 1,1-7-1,-5-5 1,-15-6-1</inkml:trace>
  <inkml:trace contextRef="#ctx0" brushRef="#br0" timeOffset="1432">3642 3054 19602,'-11'-45'3366,"-3"7"-2923,5 38-376,-1 0-90,4 2-66,2 7 44,0 2 34,2 4 22,0-6-22,2-3 39,0-4 526,0-2-302,-7 0 28,0 0-117,-4 0-57,-5 6 45,-9 19 23,-16 25-163,19-14 0,3 2-17,0 6 1,6 1-51,6-6 0,6-2-269,10 1 0,8-5-725,12-9 0,6-7 56,-2-5 0,4-7-118,18-13 0,-1-10 1229,-17-3 1,-4-5 512,5-4 1,-5-3 1385,-1-24-408,-16 11-466,-3 1-806,-5 16 572,1 0-763,-6 21-72,-13 18-45,-3 15-5,-5 37-18,13-11-11,10-18 1,6 0-12,29 7 22,-12-23 1,3-5 118,32-3 156,-5-34 134,-20-25-185,-26 16 1,-8-1-54,-5 0 1,-5 2-71,-10-18-195,1 23-1087,10 16-5859,26 18 7035,0 0 0,2 2 0,-12-4 0</inkml:trace>
  <inkml:trace contextRef="#ctx0" brushRef="#br0" timeOffset="2132">4449 3151 22077,'-1'-8'4666,"0"1"-4470,-16-53-235,15 54 28,-1-20-62,20 85-42,-5-16 0,-1 2 34,-3 3 0,-3 0 75,-8-3 1,-3-3 212,-10 17 39,-7-38-94,20-65-208,23-10-98,5 11 0,8 2-238,6 13 0,6 5 14,-5 7 1,3 1 0,0 2 189,15-2 1,-1 1 166,-11 4 0,0 0 1,-2-1 149,5-5 0,-4-2 237,-3-5 1,-6-3 132,4-20 89,-32-6-157,-19 20-352,-3 9-96,-1 22 6,-2 29 33,-2 20-19,12-15 0,4 1-17,9 3 0,8-1 8,10 1 1,7-2-7,7 2 1,3-1-110,-3-4 1,-6 1-129,-11-1 0,-12 0-1409,-22-1 0,-11-2 1658,-6-7 0,-3-3 0,1-2 0,2-3 0,-7-7 0</inkml:trace>
  <inkml:trace contextRef="#ctx0" brushRef="#br0" timeOffset="2333">5158 3077 18403,'0'-5'6559,"1"1"-6346,-3-2-57,-10 41-240,-6 19-795,5-4 0,1 5 879,3-1 0,2-3 0,1-15 0,2-5 0,3 10 0</inkml:trace>
  <inkml:trace contextRef="#ctx0" brushRef="#br0" timeOffset="2582">5662 3128 21310,'1'-7'5360,"1"2"-5348,11-44 21,-14 71-83,7-14-244,-6 32 0,-2 12-2347,10-4 0,2-2 2641,10 14 0,5-25 0,-15-29 0</inkml:trace>
  <inkml:trace contextRef="#ctx0" brushRef="#br0" timeOffset="2782">5989 2786 21500,'-4'-6'3249,"0"2"-3652,-54-4-6386,63 59 6789,-48-32 0,64 38 0,-11-43 0</inkml:trace>
  <inkml:trace contextRef="#ctx0" brushRef="#br0" timeOffset="3183">6275 2990 19210,'0'-5'5539,"0"1"-5186,0 4 90,-54 53-396,37-21 1,2 4-57,-7 25 1,8 1 5,14-22 1,11-5 2,30 0 0,13-16 44,-2-26 1,2-14 109,3-1 0,-4-7-34,-8-7 1,-12-6 19,-18-11 0,-13-2-65,-7 18 1,-7 2-15,-9-8 1,-7 7-70,-2 18 0,-2 7-267,-22 5-1579,4 40-7685,36 16 9539,7 2 0,10-18 0,1-25 0</inkml:trace>
  <inkml:trace contextRef="#ctx0" brushRef="#br0" timeOffset="3566">6755 2992 20839,'3'-4'5221,"-2"1"-5087,11 8-10,-18 41-68,10 2-42,-9-4 0,-1 1 70,4 5 190,7-14 101,30-63-269,-11-1 1,1-5-29,7-8 1,4-2 66,5-3 1,2 4-115,-4 15 0,1 7-15,3 5 1,2 9-14,8 16 0,-1 11-138,-9 4 1,-2 6-619,4 4 0,-5 4 753,-9 5 0,-6-2 0,-2 2 0,-8-4 0</inkml:trace>
  <inkml:trace contextRef="#ctx0" brushRef="#br0" timeOffset="4233">7925 2943 24452,'-48'-10'87,"1"0"1,4 2 0,13 11-32,34 39 73,27-8-59,-1-23 0,5-8 132,5-11 0,0-8-43,-9 0 1,-5-6 16,-7-12 1,-12-4-46,-17 6 1,-9 2-110,-3 0 1,-3 3-337,-24-4-498,17 45-2549,31 45 2795,11-13 1,3 1 0,-4-14 0,1-2-1,15 19 1</inkml:trace>
  <inkml:trace contextRef="#ctx0" brushRef="#br0" timeOffset="4567">8216 3314 20946,'-4'0'2252,"-27"-6"0,-6 2-2202,13 16-47,-12-6 0,5 6 41,36 30 57,26 1 168,18-15 162,5-28-22,-18-28-135,-27-19-251,-34-3-695,-28 14-3681,16 29 1,-1 7 4352,-21 5 0,21 4 0,32-6 0</inkml:trace>
  <inkml:trace contextRef="#ctx0" brushRef="#br0" timeOffset="5216">1486 4716 9324,'-62'12'2407,"0"0"0,0 0 0,-13 7 0,31-12-1057,61-21-981,23 2 1,18 1 0,7-1-1181,-9 1 0,4 0 1,3 0-1,4-1 1,1 0 826,-16 3 0,2 0 0,1 0 0,2 0 0,0 0 0,2-1 0,0 1 1,1-1-179,-5 2 1,2-1 0,0 1 0,1-1-1,1 0 1,0 1 0,1-1 0,0 0-1,1 1 1,1-1 178,-1 0 0,2 1 1,0-1-1,1 1 1,0-1-1,1 1 1,0-1-1,0 1 0,2-1 1,-1 1-1,1-1-53,-5 2 1,1-1 0,0 0-1,1 0 1,0 1 0,0-1 0,1 0-1,0 1 1,0-1 0,0 1 0,1-1-1,-1 1 1,0 0 43,-2 0 1,0 1 0,0 0 0,1-1 0,-1 1-1,1 0 1,0 0 0,-1 0 0,1 0 0,0 1 0,0-1-1,-1 0 1,1 1 0,-1-1-77,-1 1 1,0 0-1,1 0 1,0 0-1,-1 0 1,1 0 0,-1 1-1,0-1 1,0 0-1,-1 1 1,0-1-1,0 0 1,-1 1 0,0-1 86,3 0 1,0 1-1,0-1 1,0 0 0,-1 1-1,0-1 1,-1 0-1,-1 1 1,0-1 0,-1 0-1,0 0 1,-2 1 17,10-2 0,-1 0 1,-1 0-1,0 0 0,-2 0 1,-1 0-1,0-1 0,-2 1 1,-1-1 32,6 0 1,-1-1-1,-2 0 1,-1 0-1,-1 0 1,-2-1 0,-1 1 16,8-3 0,-1 0 1,-3 0-1,-1 1 0,-3-1 329,2 1 1,-2-1 0,-3 2 0,-3 0-365,4 0 0,-4 0 1,-5 2-37,-4 0 1,-6 0-71,5-2 54,-34 5 0,-7 0 0,0 2 0</inkml:trace>
  <inkml:trace contextRef="#ctx0" brushRef="#br0" timeOffset="14682">8150 5687 18498,'0'-62'1667,"0"0"1,2 4-1,-5 24-1493,-20 71-107,6 6-42,-3 14 0,4 5-8,14-16 0,6-2 56,6-3 0,7-6 162,35-2-79,-6-51 1,0-16-48,-16 7 1,-3-3 30,8-12 0,-5 1 292,-11 0-399,-16 31-10,-13 35-12,0 12 0,1 6-17,6-10 1,2-1 5,2 10 0,9-6 61,36-17 48,-13-29 1,1-10-40,-3 0 0,-5-7 23,-6-10 0,-4-7 1,-4 2-50,-2 3 1,-5 0-3,-2-11 0,-5 3-103,-7 12-527,0 25-449,3 20-8794,40 21 9124,-9-8 1,15 0 0,-26-19 0</inkml:trace>
  <inkml:trace contextRef="#ctx0" brushRef="#br0" timeOffset="15665">8986 5317 18941,'0'-7'6312,"0"2"-6189,0 5-72,-18-21-23,13 69-50,-13 7 27,16 7 1,7 6-1,-2-5 1,1-4-1,-1-13 1,2-7 162,11 4-44,8-63-46,7-24-45,-5 3 1,1-1-34,-6 13 0,0 3 17,27-16-34,-15 57 12,-9 30 19,-10-13 0,0 2-26,3-1 1,5-5-37,14-7 1,5-9 41,-6-9 1,2-9 35,13-13 1,-5-11 3,-16-7 0,-7-6 58,-3-8 0,-5-1 12,-9 12 0,-5 2 92,-14-22-185,-13 55 17,-9 34-42,20-1 0,4 4-42,2 4 0,7 1-143,8-3 0,9-4-585,14-9 0,6-8 392,-1-9 0,2-7 310,8-11 1,-3-8 201,-12-4 1,-4-3 192,-3-3 1,-4 0 610,1-14-492,-10 21-370,-10 36-23,-1 30-34,1 24-16,6-27 0,2 1-3,4-4 0,3-3 48,19 6 55,12-45-42,-20-15 1,0-8 14,3-11 0,-1-2-6,1 0 0,0 2-28,-3 9 0,1 7 22,18 7 6,-6 42-252,-1 26 196,-19-12 0,-2 0 0,3 5 0,-4-2 0</inkml:trace>
  <inkml:trace contextRef="#ctx0" brushRef="#br0" timeOffset="16367">12403 5289 19412,'-16'-49'1113,"0"0"0,0 0 1,-1 6-1,-1 1 1,-3 7-941,-12 3 1,-4 12-104,-5 14 0,-1 14-61,7 12 1,1 10-1,2 2 0,2 1 1,4 3-1,0 3-4,-2 11 1,3 4 0,6-3-31,8 5 0,12-4 19,12-10 1,10-11 33,13-24 0,6-14 50,7-19 0,-3-14-13,-14 4 1,-4-5-1,-1-1 51,-3 0 0,-2-2 0,-3 2 57,1-11 1,-4 5-68,3-4-50,-20 64-67,-3 16 0,0 9-17,-1 15 0,2 6-368,4-13 0,3 1 1,4-1-1977,6-1 1,5-1 0,1-3 2371,5 4 0,3-7 0,0-10 0,-1-8 0,-6-12 0</inkml:trace>
  <inkml:trace contextRef="#ctx0" brushRef="#br0" timeOffset="16749">13056 4994 20352,'-4'-43'2879,"0"1"0,-17 0-2767,-3 74 0,-1 24-73,2 2 1,2 7-311,9-14 0,0 5 1,3 3-1,1 1 140,3-6 0,2 1 0,1 1 0,0 0 0,0-1-905,0 10 0,1-2 0,-1 1 0,0 1-931,1-7 1,-1 2 0,0 0 0,-1-3 0,-3-5-411,-5 6 1,-3-5 0,-2-4 5642,-4 12 0,-6-20 3461,-29-46-5531,43-30 1,12-17 0,2-1-848,1 1 1,3-2-1,3-2-431,4-1 0,3-4 0,3 1 0,1 3 72,0 10 0,2 2 1,1 2-1,2 0-448,2-1 0,2 0 0,1 2 0,-1 2 458,3-2 0,-1 3 0,-1 4 0,5-1 0,-5 7 0,1 0 0</inkml:trace>
  <inkml:trace contextRef="#ctx0" brushRef="#br0" timeOffset="17982">13440 5205 15300,'-1'-5'4128,"-6"-28"0,-1-4-3540,4 16-420,-11-33 157,5 97-233,3-7 1,1 5-85,0 6 1,4 1 58,6-6 0,8-5 308,31 1 158,20-53-309,-30-9 0,-3-9-42,-3-15 0,-5-4-107,-7 7 1,-4 0-54,-2-1 1,-4 4-29,-3 3-447,-1 19-219,11 32-1328,19 25-588,8 5 499,-7-16 0,3-5 1803,18-3 3462,10-35 269,-31-15-1525,-11-13-1152,-23 17-723,-2 18-34,3 34-5,9 22-6,-1-12 0,0 2 11,3 0 0,1-2 40,6 16 167,0-34-128,3-49-40,-7 1 0,1-5 3,5-7 1,3-1-46,-1 3 1,3 4-4,-2 11 1,3 5-62,23 8-62,0 35-436,-3 22-695,-21-15 0,1 1 1249,5-2 0,-1-2 0,2 6 0,4-15 0</inkml:trace>
  <inkml:trace contextRef="#ctx0" brushRef="#br0" timeOffset="18466">14829 4975 14897,'2'-5'4758,"4"-27"0,-3-5-4069,-10 18-516,-7-39-77,-30 91-88,19-3 0,2 7-11,1 11 1,7 4-38,11 1 1,12-2-48,12-5 1,12-7-105,10-9 1,6-11 142,5-13 1,1-12 30,1-12 0,-5-13 35,-18 1 1,-3-6 0,-3-3-135,1-10 1,-3-4 0,-3-2 197,-2-4 0,-3-2 1,-3 0 89,-3-1 0,-3 0 0,-2 2 66,-2 9 1,-3 2 0,-1 3 33,-2-4 0,-3 6-211,-3 1-16,4 60-51,3 17 1,0 10-1,-1-2 1,0 5-1,0 2-283,0 13 0,0 4 0,1 1-510,1-13 1,-1 0 0,1 0 0,1 0 403,1 11 1,1 0 0,0-6 0,0 2 0,1-8 0,3 7 0</inkml:trace>
  <inkml:trace contextRef="#ctx0" brushRef="#br0" timeOffset="18832">15227 5107 15956,'-4'-8'4119,"-20"-27"1,0-5-4143,19 16-184,-5-15 0,11 3-157,27 27 0,10 7-183,10-4 1,1-2 487,2-2 0,-2-4 390,-7-3 0,-4-6 324,-9-3 0,-6-4 1020,4-28-555,-17 13-700,-12 21-347,-11 31-56,-9 39-98,9-6 0,2 5-751,0 11 0,4 1 153,12 1 1,3-4-1,-2 10 1,17-24 0</inkml:trace>
  <inkml:trace contextRef="#ctx0" brushRef="#br0" timeOffset="19049">15803 4478 20963,'-5'-5'2767,"1"2"-4089,-44 12-5540,47 35 6862,-34 1 0,49 3 0,-4-23 0</inkml:trace>
  <inkml:trace contextRef="#ctx0" brushRef="#br0" timeOffset="19432">16059 4742 18257,'11'-7'7708,"-2"1"-7523,-40 8-101,-9 46-93,10-13 1,3 4-20,7 4 0,9 3-132,12 1 1,13-7-113,16-17 0,6-10 288,0-5 1,0-8 42,10-12 1,-5-11 74,-15-19 0,-8-7-67,-1 0 1,-7-4-3,-7 8 0,-4-3 1,-4 3 135,-7-6 1,-4 4-174,3 9 0,-5 8-157,-21 15-1400,17 61 850,13 0 1,4 2-1,-1 11 1,9 5 0</inkml:trace>
  <inkml:trace contextRef="#ctx0" brushRef="#br0" timeOffset="19815">16480 4827 26732,'18'14'896,"-8"9"-882,-24 30 0,-9 10-9,12-18 1,3-5 17,3 13 33,39-72-20,-10-17 0,0-8 9,8-10 0,2-3 42,-11 17 1,1 0 0,-1 4-29,1 3 0,1 7-14,26-5-23,1 68-101,-32-9 1,-3 4-675,3 7 0,-4 3 74,-7-3 1,-4-2-1,-1-1 1,-3-9 0</inkml:trace>
  <inkml:trace contextRef="#ctx0" brushRef="#br0" timeOffset="22583">18380 4601 20862,'4'-57'1320,"0"0"0,-9 10 0,-11 15-1222,-25 39 0,-9 18-70,11-3 0,0 5 0,1 3-34,-3 8 0,2 5 1,5 3-105,7-2 0,6 2 0,11-2-159,21 17 0,22-8-367,6-24 0,11-7 1,4-7 472,-5-7 1,4-6 0,2-4-1,-1-2 177,1-4 0,0-4 0,-1-2 0,-2-3 157,8-8 1,-3-3 0,-6-4 63,-13 2 1,-4-2-1,-7-1 286,-1-8 1,-13 1-80,-21-13-131,-29 33-250,-23 45-50,25 2 1,1 7-21,3 6 1,6 3 198,5-3 0,12-2-302,31 10 107,39-50 63,-21-15 1,0-9 30,-2-9 1,-5-4 81,-7 3 1,-5 1 197,0-13-268,-20 37-17,-23 49-95,6-6 0,2 3 5,-2 8 0,7 0 14,13-6 1,11-5-12,18-13 1,9-11-4,14-17 0,3-12 24,-15-1 1,0-6 0,-3-4-268,0-9 1,-4-6 0,-3-4 263,-9 7 0,-3-4 1,-1 0-1,-1-2-10,-1-3 1,-1-2 0,-2 0 0,-2 0 34,0 1 1,-2-2-1,-1 2 1,-1 2 63,0-4 1,-1 2 0,-4 5-27,-1-5 0,-10 17-66,-19 32 21,1 38 1,0 20-25,3-3 0,1 7 1,2 3-275,2-3 0,2 4 0,1 1 1,4 0 261,1 0 0,2 1 0,3 0 0,4-3-17,3-5 1,2-1-1,4-3 1,5-4 214,7 0 0,5-6 0,5-10-251,20-9 0,4-19 33,2-25 1,-4-18-227,-17 0 1,-3-8-1,-3-3 258,-7 4 1,-2-4 0,-2-2 0,-1 1-5,-1-1 1,-1-1 0,-2 0 0,-2 1 76,1-12 0,-1 0 0,-3 5 19,0-6 0,-3 9-73,-5 2 1030,-12 82-1047,-2 19 0,-1 10-9,3-4 0,0 4 0,2 3-111,3-11 1,0 2 0,1 1 0,3-2 55,2 11 1,3-1 0,5-4-46,9 11 0,9-12 496,5-22 1,5-15-377,3-22 1,-1-14-7,3-22 1,-4-13-30,-13 11 0,-2-5 0,-3 0 121,-4 1 0,-2-1 0,-3 2 124,1-10 1,-5 7-65,-4-6-106,-10 54 382,-2 48-442,4-6 1,2 5 0,1 13 0,3 2-28,4-1 0,2-1-370,2-5 0,-3-4-2451,-6-9 1,-4-5 2845,-7 8 0,-10-17 0,7-21 0</inkml:trace>
  <inkml:trace contextRef="#ctx0" brushRef="#br0" timeOffset="23049">21810 4096 21674,'0'-6'4912,"0"1"-4940,-15-8 6,-5 66-734,-11 4-3745,24 0 1,5 3 4500,1-18 0,2-5 0,12 13 0,-5-39 0</inkml:trace>
  <inkml:trace contextRef="#ctx0" brushRef="#br0" timeOffset="23432">21997 3810 23002,'-52'-17'500,"-1"-1"0,8 9 1,9 13-485,20 58-13,23-27 0,10-1 53,7-4 0,6-6 61,5-10 1,2-8 75,-2-13 1,-4-10 44,-8-7 0,-6-6 42,-9-3 0,-7-1-134,-19-17-124,-26 34-223,-7 37-1687,9 29 1888,52 13 0,-5-24 0,30-9 0</inkml:trace>
  <inkml:trace contextRef="#ctx0" brushRef="#br0" timeOffset="23666">22625 3626 23237,'1'-44'946,"0"-1"1,0 1 0,-2-9-1,-4 23-876,-9 53 0,-3 24-53,-1 7 0,1 9 0,0 3-579,4-16 0,1 2 0,0 1 0,0 2 368,1 1 0,1 3 1,0 2-1,0-1 0,2-3-2264,1 4 0,0-2 1,2-2-1,0-3 1053,0 1 1,1-3 0,0-4-1,0 14 1,1-18 0,2-37-1</inkml:trace>
  <inkml:trace contextRef="#ctx0" brushRef="#br0" timeOffset="24399">22322 4106 24637,'49'-27'-1262,"1"0"1,0-1 0,3 1-1,2 0 1,-1 7-2016,-8 9 0,-1 5 0,0-1 2357,3-6 0,-1-1 0,-6-1 4197,-7-1 0,-6-2 898,1-6 0,-6-2-842,-10-9-1663,-11 1-1066,-10 13-290,-5 9-174,2 8-78,-1 5-12,-3 9-67,-12 17 12,9 10 44,8 23-37,17-25 1,5 2 8,6 5 1,3 0-24,0-2 1,2 0 3,3 2 0,-3-1-216,-3 11-1099,-32-9-1897,-36-36 1478,16-20 0,2-8-1134,4-6 0,5-7 2657,7-26 1,10-5 3539,6 14 1,3 1-1289,0-4 0,2 5-381,4 3-1108,-15 46-169,-14 29-274,2 9 0,0 7-171,3-1 0,3 3-1855,0 12 1,4 0 1924,7-16 0,3-4 0,3 12 0,1-30 0</inkml:trace>
  <inkml:trace contextRef="#ctx0" brushRef="#br0" timeOffset="24816">23421 3887 22475,'1'-3'3943,"-1"1"-3926,-1-2 6,0 23-18,11-4 40,11 11-6,13-27 112,2-29-33,-11-30 117,-13-2 51,-17 13-180,-13 33-44,-14 41-20,13 2 0,2 6-48,0 9 1,4 5-267,5 0 0,6 1-4229,13-4 1,5-5 4500,11 9 0,7-23 0,-22-21 0</inkml:trace>
  <inkml:trace contextRef="#ctx0" brushRef="#br0" timeOffset="28649">23755 4097 23864,'32'-22'620,"0"0"0,2-10 0,-2-4-564,-7 3 0,-1-4 0,-2-5-47,0-6 1,-2-7 0,0-2 0,-3 4-435,1-1 0,-2 3 1,-2-5 450,0-3 1,-2-5-1,-1 1 1,-6 8 76,-9 0 1,-3 5 98,4-1 1,-7 13-247,-26 35 72,16 36 0,3 16-30,2-3 0,2 7 0,0 1-80,4-6 0,-1 2 1,3 1-1,1 1-29,3 5 1,2 1-1,2 0 1,3-3-574,6 7 1,4-3 0,4-4-94,2-7 0,4-4 0,6-10-1135,28-5 1,7-19 1648,-16-17 0,2-9 0,-2-3 554,-3-1 0,-2-2 0,0-5 780,7-14 1,-2-6 0,-6 1-136,-5-5 0,-6-2-363,-9 8 0,-2-4 0,-3 4 29,-4 0 0,-4 4 420,2-19-943,-21 63 5,-6 30 0,-2 18-30,0 0 0,-1 6 0,1 1-312,0 0 0,1 1 0,1 2 248,1-4 0,2 2 1,-1 0-1,2 0-240,1-7 1,0 0 0,1-1 0,0-1-409,-3 10 1,0-2 0,-3 0-1179,-1-9 1,-3 1-1,-1-3 1,-2-5-1697,-17 10 1,-3-9 4922,-2 0 1,0-19 2361,10-36 0,8-16-2544,25-18 1,14-10-663,2 5 0,5-4 0,6 2-410,0 11 0,4 1 1,2 0-1,2 2-269,1 1 0,3 1 0,1 1 0,0 2 125,1 2 0,1 2 0,0 1 0,-1 1-144,8-4 0,-1 2 0,1 1-257,0 1 1,0 0 0,-6 5 0,-9 5 0,-4 2 0,25-14 0</inkml:trace>
  <inkml:trace contextRef="#ctx0" brushRef="#br0" timeOffset="29116">24824 3428 24267,'39'-38'457,"-1"0"1,1 3 0,0 7-391,-5 19 0,-1 4-72,18-4-2723,-21 6 2728,-25 7 0,-6-1 0,-5 2 0</inkml:trace>
  <inkml:trace contextRef="#ctx0" brushRef="#br0" timeOffset="34131">26224 3654 16157,'1'-5'3433,"6"-30"1,3-6-2885,-6 22 33,4-18-257,-27 93-188,0-2 1,1 5-122,2-2 1,4 0 0,4 0 0,9-4 128,11-16 1,9-9 19,11-14 1,5-12-26,9-17 0,-1-12 42,-1-9 0,-4-6-79,-4-6 1,-6-2-79,-10 9 1,-7 0-385,-11-16-862,-14 27-739,-2 18-1966,19 20 150,19-1 1759,9-2 1,4-4 4246,26-11 685,-21-3 1,-3-5 1027,5-18-1821,-17 2-1897,-18 14-141,-8 31-34,0 25-8,0-1 0,-1 4-3,0 3 0,0 1 6,-2 0 0,-1-2 123,0 15 347,0-32-274,20-41-146,19-27-81,-11 16 0,3 0-3,2 2 1,1 3 10,24-1-33,-8 28 0,-5 19 11,-3 12 28,4 2-23,13-12 26,-20-24 0,3-8 36,4-9 0,0-11-8,1-17 0,-4-10-206,-13 8 0,-3-5 1,-1-1 149,-2-7 1,-1-1 0,-3 0 50,-2 4 0,-2 0 0,-1 3 19,1-7 0,-3 8-73,-4 2 0,-17 80 22,2 10 1,0 8-55,2-4 0,0 5 0,1 1-410,0 9 0,1 3 0,2 0-684,3 0 0,3 1 0,2-2-2151,4-4 0,2-1 0,-1-5 1310,1 0 1,1-6 0,11 8 0,-23-53 0</inkml:trace>
  <inkml:trace contextRef="#ctx0" brushRef="#br0" timeOffset="34483">27566 3634 21416,'-15'-45'1043,"-1"-1"1,28 3 0,14 8-1103,9 20 1,9 8-34,2-1 1,4 3-1,-2 0 44,6 2 1,-4-2 134,-4-4 0,-6-4 159,3-13 449,-28-12 145,-16 10-381,0 9-436,-2 20-1,-4 36-16,0 24-99,3-18 1,3 2-945,3-1 1,3-2 1036,11 21 0,-2-29 0,-1-22 0</inkml:trace>
  <inkml:trace contextRef="#ctx0" brushRef="#br0" timeOffset="34664">28234 3052 23909,'11'44'-116,"-11"-26"0,16 15 1</inkml:trace>
  <inkml:trace contextRef="#ctx0" brushRef="#br0" timeOffset="35049">28302 3793 26642,'38'-44'48,"-1"1"1,1 0 0,-7-2-1,-1-3 1,-1-2 0,-5 0-25,1-9 0,-5-1 0,-2-2-291,-4 10 0,1-1 0,-3 0 0,-2 2 315,-2-9 1,-2 2 0,-4 5 237,-4 3 1,-2 7-259,-7-10 39,-17 93-47,10 8 0,1 9-86,1-8 1,-1 3 0,2 5-785,2 3 0,1 5 0,3 2 0,2-6 464,3 0 1,3-4-1,1 0 1,-3-2 0,1-1-1,4-8 1,19 11 0</inkml:trace>
  <inkml:trace contextRef="#ctx0" brushRef="#br0" timeOffset="37781">30070 3330 15978,'3'-7'3884,"11"-30"1,3-5-3113,-10 18-512,9-17 1,-6 13 47,-32 67-238,3 0 1,-2 5-57,-4 14 0,3 4 0,3-1 0,8-2 50,11-16 1,11-8 80,49-9-81,-14-39 1,2-14-22,-13 2 0,0-6 0,-2-2-25,0-4 1,-1-4 0,-3 0 0,3-15 1,-6 1-43,-8 15 1,-5 4-387,-2-1-1131,2 54-791,8 15-2273,3 0 1,4 1 1152,-3-11 1,1-3 3450,11 1 0,1-8 9578,16-23-3288,-4-25-3557,-20-13-1500,-17 10-1116,-7 24-16,-12 54-56,3 11-12,0-5 1,0 0 39,5 19 196,5-17-124,9-42-5,24-48-84,-12 10 0,3-3-20,6-3 1,2 3-15,-3 6 1,0 7 5,21 10-17,-15 44-3,-26-3 1,-3 4 8,1 6 0,-1 1-6,-1-1 0,2-4 17,21 12 84,18-41-101,-20-16 0,-1-9 42,5-11 1,-2-8-38,-1-7 1,-3-4 56,-5-3 0,-3-2-23,-7 3 1,-4 0 16,-4 6 0,-3 4-11,-4-14 11,-3 18-33,1 25-101,0 5 72,1 14 23,-1-1 0,0 3 62,1-4-79,0-13-28,-2 5 62,0-9-56,0 4 11,1-3 17,0-12 0,4-6-17,-2-5-12,2 1 35,-2 10-1,-1 4-16,0 2-29,0 3-16,-3 12 50,-3 24-16,-6 33 7,5-12 1,-1 5-11,0-1 1,-1 3 0,0 0 1,2-5 1,0 0-1,1 2-96,-2 10 1,1 3 0,4-4 73,9 8 0,6-4 0,4-5 0,9-7 33,6-17 1,6-11-12,2-18 1,1-11-1,0-12 1,-1-9 7,2-9 1,-2-5 11,0-2 0,-1-1 6,2-5 0,-4 0-15,-10 14 1,-2 1 19,-3 1 0,-7 2-14,-11 0 238,-9 12-249,-17 30 22,-14 30-31,12-7 1,1 3-12,-2 6 1,5 2 5,5-1 0,8 0 25,11-4 0,9-3-8,9-5 0,7-5-37,6-6 1,3-5 58,0-7 0,0-6-14,-2-6 1,-3-5-29,-3-4 0,-2-3 17,-3-5 0,-1-3 25,-1-1 0,-1 0-2,14-25-1,-11 10 45,-12 8-22,-10 10-45,-4-10 23,0 13 16,0-4-28,3 9 28,-1 3 17,-1-4 6,-5 3-68,1 3-11,-7 11 40,5 16-23,-2 16 11,11 23-48,9-12 1,3 2 30,1-1 1,2 0 5,7 11 0,0-1-11,-8-13 0,-5-3 11,-8 22 11,-24-25-403,-31-33-1400,12-13 1792,2-14 0,26 12 0,8-1 0</inkml:trace>
  <inkml:trace contextRef="#ctx0" brushRef="#br0" timeOffset="38282">32798 3030 16174,'10'-33'4464,"-1"-1"0,-3 0-3921,2-3 1,-5 4-281,-15 20-22,-19 30-168,4 15-15,10 2 1,6 3-34,6-2 1,8 2-1,16 21 0,8 1-36,1-9 0,2-1-15,6 1 1,-7-1-160,-15-14 1,-13-5-1004,-42-5-845,-22-25-1289,27-23 1,7-11 1422,16 1 1,7-4 2973,3-3 0,5 1 5221,16-13-4072,-10 35-1340,-11 22-240,-21 40-7113,-4 5 6469,10-18 0,1-2 0,-3 1 0,10-18 0</inkml:trace>
  <inkml:trace contextRef="#ctx0" brushRef="#br0" timeOffset="40048">4015 7711 21321,'1'-39'1775,"1"-1"1,2-2-1613,-2 98-275,-6-6 0,0 4-960,2-10 0,0 2 0,0-2 363,0 15 1,0-5-1,0-16 1,2-7-1,7-4 1</inkml:trace>
  <inkml:trace contextRef="#ctx0" brushRef="#br0" timeOffset="40448">4260 7312 17479,'-4'-4'5534,"1"1"-5192,3 3-96,-51 48-140,40-4-47,-11-7 0,5-1 305,31 3 218,6-31-139,-7-32 89,-20-26-280,-4 6-106,-10 5-219,5 37-95,1 36-969,11 18-3310,17-19 0,5-2 4447,13 12 0,11-21 0,-25-18 0</inkml:trace>
  <inkml:trace contextRef="#ctx0" brushRef="#br0" timeOffset="40664">4636 7289 20235,'0'-5'5814,"0"0"-5613,-23-15-94,13 70-76,0-12 1,-2 5 0,3 4-109,5 8 1,3 4-1,1 4-1085,0-1 1,1 5 0,0 0-1,2-4 1162,1 3 0,0-4 0,2-4 0,0 7 0,0-8 0,0-21 0,0 1 0</inkml:trace>
  <inkml:trace contextRef="#ctx0" brushRef="#br0" timeOffset="40831">4475 8143 15967,'-18'-47'2132,"0"0"1,-1 0-1,-3-11 1,6 2-2074,8 8 0,11 3-734,23 2 0,14 2 675,-5 11 0,4 1 0,-1 2 0,6-3 0,-1 3 0,-3 4 0,-1 0 0</inkml:trace>
  <inkml:trace contextRef="#ctx0" brushRef="#br0" timeOffset="42216">6218 7381 25130,'-14'-41'397,"1"1"1,0 4 0,4 9-297,10 20-62,-1 7-44,2 8 44,3 0 6,3 15 61,6 14 84,5 22-106,-2-22 0,6-2-73,2-4 1,4-5-10,3-5 1,3-10 14,4-12 0,-1-13 19,-5-15 1,-6-6-23,-4 7 0,-6-4 19,-8-21 1,-11-2 64,-10 15 0,-4 2-31,-1 1 0,0 1 29,-17-17-68,20 36-17,18 13-50,39 7 30,-10-3 1,2-2 8,10-2 0,1-4-3,3-6 0,-2-4 31,-12-2 0,-4-1 84,13-19 151,-35 4-123,-19 21-112,-6 5-5,5 28-18,6 30-33,8-9 0,4 3-258,4 6 1,7 0-1491,14 3 1,9-8-300,2-16 0,4-9 1419,0-6 1,-1-12 1699,-5-18 1,-8-11 383,-15 1 1,-6-3 27,-2-31 73,-32 22-1064,-11 42-420,5 7-51,15 40 1,31-19-29,13 2-240,30-29 260,-30-20 0,-2-8 33,-1 5 1,-4-6 67,-1-27 0,-11-5 27,-12 22 1,-4 1 19,0-9 1,-6 8 72,-36 15-182,16 41 1,1 13-21,4-8 1,3 5-34,3 32 0,14 4-112,17-23 0,8-2-339,7 8 0,8-5-2395,2-20 1,7-4 0,-1-4 2873,5-1 0,-1-4 0,-1-1 0,-5-4 0,-2-6 0</inkml:trace>
  <inkml:trace contextRef="#ctx0" brushRef="#br0" timeOffset="42630">7941 7155 11094,'4'-4'4915,"3"-31"0,-5-9 204,-16 0-4755,7-2 0,-6 7-140,-39 33-221,23 23 0,2 9 2,0 9 1,4 4-76,7 4 0,7 0-210,11-7 0,8-4 34,21 2 268,27-42 104,-32-10 0,-3-8 168,2-11 0,-4-3-42,-7 9 0,-4 0 420,0-24-560,-14 37-95,-8 26 0,-2 29-118,0 21-493,13-24 1,6 0 593,12-2 0,3-5 0,3 5 0,13-14 0</inkml:trace>
  <inkml:trace contextRef="#ctx0" brushRef="#br0" timeOffset="43283">8509 6974 27482,'-45'18'88,"-1"-1"0,4 7 0,6 8-147,13 21 0,10 6-171,3-13 1,7-1-676,12-3 0,11-9-137,9-22 1,6-13 839,14-13 1,1-13 415,-12 0 1,-2-7 0,-1-5-169,2-9 1,-2-6 0,-2-3 285,-8 12 0,-1-3 0,-3 0 0,-1 0 146,0-12 0,-2 0 0,-4 2-157,-3 12 0,-2 1 0,-3 5-229,-4 1 1,-6 12-54,-8 21-11,5 57-37,2 2 1,0 9 2,-2-9 1,-2 5-1,1 0-81,0 4 1,-1 0 0,1-2 65,0-7 1,0-2 0,2-4 408,1 3 1,7-10-367,18-19 12,18-48-1,-12 1 1,0-3 16,2-2 1,1 1 13,-1 4 0,1 5 198,28-3-275,0 24-155,5 19-417,-32-4 0,-2 3-3168,1 3 1,-3 0 3752,9 9 0,-12-9 0,-16-15 0</inkml:trace>
  <inkml:trace contextRef="#ctx0" brushRef="#br0" timeOffset="43999">9557 7047 23875,'-6'-3'3238,"0"0"-3210,26-12-107,17-4-117,16-17 134,-24 16 1,-3-1 50,9-32 213,-17-6 134,-22-4 145,-18 10-190,-17 25-145,-18 46-90,10 23-67,20 2 0,6 5-6,10-2 0,7 1-64,7 2 0,7-2-275,9-6 0,9-5 70,6-9 1,4-8 184,4-9 1,1-8 122,0-11 0,-1-8 84,0-9 1,-4-8 97,0-8 1,-5-5 100,-3-2 0,-5-2-31,-7 1 1,-5 1-123,-5 7 0,-4 3-152,-11-17 0,-4 25 0,-2 20 0,5 14 0,4 19 0,7 21 0,2-10 0,2 4 0,2 6 0,2 2 0,3 10 0,1 0-396,-3-10 1,-2 0-2582,-2 8 0,-3-4 2977,-6 0 0,-5-9 0,2-30 0</inkml:trace>
  <inkml:trace contextRef="#ctx0" brushRef="#br0" timeOffset="45099">11457 6530 21069,'-8'-63'1013,"0"1"1,0 0 0,3 7 0,1 3 0,-3 26-806,1 27-94,7 35 1,7 18-82,-5 3 1,0 6-264,0-15 1,1 4-1,0 2 1,1 0-264,0 1 0,1 2 0,1-1 0,-1-1-332,0-4 0,1-1 0,-1-1 1,1-2 127,2 9 1,1-3 0,-5-12-37,-7-9 2352,-21-80-880,6 7 1,0-7-25,5 3 0,0-3 0,3 1-186,1-8 1,4 2-385,0-1 1,8 6-87,12 16 0,8 8-82,12 9 1,6 7-37,9-1 0,4 2 1,-7 2 0,3 0 1,-3 0 73,7-4 1,-3-1 374,0-2 1,-6-1 224,-3-8 40,-27 14-287,-22 20-218,-8 14 1,-2 6-155,5 3 0,3 2-11,-1 5 0,9-2 3,24-5 0,11-8 22,0-13 0,4-9 42,6-2 0,-2-10 115,-8-18 0,-10-9 6,-15-3 0,-9-4-48,-6-10 0,-9 0-68,-8 9 1,-8 6-149,-5 8 1,-3 8-3171,1 12 0,1 5 3260,-17 7 0,20 6 0,26-8 0</inkml:trace>
  <inkml:trace contextRef="#ctx0" brushRef="#br0" timeOffset="55598">4419 7529 8382,'0'-4'8951,"0"1"-7343,-10-35-594,-1 10-617,-6-24 196,8 14 1,3 1-280,8-5-149,-2 7 1,2 2 109,9 8-208,-4 13-73,-4 8 1,1 4 5,3 0-51,2 4 113,6 16 89,2 29-87,-6-11 1,1 4 33,4 12 0,1 2-68,3 4 1,0 1 22,2-2 1,1-1 13,-2-7 0,-2-3 56,-4-11 1,-3-4 486,4 5 28,-12-28-391,-13-33-163,-10-27-56,4 11 0,-1-3-14,-3-10 0,-1-1-3,0 0 0,0 1-6,2 3 1,1 2 0,4 10 0,1 2 16,-3-17-5,6 19-79,5 14-151,1 11 152,3 26 55,4 32 20,-2-7 0,0 5-39,0 13 0,2 4-464,-1-19 0,0 2 0,2-2-77,8 18 1,0-4 0,-7-20-1,2-6 1,15 7 0</inkml:trace>
  <inkml:trace contextRef="#ctx0" brushRef="#br0" timeOffset="56581">4409 7622 8035,'-5'-6'3624,"-3"-26"0,1-10-1355,5-12-1493,-4 4 0,0-2 232,6-11-616,0 24 61,0 5-72,-1 12-73,3 4-179,0 6-124,4 6-22,1 4 34,3 3 45,6 11 224,10 30 39,-1 16-82,-7-5 1,-2 6-136,-6-12 0,-1 3 1,-1-1-186,1-2 0,0 0 0,0 1 127,1 8 1,1 3-1,-1-3 65,-1-9 1,-1-3 0,0 0-32,1 11 0,-2-2 28,-3 0 0,-2-7-235,-4-9-2252,-1-12 2375,9-36 0,-3 3 0,5-5 0</inkml:trace>
  <inkml:trace contextRef="#ctx0" brushRef="#br0" timeOffset="58298">13917 6918 22330,'7'-53'553,"-1"-1"0,1 1 0,-2 0 1,-2 1-1,-4 2-500,-7-8 1,-4 3 47,2-5 0,1 5 11,-1-3 45,6 30-1,3 87-111,0-5 0,1 8-49,2-9 0,1 3 1,2 1-345,3 3 0,1 2 1,3-1-159,2-1 0,2-2 0,2 0-1785,-1-6 0,1-1 0,-1-2 1760,0 13 0,-3-6 0,-3-21 0,-4-5 0,-10 5 0</inkml:trace>
  <inkml:trace contextRef="#ctx0" brushRef="#br0" timeOffset="58947">13886 7375 13575,'-37'-40'1629,"1"0"0,-1 0 0,0 0 0,-3-12 0,4-1 0,14-1-1579,19 6 1,11 0-1,6 0-570,8-4 0,8 1 0,4 1 488,-3 9 0,5 0 0,1 1 0,1 0 20,1-2 1,1 1 0,1-1 0,-2 1 54,-3 3 0,0 0 1,-1 1-1,-2 0 119,1-2 1,-3 1 0,-4 3 457,-3-1 0,-6 6-402,-5 8 309,-11 54-384,1 6 0,2 8-91,-2-1 0,0 3 1,1 2-195,1 7 0,2 3 0,0-1 158,1-2 1,0-1 0,1-4-6,3 13 1,2-9 502,-3-17 0,2-13-251,13-29-117,2-50-102,-7 16 1,1-1-45,2 2 0,2 5 11,1 9 1,2 8 450,25 17-462,5 9-6,2-2 51,1-27-3,-35-4 0,-4-7 64,-4-10 1,-5-5 164,-4 2 1,-5 2 254,-5-23-419,-7 36-91,-11 55-32,2 31-371,11-17 1,8 3 386,17 2 0,5-3 0,-1 8 0,26-18 0</inkml:trace>
  <inkml:trace contextRef="#ctx0" brushRef="#br0" timeOffset="59748">16309 6550 15967,'-13'-54'1463,"1"0"1,0 0 0,0 0-1,-2-4 1,0 3 0,5 4-1285,3-6 0,7 15 45,8 28-56,-1 38 1,0 17-10,4 17 1,-2 8-112,-3-10 1,-1 2 0,0 1-142,-1 2 1,0 0-1,0-2 110,-2-5 0,1-2 0,-1-4 72,2 6 1,0-8 450,4-5-389,-6-67-106,-2-10 0,1-7-12,3-11 1,4-3-15,2 0 1,7 3-9,10 8 1,6 9-21,-4 13 1,4 8 114,11 11 1,2 12-118,-6 11 0,-3 12-27,-9 6 1,-4 7 0,-4-1 23,1 4 0,-9 2 10,-13 0 0,-8 5 1,-7-8-45,-20-5 0,-9-7-268,-6 3 0,-2-12-922,10-21 0,11-13-3678,39-31 1,16-10 4082,-5 9 1,5 1 0,19-8 0,-1 9 0,-15 18 0</inkml:trace>
  <inkml:trace contextRef="#ctx0" brushRef="#br0" timeOffset="60480">17283 6328 24374,'7'-37'1277,"-33"56"-1246,-2 12 0,-2 8-51,-4 17 1,9 2-1,19-24 0,6-2 54,20 18 89,43-58 20,-26-18 0,-1-8-59,-4-1 0,-1-4 151,1-14 0,-5 2 180,-7 0-343,-5 9-60,-18 52 49,-11 40-83,1 8 16,7-10 1,8-1-32,11-15 1,6-4 8,3-1 0,6-6 42,10-13 0,3-11 22,-1-13 1,-3-9-7,-3-2 1,-5-6 4,-6-4 1,-3-5 0,-3 0 73,-1-8 0,-4 1 31,0-2 0,-3 3 118,-7-6-208,-7 39 23,-8 36-62,3 26-20,8-12 1,5 3-29,9 2 1,5-2 39,3-4 0,4-2-45,13 3 0,0-2-3,-13-7 0,-4 1-59,-6 6 1,-9 1-410,-20 0 1,-10-2-2893,-10 3 0,-4-2 3405,6-8 0,1-2 0,-15 9 0,35-26 0</inkml:trace>
  <inkml:trace contextRef="#ctx0" brushRef="#br0" timeOffset="60932">18332 6144 26340,'-29'28'633,"8"-1"-628,12 6 1,7 2-6,12 2 28,30-4 67,15-45-14,-24-5 1,-2-7 18,-4-12 1,-6-6 50,-6 0 1,-8 0 2,-9 5 0,-8 4 25,-31 3-115,13 37 1,-1 12-35,-1 12 1,4 8-31,2 12 0,8 5-84,7 4 0,9 1-770,12-2 0,7-3 175,6-9 1,3-5 0,12 8-1,-6-26 1</inkml:trace>
  <inkml:trace contextRef="#ctx0" brushRef="#br0" timeOffset="61831">20312 5873 15978,'8'-44'4380,"1"0"0,-17-1-3929,-1 1 0,-8 10-137,-36 42-180,9 19 0,2 12-70,4 11 1,5 6-50,10-14 0,3 4 0,6-1-54,3 20 0,15-3-62,15-10 0,13-8 36,15-12 1,9-12 53,4-14 0,1-12 67,-2-10 0,-4-9 42,-12-7 0,-6-5 106,-11 3 1,-7 2 103,-1-14-208,-28 35-66,-20 41 11,-4 26-65,20-23 1,7 2-49,28 25 48,15-39 1,7-9 38,-2-7 1,2-7 25,11-9 0,-4-11 16,-18-9 1,-7-7 41,-3-6 1,-7-3 16,-9-1 1,-9 3-34,-7 8 0,-7 6-3,-33 0-73,-9 40-257,13 24-1076,29 17-4397,42 0 5719,15-14 0,-5-13 0,-11-18 0</inkml:trace>
  <inkml:trace contextRef="#ctx0" brushRef="#br0" timeOffset="62264">21166 5838 19059,'0'-4'7600,"0"0"-7460,-4-35-117,3 54 33,-4-8-45,4 27 0,2 13-6,0 2 1,-1-1 5,1-13 1,0-2 88,4 16 57,15-58 39,12-33-118,-10 10 1,2-1-32,-1 2 1,1 4-37,11-5 1,4 43 4,-3 21-4,13 10-35,6-12-302,9-18-1809,-30-16 1,-1-3 2133,16-7 0,-13-1 0,-28 11 0</inkml:trace>
  <inkml:trace contextRef="#ctx0" brushRef="#br0" timeOffset="63081">22027 5826 21119,'5'0'4969,"-1"0"-4521,-4 0 34,29-82-85,-43 49-369,16-12 0,-6 8 25,-30 43 1,-9 17-29,9 4 0,2 6-31,-4 6 1,5 5 7,9-1 1,11-1-143,24 13-5,17-24 72,5-36 0,3-15 78,-6-9 1,-4-9-23,6-12 1,-4-6 32,-12 10 1,-2-2 0,-2-2 61,-4 0 1,-1-1-1,-1 2-25,4-7 1,-3 3 52,-4 2 1,-3 10-107,-3 27 5,-4 21 40,-13 52-34,9-19 0,0 6 1,0-2 7,-3 9 1,4 1-19,5-2 1,3 4 0,9-8-66,14-5 0,7-8 36,1-2 0,4-7 25,4-10 0,0-14 36,4-36 1,-6-16 16,-10 10 1,-4-3 58,6-16 0,-6 1 112,-12 23 1,-5 5-92,-2 1-130,-5 20 0,-4 47 0,3 24-63,2-21 1,3 3-722,7 14 0,5-3-3854,0-17 1,1-3 4637,0-1 0,0-5 0,3-7 0,-14-20 0</inkml:trace>
  <inkml:trace contextRef="#ctx0" brushRef="#br0" timeOffset="63264">22583 5337 22218,'-2'-4'2789,"1"1"-4223,1 3-8397,8 2 7373,-4 1 0,5 0 1,-6 0-1</inkml:trace>
  <inkml:trace contextRef="#ctx0" brushRef="#br0" timeOffset="63532">22854 5040 22128,'-4'-48'1829,"1"0"1,0 5 0,0 18-1713,-2 48-44,0 17 0,1 10-66,-1-2 1,1 5-1,-1 2-366,1-5 1,0 2-1,0 2 1,0-1 68,1 2 0,-1 0 0,2 0 1,1-1-1253,3-1 0,2 0 1,0-2-1,2-3 1542,1 0 0,0-4 0,2-3 0,3 5 0,2-11 0,3-14 0</inkml:trace>
  <inkml:trace contextRef="#ctx0" brushRef="#br0" timeOffset="63880">22901 5766 14846,'-17'-43'2457,"0"-1"1,0 0-1,-7-12 1,2 6-1724,-8-5-835,30 26-218,52 12 181,-13 10 1,2-2 134,11-8 1,-2-4 86,-13 3 0,-5-3 202,-6-5 0,-8-1 520,-7-6-207,-10 11-375,-1 20-56,0 28-73,0 25-103,0-14 0,0 4-340,2 6 1,2 1-2140,3-1 0,0-2 2487,6 16 0,0-21 0,-9-32 0</inkml:trace>
  <inkml:trace contextRef="#ctx0" brushRef="#br0" timeOffset="64065">23316 5081 23075,'8'-2'-382,"-8"-16"1,13 46 0</inkml:trace>
  <inkml:trace contextRef="#ctx0" brushRef="#br0" timeOffset="64481">23654 5034 25517,'-49'27'134,"0"0"1,8 4-1,10 7-143,15 8 1,12 2 2,8-6 1,9-4 123,27 7 94,11-46 40,-12-40-162,-26 2 0,-6-4 27,-8-4 1,-5-1-43,-2 1 1,-4 2-154,-11-15-1076,8 33-823,9 35-7854,16 28 7373,-6-11 0,7 3 1,-9-26-1</inkml:trace>
  <inkml:trace contextRef="#ctx0" brushRef="#br0" timeOffset="64865">23880 5035 17468,'5'-5'8138,"-1"2"-7550,44-33-537,-36 38 50,36 7-45,-48 40-31,1-9 0,1 0 70,7 18 392,0-15 118,7-25-409,10-39-101,18-19-75,-14 14 0,2 1-32,-1 5 1,0 4-56,25-2-163,-13 29-1612,-2 20-3765,-5 5 5607,-5 0 0,-15-18 0,-9-12 0</inkml:trace>
  <inkml:trace contextRef="#ctx0" brushRef="#br0" timeOffset="67227">1376 9809 19893,'-39'-26'1005,"1"1"1,0-1-1,-21 1 1,1 17-816,8 32 0,5 16-136,15-8 0,2 4 1,6 3-61,-4 20 1,15 0-12,17-6 0,15-7 11,18-14 1,12-14 16,-8-16 0,3-9 0,-2-3-5,13-6 0,-6-7 30,-3-11 0,-17-2 88,-36-5-18,-28 31-19,-8 26 0,-2 14-20,14 2 0,3 5 0,1 1-59,-9 14 1,9 2-169,12 9 1,21-7-4757,44-26 1,16-11 4861,-24-3 0,2-4 0,18-8 0,-8-6 0,-27-4 0</inkml:trace>
  <inkml:trace contextRef="#ctx0" brushRef="#br0" timeOffset="67593">1844 9968 12589,'2'-59'3276,"-1"1"1,1 19 0,-3 5-538,-10-1-2341,-22 87-376,14-21 1,0 4-102,-1 3 0,1 5 1,1 0-586,-2 14 1,2-1-1900,0 4 1,1-3-2000,5-12 0,-1-7 5620,-5-8 7955,2-78-7608,14 15 1,5-4-420,2-14 0,9 4 291,34 9-924,7 37-320,-12 29 1,2 10-1373,3-2 1,0 3 853,-13-10 0,0 1 1,-3-4-1,4-2 1,-4-4-1,7 0 1</inkml:trace>
  <inkml:trace contextRef="#ctx0" brushRef="#br0" timeOffset="67878">999 11094 20929,'-51'31'665,"1"1"1,-1-1 0,1 1-1,-4 1 1,4 0 0,30-14-429,52-23 0,34-16 0,1-2-218,-18 7 1,1-2 0,2-1 0,4-2-303,-2 0 1,5-2 0,2-1 0,1-1 0,0 1 0,-2 0 45,-2 3 1,-1-1 0,0 0 0,0 1 0,-2 0-1,-2 1-36,0 0 1,-2 0 0,-1 0 0,-1 2-1,-2-1 1,3 1 0,-1 0 0,-3 1-1,-6 2 1,0-1 0,0-1 0</inkml:trace>
  <inkml:trace contextRef="#ctx0" brushRef="#br0" timeOffset="69709">5514 9384 19328,'-39'36'707,"0"-1"1,0 0 0,8 11 0,4 4 0,9 4-679,11-2 1,8 4-1,3 3 1,3 1-688,0-4 1,3 1-1,2 2 1,1 0-1,0 1 536,-2-8 1,2 2-1,0 0 1,0-1 0,-1 1-1,-1-1-150,1 9 0,-1 1 0,-1-1 0,-3-1 0,-2-3 367,-4 3 1,-2 0 0,-5-5 0,-5-5 70,-9-1 0,-6-6 0,-5-18 108,-22-32 1,2-24-197,11-18 1,14-15-84,17 13 0,6-5 0,7-3 0,4 3-12,6 3 0,6 3 0,4-1 0,2 2-220,4-5 1,4 1 0,2 1 0,2 1 219,1 3 0,3 1 0,1 1 0,-2 2 28,-2 4 0,-1 1 1,-1 1-1,-1 2 513,5-5 1,-2 1 0,-5 3-242,1-4 0,-10 4 1028,-11-6-628,-20 26 56,-3 10-694,29 24 1067,17 25-1095,-10-13 0,3 1-10,0 0 0,2-4 18,-1-10 0,-1-9 127,24-29-32,-34-5 0,-5-7 62,-5-7 0,-6-1 53,-9 2 1,-5 1 39,-15-20-370,3 28-270,19 18-800,39 22-1577,-6-3 0,4 0 2742,11 2 0,-2-1 0,13 2 0,-15-6 0</inkml:trace>
  <inkml:trace contextRef="#ctx0" brushRef="#br0" timeOffset="70092">6724 9601 24794,'-25'40'442,"12"19"-406,16-8 1,4 3-26,1-7 0,0-4 141,5 10 167,2-48-33,1-48-171,-7 9 0,2-4-23,9-9 0,5 0-39,-4 12 1,3 5-10,10 2 1,2 9-84,25 25-56,-6 27-202,-32-6 0,-3 4-1204,0 0 0,0-1 1501,6-4 0,-2-4 0,3 6 0,3-17 0</inkml:trace>
  <inkml:trace contextRef="#ctx0" brushRef="#br0" timeOffset="70559">7479 9709 15272,'2'-4'4573,"3"-34"1,-4-7-3611,-10 14-761,6-15 0,-5 11 16,-27 48-185,15 12 1,3 7-73,-1 11 0,8 5-9,8 6 1,11-1-200,16-9 1,11-8-82,12-12 0,7-13 154,7-17 1,0-13 212,-21 0 0,-2-5 0,-3-6-161,-1-7 1,-4-6 0,-2-2 235,-2-6 0,-4-4 0,-3 0 145,-3 0 1,-5-1 0,-1 2 38,-4 6 1,-3 1 0,-2 5-36,-3-3 0,-5 9-257,-6 18 106,5 69-95,7 0 0,2 11-58,-1-16 0,0 4 1,0 2-1,2-2-168,1 9 0,1 0 0,3 1-1874,3-9 1,2 2 0,1-2 0,0-7 1546,4 1 0,1-7 0,5-2 0,-1-9 0,-11-18 0</inkml:trace>
  <inkml:trace contextRef="#ctx0" brushRef="#br0" timeOffset="70910">7936 9748 24648,'29'-33'-28,"1"1"0,0-1 0,5-9 0,3 4-8,5 18 1,5 4 0,-4 0 46,-7-3 0,-4-2 129,1-4 0,-6-1 673,-10-8 240,-20 10-908,-2 15 107,-11 27-190,7 25-118,5-7 0,2 2-454,5 5 1,4 0-170,7-2 1,2-3-1,5 6 1,3-19 0</inkml:trace>
  <inkml:trace contextRef="#ctx0" brushRef="#br0" timeOffset="71110">8691 9158 24827,'-26'-38'232,"0"0"1,-14 1-1090,42 72 857,7 3 0,2 0 0,-2 3 0,11 5 0</inkml:trace>
  <inkml:trace contextRef="#ctx0" brushRef="#br0" timeOffset="71492">9044 9299 19456,'0'-3'6458,"0"1"-6032,0 2-180,-59 40-167,36 19-88,-10-18 1,8 3-132,34 3 0,14-4-6,21-1 157,-2-28 1,3-12 30,-9-18 0,-4-10 47,-2-8 1,-8-7-15,-9-11 1,-11-3-6,-7 5 0,-8 1 25,-13-3 1,-5 6-85,10 18 0,0 5-252,-18-4-3052,44 69 3293,9 7 0,4 4 0,-9-25 0</inkml:trace>
  <inkml:trace contextRef="#ctx0" brushRef="#br0" timeOffset="71893">9427 9279 26648,'36'-2'235,"-1"0"0,-2 15 1,-8 10-234,-16 15 1,-8 6-14,1-1 0,-2-3 33,-4 12 6,5-53 39,27-49-17,-3 4 1,6-4-20,-6 14 1,2 1 0,3 1 24,17-11 0,4 9-39,-2 15 0,1 11-34,-3 16 0,-2 9-148,-5 11 0,-6 6-4751,-7 10 1,-7 1 4895,-8-9 0,-4-2 0,-3 15 0,-5-34 0</inkml:trace>
  <inkml:trace contextRef="#ctx0" brushRef="#br0" timeOffset="76159">11577 9302 18980,'-10'-35'3077,"0"0"1,-5-4-2635,-11-14-168,13 92-158,9 16 1,5 10-102,0-19 1,2 1 0,1 2-165,3 15 0,2 2 0,2-2 108,1-8 1,2-3 0,-1-1 42,2 12 0,-2-4 79,-5-8 0,-11-17-93,-38-47 13,16-9 1,2-11-5,2-6 0,2-9 1,3-4-567,5 1 1,4-6-1,1 0 1,0 2 572,-1-3 1,1 2-1,0-3-2,3 0 0,0-6 0,1 3 0,1 7 11,2-4 0,2 7-3,-1-5 0,5 6 203,17-2-208,12 45-6,19 39-14,-24-6 0,0 4-14,10 13 0,-3 3 1224,-11-4 0,-5 1-1151,-8-6 0,-11-2-29,-38 6 1,-15-8-48,12-16 1,-4-5-640,-17 6 1,4-9 669,17-21 0,23 6 0,18-6 0</inkml:trace>
  <inkml:trace contextRef="#ctx0" brushRef="#br0" timeOffset="76726">11994 8934 21209,'-3'0'3081,"1"0"-2605,2 0-370,52-18-39,0 48-84,-9-19 1,-1 5-18,-11 20 1,-11 7 38,-12-5 1,-9-1 296,-19 15 113,-10-33-202,22-50-188,22 0 0,9-4-36,9-10 0,5-1 19,3 5 1,1 0 61,1-1 0,-4 3 131,-1 1 135,-14 6-56,-28 31-89,-2 12-141,3 7 34,11 33-266,-1-20 0,3 2-681,1 6 1,2 2 862,3 3 0,-1-4 0,1 1 0,-3-6 0</inkml:trace>
  <inkml:trace contextRef="#ctx0" brushRef="#br0" timeOffset="76926">12553 8552 22576,'32'26'-2719,"-13"-12"1,-6-2 0</inkml:trace>
  <inkml:trace contextRef="#ctx0" brushRef="#br0" timeOffset="77526">12770 8753 20240,'0'-4'5394,"0"1"-5002,0 3-201,36 59-146,-19-9-31,6 2 0,1 3 5,-16-20 1,0-3 86,13 15 51,12-48 39,13-45-140,-16 8 0,-1-4-20,-1 1 1,0 2-21,-6 7 1,1 7-28,13 10 6,-3 42 21,6 21-44,-17-21 0,2-3-22,31 5 50,5-42 36,-30-17 1,-5-9 2,-4-5 0,-6-5 24,-5 2 1,-2-5 0,-3 2 134,-3-14 1,-3 2 81,0 5 0,-1 6-185,-2-10-89,1 67-6,7 51-23,1-5 1,3 5-150,0-11 0,1 3 1,3 0-1046,3 1 0,2 1 0,1-3 1217,0-5 0,2-1 0,-1-6 0,1 1 0,-1-7 0,7 3 0</inkml:trace>
  <inkml:trace contextRef="#ctx0" brushRef="#br0" timeOffset="77725">13305 8681 21114,'-3'-3'4033,"0"0"-3963,39-28 0,24-8-331,-20 26 1,3 1 260,8-11 0,6-6 0,-6 9 0,-13 14 0,-5 5 0,16 1 0</inkml:trace>
  <inkml:trace contextRef="#ctx0" brushRef="#br0" timeOffset="78641">14499 8429 22996,'-2'-54'1040,"-1"-1"0,1 11 0,0 20-922,2 57-85,-2 11 1,-3 9-5,-1-9 1,-2 3 0,-1 1-158,0 6 1,0 2 0,-1-2 125,1-5 0,0-2 0,1-3 100,-1 3 0,6-10 132,8-21-79,2-62-104,-5-1 1,-2-7-26,-2 10 1,0-3 0,0 0 27,-2-7 0,1-1 1,1 3-40,1-10 0,2 5-22,3 8 0,8 11 39,38 17-26,-9 46 1,0 13-14,-7-12 0,-1 4 14,-1 11 1,1 8 0,0-3-4,6 5 0,0-4-31,-2-2 1,2-5 198,2-7 1,-2-17-40,5-40 0,-28-9 0,-7-10-72,-7-5 1,-4-8 0,-2 1 13,2 3 0,-1 1 0,-1-1-19,-2-1 0,-1 0 1,2 5-51,1 5 1,2 7-523,2 5 520,33 32 0,-23 1 0,23 4 0</inkml:trace>
  <inkml:trace contextRef="#ctx0" brushRef="#br0" timeOffset="79226">15765 8139 23114,'2'-60'1445,"0"0"0,-1 12 0,-3 21-1210,-9 50 0,-1 19-104,-2 16 1,3 11-468,4-20 1,-1 6-1,2 4 1,3-1-1,5-1 108,6-5 1,4-1 0,3 0 0,1 0 0,-1-1-731,0 12 0,-1 0 0,3-3 0,8-7 958,9-9 0,7-4 0,2-6 0,-6-8 0,-2-8 0,-2-5 0,27 4 0</inkml:trace>
  <inkml:trace contextRef="#ctx0" brushRef="#br0" timeOffset="80743">14072 9153 8948,'-3'-1'7008,"0"1"-6812,-34-6-303,26 4 415,-28-1 1221,29 10 118,-12 4-566,-8 2-292,-5-1 52,3-5-118,2 0-147,-5 0-212,8 0-274,12-4-45,54-19-34,4 0 0,8-3-8,-7 3 1,3-2 0,2 0-67,4-1 0,1 1 1,-2 1 64,12-4 1,-6 3 33,-16 5 1,-13 6-26,-23 8 1,-57 15-1,6-4 0,-5 2 39,-8 3 1,-3 0 16,1-2 0,1 0-25,9-3 0,5-1-8,-14 0-51,53-15-22,36-11 0,23-5 19,-5 1 0,5 0 5,1 0 0,4-2 0,-4 3 51,4-1 1,-5 3-35,-6 1 1,-19 8-92,-38 16 122,-24 5 1,-12 3-25,7-1 0,-2 0 1,-1 1-5,-19 7 1,3-1-34,14-6 0,8-3-347,6-5-1081,52-25 677,26-12 1,-11 6 0,-5 3 0</inkml:trace>
  <inkml:trace contextRef="#ctx0" brushRef="#br0" timeOffset="84125">16468 8519 15698,'-2'-35'3811,"1"0"1,3-15-3605,-3 10 0,4 4 269,13 13 62,5 49-353,-3 22-124,-10-8 1,-2 3-29,-1-4 1,-1-2 17,1 20 459,1-21-281,-10-44-66,-5-19-1,0-4 1,3-5-60,7-10 1,4-2-88,1 5 1,6 2 28,13-3 0,8 9-28,-3 19 0,2 8-26,7 9 1,1 6 13,-7 5 1,-2 6-37,6 11 0,-3 3-451,-8-6 1,-1 1-2292,2 2 1,-1-2 2772,9 2 0,-15-14 0,-8-14 0</inkml:trace>
  <inkml:trace contextRef="#ctx0" brushRef="#br0" timeOffset="84409">17384 7900 24396,'-5'-45'763,"1"-1"1,-1 5 0,8 15-585,23 49-129,-2 3 1,2 7-42,-1 0 1,2 5-1,-1 3-5,-1-1 0,1 4 1,-2 2-1,-2 2-586,0 4 1,-2 3 0,-2 1-1,-4 1 582,-4 0 0,-4 2 0,-1-2 0,-1-4 0,1-2 0,-2-4 0,-4-4 0,-12 0 0,0 0 0</inkml:trace>
  <inkml:trace contextRef="#ctx0" brushRef="#br0" timeOffset="85259">18451 7780 20963,'-4'-3'1792,"-31"-9"0,-9 3-1590,2 21-155,-5-12 1,4 6-42,20 53 5,38-3-11,6-25 0,5-4 0,2-9 0,3-4 3,22 1 0,-3 1 86,-18 13-78,0 23-19,-46-18 0,-11 3-18,1 1 1,2 0-31,4-3 0,5-1-84,9 10-67,49-24 168,7-16 33,5 0 34,-33 31-5,-46 27-4,5-21 1,-3 4-19,0-6 1,-1 2 0,2-2 15,0 9 0,4-1 0,4 5 0,10-1-40,14-14 1,8-6-2123,11-7 0,5-5 2145,22 4 0,-9-17 0,-35-6 0</inkml:trace>
  <inkml:trace contextRef="#ctx0" brushRef="#br0" timeOffset="88025">10302 10914 21702,'4'-44'1784,"0"1"0,0-9-1644,-7 96-196,0-6 0,3 2-2230,6 9 1,2-1 2285,-3-11 0,2-4 0,11 10 0,-9-34 0</inkml:trace>
  <inkml:trace contextRef="#ctx0" brushRef="#br0" timeOffset="88393">10625 10550 23377,'-45'17'173,"0"1"1,6 0 0,13 4-163,39 34 67,21-23 186,9-42 88,-7-26 63,-27-19-17,-25 7-280,-13 18-146,-3 34-231,12 29-2507,25 28 2766,17-4 0,-1-18 0,2-22 0</inkml:trace>
  <inkml:trace contextRef="#ctx0" brushRef="#br0" timeOffset="88625">11042 10564 19496,'0'-6'6480,"0"2"-6026,-40-1-272,25 38 0,4 15-154,-5-5 0,-2 4 0,5 5-428,8-5 0,3 5 0,3 2 1,2 1-1,-1 0 93,1 3 0,1 1 0,2 0 0,0 1 0,-1-1 307,2 3 0,-1 2 0,1-1 0,0-4 0,0-4 0,2 4 0,0-6 0,-1-2 0,-2 9 0,1 1 0</inkml:trace>
  <inkml:trace contextRef="#ctx0" brushRef="#br0" timeOffset="88775">10798 12027 18997,'-3'-57'782,"0"-1"1,-1 1-1,1-1 1,7 1-1,4 0 1,3-1 0,4 2-730,5-4 0,5 0 0,3 2 0,4 2-560,1 3 0,4 2 0,3 2 0,0 2 507,2 3 0,2 2 0,-1 2 0,-4 4 0,10-8 0,-4 6 0,-6 8 0,-1 1 0</inkml:trace>
  <inkml:trace contextRef="#ctx0" brushRef="#br0" timeOffset="89242">11617 10731 22884,'-4'-45'1061,"0"0"1,1 1-1,1-12 1,-3 17-956,-3 31 45,0 68-104,3-6 1,2 8-72,2-8 0,1 3 0,5 0-461,6 2 1,6-1-1,6-3-2792,8-3 0,6-4 0,2-5 2679,10 2 0,1-10 0,-2-12 0,-7-8 0,-14-9 0</inkml:trace>
  <inkml:trace contextRef="#ctx0" brushRef="#br0" timeOffset="89908">12316 10701 24402,'-6'-42'899,"-1"0"0,13-3-686,14 77-115,-2 8 0,-2 7-59,-6-4 0,-3 1-17,1 4 1,-4-3 162,-9 20 173,-3-45-223,0-31-68,5-20 0,3-10-14,5-1 0,2-3-39,2-5 0,5 2-3,9 5 1,7 7-1,0 15 0,3 7-17,3 2 1,3 8-20,12 18 0,-1 9-202,-5 4 0,-3 5-2335,-8-3 1,0 3 0,-3-2 1882,1 3 1,-5-1-1,7 14 1,-25-36 0</inkml:trace>
  <inkml:trace contextRef="#ctx0" brushRef="#br0" timeOffset="90108">13161 10556 22049,'-1'-3'882,"24"-28"1,19-9-2169,-2 20 1,6 0 1285,-1-8 0,2-5 0,-2 7 0,-2 11 0,-3 4 0,13-1 0</inkml:trace>
  <inkml:trace contextRef="#ctx0" brushRef="#br0" timeOffset="90308">13398 10712 24923,'58'-28'-214,"-1"0"0,-2 1 0,-21 11 0,0 0 0</inkml:trace>
  <inkml:trace contextRef="#ctx0" brushRef="#br0" timeOffset="90559">14006 10313 25517,'56'-30'-309,"0"-1"0,3 3 0,-2 4 0,-18 10 0,-2 3 0,23-4 1</inkml:trace>
  <inkml:trace contextRef="#ctx0" brushRef="#br0" timeOffset="90775">14231 10466 25433,'10'21'-1625,"29"-16"1625,0-19 0,1-5 0,19-5 0,-31 11 0</inkml:trace>
  <inkml:trace contextRef="#ctx0" brushRef="#br0" timeOffset="91225">15069 10125 20683,'-1'-39'3240,"0"0"0,-5 3-3069,3-8 0,-3 12-110,-9 44-10,0 48-74,6-12 1,1 6-437,2 10 0,4 2-3745,7-1 0,3-3 3525,0-18 1,2-6 0,13 13-1,-15-40 1</inkml:trace>
  <inkml:trace contextRef="#ctx0" brushRef="#br0" timeOffset="91626">15420 10109 18268,'1'-7'7764,"-1"1"-7299,-16-28-174,-1 60-252,-14-3-22,18 16 0,7 7-71,5-5 1,8-3-115,27 9 208,24-40 30,-25-19 0,-2-8 50,-4-10 0,-7-7 0,-4-5 1,-7-2 72,-10 3 1,-7 2-74,-6 8 0,-6 5-64,-30 5-252,3 36-1120,18 25-8515,33 19 9541,6-11 1,9-13-1,-12-26 1</inkml:trace>
  <inkml:trace contextRef="#ctx0" brushRef="#br0" timeOffset="91876">15753 9810 28042,'41'5'56,"0"-1"0,-1 21 0,-4 13-133,-8 10 1,-4 12 0,-8 2-2382,-11-9 0,-6 3 1,-3-1-1,1-4 1157,2-4 1,0-3 0,-5-2-1,-17 21 1,1-17 0,14-36 0</inkml:trace>
  <inkml:trace contextRef="#ctx0" brushRef="#br0" timeOffset="92808">17008 9696 23293,'-44'0'281,"0"0"1,0 0-1,-17 3 1,11 8-204,21 33 40,32-9-29,49-13-70,-8-21 1,3-5 33,3-1 1,-3-1 38,-7-1 1,-8 1 266,-11 5-124,-48 21-165,3 0 0,-2 3-28,-6 10 0,2 3-42,4 3 0,5 1 11,6-4 0,9-1-14,17-3 1,9-6 18,29-1 12,12-8 62,-22-13 106,-40 13-56,-20 9-20,-11 9 1,-2 4-91,12-8 1,1 1-11,-8 13 0,9 2-177,25 9-3131,44-17 3288,-16-31 0,1-4 0,24-3 0,-20-8 0</inkml:trace>
  <inkml:trace contextRef="#ctx0" brushRef="#br0" timeOffset="94575">15439 11816 19809,'5'-53'1728,"0"1"1,2 8 0,6 10-1297,25 14-242,-8 29 1,1 12-163,4 8 0,0 7-20,2 11 1,-3 3-51,-5 1 0,-8 0 22,-10-3 1,-11-5 58,-26 11 22,-13-67-36,21-23 1,11-11-15,12 4 0,10-5 0,2 3-59,8-15 1,9 6-181,-2 19 0,5 4 0,2 6-702,9 7 1,3 9-1169,8 2 1,0 5 1329,-15 3 1,-2 3 1178,-5 0 1,-6 2 2764,-12 3-823,-22 3-1317,-8-3-689,4 0-94,24-3-225,30-16-6,-13 0 0,1-3 40,-1-5 0,-3-6 22,-8-2 0,-8-3 246,-18-22 62,-30 13-6,-27 37-310,29 15 0,3 8-62,1 10 0,8 6-14,6 6 0,11 1-28,10 1 0,12-4-84,21-4 0,8-9 8,-3-10 0,4-10 61,-5-10 0,2-6 1,-2-7 64,-8-8 0,-2-6 1,-3-3 13,9-14 1,-6-6-138,-13 3 0,-4-4 1,-5-1 178,-6 6 0,-3-1 1,-2 1 53,0-1 1,-2 1 0,-1 2 104,-1-7 1,-3 6-53,-4 0-185,2 43 17,3 43-31,4-2 0,2 5-31,3 18 0,3 5-149,-1-18 0,2 1 0,2 1-2967,4 5 0,2 0 0,0-4 3161,1 0 0,-1-4 0,1-4 0,-3-9 0,-10-20 0</inkml:trace>
  <inkml:trace contextRef="#ctx0" brushRef="#br0" timeOffset="95441">16853 11626 19781,'-3'-6'2305,"1"-28"0,8-7-2417,32 0-208,-13 8 1,3-6 0,3 5-182,14 8 0,5 4 256,-8 0 0,3-2 0,-6 1 500,-2-3 0,-4 0 243,-2-3 1,-6 1 1013,-7-11-184,-13 20-1115,-7 15-11,-7 49-186,4-11 1,3 3-23,1 7 1,5 2-46,12 4 1,10-7 16,0-17 1,4-7 30,5-3 0,0-9 67,-1-19 1,-5-9 120,1-33-93,-18 13 1,-4-1-63,-8 8 1,-2 1-143,-5-25-604,2 34-1435,10 26-4884,7 20-2796,17 2 8661,12-14 9784,2-28-935,-6-16-4475,-15-3-2150,-15 17-293,-3 32-436,-4 24-252,2-1 0,1 3-57,5 24-4,4 1 27,-2-36-11,1-29 33,1-28 23,2-5 0,4-3 0,3 4 0,2 2 0,6-5 0,3 5-39,1 15 0,2 8-34,0 11 0,0 8-126,-1 4 1,-3 6-1805,-5 7 1,-3 1 1918,5 13 0,-17-10 0,-9-24 0</inkml:trace>
  <inkml:trace contextRef="#ctx0" brushRef="#br0" timeOffset="97725">17829 11161 12253,'-8'-5'8396,"2"1"-6614,-13-11-1278,14 11-101,-12-11 67,29 20-106,16 6-289,2-1 1,6 0 5,11 3 1,5 2-74,8 4 1,0 2 5,-3 3 0,-6 3 36,-11 3 0,-11 3-11,-19 0 1,-12 1-32,-14-2 1,-11-2-4,-10-2 1,-6-5 145,-10-4 0,1-8 42,14-6 1,3-9-40,2-14 0,10-10 70,21-12 0,12-7-98,6-14 0,7-2-89,-2 18 1,3 0-1,2 1-34,2 4 1,1 0 0,1 5-94,9-8 1,0 9-499,-10 11 0,-2 11-4352,3 22 4940,-20 16 0,-8-2 0,-2-8 0</inkml:trace>
  <inkml:trace contextRef="#ctx0" brushRef="#br0" timeOffset="98309">17898 11280 13037,'-3'0'9315,"0"0"-8542,-20-31 112,38 9-280,-8-26-258,44 23-134,3 10-113,0 27-83,-25 5 0,-1 7-28,1 10 0,-3 5-23,-2 5 0,-5 4 20,-8 2 0,-8-1 25,-11-4 1,-9-3 35,-8-8 1,-5-7 37,-22-7-18,9-54-51,35-8 1,9-7 3,0 3 0,5-2-34,5-10 0,7 2-186,11 12 1,5 6-190,-3 4 0,4 2-1782,12-2 1,1 3 2170,-14 12 0,-2 2 0,14-10 0,-26 15 0</inkml:trace>
  <inkml:trace contextRef="#ctx0" brushRef="#br0" timeOffset="98726">18717 10862 19871,'6'-1'4766,"0"1"-4430,7 26 0,1 15-154,-4-5 1,1 3-118,4 3 0,1 4 1,-2-2 54,-1 12 0,-3-5 40,-2-16 0,-1-5 372,-3 4-269,-8-62-140,3-16-31,7-6 1,5-4-26,5 10 0,3 2-39,5-5 0,6 5-3,11 12 1,2 11-38,14 12-30,-20 10 0,-4 8-1262,4 40 1304,-14 8 0,-9-18 0,-13-11 0</inkml:trace>
  <inkml:trace contextRef="#ctx0" brushRef="#br0" timeOffset="99959">20024 10886 17899,'0'-3'5736,"0"1"-4611,5-32-150,-3 25-51,3-26-621,-5 34-135,0-1-96,0 1 12,0 0-33,0-1 66,0-3 40,2-6 56,0-3-107,2 2-139,-2 10 83,3 37 45,0 30-84,-3-17 1,1 4-7,-1 1 1,-1-1 19,-1-8 0,0-3 188,0 10 73,0-33-240,13-50-46,3-3 0,5-6 0,9-11 0,3-1 0,5 1 0,2 3 0,-2 11 0,3 9 0,-2 12 0,1 10 0,1 13 0,0 8 0,1 7 0,-4 7-833,-3 8 1,-7 5 832,-10 2 0,-6-2 0,-2 12 0,-13-18 0</inkml:trace>
  <inkml:trace contextRef="#ctx0" brushRef="#br0" timeOffset="101808">12715 12908 18688,'-3'0'4812,"1"0"-4621,16-19-133,17 6 1,6 2-40,-1-5 1,1 1-20,10 2 0,-3 5 163,-2 15 13,-63 17 1,-18 7-113,14-8 0,-2 1 14,-14 5 1,-6 4 0,6-2-23,7 1 0,5 1-37,3 2 1,7 0-3,15 20-23,47-11 0,1-21 12,-13-10 0,-1-2-18,5 2 24,-14 9 38,-43 20-25,-1-15 0,-2 1-39,3-2 0,1 0-25,-11 25 78,43-22-39,11 0-33,18 0 5,1 4 56,-17 11-84,-24 8-31,-25-14 0,-10-2-1255,-1-8 1,-2-4 1341,1 0 0,1-3 0,-6-6 0,31-15 0</inkml:trace>
  <inkml:trace contextRef="#ctx0" brushRef="#br0" timeOffset="106925">11350 14809 17333,'18'-46'1819,"0"0"0,0 0 0,5-14 0,-8 6-917,-15 1-728,-20 30-138,-13 43 1,-7 18-23,3 1 0,0 6-149,2 2 0,0 6 1,6-1 2,5 12 1,15-2-111,19-9 1,16-9-104,28-17 1,12-16 293,-11-13 1,2-8 0,1-4-71,2-6 0,0-4 0,-4-4 231,-7-1 0,-4-4 0,-5-1 142,5-12 0,-10 1 17,-15 13 0,-8 3-146,-15-3 155,-29 62-306,3 10-28,9-5 0,8 1-101,22 7 495,45-33-324,-23-17 0,2-7 87,11-16 1,-4-8 74,-15 0 0,-7-2 6,-7-3 0,-8 1-53,-12 8 0,-8 5-34,-34-3-39,-13 42-73,32 10 1,3 8-178,4 9 1,6 4-502,7-1 1,10 0-1236,15-5 1,10-6-1272,15-12 0,8-11 2865,10-13 0,2-11 2245,-1-9 1,-5-6 31,-9-5 0,-8-4-852,-10 6 1,-6 0 64,-1-10-925,-9 21-106,-1 28 52,0 28-58,-2 29-106,-4-22 1,-1 2-21,-3-3 1,0-2 19,2 10 90,30-62-73,8-29-9,-3 6 1,2-1 8,-8 11 0,-2 3-39,21-11 22,-21 39 28,-15 35 0,-6 9-89,5 15-79,13-26 90,21-25 67,-15-20 0,0-10 64,3-6 1,-2-6 119,-5-6 1,-5-3 101,-5 3 0,-6-1-40,-7 6 0,-4 1 118,-7-13-212,-3 21-208,3 16-6,5 28 23,6 23-40,3-7 1,3 2-169,6 10 1,3 1-188,4 0 0,-2 0-1160,-5 2 1,-9-2 886,-10-9 1,-5-3 0,-9 11-1,-14-24 1</inkml:trace>
  <inkml:trace contextRef="#ctx0" brushRef="#br0" timeOffset="107375">13435 14340 25180,'-26'40'312,"1"1"0,7-10 0,3 1-301,-6 14 0,7-1-235,25 14 68,15-20 161,34-33 143,-28-23 1,-2-7 19,-3-1 0,-3-5 157,-3-18 0,-10-2-110,-12 13 1,-5 1-132,-1-2 0,-4 4-95,-22-2-566,1 46-1647,12 38-2692,11-8 1,3 2 2798,3 21 0,3-13 0,0-43 1</inkml:trace>
  <inkml:trace contextRef="#ctx0" brushRef="#br0" timeOffset="108091">13617 14799 21836,'4'3'2364,"20"-28"0,8-17-2121,-9 9 1,2-5-177,8-10 0,6-6 1,-2-2-299,-10 12 1,-1 1-1,-1-3 1,-1 0 251,-1-6 0,-1-2 0,-2 0 0,-1-2 33,-1-1 1,-1-2 0,-3 1-1,-4 2 84,-3-9 0,-4 3 1,-4 3 130,-4-7 0,-5 11-280,-11 5 198,-6 85-173,10 13 0,2 12-31,3-3 0,1 6 1,3 3-432,5-11 1,1 2 0,3 1-1,2-2 131,1-4 1,2 0 0,2-2 0,6-2-2237,11 12 1,8-4-1,3-10-2363,8-6 1,4-14 3525,8-15 0,-2-16 5898,-12-21 1,-6-11-613,-6-3 0,-5-1-2418,-8 6 1,-4 3-454,-6-3 567,-12 25-1597,-2 16-35,7 9-16,17 5-61,22-4 134,16-22 184,-2-23 124,-19-18 162,-29-1-95,-19 15-134,-21 30-113,-11 41-165,20-6 1,2 7-225,0 7 1,5 4-436,9-1 1,5-2 0,-3 9-1,17-20 1</inkml:trace>
  <inkml:trace contextRef="#ctx0" brushRef="#br0" timeOffset="108626">15528 14332 27018,'-35'-41'-447,"28"11"0,18 31 0,13 3 1</inkml:trace>
  <inkml:trace contextRef="#ctx0" brushRef="#br0" timeOffset="109808">16003 14507 25236,'15'-53'203,"0"1"0,0-1 1,1 0-1,1-4 0,0-1 1,0 0-1,0 0-187,-1 0 1,-1 0 0,0 0 0,0 0-366,-1-2 0,-1-1 0,-1 1 0,-1 1 440,0-8 1,-3 3 0,-2 4 28,-1-6 1,-8 14 389,-16 21-488,-1 56 1,-2 20-10,6-3 0,1 6 0,1 3-161,2-2 1,-1 4 0,3 1 0,2 1 117,1 0 1,3 2-1,3-1 1,3-1-135,3-5 0,3 1 1,3-3-1,4-4-176,7 3 0,4-4 1,5-9 75,20-3 1,5-16 279,0-21 1,-2-16 98,-4-15 1,-6-9 42,-15 10 1,-3-2 0,-3 1 224,2-14 1,-4 4 798,2-12-1121,-30 49 7,-20 53-71,14-11 0,1 3 418,4 4 0,6 0-599,28 20 133,3-42 1,5-9 123,28-18 33,-26-10 0,-6-9 54,-11-10 0,-8-4-57,-2 3 1,-4-1 36,-8-5 0,-6 3 22,-16-1-195,-8 27-124,-2 50-543,15 26-224,18-19 0,8 0-1468,11-5 0,9-5-2524,13-8 1,6-9 4033,10-10 1,1-9 5737,1-9 0,-2-7-2341,-8-5 0,-5-7-1163,-9-5 1,-6-2-429,1-16-414,-38 14-392,-38 65-99,18-5 1,1 5-32,-5 13 1,7 3-129,12 19 73,35-20 140,34-36-9,-20-15 1,-1-5 33,-4-3 0,-1-2 283,14-22-324,-25 28-57,-6 37 0,-8 24 0,-5 10 0,0 8 0,-3 3-200,1-12 1,-1 3-1,-2 0 28,-3 2 0,-3 1 0,-2-2-922,-5 2 0,-2-2 0,-1-1-2183,0-7 0,0-2 0,-1-2 2452,-9 13 1,1-10-1,-3-10 1,22-26-1</inkml:trace>
  <inkml:trace contextRef="#ctx0" brushRef="#br0" timeOffset="110341">18457 13490 19815,'-3'-59'2259,"1"-1"0,-2 10 0,-2 8-2013,-5 13 219,-13 58-310,8 10 0,-1 12 0,-1 3-129,3-8 1,-1 2 0,1 3-1,1 0-324,-1 11 0,-1 2 0,5 0 0,9-2-339,8-7 0,6-1 0,5-2 0,5-5 268,8 2 0,6-6 0,3-6 0,15 0 0,1-11 1,-17-18-1,-1-1 0</inkml:trace>
  <inkml:trace contextRef="#ctx0" brushRef="#br0" timeOffset="111708">19174 13681 19832,'0'-4'3240,"-2"-30"0,0-8-2512,1 15-695,-1-16 1,-1 14 50,-2 57-25,-1 4 0,0 7-65,-2 17 1,-1 3 19,1 1 0,1-1 25,1-12 0,1-5 247,2-2-130,11-64-108,-1-10 0,1-7-34,5-15 0,2-3-14,2 1 0,3 2-6,0 11 0,4 6-2,2 16 0,4 10 8,3 14 0,2 10-98,6 7 0,1 6-255,3 7 0,0 3-1938,5 4 1,-1-1 2290,-14-10 0,-2-2 0,16 11 0,-33-27 0</inkml:trace>
  <inkml:trace contextRef="#ctx0" brushRef="#br0" timeOffset="111960">19957 13368 20212,'-14'-45'1824,"0"-1"1,0 1 0,-1-9-1,0 10-1717,-2 12-34,38 47-40,6 7 1,4 6-36,-4 2 0,1 5 0,-1 4-32,-4 2 1,0 5-1,-3 3 1,-3-2-646,0 11 1,-5 1 0,-7 2 678,-8-8 0,-6 3 0,-3-2 0,1-7 0,-1 4 0,-4-8 0,-10-7 0,0 0 0</inkml:trace>
  <inkml:trace contextRef="#ctx0" brushRef="#br0" timeOffset="113442">11921 15709 22010,'1'52'264,"1"1"1,-1-1-1,-2 0 1,-1-1-1,0 0-68,-1-4 0,-1-1 0,-1-3 330,-3 9 1,-1-10 778,0-17-997,21-58-143,4-12 1,2-7-77,5-8 1,2-1-42,-7 19 1,1-1 0,2 3-10,13-12 0,4 8-25,2 14 0,3 9-23,2 13 1,1 10-73,0 12 0,-3 11-479,-1 10 0,-2 8-1337,-11-11 0,0 3 0,-2-2 1331,2 7 1,-1-4 0,-4-7-1,-4-6 1,-5-10 0</inkml:trace>
  <inkml:trace contextRef="#ctx0" brushRef="#br0" timeOffset="113659">13108 15730 27163,'26'4'-397,"-6"27"-1934,-9 17 1,-3 8 2330,-3-9 0,0-3 0,0 17 0,-1-34 0</inkml:trace>
  <inkml:trace contextRef="#ctx0" brushRef="#br0" timeOffset="113842">12980 15981 25046,'40'-35'-452,"1"0"0,-1 0 1,8-11-1,0 9 1,-2 25-1,-2 7 1,-1-3-1</inkml:trace>
  <inkml:trace contextRef="#ctx0" brushRef="#br0" timeOffset="114058">13738 15523 21114,'0'-5'6178,"0"1"-5999,-1-30-224,0 64 1,2 15-869,3-5-126,-1 20 0,1 4 1039,3-20 0,1-6 0,-2-6 0,2-10 0</inkml:trace>
  <inkml:trace contextRef="#ctx0" brushRef="#br0" timeOffset="114275">13499 15850 21926,'-4'0'4733,"0"0"-4442,4 0-50,121-71-177,-74 52 1,1-1-77,4-7 1,4-4 0,-6 6-465,-7 10 0,-10 5 476,-14 2 0,-13 5 0,-9 3 0</inkml:trace>
  <inkml:trace contextRef="#ctx0" brushRef="#br0" timeOffset="115458">14569 15697 22739,'4'-5'2592,"0"1"-12423,-16-29 7373,11 27 0,-10-26 1,12 34-1</inkml:trace>
  <inkml:trace contextRef="#ctx0" brushRef="#br0" timeOffset="115642">14668 16015 22795,'-2'9'3203,"0"-2"-3253,-12 29 0,-8 9-1880,1-15 0,-2 2 798,-10 24 0,1-1 0,-8-9 0,20-25 0</inkml:trace>
  <inkml:trace contextRef="#ctx0" brushRef="#br0" timeOffset="118060">11096 17437 21763,'3'-33'1182,"0"0"0,15 10-1101,-6 51 1,-2 21-57,5 11 0,-2 5-91,-4-15 1,-1 1 0,-2 1-34,0 3 0,-2 1 0,-2-4 71,1 5 0,-4-4 118,-1-6 0,-6-12 10,-13-26-38,-13-43-1,15-5 1,3-7-29,4 5 1,2-4 0,1-2-107,0-4 0,1-2 0,1 1 97,1 3 0,2 1 1,1 2 0,4-12 0,5 7-8,23-6-23,27 49-2,-21 21 0,0 8 16,-1 9 0,-3 6-50,-5 2 0,-8 4 179,-9-1 1,-9 0-135,-13-2 0,-8-3-51,-7-6 1,-4-6-1026,0-6 1,2-9 1072,-4-26 0,20 1 0,21-13 0</inkml:trace>
  <inkml:trace contextRef="#ctx0" brushRef="#br0" timeOffset="118608">11569 17390 24127,'41'-2'-153,"0"-1"0,2 7 0,-2 7-122,-2 12 1,-4 9 308,-10-1 0,-8 2 363,-21 26 270,-29-24-79,-7-34-364,20-35-241,38-28 11,2 23 1,5 1 13,6-2 0,3 2 51,-3 4 0,-2 3 328,12-14 324,-21 22-324,-15 15-320,-4 9-73,4 22 23,7 24-157,-2-13 0,2 2-591,4 7 0,2-1 52,1-2 1,0-3-1,5 6 1,-6-13 0</inkml:trace>
  <inkml:trace contextRef="#ctx0" brushRef="#br0" timeOffset="118825">12123 17135 18828,'-1'-4'4006,"0"0"-4689,1 4-1474,18 10-7674,10 22 9765,4-5 1,-6 5-1,-19-23 1</inkml:trace>
  <inkml:trace contextRef="#ctx0" brushRef="#br0" timeOffset="119442">12388 17273 24727,'29'-19'64,"-1"0"0,26 13-81,-32 37 1,-6 13-43,-2 1 0,-5 2 70,-6-4 1,-3-2 475,-4 15-285,-1-41 50,15-42 28,10-33-163,-3 22 1,1 2-57,-3 4 1,1 6-28,14 3-6,-6 45-129,3 21-28,7-2 152,7-26 83,13-41-39,-24-4 1,-2-9 74,4-15 1,-3-6-182,-8 12 0,-3-3 0,0 1 238,-3 1 1,-1 0 0,-1 3 63,1-10 1,-3 6-119,-2-7-117,-19 73-79,3 12 1,1 8-157,-1 16 0,3 4-253,5-13 1,3 2 0,1 0-1646,2 1 0,2 1 1,1-3 2104,5 7 0,1-4 0,-4-13 0,-2-6 0,-4-5 0</inkml:trace>
  <inkml:trace contextRef="#ctx0" brushRef="#br0" timeOffset="119643">12890 17271 19417,'-6'-4'3165,"1"1"-3519,16-30 1,15-6-823,25 16-419,-18-2 1,3-5 0,1 8 1594,8 14 0,-1 7 0,-9-2 0,-4 1 0,2-1 0</inkml:trace>
  <inkml:trace contextRef="#ctx0" brushRef="#br0" timeOffset="120175">13494 16973 25920,'4'13'364,"-11"41"-387,-3 7 1,-4 5-79,1-5 1,-2-2-4,-1 2 0,0-9 205,-1-14 129,16-51-23,9-50-52,-2 18 0,2-6 0,-1 1 71,1-14 1,0 0-98,-1-3 0,1 5-107,-2 21 1,3 14-74,18 28 57,6 30-12,-9 13 1,-2 6-21,-2-7 1,-1 1 5,0 3 1,3-4-15,1-16 1,3-11 44,18-29 68,3-28 61,-26-13 0,-7-10-40,-4 4 1,-3-1-66,-1 17 1,-1 0 0,-3 2-42,-4-11 0,-3 8-2077,-1 4 2083,-6 18 0,8 21 0,2 2 0</inkml:trace>
  <inkml:trace contextRef="#ctx0" brushRef="#br0" timeOffset="121075">14503 16898 17725,'1'-40'3792,"0"-1"0,-1-4-3338,2-1 0,-6 11-185,-12 35-99,-2 26 1,1 13-129,-3 15 0,4 6-104,7-11 1,1 3-1,8-1-722,10 0 1,6-1-1,8-5 784,6-6 0,7-4 0,-1-5 0,3 2 0,0-8 0,-2-13 0,0-1 0</inkml:trace>
  <inkml:trace contextRef="#ctx0" brushRef="#br0" timeOffset="122124">15250 16881 14969,'-3'-6'9517,"0"1"-8307,3 5-818,21-52 28,-8 73-213,13 0-188,-18 28 1,-7 12-31,2 0 0,0-2 53,-1-17 0,0-5 232,5-1-122,11-63-74,-6-2 0,0-5 31,7-24 1,2-3-80,-1 10 1,2 1-25,5-4 0,4 7-1,2 23 1,2 9-26,-3 8 1,2 8-77,8 14 1,1 9-569,0 8 1,-1 4-1794,-1-2 1,-1 1 1777,-3-3 1,-5-4 0,1 1 0,-21-20-1</inkml:trace>
  <inkml:trace contextRef="#ctx0" brushRef="#br0" timeOffset="122358">16145 16455 22767,'-21'-48'1454,"1"0"0,1 5 1,12 16-1187,60 57-254,-19-3 0,2 7-369,5 6 0,3 8 1,-5 4-26,-12-7 1,-3 5 0,-3 1-1,-5 0 15,-5 1 1,-4 1 0,-2-1 0,0-2-1,3 3 1,-1-3 0,-7-4 0,-17 0 0,0-1-1</inkml:trace>
  <inkml:trace contextRef="#ctx0" brushRef="#br0" timeOffset="123492">9475 18508 19557,'33'-49'662,"-1"0"1,6 3 0,2 9-635,19 12-28,-3 16 0,-32 26 263,-31 26-92,-9-11 1,-6 1-63,-4 3 0,-2-1-134,2-4 0,5-2 36,6 9 62,51-25-87,-2-12 0,5-4 5,9-1 1,1-1-4,0-1 1,-4 2 45,17 4-68,-40 25 12,-49 23 139,8-19 1,-2-1-141,-1 3 1,1-2-174,-2 10 432,34-18-287,26-9-128,26-4 86,-25 0 1,0 3-18,0 4 1,-2 3 53,-6 4 0,-5 4-129,-4 27-3489,-45-6 3674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48:47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5944 4184 20783,'0'-6'3658,"0"1"-3339,-17 5-224,-5 27 1,-1 15-43,-10 10 0,1 6-55,14-16 0,2 2 0,6 0 16,6 26 0,20-12 42,31-34 0,13-16 36,-3-6 1,0-12 114,-8-8 1,0-9-1,-8-6 108,-14-5 1,-7-5 0,-5-1-162,1-18 0,-12 0-63,-13 13 1,-8-1-1,-5 7-41,-10 6 1,-5 6-57,-3 1 1,0 12-298,-18 37-1960,40 13 1,8 7 2262,3 3 0,3 0 0,2-5 0,2-4 0,6 7 0</inkml:trace>
  <inkml:trace contextRef="#ctx0" brushRef="#br0" timeOffset="2016">7393 4463 16051,'-5'-7'4321,"5"-33"0,6-8-3032,-1 9-990,0-10 1,4 7-138,4 26 85,6 39-35,2 33-139,-11-12 0,-4 4-48,-4 2 0,-3 0-8,-1-5 0,-1-4 213,-5 10 223,3-38-358,-3-51-78,2-4 0,1-6 19,-2-12 1,0-2-23,0 5 0,0 3-65,-2-10 18,-4 85 35,3 15 1,1 9-14,-1 13 0,1 3 14,1 0 0,1-3-6,5-12 0,2-6 109,4 1 23,7-57-107,-5-15 1,0-8 10,1-12 1,1-4 2,-1 3 1,0 2-34,-3 12 1,1 7-17,-2 10-48,-3 70-205,0-17 0,0 3 266,2 29 0,0 0 0,-1-1 0,4 2 0</inkml:trace>
  <inkml:trace contextRef="#ctx0" brushRef="#br0" timeOffset="7034">5657 4990 14566,'59'0'214,"0"1"0,0-1 1,1 0-1,-8 1 0,1 1 1,1-1-1,0 1 0,2 1-222,5 1 0,2 2 1,1-1-1,0 1 0,0-1-523,0 0 0,2-1 1,-1 0-1,-1 0 0,-1-1 545,-7 0 1,0 0 0,-1-1-1,-3 0 1,-2 0 170,16-2 0,-4 0 0,-12 0 987,1-3-1066,-86 2 1,-30 3-68,16-1 0,-7 2 0,-3 0 0,-2-1-182,1 1 1,-2-1 0,-3 0-1,0 1 1,0-1 299,7 0 0,0 0 0,-1 0 0,0-1 0,0 1 0,1-1 35,-7 0 1,-1 0-1,1 0 1,2-1 0,2 0-83,-3-1 0,3 1 0,2-1 0,5 0-135,3 0 1,4 0 0,7 0 868,-8 1-643,89 9-151,17-5 1,13-2-79,-21-1 0,4 0 0,4 0 0,1-1-233,0-1 0,2 0 1,1 0-1,2 0 1,0 0 247,-6-1 1,0 1 0,1 0 0,1-1 0,-2 1 0,0 0-9,7 0 1,0 1 0,0-1 0,-3 1 0,-3 1 27,1-2 0,0 0 0,-6 1 0,-12 3 1310,11 10-1368,-77-6 1,-31 0 0,-5 0 56,10 0 1,-4 0 0,-4 1 0,-3-1-1,0 1-229,2 0 0,-2-1 0,-2 2 1,-1-1-1,1 0 0,0 0 281,2 0 1,-1-1 0,0 1 0,0 0 0,3-1 0,2 0 57,-1 0 1,1 0-1,3 0 1,2-1-1,5-1 20,-14 3 1,6-1-1,30-7 357,49-14-422,21 4 0,18 0 0,6 0-158,-13 1 1,3 0 0,4-1 0,1 1 0,2 0 12,-11 2 0,1 0 1,2 0-1,0 0 1,1 1-1,0 0 1,-1 0-1332,2 1 1,2 1 0,-1 0-1,1 0 1,-2 0 0,-1 1-1,-3-1 1327,7 0 0,-3 1 1,-1-1-1,-3 2 1,-2-1-1,16 2 1,-5 1-1,-14 0 1,-8 0-1</inkml:trace>
  <inkml:trace contextRef="#ctx0" brushRef="#br0" timeOffset="9318">8792 4398 21019,'4'-40'927,"1"0"0,-3 1-815,-8 62 0,-2 19-62,-3 9 1,-2 6-20,3-12 1,0 2 0,-1-1-12,0-3 1,1 0 0,-1-2 40,0 8 1,0-7 459,-1 8-157,13-58-191,10-51-120,-4 9 1,1-6-34,-2 11 1,1-2-1,1 1 26,-2 2 1,1 0 0,-1 2 23,2-10 0,0 6-70,4-9-67,-8 46 106,-3 57-42,-2-4 1,-1 4-12,1 12 0,0 3 25,0-1 0,-1-2 22,2-16 1,0-6 359,0 2-281,2-62-73,-6-8 0,-1-7-3,0-15 1,-1-3-4,0 1 1,-1 1-26,2 10 1,0 6-160,2-1 89,6 61-319,-1 8 0,-2 7-1812,-1 16 1,-2 2 2192,-1 2 0,-1-4 0,1-16 0,-1-5 0,-4 6 0</inkml:trace>
  <inkml:trace contextRef="#ctx0" brushRef="#br0" timeOffset="12316">7415 3758 17406,'-34'-12'515,"0"0"0,29-15-506,33 16 1,22 5-1,5 1-12,-2-4 0,5 1 1,2-1-1,2 1-581,-3 0 0,1 0 1,2 0-1,0 0 1,-1 1 553,0 0 1,1 1 0,-1 0 0,-1 1 0,-3 1-13,4-1 0,-2 1 0,-3 0 0,-5 3 553,23 0 1,-28 10-327,-55 13-99,-40-4 1,-22-4-49,22-4 0,-4 0 0,-3 0 0,-1 0-126,4-1 0,-1 0 1,-1-1-1,-1 1 1,2-1 176,-11 1 1,-1 0-1,3 0 1,2-1 25,-4 1 1,4-1 0,8-1-133,7-2 1,21-3 80,48-9 0,22-3-49,8 1 0,10-1 0,4-1-21,-16 3 1,3-1 0,3 1-1,0-1 1,1 0-5,-5 2 1,2-1 0,1 1 0,-1 0-1,1-1 1,-1 2-83,8-2 0,1 1 0,-1 0 1,-1 0-1,-3 1-413,3 0 1,-1 1 0,-3 0 0,-5 1 504,17 2 0,-11 1 0,-6 2 0,-55 5 0</inkml:trace>
  <inkml:trace contextRef="#ctx0" brushRef="#br0" timeOffset="13183">9924 4553 17003,'-1'-4'1593,"0"-35"1,8-10-1435,14 21 1,6-1-127,-1-9 1,3-5 0,4 8-10,7 12 0,5 7 1,0 4-25,0 1 0,1 4 0,-4 5-62,12 6 0,-11 12 76,-20 16 1,-15 7-15,-18-1 0,-12 3 0,-5 1-297,-9 5 0,-6 1 1,-3-2 310,9-11 0,-3 0 0,1-1 0,1-1-1,-5 3 0,2-1 0,5-3 142,-2-1 1,13-2 152,26 8-152,62-33-354,-24-8 0,6-4 1,3-1-1337,2-1 1,3-1 0,1-1-1,-2 0 1139,7-2 1,-1-1 0,-3 2-1,-5 0 1,-1 1 0,-10 2-1,1 2 1</inkml:trace>
  <inkml:trace contextRef="#ctx0" brushRef="#br0" timeOffset="14283">8554 5598 11962,'-53'4'1107,"1"0"1,-1 1 0,-9 0-1,27-4-788,76-11 1,35-5-280,-29 6 1,4 1 0,4 0-1,1-1-632,-2 0 1,3 0-1,1 0 1,2-1 0,1 2 484,-2 1 1,2 1-1,1 0 1,0 0 0,1 1-1,-1 1-106,0 1 0,-1 0 0,1 1 0,0 1 1,-2 0-1,-1 0 86,2-1 1,-1 2-1,-1-1 1,-1 1-1,-2 1 3,8 0 1,3 0 0,-9 2 0,-18 5 1393,-14 11-1186,-56-4 0,-23-1-27,3-2 1,-7-1 0,-5 1-149,6-2 0,-5 0 1,-3 0-1,-1 0 0,3 0 201,3-2 0,2 1 0,0-1 0,-1-1 0,-1 1 27,-4 0 1,-1 0 0,-1 0 0,1-1 0,1 0 147,6-2 1,-1 0-1,1 0 1,3-1 0,4-1-55,-7 1 1,4-2 0,3 1-106,-22 2 0,20-6 1113,41-9-1203,46-2 1,28 0-49,-17 3 1,5-1 0,5 1 0,1 0-341,1 0 1,2 0-1,3 1 1,1-1 0,0 2 251,-7 1 0,2 0 0,0 0 0,0 1 0,-1 1 0,-2-1-2,2 1 0,-1 0 0,0 1 1,-3 0-1,-2 1 95,5-1 0,1 0 1,-8 2-1,-15 4-3202,-10 10 2279,-64 1 0,-35 2 1381,29-7 1,-7 1-1,-4 0 1,-1 1 0,0-1-156,4-1 0,-1 1 1,-2-1-1,1 1 0,0-1 1,3 0-171,-4 0 1,-1 1-1,3-1 1,3 0-1,4-1-150,-9 1 0,5 0 0,28-7-450,47-10 1,22-5 473,-4 2 0,8 0 0,2 0 0,-4-1 0,3 0 0,-3 0 0,0 0 0,-2 1 0,0 1 0,0-1 0</inkml:trace>
  <inkml:trace contextRef="#ctx0" brushRef="#br0" timeOffset="15433">11518 4472 9279,'-3'0'9830,"1"0"-8654,2 0-890,38-67-256,-9 46 1,5 1-18,0-7 0,2-4 0,2 7-16,17 7 1,0 12 10,-8 8 1,-4 9 2,-11 6 0,-7 8 14,-9 7 0,-9 5 11,-8 3 1,-9 0 55,-7-1 1,-5-2 125,-5-5 1,-3-4 117,2-9 1,0-5 385,-15-4-358,21-20-280,25-8-106,33 2 2,1 13 0,5 6-16,14 8 0,2 8 2,-15-2 0,-1 3 1,-5 3 30,10 14 0,-16 4 34,-25 2 0,-17-2-45,-29-6 0,-15-7-388,8-11 1,-5-4-1,0-3-83,2-4 1,1-3-1,3-2 1,-2 1-1,7-2 1,-4-10-1</inkml:trace>
  <inkml:trace contextRef="#ctx0" brushRef="#br0" timeOffset="16418">9920 3931 15496,'-4'-2'1552,"0"1"-1330,27-12 0,28-8 0,2 3-163,-5 9 1,1 3 0,7-1-685,-5-2 0,5-2 0,4 0 0,3-1 0,-1 3 0,-1 1 575,-1 3 1,0 3 0,0 0-1,0 2 1,1-1 0,0 0-1,4 0 1,1 0-1,1 1 1,-1-1-1,-2 1 1,-1 0 72,0 0 0,0 1 1,-3-1-1,-2 1 0,-4 0-27,12 0 1,-5 0-1,-13 1 837,-4 4-727,-68-4 1,-19 1-9,-2-1 1,-7 1 0,-5 0-210,8-1 0,-4 0 0,-3 0 0,1 0 1,0 0 216,-8 1 0,1 0 1,-1-1-1,-3 1 11,10-1 1,-3 0 0,-1 0 0,-1 0 0,3 0 0,5 1 5,-6-1 0,5 1 0,2-1 0,-1 1-125,-16 0 0,2-1 1,11 2 1567,-3 4-1485,85-7 0,21-1-85,-1-2 0,5 0 1,7 0-178,-6-1 1,4 0-1,4 0 1,2 0-1,1 0 127,-2 0 1,2-1 0,1 1 0,1 0 0,-1-1 0,-2 1 16,-5 0 1,-1 0 0,0 0-1,-1 0 1,0 0 0,0 0 43,14 0 1,1 0 0,0 0 0,-7 0 0,-9 1-39,8-1 0,-18 0-120,-26 2 160,-39 3 1,-33 3 0,-13 1 0,4 1 30,9-2 0,-2 2 1,-2-1-1,-2 1 1,0 1 103,4-1 0,-2 1 0,-1 0 0,0 0 0,0 1 0,1-1-129,1 2 1,-2-1 0,1 1 0,2 0 0,3 0 0,5-1-13,-8 3 1,5-1 0,9 0 254,-14 14-314,83-26 0,34-7 0,7 0-1583,-20 2 1,7-1-1,3 0 1,2 0 0,-3 0-1,-4 0 1324,7-2 0,-3 1 1,-1-1-1,1 1 0,11-2 1,4 1-1,-7 0 1,-20 3-1,-16 2 0</inkml:trace>
  <inkml:trace contextRef="#ctx0" brushRef="#br0" timeOffset="17983">13499 4330 19848,'-7'-38'107,"19"8"-107,16 29-6,28 0 23,-19 1 61,-4-1 331,-32 6-34,-20 2-95,-13 5-25,-5-3 0,-4-1-48,-2-1 0,0-2-78,-5 1 1,0 0-2,8-3 1,4 0-106,-2 0-51,17 0 61,19 7 62,10 29 51,-1 6-87,-1-8 0,0 2 11,-2-1 0,-1-1 19,1 27 225,0-3 599,-2-36-253,0-12-346,18-41-246,17-6-71,-6 10 0,4 2-6,8 5 1,3 6-18,7 7 1,1 8-34,3 11 1,-3 10-38,-5 10 1,-9 8-182,-15 7 0,-17 3-703,-24 2 0,-17-4 980,-1-20 0,-6-4 0,1-3 0,-5 1 0,1-5 0,6-9 0,0 0 0</inkml:trace>
  <inkml:trace contextRef="#ctx0" brushRef="#br0" timeOffset="18667">11835 5583 18504,'-64'8'421,"1"0"0,-1 0 0,1-1 0,-9 3 0,4-1 0,37-8-242,71-19-168,1 9 0,13-1 1,7 0-1,3 1-634,-15 2 0,3 0 0,3-1 0,2 1 0,1 0 0,1 1 0,0 0 575,0 0 0,2 1 1,1-1-1,1 1 1,1 1-1,-1 0 1,0 0-1,0 1-53,-2 0 0,2 1 0,-1 0 1,0 1-1,-1 0 0,0 1 0,-2 0 1,-1 0-85,7 1 0,0 1 0,-2 0 0,-2 0 0,-3 2 0,-5 1 307,27 2 1,-7 2 0,-37 7-132,-50 9 1,-21 0 88,-9-7 1,-12-4-1,-6-1-125,12-2 0,-6 0 0,-4 0 0,-1 0 0,-1-1 0,2 0 177,0-1 1,0-1-1,0 0 1,0 0-1,-1-1 1,0 1-39,-3-1 0,-2 0 0,0 0 1,1-1-1,0 0 0,3-1-44,-2 0 0,1 0 0,2-1 0,2 0 0,5-2 2,-14 1 0,5-1 1,23-10 1776,29-15-1777,40 8 1,28 2-1,5 1-49,-9 1 0,4 0 1,5 0-1,2 0 1,1 1-284,-9 1 1,3 0 0,0 1 0,2-1 0,1 1 0,0 0-1,-1 1 24,4-1 1,0 1 0,1 1 0,0-1 0,-1 1 0,0 0 0,-2 0 183,4 0 0,0 0 0,0 0 0,-2 1 0,-4 0 0,-3 0 1,3 1-1,-3 1 0,-5 0 0,-5 0 0,4 0 0,0-1 0</inkml:trace>
  <inkml:trace contextRef="#ctx0" brushRef="#br0" timeOffset="19567">15083 4580 11435,'0'-4'8514,"0"0"-7125,10-58-1031,-14 51 57,-19-12-236,-2 49 1,-2 20-113,-1 5 0,7 4-45,10 3 1,15-2-26,27-4 0,18-6-211,-4-17 1,8-6 0,2-3 201,4-4 1,3-3 0,-2-5 18,-6-5 1,-1-2-1,-6-7-10,3-8 1,-16-9-32,-39-36 56,-27 25 1,-14 2 14,5 8 1,-4 2-1,-2-2 73,-6-3 0,-1-1 0,3 0-54,11 5 0,2 0 0,5-3-59,-11-22 1,20-1-29,33 12 0,15 2 64,13 0 1,11 6-38,-8 14 1,4 5-1,1 5-9,-1 7 0,1 6 0,-4 5 2,13 19 0,-10 11-99,-14 11 1,-13 8-670,-12-15 1,-7 2-1,-1 0 383,-2-4 1,-1-1 0,-1-3-1,-5 1 1,2-5 0,4 10-1</inkml:trace>
  <inkml:trace contextRef="#ctx0" brushRef="#br0" timeOffset="20550">13516 3692 15429,'-61'8'311,"-1"0"1,0 0 0,1 0 0,0 1 0,4-1 0,32-3 10,69-7 0,37-4-248,-24 3 0,6 0 0,5-1 0,1 0-637,-13 1 0,1-1 0,2 0 0,2 0 0,1 0 1,2 1 559,-7 0 1,2 0 0,1 0 0,2 0 0,0 0 0,-1 1 0,-1-1 0,-2 1-268,1 0 0,-2 0 1,0 0-1,-1 0 1,0 0-1,-1 0 1,2 1 261,0-1 0,1 0 0,1 0 0,-1 0 0,-1 0 0,-2 0 0,-2 1 50,7 0 1,-1 0-1,-3 0 1,-4 1-1,-7-1 723,14 0 0,-16 1-653,-24 0-62,-50 2 1,-38 2 0,-6 1-38,18-2 0,-5 1 1,-3 0-1,-2 0 1,1 1-182,8-1 0,0 0 0,-2 1 0,0 0 0,0 0 0,-2-1 185,2 1 1,-2 0-1,-1 0 1,0 1 0,2-1-1,2 0 1,4 0-10,-14 1 0,5 1 1,3-1-1,3 0 309,-9 1 0,4-1 0,19 2 86,24 1-345,43-10 0,28-4 0,6-2-84,0 1 1,7 0 0,3-1 0,1 0-84,-16 1 0,1-1 1,1 1-1,1-1 0,0 0 1,2 1 108,-2-1 0,3 1 0,1 0 0,0 0 0,-1 0 0,-4 1 0,-5-1 0,6 1 0,-5-1 0,-2 1 0,-1 0 0,11 0 0,0 0 0,0 0 0</inkml:trace>
  <inkml:trace contextRef="#ctx0" brushRef="#br0" timeOffset="21333">17288 4524 15726,'-4'-5'6492,"1"1"-5949,3 4-593,-18-34 89,7 81-409,-19-2-547,22-5 0,6 10 1,2 0 916,2-2 0,4 0 0,-2-4 0,-3 0 0,3-5 0,19 19 0</inkml:trace>
  <inkml:trace contextRef="#ctx0" brushRef="#br0" timeOffset="21801">17627 4580 13065,'14'-47'2345,"0"0"0,5 12 0,4 0-2276,1-5 0,4-3 1,4 8-20,18 3 0,4 14-53,1 13 1,0 12-35,-1 11 1,-5 11-54,-10 11 1,-9 6 122,-12 3 1,-12 2 100,-12-3 1,-10-4 145,-10-8 0,-7-7 212,-1-9 1,-2-9 432,-18-12-544,27-22-314,45-9-45,43 9-33,-9 19 0,4 9-1,-12 4 1,2 4 0,-2 3-47,0 5 0,0 3 1,-6 4-33,7 16 1,-18 4-138,-27-3 0,-17-3-1048,-30-6 1,-15-10 1274,18-12 0,-2-4 0,1-2 0,-10-1 0,6-3 0,-5-4 0</inkml:trace>
  <inkml:trace contextRef="#ctx0" brushRef="#br0" timeOffset="22766">15433 5758 17417,'-50'-2'420,"-1"0"0,0-1 1,-17 0-1,29 0-45,85 3-355,2 0 1,12 0 0,5 0-712,-8 0 1,4 0 0,4 0 0,3 1 0,2-1 454,-10 2 1,2-1 0,3 1-1,2 0 1,1 0 0,-1 0 0,0 0-1,-3 0-264,-5 0 0,-1 0 0,-1 0 0,-1 0 0,1 1 0,0-1 0,1 1 0,0-1 258,5 2 1,2-1-1,1 1 1,-1 1-1,0-1 1,-2 0-1,-3 0 1,-4-1 335,5 1 0,-4 0 0,-2-1 0,-4 1 0,-2-1 482,16 2 0,-4-1 0,-24 1 326,-30-2-508,-40-1 0,-42-1 0,-4-1-217,26 1 0,-3 0 0,-3 0 0,-1 0 0,-1 0-303,3 0 0,-2 0 0,-1 0 0,-1-1 0,-2 1 0,-1 0 184,7-1 1,-3 1 0,-1-1 0,-1 1 0,0-1 0,1 0 0,1 0 0,1 0 20,1 1 0,1-2 0,0 1 0,2 0 0,0 0 0,-1 0 0,0 0 0,0 0 0,-1-1 0,-1 1 1,1 0-1,2 0 0,1 0 1,4 0-29,-17 0 1,2 0 0,6 1 0,9 1 743,-6 0 0,27 3-308,43 3-398,17-5 1,18-3-1,11-1 1,5-2 0,-2 2-358,-11 0 0,3 0 1,1 0-1,1 0 1,2 0-1,1-1 1,0 1 262,2 0 0,0 0 0,2-1 0,1 1 0,0-1 0,1 1 1,1-1-1,0 1-32,-3 0 0,3 0 0,0 0 1,1 0-1,0 0 0,-1 0 1,-2 0-1,-1 0 0,-2 0-174,2-1 0,-3 1 0,-1 0 1,-1-1-1,0 1 0,-1 0 0,1-1 211,0 0 0,1 1 0,1-1 0,-1 0 0,-3 0 0,-3 0 0,-6 0 0,16-1 0,-7 0 0,-5-1 0,-3 0 0,0 0 0</inkml:trace>
  <inkml:trace contextRef="#ctx0" brushRef="#br0" timeOffset="24050">19792 4581 19227,'11'-7'2615,"-3"0"-1830,-8 8-119,-13-1-229,-1-6 39,-11-16-207,16-31-241,15 0-70,8 18 0,9 4-12,9 11 1,6 8 11,8 5 0,3 9 3,4 12 0,-2 10-59,-5 12 0,-11 9 58,-16 0 1,-16 4 9,-16-4 0,-13 1 1,-8-3-231,-3-8 1,-9-2 0,-2-3 0,1-1 309,-8 7 0,0-4 1,-2-2 74,-3-1 0,-1-3 0,9-12 166,-10-23-179,53-27-95,26 12 0,13 2-23,11 2 1,7 8-51,9 8 0,2 9-126,-16 3 1,1 4 0,-1 3-953,3 7 1,0 4 0,-2 0 697,-5-2 1,-1 0-1,-3-1 1,5 7 0,-7-4-1,2 3 1</inkml:trace>
  <inkml:trace contextRef="#ctx0" brushRef="#br0" timeOffset="24301">20761 4577 21825,'-4'-50'1857,"0"0"0,-2-9-1857,8 83 0,3 30 0,-2 1-736,-3-3 1,-2 3-1,1 2 107,1 0 0,0 5 0,0-2 0,-1-6 0,-3 16 0,-1-10 1,0-25-1,-1 0 0</inkml:trace>
  <inkml:trace contextRef="#ctx0" brushRef="#br0" timeOffset="57800">1785 2331 15681,'-34'-53'2294,"0"1"1,-3 7 0,1 22-2166,1 58 0,4 24-122,8-20 0,2 2 1,0 6-573,3-2 1,0 6 0,1 3 0,1 2 0,0 0-254,2-5 0,1 2 1,0 2-1,1-1 0,-1 1 1,1-2-57,-2 9 0,0 1 0,0-2 1,0 0-1,-1-2 1183,3-5 0,-1 1 0,0-2 0,-1-4 0,-4-5 1190,-8 6 1,-4-6 0,0-19 1117,-29-41-2393,25-9 0,10-11-213,24-10 0,16-10 1,6 3-98,6 4 0,8 2 0,4 0-69,-6 7 1,3 0-1,2 1 1,3 1 33,-1 6 0,4 1 0,0 1 0,1 1 0,-3 1 116,0-1 1,-2 1 0,0 0 0,0 1 133,14-11 0,0 1 0,-7 0 565,-1-6 0,-11 3 410,-8-3 477,-21 13-1475,-19 40-72,-11 46-37,10-19 0,1 6-79,2-2 0,0 4 0,3-1 82,3 10 0,3-3 0,-2-11 0,1-4 0,10 4 0</inkml:trace>
  <inkml:trace contextRef="#ctx0" brushRef="#br0" timeOffset="58017">1997 2347 18828,'3'40'0,"0"-8"0</inkml:trace>
  <inkml:trace contextRef="#ctx0" brushRef="#br0" timeOffset="58518">2316 2316 24598,'-5'56'18,"-1"0"0,1-14 0,-1 2 1,0 2-12,2 11 0,1 3 1,-1-3 20,-2-9 0,-2-2 0,1-5 308,2 0 1,-2-11 307,-1-19-516,23-60-64,0 11 1,4-3-51,4-4 0,4 2-17,5 7 1,4 9-10,2 11 1,3 10-17,0 12 0,0 9-53,-2 7 0,-7 9-1,-12 7 1,-13 4 19,-21 5 1,-15-1-76,0-14 1,-6-3 0,-3-3-703,-5-1 0,-3-3 0,2-3 839,-9-2 0,3-4 0,-11-1 0,47-18 0</inkml:trace>
  <inkml:trace contextRef="#ctx0" brushRef="#br0" timeOffset="59016">2807 2325 24475,'17'63'68,"1"0"0,-1 0 0,-4-3 1,-3 0-1,-4-1-61,-8-6 1,-4-1 0,-1-4 179,-2 8 1,-1-8 1000,-1-8-858,18-73-201,5-5 0,4-7-26,4-10 1,4-2-60,4 4 1,3 5-34,0 12 1,4 10-18,-2 16 1,1 11 2,4 12 0,-3 10 3,-1 9 0,-7 7-84,-6 6 0,-12 3-6,-16-2 1,-12-1-26,-10-6 0,-6-5-535,-4-9 1,-1-10 649,-16-21 0,30 1 0,22-22 0</inkml:trace>
  <inkml:trace contextRef="#ctx0" brushRef="#br0" timeOffset="59349">3601 2508 24351,'-28'50'114,"0"1"0,9 5 0,8 0-111,11-10 0,8-2 30,12-2 1,9-9 128,3-21 1,4-11 50,3-8 0,-1-10 36,-5-10 0,-5-7-67,-9-4 0,-10-3-112,-10 2 0,-10 2-311,-10 6 1,-7 5 240,-4 8 0,-1 5 0,-13-2 0,16 12 0</inkml:trace>
  <inkml:trace contextRef="#ctx0" brushRef="#br0" timeOffset="60049">4156 2617 23097,'1'-34'395,"0"0"0,17 29-387,-8 33 0,-3 16 37,3 17 0,-6 3 36,-9-12 0,-3-4 107,2-10 0,-2-4 697,-9-2-504,20-77-275,10-16-45,0 8 1,3-2 14,1 7 0,2 3-68,-2 7 0,3 4-11,3 6 1,3 10-82,31 20-129,2 25-252,-22 6 0,-2 8-2050,-3 12 0,1 3 2515,-5-20 0,2-2 0,-3-1 0,-4 9 0,-1-6 0,26-2 0</inkml:trace>
  <inkml:trace contextRef="#ctx0" brushRef="#br0" timeOffset="60449">5109 2832 15933,'22'-45'2006,"1"0"1,0 0 0,7-12-1,-14 7-1552,-37 8-351,-10 41 1,-5 11-104,-1 2 0,1 7 3,2 8 1,0 6 0,6 1-12,4 5 0,9 2-6,3 2 0,14-4 78,22-16 0,10-11 45,1-16 1,2-9 52,5-3 1,-3-7 167,-4-17 1,-6-4-127,-12 14 1,-3 1-48,6-25-247,-20 44 6,-11 44-403,2 27-300,8-20 0,7 1-2510,11-2 1,7-4 3296,7-9 0,2-6 0,17 2 0,-12-17 0</inkml:trace>
  <inkml:trace contextRef="#ctx0" brushRef="#br0" timeOffset="60684">5996 2641 14460,'14'-44'2457,"-1"0"1,1 1-1,-3-8 1,-12 11-1971,-48 13-406,5 41 0,-2 16-74,12-4 1,1 6 0,3 3-154,1 6 0,3 4 0,5 2-164,6-2 0,6 1 0,7-1-1886,14 15 1,12-8 2195,10-15 0,4-9 0,17 3 0,-8-27 0</inkml:trace>
  <inkml:trace contextRef="#ctx0" brushRef="#br0" timeOffset="61200">6712 2448 17955,'0'-3'6480,"0"0"-6233,-56-22-23,-2 51-180,2-16 1,-2 5-17,13 26 0,6 10-39,5-1 0,9 3-79,12-4 1,13-1-270,15-7 1,11-6-463,16-9 1,8-11 223,12-11 1,4-12 590,-19-2 0,0-5 1,-2-3 171,0-5 0,-2-3 0,-2-3 284,-6 1 0,-2-2 1,-4-1 293,7-14 1,-6 0-160,-9 7 1,-5 3 176,-1-13-645,-12 22-128,-9 33 6,-15 38-32,6-8 1,1 5-412,-1 10 0,4 2-2392,6-2 0,5-4 2840,6-11 0,3-6 0,8 4 0,-2-28 0</inkml:trace>
  <inkml:trace contextRef="#ctx0" brushRef="#br0" timeOffset="61366">7349 2239 22235,'0'0'0</inkml:trace>
  <inkml:trace contextRef="#ctx0" brushRef="#br0" timeOffset="62166">1872 3592 18504,'-49'0'1,"-1"0"1,1 0 0,2-3 811,55-3-336,24 2 0,21 2 1,13 0-1,1-2-1025,-17 1 0,3-1 0,4 0 1,3-1-1,1 1 0,1-1 0,0 0 1,-1 0 582,-4 0 0,0 1 1,1-1-1,0 0 1,1 1-1,1-1 1,1-1-1,3 1 1,1-1-105,-9 1 0,1-1 1,1 1-1,2-1 1,1 0-1,1-1 1,1 1-1,0 0 1,1-1-1,0 1 1,0-1-1,0 0 1,-1 1-1,0-1 67,-2 1 0,1-1 0,0 0 0,0 1 0,1-1 1,0 0-1,0 0 0,-1 0 0,1 1 0,0-1 0,-1 0 1,1 0-1,-1 0 0,-1 0 0,1 0-53,0 0 0,0 0 1,-1 0-1,1 0 1,-2 0-1,1 1 1,0-1-1,0 0 0,0 0 1,0 0-1,0-1 1,1 1-1,1 0 1,0-1-384,-3 1 0,1 0 0,2 0 0,1-1 0,0 0 0,1 0 0,0 1 0,-1-1 0,0 0 0,0 0 0,-2 1 0,-2 0 1,-1-1-1,-2 1 0,-2 1 0,-3-1 381,18-2 1,-3 1-1,-4 0 1,-2 1 0,-2-1-1,-1 1 1,0-1 0,0 1-1,2-1 1,2-1 0,-1 0-1,-1 1 1,-5 0 0,-5 1-1,-7 1 1,11-2 0,1 0-1</inkml:trace>
  <inkml:trace contextRef="#ctx0" brushRef="#br0" timeOffset="62885">8380 2275 9128,'-4'-6'9830,"1"1"-7181,3 5-2122,-52-51-410,18 56-92,-2-23 1,3 5 24,8 55 477,30-16-35,17-6 124,34-39-134,-15-12-224,-3-13-74,-43 4-480,-24 22-1340,-20 27-3332,8 30 4968,25-9 0,5 2 0,1 8 0,10-9 0</inkml:trace>
  <inkml:trace contextRef="#ctx0" brushRef="#br0" timeOffset="63133">8396 2629 19160,'6'9'2735,"-37"-2"1,-11-4-2349,10-2-326,-11 0 1,5 0-118,28 1 73,26-2 156,6 0 30,-2-5-10034,-36-2 9275,0 1 0,-17 1 0,26 5 1</inkml:trace>
  <inkml:trace contextRef="#ctx0" brushRef="#br0" timeOffset="202665">5788 6566 12965,'-3'8'8406,"1"-1"-7296,-34-34-528,23 22-268,-41 5-132,33 26 0,2 9-101,-4 10 0,2 3-50,0 6 0,8 0 30,11-8 1,12-4 22,12-12 0,9-10 53,9-12 1,4-12-26,3-11 0,-2-11 44,-5-11 1,-8-6 34,-11-3 0,-12-2-43,-12 7 0,-12 5-64,-13 13 0,-6 12-8,-9 17 0,-1 13-65,3 12 0,6 7-11,4 6 0,11 2 11,12-5 0,13-3 12,37 9-9,-8-37 0,4-10 58,1-10 1,-4-10 5,-4-9 1,-8-7-1,-13-6 1,-9-2-46,-11 1 1,-6 1-17,-4 7 0,-5 5-191,-26 1-3371,3 53 3545,19 19 0,8 1 0,17-15 0</inkml:trace>
  <inkml:trace contextRef="#ctx0" brushRef="#br0" timeOffset="203482">7197 6785 22884,'-5'-38'938,"-1"-1"0,-2 2-714,8 63 0,0 20-149,-6 4 1,-2 3-39,1 4 0,0-2 27,-2-11 1,6-10 332,13-21-246,6-50-45,-5-9 1,-3-7 10,-2-2 1,-2-1-9,-2 1 1,0 2-82,-3 13 0,1 9-67,-1 18-12,1 42 65,-1 10 0,0 6-11,0 3 0,0 1-15,1 2 1,2-2 19,-2-12 1,4-8 64,5-14 0,1-53-40,-6 3 1,-2-3 2,0-6 1,-1 1-20,-2-15-45,2 36-107,4 62-1467,1-1 0,3 4 1602,2 3 0,1-1 0,-4-9 0,0-5 0,8 5 0</inkml:trace>
  <inkml:trace contextRef="#ctx0" brushRef="#br0" timeOffset="204049">8631 6735 19658,'-16'-62'5192,"21"26"-5078,3-10 1,6 3-92,30 14-46,-7 21 1,2 11 11,-6 15 0,-6 12-12,-7 22 1,-12 7 30,-9-5 1,-10 2 15,-6-10 0,-6 2 0,-2-5 38,-6 1 0,1-5-12,4-6 0,8-3 102,20 4-185,53-29-3244,-14-10 0,6-5 0,-2 0 3096,7 0 0,-1-2 0,7-2 0,-9 0 0,-23 6 0</inkml:trace>
  <inkml:trace contextRef="#ctx0" brushRef="#br0" timeOffset="204782">10136 6602 23058,'-1'-59'298,"0"0"1,8 8 0,12 9-305,20 24 1,9 14-4,-2 8 1,-3 11 13,-8 10 1,-8 8-6,-10 8 0,-10 4 33,-7 0 1,-7-1 36,-3-8 0,-3-4 781,-12 11-268,15-29-319,2-16-158,15-8-50,19 0-22,38 12-34,-17 5 0,1 4 0,4 6 0,-2 5 11,-7 2 0,-9 6-6,-15 1 1,-13 2-141,-16-1 1,-11-3-1278,-6-7 1,-5-4 1411,-5-6 0,0-4 0,-5-4 0,14-7 0</inkml:trace>
  <inkml:trace contextRef="#ctx0" brushRef="#br0" timeOffset="205415">11941 6602 20515,'11'-47'1247,"-1"0"0,0 5 0,0 17-860,7 45-119,-13 44-190,-6-15 1,-3 3-71,0 1 1,-1-2 36,-2-10 0,3-6 482,9-5-292,21-54-154,-5-2 0,3-4-20,6-9 1,3 0-34,-2 3 0,0 4-28,20-7-11,-12 48-34,-9 40-641,-11-7 0,-1 4 686,6 4 0,-2-3 0,-7-14 0,-2-3 0,14 13 0</inkml:trace>
  <inkml:trace contextRef="#ctx0" brushRef="#br0" timeOffset="206065">13871 6417 23803,'-51'-3'259,"-1"0"1,0-1 0,2 3 0,2 0 0,4 4-227,1 7 1,5 5-3,5 2 0,4 4-17,7 4 0,5 3-6,5 4 0,3 2 34,1 2 0,4 1 88,6 28 66,6-17 168,5-21 173,-4-15-178,2-15-286,14-11-45,22-4-23,-14 9 1,4 4-32,5 6 1,0 9-165,-3 8 0,-7 8-314,-9 12 0,-15 7-2174,-31 10 1,-15-2 2677,5-7 0,-3-6 0,-9-6 0,2-7 0,7-10 0</inkml:trace>
  <inkml:trace contextRef="#ctx0" brushRef="#br0" timeOffset="207464">13923 6413 13715,'-35'-42'1375,"-1"-1"0,1 1 0,-1 0 0,-5-6 0,-1 2 0,-4 20-1005,-6 27 0,-3 18 0,1 8-1006,12 2 0,1 6 1,1 5-1,1 2 667,1-1 1,-1 2-1,1 3 1,2 3-1,3 2 5,5-1 0,1 5 1,1 2-1,3 0 1,3 0-1,4-3-7,0 11 1,5 0-1,5-2 1,3 0 151,2 0 0,1 2 0,8-4 0,10-8-145,12-10 1,10-5-1,5-6 1,2-7-18,1-8 1,2-7 0,3-5-1,1-2 35,5-1 0,2-2 0,0-6 1,-1-8 35,-6-7 1,1-7 0,-1-5 0,-4-3-1,-4-2-167,-1-7 0,-5-4 1,-4-4-1,-2-3 111,-5 3 1,-2-5 0,-2-1 0,-5-1 0,-4 2 9,-5-4 1,-6 1 0,-5 1 0,-6 1 37,-9-3 1,-6-1 0,-7 4 0,-4 8-29,-11 6 0,-6 8 0,-4 7-50,8 8 0,-2 3 1,-2 6-1,0 9-2,-9 12 1,-3 11 0,2 8 0,5 4-19,7 3 1,4 5 0,3 5 0,1 3 0,3 0 0,1 4 1,1 3-1,4 1 1,6 1 61,5-2 0,4 3 1,4 0-1,4 0 0,3 0-89,3-3 1,4 0 0,4 0-1,3-2 1,5-3-76,8 4 1,6-2 0,5-5 0,4-7 75,5-7 0,4-6 1,4-6-1,0-8 57,2-9 1,2-8 0,0-7 0,-3-4 11,-1-3 0,-1-4 0,-3-7 0,-3-6 13,-5-8 1,-2-7-1,-4-6 1,-4-2 0,-5-1-31,-7 0 0,-4-4 1,-6-1-1,-2 1 0,-3 0 1,0 3 0,-2 0 1,-3 0-1,-6 2 1,-7 4-7,-10 1 1,-7 0 0,-6 3 0,-4 7-1,-2 9-309,-9 8 1,-6 11 0,-1 6-1,0 3 303,0 4 0,-1 4 0,2 3 0,4 2 0,2 0 0,4 3 0,7 2 0,8 7 0,1 0 0</inkml:trace>
  <inkml:trace contextRef="#ctx0" brushRef="#br0" timeOffset="208599">13890 5741 17624,'-8'-49'2955,"1"0"0,-5-13-2759,13 79-110,1 25 1,1 11-48,-1-4 0,0 5 1,-1 0-192,1 7 0,0 1 1,-1-2 177,0-8 0,-1-1 0,-1-5 402,-1 8 0,4-22 37,4-35-373,2-29 1,-1-15-41,0 5 1,1-4-1,-1-2-111,0-6 0,0-3 0,-1 2 145,-1 5 0,-1 0 0,-2 4 73,-1-8 1,-3 8-188,-4-1 392,-6 65-367,6 13 1,0 8 2,-1 16 0,1 6-12,0-14 1,1 1 0,0-1 36,-1 7 0,0-3 165,2-5 1,-2-15-146,-1-30-28,-1-49 5,3 0 1,1-8-20,1 11 1,1-1 0,0-1 1,0 2 1,0 0 0,0 3 10,0-10 1,-1 7-56,-1-4-11,-9 52 66,-18 45-2,6-9 0,-2 2-17,-3 4 1,0-2 58,5-7 0,1-8 78,-4-16-72,33-55-43,11 3 1,9-5 8,-1 9 0,4-1 0,4 1-109,5 0 0,4 3 1,2 2 87,0 4 1,3 3-1,0 7-72,19 5 1,-2 16-1630,-11 23 0,-6 11 1694,-12-4 0,-7 2 0,-7 2 0,-7-3 0,-8-8 0</inkml:trace>
  <inkml:trace contextRef="#ctx0" brushRef="#br0" timeOffset="209565">15717 6671 15233,'-25'-53'2726,"0"-1"0,-1 9 0,-6 14-2539,-6 30 1,-3 16-76,-3 15 0,4 12-75,12-2 0,3 7 1,3 3-138,2 4 1,4 3-1,6 0 98,6-1 0,5-1 1,7-4-14,6-6 0,5-4 0,6-7 142,17-1 0,6-14 44,0-14 0,-2-13 97,-10-11 1,-8-7 169,-10-35-220,-49 10-201,-2 38 0,-6 10 89,-6 7 0,1 8-263,2 7 0,6 5-1814,1 24-7860,75-23 8402,10-17 0,13-16 0,-39 1 0</inkml:trace>
  <inkml:trace contextRef="#ctx0" brushRef="#br0" timeOffset="209982">15983 6346 16353,'-56'-32'1505,"1"1"1,-1-1 0,-5 10-1,-2 7 1,3 17-1368,14 18 1,2 13 0,2 7-1,1 0-773,1 0 1,1 2-1,2 3 1,3 5 647,3 1 0,1 6 1,2 1-1,4 2 1,5-3-14,4 3 0,4 1 0,6-2 0,5 0-14,4-2 0,4 0 0,6-2 0,8-8-46,18 4 0,11-8 1,5-12 54,-7-15 1,4-8 0,1-5 0,-1-6 68,1-5 0,-1-6 1,-1-6-1,-4-4 42,-5-5 1,-2-5-1,-5-5 1,-7-3-40,-7-5 0,-7-6 0,-6-1 1,-4-1-5,-7-2 0,-7-2 0,-4 0 0,-3 3 26,-4 1 1,-3 2 0,-4 2 0,-3 4-61,-3 6 0,-3 3 1,-2 4-1,1 5-87,-2 2 0,1 5 1,0 8-229,-19 8 0,6 17-4120,23 15 1,7 7 4405,-8 21 0,18 2 0,11-37 0</inkml:trace>
  <inkml:trace contextRef="#ctx0" brushRef="#br0" timeOffset="211015">15360 5645 17630,'25'30'3274,"-1"-1"0,15 18-2927,-30-27-61,-2 25-216,-3-14 0,-1 4 36,-1 14 0,-1 1-81,-1-10 1,-2-1 18,0 0 1,-1-2 146,-4 7 509,2-27-515,1-37-73,3-39-84,5 10 0,1-4-14,0-6 0,1-1-3,2 8 1,0 2 2,-2 11 0,-1 7-126,-1 10 72,-10 41 18,-11 32 16,4-15 1,-2 1 7,0-2 1,-2 0-11,-3 1 0,0-4 64,-10 5 16,-2-14-10,9-38-17,3-26-17,8-16-12,8 14 1,3-1-17,4 8 0,1 0 14,0-1 0,0 2 42,6-10-11,-6 26-129,-2 9-5,-6 27 100,-9 30-6,2-10 1,-1 2-17,-1 3 0,-1-1 22,4-8 0,0-4 191,0 1-46,18-37-100,17-27-25,-1 6 0,4 0-6,10-7 0,4 2-31,5 2 1,4 3-6,2 5 0,0 6-236,-6 8 1,-5 11 246,-10 18 0,-6 6 0,3-1 0,-23 24 0</inkml:trace>
  <inkml:trace contextRef="#ctx0" brushRef="#br0" timeOffset="211931">18069 6297 23349,'0'-42'1067,"0"0"0,-1 5-1016,-2 97-49,1-7 1,2 8-3,1-7 0,1 4 0,0-1-64,-1-9 1,1-1-1,-1 0-84,2 4 1,-1-1 0,-1-6-486,-10 21 224,-8-47 445,4-49 1,3-21 37,5 9 1,2-4 0,2-2 57,1-6 1,0-3 0,2 2 96,2 4 1,1 0-1,-1 6-5,0 4 1,-1 7-214,-7-1 0,-20 60-3,0 11 1,-2 6 16,-4 8 1,-1 2 4,-1 3 1,0-2 22,8-11 1,3-7 483,1-11-419,8-37-65,11-26 0,6-10-50,3 2 0,4-2 11,1-8 0,6 4 5,12 10 1,8 9-31,14 13 0,5 9-1,-1 5 1,3 5-200,-5 7 0,4 4 0,-4 3 211,6 5 0,-5 2 0,-9-3 0,-6 0 0,2 3 0</inkml:trace>
  <inkml:trace contextRef="#ctx0" brushRef="#br0" timeOffset="212948">20349 6376 20162,'4'-41'2666,"0"0"0,-3 15-2604,5-27-29,-7 84 1,-1 24-34,1 7 0,0 5-11,0-12 0,0 2 0,1 0-12,1 4 1,1 0-1,-1-7 34,0-4 1,-1-6 5,2 16 2,-10-85 1,-2-20-15,2-14 1,1-6 12,0 12 1,0-2 0,1 0 25,0-5 1,2 1 0,-1 4 78,1 4 1,-1 4-99,1 4 0,-5 13-92,-15 35 58,6 18 1,0 9 30,-8 8 1,-2 4-14,3-5 1,-3 2-1,0-2 38,-7 8 1,0-4 109,6-6 0,5-17-56,11-35-43,26-20 1,14-10-18,-6 9 0,4-2 0,1 1-8,0 0 1,2 2 0,3 3-8,7 1 0,3 3 1,2 6-39,11 5 1,2 11-73,-12 6 0,1 5 0,-3 6-4832,12 22 1,-7 5 3197,-13-10 0,-6 0 0,3 28 1,-28-48-1</inkml:trace>
  <inkml:trace contextRef="#ctx0" brushRef="#br0" timeOffset="225631">12074 7161 24575,'0'0'0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3:52:51.79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12946 1682 14725,'-20'-48'2457,"0"0"1,1 1-1,-7-11 1,-3 13-2099,-27 24-231,27 42 0,3 17-179,5 10 0,3 10 0,3 2-61,3-13 0,1 1 0,1 3 0,1 2-522,1 3 1,2 5 0,0 1 0,0 1 0,0-2-145,-1-3 0,-1 0 1,1-1-1,-1-1 1,-1-2 673,0 5 1,0-3-1,-2-1 1,-3-4 412,-9 12 1,-4-5 0,-4-22 459,-4-29 0,0-19-67,6-30 0,10-16-537,13-3 1,13-5-232,8 9 0,9-2 0,6 5 70,9 7 0,6 5 0,1 2-16,-3 4 1,0 3 0,3 2-2,6 2 0,2 2 0,-3 2 24,7-5 0,-6 2 48,-10 7 0,-4-3 341,-7-6 1,-7-2 1430,-8-7-1249,-6 0-335,-5 20-102,-5 43 245,-5 18-673,0-1 1,1 5-4634,1 4 1,1-1 3595,0-14 1,0-2-1,4 21 1,-1-49-1</inkml:trace>
  <inkml:trace contextRef="#ctx0" brushRef="#br0" timeOffset="184">13177 1683 21108,'-12'-13'0,"1"2"0</inkml:trace>
  <inkml:trace contextRef="#ctx0" brushRef="#br0" timeOffset="717">13451 1542 22363,'-8'-56'1086,"-1"0"1,3 12 0,3 19-952,17 78-93,-7-3 0,-2 8-29,-2-8 0,0 4 0,-2 0-271,-3 0 1,-3 1 0,0-3 274,-3 13 0,-3-6 288,2-14 0,-3-13 165,1-25-308,6-31-70,7-13 1,7-4-76,4 5 0,6 1-9,9-2 1,6 6 287,4 14 1,3 11-292,1 13 1,-1 10-43,-4 8 1,-5 6-3,-9 5 0,-11 3-37,-16 0 0,-12-2-142,-15-5 0,-9-7-707,-8-5 1,-3-9 924,9-13 0,3-3 0,-8-1 0,36-16 0</inkml:trace>
  <inkml:trace contextRef="#ctx0" brushRef="#br0" timeOffset="1550">13883 1494 24620,'37'28'424,"-1"0"0,0 10 0,-9 7-391,-16-4 1,-7 4 0,-1 0 33,1 16 0,-5-4 53,-3-12 1,-5-7 310,-13 0-71,0-43-193,11-31-69,22-23-62,4 27 0,6 1 2,8 3 0,5 4-52,6 6 0,3 7 17,3 9 0,-1 10-23,-1 8 0,-5 7-11,-6 7 0,-11 5-3,-16 2 1,-13 0 6,-14-5 1,-10-4-47,-8-6 1,-4-7-159,4-7 0,3-9-704,-2-23-235,56-33 1028,12 18 0,9 1 258,-2 9 0,5 1 0,0 2 76,2 1 1,1 2 0,-1 3 265,12-4 0,-5 6 97,-13 5 0,-11 10 529,-16 20-668,-32 26-85,6-9 1,1 4-189,3 2 1,5 1-169,10-3 1,8-2-155,12-7 1,6-5 91,5-10 1,2-7 126,-2-10 0,-4-9 585,8-36-348,-33 10 0,-8-4-438,-5 0 0,-5 2-24,-5 5 1,-5 4 125,-4 9 0,-3 7 246,-31 16-1077,6 28 919,35 28 0,8-21 0,26 1 1</inkml:trace>
  <inkml:trace contextRef="#ctx0" brushRef="#br0" timeOffset="1834">15376 1502 24725,'-2'-48'1028,"1"1"1,-1-1 0,1-12 0,-8 17-1258,-31 39 203,3 34 0,-1 18-14,7-2 1,0 7 0,4 3-277,5-6 1,2 2-1,3 3 1,5-1 198,5 0 0,4 2 0,4-1 1,7-2-1499,7-2 0,6-2 0,4-1 0,0-5 1562,4 0 1,2-5 0,0-4 0,14 4 0,-5-10 0,-10-11 0</inkml:trace>
  <inkml:trace contextRef="#ctx0" brushRef="#br0" timeOffset="4017">16109 1723 14062,'1'-62'3194,"0"-1"1,-14 5 0,-13 17-2924,-7 39 1,-7 13-132,-9 3 0,0 11-94,10 13 1,1 9 0,6 2-38,9-6 0,4 1 1,5 1-25,3 7 0,6 2 0,9-4-10,22 7 0,14-10 41,14-14 1,6-12 120,-2-14 1,-3-11 44,-11-9 0,-10-8 93,-17-38-166,-30 29 0,-11 3-42,-9 5 1,-5 7-63,-3 6 1,0 8-96,5 8 1,3 6-819,-9 26-2660,54 5 3568,26-12 0,3-14 0,-7-14 0</inkml:trace>
  <inkml:trace contextRef="#ctx0" brushRef="#br0" timeOffset="4250">16600 1440 18778,'-7'-48'2289,"-1"1"0,4 6 1,-1 17-2089,-1 32-92,8 22 1,5 14-92,-1 1 1,1 6 0,1 3-610,0-3 0,1 3 1,0 1-1,-1 0 591,-1 1 0,-2 2 0,-1-2 0,2-4 0,1-1 0,0-4 0,-2-3 0,-5-1 0,0 1 0</inkml:trace>
  <inkml:trace contextRef="#ctx0" brushRef="#br0" timeOffset="5783">16632 1309 8013,'-4'-5'8648,"1"1"-6833,-24-27 61,16 16-509,-25-27-560,17 24-258,-1 3-337,3 5-184,7 7 62,8 6 151,2 9 50,4 8-17,5 16-61,10 14-129,-3-14 0,0 2-45,5 8 1,1 2-12,4 4 0,0 0-6,-2 0 0,-1 0-14,-1-5 1,-3-1 5,-3-2 0,-3 0 3,-3-2 0,-4 0-6,-8 2 0,-6 0 20,-7 1 0,-7-1-15,-8-2 1,-6-2-70,-8 1 0,-4-3-216,-2-2 0,-2-3 269,-6 0 0,3-3 0,21-11 0,3-2 0,-21 9 0</inkml:trace>
  <inkml:trace contextRef="#ctx0" brushRef="#br0" timeOffset="19117">14163 2848 7486,'0'-7'8806,"0"1"-7714,5-27 0,1-4 930,-3 11-1496,2-14 1,-1 5-79,-4 27-460,-2 5 13,4 4 260,4 15 132,-1 28-124,-7-5 0,-3 6-141,0-3 1,-2 3-1,0 1-254,-1 10 0,0 2 0,1 1-241,2 4 1,2 2-1,3-1-19,3-1 1,4-1 0,0-6 0,-1 0 0,2-6 0,3-18 0,-1 1 0</inkml:trace>
  <inkml:trace contextRef="#ctx0" brushRef="#br0" timeOffset="20967">8766 4080 8388,'-6'2'5142,"1"0"-2985,5-2-813,46-13-1078,-10 4 0,6-2-233,4 1 1,6 0 0,2 0-367,-7 3 1,1-1 0,2 1-1,2 1 347,5 1 0,2 0 0,2 1 0,0 1-149,-7 1 1,0 0 0,1 0 0,2 0 0,0 1 209,5 0 0,2 0 0,1 1 0,1 0 0,1-1-307,-7 1 0,1 0 0,1 0 1,1-1-1,-1 1 0,2 0 245,-7 0 1,1 0 0,0 0-1,0 1 1,0-1 0,1 0 0,-1 0 2,0 0 1,1 1 0,-1-1 0,1 0 0,-1 1 0,0-1 0,-2 1-153,5-1 0,-1 0 1,0 1-1,-1-1 0,-1 0 1,-1 0 178,3 0 1,-1 0 0,0-1-1,-2 1 1,-1-2-2,6 1 0,-1-2 0,-1 1 0,0-2-2,-2 0 1,0 0-1,0-1 1,1 0 46,-8 0 0,0 0 1,2 0-1,0-1 1,0 1-73,7 0 0,0-1 0,1 0 0,1 0 0,0 1 26,-7 0 0,0 1 0,1 0 0,0 0 0,1 0 0,-1 0 57,3 1 0,1-1 0,0 1 0,0 0 0,0 1 0,0-1-7,0 1 1,0 1-1,1-1 1,-1 1-1,0 0 1,0 0-52,-1 1 0,-1-1 0,1 2 0,-1-1 1,-1 0-1,1 1-16,7 0 1,-1 0 0,0 0-1,-1 1 1,-1-1 175,-6 2 0,-2-1 1,0 0-1,-1 1 0,-2 0-192,5 1 1,-1-1 0,-1 1 0,-2 0 2,11 0 0,-2 1 0,1 0 11,1-2 1,0 0 0,1-1-14,-11 0 1,1-1 0,0 0 0,1 0 1,1 0 0,2-1 0,0 1 1,-1-1-8,-1 0 0,0 0 0,0 0 0,-1 0 17,-2 0 0,-1 0 0,-1 0 0,0 0-18,1 1 0,0 0 0,-1 1 0,-2 0-13,5 0 1,-2 1 0,1 0 16,3 2 0,0 0 1,-3 0 521,5 1 1,-3-1-542,2 0 1,0-2-9,4-3 1,1-3 13,-15 2 1,1-1-1,1 0 124,6 0 1,3 0 0,0 0-179,4 1 0,1 0 0,0 1 56,-4 0 1,0 1-1,-1 0 24,-6-1 1,0 1 0,-3-1 691,16-2 0,-2-1-706,-6-1 0,0-1-18,0-2 1,1-2-43,5 1 1,2-1-16,-20 2 0,2 0 0,0-1 133,2 0 0,2 0 1,0-1-125,0 0 0,1 0 1,-1-1-37,-4 0 1,0 0 0,-2 0-994,20-6 0,-5 0 1089,-14 2 0,-5 1 0,8-4 0,-26 8 0</inkml:trace>
  <inkml:trace contextRef="#ctx0" brushRef="#br0" timeOffset="22501">8313 4829 19434,'-10'-49'1256,"-1"0"1,-2 7-1,-6 16-1065,-35 59-158,17 8 1,3 14-48,11-10 0,1 7 0,1 3 0,2-1-520,2-1 0,1 0 0,1 2 0,2 3 126,2 0 0,1 4 0,1 1 1,1 0-1,1-2-1306,1-6 0,2-1 0,-1 0 0,2-1 1,-1-1 1430,-1 10 1,1-2 0,-1-1 0,1-4-1,1-1 1,0-4 0,-1-6 0,-6 20-1</inkml:trace>
  <inkml:trace contextRef="#ctx0" brushRef="#br0" timeOffset="22700">7796 6362 12421,'-29'-46'1789,"0"1"0,1-1 0,3 1 0,2-1 0,7 0-1518,10-2 0,7-1 0,4 0-423,2 1 0,3 1 0,4 1 172,6-1 1,4 2-1,4 1-76,6 0 0,5 3 0,2 2-394,4 2 0,2 3 0,0 2-2334,-1 5 1,0 2-1,-2 3 2026,4 1 1,-5 3 0,7-3 0,-38 17 0</inkml:trace>
  <inkml:trace contextRef="#ctx0" brushRef="#br0" timeOffset="23216">8736 4859 16359,'0'-5'7494,"0"1"-7113,-8-12-110,-4 40 1,-1 17-169,-10 10 1,-1 7-367,10-12 1,1 4-1,1 3 1,2-1 155,0 0 1,1 0 0,4 0-1,6-2-1527,10 8 1,9-2 0,3-7 1633,11-3 0,5-10 0,1-10 0,-1-11 0,2-15 0</inkml:trace>
  <inkml:trace contextRef="#ctx0" brushRef="#br0" timeOffset="25767">9263 5088 18638,'-47'-25'2493,"-1"5"-1933,-7 20-28,2 4-128,3-2-287,20 1-122,18 1 89,6 11-34,-6 17-5,-2 22 0,2 10 50,9 0 50,7-13 169,4-19 700,-3-16-477,-3-16-391,2-11-169,8-5-27,11-6 11,14 7-6,11 17 0,5 21 6,-26-3 0,-3 3-56,17 27-29,-19 0-100,-37-4-655,-35-8-1533,18-24 1,-2-2 2411,-20 2 0,22-11 0,26-3 0</inkml:trace>
  <inkml:trace contextRef="#ctx0" brushRef="#br0" timeOffset="26083">9368 5007 18134,'-1'-4'6105,"0"0"-5668,1 4-325,9-40-101,10 43-22,43 5 14,-26 21 1,1 14 0,-1 1-17,0-1 0,0 1 0,-2 5-343,-6-3 1,0 3 0,-6 2 0,-9 0 355,-16 12 0,-14 1 0,2-5 0,10 0 0,-5-6 0,-27-5 0,0 0 0</inkml:trace>
  <inkml:trace contextRef="#ctx0" brushRef="#br0" timeOffset="36150">8695 6169 17574,'-4'-45'1798,"2"9"-1742,-3 35 0,4 1-35,1 0 110,0 9-95,0 1-14,0 20-5,0 3 17,1 7 10,1 10 63,-1 8-23,1 0 51,0-17 0,0 1-53,0-8 0,1 0-18,0 2 1,1 2 41,0 3 0,0 0 31,-1-5 1,-2-1-29,1 3 0,-1 1 50,0 1 1,0-2 126,2 27-169,-2-28 1,0 1-34,0-4 1,-1 1 4,-3-2 1,0-1-17,-4 29 39,0-6 11,4-7 45,3-14 23,1-11 184,-1-14-90,1-8-5707,-6-10 5422,2 1 0,-3-3 0,4 7 0</inkml:trace>
  <inkml:trace contextRef="#ctx0" brushRef="#br0" timeOffset="37599">7347 7611 7100,'-5'-4'5108,"1"0"-3937,27-6-157,1 7 117,30-5 85,10 11-578,-19-2 0,5 1-315,-6-1 0,2-1 1,2 0-415,9-2 0,3-1 1,1-1 186,-12 2 1,0-1 0,2 1-1,-1-2 6,1 0 0,1 0 1,-1-1-1,0 0-39,8 0 1,-2 0-1,2 0 3,-8 1 0,0 0 0,1 1 0,-2 0-24,6 0 1,-2 1 0,2 0-26,-7 0 0,2 1 0,-1 0 0,0 0-10,9 1 1,-2 1-1,0 0-5,-1 0 0,1 0 0,-1 0 5,0 0 1,0 1-1,-1-1-2,-7 0 1,-2 0 0,2 0-19,10 0 0,1-1 0,-2 0-18,7-2 0,0 0 6,-5-1 1,3-1 0,0-1-29,-3-1 1,1 0 0,-2-1 20,-5 0 1,0 0-1,1 0 15,8-1 0,1 0 1,-2 0-111,-10 1 1,-2 0-1,0-1 80,-1 1 1,1-1-1,-1 0-56,-4 1 1,0 1-1,0-1-367,1-1 0,0 0 1,-2 1-4447,8-2 1,-3 1 4295,-5 1 1,-4 1 0,3-2 0,-37 7 0</inkml:trace>
  <inkml:trace contextRef="#ctx0" brushRef="#br0" timeOffset="38516">6543 7689 9212,'-9'0'8104,"2"0"-7379,-24-4 1,-4 0 165,8 2-600,-12-2 0,3 1-78,21 5-157,8 1 403,11 4-39,22 1-173,27 2-121,-9-5 0,7-2-65,-6-1 1,4-1-1,3-1-299,-5 0 0,2-2 0,2 0 1,1 0 183,5 0 1,3-1-1,0 0 1,1-1-232,2 0 1,2-1 0,-1-1 0,0 1-22,0-1 0,1 1 1,-2 0-1,-6 0 1,-7 0-1,-5 1 1,-2 0-1,8-1 1,1 0-1</inkml:trace>
  <inkml:trace contextRef="#ctx0" brushRef="#br0" timeOffset="39784">5983 7779 19759,'31'-44'1025,"0"0"0,-2 5 0,-9 10-902,-21 22-50,0 26 56,0 14-23,2 5 0,0 5-53,0 3 1,-1 2-1,2 6 0,-2 1 17,0-7 0,-1-3 0,0-10 0,0-4 160,-2 6 425,4-36-498,0-28-12,-4-36-128,-1 27 0,0-1 14,-2-3 0,-1 3 2,-3-8-61,3 22 17,5 47 5,4 28 18,0 7-32,0-24 0,-1-2-6914,-8 11 6934,2-17 0,-4-11 0,4-14 0</inkml:trace>
  <inkml:trace contextRef="#ctx0" brushRef="#br0" timeOffset="40584">5730 9043 16807,'-20'-44'2548,"1"1"0,-16-7-2346,9 108-126,13 0 0,1 12-123,6-24 1,-1 4 0,1 2-1,0 0-769,1 8 0,1 1 0,0 1 0,1 0-1642,0 2 0,1 2 1,1-2-1,0-4 1930,0 3 0,1-4 0,0-6 1,2 5-1,-1-15 0,-1-27 1</inkml:trace>
  <inkml:trace contextRef="#ctx0" brushRef="#br0" timeOffset="40766">5265 10173 10371,'0'-52'1897,"-1"0"1,1-1 0,3 4 0,4 1 0,4 0-1792,8 1 0,4 1 1,4 2-446,5 1 1,4 2 0,2 1-95,4 1 0,3 2 0,1 2-2844,2 1 0,1 2 0,-2 3 2552,7-2 0,-5 4 1,-11 8-1,-8 5 1,-11 6-1</inkml:trace>
  <inkml:trace contextRef="#ctx0" brushRef="#br0" timeOffset="41084">6194 9040 14057,'1'-5'9326,"-1"2"-8929,-7-28-61,-18 68-196,-12 17-125,22-13 0,2 8 0,4 1-153,2 0 1,4 1-1,5-1-116,7-5 0,5-2 1,6-5-2114,20 5 0,9-12 2367,-2-13 0,0-9 0,-12-4 0,-4-5 0,2-11 0</inkml:trace>
  <inkml:trace contextRef="#ctx0" brushRef="#br0" timeOffset="42666">6605 9144 12455,'0'-6'4758,"3"-25"0,1-4-3313,-5 9-997,5-39-252,-18 76-33,-10 44-155,10-12 0,0 4 9,1 6 0,4 0 2,5-8 1,5-4 255,10 9 195,13-45-111,1-38-51,1-25-241,-15 25 0,-2 0 1,4-20-1,-5 19-45,-6 18-145,-1 12 117,3 4 62,3 1-78,1 1 22,-1 0 34,0-1-23,-3-3-56,1 1 51,-3-1-601,0 1-222,-1 2-1726,3 2-3248,0 1 5791,-1 4 0,-2-5 0,-1 2 0</inkml:trace>
  <inkml:trace contextRef="#ctx0" brushRef="#br0" timeOffset="43266">6702 9141 8097,'-6'-6'9830,"2"1"-5175,2-39-3770,-3 28-342,-3-32-286,-2 42-83,0 6-112,-1 11 78,-8 13 22,-7 17 17,-6 11-134,17-23 0,0 1-28,-7 31 11,9 2-12,12-8-21,19-7 78,21-21 111,24-24-103,-25-13 1,0-5-26,3-8 0,-1-3 36,-3-3 1,-4-2 106,-4 3 0,-3 2 249,8-13-263,-18 19-185,-11 18 95,-6 32-50,-10 25-68,5-16 1,0 4-256,-1 6 1,2 1-1527,2-4 1,3-3 1803,7 21 0,-1-28 0,0-28 0</inkml:trace>
  <inkml:trace contextRef="#ctx0" brushRef="#br0" timeOffset="43550">7200 9005 20565,'0'-6'5898,"0"2"-5618,-2-35-140,29 47-17,23-1-134,-22 20 0,-2 13 0,-2 1-96,6 15 1,-9 5-670,-15-6 0,-8 5 1,-6-4 775,-8-8 0,-6-3 0,0-3 0,-5 7 0,1-5 0,3-14 0,0-1 0</inkml:trace>
  <inkml:trace contextRef="#ctx0" brushRef="#br0" timeOffset="44499">6358 10393 12051,'-3'-3'9830,"2"2"-8508,-3-30 0,1-8-796,0 21-453,-5-38-17,7 103-51,-1-6 1,0 5-535,-1 15 0,1 4 529,0-16 0,1 1 0,-1-4 0,1-3 0,-1-5 0,2-5 0,0 0 0</inkml:trace>
  <inkml:trace contextRef="#ctx0" brushRef="#br0" timeOffset="45349">5367 11064 8192,'-55'7'1328,"0"-1"1,0 1-1,0-1 1,-10 1-1,3 0 1,6-2-624,9-2 1,6-1 436,-17-1-323,25-2-321,16 1-251,15-2-12,12-1 39,12-2 34,18-1-157,-9 3 0,4 0-14,19-2 1,7 1-64,-4 0 1,5 0 0,3 0-337,-4 0 0,2 0 0,3 0 0,1-1 281,-9 2 0,2-1 1,1 1-1,-1 0 0,1 0-270,0 0 0,1 0 0,-1 1 0,0-1 0,-1 1 258,-3 0 1,0 0 0,-1 0 0,-1 0 0,0 0 0,9 0 1,0 1-1,-1 0 1,0-1-156,-4 0 1,-1 0 0,-1 0-1,0 0 149,-4 0 1,0-1 0,-1 1 0,0-1-96,9-1 1,-1-1 0,-1 0 99,-5 1 1,0 0-1,-1-1-9,0-1 0,0 0 0,0 0 0,2 0 0,1 0 1,0-1 4,3 0 1,1-2 0,-1 0-4,0 0 0,0-1 0,-1 0-25,-3 0 1,-1 0 0,-1-1-36,-4 2 0,-1-1 0,-2 1-858,17-3 0,-3 1 918,-9 1 0,-4 1 0,6-1 0,-18 4 0</inkml:trace>
  <inkml:trace contextRef="#ctx0" brushRef="#br0" timeOffset="46667">4950 11241 7152,'-26'-10'9830,"3"5"-6537,-30-7-2792,17 9 1,-4 3-152,-5-1 1,-3 3-206,-8 0 1,-1 3-28,7 0 0,1 2 27,0 1 1,0 0-60,7-2 1,-1 0 55,-10 0 0,1 0-72,14-4 0,3 1 86,1-1 1,3-1-56,5 0-28,18-1-73,7 0-151,1 0 179,3 2 5,9 13 68,3 13 62,1 16-9,-11-6 0,-3 4-160,-3-3 0,-2 1-2380,3 15 1,-1-1 2385,1 10 0,4-15 0,1-40 0</inkml:trace>
  <inkml:trace contextRef="#ctx0" brushRef="#br0" timeOffset="47634">4020 12184 22783,'-44'12'257,"0"-1"1,-1 16 0,6 12-253,14 10 1,7 10 0,0 2-507,4-12 1,0 2-1,2 1 1,0 1 72,2 3 1,1 2 0,1-1 0,-1 1-218,1-3 1,-1 0 0,1-1 0,-1-1 86,-2 9 0,-1-1 0,-4-6 941,-6 7 0,-8-15-114,0-29 0,-2-15 308,3-23 1,4-14-7,5-15 0,7-7-207,9-5 0,9 0-291,9 1 0,10 3-210,12 4 1,8 5-96,-6 16 1,3 1-1,3 3-1932,4-2 0,3 3 0,-2 1 2164,-2 3 0,-2 2 0,-2 1 0,3-1 0,-7 4 0,1 0 0</inkml:trace>
  <inkml:trace contextRef="#ctx0" brushRef="#br0" timeOffset="47900">4377 12333 24178,'-37'25'121,"1"0"0,5 9 1,8 6-372,16 19 1,13 3-720,8-2 0,9-4-3694,9-8 1,5-7 3529,-7-13 1,1-5 0,15 0 0,-33-19 0</inkml:trace>
  <inkml:trace contextRef="#ctx0" brushRef="#br0" timeOffset="48467">4781 12355 18913,'-4'-3'4688,"0"2"-4613,-14-25 1,1-7-109,19 8 13,-16-9 0,7 4-47,43 24-90,20 23-22,-23 2 0,-1 7-68,-2 9 1,-7 5 193,-11 7 0,-11 2 131,-10 0 1,-8-2 201,-6-8 0,-4-4 481,-20 7-134,18-36-503,16-16-63,22-18-27,18 3-34,21 5-51,13 19-44,-6 29-90,-21 14-137,-30-8 0,-11 2-277,-8-6 0,-8-2-4317,-8-1 1,-2-5 2688,-10 5 0,6-20 0,33-7 0</inkml:trace>
  <inkml:trace contextRef="#ctx0" brushRef="#br0" timeOffset="48700">5062 11997 24598,'45'44'-154,"0"1"0,0 0 0,0-1 0,0 7 0,-5 1 0,-13 4 154,-19-7 0,-8 5 0,-4-1 0,-1-8 0,0 2 0,-6-5 0,-17 6 0,-1-1 0</inkml:trace>
  <inkml:trace contextRef="#ctx0" brushRef="#br0" timeOffset="49433">4325 13580 15950,'0'-5'7830,"0"2"-7701,-15-20 117,14 76-221,-6-17 1,-2 7-318,6 8 1,3 9 0,1 0-2986,-2 6 0,0 0 0,0-4 1638,-1 2 1,0-5-1,3-10 1,0-12 0,-1-26-1</inkml:trace>
  <inkml:trace contextRef="#ctx0" brushRef="#br0" timeOffset="50184">3195 14312 15564,'-42'0'2120,"0"-1"0,-20-1-1488,96-5-391,5 2 0,9 0-135,1-1 1,6 0-1,3 1-508,-3 0 0,3 0 0,2 1 0,1-1 418,-6 2 1,1 0 0,1-1 0,1 1 0,1 0-172,-6 0 0,1 1 0,1-1 0,0 0 1,1 0-1,0 0 157,3 0 1,0 0 0,1-1 0,1 1 0,0-1 0,-1 0-273,3-1 1,1 1-1,0-1 1,0-1-1,0 1 1,0-1 225,-8 1 1,0-1 0,1 0 0,0 0 0,-1 0 0,0 0 0,0-1 7,8 0 1,-1 0-1,0-1 1,-1 0-1,0 1 1,0-1 21,-4 0 0,0 0 0,-1 0 0,0 0 0,0 1 0,-1-1-11,9-1 0,0 1 1,-1-1-1,-2 1 1,-3 0 7,-1 0 0,-4 0 0,0 0 0,-1 0-209,-3 1 1,1 0 0,-2 0 0,-5 0-2270,12-3 0,-6 0 2495,-8 1 0,-5 1 0,4-2 0,-25 5 0</inkml:trace>
  <inkml:trace contextRef="#ctx0" brushRef="#br0" timeOffset="50985">2960 14523 11749,'1'-4'9830,"1"1"-7282,-2 3-2004,19-58-320,-15 61-34,6-10-179,-15 42 0,-9 21-672,4 3 1,1 2 660,0-3 0,1-3 0,4-20 0,1-3 0,4 5 0</inkml:trace>
  <inkml:trace contextRef="#ctx0" brushRef="#br0" timeOffset="51602">2423 15200 12517,'2'-11'8098,"0"2"-7527,-35 18 1,-10 15-418,25 1 0,2 7-151,-15 13 1,-5 8 0,8 3-228,15-1 0,9 3 0,1 2-430,0-10 0,2 2 0,1 1 0,2-2-128,2 0 1,2 0 0,0-1 0,1-4-1521,0 3 0,1-4 0,-1-2 2302,2 8 0,-2-6 0,-4-2 0,-8-40 0</inkml:trace>
  <inkml:trace contextRef="#ctx0" brushRef="#br0" timeOffset="51769">2033 16075 15804,'11'-63'196,"1"-1"0,6 18 0,5 0 0,4 7-325,19 2 1,7 7-1685,-14 7 0,2-1 1,-1 3 1812,7 0 0,-5 3 0,-2 3 0,-31 12 0</inkml:trace>
  <inkml:trace contextRef="#ctx0" brushRef="#br0" timeOffset="52018">2859 15431 17400,'1'-7'6582,"-1"2"-6470,-46 8-84,17 44-90,-1-13 1,3 5-432,19 12 0,14 3-1484,12-4 0,11-7 1977,11-14 0,3-7 0,-12-7 0,-1-6 0,24-7 0</inkml:trace>
  <inkml:trace contextRef="#ctx0" brushRef="#br0" timeOffset="52420">3234 15454 15434,'-4'-2'6997,"1"0"-6314,3 2-420,-37-63-246,38 38-90,-10-12 0,6 6 0,49 36-56,-18 10 1,-2 8-248,-2 10 1,-7 7 265,-10 6 1,-7 1 218,-6-5 1,-6-2 271,-18 17-291,9-33-488,12-17-263,24-9-9012,31-17 8825,-2 2 0,3-4 0,-29 11 0</inkml:trace>
  <inkml:trace contextRef="#ctx0" brushRef="#br0" timeOffset="52671">3604 15125 25970,'30'-18'-20,"-3"29"1,0 15-401,4 26 0,-6 14-208,-10-5 0,-4 6 0,-2-6 0,3-7 1,-5-3-1,-14 2 0,-1-1 0</inkml:trace>
  <inkml:trace contextRef="#ctx0" brushRef="#br0" timeOffset="53302">2977 16168 23539,'-19'-9'135,"0"65"-440,15-15 1,2 7 0,1 0-2295,0 3 0,1 1 0,0-1 1655,0-1 1,0 0-1,1-7 1,6 20 0,-1-42-1</inkml:trace>
  <inkml:trace contextRef="#ctx0" brushRef="#br0" timeOffset="53969">1953 16820 13368,'-51'5'2193,"0"-1"1,6 2 0,11-4-1869,28-5-275,11 1 68,41-2-37,-11 4 0,5 1-16,2-1 1,4 1-1,2-1-217,12 1 0,4 0 1,4 0 164,-14 0 1,3-1-1,3 1 1,-2-1-1,-2 0-9,1 0 0,-2 0 1,0 0-1,6-2-6,-7 0 0,5-1 1,3 0-1,1-1 1,0-1-1,-3 0 1,-5 0-691,2-2 0,-3-1 1,-3 0-1,1 0 1,2 0 645,7-1 0,3 0 0,0 0 0,-1-1 0,-3 0-159,5-3 1,-2-1 0,-3 1 0,-6 0-1075,10-3 1,-5 0 89,-16 6 0,1 0 0,-4-1 1189,4-2 0,-7 2 0,-3 0 0,-5 2 0</inkml:trace>
  <inkml:trace contextRef="#ctx0" brushRef="#br0" timeOffset="54818">1587 17195 22218,'-2'-36'562,"0"1"1,1-12-389,3 77-68,2 19-139,0 12-359,0 2-3165,-1-13 3557,-2-16 0,-1-17 0,0-10 0</inkml:trace>
  <inkml:trace contextRef="#ctx0" brushRef="#br0" timeOffset="55434">1541 17752 20224,'-27'-26'1195,"0"-1"1,-21-12-1218,1 69-34,23 1 0,3 7-70,-1 17 0,5 6-121,9-17 1,3 2-1,5-1-54,8-2 1,4 0 0,2-3-392,4 6 0,3-6-4058,4-5 1,-2-6 4749,-4-3 0,-12-9 0,-8-13 0</inkml:trace>
  <inkml:trace contextRef="#ctx0" brushRef="#br0" timeOffset="56617">961 18059 8746,'-4'0'6100,"1"0"-5562,8-18 118,30 12-259,7-12 37,-2 16 0,5 3-20,5-4 1,1-1-256,0 0 1,1-2-68,-5 0 1,-2 0 53,13-4-617,-33 6-2402,-13 4 2873,-8 1 0,-2 0 0,1 0 0</inkml:trace>
  <inkml:trace contextRef="#ctx0" brushRef="#br0" timeOffset="57100">2051 17613 22487,'-39'-15'784,"-9"35"-695,30 14 1,3 9-144,-4 3 1,3 2-107,3-1 1,8-1-404,12-10 0,9-4-2422,10-8 0,6-7 2985,3-4 0,-1-5 0,17-2 0,-24-6 0</inkml:trace>
  <inkml:trace contextRef="#ctx0" brushRef="#br0" timeOffset="57450">2395 17696 22739,'-23'-46'1327,"6"17"-1266,22 54-38,2 20-1255,6 15 1232,3 3 0,-8-29 0,0-9 0</inkml:trace>
  <inkml:trace contextRef="#ctx0" brushRef="#br0" timeOffset="57734">2514 17551 24755,'36'-13'168,"8"34"-166,-12 17 1,-3 11-166,-2 8 1,-7 5-1406,-11-17 1,-4 1 0,-4 0 1567,-6 1 0,-5 0 0,0-4 0,2-1 0,-2-5 0,-22 20 0</inkml:trace>
  <inkml:trace contextRef="#ctx0" brushRef="#br0" timeOffset="80799">4197 16720 17288,'11'-62'4246,"-3"10"-3495,-11 35-320,-2 1 12,1 5-309,2 5-196,1 10 96,9 25 5,6 29 17,-4-12 0,0 3 11,0 6 1,0 0-24,-2-3 1,-1-3 14,-1-10 0,-1-5 142,1 4-341,-2-23 140,-3-18 0,-1 1 0,0-4 0</inkml:trace>
  <inkml:trace contextRef="#ctx0" brushRef="#br0" timeOffset="81432">3998 17337 13726,'-3'-4'7892,"2"0"-7315,-37-22-129,18 80-409,-6-21 1,1 7-67,15 11 1,6 10 0,3 1-408,0-13 0,2 1 0,0 0 1,2 0 105,1-1 0,1 0 1,1 0-1,0-1-59,3 10 1,0 0 0,-3-4 389,-3-7 0,-2-3 0,-5-4-123,-7 4 0,-7-13 125,-34-20 230,27-29 1,4-10-38,3-15 1,8-7-129,6-3 0,9-2-123,6-2 0,9 3-426,9 0 0,7 2-324,-7 17 0,2 0 0,2 1 803,4-2 0,1 0 0,-2 3 0,-1 3 0,-4 2 0,-4 4 0,-1 0 0</inkml:trace>
  <inkml:trace contextRef="#ctx0" brushRef="#br0" timeOffset="81732">4433 17297 22179,'-20'28'551,"0"0"1,-11 29-530,20-1 1,5 4-208,4-4 0,4-2-339,3-9 0,5-2-1661,8-4 1,8-10 2184,35-21 0,-21-3 0,-3-18 0</inkml:trace>
  <inkml:trace contextRef="#ctx0" brushRef="#br0" timeOffset="82150">4741 17457 22279,'-4'-46'1518,"-3"28"-1451,-11 70-76,10-16 1,3 1-59,12 12 34,7-5-130,26-39 197,-13-22 95,4-21 251,-24-22 85,-14 5-129,-10 4-5,-16 28-309,5 29-89,3 16-3776,15 23 3843,16-16 0,-1-1 0,4-22 0</inkml:trace>
  <inkml:trace contextRef="#ctx0" brushRef="#br0" timeOffset="82417">4965 17045 26189,'35'30'78,"-19"9"1,-3 13-1,-1-1-369,6 8 0,-2 5-1154,-8-11 1,0 7 0,-4 0 0,-2-6 1444,-9 11 0,-2-7 0,5-10 0,0-6 0,-12 13 0</inkml:trace>
  <inkml:trace contextRef="#ctx0" brushRef="#br0" timeOffset="91900">4069 15346 19428,'27'-32'-23,"0"0"1,4 1 0,4 4-113,8 5 1,0 5-95,17-1 229,-15 20 165,-53 37 0,-16 12-92,8-18 0,-1 3-45,-3 7 0,-2 6 0,4-7-6,-1 14 129,21-11-61,41-58-17,-14-4 0,0-6 184,3-7 1,-4-5 55,-7-5 1,-8-3 61,-14 0 0,-9 1-36,-3 10 1,-4 2 94,-6 2 0,0 4 64,1 5-554,9 10 45,23 17 22,12 16 0,5 5-22,13 15-88,-13-14 0,3 6 0,-4 1-1912,-5 17 1,-6 1 2010,-3-1 0,-2-2 0,-4-6 0,-5-6 0,-15-1 0</inkml:trace>
  <inkml:trace contextRef="#ctx0" brushRef="#br0" timeOffset="94214">5025 15258 6708,'-1'-41'9830,"3"33"-6060,3-17-3608,4 51-56,4 13 3210,4-92-3327,-2 66 845,8-39-822,-15 39 49,2-5-145,10-5-225,1 31 1,4 25 0,0 7-1,-2-13 1,-1-11 0,1 0-1,-1 19 1,1 0 0,-1 1-1,1-1 1</inkml:trace>
  <inkml:trace contextRef="#ctx0" brushRef="#br0" timeOffset="103216">6698 14073 7179,'-7'-3'2279,"1"1"-991,6 2 572,0 0-639,-8-2-84,-1 2-235,-5-1-51,5 2 73,4 1 230,3-1-308,0-1-336,0-1-225,-1 1-206,0-2-208,2 2 252,5 0 67,7-2-22,11-1-89,10 0-6,13 1-34,16 2-34,-25-1 1,1 0 33,7-1 0,0-2 0,3-3 1,0 0-15,1-2 0,1 0-11,-2 0 0,0 1 8,-2 2 1,0 1-32,0 2 1,-1 2 13,0 1 1,1 0 8,0 0 0,0 0-3,-2 0 1,-1-1-18,0 0 1,-1-1 21,-2 0 1,-1-1 14,0 0 0,0 0-9,-3 0 1,0 0 10,-1-1 1,1-1-9,-1 0 0,-1 0-17,3-2 1,0-1-15,1 0 1,-1 0 10,0 1 1,-1 1 25,-2 1 0,0 1 11,0-1 0,1 0-9,5-2 1,0-1-37,3-3 0,0 0 20,1 1 0,0 0 2,-4 1 1,1-1-51,6 1 0,0 0-3,-7 1 1,0 0 16,11-2 1,0 1 4,-7 2 1,-1 0 36,-4 2 1,-1 1-26,4 0 0,-1 0 11,2-1 0,0 0-28,-3 0 0,0-1-28,9-2 1,-1 0-96,-13 3 0,-3 1-3036,23-5 3176,-20 6 0,-21 1 0,-9 0 0</inkml:trace>
  <inkml:trace contextRef="#ctx0" brushRef="#br1" timeOffset="109966">7687 14472 18638,'-9'-60'1686,"0"1"0,0 3 0,4 7-1109,6 5-79,1 14-296,2 12-73,-3 28 95,-1 40-208,0-10 1,1 4 17,3 11 0,3 2-9,0-1 1,2-1-38,2-7 1,0-3-45,-2-7 0,-2-2-1512,-1 16 1568,-14-22 0,4-15 0,-4-12 0</inkml:trace>
  <inkml:trace contextRef="#ctx0" brushRef="#br1" timeOffset="112936">7003 15063 22094,'-44'7'-10,"0"0"1,2 28 0,10 15-283,21 6 1,12 10 0,1 2-680,0-12 1,1 1-1,1 1 1,1 0 192,0-1 1,0 0 0,1 0 0,0-2-626,2 11 1,0-1 0,-4-3 1040,-5-10 0,-2-3 0,-6-4 1095,-11 6 1,-8-13 858,-6-21 1,-1-15-344,0-20 0,6-13-589,8-14 1,11-9-433,11 11 0,6-2 0,5-1-310,7-3 1,6 1-1,4 0 57,4-2 1,4 1 0,3 2-786,-6 10 1,2 0 0,1 2 0,-3 2 809,2-3 0,-2 3 0,-1 2 0,8-5 0,-5 5 0,-12 9 0</inkml:trace>
  <inkml:trace contextRef="#ctx0" brushRef="#br1" timeOffset="113269">7379 15080 14701,'0'-3'7892,"0"1"-7214,0 2-650,-21-12 84,5 58-79,-4-7 1,0 8-44,8 2 1,5 7 0,1 0-135,0 2 0,2 1 1,7-2-627,10-6 1,5-2 0,6-6-2651,11 0 1,8-10 3419,5-12 0,0-11 0,8-9 0,-33-5 0</inkml:trace>
  <inkml:trace contextRef="#ctx0" brushRef="#br1" timeOffset="114018">7874 15234 17871,'-2'-2'5411,"0"0"-4498,-14-37-857,12 30 145,-5-16 85,30 82-261,-10-24 0,1 2-14,8 19 1,0 1 7,-3-8 1,-1-3 8,-3-8 0,-2-4 420,6 15 499,-14-35-919,-22-68-26,8 16 1,0-5-1024,0 1 1,-1-4 0,1 4 1031,0 1 0,3 3 6,-4-20-90,11 59-128,1 10 206,26 45-78,-11-15-59,2-3 1,1 2-3397,8 21 3528,-7-19 0,1 1 0,-13-27 0</inkml:trace>
  <inkml:trace contextRef="#ctx0" brushRef="#br1" timeOffset="114353">8103 14986 18846,'-1'-4'6429,"-1"1"-5896,-8-30-343,26 25-55,31-15-138,-9 28 0,4 15-731,-3 10 1,5 14 0,2 7 0,-3-1 0,-6-9 576,8 7 0,-4 1 45,-11-8 0,5 7 0,-1 3 0,-6-2 0,-12-6-166,-17 12 0,-9-10 1,7-3-1,-4-7 1,0 0-1</inkml:trace>
  <inkml:trace contextRef="#ctx0" brushRef="#br1" timeOffset="119365">8853 14529 19826,'5'-32'1008,"0"-1"0,6 10-694,0 85-292,-4-25 1,2 1-9,0-4 0,2-3 210,6 8 851,-4-19-453,-12-27-544,-17-28-36,4 4 0,-1-4-3,-2-10 1,2-1 38,0-1 0,3 1-5,5 8 0,2 4 0,-1-7-28,4 31 27,9 42-32,3 26-35,0-20 1,1 1-18,-1-4 1,2-2 56,9 11 314,-8-25-90,-12-34-129,-16-23 28,-6-16 39,-2 7-201,8 22 33,8 47-39,10 31-678,1-16 0,1 2 678,4 0 0,1-3 0,2 5 0,1-18 0</inkml:trace>
  <inkml:trace contextRef="#ctx0" brushRef="#br1" timeOffset="126365">4434 11724 18576,'-11'16'2207,"-2"3"-1753,8 6 196,-1-8 526,4-11-425,3-14-443,-1-14-129,4-16-117,5-11-113,9 3-5,12 11-50,16 22 67,-4 21-34,-1 35 36,-30-9 1,-6 5 30,-6 8 1,-3 1 7,-4-2 1,-1-2 3,-8 19 89,16-33-33,30-41-116,-1-7 1,3-7-664,11-10 1,2-5 716,5-3 0,-4 2 0,-13 11 0,-4 4 0,12-10 0</inkml:trace>
  <inkml:trace contextRef="#ctx0" brushRef="#br1" timeOffset="136882">8108 10923 6826,'-4'0'2660,"0"-1"191,4 1 95,-1 0-2133,12 1 144,12 0-419,19-1-278,-5-4 1,4-3-65,18-4 0,3-3-114,-19 5 0,-1-1 0,4 0-155,2 0 1,4-2-1,1 1 1,-3 1 148,6-1 1,-1 2-1,0 0-56,6 0 1,0 0 0,0 1 29,3 1 1,0 0-1,-2 1 4,-9 1 0,-3-1 1,2 1-5,3-1 0,2-1 1,-1-1 16,2-1 0,0-1 0,-1-1-30,-7 2 1,-1-1-1,1-1-17,3 1 1,0-1 0,1 0-8,4-1 0,0 0 0,0 0-8,-9 2 1,-1 1 0,1-1-3,3-1 1,0 0 0,2 0-1,4-3 1,1 0 0,-2 0-12,-4 2 1,-2-1 0,1 1-18,5-2 1,0 0 0,1 1 41,4 0 0,1 1 0,-3 0-31,-8 2 1,-2 1 0,2 0-6,8-2 1,1 0-1,-1 0-136,-6 1 1,-2 0-1,1-1 175,-1 0 1,1-1 0,-1 1-33,-1 0 1,0 0 0,-1-1 11,-1 1 0,0-1 0,-1 1 5,-1-1 1,0 1 0,-1 0-27,-1 1 1,-1-1-1,-1 0-4,20-5 0,-2 0-54,-2-1 1,-1 1-269,-3 1 0,-2 0-3348,-6 0 1,-4 2 3694,17-7 0,-27 9 0,-25 8 0</inkml:trace>
  <inkml:trace contextRef="#ctx0" brushRef="#br1" timeOffset="137848">11774 10317 11077,'0'-4'9779,"1"1"-9034,17-37 12,-5 41-136,22-6-419,-19 33 0,-2 12-121,5 6 0,0 2-25,-1 5 0,-1-1 0,-1-5 0,-3-1 39,-4-11 0,-1-2 477,-1 6-91,-7-30-363,-11-37-45,-4-33-57,5 19 1,1-3 30,1 1 1,0 2 211,-2-18-192,5 31-17,1 43-5,1 26-70,2-9 0,0 3-469,3 8 1,1 0 493,1 6 0,-1-3 0,4 7 0,-1-7 0</inkml:trace>
  <inkml:trace contextRef="#ctx0" brushRef="#br1" timeOffset="139940">10986 11550 10926,'-11'-62'1966,"-1"0"0,1 0 0,1 3 0,-1 3 0,-3 28 851,-20 58-2743,18 9 1,2 13 0,3 7-1006,4-6 0,2 7 0,1 3 0,1 0 0,0-4 820,-1 4 1,-1-2-1,2 0 1,2 3-171,2-8 0,2 5 0,2 1 0,0-2 0,0-3 0,0-8 15,2 3 0,1-7 0,-4 4-2192,-7 6 0,-4 5 1,-2-1-1,1-8 439,0 2 0,-6-8 2019,-26 12 0,-4-25 0,8-62 3425,11-24 0,6-8-2355,9 20 0,4-2-261,-1-18 1,10-6 185,18 8 0,10-2 0,-3 7-57,-10 15 0,2 1-938,2-1 0,4-6 0,2 0 0,3 8-3277,8 7 0,4 7 0,-5 2 3268,-5 0 1,-1 1 0,25-12-1,-9 8 1,-34 21 0</inkml:trace>
  <inkml:trace contextRef="#ctx0" brushRef="#br1" timeOffset="140617">11442 11535 21853,'-1'-11'1597,"-2"37"-1553,0 23 1,2 10-93,2 3 1,4 0-270,7-2 1,8-3-1482,16-8 1,8-7 1797,0-14 0,2-6 0,-8-7 0,-2-5 0,8-6 0</inkml:trace>
  <inkml:trace contextRef="#ctx0" brushRef="#br1" timeOffset="141201">11926 11526 20778,'12'-46'709,"0"0"1,-2 6 0,5 7-598,23 13-112,7 21-28,10 30-26,-27-5 1,-6 7 11,-3 10 0,-9 5 28,-12 6 0,-9 1 89,-8 0 1,-5-3 2,-1-8 1,0-5 257,-4 8 95,39-36-201,30-25-216,-9-1 0,4-1-227,6-6 0,1-2-1347,6-5 0,-1-1 994,1-1 1,-3 1 0,-15 10 0,-4 2 0,10-10 0</inkml:trace>
  <inkml:trace contextRef="#ctx0" brushRef="#br1" timeOffset="141516">12544 11102 16594,'-5'-3'7209,"2"0"-6476,3 3-425,-17-40-78,30 37-45,11-2-148,3 26 0,6 18 1,0 1-53,-1-2 0,-1 1 0,0 5-631,-5 0 0,1 4 0,-4 2 0,-4-2 646,-6 4 0,-5 0 0,-2-3 0,4 6 0,-6-5 0,-12-18 0,-1 0 0</inkml:trace>
  <inkml:trace contextRef="#ctx0" brushRef="#br1" timeOffset="146865">12395 12387 18767,'1'-42'2532,"-1"8"-2437,3 40 157,9 28-157,-4-2 0,0 4 0,3 15 1,0 4-29,0 4 1,0 0-26,-2-6 0,2-4 28,-1-12 0,1-5 423,4 4 587,-5-23-844,-15-27-141,-11-23-42,6 1 0,1-3 137,-2-5 1,2-2 75,0 2 0,1 1 138,-6-17-214,3 29-201,2 20 0,11 15 33,15 20-95,6 23-291,-10-9 0,-2 5-315,-5 10 1,-2-1-1,-1 11 1,-9-6 0</inkml:trace>
  <inkml:trace contextRef="#ctx0" brushRef="#br1" timeOffset="148031">11489 13195 15244,'-46'8'862,"1"-1"1,7-2 0,6 0-544,9 2-213,16-6-767,6 1 1479,36-1-375,28-8-286,-14 1 0,8-2-384,-11 0 0,4-2 1,3-1-1,0 0 235,1 0 1,0-1-1,2 1 1,1-1-17,-7 1 0,2 0 0,1 0 0,0 0 1,1 0-17,5 0 0,1 0 1,0-1-1,-1 2 1,-1-1 0,2 1 1,-2 0 0,-1 0-1,1 1 3,3-1 1,-1 1-1,2-1 1,-1 2-2,-9 1 1,1 0 0,0 1 0,-1-1 0,-1 1-3,8 0 1,-1-1 0,-1 1 0,2-1 16,3 0 0,1 0 1,0-1-1,0 0 8,-2 0 1,1-1 0,-1 0 0,-3 0-9,4-2 1,-4 1 0,0-1 5,0 0 0,-1-1 0,0 1-109,-2 1 1,0 0 0,-3 0 54,5 0 1,-3 2-230,1 0 1,-4 2-6216,-2 0 6498,-29 5 0,-16 1 0,-4 0 0</inkml:trace>
  <inkml:trace contextRef="#ctx0" brushRef="#br1" timeOffset="148899">11163 13404 20593,'8'-38'963,"5"19"-599,3 49 0,3 32 1,-3-7-304,-3-22 1,-1 3 86,1 18 1,2 14-1,-1 0 1,-5-15-104,-1 2 42,0-6 1,1 9 0,-1-15-32,-2-19 45,7 26-101,-13-49 0,1 5 0,-3-10 0</inkml:trace>
  <inkml:trace contextRef="#ctx0" brushRef="#br1" timeOffset="149941">11195 14717 8802,'0'-3'9830,"-27"-54"-6620,19 44-2941,-36 21-301,29 37 0,9 26 0,1-3-32,-4-19 1,2-2 0,1 8-410,4-1 1,2 10 0,1 5 0,2-1 0,-1-5 0,0-11 118,2 8 1,-2-1-1077,-3-10 1,-1 9 0,-2 2-1,-1-7 1,-3-12 1043,-18 8 132,-10-8 1,-2-14 309,8-41 638,2 1 812,20-25 1,7-4-1283,3 8-34,8-7 1,7-10 0,2 6-203,4 10 1,5 1-142,9-13 0,6-6 0,2 5-1072,-2 11 0,0 4 1,0 1 1224,-2 1 0,-1 1 0,-3 3 0,7-2 0,-7 6 0,-9 7 0</inkml:trace>
  <inkml:trace contextRef="#ctx0" brushRef="#br1" timeOffset="150535">11650 14622 21920,'-4'-42'1110,"-5"54"-987,1 21 0,1 15 0,1 0-115,-1 10 1,2 1-20,-1-10 0,-1 2 0,7-6-71,10-3 1,8-8-389,24 8-793,4-21 0,6-8 554,-1-14 0,0-6 1,-11 7-1,-2-3 1,19-18-1</inkml:trace>
  <inkml:trace contextRef="#ctx0" brushRef="#br1" timeOffset="150999">12169 14488 23259,'-7'-49'1647,"1"11"-1630,7 45 123,5 29-70,1-2 0,1 3-68,2 2 1,1 1-26,4 9 1,1 0-275,-3-11 1,0-3-1609,-1 2 1,0-3 1904,3 15 0,-7-21 0,-5-17 0</inkml:trace>
  <inkml:trace contextRef="#ctx0" brushRef="#br1" timeOffset="151403">12370 14269 24267,'15'-46'678,"2"17"-636,12 43 0,6 15-17,8 6 0,1 5-8,1 1 0,-1 4-60,-11-3 0,-1 4 0,-6 0-103,-6 4 1,-11 2-391,-9-7 0,-6 4 1,-4-3-174,-14 11 0,-5-5 1,6-14-1,1-4 1,-14 13-1</inkml:trace>
  <inkml:trace contextRef="#ctx0" brushRef="#br1" timeOffset="153119">11889 13669 19440,'4'-2'128,"0"40"-122,-1 18 47,2-12 0,0-4 199,2-12 1759,1-4-1400,-8-49-208,-9-26-308,3 14 0,-1-3 87,-1 2 0,0 2-226,-3-9 83,6 38-34,10 48-2,1-9 0,0 1 19,6 27 505,0-11-174,-9-34-180,-10-29-61,-8-23 17,-3-9 50,0 4-280,10 23-1467,10 42 796,1-7 772,13 44 0,-11-44 0,7 11 0</inkml:trace>
  <inkml:trace contextRef="#ctx0" brushRef="#br1" timeOffset="154143">14620 12848 19148,'4'-24'2727,"5"29"-2384,1 49-279,0-8 1,1 3-26,2 2 0,1-1-17,-3-7 1,1-4 72,9 10 756,-12-33 448,-5-16-1192,-14-32-93,1 2 0,-2-3 14,-3-12 0,-1-2 75,0 1 1,1 1-93,-3-10-257,8 28 263,16 69-393,-4-6 1,-1 4-1549,3 6 0,-1 3 1245,-1 2 1,-2-4 0,-1-3 0,0-17-1</inkml:trace>
  <inkml:trace contextRef="#ctx0" brushRef="#br1" timeOffset="154920">14465 13693 16040,'-2'-3'5785,"0"0"-5690,2 3 315,-11 42-293,12 0 1,1 8-118,-2 0 0,0 6 0,1 3-266,3-7 0,2 1 1,0 3-1,0 1-125,1-2 0,-1 2 0,1 2 0,0-2 0,-1-4-22,2 12 1,-1-4 0,-1 1-258,0-6 1,0 2 0,-2-2-1,-6-8-2138,-7-2 1,-7-6 348,-1 0 0,-7-8 2459,-34-17 2095,21-43 0,3-13-561,13 8 1,3-2-768,-4-14 1,6-2 293,15 8 1,6 2-634,3 8 1,4-1 137,10-16 0,7-1-803,1 15 0,4 2 0,-1 2-320,4-5 0,3 1-9,-1 5 1,4 0 0,-8 7-1,-2 3 1,10-6 0</inkml:trace>
  <inkml:trace contextRef="#ctx0" brushRef="#br1" timeOffset="156108">14920 13957 18240,'9'-42'1376,"1"-1"0,-2 5 1,-2 9-957,-5 22 28,-1 4-196,0 0-151,0 1 442,0-3-498,0 2 145,0 0-123,0 1 107,-2-12-163,2 9 12,0-8 195,-1 8 23,0 2 0,-1-2-34,1 3-190,0 0 0,1 1-214,-2 12 293,-2 25-78,-2 8 1,-3 11 0,1-3-30,2-4 0,1 1-29,-2 9 1,-1 7 0,4-12-174,12 4-45,14-25 1,9-6 33,5-17 0,6-8-171,16-4 0,2-9-353,-2-10 0,-3-9-182,-2-10 1,-8-2 873,-17 15 0,-4 0 42,-5-1 0,-6 1 8,-11-8 454,7-13 219,-6 6 77,7-2 36,-9 26-58,-5 2 656,-6-9-1266,3 14 184,-1-6-55,6 17-218,0 2 10,-10 27 13,-5 23-52,7-14 0,2 2-8,2 4 0,8-2-26,21-5 1,6-5 23,10 3 10,-7-20 0,0-10 46,13-29 50,-16-13-1632,-13-14 0,-5-2 1581,-2-2-11,-11 9 0,-11 7 45,-28 24-68,-2 8-425,1 21 0,1 5 17,5 0-2061,-1 35 2464,57-33 0,-10-2 0,9-6 0</inkml:trace>
  <inkml:trace contextRef="#ctx0" brushRef="#br1" timeOffset="156391">15699 13585 18112,'-1'-5'7012,"0"1"-6328,20-53-566,4 43-43,8-10 1,6 7-48,9 34 0,3 14-27,-12-6 1,-1 2 0,-1 3-30,1 5 0,-2 2 0,-4 4-200,-6 6 0,-5 5 1,-8 0 227,-11 0 0,-7 2 0,0-4 0,5 3 0,-4-4 0,-13-9 0,1-1 0</inkml:trace>
  <inkml:trace contextRef="#ctx0" brushRef="#br1" timeOffset="158070">14046 13264 9324,'0'-3'9830,"0"1"-8788,-1-25-544,0 28 129,-7 0-364,-3 42-210,1-8 1,3 2-96,5-2 0,4-1 8,12 20 174,37-24 538,-2-43-269,-5-5 560,-30-38-521,-28 14-246,-8-12-113,-15 10-492,9 19-2062,-11 1 2465,12 13 0,8 5 0,8 2 0</inkml:trace>
  <inkml:trace contextRef="#ctx0" brushRef="#br1" timeOffset="160075">12694 10507 20571,'-5'-35'1067,"0"0"0,1-26-1028,22 35-5,14 7-101,14 21 55,-12 1-38,12 42 89,-37 20 3,-6-26 0,-4 2-6,-6 4 1,-5-3-26,-12 11-33,6-21 268,12-22 6,5-7 11,2-3-151,4-5-72,1-1 4,1-1-32,-2 2 77,-3 4-363,-2 1-521,-5-2-9036,1-4 8520,-1 3 1,3-3-1,2 5 1</inkml:trace>
  <inkml:trace contextRef="#ctx0" brushRef="#br1" timeOffset="161172">12727 10568 12881,'0'-9'8580,"0"2"-6877,0 7-930,-1-45-734,2 42-5,2-28 134,8 82-70,-4-8 0,-1 2-73,0-6 0,-1 1 36,0 14 1,-1-3 101,0-5 251,0-9-27,3-44-241,-1-38-99,-3 12 1,-1-4 11,-3-19 0,-2-3-26,-1 13 1,0 2 2,-2-10 1,-1 4 63,0 0-150,2 24 50,15 76 0,-2-13 0,1 4 3,2 10 0,2 1 2,0 1 1,1-3-20,-3-16 0,0-3 36,3 10 236,-5-20-185,-10-55-68,-4-23 0,2 24 1,1-3 25,-2-16 0,0 0 16,1 15 1,0 2-37,-2-29-16,1 28-29,3 49 34,0 21-20,2 7 1,1 5 33,1-1 0,2 2-20,1 7 1,1-2-1,1-16 1,-1-5 83,4 4-28,-6-37-38,-7-61 10,-3 19 0,-2-4 0,0 4 1,0-3 0,0 2-4,-3-2 1,-1 4-6,2 2 0,0 13-115,3 24 101,4 41 22,3-6 1,1 4-60,2 13 1,1 1 92,-1-13 0,0-2-95,4 17-286,-9-39-1076,-9-18 1401,-11-8 0,9 6 0,-2-1 0</inkml:trace>
  <inkml:trace contextRef="#ctx0" brushRef="#br1" timeOffset="165414">6773 8392 17636,'-18'-44'2179,"14"-4"-2022,30 8-85,18-2-122,-15 24 0,1 3-85,17-2 57,0 25 162,-24 19 213,-11 22-6,-11-4 196,-12 1-22,2-26-286,1-7-78,13-13-12,17-3-44,21-1-62,20 7 11,-30 4 1,-2 4 89,18 22 174,-38 18-157,-23-22 0,-10 0-157,-9 0 0,-5-5-3316,1-6 0,1-4 3372,-17-2 0,30-15 0,18-2 0</inkml:trace>
  <inkml:trace contextRef="#ctx0" brushRef="#br1" timeOffset="171632">10665 7485 6921,'-8'-6'6072,"2"1"-4616,-7-13-73,5 12-330,-9-14-185,11 18-285,2 1-438,3 0-122,6 1-40,7-3 6,21-5 83,-2 1 1,4-2-12,4 0 1,3-1-8,-1 0 1,4 0 0,1 1-16,8-2 0,2 2 0,0-1-21,-2 1 1,0 0 0,3-1-329,2 0 1,4 0 0,2 0 0,-2-1 311,-3 1 1,-2-1 0,1 1 0,2-1-309,-6 1 0,1 0 0,2-1 0,0 1 1,0-1 281,5 0 0,1-1 1,1 1-1,-2-1 1,-1 1 4,-7 1 0,-2 1 0,0 0 0,-2 0 0,1 0-107,11-2 1,-1 0-1,-1 0 1,-3 1 128,4-2 1,-3 1 0,-3-1-57,-7 0 1,-2 0-1,-3 1-154,5-1 0,-4 0-1810,-2 0 1,-6 2 2016,-7 4 0,-14 4 0,-16 3 0</inkml:trace>
  <inkml:trace contextRef="#ctx0" brushRef="#br1" timeOffset="173900">13297 7039 9206,'-50'-3'2440,"-1"1"0,2-2 1,4 3-1461,-5 5-504,10 1-527,18 1 287,17 0 442,35 1-415,19-3-142,-5-6 1,13-1 0,3-2 0,-5 0-115,-7 1 1,-3 0 0,4-1-214,11-2 1,6-1-1,1 0 1,-3 0 198,-10 0 0,-2 1 0,1 0 0,5-2-83,-1 1 1,6-2-1,3-1 1,1 1-1,-3-1 1,-3 2-414,-3 0 1,-3 1 0,-1 0 0,1 0 0,2-1 468,3 0 0,2-1 1,2-1-1,0 1 0,-4 0 1,-3 1-120,2-1 0,-4 1 1,-1 1-1,0-1 92,0 1 0,0 0 0,1 0 0,3 0 72,-6 0 0,4 0 0,2-1 1,0 1-1,-3 0 0,-5 1 19,17-2 0,-6 1 0,0 0 3,-9 1 1,1 0 0,-1-1-1,-6 2 51,7 0 0,-4 0-93,5-1 1,3-1 0,-12 1 1,2 0 0,0-1-2062,4 0 0,-1-2 1,-4 1 2068,-4 1 0,-3 0 0,0 0 0,-12 2 0,-25 5 0</inkml:trace>
  <inkml:trace contextRef="#ctx0" brushRef="#br1" timeOffset="175883">15439 6929 15373,'40'-38'5265,"-9"4"-4705,-34 28-174,0-1 124,-1-1-173,2 4-287,3 3 45,2 5 124,6 9 5,5 16-79,8 24-218,-9-17 1,-2 3-2306,1 9 0,-2 1 2378,-3-12 0,-1-2 0,1 17 0,-6-36 0</inkml:trace>
  <inkml:trace contextRef="#ctx0" brushRef="#br1" timeOffset="176466">15296 7569 16320,'-1'-5'5746,"0"2"-5555,-24 4 22,16 52-188,-4-7 0,1 7-346,12-8 0,3 6 1,3 2-1,-1-1-2103,1 12 0,2 0 1,0 0 2423,0-12 0,0 2 0,0-3 0,1-5 0,1 3 0,-1-7 0,3 14 0</inkml:trace>
  <inkml:trace contextRef="#ctx0" brushRef="#br1" timeOffset="176665">15114 8657 10651,'-7'-46'1835,"0"1"0,0 0 0,9-6 0,4-2 0,2 6-1776,3 0 0,6 3-74,5 5 0,5-1 0,2 5-756,13 0 1,2 3-1916,2-2 1,0 2 1834,-2 4 1,-4 5 0,3 1 0,-27 14 0</inkml:trace>
  <inkml:trace contextRef="#ctx0" brushRef="#br1" timeOffset="176950">15826 7591 14874,'-1'-3'7825,"0"1"-7041,1 2-425,-9-12-130,2 37-173,-3 7 0,1 6-81,5 16 0,5 4-286,2 6 0,8-1-2966,9-22 0,7-3 0,-2-5 1925,-2-6 1,0-5 0,12 0 0,-5-7 0,-22-12 0</inkml:trace>
  <inkml:trace contextRef="#ctx0" brushRef="#br1" timeOffset="178303">16239 7662 19182,'-9'-14'3747,"1"-4"-3198,8-13-443,5-5-95,19-14-33,17 11-3,-11 22 0,4 6 19,3 7 0,1 7-50,-2 6 0,-3 6-98,-3 7 0,-5 5 92,-7 4 1,-9 2 106,-9 3 0,-9-1 67,-6-3 0,-5-3 308,-28 13 45,2-25-124,14-21-234,17-9-124,20-2 22,16 7-55,34 10 11,-21 6 0,2 3-115,6 3 0,-2 5-45,-9 8 0,-8 5 14,-12 17-39,-24-20 0,-10-3-1753,-15-10 0,-3-6 1977,6-2 0,2-3 0,-20 0 0,32-7 0</inkml:trace>
  <inkml:trace contextRef="#ctx0" brushRef="#br1" timeOffset="178602">16628 7300 24217,'44'-16'201,"0"-1"1,17 12 0,1 15-253,-23 13 1,0 10-1,-1 5 1,-2-3-342,5-1 0,-2 0 0,-2 6-163,-2 6 1,0 7-1,-6 2 1,-11-5 19,-19 14 1,-9-4 0,10-9-1,-5-4 1,-12-18 0,0 0 0</inkml:trace>
  <inkml:trace contextRef="#ctx0" brushRef="#br1" timeOffset="182531">16270 8630 8998,'0'-3'9310,"0"1"-8044,-6-43-756,5 34-107,-5-31 67,9 59 208,4 43-541,-2-27 0,2 4-25,3 17 1,2 1-24,-1-10 1,0-3 5,2-3 0,-1-2-5,6 12-129,-7-24-1334,-7-15 1373,-4-13 0,-3-3 0</inkml:trace>
  <inkml:trace contextRef="#ctx0" brushRef="#br1" timeOffset="183564">15509 9216 14656,'-31'10'944,"-1"1"0,-16 6-312,57-15-111,7-1 17,18 1-62,26-10-319,-11-1 0,6-2-126,-7 1 1,3-2 0,2 0-304,-6 2 1,3-2 0,1 1 0,1 0 261,6-2 0,1 0 1,1 1-1,1-1-14,-10 2 1,2 1-1,0-1 1,0 0-1,1 0-45,2-1 1,1 1 0,0-1-1,1 0 1,-1 0-263,2 0 1,-1 0 0,1-1 0,0 1 0,-1-1 257,-1 0 0,0 1 0,0-1 1,-1 0-1,-1 0-1,-3 1 0,0 0 0,-1-1 0,-1 1 0,-1 0-135,7-3 0,-1 1 0,-1-1 0,-1 1 121,9-3 0,-2 1 1,-1-1-5,-6 2 0,-2 1 1,-2 0 105,12-3 0,-6 2 294,-14 3 1,-5 2-309,-2-2 0,-23 8 0,-11 3 0</inkml:trace>
  <inkml:trace contextRef="#ctx0" brushRef="#br1" timeOffset="184748">15455 9462 13575,'-7'-6'6341,"2"2"-5541,-3-27-542,7 23 481,-6-6-212,10 68-370,0 10-121,2-18 1,1 1 19,2-11 0,0-4 425,6 14 315,-2-19-248,-18-40-385,-12-23-96,-6-21 22,8 14 1,2-1 89,-2-18-72,3 6-124,11 36 0,3 27 28,7 20 0,1 5 1,2 3-18,1-3 1,1 0-79,1 4 0,0-2-9747,4 8 8073,-10-25 0,-5-5 0,-3-12 0</inkml:trace>
  <inkml:trace contextRef="#ctx0" brushRef="#br1" timeOffset="186092">15561 10311 8489,'-1'-2'9527,"1"-1"-7846,0 3-533,-41 58-1131,31-10-45,-11-1 0,4 9-450,23-2 0,11 5 0,-2-7 226,-6-11 0,2 1-2206,4 6 0,4 9 1,1-1-1,-5-12 1876,1 5 0,0-5 0,-3-5 0,-11-24 1</inkml:trace>
  <inkml:trace contextRef="#ctx0" brushRef="#br1" timeOffset="186291">15353 11048 7990,'5'-43'3276,"0"0"1,15-17 0,11 4-3028,16 14 1,5 5-754,-8-3 0,1 2-1398,11 1 1,-4 6 1901,-7 6 0,-20 13 0,-7 1 0</inkml:trace>
  <inkml:trace contextRef="#ctx0" brushRef="#br1" timeOffset="186571">15948 10292 8982,'2'-5'9830,"-1"2"-5349,18-50-4285,-14 40-62,14-34 37,-25 73 0,-3 15-165,4 4-12,-3 2 0,3 2-84,11-10 1,6-2-404,2 0 1,7-1 68,9-3 0,7 0 0,-5-3 0,-8-5 0,0-4 0,13 0 0,1 0 0</inkml:trace>
  <inkml:trace contextRef="#ctx0" brushRef="#br1" timeOffset="187002">16289 10294 19501,'21'-42'319,"0"0"0,3 5 1,3 11-152,12 29 0,-12 20 0,-5 8-107,-2 16 20,-15 8 1,-7 2 102,-16 5 79,3-18 1,-1-2-39,-1-7 55,19-13-336,12-24-651,36-19 707,-7-6 0,-1-2 0,8 1 0,-18 4 0,1 1 0</inkml:trace>
  <inkml:trace contextRef="#ctx0" brushRef="#br1" timeOffset="187268">16627 10006 18554,'-4'-3'6139,"1"2"-5954,-9-31-68,27 37-61,28 31-73,-19-9 1,1 6-119,4 9 1,1 8 0,-6 0-918,-11-3 1,-6 0 0,-2 0 443,-1 2 1,-3 1 0,-2-3-1,0 9 1,-5-7 0,-18 3 0</inkml:trace>
  <inkml:trace contextRef="#ctx0" brushRef="#br1" timeOffset="188751">18275 8679 8819,'2'-5'9830,"0"1"-8205,6-5-544,2 30-269,16 14-566,-9 0 1,0 5-96,4 4 1,1 0-4,-1-3 0,-1-2-70,-2-6 1,-3-3-51,6 9-1585,-10-19 1557,-8-12 0,-2-6 0,-2-2 0</inkml:trace>
  <inkml:trace contextRef="#ctx0" brushRef="#br1" timeOffset="193398">16772 11161 20414,'26'-46'786,"0"-1"0,-9 9 0,1 12-528,16 33-17,-15 52-211,-11-25 1,0 1-14,1 5 0,0 0 112,8 20 391,-8-35-94,-1-13-152,-18-45 18,-16-24-239,14 26 0,-2-2 28,-10-13 0,1 1 60,1-2-68,-2 0-101,16 35 39,15 38-28,6 16 11,1-1 1,3 3 16,-1-5 0,0-2-22,0 2 0,0-3 89,6 6 107,-14-35-134,-13-35-23,-16-26-28,7 17 0,-1 0 50,1 5 0,1 2-66,-5-10-943,11 28-3633,25 52 4592,-8-9 0,10 16 0,-16-30 0</inkml:trace>
  <inkml:trace contextRef="#ctx0" brushRef="#br1" timeOffset="194081">16607 11634 12556,'-46'4'2167,"0"0"1,3 1 0,16-4-1821,29-4-112,19-3 51,35-11-180,-16 5 1,5-2-91,-4 1 1,3-1 0,1-1-231,10-2 1,3-2-1,2 0 216,-8 3 1,2-2 0,0 0 0,2 0-298,3-1 0,2 0 0,0-1 0,0 1 276,-11 3 0,0 0 0,0-1 0,0 1 0,0 0 3,10-3 1,-1-1 0,0 1 0,-2 0-97,-5 2 0,-1-1 1,-1 1-1,-2 1 119,8-4 1,-3 2 0,-3 0-126,8-3 1,-7 1-5205,7-5 5322,-32 12 0,-20 8 0,-7 5 0</inkml:trace>
  <inkml:trace contextRef="#ctx0" brushRef="#br1" timeOffset="194916">16241 11857 20285,'23'-31'1316,"1"1"1,22 5-858,-11 80-322,-19-16 0,-3 4-61,-1 3 0,-1 1 27,0-3 1,0-2-43,-1-6 1,-1-2 16,8 19-195,-8-15-3389,-7-16 3506,-3-13 0,0-6 0,0-4 0</inkml:trace>
  <inkml:trace contextRef="#ctx0" brushRef="#br1" timeOffset="195638">16672 12442 17104,'-4'-3'5758,"1"1"-5176,-49 16-257,35 17-194,-10 2 1,1 9-157,20 8 1,8 8 0,2-3-138,-2 9 0,4 0-174,-1-13 0,3 4 0,0 0 0,1-4-346,1-4 0,2-3 1,-1 0-208,-2 1 0,-1-1 1,-3-2-846,0 9 1,-11-10 170,-40-16 2694,1-43 449,3-25-379,31 3 1,9-5-710,7 4 1,5-1-336,5-13 1,5 0-203,9-1 0,5 2-112,-4 11 0,1 1-322,4 1 0,1 1-200,-5 6 1,-2 4 0,3-1-1,-5-3 1</inkml:trace>
  <inkml:trace contextRef="#ctx0" brushRef="#br1" timeOffset="195975">16987 12365 23164,'-4'24'1215,"0"40"-4492,16-17 0,9 7 0,-3-5 2290,-9-3 0,3-3 987,11-1 0,5 1 0,-4-18 0,-10-24 0,7-1 0</inkml:trace>
  <inkml:trace contextRef="#ctx0" brushRef="#br1" timeOffset="196291">17360 12385 15087,'20'59'1014,"0"0"1,0-4 0,-4-7 0,-6-15 0,-2-9-1</inkml:trace>
  <inkml:trace contextRef="#ctx0" brushRef="#br1" timeOffset="196537">17574 12199 17731,'-1'63'0,"1"0"0,-1-1 0,1 1 0,-1 0 0,1 0 0,-1 0 0,1-5 0,-1 1 0,1 0 0,-1-1 0,1 1 0,-1-1 0</inkml:trace>
  <inkml:trace contextRef="#ctx0" brushRef="#br1" timeOffset="198415">18359 11123 9643,'0'-3'9830,"0"1"-5680,0 2-3926,16-49-179,-12 37-34,12-37-11,-16 51 62,0 7-45,0 3 0,-1 7-6,1-6-17,-1-2 40,1-9 179,0 0-180,2-1-16,4 4 5,11 7-27,10 15-130,7 24-268,-16-17 0,-1 3-276,0 6 1,-3-1 0,2 9-1,-5-14 1</inkml:trace>
  <inkml:trace contextRef="#ctx0" brushRef="#br1" timeOffset="199497">18363 11781 21629,'-9'-48'1726,"2"9"-1760,7 38 504,0 1-89,0-4-50,0 0 38,-3-3-50,2 3-88,-3 1-215,1 2-89,-1 10 107,-5 21-17,1 28-12,4-16 1,2 4-20,5 13 0,4 4-171,1-13 1,1 1 0,3 1 104,4 7 0,3 2 0,1-1-202,1 2 0,1 0 0,-1-1-235,0-3 0,-1-2 0,-4-1-673,-4-7 1,-2-1 0,-7-2 1189,-9 11 0,-6-6 0,-6 6 0,-13-22 0</inkml:trace>
  <inkml:trace contextRef="#ctx0" brushRef="#br1" timeOffset="199765">18260 12426 14208,'0'-3'3038,"23"-35"1,13-11-2768,-6 19 1,3-2-209,2-8 1,4-6 0,-2 5-98,4 4 0,-2 5-201,-11 8 0,-4 2-6766,-1-6 5938,-16 16 0,-7 5 0,0 4 0</inkml:trace>
  <inkml:trace contextRef="#ctx0" brushRef="#br1" timeOffset="200281">18855 11538 23170,'-9'32'1327,"-1"15"-1291,7 5 1,3 8-88,0-1 1,3 2-250,5 3 1,5-1-799,5-6 0,6-5-34,10-12 0,1-7 0,5 6 0,-1-24 0</inkml:trace>
  <inkml:trace contextRef="#ctx0" brushRef="#br1" timeOffset="200816">19363 11619 13653,'-1'-3'8638,"1"1"-7457,-31-26-923,19 23-2101,-19 18 0,-1 10 1860,15 5 426,-5 20 1,2 4-455,12 0-12,6-12 1,7 2-9,6-8 1,6-4 16,11-2 0,4-9 210,30-20 3375,-10-24-3420,-36-10 0,-10-6-8,-7 7 0,-5-2-37,0-4 1,-5 0-9,-8 1 0,-2 5-137,1 1-208,-10 2-3489,14 34 3736,9 3 0,-5-1 0,12 0 0</inkml:trace>
  <inkml:trace contextRef="#ctx0" brushRef="#br1" timeOffset="201117">19444 11341 25287,'58'2'70,"-25"6"0,-1 6-84,2 19 0,-4 9-166,6 11 1,-8 7 179,-16-5 0,-6 4 0,0-5 0,6-5 0,-4-3 0,-19 2 0,0 1 0</inkml:trace>
  <inkml:trace contextRef="#ctx0" brushRef="#br1" timeOffset="202400">17356 12187 8657,'-3'8'9662,"2"-1"-7769,1-7-806,1-9-595,2 6-155,5-12-62,8 5-51,8-2-96,3 3 1,1 8 50,1 18-33,0 8-79,4 7 51,8 3-34,-1-4 22,0 2 191,-12 7-56,-16 14-202,-9-4-11,-4 6 62,1-13-6,0-10 72,0 5 46,-4-7-51,-3 4-11,-6-3-22,1-3-34,1-5 5,1-2 35,1-1 44,-1-3-45,-4-1-44,-5 1-29,-1-2-50,0-2-61,5-4-618,4-1-6395,1-5 7074,3-3 0,3 1 0,4-3 0</inkml:trace>
  <inkml:trace contextRef="#ctx0" brushRef="#br1" timeOffset="204782">17040 11767 18173,'10'-24'1675,"0"21"-1333,-2 47-51,4 12 56,0-2 224,-2-17 522,-5-17-706,-6-23-163,-9-19-45,-2-22-67,-3-14-17,5 3-95,5 17-11,5 25 33,2 37-27,1 20 16,4 15 11,1-7 213,-2-23 96,-2-24-180,-4-34-45,-3-20 12,-1-10-56,0 12-124,2 21-156,1 23-1462,3 19 1680,8 10 0,-5-7 0,4-2 0</inkml:trace>
  <inkml:trace contextRef="#ctx0" brushRef="#br1" timeOffset="206248">18227 11408 7873,'2'-3'8127,"0"0"-6161,-2 3-968,12-18 687,-9 21-789,-1 1-566,-22 33-262,0 6-102,5-5 96,17-15 280,21-15 67,3-20 128,1-9 203,-19-21-382,-21 13-291,-16 2-263,-6 20-1439,4 12-4986,12 5 6621,10 0 0,7-4 0,2-4 0</inkml:trace>
  <inkml:trace contextRef="#ctx0" brushRef="#br1" timeOffset="208367">15894 9690 10226,'-2'-6'8934,"1"2"-8100,1 4-705,3-13 789,3 32-509,5 11-311,-5 1 0,-1 3 16,2 0 1,-1-1 586,2 12 710,-3-23-974,-6-35-190,-8-22-130,-8-26-81,7 27 1,0 0 36,-5-19-168,4 21 11,8 34 67,3 21 6,4 23 27,6 9-44,0-8 73,2-10 118,-7-23 66,-2-12-111,-11-22-40,-8-18-61,-5-16 23,2 2-23,8 14-108,7 20 2,6 21 55,15 42 23,-3-7 16,4 1 1,1 1-6,8 6-22,1 2 72,-10-21-442,-10-19 392,-15-27 0,4 11 0,-6-12 0</inkml:trace>
  <inkml:trace contextRef="#ctx0" brushRef="#br1" timeOffset="212781">18130 9576 11906,'-2'-3'7410,"1"1"-7012,-13-16 218,7 30-101,-14 10-423,15 12 1,3 8-113,0 12 1,2 4-65,3-15 0,2 1 0,2 1-172,3 1 0,1-1 1,2 0-348,11 17 1,2-3-745,-2-9 0,-2-4 1347,-7-8 0,-3-3 0,1 0 0,-17-10 0</inkml:trace>
  <inkml:trace contextRef="#ctx0" brushRef="#br1" timeOffset="212998">18059 10270 7481,'-1'-9'4679,"4"-33"1,7-9-4808,20-6-274,-15 17 0,2-6 1,2 6-1436,10 4 0,2 4-1210,0 0 0,-1 3 3047,9-10 0,-14 13 0,-18 18 0</inkml:trace>
  <inkml:trace contextRef="#ctx0" brushRef="#br1" timeOffset="213364">18556 9580 8718,'0'-4'9830,"0"1"-7298,0 3-1411,-13-26-410,8 19-330,-9-19-174,6 34 28,-4 19-106,-6 25-98,10-17 0,2 3-34,3 4 0,5 0-154,4-1 1,6-1-589,5-4 0,7-3-2891,6-5 1,3-5 3635,18 5 0,-10-15 0,-28-13 0</inkml:trace>
  <inkml:trace contextRef="#ctx0" brushRef="#br1" timeOffset="214265">18868 9548 21646,'8'20'1938,"-3"15"-1905,-4 0 1,0 4-17,2-3 0,1-1 0,2 19 229,1-12 258,-4-25-325,-5-12 62,-9-32-112,-1-16-45,-5-15 25,9 23 0,1-1 127,-1-20-45,-2 2 38,4 14-218,3 22-39,1 6 45,3 35-11,7 17-40,5 18-157,-1-21 1,2 1-981,13 19-1691,-11-26 0,0-3 2862,3 3 0,-8-13 0,-8-15 0</inkml:trace>
  <inkml:trace contextRef="#ctx0" brushRef="#br1" timeOffset="214664">19047 9347 17300,'-8'-6'7018,"2"0"-6497,26-38-185,-2 33-106,25-23-135,4 60-70,-16-2 0,2 4 25,7 6 1,0 4-60,1 2 1,-3 3-200,-5-3 1,-8 3-392,-15 0 0,-11 1 599,-20 7 0,-8-4 0,11-18 0,-2-3 0,-6 0 0,-1 0 0</inkml:trace>
  <inkml:trace contextRef="#ctx0" brushRef="#br1" timeOffset="221130">17707 9255 10489,'1'-7'9236,"-1"1"-7718,-12-55-807,9 38-400,-4-12 0,2 3 154,6 20-219,-1 7-341,1 1 78,9 32-22,4 9 33,-1-3 1,0 2 24,-1-3 1,1 0-31,7 22 117,-8-21 544,-7-19-219,-3-22-369,-10-23 11,-4-18 16,-7-9-61,1 9-56,6 21-151,5 16 73,6 16-1,7 15 79,5 14 17,4 8 5,-3-6 135,-5-13 101,-7-17-124,-15-25-44,-10-18-45,-9-11-45,6 6-936,13 18-4363,8 24 5327,6 11 0,0 0 0,0-3 0</inkml:trace>
  <inkml:trace contextRef="#ctx0" brushRef="#br1" timeOffset="225714">14444 7502 18885,'-3'-44'1232,"19"-2"-1153,25 20-74,15 2 46,0 17 66,-20 21 18,-26 48-102,-24 1-11,0-15 1,-2-1 8,1-12-1,1-3-35,-9 19 111,13-25 331,11-20-286,13-15-1075,33-21 924,2 1 0,2 0 0,-20 10 0,-2 1 0,10-4 0,-1 1 0</inkml:trace>
  <inkml:trace contextRef="#ctx0" brushRef="#br1" timeOffset="232147">10322 4239 17529,'-42'5'859,"-1"-1"0,2 2 0,2 1-327,-20 14-95,15-6-236,17-7-106,14-3-5,4 4 44,3 8 23,3 14 11,1 19-78,1 9 17,0 2 123,5-14 391,-2-21 858,4-15-1031,-4-15-185,1-8-185,1-3-100,8-1 11,16 7-45,17 12 22,15 12-112,-4 12-33,-14 12-6,-28 13-111,-28-3-402,-6-19 1,-5-2 697,-3-9 0,-1-3 0,-11 9 0,10-16 0</inkml:trace>
  <inkml:trace contextRef="#ctx0" brushRef="#br1" timeOffset="232481">10256 4261 22492,'53'-18'1557,"-8"5"-1574,-33 17-4687,3-1 4704,-6-2 0,1-1 0,-7 0 0</inkml:trace>
  <inkml:trace contextRef="#ctx0" brushRef="#br1" timeOffset="240964">18742 3793 7890,'-6'0'6290,"1"0"-4430,12 3-824,12-1-23,29 2-697,2-5 1,6-1-210,3-1 0,4-1-223,-17 0 0,3-1 0,2 0 0,1 0 141,4-1 0,2 0 1,0-1-1,0 1-270,-3-1 0,0 1 1,0 0-1,2 0 269,-3 0 1,2 0 0,1-1-1,0 1 1,0 1 81,3-1 1,0 0-1,0 1 1,1-1-1,-1 1-88,0 0 0,-2 1 0,2-1 0,0 0 0,4 1-224,-10 0 1,2 0-1,2 0 1,0 1-1,1-1 1,-1 1-1,0 0 210,8 0 1,0 1 0,-1 0 0,1 1-1,-1-1 1,-2 1-5,-4-1 0,-2 1 0,0-1 0,-1 1 0,1 0 0,1 0-1,3-1 0,2 1 0,0 0 0,-1 0 0,0-1 1,-2 0-5,3-1 1,-1 0-1,-1 0 1,0-1-1,0 0 9,0-1 1,1 0-1,-1 0 1,0 0 0,0-1-5,-2 1 0,0-1 0,-1 0 0,1 0 0,-1 0-179,1-1 1,1 0 0,0 1-1,-1-1 1,-3 0 180,3 0 1,-2 0 0,-1 0 0,1 0 1,3 0 0,0 0 1,1 0-1,0-1-7,3 0 0,1 0 0,0 0 1,-2 1 2,-6 1 0,-1 1 0,-1 1 0,1-1-5,5 0 1,0 0 0,1 1 0,0 1-61,3 0 1,0 2 0,0-1-1,-3 1 45,-11 0 1,-2 0-1,0-1 1,0 1-14,2 0 1,1 0 0,0-1 0,-1 0 7,14-1 0,0-1 1,-3 0-441,-12 0 0,-2 0 0,1 1-1595,2-1 1,1 1 0,-4-1 2059,2 1 0,-7 0 0,-1 0 0,-34 3 0</inkml:trace>
  <inkml:trace contextRef="#ctx0" brushRef="#br1" timeOffset="242130">25040 3392 10634,'-5'-2'9237,"2"0"-8263,-36-17-554,28 15-196,-27-15 112,46 19 113,25 0-298,0 0 0,6-1-78,21-2 0,9-2-498,-8 1 1,4 0-1,4 0 428,-19 0 0,3 1 1,2-1-1,0 1 1,0-1-295,5 1 1,1 0 0,1 1 0,0-1-1,0 1 286,2 1 1,0-1 0,1 1-1,0 0 1,-1 0 14,-2 1 0,0 0 0,-1 1 0,1-1 0,-2 1-14,-2-1 1,-1 1 0,0-1 0,-1 1 0,0 0-145,-1 0 1,-1 0 0,-1 1 0,0-1 0,0 1 141,10-1 0,-1 2 1,-1-1-1,-1 0 10,-5 0 0,-2 1 1,0-1-1,-2 0-50,9 1 1,-2 0-1,-1-1 40,-8-1 1,-1 0-1,-2-1 12,15-2 0,-2-2-18,-4 0 1,-3 0 445,-8-1 0,-2 1-1448,22-2 1014,-28 4 0,-20 1 0,-12 0 0</inkml:trace>
  <inkml:trace contextRef="#ctx0" brushRef="#br1" timeOffset="243398">25720 3496 17652,'7'60'1249,"-4"-27"1,1 0-920,1 3 0,0-1 331,3 26 146,-4-19 577,-2-21-158,-2-17-901,-1-26-145,-2-22-133,0 9 1,0-3 2,1-5 1,-1 1 2,1 4 0,0 4-25,1-14-297,1 31 236,-1 34 44,5 33-20,0-12 1,0 1 13,1-2 1,1 0-1,-1-2 1,1-5 364,1-5-152,-4-20-117,-2-35-79,-1-3 1,0-3-12,1 3 0,-1 0 9,0-5 0,1 3-9,0 3-554,-2 24-2314,-1 50 2857,1 4 0,-1 5 0,2-24 0</inkml:trace>
  <inkml:trace contextRef="#ctx0" brushRef="#br1" timeOffset="245882">25320 3983 11379,'0'-5'9830,"0"2"-8754,-15-46-830,-5 51-44,-31 5-177,17 38 0,3 19-59,4-11 1,0 4 0,2 3-215,5-11 0,2 2 1,0 1-1,2 0-77,3 4 0,0 1 0,3 0 0,2-3-235,0 4 0,4-2 0,2 0-1255,3 0 0,3-1 1,0-6-2295,-1-3 1,-1-6 4064,-8 17 44,-29-41 112,-18-51 5779,9-10-3519,23 8 1,8-4-1001,17-2 1,7 0-1085,1 2 0,4 0-271,14-10 0,9 1-749,-5 17 0,4 1 0,1 2 393,2 0 0,0 1 0,0 2 0,8-6 0,-4 5 1,-14 13-1,1 0 0</inkml:trace>
  <inkml:trace contextRef="#ctx0" brushRef="#br1" timeOffset="246247">25606 4154 11066,'1'-3'9830,"0"1"-8038,-1 2-605,8-41-895,-6 30-242,6-28 45,-15 70 12,-9 26-102,6-16 1,0 5-1,0 0-69,-1 17 0,3 1-37,3-18 0,2 0 0,6-2-672,15 14 1,12-10 206,8-20 1,3-6 0,-12 1-1,0-5 1,24-11 0</inkml:trace>
  <inkml:trace contextRef="#ctx0" brushRef="#br1" timeOffset="246831">26049 4180 14667,'0'-4'7461,"0"1"-5994,0 3-1170,13-37-118,-15 45-5,2-2-118,-8 26 0,-4 11-39,1 4 0,3 2-17,3-1 0,5-2 0,4-8 0,6-3 151,18 8 168,13-33 17,6-40-202,-21 2 1,-1-4 103,-2-3 0,-3 0 14,-4 2 0,-3 3 51,1-8-236,-9 23-190,-5 12 112,6 30-163,0 28-143,-1-15 1,1 4-684,-1 5 0,0-1-3916,-2-1 1,0-5 2899,1 11 0,-3-20 0,-1-29 0</inkml:trace>
  <inkml:trace contextRef="#ctx0" brushRef="#br1" timeOffset="247115">26562 4096 19955,'-1'-7'5388,"0"2"-5337,15-39 61,12 70-40,28 0-82,-29 10 1,-2 13 0,-1 3-413,1 3 0,-1 4 0,-6 1-431,-5 1 0,-5 2 0,-9-2 482,-11-2 1,-8 0-1,0-7 1,1-2-1,-4-7 1,-9-14-1,0 1 1</inkml:trace>
  <inkml:trace contextRef="#ctx0" brushRef="#br1" timeOffset="249216">26006 5109 11346,'-3'-4'9292,"0"0"-8771,-11-50-404,13 44 163,-7-19 17,18 83-219,-5-12 1,0 5-63,0 4 1,-1 2 25,0-4 1,-1-3 338,3 18 773,-1-31-695,-5-42-258,-10-46-184,6 21 0,-1-3-12,-2-14 1,0-1 44,3 16 1,2 3-23,-3-16-106,3 35-398,-3 47-3988,3 17 4464,1 5 0,2-15 0,2-27 0</inkml:trace>
  <inkml:trace contextRef="#ctx0" brushRef="#br1" timeOffset="250250">24622 5483 9822,'-53'2'1699,"0"0"0,6 1 0,4 1-886,3 2-528,13 4-391,13-2 414,12 2 605,25-3-90,36-1-358,-5-5 0,12-1-339,-10-1 0,6-2 0,4 0 0,0 0-453,-14 1 0,0 0 1,0-1-1,3 1 0,2 0 328,-4-1 1,3 1 0,2-1-1,1 1 1,0-1 0,-1 1 0,-2 0-2,3-1 0,-2 2 0,0-1 0,0 0 0,0 1 0,1-1 20,5 1 1,1 0-1,0 0 1,1 0-1,0 0 1,0-1-16,-1 1 1,1 0-1,-1-1 1,1 1 0,-1-1-1,1 0-20,-8 1 1,0-1 0,0 1-1,0-1 1,0 0 0,0 0 0,0 0 4,1-1 0,0 1 1,0-1-1,0 0 1,-1-1-1,0 1 0,-1 0 8,4 0 0,1 0 0,-2 0 1,0-1-1,-1 1 0,-2-1 14,3-1 0,-2 0 1,-1 0-1,-1-1 1,-3 1-107,0-1 0,-1 0 1,-3 0-1,-2-1-381,5-2 1,-2-1 0,-4 0 474,8-2 0,-6 1 0,10-4 0,-26 9 0</inkml:trace>
  <inkml:trace contextRef="#ctx0" brushRef="#br1" timeOffset="251416">24320 5643 9072,'-2'-3'9830,"0"0"-8189,2 3-1401,-16-27 74,9 42 5,-14-5-160,13 26 1,6 11-90,-2 0 0,1 3 8,0 4 1,2 1 22,2-9 1,2-3 290,3 17 957,-1-31-615,-3-38-533,-7-37-153,2 7 0,0-5 36,-1-4 0,1 0 36,1 1 1,1 4-48,1-11-140,2 25-12,0 33 101,6 31-31,-1-5 1,0 4 5,4 14 1,1 1 2,-3-7 0,-1-1 56,0-2 0,-2-5 174,-6-6-29,-13-33-145,-1-20-56,-3-23-4235,9 9 4235,5 12 0,3 14 0,0 12 0</inkml:trace>
  <inkml:trace contextRef="#ctx0" brushRef="#br1" timeOffset="253433">23877 6760 11934,'0'-4'4637,"-7"-31"1,-4-5-4005,5 22-443,-18-37-43,11 100-122,3 5 0,-1 10-108,1-9 1,0 4 0,1 3-420,2-8 1,1 2 0,0 1 0,1 0-169,1 1 1,0 1 0,1-1 0,1-1-1204,1 13 1,1-1-1,-3-3 326,-1-8 1,-3-3 0,-4-4 1336,-8 7 0,-11-14 1190,-17-25 1,-5-14 777,10-10 1,3-10 588,-4-19 0,12-10-1373,25 2 1,12-2-656,13-8 1,11 2-248,-1 16 1,6 3 0,3 2-333,6-2 0,3 3 0,3 1 260,6-3 0,2 2 0,-5 3 0,-3 4 0,-4 2 0,-5 1 0,1 1 0</inkml:trace>
  <inkml:trace contextRef="#ctx0" brushRef="#br1" timeOffset="253717">24327 6720 13334,'0'-4'7321,"0"0"-6201,0 4-112,-6 14-487,-15 37-482,4-10 1,0 4-127,-3 12 0,3 3-263,5-2 0,8-1-799,13-8 1,11-4 1148,11-13 0,4-6 0,14 6 0,-3-22 0</inkml:trace>
  <inkml:trace contextRef="#ctx0" brushRef="#br1" timeOffset="254333">24691 6855 21523,'17'-46'312,"-1"0"0,-1 7 0,3 9-374,13 16-44,6 26-62,2 30 66,-12 13 71,-19-12 0,-10 3 124,-13-2 0,-7-3 36,3-7 0,-2-2 249,-6-2 0,1-10 249,5-24-470,18-13-79,27-21-67,15 18-22,3 10 14,-10 17 0,2 6-37,4 4 0,-1 3-50,-4 0 0,-2 3-123,-1 4 0,-13 2-701,-35 3 1,-15 0-3658,-6-1 1,-4-3 4564,-3-1 0,0-5 0,12-8 0,7-4 0,12-7 0</inkml:trace>
  <inkml:trace contextRef="#ctx0" brushRef="#br1" timeOffset="254599">25118 6608 24066,'34'37'0,"0"-1"1,0 0 0,1 1 0,5 12 0,-3 2 0,-5 4-424,-10-6 0,-4 3 1,-3 1-1,-5-1-285,-8 8 1,-6 0-1,-1-6 1,2 0-1,-5-8 1,-11-16-1,-1 0 1</inkml:trace>
  <inkml:trace contextRef="#ctx0" brushRef="#br1" timeOffset="255432">28348 5560 12197,'1'-3'6217,"0"1"-5645,9 7 643,5 40-996,10 4-236,-9-1 0,-2 3-652,-2-4 0,-4 0 669,-9 9 0,-3-3 0,5 8 0,-21-11 0</inkml:trace>
  <inkml:trace contextRef="#ctx0" brushRef="#br1" timeOffset="255904">28308 6376 17036,'0'-7'5809,"0"2"-5680,-28-15 0,-10 9-34,21 35 0,1 9-67,-24-11 0,1 6-61,23 15 1,10 15 0,3 5 0,0-5-578,-2 4 1,2-2 0,0 5 122,2-14 1,0 3 0,1 2 0,0-1 0,-2-4-1482,0 15 0,-1-4 0,-1-2 1968,0-6 0,-2-3 0,0-4 0,0-2 0,-3-8 0,-10-8 0</inkml:trace>
  <inkml:trace contextRef="#ctx0" brushRef="#br1" timeOffset="256067">27668 7473 16084,'25'-56'667,"-1"0"1,0 0-1,5 9 1,5 0 0,0 2-1,0 7-653,11-3 0,5 6-340,-9 9 0,5 0 0,1 1 0,-2 3-1562,-1 3 1,-2 3-1,0 1 1270,18-8 0,-3 3 0,-14 5 1,-8 4-1,-13 2 0</inkml:trace>
  <inkml:trace contextRef="#ctx0" brushRef="#br1" timeOffset="256319">28717 6449 23063,'-27'17'807,"7"-7"-925,4 36 0,4 26 1,5-10-121,6-27 0,4 1-582,1 24 0,2 10 1,12-17 819,18-29 0,4-10 0,-10 5 0,0-4 0,22-7 0</inkml:trace>
  <inkml:trace contextRef="#ctx0" brushRef="#br1" timeOffset="256739">29065 6479 15956,'-2'-3'4951,"0"1"-4078,2 2-346,90-67-459,-48 50-42,0 2 0,9 0 0,-12 9-15,-10 23 19,-29 21 0,-14 14 0,-3-6-8,-2-16 1,-4-1 14,-7 12 0,-5 5 1,4-5 163,5-11 1,5-4 16,1 1 40,36-3-298,17-28 1,8-9-269,3 4 0,2-3-1397,-5-2 1,3-2-1,-3 1 1705,3-3 0,-3 0 0,-8 4 0,-4 0 0,0-1 0</inkml:trace>
  <inkml:trace contextRef="#ctx0" brushRef="#br1" timeOffset="256972">29621 6102 25674,'38'51'-246,"0"0"1,-20-6-1,-2 6 1,-3 2 0,-2-2-2093,-2 11 1,-4-1-1,-2 2 1630,-1-11 1,-1 3-1,-3-3 1,-3-7-1,-11 1 1,-2-11-1,0-8 1</inkml:trace>
  <inkml:trace contextRef="#ctx0" brushRef="#br1" timeOffset="259915">26286 9670 15625,'-44'9'67,"11"2"0,29-17 1</inkml:trace>
  <inkml:trace contextRef="#ctx0" brushRef="#br1" timeOffset="262232">24339 7848 20610,'3'-39'1585,"1"-1"0,6-10-1238,-3 76 1,0 17-203,-2-5 1,-1 4-87,0 0 1,1 4 0,-2 1 20,-2 0 0,-1 1 1,0 0 12,0 5 1,1 0-1,0-1-35,-1-5 0,0-1 0,0 0 14,1 2 1,-1 1 0,0-5-62,-1-5 1,0-4-898,0 26 886,-1-38 0,1-18 0,1-6 0</inkml:trace>
  <inkml:trace contextRef="#ctx0" brushRef="#br1" timeOffset="263031">23392 8988 11805,'-59'5'1925,"0"1"0,4-2 0,23 1-345,48 2-925,44-3-482,-8-5 1,12-2 0,2-1-120,-11 0 1,3-1-1,2 1 1,3-2-427,-8 1 0,3-1 1,2 0-1,1 0 1,1-1-1,-1 1 359,2 0 1,1-1 0,-1 1 0,2-1 0,-1 0 0,1 1-170,-8 1 0,1-1 1,0 1-1,0-1 1,0 1-1,0 0 0,-2 0 172,8 0 1,-1 0 0,0 1 0,-1 0 0,-1 0-1,-1 0 4,4 0 1,-2 0-1,-1 1 1,-1 0-1,-3 0-75,1 1 0,-1 0 0,-3 0 0,-3 0 60,0 0 1,-3 0 0,-4 0-207,1-1 0,-6 1-2053,10 0 2280,-21 0 0,-15 2 0,-4 0 0</inkml:trace>
  <inkml:trace contextRef="#ctx0" brushRef="#br1" timeOffset="263992">23226 9092 23567,'26'-12'602,"-15"61"0,-8 26-587,-2-28 0,-2 2 0,-1 3 21,1 6 1,0 6-1,0-2 1,0-10 128,2-4 0,-1-11 833,0-3-965,-1-53 0,-1-21 1,0-8 5,1 2 1,-1-4-1137,0-3 0,-1-5 0,0 7 1105,1 7 0,0 4 0,-1-22 1,-2 24-149,-1 55-28,0 7-297,-4 30 141,2-11 0,0 7 0,1-6 0,-3 10 0,1 0 0,0 0 0</inkml:trace>
  <inkml:trace contextRef="#ctx0" brushRef="#br1" timeOffset="264536">23203 10314 17563,'-2'-6'6156,"1"2"-5899,-32 16-196,14 23 1,2 16-216,-1-6 1,-2 9 0,-2 4-1,1 1 1,4-5-1159,3-2 0,3-2 0,1 0 0,0 4 931,-3 5 0,0 5 0,-1 1 0,3-1 0,3-4 381,5-3 0,2-1 0,2-5 0,-1-5 0,0 1 0,1-2 0,-1-1 0,0 0 0,0 0 0</inkml:trace>
  <inkml:trace contextRef="#ctx0" brushRef="#br1" timeOffset="264707">22726 11591 9072,'12'-53'1638,"0"0"0,0 0 1,0 0-1,-3 1 0,0 3 1,8 1-1593,10 2 0,8 0 0,4 2 1,0 3-203,4 1 1,2 4 0,2-2 155,-2 0 0,4-3 0,-1 1 0,-4 4 0,-6 7 0,-1 4 0,-3 0 0,6-5 0,0 0 0</inkml:trace>
  <inkml:trace contextRef="#ctx0" brushRef="#br1" timeOffset="264974">23652 10429 14180,'0'-3'8032,"0"0"-6990,0 3-488,3-5-453,-10 38 0,-7 35 0,12-4-2053,31-14 0,2 2 1141,-28 9 1,-9 7 0,14-13 131,39-11 1,1-20-1,-29-22 1,10 0 0</inkml:trace>
  <inkml:trace contextRef="#ctx0" brushRef="#br1" timeOffset="265355">23993 10468 16112,'0'-4'6537,"0"0"-6263,20-30 1,14-7-96,21 17-202,-10-17 1,-1 13-34,-10 47 0,-9 15-9,-22 8 1,-11 6 78,-5 12 0,-7 2 19,-2-17 1,-5 1 0,3-4 209,3-1 1,6-4-87,9 18-190,55-48-119,-15-13 1,3-6-919,13-4 0,1-2 504,-2-1 1,-2 0 0,-12 5 0,-3 1-1,12-7 1</inkml:trace>
  <inkml:trace contextRef="#ctx0" brushRef="#br1" timeOffset="265618">24440 10085 19596,'-2'-3'5798,"0"0"-5468,2 3-16,65 6-289,-40 16 0,0 9-46,14 12 1,5 8-1,-7 3-439,-14-2 0,-6 2 0,-5 5-466,-2 1 0,-4 4 0,-4 1 1,-4-6 553,-8-3 1,-6-4 0,-1-3-1,-3 12 1,-3-10 0,2-25-1,0-1 1</inkml:trace>
  <inkml:trace contextRef="#ctx0" brushRef="#br1" timeOffset="267018">23128 12015 21562,'8'-45'1747,"0"0"1,5-19-1457,-13 108-226,-3-3 0,-3 8-60,2-4 1,-1 4-1,0 0-389,-1 8 0,0 1 1,1 0-1864,4-1 1,3 0 0,-1-3 1712,2 6 0,1-6 0,4-15 0,2-8 0,-2-14 0</inkml:trace>
  <inkml:trace contextRef="#ctx0" brushRef="#br1" timeOffset="267633">21860 12817 9251,'-8'0'4358,"2"0"-1698,11-2-1745,27-1 0,22-1 0,3 0-591,-4-2 1,4-1 0,2 0 0,5-1-761,-9 2 1,3 1 0,3-1 0,2 0 0,1-1 0,1 0 434,-8 1 0,3 0 0,1-1 1,1 0-1,0 0 0,1-1 1,-1 1-1,-1 0-218,-2 0 1,0 0-1,0 0 1,0 0-1,0 0 1,0 0 0,0 0-1,0-1 214,1 1 0,1-1 0,1 0 0,-1 0 0,0-1 1,-1 1-1,-1 0 0,-1 0 20,9-2 1,-1 1 0,-1-1 0,-2 1 0,-2-1 0,-2 0-111,-2 0 0,-1-1 1,-3 1-1,-2 0 1,-3 0-812,8-2 1,-5 0-1,-4 1 537,3-1 1,-8 1-1,-6 0 1,-19 7-1</inkml:trace>
  <inkml:trace contextRef="#ctx0" brushRef="#br1" timeOffset="268382">21823 13095 14275,'-1'-4'4173,"6"-36"0,4-9-2980,5 14-1031,-5-16 1,2 12 346,5 46-106,-6 48-347,-6-10 0,0 6-45,-1 13 1,-1 2-225,-2-2 0,0-2-1669,0-6 0,0-4 1203,2-16 1,0-4 0,0 4 0,2-25-1</inkml:trace>
  <inkml:trace contextRef="#ctx0" brushRef="#br1" timeOffset="269067">22000 13816 22610,'-42'50'239,"1"0"1,-1 0 0,4-2-1,3 1 1,4 5-308,10 2 1,5 6 0,3 3 0,1-2-921,1-4 1,2 0 0,0 1 0,2 1-957,2-9 1,1 2-1,0 0 1,1-1-1,0-1 461,3 7 0,1 0 1,-1-3-1,-7-6 1774,-9-5 0,-4-4 1,1-5 1869,-5 24 1029,-20-75 1,-1-23-875,27-4 1,10-8-1742,1 8 0,4-3 0,2 2-475,5-16 1,8 2-112,8 15 0,5 2 0,5 3-98,3 5 1,5 4 0,2-1-614,7-4 1,4-1 0,0 2 721,1-1 0,0 2 0,-4 2 0,2 1 0,-7 3 0,-13 7 0,-1-1 0</inkml:trace>
  <inkml:trace contextRef="#ctx0" brushRef="#br1" timeOffset="269331">22414 13968 15395,'1'-4'9029,"0"0"-8402,-1 4-178,6-1-315,-11 26 1,-6 15-163,5 6 0,0 6-96,-1-2 1,-1 6 0,5-1-816,7 0 0,5 0 0,3-4 939,8 7 0,3-7 0,0-15 0,0-8 0,8-9 0</inkml:trace>
  <inkml:trace contextRef="#ctx0" brushRef="#br1" timeOffset="269967">22835 14205 18392,'0'-3'6099,"-1"0"-5796,10-25-18,10 47-240,5-11-129,-7 25 0,-4 13-3618,-1 8 0,-3 0 3702,-1-17 0,-2-1 0,-1 3 0,-2-9 0,-2-18 0</inkml:trace>
  <inkml:trace contextRef="#ctx0" brushRef="#br1" timeOffset="270251">23169 13818 25141,'30'28'122,"-1"0"0,2 6 0,4 5 0,-1 2-184,3 5 1,0 4-1,-2 3-671,-6-7 1,1 3 0,-5 1 0,-8-3-1856,-11-1 0,-8-2 1,-3-2 2587,-4 17 0,-8-7 0,-4-19 0,-2-7 0,-2-4 0</inkml:trace>
  <inkml:trace contextRef="#ctx0" brushRef="#br1" timeOffset="272017">22725 13260 14281,'2'-43'2050,"0"0"0,-2 1 0,2 16-2000,2 30 219,-2 29-247,-1-7 31,1 21 1,1 4 18,4 12-5,-5-24 1,1-2 1025,3 0-220,-5-42-615,2-36-129,-2-19-17,0 19 0,-1 0-12,0-18-284,0 25-29,0 34 314,0 38-129,0 21 5,0-21 1,0-1 139,2 17 757,-1-27-628,-1-47-251,-10-36 13,4 16 1,-1-2 16,0 1 0,-1 2-434,-1-12-700,3 39-6418,-5 51 6679,4-5 0,-3 8 0,7-29 0</inkml:trace>
  <inkml:trace contextRef="#ctx0" brushRef="#br1" timeOffset="273084">24653 12522 19552,'13'-32'1879,"0"0"0,8-15-1633,-17 56-156,-3 13 19,2 22 0,0 8-31,2-7 1,0 1-23,2 16 0,1 0 22,0-14 1,1-2 86,0-2 0,0-4-226,2 5-3451,-1-6 3512,-8-42 0,-2-1 0,0-3 0</inkml:trace>
  <inkml:trace contextRef="#ctx0" brushRef="#br1" timeOffset="275880">24731 13613 14779,'0'-7'6721,"0"2"-6138,0 5 190,-81 44-678,56 4 1,2 9-267,-11-13 1,-5 2-1,8 5-150,14 3 0,7 6 1,4 1-1,1-3-1363,3 4 1,3-2-1,2 0 1684,2 6 0,2 1 0,1-9 0,3-8 0,2-9 0,7 9 0</inkml:trace>
  <inkml:trace contextRef="#ctx0" brushRef="#br1" timeOffset="276313">24361 14440 15564,'29'-54'741,"-1"1"1,0-1-1,3 2 1,2 1 0,2 5-987,2 7 0,2 5 0,1 1-425,-1 4 0,1 1 0,0 3-1291,15-7 1,-2 3 800,-9 6 1,-4-1 1727,-8 0 1,-4 0 3010,12-23 207,-17 10-1719,-14 13-952,-20 21-325,-11 22-460,-8 27-232,14-8 0,4 4-78,2 5 0,5 3-102,5 3 1,7-1-367,6-5 0,8-4-2022,8-9 0,6-5 2470,0-10 0,-1-5 0,14 1 0,-21-15 0</inkml:trace>
  <inkml:trace contextRef="#ctx0" brushRef="#br1" timeOffset="276847">25610 13835 12948,'0'-3'8272,"0"1"-7095,-11-38-343,8 30-122,-9-31-259,9 38-184,-6 1-157,-11 9-56,-12 23-11,-3 24-43,20-19 1,4 3-28,7-1 0,7 0-20,20 22-11,27-22 39,10-25 107,-2-32 112,-19-23 106,-29-13-106,-32 7-129,-19 18-247,0 17-952,15 15-8598,44 3 9724,4 1 0,9-2 0,-17-3 0</inkml:trace>
  <inkml:trace contextRef="#ctx0" brushRef="#br1" timeOffset="277080">25887 13560 20044,'-4'-6'5725,"0"2"-5389,4 4-168,23-24-146,27 64-28,-11-16 1,1 6-141,-9 10 1,-2 9-1,-6 1-1324,-6 2 0,-5 2 0,-6-1 1470,-5-6 0,-6-1 0,-2-4 0,-3 3 0,-5-8 0,-19 4 0</inkml:trace>
  <inkml:trace contextRef="#ctx0" brushRef="#br1" timeOffset="278281">24379 12916 22386,'-17'-28'1792,"-7"21"-1700,-3 40 1,0 15-96,5-11 0,4 1-8,3 9 0,9-2 27,20 3 102,42-28 280,0-39-96,-25-2 1,-4-6-57,-7-6 1,-6-3-149,-8 0 0,-8 0-160,-8 4 1,-7 3-942,-8 6 0,-6 6 1003,-7 5 0,1 4 0,-9 1 0,7 6 0</inkml:trace>
  <inkml:trace contextRef="#ctx0" brushRef="#br1" timeOffset="281630">23920 9903 10030,'0'-5'4915,"0"-30"0,3-7-1740,6 1-2842,-5-1 1,0 2-317,5 17 83,-11 42-44,-8 13-22,-7 26-26,7-21 1,1 1 24,-3 18 348,3-9 330,9-35-492,0-35-84,-1-26-119,-1 10 1,0-4-9,0-2 1,0 0-4,0 4 1,0 3-50,0-13-142,2 32 158,4 40 0,-2 34 36,1-15 1,0 3-26,0 3 0,-1-1 25,1-8 1,0-4 294,2 7-135,3-41-140,0-41-3,-3 7 1,0-3 16,-1-5 0,-1 0-14,-1 6 0,0 4-219,-2-9 90,0 43 135,-5 37-34,1 23-31,1-24 0,2-1 54,4 21 100,1-24-39,7-39-28,-2-38-9,-4 9 1,-1-3 11,0-3 0,-1 1-93,0-18-83,-2 35 49,-9 51-716,-5 33 784,5-9 0,1-1 0,-4 11 0,7-3 0</inkml:trace>
  <inkml:trace contextRef="#ctx0" brushRef="#br1" timeOffset="285031">25709 8902 9598,'-6'-1'9259,"1"0"-8452,24-3-359,17-2-336,5-1 0,8-1-68,-4 2 1,5 0 0,2 0-119,-4 1 0,1 0 0,1 1 0,2 0 172,4 0 0,3 0 0,-1 1 0,-2 1-14,6-1 0,-2 0 0,-3 2 14,12 1 0,-9 1 792,-1 0-122,-34 1-421,-8-4-157,-6 0-425,2-4-1037,2 1 1272,15 0 0,-15 3 0,6 0 0</inkml:trace>
  <inkml:trace contextRef="#ctx0" brushRef="#br1" timeOffset="285580">26345 9108 21030,'15'-40'1355,"1"1"1,9 8-1096,-21 57 1,-4 18-107,2 3 0,-1 6-42,2-2 0,0 4 0,0-1-51,-1-10 1,0 0 0,-1 0-31,1 3 1,0 1 0,0-4-119,-2 0 0,-1-5 87,-10 16 0,6-34 0,-5-5 0</inkml:trace>
  <inkml:trace contextRef="#ctx0" brushRef="#br1" timeOffset="286097">26397 10064 16947,'0'-6'6503,"0"2"-6055,-36-25-280,16 49 0,-2 13-140,-19 4 0,1 9-146,19-4 0,3 7 1,3 4-1,0-1-746,1 4 0,1 2 0,2 0 0,2 0-1594,3 1 0,2 0 1,2-1-1,2-2 2043,1 5 0,2-3 1,1-5-1,4 4 1,1-9-1,0-5 1</inkml:trace>
  <inkml:trace contextRef="#ctx0" brushRef="#br1" timeOffset="286314">25924 11001 16644,'19'-51'1295,"0"1"0,-1 0 1,2-9-1,9 4-1428,11 19 0,13 0 0,3 4 0,-6 2-1066,-10 6 1,-4 4-1,3-3-1259,10-4 0,6-3 1,-2 0-1,-9 5 2089,-6 1 0,-8 2 0,3-6 1,-25 16-1</inkml:trace>
  <inkml:trace contextRef="#ctx0" brushRef="#br1" timeOffset="286547">26780 10156 22083,'-27'4'1988,"-6"33"-1952,6 10 1,2 9-88,8 0 1,8 3-199,12-3 0,10-3-1345,14-9 1,7-6 1593,1-12 0,2-5 0,18 3 0,-24-20 0</inkml:trace>
  <inkml:trace contextRef="#ctx0" brushRef="#br1" timeOffset="286781">27204 10153 25012,'8'59'-1103,"-3"-21"0,0 3 1103,5 15 0,0-1 0,-5-17 0,1-5 0,2 10 0</inkml:trace>
  <inkml:trace contextRef="#ctx0" brushRef="#br1" timeOffset="287047">27474 10036 21629,'-1'-4'3877,"0"0"-3631,41 7-207,-18 20 0,-1 10-67,15 11 0,-2 10-200,-14-1 0,-7 8 1,-7 2-2231,-9-9 0,-7 3 1,-3 0-1,1-4 2126,0 1 1,0-2 0,-3-3 0,-6-4 0,-3-2 0,3-11 0,-3-7 0</inkml:trace>
  <inkml:trace contextRef="#ctx0" brushRef="#br1" timeOffset="291080">25830 9611 20599,'11'-46'987,"0"0"1,-1 4 0,-3 13-988,-6 26 33,-1 13 29,6 34-17,2 14-17,-2-22 0,-1 1 8,1 1 1,-2-2 226,1 3 258,-3-8-157,-3-46-241,-7-23-39,-3-23-45,0 20 0,-1-1 8,1 5 1,0 2-42,-8-18-79,7 23 45,9 48 45,3 32-31,2-15 0,1 2 22,0 4 1,1 0-4,5 22 29,-1-27 0,2-32-23,4-40-9,-6 3 1,-2-5 0,1-8 0,-3-1-3,-3 5 0,-1 2 17,-5-14-79,-4 39 23,-4 46-146,1 27-2282,7-16 0,1 1 2467,3-9 0,1-2 0,3 12 0,0-32 0</inkml:trace>
  <inkml:trace contextRef="#ctx0" brushRef="#br1" timeOffset="294465">23258 6052 16577,'-3'-3'2613,"-1"-30"0,7-7-2333,31 2-227,-12-7 1,6 2-43,10 25 0,5 10-45,-3 6 1,-2 9-12,-9 10 0,-7 7 39,-14 13 0,-11 6 40,-13 7 0,-10 1 11,-8-1 0,-5-3-9,4-8 1,1-4 108,-7 8 191,49-27-179,47-21-247,-6-4 1,7-4-1117,-5 0 0,4-2 0,-3 0 640,12-4 1,-4 1 0,-5 2-1,-8 2 1,-15 4 0</inkml:trace>
  <inkml:trace contextRef="#ctx0" brushRef="#br1" timeOffset="297581">29453 7524 16174,'0'-6'4643,"0"2"-4397,0-27-38,2 54-102,0-3-64,0 19 0,-2 8-6,1 0 1,0 0 19,0-6 0,-1-2 589,1 15 508,1-29-621,-2-44-117,-5-36-292,2 10 0,-1-6-73,-1-12 1,0-2 34,2 21 1,1-1 0,0 3 76,-1-16 1,1 5-70,1 15 0,0 7-82,-2 8 22,-3 59-2,4-1 0,1 4-34,2 14 0,4 3 11,2-2 1,4-2-20,1-10 0,2-5 252,9 7 111,-10-31-592,-11-34-4180,-6-12 3572,2 0 0,-2 10 0,4 18 0</inkml:trace>
  <inkml:trace contextRef="#ctx0" brushRef="#br1" timeOffset="298698">28866 8000 6747,'-5'-2'3615,"-25"-10"1,-8 1-916,-17 8-1723,-8-2 0,-3 3-680,25 7 1,2 3-30,-2 2 1,5 1 364,6 1 341,39 2-341,49-3-471,-15-7 1,7-2 0,2 0-115,3-2 1,2 0 0,5-2-365,-7 0 0,5-2 1,2 1-1,2-2 1,1 1 291,-12 0 1,2 0 0,1 0 0,1 0 0,0 0 0,0-1-1,-2 1-283,8-1 0,0 0 0,-1-1 0,0 1 0,1 0 0,1 0 284,-3 0 1,2 0 0,1 0-1,0 0 1,-2 0 0,-2 0-1,-4 0-36,1-1 1,-2 1 0,-3-1 0,-2 0-1,0-1-542,6-1 1,-1 0 0,-2-1 0,-4 0 600,-1-1 0,-4-1 0,-5 1 0,17-10 0,-25 8 0</inkml:trace>
  <inkml:trace contextRef="#ctx0" brushRef="#br1" timeOffset="299715">28577 8328 22459,'24'-32'683,"-2"44"-636,-12 32 1,-5 14 8,2-2 0,0-2 87,-3-8 0,-1-5 697,2 9-432,-5-38-195,-4-63-185,2 13 0,-1-5 31,0-17 0,0-1 53,0 9 0,1 2 20,1 9 0,0 6-93,1-1-90,0 30 79,3 33-16,1 35-57,-1-28 0,0 1-317,0 11 1,-1 0 361,-3-8 0,-1-3 0,2 11 0,-5-11 0</inkml:trace>
  <inkml:trace contextRef="#ctx0" brushRef="#br1" timeOffset="300267">29063 9089 16689,'0'-7'5831,"0"2"-5612,-46-11-1,22 69-159,-6-14 0,-2 11-271,18-1 0,4 14 0,3 4 0,0 0 0,1-9-688,-2 1 1,1-5 0,-1 5 549,2-3 1,-2 7 0,1 2 0,1-5-1,2-11-3098,4 1 1,2-6 2988,-2 3 1,1-2 0,3 12 0,-3-40 0</inkml:trace>
  <inkml:trace contextRef="#ctx0" brushRef="#br1" timeOffset="300465">28682 10099 7750,'-13'-34'4915,"-1"0"0,23-29-4103,0 2 0,9-1-562,7 27 0,6 3 1,3 1-447,4-2 1,4 0 0,0 1-181,-1 2 1,0 0 0,0 0 375,-2 2 0,0-1 0,-4 3 0,-5 2 0,-3 2 0,14-13 0</inkml:trace>
  <inkml:trace contextRef="#ctx0" brushRef="#br1" timeOffset="300734">29468 9129 14253,'1'-4'8469,"0"1"-7433,-1 3-616,2-7-149,-11 48 1,-3 22-311,8-15 12,-3-5 1,-1 8 0,5-3-391,11-1 0,9-4-3751,10-2 1,5-2 4167,-4-1 0,0-4 0,1-11 0,-2-6 0,-8-8 0</inkml:trace>
  <inkml:trace contextRef="#ctx0" brushRef="#br1" timeOffset="305764">29938 9351 8248,'0'-4'8492,"0"0"-6117,0 4-684,-8-41-566,6 26-379,-5-30-472,7 39-206,-3 14 16,-2 23 22,1 19-70,2-17 1,0 1 19,7 26 285,0-19 634,1-23-471,-5-31-128,-9-28-186,2 7 0,0-3 6,-3-3 0,-1 1-59,2 5 1,0 3-37,-3-10-101,5 29-17,4 32-112,2 28-347,7 8-331,1-16 1,4 0-6213,17 18 7019,-3-14 0,-8-18 0,-13-20 0</inkml:trace>
  <inkml:trace contextRef="#ctx0" brushRef="#br1" timeOffset="306013">30054 9092 21243,'11'-41'1929,"0"0"1,18-14-1633,8 89-224,-10-1 0,1 6-114,-4-4 0,-1 4 0,-3 3-423,-2 12 1,-5 5 0,-7-1-1300,-8-7 1,-5-2-1,-3 0 1155,-2-1 1,-2 0 0,-3-9 0,-4-8-1,1-9 1,8-11 0</inkml:trace>
  <inkml:trace contextRef="#ctx0" brushRef="#br1" timeOffset="307180">31022 7945 10914,'3'-8'9192,"-2"2"-7680,-1 6-559,31-32 239,-5 19-486,18-27-348,-20 27-72,-13-1-241,-8 7-68,-2 1-150,-1 6 167,2 4 85,9 0-29,28 1-31,-4-6 1,6-3-6,18-2 0,4-3-1,-16 3 0,1-2 0,-2 1 9,15-3 1,-4 1-4,-16 3 1,-7 1 127,-6 1-69,-25 4 51,-2 0-84,5-2 111,0-1-60,0 1-102,-3-1-44,-3 8 111,6 23-72,5 28-62,-2-10 0,2 5-609,-3-8 1,0 2 0,-1 0 196,-2 3 0,0 0 1,0-3-1,0 2 1,0-4-1,-5 20 1</inkml:trace>
  <inkml:trace contextRef="#ctx0" brushRef="#br1" timeOffset="307731">31767 8750 23523,'-23'41'82,"-1"1"1,7-3-1,0 4 1,2 4-242,1 2 1,1 5 0,2 2 0,-1 0-1871,1 4 0,0 2 0,2-1 0,0-1 2029,1-8 0,1-2 0,1-1 0,1-3 0,-2 21 0,2-10 0,3-7 0</inkml:trace>
  <inkml:trace contextRef="#ctx0" brushRef="#br1" timeOffset="307930">31404 9442 19580,'36'-34'-144,"-1"0"0,1 0 0,0 0 0,11-8 0,1 2 0,0 5 144,-2 11 0,0 4 0,-3 2 0,-3 2 0,-4 1 0,-5 0 0,0 1 0</inkml:trace>
  <inkml:trace contextRef="#ctx0" brushRef="#br1" timeOffset="308165">32060 8795 9010,'1'-7'9830,"-1"2"-6901,0 5-1265,-7-20-1468,-4 36-67,-8-3-284,7 29 0,5 18 0,1-5-19,0-18 1,6 0-251,11 10 0,8 9 0,3-2 0,-3-15 0,8-9 0,14 3 0,0-1 0</inkml:trace>
  <inkml:trace contextRef="#ctx0" brushRef="#br1" timeOffset="308804">32438 8890 14309,'-5'-6'9482,"35"-49"-9470,-14 43-1,27-31-62,-27 74 1,-7 15 56,-1 2-3,-13-5 1,-5 8 0,-2-8 35,-18 6 78,-3-8 1,0-5-11,13-20 100,79-8-569,-21-13 1,6-4 361,9-2 0,6-3 0,-7 2 0,-10 2 0,-5 1 0,-3-4 0,1 0 0</inkml:trace>
  <inkml:trace contextRef="#ctx0" brushRef="#br1" timeOffset="309103">32825 8566 16398,'-4'-3'8642,"-12"-30"-8530,21 27-17,2-13-59,26 47 1,11 20-43,-9-13 1,0 3-33,-2-3 1,0 2 0,-4 5-764,-4 11 0,-6 5 1,-10-4-4116,-13-5 1,-7-1 4287,6-1 0,0 3 0,-6-10 1,-35 1-1,25-27 0</inkml:trace>
  <inkml:trace contextRef="#ctx0" brushRef="#br1" timeOffset="310564">32385 9005 9621,'0'-4'9830,"0"0"-7646,-1-25-1332,-6 19-466,-8-20-117,-18 38-40,-18 14-151,22-2 1,2 3-51,0 5 0,3 2-20,7 4 1,7 2 2,10-1 0,7-1 3,9 0 0,8-3 39,15-3 1,4-5-35,-5-7 1,1-4 25,10-7 0,0-8 27,-13-9 1,-3-8 2,3-9 1,-5-7-40,-2-6 1,-5-4 64,-6-2 0,-5 0 16,-8 3 1,-6 3-20,-10 6 0,-8 5-28,-6 7 0,-5 6-6,-5 5 1,-1 7-37,-1 8 0,1 8-37,2 8 1,5 7-17,3 8 0,4 5 16,5 5 1,6 2 16,8 1 1,7-1-21,10-5 1,9-4-3,10-5 0,7-8 17,7-8 0,2-8 8,2-10 0,-1-10 34,-7-10 0,-7-9-3,-7-10 0,-10-6 31,-7-4 0,-10-1 11,-7 0 0,-9 3-6,-7 9 1,-7 7-26,-7 9 0,-6 11-22,-3 12 0,0 11-340,-2 10 1,5 9-4248,9 11 0,6 3 4556,7-8 0,6-1 0,4 19 0,9-38 0</inkml:trace>
  <inkml:trace contextRef="#ctx0" brushRef="#br1" timeOffset="312133">29897 8473 18632,'-1'-51'1650,"0"-1"1,0 7 0,1 10-1595,0 21-22,-5 27 22,-10 41-42,2-10 0,1 4-14,0-3 0,1 1 11,1 3 0,3-4 465,3-6-179,9-30-146,6-50-87,-1-2 1,2-6-37,-2 2 0,1-1 17,1-4 0,-2 4-90,1 2 39,-4 32-380,-13 52-4245,1 1 0,0 2 4631,1-7 0,-1-2 0,-2 31 0,7-49 0</inkml:trace>
  <inkml:trace contextRef="#ctx0" brushRef="#br1" timeOffset="312849">31548 8380 12836,'0'-3'7388,"0"1"-6453,0 2 281,-33-57-712,5 42-423,2-14 0,-1 5 98,-22 45-162,13 12-34,3 17-33,24 1 16,27-6 45,23-17 90,8-17 129,12-34 218,-27-20-129,-19 12 0,-5-2 180,-15-25-326,-16 15-520,-8 21-3731,-5 20 4078,8 10 0,10-1 0,6 2 0</inkml:trace>
  <inkml:trace contextRef="#ctx0" brushRef="#br1" timeOffset="314916">29491 5402 17395,'0'-6'6469,"0"1"-5998,0-60-432,0 54 22,1-30-5,-3 66 0,-2 18-42,-3 2 0,-1 2 0,2 4 0,-1-2 17,-1-10 0,1-6 271,2-2 365,13-65-594,-5 13 81,4-25 0,0-8 45,-4 18 0,-1 0-9,2-8 1,-1 1-79,-2-12-152,-5 63 52,1 28-4,0 3 0,0 4-30,1 1 0,1-2 30,1-5 0,1-3 26,-1 15 72,5-50-56,0-28 1,-4-13-34,4-17 11,0 2 0,-1 0 50,-1 6-234,2 11-2539,-13 67 2695,0 11 0,-2 9 0,4-22 0</inkml:trace>
  <inkml:trace contextRef="#ctx0" brushRef="#br1" timeOffset="317850">23886 3795 19020,'48'-37'127,"-1"0"1,0 0 0,-11 5-1,-1 3 1,0 9-137,14 13 1,-5 14 87,1 26 257,-22 5 201,-28 11 118,-17-25 0,-5-4 80,-13 3-147,-10 0-263,37-30-303,30-3-44,17-4 16,2 9 0,4 5-14,-3 9 1,-1 3 13,-3-4 1,-3 4 128,2 41 96,-62 2-74,-5-5-61,7-24 0,0-7-1433,1-11 1349,10-11 0,16-5 0,-2 1 0</inkml:trace>
  <inkml:trace contextRef="#ctx0" brushRef="#br1" timeOffset="331572">17284 1747 18403,'39'-29'-641,"0"0"0,0 0 0,13-3 1,4 2-1,0 5-2227,-7 10 1,-1 6-1,1-1 2059,1 0 0,1 0 1,-4 1-1,7 1 1,-8 2-1,-8 5 1</inkml:trace>
  <inkml:trace contextRef="#ctx0" brushRef="#br1" timeOffset="331964">17675 1744 13401,'-46'34'1402,"-1"-1"0,18-4 1,15-8-1650,42-22 1,17-8-384,15-3 0,7-3 372,-17 1 0,1-2 0,-2-1 379,-4 1 1,-2-2-1,-6-1 453,3-8 1,-16-3 1839,-39-31-846,-27 14-778,9 23 0,0 3-84,3 2-712,13 6-39,23 16 29,16 22-26,-3 1 0,1 5-182,6 10 0,0 5-816,-2 7 1,-4 3-3627,-7 1 1,-4-2 3986,-6-14 1,-2-4-1,-8 13 1,2-36 0</inkml:trace>
  <inkml:trace contextRef="#ctx0" brushRef="#br1" timeOffset="332564">18677 1519 22905,'-32'37'99,"0"0"1,-1 1-1,-6 16 1,15 0-120,29-7 1,16-3-124,15-7 0,11-8-29,-6-12 0,5-4 1,1-4 130,1-2 0,0-4 0,-1-4 127,14-3 1,-8-8 221,-2-21-213,-71-22-33,-13 21 0,-9 1-10,7 7 0,-2 0 0,-1 0 52,-16-12 0,4-1-34,9 2 0,8-2-81,15 2 0,12 0 43,15 6 0,9 2-1,9 3 0,7 6 26,4 8 1,3 8-52,2 14 0,-3 11-23,-3 21 0,-8 10-129,-7 0 1,-5 5-1406,-8-7 0,-3 4 0,-1-4 1551,1 2 0,-1-5 0,-4-8 0,2-6 0,7-2 0</inkml:trace>
  <inkml:trace contextRef="#ctx0" brushRef="#br1" timeOffset="332897">17969 2533 22179,'58'-10'-636,"0"-1"0,0 1 1,0 0-1,1-1 1,-1 1-1,0-1 1,-2 2-1,0-1 1,0 0-1,0 0 1,-1 0-1,0 0 1,-1 0 163,7-2 0,0-1 0,-1 0 1,-1 1-1,-2 0 0,-4 1 1,6-1-1,-1 0 0,-6 2 1,-10 1-1,15-3 0</inkml:trace>
  <inkml:trace contextRef="#ctx0" brushRef="#br1" timeOffset="445911">2363 2883 18240,'-44'8'1361,"1"1"0,0 0 1,-13 1-1,21-11-1187,71-50-165,-5 27 0,7-1 1,3 0-48,11-7 1,4-1 0,4 0-1291,-13 10 0,3 0 1,3 0-1,-3 1 1,-3 2 1327,7-3 0,-3 2 0,-2 1 0,2 0 0,-2 1 0,-9 4 0,-4 2 0</inkml:trace>
  <inkml:trace contextRef="#ctx0" brushRef="#br1" timeOffset="446111">2713 2614 22386,'5'56'109,"1"1"1,0-1 0,1 6 0,1 1 0,2 0-110,4 2 0,3-1 0,-1-5 0,-4 4 0,0-7 0,3-15 0,-1 0 0</inkml:trace>
  <inkml:trace contextRef="#ctx0" brushRef="#br1" timeOffset="446445">3847 2587 23831,'-45'11'131,"-1"-1"0,0 1 0,2 8 0,2 4 0,8 8-150,11 12 0,10 8 1,6-2-72,0 12 1,16-6-320,32-8 0,18-15-1462,-10-28 0,6-11 0,0-2 1263,-5 2 1,-1-1 0,-2-2 0,14-9-1,-11 1 1,-19 5 0</inkml:trace>
  <inkml:trace contextRef="#ctx0" brushRef="#br1" timeOffset="446828">2464 4350 17916,'56'-33'615,"0"1"1,0-1-1,0 1 1,-9 5-1,2-1 1,1-1-1,1 0 1,2-1-1,1-1-652,-5 4 0,1-2 0,2 0 0,0 0 0,2-1 0,0 0 0,1 0 0,0 0-233,0 0 0,3 0 1,1-1-1,0 0 1,1 1-1,-2-1 1,-1 2-1,-2 1 1,-4 1-1,5-2 1,-4 1-1,-2 1 1,-1 1-1,-1 1 0,0 1 1,3-1-1,0 1 1,0-1-1,0 1 1,0-1-1</inkml:trace>
  <inkml:trace contextRef="#ctx0" brushRef="#br1" timeOffset="447728">5395 2098 18414,'-44'17'2179,"0"0"0,-4-6-2566,73-28 1,24-11-813,2 0 0,7-4 1,0 2-598,-5 3 0,-1 1 0,0 3-630,4-2 1,-1 2 0,-23 19 3904,-43 52 1259,-13-15 1,-9 3 0,-4 2-1536,3-2 0,-3 1 0,-1 1 0,1-2-701,-7 7 0,1 0 0,5-3-295,-5 6 1,22-10 179,58-27-415,-1-21 0,8-13 0,1-3-47,-1 2 1,1-2 0,1-3 0,-3-1-17,-1-2 1,0-2-1,-4-1 1,-6-1 148,0-6 0,-7-1 0,-12 1 373,-20-7 0,-16 5 162,-15 13 1,-8 8-191,6 8 1,3 4-276,-9 4-161,64 14 21,12 5 1,5 6-67,12 10 0,0 9-1763,-16-2 0,-3 6 0,-2-1 1336,4 8 0,-6 0 0,-13-2 0,-5-6 0,-6-10 0</inkml:trace>
  <inkml:trace contextRef="#ctx0" brushRef="#br1" timeOffset="448262">6999 2000 20044,'-11'-53'918,"1"1"1,-1 0 0,3-10 0,14 7-872,32 2 1,14 15-48,-2 25 0,2 13 2,7 5 1,-7 15 45,-16 28 0,-19 14-7,-22-7 0,-13 4 0,-3-1-295,0-1 1,-3 1 0,-1-3 253,-5-3 0,-1-2 0,6-6 229,6-4 0,14-13-140,30-30 1,13-12-113,13-7 1,7-7-1120,-13 3 0,4-5 0,0 0 0,-2 0 1142,7-6 0,-1 1 0,-3 1 0,-7 5 0,-1 2 0,-5 2 0,-6 2 0,0 1 0</inkml:trace>
  <inkml:trace contextRef="#ctx0" brushRef="#br1" timeOffset="448746">7322 961 19154,'-6'-3'4792,"2"0"-4855,-12 8 77,39 50 2,-15 5 5,13-2 0,3 1 59,-11-18 1,-2-4 241,-3-2 0,-1-6 424,-4-15-567,-7-55-154,2 3 0,2-5 14,1-10 1,3-1-43,1 3 0,5 4-11,4 11 0,6 8 3,37 4-87,-21 31 0,2 11-1916,6 16 0,-3 8 2014,-3 2 0,-5 1 0,-11-8 0,-4-3 0,1 5 0</inkml:trace>
  <inkml:trace contextRef="#ctx0" brushRef="#br1" timeOffset="449594">7671 441 21231,'-58'-23'731,"1"0"1,0 0-1,-1 0 1,-4 6-1,-1 2 1,0 5-1,-1 6-738,13 8 1,0 3 0,-1 5 0,1 3 0,1 3-776,-6 6 0,1 3 0,1 5 0,0 4 1,2 3 1025,5 0 0,0 4 0,2 3 0,0 3 0,2 2 0,2 1-184,8-7 0,1 1 1,1 2-1,1 1 1,0 1-1,2 2 1,1 0-1,1 0-200,0 5 1,0 1-1,1 1 1,1 1 0,2 1-1,2 0 1,2-1-1,4 0 85,0 4 1,2 1-1,2 0 1,3 0-1,4-2 1,5-1-1,5-2-115,6 4 1,5-1-1,5-2 1,6-2-1,4-5 1,6-6 113,0-10 1,6-4-1,5-4 1,2-3 0,3-3-1,2-3 1,0-4 13,2-2 1,1-5 0,3-2-1,2-4 1,0-2 0,2-1-1,0-3 1,-1 0-84,-8-1 0,0-2 0,1-1 0,1-1 0,0-1 0,-1-2 0,1-1 1,0-1-1,-2-1 0,0-1 54,0-1 1,-1-1-1,1-1 1,-1-2 0,0 0-1,0-1 1,-2-2 0,0 0-1,-1-2 1,-2 0 36,3-3 0,-1-1 0,0-1 0,-1-2 0,-1 0 0,-2-2 0,-1-1 0,-3-2 1,-2 0-7,0-5 1,-1-1 0,-3-1 0,-1-2 0,-2-1 0,-3-2 0,-3-1-1,-3-1-102,-2-1 1,-3-2-1,-2-2 1,-3-1 0,-2-1-1,-4 0 1,-2 0 0,-2 0 162,-4 0 1,-2-1 0,-3-1 0,-2 0-1,-4 1 1,-2 1 0,-4 1 0,-4 2-50,-6-5 0,-5-1 0,-4 2 1,-3 2-1,-6 4 0,-3 4 0,-5 7 15,1 10 0,-7 6 0,-4 3 0,-4 3 1,-1 3-1,0 2 0,1 1 0,4 0 0,5-1 1,-13-6-1,5 1 0,2 3 0,0 3 0,-3 7 1,-1 17-1,0-1 0,0 1 0,-1-1 1,1 1-1,0-1 0</inkml:trace>
  <inkml:trace contextRef="#ctx0" brushRef="#br0" timeOffset="515895">1197 15406 8870,'40'-40'764,"0"0"0,0 1 0,1 0 0,1 1 0,1 3-507,-5 10 1,0 2 0,2 0-404,6-4 0,3 1 0,1 0 386,5-2 1,3 0 0,2 1-34,-6 3 0,1-1 1,1 2-1,-1 0-140,-5 3 0,-1 1 1,0 1-1,2-1-30,-3 2 0,2 0 0,0 0 0,1 0 0,-2 1-276,7-1 1,-2 1-1,0 0 1,2 0 263,-6 3 1,1-1 0,1 0 0,0 1 0,-1 0 7,1 1 1,-1-1-1,1 2 1,-1 0 0,0 0 37,12-1 0,-1 0 1,1 2-1,-1 1 21,2 1 1,1 1-1,-2 2 1,-1 1-43,-11 2 1,-2 1-1,0 1 1,1 1 72,5 1 0,1 1 0,-1 1 1,0 2-75,-4 2 0,0 2 0,-2 0 0,0 1-35,10 2 1,-1 1 0,0 2 9,-9 0 0,2 1 0,-1 1 0,-3 2 13,8 9 0,-4 3 1,0 0-198,-4-2 0,-1 0 0,0 2 175,-7-2 0,0 2 1,1 1-1,-2-1-19,11 11 0,-1 1 1,-1 0 5,-3-3 0,-2 1 0,1 2 2,-6-4 0,1 1 0,-1 2 0,-2 1 10,-5-1 0,-2 1 0,-2 1 0,0 0 3,6 10 0,-2 0 0,-1 4-52,-6-5 1,-1 2 0,-2 1 0,-2 0 57,-4-7 1,-2 0 0,-1 0 0,-1 2-24,0 7 0,0 2 0,-1 0 0,-2 1 4,-1 1 0,-1 0 1,-2 0-1,-2 1 8,-2-8 0,-2 1 1,-1 0-1,-2-1 1,1-2-5,-2 4 0,0-2 1,-1-1-1,-3 1 28,-4 7 1,-2 1 0,-2-1-1,-4-2 7,-1-6 1,-3-2-1,-2-1 1,0-1-14,2-3 1,1-2 0,-3-1 0,-2 1-26,-7 5 1,-4 0 0,-1-1 0,-1-3-5,3-6 0,1-3 1,-3-2-1,-3 2-39,-1-2 0,-4 1 0,-2 0 0,0-1 0,1-2-41,4-3 1,2-2-1,-2-1 1,0-1-1,-2 1 66,0-2 0,-2 1 0,-2 0 0,0-1 0,1-2 0,2-1 29,-2-1 1,1-2 0,1-2 0,1 0 0,-2 1-35,2-2 0,-1 0 0,1 0 0,-2 0 0,-1-1-17,1-1 1,-1 0-1,-2 0 1,0 0-1,0 0 1,1-1-22,-5 2 0,1 0 0,0 0 0,0 0 0,-2 0 21,4-1 0,0 1 1,-1-1-1,-1 1 1,0-1-1,-1 1 14,5-2 0,17-4 7</inkml:trace>
  <inkml:trace contextRef="#ctx0" brushRef="#br0" timeOffset="515895">1170 19049 16243,'-25'-10'-7,"-31"-14"-11,0-1 1,-1-3-1,1-2 0,3-1 1,3-4 71,5 0 0,4-2 0,1-3 0,1-1 0,2-1 0,0-1-10,-1 0 1,0-1 0,0-1 0,3-2 0,4-2 0,5-4-2,7-2 0,4-5 0,3-2 1,4-2-1,3 0 0,1 2 1,2 1-18,3-1 0,3 2 0,3 0 0,1 0 0,2 0 0,-1-2-180,1 5 0,0-2 1,1 0-1,1-1 1,0 1-1,2 0 1,0 0 149,2 2 0,0-1 0,1 1 0,1 0 0,0 0 0,2 1 0,0-1-76,1 0 0,1-1 0,1 1 0,1 0 0,0 1 0,0 0 0,0 1-461,3-5 1,0 1-1,1 1 1,-1 1-1,1 1 1,0 0 371,3-5 1,0 0-1,1 1 1,-2 5-1,-2 7 1,1 2-1,-2 7 1,-4 7-1,9-8 1</inkml:trace>
  <inkml:trace contextRef="#ctx0" brushRef="#br0" timeOffset="517911">13859 9718 8114,'-54'-16'298,"-1"0"1,0-1 0,0 1 0,1-1 0,-1 1 0,-6 2 0,-1 1 0,0 1 0,-1 2 0,0 3 0,1 4 101,2 4 1,-1 4-1,1 4 1,0 0-1,1 2 1,-1-1-734,4-1 0,-1 0 0,1 1 1,1 0-1,-2 2 0,0 1 446,2 1 1,-1 1 0,0 0 0,-1 2 0,2 1 0,0 1-1,2 2 33,-5 4 1,2 2 0,1 1-1,1 2 1,1 0 0,0 0-106,2-1 0,2 0 0,0 0 0,1 2 0,0 1 0,-1 3-8,2 0 1,-1 3-1,0 1 1,0 2 0,1 1-1,1 1 1,2 0-16,2 2 0,0 0 1,2 1-1,1 2 1,1 0-1,0 1 1,0 0-296,-1 3 0,1 0 0,1 1 0,0 1 0,1 0 0,1 1 0,0 0 277,1 0 1,0 1 0,1-1 0,1 2 0,1 0 0,1 2 0,0 0 5,4-2 0,1 1 0,0 1 1,2 1-1,0 0 0,0 0 1,2-1-1,0-1 6,0 2 0,2-2 0,0 0 0,1 0 0,1 1 0,0-1 0,-1 2-5,2-4 1,-1 0 0,1 0 0,0 0-1,0 1 1,1 1 0,0-1 0,1 1-86,0 3 1,1 1 0,-1 0 0,2 0 0,0 1 0,0-1 0,1-2 0,1 0 79,1 1 0,0-2 1,1-1-1,1 0 1,0 0-1,1 1 1,0 0 5,-1 4 0,0 0 0,0 0 0,1 1 0,1 0 0,1 0 0,2 1-4,2-7 0,1 1 0,1 0 0,1 0 1,1 0-1,1 0 0,1-2 0,0-2-181,2 10 0,2-3 1,1 0-1,1-2 1,1 1-1,1 1 176,-1-7 0,0 1 0,0 0 1,2-1-1,1 1 0,2-2 1,2 0 1,3-1 1,2-1-1,2 0 1,2-1 0,1-1-1,0-2 1,1-1 9,2 0 0,2-3 0,0 0 1,1-2-1,2 0 0,0 0 7,2 2 1,1 1 0,1-1 0,1 0-1,2-2 1,3-2 14,-1-4 1,1-1 0,3-1-1,1-2 1,0 0 0,1-3-1,-1-1 1,3-1 1,1-2-1,0-2 1,1-1 0,0-1-1,2-1-13,-4-1 1,1 0 0,0-1-1,1-1 1,1-2 0,2-2 0,0-3 61,-1-3 0,2-3 1,2-3-1,0-1 1,0-2-1,0-1 0,-1-1 1,-1-1-5,2-3 0,-1-1 0,-1-1 0,0-2 1,0-1-1,1-2 0,0 1-37,-4-1 0,2 1 0,-1-2 0,1 0 0,0-1 0,0-2 0,-1-2 0,0-1 17,-4-1 0,0-2 0,0-1 0,0-2 0,0-1 1,-1 0-1,-1-1 0,-1 1 0,-1-1-6,1-1 1,-3 1 0,0-2 0,-1 1 0,-1-1 0,1-1 0,0-1 0,2-1-51,0-1 0,1-2 1,1-1-1,0 0 1,1-1-1,-2-1 1,0 1-1,-1 1 1,-2 0 6,-2 0 1,-1 2-1,-1 0 1,-1-1-1,0 1 1,-1-2-1,1 0 1,1-2 6,-1 0 0,2-1 1,-1-2-1,1-1 1,0 0-1,-1 0 1,-1 0-1,-1 1 1,-2 1-5,3-5 1,-2 1 0,0 0 0,-2 1 0,-1-1-1,1-1 1,-1 0 0,2-1 1,-1 0-1,1-1 1,-1 0-1,-2-1 1,-1 0-1,-2-1 34,-4 1 1,-1-1 0,-1-1 0,-2 0 0,-1 0 0,-2 1-1,-2 2-28,2-10 0,-3 3 1,-1 0-1,-3 0 0,1-2-10,-1-2 0,0-1 0,-1-1 0,-3 1 1,-3-1 19,-3-1 0,-4-1 1,-2 0-1,-3 2 0,-2 1 88,-1 9 0,-3 1 0,-2 1 0,-1 0 0,-1-2-100,-1 2 1,-1-1 0,-1-1 0,-2 0-1,-1 0 1,-1 2 12,-5-6 1,-2 2-1,-2 0 1,-1 1-1,0-1 198,-1 0 0,-1 0 0,0 1 0,-1-1 0,-1 1-196,0 0 1,0 0 0,-1 0-1,0 1 1,-1-1 105,6 9 0,-1 0 1,0 0-1,0 1 1,0-1-1,-1 1-110,-7-8 0,-1 1 0,0 0 0,-2 0 1,0 1-15,6 8 1,-1 0 0,0 1 0,-1 0 0,-1 0 0,-1 1-12,0 0 1,-1 1 0,-1 1-1,0 0 1,-2 0 0,0 2-4,-2-1 1,-1 2 0,-1 0 0,-1 0 0,0 2 0,-1 0-4,-2 1 0,-1-1 0,-1 2 0,-1 1 1,0 1-1,-1 1-27,-1 0 0,-1 1 0,-1 2 0,-1 0 0,-1 3 0,0 1-135,5 4 0,0 1 1,-1 1-1,-1 1 1,0 2-1,-1 2 1,0 1-1242,-5 2 1,-1 2 0,-2 2-1,0 2 1,2 0 0,2 1-1,4-1 897,-4 0 0,4 0 0,2 1 0,1 1 0,1 2 0,-11 3 0,-2 4 0,8 0 0,16-3 0,10 0 0</inkml:trace>
  <inkml:trace contextRef="#ctx0" brushRef="#br0" timeOffset="520328">16063 9577 8377,'-54'30'696,"0"0"1,1 0 0,3 1 0,2 2 0,7 3-584,11 1 1,6 4 0,2 0-161,1 2 0,3 1 0,2 4 181,3 3 0,1 5 1,2 1-1,3-1-329,2-3 0,3-2 0,1 1 0,1 3 330,2-2 1,1 3 0,1 1-1,1 1 1,1-1 67,2 0 1,2 1 0,1-1 0,1 1 0,0 0-266,2 4 0,1 1 1,1 0-1,0 0 0,2 1 200,-1-8 0,0 0 0,0 1 1,2 0-1,0-1 0,1 1-1,1 0 0,0 0 0,2 0 1,0-1-1,0 1 0,2-1-23,0 0 1,1 0 0,1-1 0,1 0 0,0 0 0,1 0-28,0-1 1,1 0 0,0-1 0,1 0 0,1 0 0,-1-1-16,1-2 1,-1 0 0,1-1 0,1 0 0,0-1 0,1 0-24,-1-2 1,1 0-1,1-1 1,0-1-1,1-1 1,1 0 4,1-3 0,-1 1 0,2-2 0,0-1 0,2-1 1,1-1-26,1-2 1,1-1 0,1-2 0,1 0 0,1-2 0,0-2-18,3 0 0,1-1 0,0-2 0,2-1 0,0-2 1,0-2 2,2-1 1,1-2 0,1-2 0,0-1 0,0-2 0,0-1 7,0-2 0,0-1 1,1-2-1,-1-1 0,0-2 1,0-1-8,0-2 1,-1-2 0,1-2 0,-1-1 0,0-1 0,0-2 10,-1-1 0,-1-1 0,1-2 0,-1 0 0,-1-2 0,-2-1 2,5-2 0,-1-1 0,-1-1 0,-1-2 1,1-4-152,-4 1 1,0-3 0,1-2 0,-1-1 0,-3-1-1,-2 0 190,-1-2 1,-3-1-1,-2-1 1,-1 0-1,0-2-22,1-3 0,0 0 0,-1-2 0,-3-2 0,-3-1 10,-5-4 0,-3-2 0,-2-2 0,-4 1 0,-2 0-153,0-5 0,-4 1 0,-3-1 0,-1-3 115,-2 4 0,-1-3 0,-1-1 0,-2 0 0,-2 2 1,-1 2 0,-1 2 0,-2 0 0,-1 0 0,-1 0 24,-1-1 1,-2 1 0,0 0-1,-2 1 1,-2 0 0,0 1 1,-3 0 0,0 0 0,-2 2 0,-3 0-8,-1 2 0,-2 0 0,-2 1 0,-2 0 0,-1 2-51,-2 1 0,-2 1 0,-1 0 0,-2 2 0,-1 0 35,-2 0 0,-1 1 1,-2 1-1,-1 1 1,-1 1-14,-2 1 1,-1 1 0,-1 1 0,-1 0 0,-1 2 15,-1 0 1,-1 0 0,0 1 0,-2 2 0,-1 1-18,-2 2 1,-1 1 0,-1 1 0,0 2 0,-2 0-5,9 3 1,-1 2 0,0-1 0,-1 2-1,0 0 1,0 1-16,-3 1 0,1 1 0,-1 1 0,-1 1 0,1-1 1,-1 0 17,-1-1 1,-1 1-1,1 0 1,-1-1-1,0 0 1,1 0 5,-1 0 0,1 0 0,-1 0 0,1-1 0,0 0 1,0 0-17,1-1 0,0-1 0,0 1 1,0-1-1,0 0 0,1 0-20,1 1 1,1-1 0,0 1 0,0 0-1,0 0 1,1 2-334,-10-2 1,0 1 0,1 1 0,1 1 0,1 2 356,-5 1 0,0 1 0,4 2 0,4 1 0,3 1 0,4 1 0,5 3 0,6 4 0,-1 0 0</inkml:trace>
  <inkml:trace contextRef="#ctx0" brushRef="#br0" timeOffset="523078">24414 9255 8198,'-52'-33'284,"0"0"0,0 1 0,0-1 0,0 5 0,0 1 0,-1 5 0,0 6-224,4 10 0,0 4 1,-1 6-1,1 3-612,-4 4 1,-1 4 0,1 5 0,0 4 630,6 1 1,-1 4-1,0 2 1,1 4-1,-1 1-255,3 0 0,0 3 0,0 1 0,-1 3 1,1 1-1,0 1 336,1-1 0,1 3 0,-1 0 0,0 2 0,0 1 0,1 1 0,0 1-154,3-3 1,1 1 0,-1 1 0,1 1 0,0 0 0,1 1 0,-1 1 0,2 0 87,3-3 1,0 0-1,0 1 1,1 0 0,0 1-1,0 0 1,1 1-1,0 0 1,1 1-5,0 1 0,0 1 1,0 0-1,1 0 0,0 1 1,1 1-1,0-1 0,0 1 1,1 1-171,3-6 1,0 1 0,0 0 0,1 0 0,0 1 0,1 0 0,-1 0 0,2 0 0,-1 0 0,1 1 148,1-1 0,-1 1 1,2-1-1,-1 1 1,1 0-1,0 0 1,1 1-1,1-1 1,0 0-1,0 0-28,0 6 1,0 0 0,0 0 0,2 0-1,0 1 1,0-1 0,2 0 0,0 0 0,2 0-94,0-1 1,1-1 0,1 0 0,1 1 0,0-1 0,1 0-1,2 0 1,0 0 0,2-1 54,1 6 1,1-1-1,1 1 1,2-1-1,0 0 1,2-1-1,1 0 1,1 0-21,1-2 0,1 0 0,1 0 0,1-1 0,1 0 0,1 0 0,2-1 0,0-1 18,2-2 0,0-1 1,2 0-1,0-1 1,2 0-1,1 0 1,0-2-1,1 1 40,4 4 0,1 0 1,1 0-1,1-2 0,1 0 1,2-2-1,1-1-44,0-4 1,2 0 0,1-1-1,1-2 1,2-1 0,1-1-1,1-3 23,0-1 1,3-1 0,0-2 0,1-1 0,2-2 0,1-3 0,1-1 4,1-3 1,2-2-1,0-2 1,2-2 0,0-2-1,2-2 1,0-2 22,2-3 1,2-1 0,1-3 0,1-2 0,0-2 0,0-3 0,0-1 23,1-2 1,0-3 0,0-1 0,1-3 0,-1-2 0,0-1 0,0-1 8,0-2 1,1-1-1,-1-2 1,0-2 0,0-1-1,-1-2 1,0-3-24,-5 1 1,0-3 0,0-1 0,-1-2 0,0-1 0,-1 0 0,-2 0 0,0 0-38,-1 0 1,-2 1-1,-1-1 1,-1 0 0,0-1-1,0-2 1,0-1-14,-1-1 0,1-1 1,-1-2-1,0-1 1,0-1-1,-1 0 0,-2-1 1,0 0 4,-3 0 0,-1-1 1,-1 0-1,-1-1 0,-1-1 1,0 1-1,-1 0 0,0 0-7,3-3 1,-2 1-1,0 1 1,0-1-1,-2-1 1,0-1-1,0-2 3,-3 0 1,1-1 0,0-1 0,-2-1 0,0-1 0,-2 1 0,-3-1-1,-2 0 0,-2-2 1,-3 0 0,-2 0-1,-2-1 1,-1 1 0,-1 0 0,0 0 4,0-4 0,0 0 0,-2 1 0,-1-1 0,-3-1 0,-1-1 11,-4 4 1,-1-2-1,-2-1 1,-2-1 0,-1 1-1,-2 1 1,-1 0-11,-1 5 0,-3 0 0,0 0 1,-2 1-1,-1 0 0,1 1 0,0 0 0,-2-5 0,0 1 0,0 0 0,-1 0 0,-1 0 0,0-2-3,0 4 0,0-2 0,-2-1 0,1 0 0,-1 0 0,1 1 0,0 0 7,-2-5 1,1 1-1,0 0 1,0 0 0,0 1-1,0 2-13,2 4 1,-1 1 0,1 1-1,0 0 1,-1 0 0,-1-2 135,-2-5 0,-1-1 0,0-1 0,-1 0 1,0 2-1,-2 2-109,1 6 1,-1 1 0,0 1-1,-1 2 1,-1 0 0,1 0-23,-3-5 0,0 2 0,0 0 0,-2 1 1,-2-2-12,2 5 1,-1-1 0,-2-1 0,0 1 0,-1 2 0,-1 2-18,-4-4 0,-1 2 0,-1 2 1,-1 1-1,0 1-107,4 3 1,-1 2 0,0 0 0,-3 3 0,-2 2 123,-3 4 0,-5 1 0,-1 2 0,-1 2 0,5 2 0,6 2 0,-1-1 0,5 4 0,-1 3 0,-12 7 0,1 0 0,-1-1 0</inkml:trace>
  <inkml:trace contextRef="#ctx0" brushRef="#br0" timeOffset="524194">30308 4972 6420,'-64'13'649,"0"-1"0,0 0 0,0 0 1,0 1-1,1-1 0,1 2 0,1 0 1,0 1-1,1 1 0,1 1 0,2 2-486,-3 3 1,3 1 0,0 2-1,2 2 1,0 1-615,0 3 0,1 1 1,1 1-1,0 3 0,1 0 482,7-3 1,2 0 0,-1 2 0,1 1 0,0 0 0,1 1 7,-2 3 0,1 1 0,0 0 0,0 1 1,1 1-1,0 1 65,-1 0 1,1 1-1,0 1 1,1 0-1,1 1 1,0 1-196,0 1 1,1 1-1,0 1 1,1 1 0,1 0-1,2 1 158,1 0 0,2 0 1,0 1-1,2 0 0,0 1 1,2 1-22,1 1 1,1 1 0,1 0-1,1 2 1,2 0 0,1 0-36,4-6 0,1 0 0,1 1 0,1 0 1,1 1-1,1 0 0,0 0 1,1 1 0,0 1 0,1 0 0,1 0 0,1 0 0,1 1 0,1 0 0,0 1 0,1 0 0,2 1 0,0-1 0,1 1 0,1 0 0,2-1 27,0 1 0,2-1 0,0 0 1,2 0-1,1 0 0,1 0 0,1 0 36,1-1 0,1 1 1,2-1-1,0 0 1,2-1-1,1 0 1,1 0 19,2-2 0,2 0 0,0-1 0,2 0 1,2-1-1,1-1 0,1 0-36,2 0 0,1 0 0,1-1 1,2 0-1,2-1 0,0-2 0,2 0-25,2-2 1,1 0-1,2-1 1,1-1-1,1-2 1,1 0-1,1-2-15,2 0 0,1-1 0,1-1 1,2-1-1,1-2 0,0-1 1,2-2-118,2-1 1,1-1 0,1-1 0,1-2 0,1-2 0,0-1 0,2-1 104,-7-4 1,1-2 0,1-1-1,1-1 1,0-1 0,0-1 0,2-2-1,-1 0 4,-3-2 0,1-2 0,0 0 1,1-1-1,0-1 0,0-2 1,1 1-1,0-2 0,0-1 2,2 0 1,0-1 0,1-1 0,0-1-1,0-1 1,0-1 0,1-1 0,-1 0-1,0-1-113,0-1 0,0 0 1,1-2-1,0 0 1,-1-1-1,0-1 1,0-1-1,-1 0 1,0-2 166,-3 0 0,0-1 0,1 0 0,-2-2 1,0 0-1,0-2 0,-1 0 0,-1-1 0,-2-2-9,4-1 1,-2-2 0,0-1 0,-1-2 0,-1 0 0,-1-1 0,-1-2 0,-2-1-36,4-3 1,-2-3 0,-1 0 0,-2-2 0,-1-1 0,-1-2 0,-2 0 6,-4 0 1,-1-2-1,-1-1 1,-2-1-1,-1 0 1,-2-2-1,-1 0-13,-2 0 1,-2-2 0,0 0-1,-3-1 1,0-1 0,-2 0-1,-2 0 1,-1 0 1,-1-1-1,-2-1 1,-2 0-1,-1 0 1,-1-1-1,-2 0-3,-1-1 0,-1-2 0,-2 1 1,-2-1-1,-1 0 0,-1-1 1,-2 1 0,-1 0 0,-1-1 0,-2 1 0,-1-1 0,-2 0 0,-1 0 0,-1 1 8,-2-3 1,-1 1 0,-2 0 0,-1-1 0,-1 1-1,-1 1 1,-2-1-9,-2 0 1,0 0 0,-3 1 0,0 0 0,-2 0 0,0 0 0,-2 1-5,3 5 1,-1 1-1,-1 0 1,-1 0 0,-1 1-1,0 0 1,-1 0 0,0 0-4,-2 0 0,0 1 0,-1 0 0,0 0 0,-1 1 0,-1 0 0,0 0 0,-2 0-12,0 0 0,-1 0 0,0 0 1,-2 1-1,0 0 0,0 1 1,-2 0-1,-1 2-91,0 1 0,-1 0 0,-1 1 1,-1 1-1,-1 0 0,-1 2 0,-2 1 1,-1 1 66,-1 3 1,-3 1 0,-2 1-1,-2 1 1,0 1 0,1 2-1,2 0 1,2 1 0,5 2-1,-10-8 1,5 3 0,3 1-1,-1 3 1,-2 2 0,-3 6-1,0 1 1,0 0 0,0 0-1,-1 0 1</inkml:trace>
  <inkml:trace contextRef="#ctx0" brushRef="#br0" timeOffset="533512">797 13097 8093,'-44'16'952,"1"0"1,-1 0 0,-10 5 0,11-7-1037,23-15 415,62-36-132,-3 8 0,9-5 61,-11 9 0,5-4 0,3-1 0,3-2 0,-2 1-727,6-3 0,1 0 1,1-1-1,2-1 1,2 0 513,-11 6 1,2 0 0,0 0 0,2-1 0,1 0 0,1-1-1,2-1-8,-2 2 0,1-1 0,3-1 0,0 0 0,1-1 0,1 1 0,-1 0 0,-1 1 0,-1 0-2,-4 4 0,-1 0 1,0 1-1,0 0 1,0 0-1,0 0 1,0 0-1,0 0 1,1 0 9,3-3 1,1 1 0,0-1 0,0 0 0,0 0 0,1 0 0,0 0 0,-1 0 0,0 1 41,0 0 0,1 0 1,-1-1-1,1 1 0,0 1 1,-1-1-1,-1 1 0,0 0 1,-2 1-226,6-4 0,-1 1 0,-1 0 1,-1 1-1,1-1 0,0 1 1,0-1 173,-3 2 1,0 0 0,1 0 0,-1 0 0,1 0 0,0 0 0,1 0 0,0 0 13,2 0 0,1-1 1,1 0-1,0 0 1,0 0-1,-1 1 0,-1 1 1,-1 1-2,-1 0 0,-2 2 0,0 0 0,-1 1 1,-1 1-1,1-1 0,1 1-13,-1-1 1,2 0 0,-1 0 0,0 0 0,0 1 0,-2 2 0,-1 2-84,9-2 1,-1 1-1,-1 2 1,-3 4 0,-5 3 110,6 3 1,-6 6 0,-1 4-72,18 7 0,-9 12-40,-15 25 0,-9 12-5,-14-21 1,-2 2 0,-1 3 482,4 13 0,-1 3 1,-1 2-392,-7-12 1,0 1-1,-1 1 1,-2 2 381,1 3 1,-2 1-1,-1 1 1,1 0-407,1 4 1,-1 0 0,0 1 0,2 1-23,-2-13 1,0 0-1,1 1 1,0 0 0,1 1 31,1 6 0,2 1 0,0 0 0,0 0 0,0-2 13,1 5 0,0-3 1,0 1-1,0 4 68,-2-12 0,0 4 0,0 1 0,0 0 0,0-2 0,-1-3-104,1 5 0,-2-4 0,1-1 1,1 3-23,0 1 1,0 3-1,1 0 1,0 0-1,0-3-11,1 3 0,0-2 1,0-1-1,1 1-7,2 4 1,0 1-1,1 0 1,0 0 54,0-2 1,0 0 0,0-1 0,1-1-7,-3-7 1,1-2 0,0 1-1,1-1-1,2 4 1,1 1 0,0-1-1,1-3 109,1 1 1,0-4 0,2 0-113,3 5 1,2-2 0,1-4-7,10 2 0,2-7-15,1-8 0,1-6-24,-2-8 1,0-4 91,-4-5 0,-1-5 764,25-11-759,-18-10 1109,-2-26-1157,-18 7 333,3-12-285,-12 10-57,-5-2-1259,-4 10 1254,-4 8 0,-2 13 0,-1 7 0</inkml:trace>
  <inkml:trace contextRef="#ctx0" brushRef="#br0" timeOffset="534278">6835 14447 13735,'43'-14'1080,"1"0"0,-1 0 1,14-4-1,5-1-913,-11 4 0,5-1 0,1 0 0,-3 2-431,-1 1 1,-3 1-1,3 0 367,-4 2 0,3 0 0,0 0 0,-2 2-54,8 2 0,-1 1 0,0 2-32,6 0 0,0 1 0,1 3-20,-15 1 0,0 2 0,0 1 0,0 3 21,4 2 1,2 3 0,-2 2 0,-2 1-34,8 5 0,-3 2 0,0 4 34,-4 4 0,2 5 0,-1 2 0,-6-1-22,-4 2 1,-4 1 0,-1 4-177,-1 0 1,1 4-1,-2 2 1,-4 0 197,-5-5 1,-4 0-1,-1 1 1,0 2-11,2 6 1,-1 1 0,0 2 0,-2 0 15,-1 2 0,-1 0 1,-1 1-1,-2 0-24,-1-1 1,-2 1-1,-1 0 1,-1 0 3,-1-1 1,-2 0-1,-1 0 1,-1 0 1,-1-2 0,-1-1 0,-1-1 0,-2 1 14,-2-1 0,-1 0 0,-2 0 0,-2 1 12,-4 5 1,-3 2 0,-3-1-1,-1-2-30,0-5 0,-2-3 0,-2 1 0,-4 1-185,-2 0 1,-3 1 0,-3 2 0,-2-2-1,-1-1 167,3-9 0,-1-2 0,-1-1 0,-2 1 0,-1 0 1,-1 1-321,-1 0 1,0 0 0,-2 1 0,-1 1 0,-1 0 0,-1-1 0,0 1 127,1-3 1,-1 1-1,0-1 1,-1 1-1,0 0 1,-1-1-1,1 0 1,0 0 206,0-1 0,0 0 0,-1 0 0,0 0 0,1-1 0,1-1 0,2-1 0,2-2 0,-7 6 0,2-1 0,2-3 0,2-1 0,2-2 0,3-3 0,-1-1 0,1 1 0,0-1 0</inkml:trace>
  <inkml:trace contextRef="#ctx0" brushRef="#br0" timeOffset="537345">13861 8495 9890,'-13'-58'405,"0"1"1,0 0 0,0-1 0,1 1-1,1-1 1,1-1 0,1 1 0,3-1-1,5 1-309,3 2 1,3 1-1,4 0 1,2 0-1,3-1-869,2 3 0,3-1 1,2 0-1,1 0 1,2 2-1,0 1 807,4-5 1,1 3 0,1 1 0,3-1 0,3 0-19,-3 7 1,3 0 0,1-1 0,2 1 0,1 0 0,1 0 0,0 2-216,1 1 1,2 0 0,0 1 0,1 1 0,0 0 0,0 1 0,0 1 200,3-4 1,-1 2 0,0 0 0,0 1 0,2 0-1,1 0 12,-4 4 1,3 0-1,0 0 1,1 0-1,-1 2 1,-1 1-1,-1 2 109,5-2 1,-2 3 0,0 1 0,0 2 0,1-1-93,4-1 0,1 0 1,1 1-1,0 1 0,0 2 16,1 1 0,1 1 0,0 1 0,1 2 1,0 0-25,2 1 1,1 2-1,0 0 1,1 2-1,0 1 22,-10 3 0,1 2 0,1 0 0,-1 2 0,1 0 0,-1 2-9,1 1 1,0 0-1,0 1 1,0 2-1,0 1 1,1 2 52,0 2 1,1 2-1,0 2 1,0 1 0,-2 0-1,-1 2-39,1 0 1,-1 1-1,-2 1 1,0 2-1,1 2 17,5 5 0,2 2 1,-1 2-1,0 1 0,-2 2-1,-2 2 0,-1 1 0,-1 2 1,0 1-1,-1-1-165,-1-1 1,-2 0 0,0 1 0,1 1-1,0 2 169,-2-1 0,1 2 0,1 1 0,-1 2 0,0 0 0,-2 0-49,-2-1 0,-1 2 1,-1 0-1,-1 0 1,0 0-1,-1 0-2,-1-3 1,-2 0 0,0 1-1,0-1 1,0 2 0,1 1 36,-2-2 1,1 2 0,0 1 0,0 0 0,0 1 0,-2-1-1,-1-1 5,1 2 1,-1-2 0,-2 0 0,0 1 0,1 1 0,0 1-40,0 2 0,2 1 1,-1 2-1,1 1 1,-1-1-1,0 0 1,-2-2 84,1 2 0,-1-3 0,-1 0 1,0 1-1,1 1 0,0 2-93,-4-4 1,2 2 0,0 2 0,0 1 0,0 0-1,-1-1 1,-1-1 0,0-1 111,2 4 0,-1-1 0,-1-1 0,-1 0 0,0 0 0,1 2-112,-3-5 0,0 0 1,0 1-1,0 1 1,-1-1-1,1 1 1,-2 1-5,1 2 0,0 1 1,0 1-1,-1 0 1,0-1-1,-2 0 0,0-1-5,-1 3 1,-1-2 0,-2-1-1,1 1 1,-2 0 0,1 2 8,2 3 0,-1 0 0,1 2 0,-2 0 0,0 0 0,-2 2-9,-4-6 1,0 1 0,-1 2-1,-1-1 1,-2 0 0,0 0-1,-1-1-4,0 4 1,-2-1 0,-1 0 0,-1-1 0,0 2 0,-2 0-1,0-6 1,0 1 0,0 0-1,-2 0 1,0 1 0,-2 1 0,-1-1 10,-2 5 1,-2 1 0,-1 0 0,-2 1 0,0-2-1,-1 0 1,1-3 1,-2 2 0,-1-3 0,0-1 0,-1 0 0,0 0 0,-1 1-13,-1 2 0,0 0 0,-1 1 0,-1-1 0,0 0 0,-1 0-37,-1-1 0,-1 0 0,-1 0 0,-1-1 0,0-2 0,0-2 55,-3 2 0,-1-3 0,0-1 0,-2 0 0,0 0-8,-2 3 0,-1 1 0,0-1 0,-3 0 1,-2-2-8,2-7 0,-2-2 0,-2 1 1,0-2-1,-1-2 0,1-2-1,-1 0 1,-1-2-1,1-1 1,-2-2-1,0 1-8,-2 1 1,-1 0-1,0-1 1,-2-1 0,0-2 5,0-3 0,-2-1 0,0-2 0,0-1 0,0-2 7,-5 3 1,-1-2-1,1-1 1,-2 0-9,8-3 0,-1 0 0,-1-1 0,-1 1 0,-1-1 3,2-1 1,-2 0 0,-1-1 0,-1 1-1,2-2 1,0-1 9,-2 0 1,2-1-1,0-2 1,-1 0-1,-2 0-6,3-2 1,-1 0-1,-2 0 1,0-1 0,1-2-1,2-2 71,-4-2 0,2-2 0,0-2 0,1-1 0,0-2-53,1-1 1,0-2 0,0-1 0,1-1 0,-1-2-13,0-1 1,-1-1-1,1-2 1,0-1-1,-1 0-22,-1-3 0,-1 0 0,1-1 0,0-1 0,-1-2-17,0-2 0,0 0 1,0-3-1,0-1 0,1-1 102,0-3 1,0-2 0,1-1 0,0-2 0,2-1-63,8 4 0,1-1 0,1-1 0,0-1 0,1-1 0,0 0-14,1-2 0,0-1 0,1-1 0,1-1 0,-1 0 1,1 0-1,-2-2 1,1 0 0,0-1 0,0 0 0,-1 0 0,0 0-5,-2-3 0,0 0 1,0-1-1,0 0 0,-1 0 1,0-1 12,4 7 1,0-1-1,-1-1 1,1 1 0,-1-1-1,1 0 1,0-1 4,-1-1 0,0 0 1,0-1-1,0 0 1,0-1-1,0 1 1,1-1 1,3 5 0,1-1 0,-1 1 0,0-1 0,1 0 0,-1 0 0,1 0 1,0-1-90,0 0 0,0-1 0,0 1 1,1-1-1,-1 0 0,1 0 1,0-1-1,0 0 64,-1-1 1,0-1 0,0 0-1,0 0 1,0 0 0,1-1-1,0-1 1,1 0 12,-2-2 1,1 0 0,0-1 0,0 0 0,0-1 0,2-1 0,0 0 0,1-1-14,3 5 0,1-1 1,1-1-1,0 0 0,0 0 1,2-1-1,0 0 0,1-1 1,2-1-34,-1-2 1,2 0 0,1-2 0,0 0 0,1 0 0,2 0 0,0-1 0,0 0 0,2 0 16,1 5 1,2 0 0,0 0 0,0-1 0,2 0 0,-1 0 0,2 1 0,-1-1 0,1 0 0,0 1-49,0-5 0,1-1 0,1 1 1,0 0-1,0 0 0,0 0 0,1 0 1,-2 1-1,1 1 73,-2-5 0,0-1 0,-1 0 0,0 1 0,1 2 0,0 1 0,0 4 0,1 3 0,0-5 0,1 5 0,0 2 0,0 2 0,-2 3 0,-7-13 0,0-1 0,-1 1 0</inkml:trace>
  <inkml:trace contextRef="#ctx0" brushRef="#br0" timeOffset="541045">22130 7281 9654,'-20'-52'732,"1"1"1,-1-1 0,9-3 0,6-2-1,12 4-273,20 2 0,14 3 1,5 0-737,-4 4 0,3 0 0,3 0 0,3 1 334,-9 8 0,3 1 0,1-1 0,1 1 0,0 1 0,-1 1-250,4-2 1,-2 0 0,1 2 0,0 1 0,2 0 227,-3 4 1,1-1-1,0 1 1,1 1-1,-1 2 1,-2 2-21,8-2 0,-2 2 1,-1 3-1,2 2-22,3 0 0,1 3 0,0 1 1,0 2 13,-2 3 0,0 1 0,-1 3 0,1 1 54,2 2 1,0 3-1,0 1 1,-1 1-36,1 2 1,0 0 0,-1 3-1,1 0 30,-1 3 0,0 1 0,0 2 0,0 2 19,-2 1 1,0 2 0,0 1 0,-2 2-12,1 1 0,-1 1 1,-1 2-1,1 1-1,0 3 0,-1 2 0,0 1 0,1 0-34,-10-5 0,0 1 0,0 1 1,1 0-1,0 1-3,7 6 1,1 1 0,1 1 0,-1 0 0,-2-1-12,-5-3 1,-2-1 0,0 0 0,0 1 0,1 1-202,-2-1 0,3 2 0,-1 0 0,1 1 1,-3 0-1,-2 0 215,0 4 0,-2-1 0,-1 1 0,-2 2 0,0 0-11,4 6 0,-2 2 0,0 1 0,-1 1 0,-1 0-8,-1 1 0,-2 1 0,0 0 0,-1 0 0,-1 1 11,-6-9 1,0 1-1,0 0 1,-1-1 0,0 1-1,1 0 3,4 8 1,0 0 0,0-1 0,1 1-1,-1-1-9,1-2 1,-1 1 0,1-2 0,0 1 0,0-1-7,0-2 0,1 1 0,-1-2 0,1 1 0,-1-1-39,0-1 0,0-1 0,0 0 0,1 0 0,-1-1 67,-1-1 0,1 0 0,0-1 0,-1 1 0,1-2-15,6 10 0,0 0 1,1-1-1,0-1 68,2-1 0,1-1 0,1-1 0,1-1-86,0-3 0,1-1 1,1 0-1,2 1 10,-4-6 1,1 2 0,1 0-1,0-2 1,-2-1-6,4 3 1,-1-3 0,-1 0 0,1 2 8,-6-3 0,1 2 0,1 0 0,-3 1 0,-2-2-25,1 4 0,-2-1 0,-2 0 0,-1 3-3,2 3 0,-1 2 0,-1 1 1,-1 2 52,-2 1 1,0 2-1,-3 1 1,-2 3-37,-4-5 1,-3 2 0,-1 1 0,-1 0 0,-2-1 13,0 6 0,-1-2 0,-3 1 0,-3 3-6,-4-13 1,-1 3-1,-2 0 1,-2 1-1,-1 0 1,-3-3-5,-3 6 0,-2-2 0,-3 0 0,-2 1 1,-2 1 15,1-6 0,-2 1 0,-2 2 0,-2 0 1,0-1-1,0 0 0,0-3-11,-2 3 1,0-3 0,0 0 0,-1-1 0,-2 2 0,-2 1-3,1-3 1,-2 1 0,-2 2-1,-1 0 1,-1 0 0,1-1 0,0-1-1,1-3-136,-5 6 1,1-3 0,0-1 0,0-1 0,0 0 0,-2 1 125,4-4 1,0 1 0,-1 0 0,-1 0 0,1-1 0,0 0 0,0 0 3,1-3 0,1 0 0,-1-1 0,1 1 0,-1-1 0,1-1 0,-1 1-108,-6 6 0,0 0 0,0 0 0,-1-1 0,1-1 0,0 0 107,2-3 1,2-1-1,-1 0 1,0-1 0,-2 0-1,0 1-51,0-2 0,-1 0 0,-1 1 0,-1 0 0,0-2 0,0 0 0,-1-2 56,-6 3 0,-1-2 0,0-2 0,-1 0 0,0-2 0,1 0-1,2-2 0,1-2 1,0 0-1,-1-1 0,-1-1 1,-1 0-11,2-4 1,-1 1 0,-1-1 0,0 0 0,-1-2 0,0 0 0,1-2-8,-7 1 1,0-1-1,0-2 1,1 0-1,-1-1 1,1 1 13,2-1 0,0 0 0,1-1 0,0 0 0,-2 1 0,-1 0-23,-1 0 1,-1 0 0,-1 1-1,-1 0 1,0-1 0,0 0-1,1-1 23,1-2 0,-1 0 0,1-1 0,-1 0 0,1-1 0,1 0 0,0-1-1,-4 0 1,2 1-1,0-2 1,0 0-1,-1-2 1,0-1-8,3-3 0,0 0 0,-1-2 0,-1 0 0,1-2 0,1-1 0,2-2 10,-1-1 0,0-2 1,2-2-1,0 0 0,1-1 1,0 0-5,-7-2 1,1 0 0,1 0-1,0-2 1,-3 0 5,5 0 0,-1-1 0,-1 0 0,0-1 1,0-2-1,3 0 3,3-2 0,1-1 0,1 0 0,0-2 0,1-1 0,-1 0-15,-1-2 0,1 0 0,-1-1 0,1-1 0,1-1 0,0-1 0,2 0 0,1-1 0,0-1 0,1-1 0,1-1 0,1 0 92,1-2 0,2 0 0,0-2 0,2 0 1,-1-1-1,2-1-83,-1-2 0,1-1 1,0 0-1,1-1 0,1-1 1,1 1-25,-5-6 0,2 1 1,0-1-1,1-3 1,0-3 2,6 5 1,-1-3 0,0-3 0,2-1 0,0 0 0,2 0 0,3 2 6,2-2 0,3 2 1,2 0-1,1-1 0,0 0 1,1-2 3,1 4 0,0-1 0,0-1 0,2 0 1,0-1-1,2-1 0,1 0-4,2-4 0,1-2 0,2 0 1,1-1-1,2 1 0,0 0 0,1 1-8,1-3 0,1 1 0,1 1 0,1 0 0,0-1 0,1-1-83,0 6 1,0-1-1,0-1 1,1 1-1,0-2 1,1 1 0,1 0 92,1-1 1,1-1-1,0 1 1,1-1 0,1 0-1,1-1 1,0-1 11,1 4 1,2-2 0,0-1 0,1 0 0,0 0 0,0 2-1,0 0 1,-1 3-11,0-6 0,0 2 0,0 2 0,0 0 0,1-1 1,1-4-5,-2 9 1,2-2-1,1-2 1,0-1 0,0-1-1,0 2 1,-1 1 0,0 2-1,-2 4 2,0-4 0,-1 4 1,-1 2-1,0 0 0,0 0 1,1-3 2,-1 2 0,1-2 0,-1-1 0,1 0 0,0-1 0,-1 0 0,0 0 1,0-2 1,0-1-1,-1-1 1,1 1 0,-1 0-1,-1 1 1,1 2-1,-1 0 1,-1 2 0,0 1 0,0 0 0,0 0 0,0-1-4,0-2 0,1 0 0,0-1 0,-1 0 1,0 1-1,-1-1-12,-1-1 0,0-1 0,-1 1 1,-1-1-1,0 2 0,0 0 19,0-3 1,-2 0 0,1 2 0,-1-1-1,0-1-2,-1 5 1,1 0 0,-1-1 0,0 0 0,0-1 0,1 0-4,-1-4 1,0-1 0,0 0 0,1 0 0,-2 1 0,1 2 18,0-3 0,-1 2 0,0 1 0,-1 0 1,0-3 10,-1 6 1,0-3 0,-1 0 0,0 0 0,0 1-1,-2 4-20,0 0 0,0 3 0,-1 2 1,-1-1-1,-2-2 20,-3-6 0,-2-1 0,-2 0 1,-1 0-1,0 2 86,1 6 0,-1 2 0,-1 0 0,0 1 0,-1-1-96,0-3 0,-2 1 0,1 0 0,-1-1 1,1 0-10,-1 0 1,1-2 0,-1 0-1,2 2 1,2 2-1011,1 1 1,2 2 0,1 1 0,1 1 998,-2-11 0,2 1 0,2 6 0,5 5 0,3 9 0,2 14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05:21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1723 2135 22296,'4'0'807,"0"51"-1035,0-6 0,2 10 0,-1 1-1586,0 3 1,-1 2 0,1-2 1813,0-7 0,0-1 0,-1-5 0,1 2 0,0-6 0,4 1 0</inkml:trace>
  <inkml:trace contextRef="#ctx0" brushRef="#br0" timeOffset="1101">1659 2256 20168,'-2'-61'750,"0"1"1,8 6-1,13 12-719,22 25 0,10 14-50,-7 6 0,3 6 1,1 4-526,7 7 1,1 4 0,-2 5 392,-3 4 0,-2 5 0,-9 4 160,-10 0 0,-8 4 1,-13-1 31,-16 0 0,-13 0 0,-8-4-13,-13 2 0,-10-4 0,-3-4-83,-1-5 1,-3-3 0,2-6 54,-7-5 0,7-5 0,-7 0 0,54-28 0</inkml:trace>
  <inkml:trace contextRef="#ctx0" brushRef="#br0" timeOffset="1617">2513 2397 23450,'59'1'341,"0"18"-341,-34 12 0,-1 3 17,6-8 0,3-6 16,3-10 1,-1-10 61,-2-13 1,-5-9 69,-3-11 0,-6-6 106,-6-8 1,-4-1 53,-4 4 0,-1 3-50,-1-15-242,-1 48-10,-8 69-43,-3-5 1,-4 9-77,1-7 1,-2 4 0,1 0-570,3-13 1,-1 0 0,2 0 0,2-1 664,4 10 0,2-2 0,1-5 0,-4-1 0,6-8 0,24 3 0</inkml:trace>
  <inkml:trace contextRef="#ctx0" brushRef="#br0" timeOffset="2467">3290 2441 24032,'-10'-4'280,"1"19"-249,5 35 0,1 12-6,-2-11 0,0-2 109,-1-9 1,-1-5 279,-5-3-162,6-81-151,8 13 1,2-2-83,1-9 1,5 0 38,8 2 1,7 6-47,24 3-29,7 23-45,-27 27 1,-2 9-354,1 7 0,-1 2-627,-2-1 1,3 0-3129,12 3 0,4-7-129,-6-16 0,0-7 4299,7-2 0,1-7 358,3-19 1,-2-9 3925,-11 1 1,-2-3-2327,1-2 0,-5 1 993,1-18-2060,-45 38-700,-16 28-113,-1 11 1,-1 7-57,4 10 0,3 3-50,4-5 0,6 0-6,8 4 1,11-9 123,35-18 33,8-25 36,-17-14 1,-3-9 221,-6-7 0,-4-1 16,-3 4 1,-2 1 34,3-21-455,-12 39 74,-10 40-79,-1 16-496,6 0 0,7 2-1731,11-5 1,5-2-1824,4 1 1,4-3 4077,1-12 0,0-5 0,6-1 0,-24-10 0</inkml:trace>
  <inkml:trace contextRef="#ctx0" brushRef="#br0" timeOffset="3085">4394 2611 14129,'5'-32'4772,"0"-1"1,2-6-4446,-2 1 1,1 3-266,1 15-40,-2 30 12,1 41-40,-3-20 0,-1 3 0,2 11 1,0-1 50,0 9 140,4-23-23,4-52 62,4-22-56,7-16-89,1 5-57,7 19-16,4 20-12,6 26-39,-1 22 23,-10 21 44,-11 6 40,-13-17 62,-3-25-91,8-37 12,8-21-14,2 9 0,1 0-20,5-6-11,10 5-6,-19 37 12,12 39 5,-10-21 3,-5 7 0,3 3-1616,23 9-179,-17-13 1781,26 5 0,-40-30 0,4-2 0</inkml:trace>
  <inkml:trace contextRef="#ctx0" brushRef="#br0" timeOffset="3630">5285 2457 18308,'22'25'722,"1"1"1,0 5-1,1 2 1,3 2 0,-2-1-1,11 20 1</inkml:trace>
  <inkml:trace contextRef="#ctx0" brushRef="#br0" timeOffset="3988">5454 2212 16499,'7'40'4332,"-1"-1"0,-25-68-4062,48 20-270,-24 30 0,-10-5 0,12 36 0,1 1 0</inkml:trace>
  <inkml:trace contextRef="#ctx0" brushRef="#br0" timeOffset="4231">6022 2384 20128,'-21'50'-48,"-1"0"0,0 1 0,1-1 0,-20-5 1,-2-6-1,26-3 0,44-4 0,24-4 0,-9-11 1,-12-16-1</inkml:trace>
  <inkml:trace contextRef="#ctx0" brushRef="#br0" timeOffset="6733">7435 2456 18151,'-9'-65'1979,"-1"1"0,3 16 0,1 10-2164,-1 15 171,11 47 0,3 19-70,-2-3 0,0 7 0,0 2-329,0 0 0,0 2 0,1 2 0,0 1-1351,1 4 1,0 1 0,0 0 0,0-3-300,-2 3 0,0-2 0,1-5-301,3 20 1,-2-32 2767,-6-48-404,-7-23 0,-4-13 853,1-3 0,0-6 0,-2-3 733,2 6 1,-1-2 0,-1-2 0,0 1-492,-1-3 0,0-1 1,-1 1-1,1 0-587,0 2 0,-1 0 0,1 2 1,1 1-263,-2-8 1,1 3 0,4 2-188,4-14 0,13 8-68,17 15 1,12 10-23,17 11 1,8 17-73,-9 17 0,4 12 1,-4 3-12,-10-3 0,-2 4 0,-6 5 82,-2 12 0,-5 6 1,-18-1 46,-23-8 0,-16-1 0,-3-3-100,1-4 1,-4-3 0,-3-4-2343,-17-2 0,-7-4 0,7-7 2124,6-5 1,6-5-1,5-2 1,8-3-1,16-3 1</inkml:trace>
  <inkml:trace contextRef="#ctx0" brushRef="#br0" timeOffset="7584">8083 2436 19764,'-17'-52'1310,"0"1"1,1 4 0,11 11-1322,29 26-17,19 27-25,-2 16 0,-2 11-26,-8 3 1,-5 4 72,0 6 1,-12 2 128,-23-3 0,-14-8 364,-22-8-229,-8-32-172,43-39 1,11-12-87,12 0 0,9-1 8,4-6 1,8 4-18,15 6 1,6 8 5,-12 13 1,-1 5-10,2 0 1,-3 7-33,11 14 60,-35 25 12,-14 18-36,-8-8 0,2 2-20,5-8 0,5 0 11,2 0 0,8-4 45,15-9 0,6-10 235,22-20-73,-26-9 1,-6-9 2,-13-10 1,-10-6-29,-7-4 0,-7 0-39,-6 3 0,-6 3-106,-3 7 0,-4 6-188,-27 1-1278,11 38 1446,17 29 0,13-9 0,13-2 0</inkml:trace>
  <inkml:trace contextRef="#ctx0" brushRef="#br0" timeOffset="8250">9346 2530 9156,'1'-3'4915,"-2"-30"0,-5-8-670,-16 1-3993,5-4 0,-7 6-176,-8 28 0,-3 12-85,-5 13 1,1 11 5,1 10 0,6 7-14,9 5 1,12 0 74,15-5 1,12-7 184,10-11 1,5-11 95,4-14 0,-1-9-84,-4-9 0,-5-5 120,6-31-212,-16 11-202,-8 22 55,0 51-19,-3 10 1,-2 11-23,0 3 1,0 8 0,0 3-459,1-5 1,-1 4-1,1 2 1,-1 1 174,-1-10 0,1 2 0,-1 1 0,-2-1 0,-1-2 194,-2 10 1,-3 0-1,-2-3 1,-4-4-873,-8 4 0,-4-5 1,-6-10 985,-16-5 0,-4-14 0,10-16 0,3-9 0,-5-14 0</inkml:trace>
  <inkml:trace contextRef="#ctx0" brushRef="#br0" timeOffset="9284">9642 2369 23416,'-6'-32'-95,"35"42"44,11 31 1,1 16 22,-15-17 0,-3 2 0,-5 1 64,-5 16 1,-12-3 159,-13-12 0,-9-11 325,-35-20-370,33-34 0,7-11-115,12-11 1,12-4-54,11-4 0,12 4-81,15 5 0,9 7-72,-11 16 0,2 4 1,2 3-182,3 1 1,0 4 0,0 0 154,-4 2 0,0 1 0,-3 0 179,9-1 0,-7-3 258,4-10 190,-37-10 84,-24-1-319,-15 6-151,-16 27 256,-10 34-299,25-4 1,3 6-34,1 6 1,9 2-21,21 3 1,9-5 112,8-2 5,12-32 0,3-18 339,-7-43 0,-8-14-294,-6 26 0,-1 0 14,2-24 0,-7 5 345,-14 15-499,2 22 11,-4 22-333,1 45 0,3 17-440,0-28 0,3 1 790,5 17 0,3 8 0,0-12 0,2-8 0,19 12 0</inkml:trace>
  <inkml:trace contextRef="#ctx0" brushRef="#br0" timeOffset="9958">10906 2343 22867,'-15'61'106,"8"-3"1,1 0 957,-1 0-890,3 6 100,0-90 1,1-19-96,7-2 0,5-3-1559,5 7 0,4-1 0,-1 5 1377,-3 2 1,5 12 420,36 24 1,0 26-430,-33 26 0,-6 8 13,17-21 1,-4 0 11,-19 33 0,-18-20 424,-28-70-329,39-12 0,4-6 3311,-21-23-3377,29 23 0,14-4 0,4 13-1,23 23 0,3 12-45,-16-12 0,-3 9-651,-1 25 1,-2 15 0,-13-1 653,-19-5 0,-7 1 0,3 15 0,-4-5 0,-7-16 0</inkml:trace>
  <inkml:trace contextRef="#ctx0" brushRef="#br0" timeOffset="11172">11803 2525 21371,'9'-56'1368,"1"37"-1234,6 77-70,-10-7 1,-5 2-46,-3-11 1,-3 0 69,0 3 1,-5-7 414,-12-20-470,8-16 22,3-41 28,10-18-42,1 13 0,3-3 8,2-1 1,7 2 13,13-3 0,7 7-52,15 8-10,-15 23 1,0 8-9,-2 17 1,-5 8 2,-4 3 0,-2 4 20,5 11 0,-3 5-17,-9 1 0,-8 1 11,-5-9 0,-4-3 135,-12 11 22,-2-48-62,7-52-10,15-10-4,6 17 0,7 1-16,6 13 0,6 5-37,13 2 0,3 7-22,-1 12 0,0 7-15,2 6 1,-4 9-62,-5 11 1,-7 9-2874,-14 14 0,-6 3 2366,-1-14 1,-4-1 0,-5 3-1,-5-7 1,0-16 0</inkml:trace>
  <inkml:trace contextRef="#ctx0" brushRef="#br0" timeOffset="11686">12723 2532 24167,'15'-18'0,"2"30"-2168,-6 32 1,-3 10 2167,3-12 0,0-3 0,4 15 0,-4-33 0</inkml:trace>
  <inkml:trace contextRef="#ctx0" brushRef="#br0" timeOffset="11903">12851 2186 17031,'-4'-7'5265,"0"2"-5223,-18-29 0,0 7-1224,21 31-8649,-28 6 8705,42 35 1,-6-8-1,-2-6 1,-5-21-1</inkml:trace>
  <inkml:trace contextRef="#ctx0" brushRef="#br0" timeOffset="12335">13040 2510 24738,'64'7'257,"-21"9"-249,-27 34 1,-10 9 75,-4-23 0,-1-4 275,7 4-174,4-55 16,3-18 1,1-7-76,2 2 0,2 0-79,0-2 1,3 4-12,0 12 1,3 8-37,16 17-39,2 24-199,-15 11 0,-1 6-678,-1-2 0,0 1-944,4 4 1,2-2 1859,2-11 0,-2-4 0,0-1 0,0-14 0</inkml:trace>
  <inkml:trace contextRef="#ctx0" brushRef="#br0" timeOffset="12786">14114 2577 15149,'19'-52'2953,"0"1"1,-9 8 0,-9 7-2697,-33 9-187,-4 32 0,-2 11-56,3 6 0,2 5-20,-2 7 1,7 5-12,15 5 1,14-1 32,15-14 1,9-6 193,9-4 0,3-10 196,2-17 1,-2-9-29,-8-6 0,-6-5 120,0-26-313,-20 21-118,-13 49-42,3 18 1,1 11-13,0 3 0,-1 6 0,1 3-358,0-2 0,0 3 1,0 2-1,0 0 116,2-8 1,0 1-1,0 1 1,-1-1 0,0-1-64,-1 9 1,1 0-1,-3-3 1,-3-2-19,-6 4 0,-3-3 1,-8-9-1475,-5-16 1,-5-8 0,-3-7 1783,-21-9 0,1-11 0,9 1 0,7-5 0,-5-12 0</inkml:trace>
  <inkml:trace contextRef="#ctx0" brushRef="#br0" timeOffset="13589">15199 2416 7705,'-1'-3'9830,"1"1"-6111,0 2-3277,-29-27-179,8 49-151,-17-11 102,32 46 671,27-15 358,17-53-784,-7-30-280,-12-16-151,-29 11-134,-7 40-715,-9 37 1,1 14 103,2-2-2560,7 0 0,-1 10 0,5-8 2694,7 1 0,-1 16 0,6-43 0</inkml:trace>
  <inkml:trace contextRef="#ctx0" brushRef="#br0" timeOffset="13872">15298 2840 15300,'6'-3'6918,"-64"7"-6017,15 16-881,6-14 0,5 1 103,14 18 6,40-13 22,2-1 426,2-4-213,-14-18-219,-8-17-514,-3 7-3854,-3-3 4223,1 26 0,-1-2 0,2 3 0</inkml:trace>
  <inkml:trace contextRef="#ctx0" brushRef="#br0" timeOffset="14770">1435 3665 15490,'-3'0'734,"27"8"0,18 3-331,13-6 0,14-4-1230,-15 1 0,10-1 1,6 0-1,2 0 1,-3 0-1,-8-1 836,-2 0 1,-7-1 0,3-1 0,11 0 91,-17 0 1,8-1 0,6 0 0,5 0 0,3-1 0,1 0-1,1 1 1,-1-1 0,-3 0 0,-3 0 0,-6 1 0,-7 1-216,15-2 0,-10 1 1,-3 1-1,2-1 1,8 0 155,-10 0 0,5 0 0,4 0 0,2-1 0,2 1 0,1-1 0,-1 1 0,0 0 0,-3 0 0,-3 1 26,1-1 1,-2 1-1,-1 0 1,-2 1 0,1-1-1,1 0 1,3 1 0,3-1-58,-9 1 0,1 0 1,1-1-1,1 1 1,1 0-1,2 0 1,0-1-1,2 1 1,1 0-1,2 0 0,1 0 1,1 1 21,-12-1 1,2 1-1,1 0 1,2-1 0,1 1-1,1 0 1,2 0 0,-1 0-1,2 0 1,-1 0 0,1 0-1,0 1 1,0-1 0,-1 0-1,0 0 1,-1 0 0,-1 0-1,-1 1 1,-1-1-85,4 0 0,-2 0 0,0 0 0,0 0 0,-2 0 0,1 0 0,-1 0 1,0 0-1,-1 0 0,1 0 0,1 0 0,0 0 0,0 1 0,1-1 0,1 0 1,1 1 58,-7 0 0,1-1 0,0 1 0,2 0 0,-1 0 0,1 0 0,0 0 0,1 0 1,0 0-1,0 0 0,0 0 0,0 1 0,0-1 0,0 0 0,-1 0 0,0 0 1,0 0-1,-1 0 0,0 0 0,-1 0 1,7 0 0,-1 0 0,0 0 1,1 0-1,-1 0 0,0 0 0,-1 0 1,1 0-1,-1 0 0,-1 0 0,0 0 1,0 0-1,-2-1 0,0 1 0,-1 0 1,-1 0-1,-1-1-9,9 1 1,-2 0 0,-1 0 0,-2-1 0,-2 1 0,1 0 0,-1-1 0,1 1 0,1-1 0,1 1 0,2-1 0,1 0 1,-8 0 0,1 0 1,1 0-1,3 0 0,0 0 1,1 0-1,0 0 0,1 0 1,0 0-1,-1-1 0,-1 1 1,0 0-1,-2-1 0,-1 0 1,-3 0-1,-1 1 0,-3-1 7,11-1 0,-4 1 0,-3-1 0,-2 0 0,-1 0 0,0 0 0,1 0 0,1-1 0,3 1 0,3-1-10,-6 1 0,2-1 0,2 0 0,1 1 0,2-1 0,0 0 0,2-1 0,-1 1 0,1 0 0,0 0 0,-1 0 0,0-1 0,-2 1 0,-1 0 0,-2 0-186,5 0 0,0 0 0,-2 0 1,-1 0-1,0-1 0,-1 1 1,1 0-1,-1 0 0,0 0 0,0 0 1,1 0-1,0-1 187,-2 1 0,1 0 0,2 0 0,0-1 0,1 1 0,-1-1 0,-1 1 0,0-1 0,-2 1 0,-3 0 0,-1 0 0,-4 0 0,-3 1 0,16-2 0,-3 1 0,-4 0 0,-4 0 0,-4 0 0,-5 1 0,0-1 0,0 1 0,0 0 0</inkml:trace>
  <inkml:trace contextRef="#ctx0" brushRef="#br0" timeOffset="16186">2574 5338 15916,'-3'-52'1765,"-1"-1"1,0 1 0,1-14 0,-2 8-1430,-4-4-341,7 54 78,9 54-68,1 11 26,0 5 0,0 1 5,-5-29 1,0-1 89,3 20 0,-7-17 786,-20-50-867,13 2 30,-8-24 1,2-9 11,9 3 0,5-2 5,2-15 1,4-3-29,4-3 1,10 3-48,8 23 0,8 4 0,-3 3-361,-6 4 1,2 6 343,14 4 0,2 14-23,-6 31 0,-6 13 20,-8-2 0,-2 5-8,2-1 0,2 4 0,-6-1 140,-7 16 0,-8-5 162,-8-1-246,-14-43 2,5-39 1,5-18 349,6-7 0,4-2-389,3 2 1,8 3-4,15-2 1,9 11-18,-5 25 1,3 9-14,11 11 0,-2 13-322,-4 23 0,-7 11-1521,-13-14 1,-2 2 0,-2-1 1430,5 16 1,-5-4 0,-7-13-1,-4-7 1,-3-11 0</inkml:trace>
  <inkml:trace contextRef="#ctx0" brushRef="#br0" timeOffset="17488">3704 5109 7867,'-8'-2'9830,"2"0"-6951,6 2-2616,-6-4 678,44 46-857,-26-30 45,18 16 1,8-1 502,25-20-271,-24-12 1,0-4-138,-2-3 0,-3-5-62,-8-10 1,-9-5-15,-12-6 0,-11 1 0,-14 4 1,-4 4-160,-13-22 5,-19 30-50,24 40 34,17 11 0,4 9-71,6 18 1,7 4-32,1-3 1,9-2-265,8-13 0,8-1 0,2-9-495,10-9 1,5-14-59,18-17 0,-3-12 977,-24 3 1,-6-6 139,3-22 1,-10-5 484,-20-14-37,-5 26 0,-1 2-85,-1-6-522,-1 13 5,9 34 84,20 37 34,0 12-64,-7-13 0,-1 3 131,-5-3 0,-3-3-22,1 9 716,-7-22-744,-11-84-6,5 8-59,0 2 1,6-2-54,10 19 1,4 3-35,9-14-27,19 20-62,13 50 47,-30 6 1,-1 6 27,-1-9 1,-2 2 5,-5 12 1,-7-3 136,-14-3 28,1-24 23,2-75-134,6 16-4,2-12 1,4-1-15,11 12-33,6 18 0,4 6 63,7 9-72,-3 12 0,1 6-69,13 22-620,-18-5 1,-1 4 18,-8 3 1,-2 0 0,10 11 0,-19-8-1</inkml:trace>
  <inkml:trace contextRef="#ctx0" brushRef="#br0" timeOffset="18219">5259 5111 17876,'12'-39'4790,"-3"9"-4353,-9 37-415,0-1 51,0 13 123,3 38-177,0-24 1,6 3 11,16 4 1,10 3 0,-3-5-21,-11-4 1,3-5 19,15-3 1,8-2 0,-5-11 102,13-19-31,-17 0 1,-4-9 372,-5-37 0,-10-9-347,-8 26 0,-7-1 35,-7-11 1,-7-5-1,-8 10-38,-12 12 0,-8 8-171,-23-2 1,-1 5-10,25 9 1,1 5-468,-14 8 0,7 10-327,22 28 0,1-14 0,10 7 0</inkml:trace>
  <inkml:trace contextRef="#ctx0" brushRef="#br0" timeOffset="18788">6032 5133 14337,'0'-4'9404,"0"0"-9085,0 4-229,-4-39-57,3 65-374,6 15-648,2 3 0,6 6 423,4-9 1,3 1 0,-1-6 0,10 13-1,15-11 1</inkml:trace>
  <inkml:trace contextRef="#ctx0" brushRef="#br0" timeOffset="18972">6171 5014 15883,'-38'-47'1661,"-1"1"1,2-1-1,15 20-4831,33 45 3170,23 7 0,-11-3 0,7-1 0</inkml:trace>
  <inkml:trace contextRef="#ctx0" brushRef="#br0" timeOffset="20372">6512 5088 17664,'-4'-2'6032,"1"0"-5892,-30-31-61,50 14 5,20-34-62,22 36-5,-17 7 0,-1 3-17,6 15 5,-11 26 1,-2 7-12,7-1 4,-19-3 0,-1 10 1,-10-5 3,-13-4 1,-7-2 19,0 9 1,-7 0 89,-9-5 0,-6-10 750,-33-25-783,21-3 73,14-44-35,47 15-55,15-3-68,5 14 1,6 5 10,3 4 1,2 7-23,-4 11 0,0 7 0,-3 0 14,-4-2 1,-6 3-1,3 17 0,-16 3 11,-30-7 1,-12-1-9,-3 2 0,-5-2 56,-13 1 0,-2-3-50,-8 5 5,6-44-45,77-41 23,9-2-3,-1 24 0,13-4 0,2 1 0,-8 5-1234,-3 1 1,0 2 1245,12-4 0,6-1 0,-7 2-1,-13 6 1,-3 0 26,5-10 1,-1-2 22,-3 4 1,-3-1-15,-3-2 1,-10 1 44,-21-1 68,-22 6-146,4 10 2439,-29 15-2437,18 19 1,1 6-3,-18 16 34,11-2 1,12 4-119,42 12 90,-5-9-12,45-22 12,-3-44 19,-27 0 0,-1-4 25,-2 0 1,-3-3 86,-5-13 1,-6 1-144,-5 7-11,-10-6-11,-5 53-1719,0 24 1,3 6 1769,-1-3-35,6 12 1,12-5-9,21-32 1,7-8 36,23 7 31,-9-33 1,10-17 0,-11 0-27,-20 5 0,-3-6 7,0-3 1,3-8-1,-2-3 1,-8 1 153,-11-9 0,-8-1 0,-1 4-63,4-5 1,-2 2 2,-3-14 0,-6 20-129,-3 46 3370,-3 21-3416,8 31 0,8 21 0,1-4-77,0-7 0,2 2-32,-3-9 1,0 4 0,2 2 0,2-4-199,7 4 1,3-2 0,-3-2-2402,-7-6 1,-3 0-1,2-2 601,9 19 0,-3-5 1668,-12-9 0,-7-18 0,-2-32 0,-1-2 0</inkml:trace>
  <inkml:trace contextRef="#ctx0" brushRef="#br0" timeOffset="20755">8107 5149 12337,'-7'-3'8424,"1"0"-7220,-26-16 1,1-5-1104,27 8-2185,29-15 0,17 3 2067,-3 19 0,7 6-6,9-3 1,7 0 0,-5-1 398,-3 2 1,-6-4-178,-6-11 0,-2-3-34,-8 9 0,-5-3 261,6-34 285,-39 24 348,-10 0-1076,4 17 3421,-8 22-3460,10 34-894,13 12 1,5 4-110,-2-22 0,3-2-3857,11 26 1,3-7 4340,5-20 1,-6-9-1,-15-20 1</inkml:trace>
  <inkml:trace contextRef="#ctx0" brushRef="#br0" timeOffset="20957">8650 4627 18179,'-4'-3'3769,"1"0"-4105,3 3-3825,-19 10 4161,33 12 0,-28-7 0,32 5 0</inkml:trace>
  <inkml:trace contextRef="#ctx0" brushRef="#br0" timeOffset="21389">9126 4815 17479,'-55'24'6945,"41"-12"-6836,-24 5 1,-1 6 46,13 24-144,10-2 2,13-11 0,9 0 14,14-9 0,9-6 179,22-9 0,3-9-109,-17-1 1,-2-5 1,10-11 1,-9-10 159,-28-15 1,-10-2-138,-4-11-6,-16-2 1,-6 4-134,3 24-63,-4 5 1,1 10-964,6 36-8789,12 30 7373,1-14 0,15 6 1,-3-40-1</inkml:trace>
  <inkml:trace contextRef="#ctx0" brushRef="#br0" timeOffset="21767">9511 4859 20974,'0'-3'5276,"1"1"-5292,5-25 44,-4 60 0,2 13-17,6-26-17,-5 38 1,-2 5 10,3-15 477,9-39-432,-6-12 34,4-24 0,1-10 73,0 6 0,3-1 13,20-11 1,3 1-179,-13 14 0,1 4 10,17 5 1,1 12 2,-11 18 1,-2 13-3283,-7 10 0,-1 10 0,-3-2 2959,3-2 1,-3-1 0,0 15 0,-10-11 0,-14-32 0</inkml:trace>
  <inkml:trace contextRef="#ctx0" brushRef="#br0" timeOffset="26385">2238 6034 9117,'-53'5'-20,"0"-1"0,1 1 0,-1 0 1,-8 1-1,1-1 0,8-1 538,4 0 1,10-2 719,1-2 1551,65-5-1711,15 2 1,12-1-704,1 2 0,6 0 0,5 1-688,-16-1 1,2 1-1,3-1 1,1 1-1,2-1 341,-2 0 0,1 1 0,2-1 0,1 0 0,1 0 0,1 0-198,-4 0 0,2 0 0,0-1 0,1 1 0,1-1 0,0 0 0,0 0 245,-2 0 1,0 0 0,0 0-1,2 0 1,-1-1 0,1 1-1,1-1 1,-1 1-233,-2-1 1,-1 1 0,1 0-1,0-1 1,1 1 0,0-1 0,1 1-1,-1-1 1,1 1 241,-2-1 0,-1 1 0,1 0 0,0-1 0,0 1 1,1 0-1,0-1 0,0 1 0,1 0 0,-1 0-43,-3 0 1,1 0 0,0 1 0,0-1 0,0 1 0,0-1-1,0 1 1,1-1 0,0 1 0,-1 0 0,1 0-137,1 0 0,0 0 0,0 0 0,0 0 1,0 0-1,1 0 0,-1 1 0,1-1 0,-1 1 1,0-1-1,1 1 128,-1 0 0,1 0 0,-1 0 0,0 0 0,1 0 0,-1 1 1,1-1-1,-1 0 0,0 1 0,1-1 0,-1 0-51,-1 0 1,1 1-1,-1-1 1,1 0-1,-1 1 1,0-1-1,1 0 1,-1 0-1,0 0 1,0 0-1,1 0 39,-1 0 0,0 0 1,0 0-1,0-1 1,0 1-1,0 0 1,0-1-1,0 1 1,1-1-1,-1 0 1,0 0-26,0 0 1,1 0 0,-1-1 0,1 1 0,-1-1 0,1 1 0,-1-1 0,1 1 0,-1-1 0,1 0 0,-1 0 24,0 0 1,0 0 0,0 0 0,0 0 0,0 0 0,0-1 0,0 1 0,-1 0 0,1-1 0,-1 1 0,0 0-9,3-1 0,1 1 0,0-1 0,-1 1 0,0-1 0,0 1 0,-1-1 0,1 1 0,-2 0 0,0 0-29,3 0 0,-1 0 0,0 0 0,0 0 0,-1 1 1,-1-1-1,-1 1 0,0 0 0,-2 0 15,8-1 0,-1 1 0,-1 0 0,-1 1 0,-2-1 0,-3 1 0,-4-1 0,11 1 0,-4 0 0,-5 0 0,-3 0 0,-10 2 0,1-1 0,0 1 0</inkml:trace>
  <inkml:trace contextRef="#ctx0" brushRef="#br0" timeOffset="32417">11912 4359 19092,'-35'2'1027,"3"20"1,0 15-840,-1 8 1,1 10 0,1 4-544,7-10 1,0 3-1,3 1 1,7 1 408,4 0 1,5 2 0,6-1 0,9-3-250,8 0 0,9-1 1,7-3-1,6-4-1119,1-10 0,7-4 0,4-2 0,1-3 0,-3-2 953,5 2 0,-1-3 0,0-3 0,-2-2 0,10 0 0,-1-4 0,-12-4 0,2-3 1</inkml:trace>
  <inkml:trace contextRef="#ctx0" brushRef="#br0" timeOffset="34284">13085 5228 10780,'-1'-44'3276,"1"-1"1,-1 11 0,0-2-2451,0-18 1,-1 2-609,0 6-72,3 59-54,0 18 0,0 8-56,1 17 1,-1 4-24,0-15 0,1 1 0,-1 0 351,0 16 0,-2-5 90,0 8-191,-11-49-112,-6-56-75,9-10 1,2-15 0,2 6-69,2 5 1,3 0 4,-1-8 0,1-5 0,13 8-19,15 19 1,10 7-1,-4 5 9,-11 2 0,3 6-16,25 6 0,11 7 0,-12 11-15,-4 27 22,4-2 0,-10 8 28,-45 20 1,-13 0-6,4-4 61,-27-11 1,-16 3-1,8-13-33,2-16-28,-19-3 0,18 4-79,83 20 68,-22-22-216,24 4 0,21 4 0,9-1 0,-5-6 210,2-8 0,-1-7 0,0 3 0,-10 5 0,2 4 0,-2-2 0,-3-3 0,-6-10 0,1 1 0,0 0 0</inkml:trace>
  <inkml:trace contextRef="#ctx0" brushRef="#br0" timeOffset="34723">13989 5136 10528,'11'-53'9830,"39"52"-8199,-80 11 1,-31 7 0,16 6-1671,34 36-528,36-23 1,19 5 0,6-1 0,-10-11 0,-12-11 0,2-5 0,33 1 0,-1-1 0,1 1 0</inkml:trace>
  <inkml:trace contextRef="#ctx0" brushRef="#br0" timeOffset="36207">14099 5127 8601,'-5'0'7685,"1"0"-6341,-10 10-1092,11-2 0,-10 9 1978,53 3-2046,-25-14 499,44-5 354,-33-35-824,-3 8-28,-6-12 341,-24 6-419,3 15-12,-6-10 174,-6 16-264,6 6 29,-9-4 44,-12 7-39,-2 1-33,-5 1 16,8 2 51,7 2-34,3 0-50,-4 1 0,0 27 0,12-8 0,0 23-17,16 2-129,11 7-409,22-20 1,3-2 0,-9 7-1,4-27 1,0 1 0</inkml:trace>
  <inkml:trace contextRef="#ctx0" brushRef="#br0" timeOffset="36921">14833 5112 19137,'-5'-43'1174,"1"0"1,0 4-1,-5 13-933,-42 41-73,5 18 0,0 7-163,11-11 1,2 2 5,-14 14 1,10 3-12,24-11 0,11-2 5,14 18-42,10-17 1,10-4-384,21-13 0,6-7-1322,-2-2 1,3-4 1741,-12-7 0,2-2 0,-6-1 0,18-2 0,-10-7 0</inkml:trace>
  <inkml:trace contextRef="#ctx0" brushRef="#br0" timeOffset="37725">15163 5129 10052,'0'-6'9830,"0"0"-8634,12-23 0,2-4-552,-8 18-622,19-44 90,-28 75 0,-3 25-67,6 9 0,1 3-40,-1 10 48,9-7 1,6-8 91,8-28 149,20-19 0,4-8-198,-4-4 83,7-17 0,-4-9 190,-28 7 1,-7-4-65,-2-9 1,-4-1-256,-1 8 1,-3 2-516,-18-16-695,10 45 1160,7 32 0,1-13 0,2 13 0</inkml:trace>
  <inkml:trace contextRef="#ctx0" brushRef="#br0" timeOffset="38157">15835 4950 23875,'16'-30'370,"5"17"-423,12 53 0,0 18-3,2-3 30,0-4 1,-13 0 238,-48 6-34,7-33 56,-31 7 185,23-53-224,19-15-344,30-2 0,10 0-82,-11 13 0,4 2-450,26-10 0,6 6 680,-6 14 0,-4 5 0,7-3 0,9 1 0</inkml:trace>
  <inkml:trace contextRef="#ctx0" brushRef="#br0" timeOffset="38609">16613 4926 11071,'4'-10'4915,"7"-21"0,-4-5-1347,-24 0-3498,20 2 0,-3 3-3,-29 10-39,16 59-45,6-19 17,9 41 31,33-11 0,10-3-42,-21-17 0,2 1-51,15 17 0,7 8 1,-10-8-230,-8 1-1936,-40 3 1,-16-6-93,-19-26 1640,-11-14 1,3-8 0,26-6-1,2-20 1</inkml:trace>
  <inkml:trace contextRef="#ctx0" brushRef="#br0" timeOffset="38838">16714 4891 14157,'0'-3'9830,"0"0"-9236,-30 4-532,-7 39-62,-12-13-236,21 9 1,-3 13 0,2 4 0,5-9-401,5-7 1,3 1-74,-4 21 0,0 8 1,9-15-1,16-19 1,24 0-1</inkml:trace>
  <inkml:trace contextRef="#ctx0" brushRef="#br0" timeOffset="39078">17039 4972 17227,'1'-4'7264,"-1"-5"-7280,0 36-1,2-16-1972,17 40 1,6 7-5344,5-16 6481,0 4 1,-1-6 0,-9-26 0,-10-9 0</inkml:trace>
  <inkml:trace contextRef="#ctx0" brushRef="#br0" timeOffset="39277">17197 4689 17181,'-3'-6'6402,"0"1"-6707,-14-51-2686,35 76 2991,-15-43 0,23 64 0,-11-16 0</inkml:trace>
  <inkml:trace contextRef="#ctx0" brushRef="#br0" timeOffset="39723">17718 4728 18611,'-45'23'84,"0"0"0,0 1 0,-2-6 0,9 7 592,18 19 0,8 12 0,8-9-620,17 5-12,2-4 1,9-12 456,24-45 1,3-17-238,-4-5-18,-14-13 0,1-14 1,-12 6-133,-17 16 1,-7 1 410,-3-30 1,-7 9-727,-9 34-1856,-30 53-7774,29 27 7864,7-26 1,0-1 0,6 15 0,9-40 0</inkml:trace>
  <inkml:trace contextRef="#ctx0" brushRef="#br0" timeOffset="40138">18057 4785 21310,'-1'-5'3669,"0"2"-3681,1 3 63,-18 44-40,13-13 3,-6 15 0,-1 3 238,1 9 561,4-5-108,8-54-464,16-30 0,8-16-129,6-2 0,3-1-81,-8 12 1,2 0 0,1 3 7,13-6 0,3 10-33,-3 17 0,1 9-20,-6 6 0,-1 9-259,-3 16 1,1 10-1,-7-1-447,-5-3 1,-3 1-1780,7 24 1,-8-1 2498,-17-9 0,-1-18 0,-2-13 0</inkml:trace>
  <inkml:trace contextRef="#ctx0" brushRef="#br0" timeOffset="40759">19620 4532 16628,'0'-6'7107,"0"1"-6905,0 5-118,3 7-79,4 40 1,1 12-185,8 3-4,-8-18 0,1 5 0,2-2-4733,11 10 1,0-8 4255,-1 0 1,-3-9-1,-4-9 1,-12-27-1</inkml:trace>
  <inkml:trace contextRef="#ctx0" brushRef="#br0" timeOffset="41056">19523 4930 16768,'-46'-17'1786,"0"1"1,0-1 0,-1-10 0,25 2-1683,54 12 1,35 6-1,-2 0-65,-19-1 0,-2-1 1,5 1-14,3 1 1,5-1-1,1 1 1,-1 0 79,-5 0 1,1 1-1,-2-1 1,-6 2-29,5-2 1,-2 0-35,1 1 1,2-1 0,-16 0-555,-23 3 510,-5 2 0,-5 0 0,0 2 0</inkml:trace>
  <inkml:trace contextRef="#ctx0" brushRef="#br0" timeOffset="43761">20785 4564 7688,'-1'3'-558,"0"-1"0,1-2 0</inkml:trace>
  <inkml:trace contextRef="#ctx0" brushRef="#br0" timeOffset="44525">21327 4464 11614,'0'-4'9085,"0"0"-8317,-3-28 0,-7-4-147,-13 21-378,-9-6 1,-7 9-59,-13 38 0,-2 20-159,11-12 0,-1 4 0,4 3-36,1 3 1,3 2 0,9 1-34,9-5 0,6 2 1,11-3-294,27 17 0,20-8-689,0-19 0,9-5 1,4-4-391,-9-7 1,4-2 0,1-3-1,-1-3-875,1-2 1,0-3 0,-1-2 0,-2-3 2399,5-2 0,-2-4 0,-6-5 3281,3-11 1,-11-7-785,-19-2 0,-9-4-1319,-11 1 1,-6-1-457,-2 4 0,-4 2 47,-20-13-675,-3 40 1,-4 10-135,0 6 0,0 7 271,-14 14 0,4 6-366,16-4 0,9 2 16,10-1 1,12-3 58,42 7 54,4-39 0,6-11 33,-8-1 0,-1-7 266,10-15 0,-7-6 236,-6-11-314,-14 7-230,-23 27-167,-14 64-130,7-15-104,-3 5 1,3 2-4417,10-4 1,2-2 4721,3 12 0,5 1 0,-8-33 0</inkml:trace>
  <inkml:trace contextRef="#ctx0" brushRef="#br0" timeOffset="45227">22511 4689 24351,'-44'-4'125,"0"0"1,1-1-1,-5 11 1,0 6 0,7 8-143,5 20 0,10 9-185,0 7 1,14 0-309,26-11 1,15-8-718,16-8 0,13-15 20,-11-19 0,8-10 0,-1-5 0,-4 2 1212,-5 3 1,-4-1 0,0-5 44,0-3 1,2-5-1,-3-3 1,-7-4 1408,-6-18 1,-8-6 0,-4 5-847,1 9 1,-2-2 170,1-14 0,1-8 1,-5 14-214,-7 9-493,0-7-106,-15 98 53,3-12 1,0 8-21,-1 6 1,-3 10-1,1 2 1,1-5 1,1-9 1,1-3-1,0 5-3,-2 10 0,0 8 1,1-3-1,2-13 147,0 6 472,25-14-523,20-82 1,3-2 0,5-2-51,-12 10 1,4 5-1857,14 8 1,0 9 1525,-4 15-2906,-10 33 0,-6 10 3186,-9 5 0,-10-17 0,-1-3 0,-6-10 0</inkml:trace>
  <inkml:trace contextRef="#ctx0" brushRef="#br0" timeOffset="46856">23594 4782 17613,'-1'-5'6268,"-15"-16"-6251,9 27-6,-18 15-386,16 19 0,9 9-2913,7-5 0,3 0 3288,-5 2 0,4-6 0,20-2 0,-17-31 0</inkml:trace>
  <inkml:trace contextRef="#ctx0" brushRef="#br0" timeOffset="47025">23693 4621 19042,'-27'-53'918,"0"-1"1,-1 1-919,42 76 0,8 14 0,2 7 0,-7-15 0,0 0 0</inkml:trace>
  <inkml:trace contextRef="#ctx0" brushRef="#br0" timeOffset="47422">24003 4801 18846,'0'-5'5141,"6"-33"-5118,0 48-18,4-16-2,-2 52 0,-6 19 14,3-10 58,-2-2 1,-1-9 411,-2-36-179,10-29-89,17-19 0,3-5-194,-11 16 0,1 1-28,12-20 0,6 11-216,1 35 1,-2 9-766,-3-2 723,1 9 1,4 9-4656,7 13 1,-3 1 3810,5 1 0,-4-3 0,-5-6 0,-25-24 1</inkml:trace>
  <inkml:trace contextRef="#ctx0" brushRef="#br0" timeOffset="47789">24863 4940 9598,'8'-59'3276,"0"0"1,-5 1 0,-10 21-477,-19 58 1,-6 16-2823,-5-3 13,6 6 1,11 6 16,25-7 1,9-4 131,0-1 112,23 15 275,-7-62 72,5-13-599,-11 5-6,-2 7 23,-14 61-55,-8-2 0,-4 14 0,-1 4 1,1-6-156,0-2 1,0-3 0,-2 5-102,2-3 1,0 4-1,-3 3 1,-4-2-1,-7-4 294,-13-4 0,-10-2 0,-3-2 0,1-4 0,9-3 0,1 12 0,-1-4 0,-9-11 0,1-1 0,0 1 0,-1 0 0</inkml:trace>
  <inkml:trace contextRef="#ctx0" brushRef="#br0" timeOffset="48143">25338 4249 21579,'-1'-5'3691,"0"2"-3689,16 25 1,9 24-188,-5 0 0,1 13 1,0 7-1,-1 0 0,-3-5-1883,-2-4 1,-2-2-1,-2 1 1,-1 6 2067,-2-8 0,0 6 0,-1 4 0,-1-1 0,-2-2 0,-2-6 0,-3-9 0,-8 18 0,-8-11 0,-8-3 0,-1 0 0</inkml:trace>
  <inkml:trace contextRef="#ctx0" brushRef="#br0" timeOffset="56035">2460 6984 13659,'-8'0'7455,"1"0"-7158,-3-31-264,39 18 1,16 1-177,7-16 0,7 1-340,-12 14 0,5 3 0,2 1 0,-2 0-565,0-1 1,0 0 0,0 1-1,-4 1-1366,6 0 1,-3 0 0,-6 2 2413,1 0 0,-9 3 0,-10 2 0,-27 5 0</inkml:trace>
  <inkml:trace contextRef="#ctx0" brushRef="#br0" timeOffset="56251">3038 6844 11110,'-3'0'8352,"0"0"-7372,-41 31-726,27 0 1,0 7-223,-6-3 0,-3 4 0,4 3-115,6 6 1,5 3 0,4 0-301,2-3 1,4 0-1,6-2-2087,10 14 0,10-7 2470,10-17 0,3-9 0,13 2 0,-10-28 0</inkml:trace>
  <inkml:trace contextRef="#ctx0" brushRef="#br0" timeOffset="56585">3368 7243 17339,'1'-50'2450,"0"1"1,-15-6-2269,-11 70 0,-2 18-104,0 10 1,4 5-60,5 4 1,7 1 53,13-4 0,12-6 81,13-15 0,9-11 25,8-17 0,3-12 92,0-12 1,-6-8-6,-8-8 0,-11-3-84,-13 3 0,-10 2-126,-12 5 0,-8 6-129,-7 8 1,-4 5-1653,-28 0 877,16 19 0,22-1 0,15 4 0</inkml:trace>
  <inkml:trace contextRef="#ctx0" brushRef="#br0" timeOffset="57584">3950 7534 14835,'6'-41'2397,"0"0"0,-2-6 1,-1 19-2753,-3 48 0,0 32 1,-2 21-1,-1 6 0,0-4 1,-1-18-3551,-7 9 1,0-3 4168,5-3 1,0 12 0,0-12 0,2-35 1083,0-43 0,1-28 0,1-18 0,-1-9 0,2 3 0,1 13-1128,1-9 0,1 6 1,7-8-232,-1 12 1,2-13-1,3-5 1,2 1 0,3 8-1,4 15 1,3 20-212,19 26 0,6 21 0,-7 0 294,-5-8 1,-13 7-489,-24 32 0,-20 16 0,-10-13 416,-23-22 0,-10-13 0,15-2 0,-1-3 0,12-9 0,16-18 0</inkml:trace>
  <inkml:trace contextRef="#ctx0" brushRef="#br0" timeOffset="58658">5786 6981 12668,'-2'-48'4915,"0"1"0,27 88-4879,-16-3 1,-4 11-397,1 1 0,0 12 1,-1 6-1,-1-4 0,-4-11-2276,-7 7 1,-2-4 1691,2 6 1,1 5 0,-1-11 0,-11 4-1,13-46 1</inkml:trace>
  <inkml:trace contextRef="#ctx0" brushRef="#br0" timeOffset="59122">5727 7297 9470,'-24'-48'3276,"-1"0"1,-1 8 0,16 7-2802,44 20 1,23 12 0,-4 1-526,-15-2 0,3 2 29,16-1 1,9-1-1,-5 2-58,-7 1 1,-4 2 16,-2 0 1,-3 2 114,-10-2 1,-3 2 113,7 9 85,-54 10 0,-10 4-106,5 14-59,-3-5 0,10 1-1531,39-6 0,9-5 1505,-5 4 107,20-17 1,0-13 139,-16-26 50,11-23 138,-46-1 0,-9-3-278,-5-5-112,-11 11 1,-6 8-57,-14 22-50,3 21 0,0 4 0,5-5 0,-16 19 0</inkml:trace>
  <inkml:trace contextRef="#ctx0" brushRef="#br0" timeOffset="60238">7816 7082 18100,'2'-50'1370,"1"1"1,0 5 0,0 18-1225,1 64-79,-2-1 0,-1 8-1455,-5 13 1,-2 8 0,0-5 1401,3-8 0,-1-1-3,-3-2 0,-1 2 1,1-15 1346,1-20-949,-5-29-1443,3-44 1,4-14 1052,-1 33 1,0-1 13,2-16 1,2-6 0,3 5 80,4 9 1,3 3-59,3-6 0,7 1 1059,16-3 0,10 8-1152,3 17 1,4 11-26,8 14 1,-1 13-4,-6 7 1,-10 14 4,-24 10 0,-10 9 1,-3-5 64,1-12 1,-5 0 1134,-11 8 0,-7 4 0,-6-13-933,-39-12-78,9-10-45,7-48-90,45 6-16,18-19-40,43 38 29,-2 18-22,-16 10 1,5 6 0,-5 0 9,-10-1 1,-3 2-1,20 14 0,-13 5-17,-42 14 68,-37-30 0,-11-4-54,18-1 0,-1-3-176,-29-4 0,1-14 224,26-13 0,7-3 0,-2 1 0,0-10 0</inkml:trace>
  <inkml:trace contextRef="#ctx0" brushRef="#br0" timeOffset="60671">8758 6985 16639,'0'4'5136,"0"0"-4764,-22 23 1,-7 13-253,12 7 1,2 2-107,-15 4 0,6 1 45,17 2 0,16-8 97,43-14 239,-2-30 0,3-9-152,-17-2 1,-1-5-45,7-13 0,-11-8-45,-30-2 0,-12-2-3,-18-8 0,-6 2-157,11 11 1,-2 3-9,-9-3 0,1 11 14,-4 29 0,26-7 0,-8 14 0</inkml:trace>
  <inkml:trace contextRef="#ctx0" brushRef="#br0" timeOffset="61154">9380 6855 17468,'-10'-59'2031,"-1"0"0,3 5 1,1 23-1932,5 62 1,2 34 0,0-3-112,0-14 0,0 6-1394,2-8 1,2 13 0,-1 6-1,2 3 1,-1-2 0,0-7-1,0-10 176,0 15 0,2-4 0,-1 0 0,2 9 1,1-7-1,-3-24 0,-1-28 0</inkml:trace>
  <inkml:trace contextRef="#ctx0" brushRef="#br0" timeOffset="61389">9211 7301 17294,'-3'-5'2066,"3"-36"1,18-8-2988,29 25 1,18 7 0,-5-5-167,-23-10 1,-5-6-1,6 7-1371,12 13 0,9 5 1,-2 4-1,-11 2 2170,16-2 1,-25 5-1,-28 3 1</inkml:trace>
  <inkml:trace contextRef="#ctx0" brushRef="#br0" timeOffset="61554">9998 6675 14521,'-5'49'3755,"0"1"1,0 1-3756,7-6 0,2 17 0,2 5 0,0-3 0,-1-13 0,0-5 0,-1-4 0,3 17 0,0 0 0</inkml:trace>
  <inkml:trace contextRef="#ctx0" brushRef="#br0" timeOffset="62350">9879 7054 20358,'58'-9'11,"0"1"0,-1-1 0,1 1 1,-9-9 3,-2 11 1,18 2 0,6 1-1,-10-1 1,-21-1 555,-19-6-100,8 0 134,-19-3-414,-25 18-152,6 1 0,-17 25 0,0 10-39,12 1 22,-3 10 1,10 1 61,28-16 0,10-4-11,-4-4 0,3-4-34,4 1 0,3-12 585,6-28 1,-6-11-340,-16-4 68,-7-21 0,-12-6-238,-23 16 0,-6 3-199,7-1 0,-3 5 84,-14 16 0,4 10 0,18 10 0,-11 19 0</inkml:trace>
  <inkml:trace contextRef="#ctx0" brushRef="#br0" timeOffset="63276">10865 7110 9822,'2'-5'9830,"0"1"-7455,19-55-2319,-10 76 101,21-3-146,-23 44 3,-2-15 0,1 1 401,7 17 145,-8-30 442,3 3-481,-21-77-314,3-10-45,5-11 1,2-1-152,1 9 0,1 5 1,11 10-96,27 32 0,5 12 44,4 5 29,0-6 0,0 11-83,-21 22 1,-5 12 0,-5-8-1277,0 3 1375,9 19 1,-15-11 448,-43-46-370,20-17-33,-16-8 86,36-30 0,15-4-131,-1 17-3,-4-12 0,9 12-57,29 48 1,2 20-244,-6 5-45,-13-10 0,5 4 1,-11 4 341,-17 19 0,-9-2 0,7-1 0,-13-14 0,-1 0 0</inkml:trace>
  <inkml:trace contextRef="#ctx0" brushRef="#br0" timeOffset="64357">2448 8287 11771,'-59'8'56,"1"0"1,0 0-1,0 0 1,-1-1-1,1 1 1,0 0-1,-3 0 1,2-1-1,2 0 1,4 1 0,5 0 185,-9 4 1,6 0 0,29-3 1302,59-5 1,32-4-1212,-21 0 0,6-1 0,6-1 0,5-1 0,4 1-633,-18 0 0,4-1 1,4 1-1,2-1 0,2 0 1,2 0-1,1 0 1,-1 0-1,0 0 0,-2 0 1,-2 0 334,2 0 1,-2 0 0,-1 0 0,-1 0 0,1 1 0,0-2 0,1 1 0,2 0 0,2 0 0,2-1-20,-10 1 1,3 0-1,1 0 1,2 0 0,1-1-1,1 1 1,1-1-1,-1 0 1,1 1 0,-1-1-1,0 1 1,-1-1-1,-2 1 1,-1-1 0,-2 1 0,7-1 1,-3 0 0,-2 0 0,-2 1 0,0-1 0,0 0-1,0 1 1,2-1 0,3 1 0,2-1 0,4 1 5,-14 0 0,1 0 1,3 1-1,2-1 0,2 1 1,1-1-1,1 1 0,0-1 1,2 1-1,0-1 1,0 1-1,1 0 0,-1-1 1,-1 1-1,0 0 0,-2 0 1,0 0-1,-2 0 1,-2 0-1,-2 0-61,9 0 0,-2 0 0,-1 0 1,-2 0-1,-1 0 0,-1 1 0,0-1 1,0 0-1,0 1 0,0-1 1,1 1-1,1 0 0,2-1 0,1 1 50,-7 0 0,1 0 1,0 0-1,1 0 1,1 0-1,0 0 1,0 0-1,1 0 0,0 0 1,0 0-1,1 0 1,-1 0-1,1 1 1,0-1-1,-1 1 0,1-1 1,-1 1-1,0-1-12,2 1 1,1 0-1,0 0 1,1 0-1,0 0 1,1 0 0,-1 0-1,1 0 1,-1 1-1,0-1 1,-1 0-1,-1 0 1,0 1 0,-1-1-1,-2 0 1,-1 0-1,-2 0 1,-1 0 5,12 0 0,-2 0 0,-4 0 0,-1 0 0,-1-1 0,-1 1 1,0 0-1,1-1 0,1 1 0,2 0 0,4 0-49,-11 0 0,1 0 0,3-1 0,0 1 1,2 0-1,0 0 0,1 0 0,0 0 0,0 0 1,0 0-1,-1 0 0,0 0 0,-1 0 1,-2 0-1,-1-1 0,-1 1 42,7 0 0,0-1 0,0 1 0,0-1 0,-1 0 0,-1 0 0,-2 1 0,-2-1 0,-2 0 0,-3 1 0,-3-1 0,-5 0 0,15 1 0,-8-1 0,-5 0 0,2 1 0,4-1 0,2 1 0,-1-1 0,1 1 0,0 0 0,-1-1 0,1 1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14:48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14209 1976 19972,'-22'-44'1879,"-1"0"0,-25 5-1776,19 67 1,2 22-91,4-5 0,1 6 0,2 5-478,3-5 0,2 4 0,1 2 1,0 2-414,3-1 1,1 3 0,0 2 0,1-1 0,0-3-316,0 5 0,0-3 0,0-1 0,-1 0 1125,0 3 1,0 1 0,-3-4 0,-5-9 1923,-14 4 1,-7-20-16,-2-24 0,1-19-1082,5-28 0,12-15-636,15 5 0,9-5 1,7 0-253,8-5 1,8 1-1,7 2 105,-3 13 0,5 2 1,2 2-1,2 1-21,2 2 0,2 3 0,1 1 1,0 1-59,14-6 0,-1 2 1,0 1 74,-7 5 0,-2 0 0,-2 2 170,4-4 1,-5 1 574,8-8 862,-34 19-1182,-17 10-301,-2 13-7,-5 28 554,-1 23-1220,4-15 0,1 1 577,1-6 0,0-2 0,2 15 0,0-28 0</inkml:trace>
  <inkml:trace contextRef="#ctx0" brushRef="#br0" timeOffset="200">14555 2069 19059,'-2'-5'3523,"0"2"-13354,-12-10 8888,12 14 1,-12-13 0,15 16 0</inkml:trace>
  <inkml:trace contextRef="#ctx0" brushRef="#br0" timeOffset="666">14755 1978 24721,'12'59'102,"1"1"1,-5-7 0,-5 1-59,-8-5 1,-5 1 0,0-4 286,0-5 0,0-5 55,-8 15 45,14-83-296,17-23-110,-3 16 0,4 0-14,12 3 1,6 6 10,28 6-28,-24 23 1,1 9-7,3 20 1,-4 11-45,-12 1 0,-6 3 11,0 6 1,-12 1-91,-23-3 1,-14-5-984,-15-10 1,-7-10 1117,7-8 0,2-6 0,3 0 0,8-8 0,10-14 0</inkml:trace>
  <inkml:trace contextRef="#ctx0" brushRef="#br0" timeOffset="1567">15284 1909 24794,'-1'49'93,"-1"0"0,0 1 1,0-1-1,0 14 0,-2 0 1,1-3-66,0-13 0,0-2 0,-1-3 101,-2 8 0,0-6 610,-4 0-364,5-58-201,15-33-93,1 10 0,3-1-50,8-1 0,5 3-42,3 4 0,3 5 8,3 7 0,3 8 14,-2 13 0,-1 8-42,-2 9 1,-4 7 16,-7 10 0,-9 5 33,-11 3 1,-11 0-12,-9-2 1,-7-5-4,-5-7 1,-2-10-516,-16-19-1433,38-51 876,21 10 0,8-3 655,7-2 0,7 1 331,7 4 0,5 5 173,1 8 0,1 4 258,-2 6 1,-2 3 139,-10 5 0,-4 3 496,5 6-90,-40 25-487,-20 24-364,10-13 0,1 2-37,1 3 1,8 1 19,10-4 0,9-3-14,10-5 0,6-7 64,6-8 0,2-9 51,1-11 0,-3-9 89,-6-8 1,-6-6 16,-7-8 0,-7-3-132,-11 1 1,-8 1-26,-5 5 1,-7 4-51,-27-9-224,7 29-605,17 28-5741,30 23 6542,3-4 0,8-6 0,-10-23 0</inkml:trace>
  <inkml:trace contextRef="#ctx0" brushRef="#br0" timeOffset="2200">16796 2017 18375,'-3'-58'2171,"1"1"0,0 13 1,-6 18-1839,-13 41 1,-4 18-243,2 4 1,1 6-1,-1 5-104,3-2 1,-1 3-1,2 3 1,2 0-276,1 3 0,2 2 0,4 0 0,4-1-452,6-3 1,4 1 0,4-2-1,7-4 740,17 7 0,8-5 0,0-7 0,0 1 0,2-10 0,1-17 0,0 0 0</inkml:trace>
  <inkml:trace contextRef="#ctx0" brushRef="#br0" timeOffset="2651">17622 1968 17630,'-3'-5'3380,"-25"-11"1,-11 4-2597,-21 30-541,-2-7 1,-2 9-160,26 10 0,4 9 0,3 3-213,-2 5 0,3 4 0,5 3 119,5 1 1,5 2 0,8-1-23,8-4 0,7 0 1,5-4-20,16 11 1,8-9 144,3-18 0,2-13-52,-4-19 0,-3-12 48,-8-17 0,-5-7-18,-6 0 1,-6-3 33,-3-5 1,-12 4-43,-19 15 1,-8 7 110,1 6 0,-2 6-259,-17 11 0,4 12-1879,17 9 0,9 6 1963,1 23 0,18-8 0,18-29 0</inkml:trace>
  <inkml:trace contextRef="#ctx0" brushRef="#br0" timeOffset="2934">17885 1973 24760,'-5'-44'989,"-1"0"0,9-6-939,17 73 0,6 22-39,-4 1 1,0 8-1,-2 1-32,2 5 1,-1 3-1,-4 0-334,-5-13 0,-1 1 0,-4 0 0,-6-1 355,-13 14 0,-10-1 0,2-9 0,7-13 0,-3-5 0,-18-2 0,-1 0 0</inkml:trace>
  <inkml:trace contextRef="#ctx0" brushRef="#br0" timeOffset="25767">15350 3308 14286,'-2'-3'7001,"1"0"-6205,-4-31-359,3 26-442,-3-10 108,4 43 1,2 20-79,0 4 0,-1 6-265,1-8 0,1 5 0,-1 1 0,1-2-55,-1 6 0,1-3 0,-1 4 295,0-3 0,1 5 0,-1-3 0,0-7 0,1-3 0,-1-5 0,0 1 0,-1 0 0</inkml:trace>
  <inkml:trace contextRef="#ctx0" brushRef="#br0" timeOffset="26400">12548 4640 16628,'-7'0'1204,"2"0"-544,39-26-520,16 10 0,16 0-1177,-13 1 0,6-3 0,4 0 1,3 2 1043,-14 4 1,1 2-1,3-1 1,1 2-1,3-1 1,4 1-25,-10 1 0,4 1 0,2 0 0,2 0 0,2 0 0,1 0 0,0 1 1,-1 0-1,0 0 0,-2 1-231,-2 0 0,0 1 1,0 0-1,-1 1 0,0-1 1,0 1-1,1 0 0,0 0 1,1 1-1,0-1 230,-1 0 0,0 1 0,1-1 0,0 1 1,0 0-1,1 0 0,0 0 0,0 0 1,0 0-1,-1 0 0,0 0-12,1 0 1,0 0-1,0 0 1,0 0-1,0 0 1,0 0-1,-1 0 1,0 0-1,-1 0 1,-1-1-1,-1 1-77,3-1 1,-1 0-1,-2 0 1,-1 0-1,0-1 1,1 1-1,-1-1 1,1 0-1,2-1 59,-2 1 0,2-1 1,1 0-1,-1 0 1,2 0-1,-1-1 1,-1 1-1,0-1 1,-2 1-1,-1-1-78,5 0 1,-1 0 0,-1-1-1,-1 1 1,0 0 0,-2 0 0,0-1-1,-1 1 119,9-1 1,-1 1-1,0-1 1,-3 0 0,-1 1-1,-3 0 161,9-1 1,-2 1 0,-4 0-1,-5 0-3369,-6 0 0,-5 0 1,-5 1 3214,17-2 0,-36 4 0,-20 2 0</inkml:trace>
  <inkml:trace contextRef="#ctx0" brushRef="#br0" timeOffset="27433">12387 4741 11799,'0'-9'6912,"0"2"-6659,6-14 122,8 34 297,6 17-577,-11 11 0,-5 9-188,-3 10 1,-2 2 92,-3 5 0,-1-5 0,0-22 0,-1-5 0,2 18 0</inkml:trace>
  <inkml:trace contextRef="#ctx0" brushRef="#br0" timeOffset="28100">12145 5504 20358,'-42'41'105,"0"0"0,0-1 1,6 1-1,2 1 0,8 8-162,12-3 0,6 6 0,3 3 0,2 1 0,0-1-786,0-1 1,1 0 0,2 1-1,-1 0 1,1 0 402,0 4 1,0 1 0,0 0 0,0-1 0,0-2 570,0 2 1,0-1 0,-2-3-1,-3-5 504,-4 0 1,-4-4 0,-8-16-339,-19-21 0,-5-18-16,9-10 1,0-10 0,3-4 18,-2-7 1,3-4 0,7-4-156,8-7 1,8-4 0,6 2-96,7 9 1,6 1-1,6 0-52,11-6 0,8 1 0,5 4-958,6 7 1,4 3-1,2 4 960,-2 1 0,1 3 0,-2 2 0,6-2 0,-5 5 0,10 2 0</inkml:trace>
  <inkml:trace contextRef="#ctx0" brushRef="#br0" timeOffset="28367">12504 5688 21898,'-27'56'13,"1"0"1,-1 0-1,4-8 1,2 0-1,9-1-493,12 2 0,9 0 1,5-6-3620,9-4 1,5-6 4098,5-1 0,1-8 0,12-15 0,-24-9 0</inkml:trace>
  <inkml:trace contextRef="#ctx0" brushRef="#br0" timeOffset="29283">13161 5619 21847,'-37'-3'432,"0"-1"0,-20-3-147,35 21-257,14-9-22,-1 0 27,4 0 12,-3 1 185,0 1 123,3-4-303,2-2-487,3-1 840,0 2-358,-9 0 11,-12 7 62,-10-2 111,4 0 135,8-4-95,15-3-224,4 0-258,0 2 157,0 14 45,0 18 28,0 21-26,1-22 1,1-1 64,0 26 50,2-18 270,-3-19 291,0-17-427,-1-23-189,9-10-96,10-10 56,11 7-72,14 17 16,0 30-118,-3 27-56,-26-6 1,-8 5-225,-9 6 1,-10 0-219,-9-2 1,-7-4-1881,-7-11 1,-2-8 2540,-24-14 0,22-14 0,28-11 0</inkml:trace>
  <inkml:trace contextRef="#ctx0" brushRef="#br0" timeOffset="29550">13157 5469 21847,'2'-5'2381,"-1"2"-2238,29-3 0,15 10-124,-3 20 1,3 9-43,0-9 1,5 1 0,-7 11-596,-12 9 0,-6 10 0,-5 5 0,-7-2-1840,-8-4 0,-9 2 1,-2-1-1,1-2 1093,3 12 1,-1-3-1,-7-4 1,-22 8 0,2-18-1,19-34 1</inkml:trace>
  <inkml:trace contextRef="#ctx0" brushRef="#br0" timeOffset="34283">12352 6949 17176,'0'-4'4016,"0"0"-3517,-2-54-690,1 49 219,-2-8-14,2 47 0,2 21-6,-1 7 1,2 2-6,0 2 0,1-2 156,0-14 1,0-4 1168,-2 4-712,-19-49-353,-17-39-165,11-1 0,1-4-37,6 7 1,2-1-23,2-1 1,4 4-264,8 9 112,1 41-62,-7 47-1719,-4 1 0,-3 4 1893,5-7 0,0-3 0,-4-3 0,1-7 0,5-7 0</inkml:trace>
  <inkml:trace contextRef="#ctx0" brushRef="#br0" timeOffset="35283">8911 8155 7380,'-5'2'6794,"2"-1"-6279,3-1 880,8-8-782,20-3 1,11-1-390,1 0 0,6-2 0,5 0-575,-6 2 1,4 0-1,2-1 1,3 1-1,1-1 372,2-1 1,3 1-1,2-1 1,0 0-1,0 0 1,-2 1-203,-5 1 1,-2 0 0,-1 1 0,2-1 0,3 0 0,5 0 185,-11 2 1,5-1-1,3 0 1,2 0 0,1-1-1,2 0 1,-2 1 0,0 0-1,-2 0 1,-3 1 0,-4 1-313,14-3 1,-6 2-1,-2 0 1,-1 1 0,4-1-1,4 0 308,-9 1 0,4 0 0,3-1 0,2 1 0,1-1 1,0 0-1,-1 1 0,-2 0 0,-3 2 0,-4-1 0,9 1 0,-3 0 0,-3 2 0,-1-1 0,0 1 0,1 0-161,3-1 0,0 1 0,0-1 1,0 1-1,0 0 0,-1 0 164,-4 0 1,0 1 0,-1-1 0,0 1-1,-1-1 1,0 0 54,7-1 0,0 0 1,-1 0-1,-1-1 0,0 1-41,-3-1 0,0-1 0,-2 1 0,1-1 0,-1 0-8,-3 0 0,-1 0 0,1 0 0,-2 0 0,0 0 25,8-1 0,0-1 1,-1 1-1,-2 0 197,-5 2 1,-2-1 0,0 1 0,-2 0-179,7 0 0,-2 0 0,-2 1 942,7-1 0,-4 0-971,-11 2 0,-4-1 1056,16-3-1081,-20 1 0,-15 2 0,-13 2 0</inkml:trace>
  <inkml:trace contextRef="#ctx0" brushRef="#br0" timeOffset="36450">12296 7203 16936,'-26'-48'1508,"1"0"1,1 8-1,8 6-1178,17 7-318,1 17-1,3 19 50,-2 31-50,0-4 1,0 4-12,4 12 0,0 1-12,0-2 1,1-2 47,1-1 1,0-4 563,4 6 386,-6-20-253,-10-48-509,-9-38-176,5 16 0,0-4 13,-1-17 1,1 0-12,4 16 1,0 2-37,1 2 0,2 6-244,0 7 196,11 53 18,5 28-1,1 4 0,0 4-17,-2-7 1,-2 0 16,1 3 0,-5-2-174,-6-13 1,-7-5-493,-21-2-62,-18-17 473,9-28 0,-2-9 255,6 2 1,0-2 86,-6-6 1,1-1 69,9 5 0,1 0 201,-20-13 23,10 3 17,11 8-146,12 6-285,7 9 50,18 13-11,13 16 5,19 16-3,-17-15 1,2 0-17,2 0 0,3-5-875,6-5 1,2-6 899,-4-7 0,-1-3 0,16-3 0,-22-6 0</inkml:trace>
  <inkml:trace contextRef="#ctx0" brushRef="#br0" timeOffset="39933">9074 8234 14241,'0'-4'5423,"0"1"-5591,-19-13 358,5 57-140,-18-4-14,18 15 1,2 6 64,-1-12 0,0-1 604,2-7 1,-1-4 140,-3-2-314,3-65-263,8 1 0,1-5-138,-2-12 1,0-4 27,2-6 1,0 3-31,-1-9-353,3 15 263,11 76-48,-1 12 1,0 6-6,2 1 0,-1 4 14,-2-4 0,0 4 0,-2-6 67,-2-3 1,0-4 458,-1 23-515,-8-62-139,-1-57 122,1-5-50,2 18 0,1 2-2885,-2 7 2941,-2 20 0,1 22 0,0 7 0</inkml:trace>
  <inkml:trace contextRef="#ctx0" brushRef="#br0" timeOffset="40816">8931 9052 14258,'-4'-3'5019,"1"1"-4610,-39 50-381,31 3 0,4 11-40,-3-17 1,-3 4 0,1 3 0,2 1-516,6 7 0,3 2 1,1 2-1,-1 0 209,0-11 1,0 2 0,0 0 0,-1-1 0,-1-2 115,-2 7 1,-1-2-1,-1-1 1,-4-3 401,-3 5 0,-3-3 0,-7-9 18,-17-2 1,-6-18-155,0-30 1,2-16 30,5-17 0,7-12 199,9-7 0,12-5-194,13 17 1,7-1 0,4 1-243,8 0 1,5 0 0,5 3-178,8-3 0,5 3 0,3 1-1450,-8 9 0,2 0 1,1 2-1,-3 2 1475,4-1 1,-2 3-1,-2 2 1,8-5 0,-9 6-1,-15 9 1</inkml:trace>
  <inkml:trace contextRef="#ctx0" brushRef="#br0" timeOffset="41333">9407 9097 13491,'0'-5'8104,"0"1"-7667,0 4-459,-3-41 224,-2 70 0,-3 16-180,-7 4-80,7 2 0,3 14 1,7-4-483,7-11 0,6-3 0,3-3-1037,8 11 1,9-8 1576,18-13 0,2-11 0,2-11 0,-12-11 0</inkml:trace>
  <inkml:trace contextRef="#ctx0" brushRef="#br0" timeOffset="41933">9827 9051 12293,'-3'-9'9830,"1"2"-9562,-7-32-212,3 57 68,-9-7-116,7 38 0,7 16-14,2-12 1,2 0 38,1 3 1,7-6 182,7-18 0,5-12 226,17-28-227,-16-14 1,-4-8 2,-5-6 1,-3-3 19,1-9 0,-3 2-64,4-7-141,5 17 34,11 51-89,5 29-149,-12-9 0,-3 6-1392,-2 9 1,-3 2 996,-1 0 1,-3-3 0,-5-14-1,-1-4 1,1 11 0</inkml:trace>
  <inkml:trace contextRef="#ctx0" brushRef="#br0" timeOffset="42166">10527 8746 21887,'0'-4'2924,"0"0"-2913,0 4 28,54 93-54,-35-53 0,-1 3 0,-1 5-928,-3-1 1,1 5 0,-2 3 0,-1 0 0,-3-2 942,-2 8 0,-3-1 0,-2-1 0,-1-4 0,-1 4 0,-2-3 0,-4-5 0,-7-6 0,-1 1 0</inkml:trace>
  <inkml:trace contextRef="#ctx0" brushRef="#br0" timeOffset="43067">9181 10719 16331,'2'-57'2117,"-1"1"0,3 5 1,-3 22-2046,-4 65-75,6 8 1,2 9-480,0-2 0,0 5 0,0 1-50,1 8 1,0 1-1,-1-5 1,1 2 0,-1-5-1,-2-16 1,0 1 0</inkml:trace>
  <inkml:trace contextRef="#ctx0" brushRef="#br0" timeOffset="43451">7499 11696 15457,'64'-5'294,"0"-1"1,1 0-1,-1 0 1,0 1 0,-9-1-1,-2 0 1,1 0 0,1-1-1,3-1 1,4-2-871,-7 0 0,3-2 1,3-1-1,2-1 1,2-1-1,0 0 1,1 0-1,0 0 1,-1 0-1,-1 0 540,-6 3 0,0-1 1,0 0-1,-1 0 1,1 1-1,0-1 1,0 0-1,1 0 0,-1 1 1,1-1-1,1 0-64,-2 0 0,1 1 1,0-1-1,1 0 1,1 1-1,-1-1 1,0 0-1,0 1 1,0-1-1,-2 1 1,0 0-1,-1 0-111,10-2 1,-1 0 0,1 1 0,-1-1-1,-2 1 1,-1 0 0,-1 0 0,-2 1 0,-2 1 170,9-2 0,-2 1 0,-2 0 0,-3 1 0,-3 1 0,-6 0 0,14-2 0,-7 1 0,-13 3 0,0 2 0</inkml:trace>
  <inkml:trace contextRef="#ctx0" brushRef="#br0" timeOffset="44185">7474 11874 22408,'3'10'-1837,"-7"37"1837,7-3 0,3 8 0,-1-4 0,-3-1 0,-1-5 0,-3-9 0,1 0 0</inkml:trace>
  <inkml:trace contextRef="#ctx0" brushRef="#br0" timeOffset="44652">7458 12630 19983,'-50'2'423,"0"1"1,8 18 0,11 14-428,22 7 0,11 9 1,2 3-750,-1-4 0,3 3 1,1 2-1,0 0-453,0-4 1,0 1 0,1 2 0,0-2-1,-1 0 909,0 6 0,0 0 1,0-3-1,0-2 1,0-2-1,0-2 0,-2-7 1,-5-5-1,1-1 1</inkml:trace>
  <inkml:trace contextRef="#ctx0" brushRef="#br0" timeOffset="44818">6956 13718 8354,'2'-50'1926,"-1"1"1,1-1 0,4 4 0,4 0 0,4 2-1800,7 1 0,4 2 0,4 3-648,5 3 0,5 4 0,1 2 521,4 1 0,1 4 0,-2 2 0,-1 2 0,-4 3 0,21-4 0</inkml:trace>
  <inkml:trace contextRef="#ctx0" brushRef="#br0" timeOffset="45085">7900 12622 23976,'-26'45'-21,"1"0"1,-1 0 0,4 3 0,3 1 0,7 0-398,11 3 0,7 0 0,8-3-2611,10-7 1,6-4 0,3-6 2084,10 2 1,2-10-1,1-11 1,-5-8 0,-11-5-1</inkml:trace>
  <inkml:trace contextRef="#ctx0" brushRef="#br0" timeOffset="45618">8309 12684 21864,'-22'-36'42,"0"0"0,15-23-177,40 52 1,12 10-342,5 5 0,-1 6 62,-4 8 0,-10 9 425,-20 11 0,-15 6 190,-17 2 1,-13-2 363,-7-3 1,-4-5 78,9-11 1,3-6-85,-2-4-515,35-28-6,37-14-42,-5 8 1,6 2-35,10 1 1,3 4-79,-1 6 0,-3 10-87,-12 8 1,-12 9-23,-20 10 0,-14 5-26,-18 4 1,-12-2-2465,-14-2 1,-4-6 2713,11-9 0,3-6 0,-20-2 0,46-16 0</inkml:trace>
  <inkml:trace contextRef="#ctx0" brushRef="#br0" timeOffset="45851">8825 12320 22032,'12'-9'1513,"-4"2"-1345,31 22 0,11 14-157,-2 1 0,0 7-612,-11-7 0,3 5 1,-4 4-1,-7 3 601,-13 7 0,-8 7 0,-3 0 0,0-6 0,11 12 0,-9-3 0,-23-15 0,0 1 0,0-1 0</inkml:trace>
  <inkml:trace contextRef="#ctx0" brushRef="#br0" timeOffset="46451">7780 13814 23623,'-5'60'-905,"-1"0"0,1 0 0,3-9 0,0-1 0,2 1 905,2 8 0,1 1 0,2-8 0,-1-9 0,2-7 0,2 14 0</inkml:trace>
  <inkml:trace contextRef="#ctx0" brushRef="#br0" timeOffset="46852">6440 14845 16684,'59'-14'216,"0"0"0,0 1 0,0-1 0,0 0 1,0 0-1,2 0 0,0-1 0,2 0 1,0 0-1,0 0-317,-7 1 0,-1 0 0,1 0 0,1 0 0,0-1 0,2 1 1,2-1-744,-4 1 1,3-1 0,1 0 0,2-1 0,0 1 0,-1 0 0,0-1 0,-2 2 0,-2-1 178,5 0 1,-1 0 0,-2 0 0,-1 1 0,0-1 0,0 1 0,1-1 664,0 0 0,2 0 0,1-1 0,-2 1 0,-2 0 0,-3 1 0,-6 1 0,21-5 0,-8 2 0,-8 2 0,-9 1 0,0 0 0</inkml:trace>
  <inkml:trace contextRef="#ctx0" brushRef="#br0" timeOffset="47919">6303 15005 10724,'-1'-2'9830,"0"-1"-8839,1 3-1125,-13-31 313,13 54 84,-9 15-227,9 16 1,4 8 16,0 3 0,-1-1-25,-2-10 0,1-4 1407,2 10-483,-2-42-740,-10-45-66,-6-34-37,5 19 0,0-2 3,1 0 0,0 1-16,0-19-186,4 31-425,2 23-549,5 43 1064,0 23 0,1-13 0,-1 0 0</inkml:trace>
  <inkml:trace contextRef="#ctx0" brushRef="#br0" timeOffset="48367">6312 15816 17518,'-3'-6'5064,"0"2"-5227,-45 2 157,38 33 1,4 15-121,-11 0 1,-3 5 0,6 3-543,10 7 0,8 4 0,0 2-1790,0-4 0,0 4 1,1-1-1,1-6 2240,0-2 1,0-4 0,1-4-1,3 12 1,-1-8 0,-3 1-1</inkml:trace>
  <inkml:trace contextRef="#ctx0" brushRef="#br0" timeOffset="48551">5981 16869 11385,'2'-56'1103,"0"0"1,0 1-1,5-3 1,4 1-1,8 6-1396,13 7 0,9 6 0,0 1-536,-2 1 1,2 1 0,2 1-1099,-1 5 0,4-1 1,-1 2-1,-4 3 1330,10-4 1,-4 4 0,-5 3 0,-6 4 0,-15 7-1</inkml:trace>
  <inkml:trace contextRef="#ctx0" brushRef="#br0" timeOffset="48784">6750 15847 14096,'-4'-6'8368,"1"0"-7545,3 6-1007,-15-4 262,5 39-109,-2-2 0,2 4-762,13 22 1,9 3-928,3-8 1,8-4 1040,9-6 1,3-9 0,11-12-1,-10-17 1</inkml:trace>
  <inkml:trace contextRef="#ctx0" brushRef="#br0" timeOffset="49185">7060 15816 15625,'-4'-3'5780,"0"2"-5578,3-63-113,16 41-14,-3-15 1,6 7-56,13 32 0,4 12-43,-3-2 1,-2 7 22,5 24 0,-9 9 92,-20-4 1,-8 3 75,-2 4 0,-7-1 249,-12-9 1,-2-7-43,-2-4-571,14-26-1294,60-49-404,-11 14 1,3-2 1327,13-9 1,-1 2 0,-16 13 0,-4 3 0,12-9-1</inkml:trace>
  <inkml:trace contextRef="#ctx0" brushRef="#br0" timeOffset="49417">7426 15437 24256,'54'17'-153,"0"1"0,-10 12 0,-5 11-3124,-13 2 0,-4 7 0,-4-1 2603,-4 11 1,-10-4 0,-9-8-1,-5-7 1,-3-13 0</inkml:trace>
  <inkml:trace contextRef="#ctx0" brushRef="#br0" timeOffset="49951">6487 16829 16532,'-1'-3'6699,"0"1"-7029,1 2 252,7 3-544,2 53-1375,-5-16 0,0 5 1997,0 18 0,-1 1 0,-3-21 0,0-4 0,0 16 0</inkml:trace>
  <inkml:trace contextRef="#ctx0" brushRef="#br0" timeOffset="50285">5965 17497 18756,'-42'4'1498,"0"0"0,-12-3-1425,85-13 0,25-6-51,-17 4 1,3 0-1,4-2-554,1 0 0,5-1 0,3-2 1,2 0-1,-1 1 477,-5 2 0,1 0 0,0 0 0,1-1 0,0 1 0,1 0-369,6-3 1,1 1 0,1-1 0,0 1 0,-1 0 0,-1 1-648,-3 2 0,0 0 1,-1 0-1,0 1 1,-3 0-1,-3 2 870,8-3 0,-2 2 0,-4 1 0,-5 1 0,17-2 0,-15 4 0,-25 7 1</inkml:trace>
  <inkml:trace contextRef="#ctx0" brushRef="#br0" timeOffset="51585">5775 17688 10433,'1'-7'9830,"-1"1"-7730,3-46-2027,-3 39-347,5-18 347,2 69-477,-2 3 0,1 6-4512,4-3 1,-1-1 3278,-3-4 0,0-4 0,5 7 0,-10-37 0</inkml:trace>
  <inkml:trace contextRef="#ctx0" brushRef="#br0" timeOffset="51950">5529 18286 12047,'-8'-3'7774,"1"2"-6649,7 1-1209,-5-4 494,12 46-545,-5 10-827,2-12 1,3 7 0,0-2 961,4 11 0,0-3 0,-6-5 0,1-6 0,10 2 0</inkml:trace>
  <inkml:trace contextRef="#ctx0" brushRef="#br0" timeOffset="53283">5546 18267 15501,'-9'6'1748,"1"-2"-2263,8-3 817,8-2 152,18-8-236,28-13-179,-17 6 1,0-2-21,1 1 1,-1-1 98,15-6 72,-26 13-1904,-23 11 1714,-11 7 0,2-3 0,0 4 0</inkml:trace>
  <inkml:trace contextRef="#ctx0" brushRef="#br0" timeOffset="53666">5667 18526 14885,'-2'8'746,"0"0"-573,8-8 606,12-5-830,25-16-2528,-5 3 0,4-2 2579,-7 2 0,-1 1 0,-2 0 0,-4 4 0,-6 4 0</inkml:trace>
  <inkml:trace contextRef="#ctx0" brushRef="#br0" timeOffset="54052">6138 18147 15367,'1'-7'7108,"0"1"-6968,-20-7-128,6 30-57,-20 36-3,23-6 1,5 6-37,-3 8 0,4 3-121,6 2 0,9-3-1304,13-12 0,8-6-1805,2-10 1,3-8 2462,4-9 1,-2-8 0,0-9 0,-30-3-1</inkml:trace>
  <inkml:trace contextRef="#ctx0" brushRef="#br0" timeOffset="54367">6511 18151 16241,'-6'-3'6593,"1"1"-6543,-2-20-44,6 37-124,-3 24-241,6-7 1,1 4-4558,7 17 1,1-3 3293,-1-4 1,6-5 0,-13-38 0</inkml:trace>
  <inkml:trace contextRef="#ctx0" brushRef="#br0" timeOffset="54600">6657 17836 19848,'-2'-3'3635,"0"1"-3556,2 2-180,85 74 67,-62-40 1,-3 5-2081,4 0 1,3 7 0,0 1-1,-8-4 2114,-6 12 0,-6-3 0,-3-1 0,-3-8 0,-5-13 0</inkml:trace>
  <inkml:trace contextRef="#ctx0" brushRef="#br0" timeOffset="56268">6352 17611 17988,'-29'-17'538,"18"31"-398,23 28-59,-2-6 0,1 1 77,3 17 598,-5-15 1377,-3-25-1650,-9-30-310,-5-9 79,-6-21-134,-2-2-51,4 14-347,5 11-337,10 33 645,6 12 24,15 38-58,-11-30 0,1 0 46,10 23 727,-7-20-28,-15-42-644,-13-25-72,-1-12 38,-9-13-542,8 28-2505,5 11 2986,16 32 0,-5-6 0,6 7 0</inkml:trace>
  <inkml:trace contextRef="#ctx0" brushRef="#br0" timeOffset="56967">7257 17248 19983,'-36'-19'1545,"13"-1"-1534,68-4 11,2 1 1,10-3-28,-16 8 1,4-1 0,3-1 0,1 1-116,8-4 1,2 0 0,2-1 0,3-1 101,-12 5 0,5-2 1,1 0-1,-1 1 1,-2 0-1,-5 2-246,14-5 0,-5 3 0,1-1 273,-4 1 1,4-1 0,-4 1 0,-13 6 29,0 2-269,-1 2-1046,-20 6 1276,-18 11 0,-4-3 0,1 3 0</inkml:trace>
  <inkml:trace contextRef="#ctx0" brushRef="#br0" timeOffset="58635">8373 16860 19277,'0'-62'1506,"7"31"-1377,0 56 0,0 20-177,3 9 1,2 6-545,-2-11 0,2 2 1,0-1-17,1-2 1,1 0 0,-1-5-1,-1 0 1,0-6 0,12 8-1</inkml:trace>
  <inkml:trace contextRef="#ctx0" brushRef="#br0" timeOffset="59234">8704 17567 18778,'-4'-6'4465,"0"2"-4645,-35-28 180,24 79-22,-9-27 0,1 5-166,14 16 0,6 13 1,5 4-1,0-4-386,-1 1 1,3-2 0,1 3-213,1-1 1,1 4-1,2-2 1,-1-4 144,3-7 1,0-3 0,-3-3 424,-4 10 0,-9-7 502,-31-5 383,-3-47 1,-3-17 75,11-4 0,6-7-244,-1-17 1,12-6-407,17 0 0,13-1-189,1 16 1,5 1 0,3 1-412,6 1 0,4 1 0,3 1-1168,2 1 0,2 2 1,0 2 1201,-3 4 1,1 3 0,-4 2 0,0 1 0,-4 3 0,6-4 0</inkml:trace>
  <inkml:trace contextRef="#ctx0" brushRef="#br0" timeOffset="59852">9126 17433 12382,'0'-10'8844,"0"3"-7891,0 7-1077,-6-27 68,4 31 162,-5-11-94,6 31 50,0-3 178,1-12 119,0-9 621,1 0-935,-1-4-29,0 2-16,0-1 157,0 2-73,0-2-50,0-2 173,0-1-45,0 2-408,-2 6 280,-1 30-40,1-1 0,0 4-28,1 14 1,3 3-186,6 4 1,5-1-476,4-6 0,8-5-1682,8-13 1,5-9 2375,-2-11 0,-2-6 0,16-4 0,-23-12 0</inkml:trace>
  <inkml:trace contextRef="#ctx0" brushRef="#br0" timeOffset="60250">9656 17437 23595,'-36'22'-4,"0"1"1,6 3-1,7 4-69,15 11 1,9 2-66,5-6 1,4-3-143,17 10 448,5-30 129,0-42 145,-12-27-196,-14 19 1,-4 0 0,-18-24-236,-21 24-431,-5 25-2655,10 12 3075,23 3 0,8-1 0,11-1 0</inkml:trace>
  <inkml:trace contextRef="#ctx0" brushRef="#br0" timeOffset="60501">9789 17245 20862,'-5'-8'3786,"2"2"-4038,3 6 258,26 6-20,-2 12 0,3 7-56,11 4 0,-1 6-810,1 16 1,-7 6 313,-14 1 1,-6-2 0,-2-20 0,-6-4 0,-16 20-1</inkml:trace>
  <inkml:trace contextRef="#ctx0" brushRef="#br0" timeOffset="69133">7898 17289 7817,'-10'3'8547,"2"0"-6099,8-3-1087,-15-15-1238,11 13-207,-14 11 51,10 45 21,4-15 1,3 2-53,2 5 0,4-1-99,2-8 1,5-5 67,25 10 436,2-28 393,-4-30-6,-14-22-292,-25-19-9,-18-5-136,-13 8-168,5 14-526,10 17-3983,11 12 4386,5 9 0,3 3 0,0 0 0</inkml:trace>
  <inkml:trace contextRef="#ctx0" brushRef="#br0" timeOffset="175215">2057 2663 13379,'4'-2'4173,"0"0"-2862,-56 11-762,-3 8-404,5-5 1,-5 2 55,-6 4 1,1 2-132,12-4 0,1 0-81,-3 2 0,5 1-79,-2 10 90,26 6 151,18 15-29,5-13 0,1 3 19,1 12 0,0 3-78,-1 6 0,2 2-69,3-3 0,9-4-518,15-13 1,9-9-43,8-13 1,2-9 0,-10-7 0,-2-4-1,23-10 1</inkml:trace>
  <inkml:trace contextRef="#ctx0" brushRef="#br0" timeOffset="178085">2605 3128 10976,'0'-55'4915,"-1"0"0,-5 5-4386,3-10 0,-3 6-280,-6 34-156,-3 69 75,9-4-134,9-4 0,4 8 1,2-6-1,5-6 1,4-3 147,9 13 0,5-10 984,15-26-526,-6-58-374,-21-6-124,-12 4 1,-4-1-88,-10-10-377,4 13-907,-6 28 1254,21 51 0,-10-17 0,10 16 0</inkml:trace>
  <inkml:trace contextRef="#ctx0" brushRef="#br0" timeOffset="178301">3162 3174 20154,'-3'-3'3398,"1"1"-3661,-9 8-9568,36 54 8563,-25-32 0,14 4 0,1-4 0,-12-21 0</inkml:trace>
  <inkml:trace contextRef="#ctx0" brushRef="#br0" timeOffset="178735">3666 2693 24898,'-12'13'327,"9"28"-398,9 7 1,6 4 11,-1-8 0,4-4 131,4-7 0,4-9 155,19-20 259,4-25-74,-25-13 1,-5-8-241,-4 1 0,-2 0-195,0-6 1,-3 2-439,0-10-2961,-2 29 3412,5 41 1,-5-8-1,5 10 1</inkml:trace>
  <inkml:trace contextRef="#ctx0" brushRef="#br0" timeOffset="178899">4268 2896 22442,'7'44'-34,"0"0"0,1 0 0,1 8 0,0 1 0</inkml:trace>
  <inkml:trace contextRef="#ctx0" brushRef="#br0" timeOffset="183915">4993 2595 19921,'-16'-58'872,"-1"-1"0,2 5 0,10 19-670,23 39 38,7 44-190,-11-7 1,-2 6-34,-2 10 0,-4 1 13,-2-3 1,-3-2 143,-1-13 0,0-5 654,-2-2-609,-8-60-121,0-5 0,-1-8-68,-3-17 1,0-5-16,6 17 0,1-1 0,2 2 2,1-16 0,4 5-45,2 14 0,6 10 78,17 18-5,0 57-34,-11-4 0,-1 6-25,2 8 0,-2 2 14,-2-2 0,-1-3 34,-3-10 0,-1-6 330,-1-1-224,-16-53-84,-7-43-28,6 19 0,0-2 47,2 0 1,2 2-25,0-10-118,7 33-578,16 60-2971,-1-3 1,2 3 3615,-1-3 0,1 0 0,-2-3 0,-1-5 0,-4-9 0</inkml:trace>
  <inkml:trace contextRef="#ctx0" brushRef="#br0" timeOffset="184164">5587 2956 21086,'0'-3'2588,"0"1"-2588,-4 55 0,3-40 0,-3 40 0</inkml:trace>
  <inkml:trace contextRef="#ctx0" brushRef="#br0" timeOffset="244380">8647 14372 11015,'-5'-14'2146,"11"-1"-1659,30-1-34,16-6-285,-5 4 0,5-2-23,-8 2 1,3-1 0,0 0-283,-1-1 0,1 0 0,2-1 219,-2 0 1,3-2 0,0-1-1,-1 1-207,-4 1 0,-1-1 0,1 1 0,0-2 153,3-1 0,1-1 0,1 1 0,-1 0-14,-3 3 0,0 0 0,0 1 0,-1 2-154,10-3 0,-2 2 0,-2 3 168,10 0 0,-5 4 0,-11 6 0,-3 2 100,12 0 746,-29 5-118,-8-2 899,-15 4-1353,-2-1 356,-1 1-501,1 1 62,-2-2-40,1 1 101,-3 4 0,-2 6-157,0 5 141,3 19 144,14 15-212,-2-18 0,2 5 47,12 20 1,3 4-54,0-5 1,1 0-130,-7-17 1,0 2 0,-1-3 44,8 14 1,-3-5-118,1 6-1468,-8-12 1479,-14-27 0,-3-12 0,0-1 0</inkml:trace>
  <inkml:trace contextRef="#ctx0" brushRef="#br0" timeOffset="245348">10107 14610 17445,'2'52'69,"-1"0"1,1 0 0,0 0-1,3 2 1,2 0 0,2 1-1,5-2-363,6-1 0,6-2 0,2 0 0,-3 1-123,-2-1 1,0 0-1,-3 0 1,-1 0 444,0 7 0,-3 0 0,-6-2-226,-8-7 0,-4-2 0,-7-4-455,-14 5 1,-8-10 618,-7-13 1,-2-11 271,3-16 1,4-12-122,6-12 1,7-9-158,10-11 1,9-5-149,11-5 1,8-2-338,1 15 0,3 0 0,3-1-209,6-3 0,4 1 1,1-1-810,3-1 1,2 1 0,-2 1 1542,-6 6 0,-1 2 0,-3 4 0,3-4 0,-5 6 0,-4 1 0</inkml:trace>
  <inkml:trace contextRef="#ctx0" brushRef="#br0" timeOffset="245615">10651 14664 8242,'0'-6'9830,"0"1"-7225,0 5-2431,-11-27-118,4 59-45,-6 14-157,16 8 1,8 6-410,5 2 1,7-3-3266,10-10 0,5-7 3820,-8-14 0,1-6 0,17 0 0,-32-20 0</inkml:trace>
  <inkml:trace contextRef="#ctx0" brushRef="#br0" timeOffset="245883">11170 14567 22789,'15'48'-1246,"0"0"1,0 0 0,-24-6 1245,28 1 0,17 13 0,2-2 0,-12-17 0,-12-18 0,8 14 0</inkml:trace>
  <inkml:trace contextRef="#ctx0" brushRef="#br0" timeOffset="246198">11436 14258 18369,'41'-10'2406,"1"1"0,16 22-2811,-32 17 1,2 19 0,2 9-1,-1 4 1,-3-5 0,-3-11 0,7 2-1,-5 2 1,-13 12 0,1 0-1,0 1 1,0-1 0,-1 0 0</inkml:trace>
  <inkml:trace contextRef="#ctx0" brushRef="#br0" timeOffset="249748">9527 14617 18436,'-32'-45'806,"1"0"1,3 1 0,8 20-835,18 34 151,15 38-101,-1-8 1,2 2-15,1-1 1,0 0 22,1-1 0,0-3 467,-1-5 136,-5-16-450,-23-30-88,-14-28-71,5 10 0,0-3 45,0-3 0,2 1-62,2 5 1,3 4-452,-1-3 79,15 36 492,30 52-136,-11-23 0,1 1-1,7 6 1,0-1 13,-4-11 1,-1-6 695,-3-5-656,-23-28-9,-15-20 0,-7-7 98,3 0 1,0-1-20,-4-7 0,3 2 42,0-12-829,18 37 660,14 31-1383,19 47 1395,-11-27 0,0 1 0,12 25 0,-14-26 0</inkml:trace>
  <inkml:trace contextRef="#ctx0" brushRef="#br0" timeOffset="252650">7048 14947 17221,'-27'-22'1266,"23"28"-1121,17 20 1,10 7-84,0 3 0,2 1 36,-1-2 0,-1-1 132,10 13 1433,-19-32-1411,-16-18 173,-14-23-238,-4 0 1,-2-3-1626,-2-2 0,0 1 1444,-15-21-112,8 12-433,31 39 770,26 23-175,17 24-68,-9-8 1,3 3 128,-3-2 1,-3-1 123,-7-9 0,-4-4 3666,0-1-3837,-37-48 0,-13-16 70,4-4 0,-1-1-93,-5 1 1,2 1-42,5-1 0,6 14-410,16 29 427,8 20-4939,15 26 1,3 5 2948,-2-4 1,1 2 0,-3-10 0,-16-34 0</inkml:trace>
  <inkml:trace contextRef="#ctx0" brushRef="#br0" timeOffset="257364">5818 2397 16633,'-28'-35'2947,"8"-13"-2824,26-10-87,1 26 1,4 0-32,2 0 1,4 3-107,20-14-67,6 22 28,-1 28 56,-6 36 84,-24-3 0,-7 6 5,-7 14 1,-6 2-1,2-10 1,-1-1 16,-3-4 1,4-5 162,16-11 33,21-31-176,-4-15 0,4-7-145,1-4 1,3-5-1,0 1-685,-2 0 0,0-1 0,1 0 303,4-4 1,2-1-1,-6 4 1,-5 5-1,-4 4 1,7-6-1</inkml:trace>
  <inkml:trace contextRef="#ctx0" brushRef="#br0" timeOffset="261548">8449 12023 8074,'-6'-10'7624,"1"2"-6078,-14-22-337,14 5-592,-3-32-309,27 14-34,17-1-246,9 10-28,3 17 101,0 27 28,-16 31-45,-23-5 0,-7 4 0,-11 7 0,-5 1-31,-2 1 0,-2-3-84,0-8 1,4-5 315,7 4-16,39-53-238,0-10 0,3-8-183,-4 5 1,1-3 0,2-1-88,2-4 1,1-2 0,-2 3-1,-2 2 1,-2 4 0,-8 5 0,1 0-1</inkml:trace>
  <inkml:trace contextRef="#ctx0" brushRef="#br0" timeOffset="278497">10966 11221 14079,'24'-25'748,"3"3"0,6 0-676,4 0 1,3-1-32,3-2 0,4-1 1,0 0-331,-1 2 0,-1 0 0,1 1 319,4-2 0,1 0 0,-2 2-15,-5 4 0,-2 2 0,-3 2 201,0 0 0,-5 3 41,6 1-466,-34 10-1679,-7 0 1,0-1 0</inkml:trace>
  <inkml:trace contextRef="#ctx0" brushRef="#br0" timeOffset="279347">11586 10985 11967,'-2'-6'8565,"0"1"-8067,-9-47-123,13 61-112,-1-29-73,12 56 1,5 25-107,-2-9 1,1 3-48,-5-13 0,1 3 1,-1-1 5,-1 4 0,-1 1 0,-1-4 13,1 4 0,-1-3 19,-2-2 1,0-5 982,0-7-879,-17-49-123,-6-25-34,-1-7 1,0-6-9,3 3 0,1 0 5,0-4 1,1 1 42,5 13 0,2 5-102,0 4-16,4 22 180,18 54-119,-7-8 1,1 5-12,6 9 1,1 2-32,-2 0 1,0-1-905,-1-7 0,0-2 941,8 17 0,-8-24 0,-10-19 0</inkml:trace>
  <inkml:trace contextRef="#ctx0" brushRef="#br0" timeOffset="280490">11400 11965 17064,'-3'65'-60,"1"-1"0,0 1 0,0 0 0,0 0 0,-1-1 0,7-4 0,1 0 0,1 0 0,2-2 0,1-3 0,2-2-225,7 9 1,3-5 0,0-2-1,-6-1-2891,1 16 1,-5-2-1,-18-28 6663,-32-52 0,-12-11-2751,6 29 0,3-6-23,12-34 1,5-17-1,11 5-472,21-15-434,13 21 0,10-8 1,6-5-1,0 4 1,-5 8-2125,5-2 1,2 3 1708,0-2 1,7-8 0,-1 5 0,-11 13-1,-3 13 1,-20 13 0</inkml:trace>
  <inkml:trace contextRef="#ctx0" brushRef="#br0" timeOffset="281422">12041 11930 13995,'-11'-54'4122,"-5"82"1,9 26-4311,24-9 0,16 6 1,3 3-1,-10-2 66,-16 7 1,-8-1 0,15-6 121,22-9 0,16-1 0,1-10 0,-16-17 0,-9-24 0,3-7 0,0 0 0</inkml:trace>
  <inkml:trace contextRef="#ctx0" brushRef="#br0" timeOffset="282449">12546 11888 8791,'4'1'9130,"-1"0"-6704,-3-1-1374,-32-18-469,22 2-420,-19-29-141,53-7-72,9 4-4,-2 24 1,3 6-9,26 18-22,-30 13 0,-4 8-17,-7 14 1,-7 7 97,-10 10 0,-7 2 64,-5 1 1,-3-2-9,-2-7 1,0-5-66,-5 5 12,14-28 118,9-20-68,19-17-89,23-23-208,-9 12 1,3-4-1135,7-7 1,2-1 1380,-13 13 0,0 0 0,-3 3 0,-2-1 0,-3 4 0,18-14 0</inkml:trace>
  <inkml:trace contextRef="#ctx0" brushRef="#br0" timeOffset="282884">12852 11337 11570,'-3'-1'9566,"0"1"-8670,3 0-777,-24-21-47,46 8 40,7-10-87,20 22 1,10 10-26,-15-1 0,1 4 0,-1 3-106,3 6 1,-1 4-1,-4 6-113,-3 4 1,-3 6-1,-7 4-1995,-6 5 0,-6 5 1,-5-2 2213,-1 12 0,-6-4 0,-5-10 0,-3-9 0,-1-15 0</inkml:trace>
  <inkml:trace contextRef="#ctx0" brushRef="#br0" timeOffset="309005">5176 3527 15307,'-37'0'109,"0"0"1,-11-7-37,72-11 225,4-2 1,4-2-96,4-4 1,1 0 145,1 0 1,-3 1 224,3-4-703,-35 24 261,-34 25 0,-18 14 110,9-7 1,-1 3-62,-3 2 0,-2 4 0,1 1-104,6-5 1,3 0 0,2-1-35,-5 5 1,4-1-39,3-4 1,14-6 388,31-16-1009,34-34 638,-9-1 1,5-6 57,-3-1 0,3-4 0,-4 3 135,-2 0 0,-3 1-315,7-7 0,-18 15-288,-57 43 329,-6 11 1,-4 6 114,9-8 1,0 2-1,-1 0 230,-1 2 0,0 1 0,3 0-429,-5 7 0,8-5 261,9-3-24,32-21-278,22-28 1,9-15 154,-7 7 0,0-2 1,0-1 143,15-12 0,-2 0 660,2-4 0,-12 5-113,-29 15-648,-26 17-1734,-27 27 1778,5 11 0,16-9 0,21-8 0</inkml:trace>
  <inkml:trace contextRef="#ctx0" brushRef="#br0" timeOffset="312714">10620 11529 7951,'-3'-1'8923,"1"0"-6861,-27 0-1026,22 0-997,-21 0 134,31 19 85,4 25-196,3 16-85,4 0 46,-4-21 576,-2-24 751,-5-13-1042,-3-19-235,-5-16 50,-3-18 17,-6-8 28,-1 8 34,2 16-124,5 17-207,5 12-257,2 9 442,12 19-6,11 19-39,-7-11 1,1 2-12,1 0 0,-1-1 28,5 14 308,-10-21 492,-8-14-643,-15-21-140,-16-14-26,5 3 1,-1-2-9,-1-3 1,0 1-1,-13-18-342,18 19 124,23 28 218,25 30-5,10 20-6,-13-19 0,0 1-6,-4-4 1,-2 0 50,6 12 453,-11-21-285,-21-24-208,-19-30-5,6 6 0,-1-2 14,-4-4 0,0 1 20,5 3 0,2 3-158,-5-3-245,24 30 380,23 24 0,-4 1 0,2 5-53,3 2 0,0 2-997,-1 2 1,-2 0 1038,6 14 0,-13-24 0,-10-18 0</inkml:trace>
  <inkml:trace contextRef="#ctx0" brushRef="#br0" timeOffset="316881">8845 7782 6619,'-11'-10'7852,"1"2"-6451,10 8-830,-12-65-358,23 28-188,-6-10 0,4 1-31,33 4-50,4 14 275,-9 22 251,-14 29-89,-12 21-118,-11 9-67,-1-7 252,-1-18 343,2-16-338,6-18-268,11-8-84,18-10-90,23-6-25,-21 16 0,1 1-3,1 2 0,-2 4 85,21 9 94,-38 29-145,-32 0 0,-10 2-57,1-3 1,-3-1-858,-6 4 1,1-4 896,3-4 0,11-13 0,14-8 0</inkml:trace>
  <inkml:trace contextRef="#ctx0" brushRef="#br0" timeOffset="329582">14292 7888 12774,'-5'-2'5170,"2"0"-4546,-11 30 1,3 20-230,14 9 0,6 9-842,-8-15 0,-1 5 1,2 3-1,3-1 288,7 5 1,5 0 0,1 0 0,1 1-52,-4-14 1,1 0-1,1 0 1,-1 0-1,-1-2-164,3 9 0,0-1 1,-2-1-1,-1-2 318,0 4 0,-3-2 0,-5-4 244,-9 7 1,-13-12-1023,-40-20 977,18-41 1,1-15 124,0-17 1,7-10-15,12 13 0,3-3 0,3-1-42,5 1 1,4-2 0,2 2-148,5 0 1,2 1-1,4 0-197,3 1 0,3 0 0,3 1-53,4-2 0,3 1 1,2 0-1909,3-2 0,2 0 0,-2 3 2093,8-7 0,-3 5 0,-6 10 0,-6 7 0,-9 12 0</inkml:trace>
  <inkml:trace contextRef="#ctx0" brushRef="#br0" timeOffset="330180">14956 7542 12825,'0'-3'7471,"0"0"-7068,-21 0-154,15 32 1,5 14-108,-9 14 1,3 8-305,8-19 0,3 4 1,3 1-1,1 0 110,1-1 0,1 1 0,2-2 1,4-2-164,6 7 0,5-3 1,4-8-1257,20 0 1,4-14 1470,-5-18 0,-3-9 0,-11-3 0,-6-5 0,3-14 0</inkml:trace>
  <inkml:trace contextRef="#ctx0" brushRef="#br0" timeOffset="331218">15528 7650 15620,'-32'-48'1842,"30"6"1,9 3-1820,9 18-29,4-8 0,3 4-72,16 17-99,-5 19 1,2 6 30,19 5 134,-18 28 1,-18 12 795,-34-14 1,-9-1-651,18 0 1,-5-5 397,-25-5 0,6-21-521,36-57-17,-13 20-39,36-7 1,17 5-60,3 23 1,2 7 33,-2-10 0,-5 10-163,-1 42 1,-25 11 232,-47-25 0,-10 0 0,19 19 0,-3-4 0,-15-32 0,-1 0 0</inkml:trace>
  <inkml:trace contextRef="#ctx0" brushRef="#br0" timeOffset="331702">16080 7231 15132,'-12'-34'3873,"39"18"1,16 11-3900,0 12 1,7 11 0,2 3 0,-4-3-54,-1-5 1,-4-1 0,-2 12-437,-4 15 0,2 14 1,-4 6-1,-7-2 1,-10-12-1,-12-9 0,-8-2 1,-6 13-1,1 1 1,-1-1-1</inkml:trace>
  <inkml:trace contextRef="#ctx0" brushRef="#br0" timeOffset="336496">6837 2234 14521,'-5'33'205,"0"0"1,0 3-1,3 2-205,6 24 0,2-2 0,-4 4 0,8-9 0</inkml:trace>
  <inkml:trace contextRef="#ctx0" brushRef="#br0" timeOffset="337214">7210 1913 11794,'-11'-1'4307,"2"1"-3993,9 0-269,-7-61-62,24 42-42,-6-13 0,6 3-221,46 32 168,-27 7 0,-2 5 238,-5 7 0,-4 5 126,-8 7 0,-8 3 47,-9 1 1,-8-1 210,-5-3 0,-5-3 806,-18 8-448,7-20-756,12-21-184,19-9-1,24-4-6,29 5 26,-16 11 0,3 5-31,5 4 0,0 6 64,-7 6 1,-6 6 147,-11 4 1,-12 4-81,-21 2 0,-12 0-1603,-17 0 1,-7-5 1554,6-7 0,1-5 0,3-6 0,6-5 0,12-6 0</inkml:trace>
  <inkml:trace contextRef="#ctx0" brushRef="#br0" timeOffset="346863">6301 2802 6473,'1'-3'5455,"0"0"-3567,-47 7-1591,30 0-40,-35 6-352,44-2-207,3-2 739,14-8-157,14-13-10,10-7 329,-7 2 484,-9 6-762,-21 14-218,-29 23-82,5-3 1,-3 3 43,-10 8 0,-1 1 3,5-1 1,3-3 28,-7 9 662,55-36-634,12-15 0,5-7 36,11-6 0,0-3 268,-2 1 1,-4 1 665,12-12-959,-55 33-475,-47 36 377,12-3 1,-3 4 30,-1 4 1,1 0-243,8-6 1,6-2 36,0 6 280,43-33-379,30-29 240,-8 2 1,2-3 299,7-8 0,0 1-1079,-5 3 0,-2 4 844,13-8 1,-29 25 0,-20 18 0</inkml:trace>
  <inkml:trace contextRef="#ctx0" brushRef="#br0" timeOffset="348304">13402 8118 8153,'-9'-3'9830,"2"1"-8110,-14-14-735,15 11-604,-15-16-107,27-1 6,9-18 23,7-21-202,-9 28 0,1 1-17,8-22-179,0 20 66,3 19-16,22 14-73,-12 21 1,-2 7 44,16 16 53,-25 11 1,-12 8 16,-18-10 1,-7 0-4,1 6 0,0-3 90,3-20 0,2-6-39,6 1-14,22-50 0,9-17-96,-5 7 1,6-5 64,7-8 0,10-8 0,0-1 0,-8 7 0,-3 4 0,-1 2 0,5-4 0,1 0 0,-1 0 0</inkml:trace>
  <inkml:trace contextRef="#ctx0" brushRef="#br0" timeOffset="351831">8160 2216 20296,'-26'1'185,"0"32"-2162,20 28 1977,5-24 0,0-1 0,-1 12 0,7-24 0</inkml:trace>
  <inkml:trace contextRef="#ctx0" brushRef="#br0" timeOffset="353046">8509 1545 7055,'-2'3'2476,"1"-1"-1552,1-2-280,14-5-341,-6 4-35,10-4 595,-7 5 442,-4 0 157,-1 0 650,-5 0-1519,-7 5-218,-5 3 293,-20 15-86,-1 0-268,-5 5-1,5-2-206,12-4-18,3 2-38,9 0-12,7-5 28,9 5 6,2-2 78,9 16-11,-4 7-37,-5-5 1,-1 0 8,5 13 78,-1 6 426,-6-43 298,-2-11-668,-4-12-173,0-23-134,10-12 27,11-17 6,14 9-62,14 16 12,8 19 28,-4 21-57,-24 9 1,-4 6-348,3 32 11,-20-16 1,-8 2-1440,-11 0 0,-8-3 1882,-5-4 0,-2-4 0,-11 8 0,6-20 0</inkml:trace>
  <inkml:trace contextRef="#ctx0" brushRef="#br0" timeOffset="353397">8518 1585 17675,'37'-46'832,"1"0"0,-1 1 1,-6 6-1,-1 1 0,-5 10-641,3 5-152,-18 16-459,-10 9 420,4 10 0,-2-8 0,2 7 0</inkml:trace>
  <inkml:trace contextRef="#ctx0" brushRef="#br0" timeOffset="356151">11551 4921 16101,'-21'11'1876,"-15"14"-1540,-5 10-258,15-12 1,-2 0 64,-8 8 0,3-2 109,-4 0-84,5-1 90,30-27-163,4 0 45,2 2 291,5 16-184,2 24-202,3 2 78,-1 11 145,-2-19 180,-4-7 392,-5-11-223,-6-11-482,1-10-365,12-13 230,0 7-11,21-9-12,26 5-11,-13 6 1,2 1 2,-3 3 1,-2 3 49,2 5 1,-11 9 8,-29 38-124,-19-12 1,-9 0-194,1-6 1,-4-4-3177,-5 0 1,0-7 3464,3-13 0,12-10 0,16-6 0</inkml:trace>
  <inkml:trace contextRef="#ctx0" brushRef="#br0" timeOffset="356447">11453 5034 9167,'17'-34'4690,"-1"0"1,13-10-3820,-3 0 1,1 1 46,-1 10-330,-10 13-1030,-13 16 442,4 2 0,-4 2 0,4 0 0</inkml:trace>
  <inkml:trace contextRef="#ctx0" brushRef="#br0" timeOffset="362096">18038 4153 7934,'-4'2'6767,"0"-1"-5260,-10 3-942,10-2-453,-9 3-218,14-4 767,13 5 145,14-4-347,7-7 1,9-6-294,5-4 0,5-5 1,1 0-553,2-2 0,2 0 0,4-3 401,-11 5 1,3-1 0,3-1 0,1-1 0,0 2-21,-5 1 0,1 1 1,1-1-1,0 1 0,1 0 1,-1 0-307,-2 1 0,1 0 0,-1 0 0,1 1 0,1-1 0,1 0 303,0 0 1,3 0 0,1 0 0,0 0 0,0 0 0,-1 1-1,-2 0 2,0 1 1,-2 0-1,0 1 1,-1 0-1,-1 0 1,0 0 3,7-1 1,-1-1 0,0 1 0,-2 0 0,-2 0 8,3 0 0,-2 0 0,-1 1 0,-3-1-4,5-2 1,-3-1 0,-5 2 4,2-1 1,-2 1 2,6-1 1,-3 2 49,7 0 74,-19 7 1066,-19 5-921,-20 5 1861,-3-1-2063,-2 2-16,0 1 16,-1 0 62,-4 1 6,-5 1-113,0 0-5,-1-1 34,4 4 5,4 3-50,-1 6 213,1 37-6,7-22 0,2 5-45,2 9 0,2 6 1,2 2-94,2 1 0,1 2 0,2 1-259,-1-8 1,0 2 0,1-1-1,0-1 169,3 7 1,0-2-1,0 0-217,0 1 1,0-1 0,-3-2 220,-2 6 0,-3-5 0,1-12 0,-3-3 0,-8 7 0</inkml:trace>
  <inkml:trace contextRef="#ctx0" brushRef="#br0" timeOffset="364061">20346 5290 10097,'-28'-30'3276,"-1"0"1,6-4 0,4 16-2635,10 45 0,5 28 0,3 1-680,-1-6 1,3 1 0,2 7-371,2-4 0,3 6 1,0 3-1,2 1 1,-1-4-554,0-4 1,1-1 0,1 0 0,-3 0 0,-4 0 728,-2 3 0,-2 3 0,-3-1 1,-4-7-1,-5-12 1607,-19 1 0,-3-25-432,0-44 1,8-25-864,15 9 0,6-9 0,7-4 0,5 2-270,9 4 1,6-1 0,5 0 0,2 3 0,-2 3 200,9-11 0,0 6 1,1 3-12,-5 9 0,0 3 0,2-1-358,13-6 0,3-1 0,-10 8 0,1 1 0,-7 5 0,1 0 0,0-1 0</inkml:trace>
  <inkml:trace contextRef="#ctx0" brushRef="#br0" timeOffset="365272">21022 4948 19602,'-12'-40'2402,"-2"30"-2148,5 38 0,3 28 1,4 0-246,0-10 0,2 1 1,6 1-114,7 3 0,6 3 1,3-2-1,1-7-143,10 11 1,9-13-446,7-21 1,9-8 0,-2-8-2922,9-13 1,-3-8 2964,-10 6 1,-4-2 0,-6-1-1,-7-1 1,-15 4 0</inkml:trace>
  <inkml:trace contextRef="#ctx0" brushRef="#br0" timeOffset="366649">21578 4925 21013,'1'-22'1653,"-2"35"-1606,6 27 1,4 10-37,4-6 0,5-3 93,3-7 0,4-10 304,34-15-218,-29-26 1,-3-10-9,-2-11 0,-4-5 47,-3-6 1,-2 1 50,-6 7 0,-1 4-61,-1-9-191,-5 41 12,8 40-46,12 26-93,-3-21 1,4 2-848,9 1 0,3-2-1494,-3-10 1,0-5 2439,2-5 0,-3-5 0,-1-5 0,-15-10 0</inkml:trace>
  <inkml:trace contextRef="#ctx0" brushRef="#br0" timeOffset="366932">22182 4420 17092,'-4'-3'7489,"2"0"-7254,2 3 73,1-16-145,54 45-139,-16-9 0,7 4 0,-1 1-30,-6 1 1,-1 1 0,1 5-279,3 6 0,2 6 0,-4 2 0,-11 0-2563,-13 3 0,-11 2 0,-2-1 2391,4-3 1,-1 0-1,-5-3 1,-9 12-1,-6-10 1,1-20-1</inkml:trace>
  <inkml:trace contextRef="#ctx0" brushRef="#br0" timeOffset="369702">7872 3014 7985,'0'-3'3988,"0"1"-2935,-5-30-493,-4 23-481,-28 0 234,0 31 1,-6 14 386,2-5 0,-4 4 0,1-2-489,7-4 0,0-1 0,1 0 16,-17 11 0,9-8-199,18-17 106,40-33-123,11-6 1,7-4-15,14-12 0,4-1-23,-13 13 0,0 0 0,-1 2 79,10-8 0,-9 10-36,-16 18 11,-54 38 8,-10 7 1,-6 4 89,13-12 1,-2 0 0,2 0-43,-12 10 0,2-2-168,8-8 0,8-8-95,19-16 207,31-26 0,17-13 3,0 0 0,4-2-59,1 0 0,5-3 0,-3 4-2739,8-3 0,-3 4 2088,-8 6 1,-5 5 0,-2 7 0,-29 15-1</inkml:trace>
  <inkml:trace contextRef="#ctx0" brushRef="#br0" timeOffset="371850">19951 4346 19910,'16'-42'99,"0"-1"1,-1 1-1,-2-8 1,5 11-201,27 22 0,2 17 39,-14 21 62,-23 9 0,-8 4 28,-12 17 34,-3-7 0,-2-1 55,-1-1 208,-1 4 50,13-32-151,19-20-129,42-16-112,-5 6-31,1 4 1,1 7 38,-19 11 1,-5 8 100,-4 9 1,-11 6 22,-33 17 0,-18 3-155,-3-5 1,-9-2-1350,4-13 1,-4-1 0,5-5 1388,5-5 0,5-5 0,-13-1 0,39-12 0</inkml:trace>
  <inkml:trace contextRef="#ctx0" brushRef="#br0" timeOffset="374931">18928 2107 13760,'-6'2'3601,"2"-1"-3175,4-1-426,116-58-76,-75 40 1,3 0-159,13-8 1,7-2 0,-10 11 20,2 24 157,-50 30 171,-32 0 1,-18 8 0,0-3-8,12-11 0,2-1 1,-2 1-48,-10 8 1,0 0 0,9-4 55,8 12-150,74-45-68,10-16 153,-14-8 0,7-7 1,-8 0 263,-12 3 0,-4-1-38,14-13 0,-16-2 139,-37 13 0,-11 1 938,-23-17-938,15 20 0,1 2-57,-3-14-383,35 15 40,26 19-67,28 34-208,-22-1 0,-2 5-832,1 9 1,-5 3-3827,-7 3 1,-5-2 4132,-5-15 0,-4-3 1,-5 16-1,-3-41 0</inkml:trace>
  <inkml:trace contextRef="#ctx0" brushRef="#br0" timeOffset="375647">19968 1632 20951,'-23'43'258,"17"17"-261,17-12 0,10 1-17,8-3 1,8-6-15,13-7 1,7-10 1,-15-12 0,3-5 1,-1-4 18,1-4 0,1-4 0,-3-4 80,13-6 0,-6-6 48,-16-1 0,-11-4 30,-32-22-100,-18 29 0,-10 4-1,-15 0 1,-6 4 9,15 4 0,0 1 1,0 0 73,-16-5 1,3-2-50,12-1 0,7-4 27,-4-24-83,33-5-79,24 5 0,18 11 5,24 18 59,-17 18 1,3 5-51,8 5 0,0 5-191,1 6 1,-4 5-334,-10 6 1,-11 7-2788,-22 7 1,-11 2 3352,-2-9 0,-5-4 0,-7-3 0,-1-6 0,6-8 0</inkml:trace>
  <inkml:trace contextRef="#ctx0" brushRef="#br0" timeOffset="376971">9457 1836 8718,'0'-5'5327,"0"1"-5338,-4 63 11,9-6 0,2 3 0,-8-14 0,0-1 0,8 5 0,-1 1 0</inkml:trace>
  <inkml:trace contextRef="#ctx0" brushRef="#br0" timeOffset="377836">9849 1486 8427,'-2'-3'9830,"-29"1"-9446,34 36 0,5 8-367,-21-5-17,26 15 0,18-1 67,7-29 0,8-8 1,-4-1-40,-11 1 0,2-4-4,16-5 0,7-6 0,-11-7 10,-4-25 30,-13 8 1,-7-4 24,-20-4 1,-9 0-62,0 0-31,-15 9 0,-6 7 76,-34 27-73,22-7 36,-3 5 1,1-1 75,3-5 59,0-6 0,-1-2-138,0-4-33,-2-31-11,49-8 11,3-2 11,10 14 0,9 4-33,7 14 0,2 3 16,-6-4 0,1 6 45,18 20 1,-4 10-1,-16 4-25,-6 13 0,-3 10-1126,-6 14 0,-5 0-473,-2-22 0,0-1 906,4 25 1,0-11-1,-7-37 1,0 0 0</inkml:trace>
  <inkml:trace contextRef="#ctx0" brushRef="#br0" timeOffset="378817">10435 1211 23948,'43'-45'-31,"0"0"0,1 0 1,-2-5-1,-3 8 592,12 9-390,-42 36-121,2 16-241,8 19 275,15 6 1,6 2-384,-15-14 0,1-1-371,19 14 0,3-2 141,-9-12 1,-1 1-18,0 8 1,-1 6 263,-8 0 1,-1 5-1,-5 1 72,-6-1 0,-5 2 0,-6 1-503,-9 7 1,-7 3-1,-7-5 705,-6-8 0,-5-4 0,0-4 0,-3 2 1,-1-7-1,4-14 0,0-1 0</inkml:trace>
  <inkml:trace contextRef="#ctx0" brushRef="#br0" timeOffset="461413">18059 11054 8539,'9'-51'1638,"-1"0"0,1 0 1,-1 0-1,-1-9 0,-4 2 1,-14 17 32,-26 23 1,-10 17-1456,-7 17 0,-2 19-705,18-3 1,-1 7 0,-1 7 0,2 3 0,4-1 503,3 3 1,3 2 0,3 3-1,1 1 1,2 1-49,3-5 0,-1 3 1,2 2-1,4-1 1,3-2-1,7-2 92,6 13 1,7-1 0,9-6 0,8-9-58,9-13 1,8-6 0,5-9 0,2-8 41,7-12 1,5-12 0,1-9 0,-3-5 14,-11-1 1,0-6-1,-2-5 1,-3-3-1,-4-3-96,-3-3 1,-2-5 0,-4-3 0,-4-2 0,-5 1 103,-3 0 0,-4-1 0,-4-1 1,-4 0-1,-6 3 24,-5-7 0,-6 0 0,-7 4 0,-7 7-77,-14-3 1,-11 8 0,-5 15-10,5 21 1,-6 10 0,0 7-1,3 2-44,-9 7 0,3 6 0,5 9 106,11 2 0,1 7 0,7 4 0,11 1-2384,14 16 0,14 3 0,3-2 2049,-1-9 1,1-2 0,5-3 0,3-3 0,3-3-1,0-9 1,9 3 0</inkml:trace>
  <inkml:trace contextRef="#ctx0" brushRef="#br0" timeOffset="462063">18987 10742 17395,'-34'-47'2063,"0"0"0,7 9 0,-1 14-1946,-3 32 1,0 15-54,6 23 1,7 14-63,3-2 0,3 6 0,4 4-480,3-7 1,2 2 0,4 2-1,4 0 277,2-13 1,2 1-1,3-1 1,3-1 0,4-5-159,8 6 1,5-3-1,4-5 1,4-9-162,17-4 0,5-11 0,1-15 532,-16-12 1,1-8 0,-2-8-1,-5-5 115,-3-8 1,-3-7-1,-5-4 1,-3 0 208,-5 0 0,-3-3 0,-5 0 0,-3 0 99,-5-10 0,-5 0 0,-4 3 83,-5-9 0,-5 9-213,-2 22 1,-1 8-502,-4 8 229,26 54-16,7 2 0,5 5-26,6 16 1,1 3 4,-7-18 0,0 0 1,0-2 694,2 8 0,-3-5-69,-1 1 189,-28-75-711,4-13 1,3-9-60,2 8 0,2-1 0,3-1 5,1 1 1,3 1 0,4 3-36,13-12 1,7 10-32,-1 18 1,4 10-71,12 14 0,3 11-286,-1 10 1,-1 8-1963,3 10 0,-5 6 2338,-10-3 0,-7-2 0,4 17 0,-26-28 0</inkml:trace>
  <inkml:trace contextRef="#ctx0" brushRef="#br0" timeOffset="462296">20101 10475 21024,'-19'-51'1432,"-1"0"0,7 8 0,14 12-1421,29 34 1,13 17-35,-1 4 1,3 8-1,0 4-653,-2 1 0,1 4 1,0 4-1,-5 4-60,-9-3 0,-2 5 0,-2 2 0,-3 1 0,-2-2 452,-1 9 0,-3 1 0,-4-2 0,-4-3 0,-1 3 0,-5-4 0,-5-5 0,-8-8 0,1-1 0</inkml:trace>
  <inkml:trace contextRef="#ctx0" brushRef="#br0" timeOffset="462528">18001 12783 17699,'-49'16'845,"1"1"1,-1-1 0,1 1 0,-7-3 0,23-11-835,54-21 0,33-15 1,11-2-150,-24 14 1,7-2 0,3 0-1,5-2 1,2 0 0,2 0 0,2-1-1,-1 0-682,-8 4 1,1-1 0,2 0 0,1-1 0,2 0-1,0 0 1,1 0 0,1 0 0,0 0 0,-1 0 0,1 1-1,-1 0 757,-2 1 0,1 0 0,1 0 1,0 0-1,1 0 0,-1 0 0,1 1 1,-1 0-1,-1 0 0,-1 0 1,-1 1-1,-2 1 0,-2 0 0,7-2 1,-1 1-1,-1 0 0,-1 0 1,-2 1-1,-1 1 0,-2 0 0,-1 1 1,-2 1-1,10-2 0,1-1 1,0 1-1,0 0 0,0-1 0</inkml:trace>
  <inkml:trace contextRef="#ctx0" brushRef="#br0" timeOffset="462795">19416 12796 13174,'-56'26'353,"0"-1"1,0 0 0,0 0 0,0 1 0,-1-1 0,1 0 0,0 1 0,0-1 0,0 0 0,0 1 0,-1-1-1,1 0 1,-6 2 0,-2 1 0,0 0 0,0 0 0,1-2 0,2 0 0,3-3 0,4-3 0,6-2 0,5-5 294,-23 5 1,10-7 0,29-14-457,43-22 1,31-15-1,11-2-161,-20 19 1,6-2-1,4 0 1,4 0 0,3-1-1,3 0 1,1 0-1,0-1-286,-6 4 1,3 0 0,2-1-1,2 0 1,1 0 0,2-1-1,0 1 1,0 0 0,0 0-1,0 1 1,-2 0 0,0 1 235,1-1 0,-1 0 0,0 1 0,0 1 0,-1-1 1,1 1-1,0 0 0,0 0 0,1 0 0,0 0 1,2 1-613,-5 0 0,3 1 0,0-1 0,2 1 0,0-1 0,0 0 0,0 1 0,-1 0 0,-1 1 1,-2 0-1,-2 1 0,-3 1 0,-3 1 631,12-4 0,-4 2 0,-3 1 0,-3 1 0,-1 0 0,0 1 0,-1-1 0,13-3 0,2 0 0,-3 1 0,-7 2 0,-12 3 0,-11 3 0,0 0 0</inkml:trace>
  <inkml:trace contextRef="#ctx0" brushRef="#br0" timeOffset="479612">14456 12784 18039,'-6'0'4016,"2"0"-4042,4-32 1,13-16-227,20 4 0,11-4-1378,-10 3 0,3-5 0,1-2 1,2 6 1156,-3 9 1,1 2-1,0 3 1,-1 1 0,9-7-1,-1 1 1,-7 7-1,8-9 1</inkml:trace>
  <inkml:trace contextRef="#ctx0" brushRef="#br0" timeOffset="479812">14773 12340 14544,'-2'1'6990,"-1"1"-5920,-1 60-961,9-22 1,3 5-120,-3-1 1,-1 4 0,4 1-1387,8 12 0,4 1 0,3-3 1396,-1-12 0,2-3 0,-1-1 0,2 15 0,1-7 0,15-4 0</inkml:trace>
  <inkml:trace contextRef="#ctx0" brushRef="#br0" timeOffset="480111">15610 11989 19389,'-4'-2'2081,"-33"19"0,-8 15-1933,21 2 0,2 7-70,-14 10 1,-5 6 0,15 0-219,21 8 0,19-3-43,2-20 0,7-2 0,8-11-660,14-18 1,9-12 0,0-6 134,2-5 1,1-6-1,-4-2 1,5-3-1,-7-1 1,-19 3 0,1 1-1</inkml:trace>
  <inkml:trace contextRef="#ctx0" brushRef="#br0" timeOffset="480345">16041 11865 16185,'-3'0'1803,"1"0"-5374,32-34 1,18-12 3570,-9 15 0,4-13 0,-3 5 0,-21 28 0</inkml:trace>
  <inkml:trace contextRef="#ctx0" brushRef="#br0" timeOffset="480512">16213 12134 20719,'41'-33'0,"-1"-1"0,1 1 0,8-7 0,-1 0 0</inkml:trace>
  <inkml:trace contextRef="#ctx0" brushRef="#br0" timeOffset="481514">15826 14856 17238,'-61'-10'1581,"0"-1"0,11 22 0,0 9 0,7 5-1590,9 13 1,8 7-41,-1 1 1,2 5-1,25-8 50,32-25 0,28-10 0,13-5 0,2 1 0,-13 5 0,-26 12 23,-37 33 0,-26 13 1,23-11-25,46-28 0,24-9 0,-3-2 0,-33 6 0,-46 11 0,-27 5 0,-12-1 0,7-8 0,-10-8 0,0 1 0</inkml:trace>
  <inkml:trace contextRef="#ctx0" brushRef="#br0" timeOffset="481847">16511 14456 17272,'-30'50'701,"1"-1"0,-1 1 0,1-1 0,56 5 0,25-5 0,1-8-4412,-2-3 1,8-13 2901,2-13 0,13-6 1,-3-6-1,-19-7 0,-6-25 1,-30 18-1</inkml:trace>
  <inkml:trace contextRef="#ctx0" brushRef="#br0" timeOffset="485728">15573 15127 7470,'-7'-3'5203,"1"0"-1142,2-22-3663,2 16-219,-3-21-62,3 16-161,2-3 83,2 0 118,1 1 195,0 10 596,-2-1-780,0 4 95,-2-2 465,0 2 44,-2 1-94,-4 1-426,-13 4-213,4 1 28,-14 8 51,3 7 22,-8 10-78,0 11-56,11-9-12,4 7-27,14-18 4,0 22 29,6-21-62,9 16 62,10-22 214,42-5-158,-18-10-14,9-10 0,0-3-31,-10-1-6,-8 1 1,-1 2-39,4 3 5,-11 4 17,11 17 50,-17 4-22,4 16-40,-1 6 40,-4-8 5,-1 1-5,-7-10-17,-5-9 118,0 9-68,-4-12 359,-9 31-331,0-21-10,-8 21 100,0-15-6,-3-3-22,-14 14-95,8-12 0,-19 19-17,10-10 117,-4 6-50,15-18 197,6-9-259,4-10 6,-16 8-5,8-4-12,-5 3-72,21-9-28,2 0-214,2-1 298,13-3 50,20-14-56,18-15 33,-13 1 1,-1-3 19,-11 8 1,-3 0-10,2-3 1,-6 1 185,-9-22-169,-13 17 12,-6-13 6,-12 14-23,-10 2-68,-3 7 57,-20 6 0,1 5-45,3 1 6,10 0 5,8 0 0,15 8-39,-17 0 22,15 6 6,-10 5 6,4 5-6,-8 4 6,11-5 55,-26 4-38,28-13 5,-19-1-96,21-20 18,8 3-68,10-24 96,6 20-6,13-14 0,9-6 25,6 4 0,3-1 3,8-11 0,-1 0 3,-7 14 0,-2 2 11,-6 4 0,0 4-56,5 5 0,-1 3 25,12-11-6,-9 12 1,-3 4 22,-20 8-5,8 1 22,-15 1 33,6-2-56,-7-1 1,8-6-1,-2 3 12,7-4-1,-8 6 1,-3 1 16,-3 2 359,-4 1-543,-23 9 111,0 4 34,-8 4 1,-5 5-1708,-6 8 0,2 1 1718,11-10 1,0 0-111,-12 19 1,7-2 98,21-16-28,-3 11 1,3 5-74,7 11 23,8 12 84,26-10 27,16-23 29,10-10 5,-9-24 1,-1-6-23,4-4 1654,-2-9 0,-3-2-1699,-14 7 158,20-5-146,-31 21 5,6 7-34,4 25 56,-16-6 54,-3 15 0,-8 9 8,-24 8 0,-7 0-68,11-8 1,-4 0 39,-15 1 0,-9 3 0,2-8-31,5-13 1,-2-3-1138,-6 6 0,-7 1 0,8-4 1109,12-11 0,3-1 0,-12 8 0,9-6-3598,27-16-6230,-1 1 8993,11-7 1,3-2 0,-3 4 0</inkml:trace>
  <inkml:trace contextRef="#ctx0" brushRef="#br0" timeOffset="486537">17567 14456 15715,'-3'0'6015,"15"-47"-7241,17 14 1226,-1-1 0,7-6 0,-4 7 0,13-2 0,-8 8 0,1-1 0</inkml:trace>
  <inkml:trace contextRef="#ctx0" brushRef="#br0" timeOffset="486761">17759 14686 24155,'45'-46'-1133,"0"0"1,-3 4 0,9-6 0,-6 9-1,-32 30 1</inkml:trace>
  <inkml:trace contextRef="#ctx0" brushRef="#br0" timeOffset="487956">19204 13695 20761,'-30'44'159,"1"0"1,0 0 0,3-9-1,3 2-152,5 4 0,-1 7 0,4 3 0,7 0-1438,10 3 1,8 4 0,3-3 0,-3-7 1407,-2 1 1,2-2-9,2 0 0,3 6 0,3-3 1,6-12 538,25-8 0,7-16-658,-11-9 1,3-5 0,0-1 141,-2 3 1,1 0 0,-2-7 303,-1-6 0,-2-6 0,-5-8-142,-4-22 1,-7-11 0,-5 4-82,-2 8 0,-3-2-4,4-7 0,0-7 0,-11 1 364,-16 4 0,-11 0 1,1 6-342,2 7 1,-3 2 1084,-3-6 0,-4-3 1,-4 10-1066,-9 13 0,-6 13-15,-5 10 0,-7 7 0,3 2-72,-9-2 0,2 5-23,8 3 0,-1 3 0,8 10-641,15 17 1,8 9-1,5-5-542,-4 11 1181,21-5 0,7 8 0,4-15 0,6-21 0,26 21 0</inkml:trace>
  <inkml:trace contextRef="#ctx0" brushRef="#br0" timeOffset="488955">19939 13383 12841,'-1'-5'9444,"0"2"-9354,-17-30-57,13 29 208,-24 37-224,25 18-34,12-9 0,5 11 0,4 1 1,-2-9-94,2-6 1,5-4-274,11 15 0,10 4 0,6-21-2075,-5-33 0,7-16 1,0-6-1,-5 6 129,10 6 0,-3-7 2078,-5-11 0,5-10 1,-5-4-1,-16 2 276,-20-4 1,-10-2 1636,6-4 1,-6 1 216,-8 15 0,-8 3 2403,-20 5 1,-3 5-3942,9 2 130,-7-1 0,8 6-555,25 13 84,5 4 25,22 19 0,8 9-8,10 13-8,-13-13 1,5 4-1,-4-2-9,-9-7 0,-1-1 389,9 15 1,-4-4-356,-7-8 935,-3-2-941,-18-28 64,-17-39 1,-3-14-43,4 6 6,-5-11 0,4-3 50,14 29 1,5 2-40,8-19-59,25 22 1,8 7 2,12 8-26,-7 16 0,9 6 0,-9 2-58,9 13-14,-9-1 1,-7 9 86,-22 14 0,-8 0 0,2-8 0,-6-2 0,1 0 0</inkml:trace>
  <inkml:trace contextRef="#ctx0" brushRef="#br0" timeOffset="489321">21075 12784 24626,'9'-37'33,"24"29"1,11 9-43,7 0 1,5 9-226,-11 6 0,4 6 1,-1 4-1,-10 1-1245,-1 11 0,-9 5 770,-2 2 1,0 5-1,-9-6 1,-9 19-1,-17-5 1</inkml:trace>
  <inkml:trace contextRef="#ctx0" brushRef="#br0" timeOffset="489876">19914 15214 18666,'42'-37'141,"0"-1"1,0 1 0,0-1 0,0 1 0,0-1 0,0 1 0,1-1 0,1 0 0,0-1 0,0 0 0,1 1 0,-1-1-430,-1 1 1,1-1 0,1 1 0,-1-1-1,-1 1 1,0 1 0,-1 0-983,1-1 1,-1 2 0,0 0 0,-1 0 0,1-1 0,0 0 723,7-5 0,1-3 0,0 1 0,0 0 0,-2 1 0,-2 4 546,5-5 0,-1 2 0,-4 3 0,-5 4 0,4-4 0,-3 3 0,-6 6 0,0 1 0,1-1 0</inkml:trace>
  <inkml:trace contextRef="#ctx0" brushRef="#br0" timeOffset="490353">19988 15507 15975,'45'-43'401,"1"1"1,-1 0 0,0-1 0,0 1 0,0-1 0,1-2 0,-5 4 0,5-3-391,-2 4 0,4-3 1,3-1-1,-1 0 0,-2 1 14,-6 4 1,0-1 0,-1 1 0,-1 1 0,-4 3-39,5-3 0,-3 4 0,4-5 14,-5 4 1,6-6 0,2-2 0,-1 2 0,-5 3 0,-7 8 66,2-2 1,-6 5-69,10-9 0,-8 5 0,-17 18 0,-11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23:54.6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1173 2105 11659,'-10'0'9830,"2"0"-9505,-33-14-292,83-8-131,11-2 0,11 0-59,-5 9 1,4 1-1,6 2-796,-15 2 1,5 0 0,1 1 0,-2 0 0,-6 2-1897,4-1 0,-5 3 1,-3 1 2848,17-1 0,-13 3 0,-27 5 0,-27 1 0</inkml:trace>
  <inkml:trace contextRef="#ctx0" brushRef="#br0" timeOffset="200">1582 2041 20879,'-28'58'351,"0"1"1,8-10-1,1 2 1,2 3-840,7-4 1,2 4 0,1 1 0,1-1-80,-1 2 1,0 1 0,2-2 0,-1-4 0,0-1 0,0-3 0,1-4 0,4 2 0,-1 1 0</inkml:trace>
  <inkml:trace contextRef="#ctx0" brushRef="#br0" timeOffset="667">2089 2602 9173,'1'-7'4915,"-18"-31"0,-14-1-2390,-32 29-2225,8-12 0,-3 10-191,4 36 1,5 17-85,9-1 0,9 6-73,13 10 1,16-3-32,19-18 1,11-8 75,11-3 0,6-13 70,5-20 1,-1-14 122,-6-9 1,-8-7 175,-8-2 1,-7-4 75,-8 6 1,-4 2 95,-6-10-449,-6 28-89,-11 50-17,-2 28-199,9-15 1,5 3-880,8-2 1,7-3-3822,10-8 1,5-7 4808,23 1 1,-8-23 0,-28-8-1</inkml:trace>
  <inkml:trace contextRef="#ctx0" brushRef="#br0" timeOffset="1100">2425 2436 11945,'9'-50'2457,"-1"0"1,1 0-1,1-10 1,-2 9-313,-4 8-2055,-4 56-51,-1 51-45,-2-9 1,-2 6 12,0-12 1,0 2-1,-2 0 4,-1-3 0,-1 0 1,-1-3 49,-2 9 1,-1-8 498,-5 0-330,23-65-34,20-35-143,-4 17 0,3 0-34,3 3 1,2 4-17,0 7 0,1 9-37,24 18-33,-15 36 33,-25-6 1,-9 4 33,-13 7 0,-11-1-68,-12 0 1,-8-4-1479,-12-7 0,-4-6 867,8-9 1,2-5 0,-18-2 0,41-13-1</inkml:trace>
  <inkml:trace contextRef="#ctx0" brushRef="#br0" timeOffset="1958">2907 2569 12068,'2'55'9830,"26"-12"-8772,-26 20 1,5-15-521,43-70 0,5-28-426,-33 15 0,-4-6-19,10-14 1,3-9-1,-9 14-592,-15 13-349,9 66 0,-14-12 0,15 45 0</inkml:trace>
  <inkml:trace contextRef="#ctx0" brushRef="#br0" timeOffset="3839">3406 2747 10797,'35'-43'1966,"1"-1"0,-1 1 0,-3-6 0,-4-2 0,0-10-1462,-10 12 1,-1-7 0,1-5 0,-1-3 0,-1 2 0,-2 4 0,0 7-546,8-20 0,-3 9 0,-15 7-2762,-30-3 1,-7 28 2785,11 62 1,2 31 2,5-20 0,-2 8 0,0 6 0,2 2 0,2-1 0,6-4-544,6 9 0,6-3 0,3-1 1,-2 0 449,-6-1 0,-2 1 0,4-3 1,9-5 159,16 11 1,11-6 0,6-25-268,8-42 0,6-24 1,-3 3 259,5 12 0,-2-5-1,-5-10 1,0-8 0,-9-2 529,-8-8 1,-9 3-256,2-4 1327,-4 3 1,-12 4-1283,-28 26 3078,-37 25-3448,23 10 1,1 5 5,-9 6 0,4 8-1148,13 10 1,4 6 0,4-5 1124,-4 12 1,4 6 0,15-10 156,44-42-61,-15-13 11,27-19-978,-25-30 1,-6-7 1039,0 10 155,0-9 1,-6 7-39,-19 37 2036,-8 22-2305,-2 13-44,-6 28-1370,12-11 0,4 2 1420,7 16 0,0 5 0,1-38 0</inkml:trace>
  <inkml:trace contextRef="#ctx0" brushRef="#br0" timeOffset="4438">4741 2073 16230,'0'-46'3470,"0"0"0,-2-9-3392,-2 71-55,-1 20 1,-2 19 0,-1 5 0,2-7-95,0-9 0,1-4 1,0 6-194,-1 1 1,-1 6-1,-1 3 1,1-2 0,2-5-563,0 9 1,0-5 0,3-2-2169,0 9 0,3-3 2994,1-2 0,2-8 0,4-8 0,-1-33 0</inkml:trace>
  <inkml:trace contextRef="#ctx0" brushRef="#br0" timeOffset="4811">4596 2651 21909,'13'-51'58,"0"-1"0,2 7 0,9 7-75,23 18 0,15 10 0,-2-1-1782,-6-2 0,-1-2 1,-4 3 1862,1-1 1,-4 1 94,1-2 1,-18-1 2357,-40 4-1873,1 1 782,-19 10-1398,11 14-23,-7 20-2,14-2 0,4 4 1662,1 1 0,4 2-1665,15 17 0,3-1 0,-6 1 0,27-3 0</inkml:trace>
  <inkml:trace contextRef="#ctx0" brushRef="#br0" timeOffset="5004">5320 2083 18492,'-3'-3'3950,"1"1"-3950,-1 24 0,3-16 0,-3 17 0</inkml:trace>
  <inkml:trace contextRef="#ctx0" brushRef="#br0" timeOffset="5423">5606 2353 24631,'-44'20'52,"0"0"1,12 29-1,10 6-63,10-15 0,8 1 8,8 19 0,15-12 140,23-44 1,4-14 13,2-3 20,-4-17 0,-7-11 58,-24-5 1,-8-3-149,1 11 1,-1 0-10,-3-5 1,-6 4 179,-21 7-420,-10 27-185,2 2 353,30 56 0,4-33 0,24 23 0</inkml:trace>
  <inkml:trace contextRef="#ctx0" brushRef="#br0" timeOffset="5857">6183 2254 25466,'-7'48'11,"0"0"1,0 0-1,-5 10-6,6 0 1,1 10 0,1-17 173,2-25 347,5-5-462,6-47 1,7-19-15,16-9 1,4-1-29,-12 8 1,5 4-14,8 13 0,7 5 1,-6 10-38,10 19-322,7 20 0,-7 14-3639,-32 0 1,-7 4 3309,10 4 1,-6-2 0,-19 15 0,-1-41-1</inkml:trace>
  <inkml:trace contextRef="#ctx0" brushRef="#br0" timeOffset="6594">7745 2071 20341,'-40'2'737,"-1"-1"1,-1 15 0,11 9-744,24 25 487,22-19 1,6-5-95,9-11 7,3-33 1,-5-11-316,-18-1 164,-16-18 1,-10 13-5159,-27 83 3739,2-52 722,20 58 0,12 9 1,10-37-1,4 23 0</inkml:trace>
  <inkml:trace contextRef="#ctx0" brushRef="#br0" timeOffset="6946">7695 2541 16863,'-4'-2'6648,"-50"20"-6631,41 1-37,4 23 1,9 4 19,24-7 442,11 1 1,-3-16 285,-21-54-538,-4 1-1159,-27 0 1,-8 2-2135,1 8 3103,-17 7 0,38 13 0,1 2 0</inkml:trace>
  <inkml:trace contextRef="#ctx0" brushRef="#br0" timeOffset="7549">1310 3201 17031,'-55'-3'-1845,"-1"0"0,6 1 1,18 6 6403,48 17-2156,28-5-1762,-3-6 0,13 1 1,6-1-1,1-1-1268,-8-3 1,4-1 0,2 0-1,0 0 1,0-1 0,-2 1 634,2 0 1,-4 1 0,1-1 0,3 0 0,8-1 9,-13-1 0,4 0 1,5 0-1,2 0 1,3-1-1,1 1 0,1-1 1,-1 0-1,-2-1 1,-2 1-1,-4-2-148,6 1 1,-4-1 0,-2-1 0,-1 0 0,0-1 0,3 1 0,4 0 0,6 0 187,-20 0 1,3 0-1,4 1 1,1-1 0,3 1-1,2-1 1,0 0 0,2 1-1,0-1 1,-1 0 0,0 1-1,-1-1 1,-1 0 0,-2 0-1,-3 1 1,-2-1 0,-4 0-187,16-1 1,-5 0 0,-4 1 0,-2-1 0,-1 0 0,1 0 0,2 0 0,4 1 0,5 0 63,-14 0 0,4 0 1,4 1-1,3-1 1,2 1-1,1 0 1,2-1-1,-1 1 1,1 0-1,-1 0 0,-2 0 1,-3 1-1,-2-1 1,-3 0-1,-5 1 1,-5-1-1,-5 1-5,20 1 1,-12 0-1,-5 0 1,1 0-1,8 1 1,-3-2 0,7 1-1,6-1 1,1 0-1,0 1 1,-4-1-1,-7 1 1,-9 0 0,-12 1-1,24 6 1</inkml:trace>
  <inkml:trace contextRef="#ctx0" brushRef="#br0" timeOffset="308692">5174 4785 14622,'-8'-53'2167,"1"1"1,0 8 0,2 10-2106,4 19 61,1 45-84,0 3 0,-1 6-11,-2 14 0,-1 4 31,0 4 0,-3-2 181,-1-8 1,-2-6 942,-8 10-562,-3-47-329,0-50-264,10 0 0,3-7-31,3-13 0,6-2 5,6 19 0,4-1 0,5 3-2,3 2 0,4 2 0,4 4 0,22-8 0,6 11-23,3 11 1,1 11-34,-5 12 0,-4 11-9,-8 10 1,-9 10 22,-14 12 0,-12 5 50,-14 4 1,-10 0 33,-11-1 0,-7-5 67,-1-10 0,-1-8 3,5-10 0,2-10-56,-6-18-56,26-23-28,34-11 11,2 21 1,7 3-10,12 3 1,4 6-26,10 8 1,0 9-28,-4 6 0,-7 10 33,-12 11 0,-15 7-6,-25 10 1,-16 1 53,-10-1 0,-11-4 26,0-13 1,-7-2 0,3-7-24,-2-6 0,3-11-121,1-12 0,12-13 22,27-20 1,16-9 44,12-7 1,9-1 21,-6 18 0,3 1 0,2 3-42,17-7 1,1 9 16,-5 11 1,-1 11 81,-2 15 0,-4 9-45,-2 10 0,-4 5 14,1 6 0,-2 0 5,-2-2 1,1-4-1,0-7 1,2-6 11,1-10 0,1-7 30,2-12 1,-2-8 86,0-9 1,-6-7 69,-5-7 1,-9-4-12,-12 1 0,-11 1-67,-9 6 0,-9 6-45,-7 8 1,-4 8-88,0 10 0,1 9-78,2 7 0,5 7-966,8 9 0,6 4 202,9 25 0,8-15 0,13-21 0</inkml:trace>
  <inkml:trace contextRef="#ctx0" brushRef="#br0" timeOffset="308943">6773 4408 23366,'-16'57'-78,"-1"-1"0,1 1 0,0-1 0,1 3 0,1 1 0,1-2 0,4-6 0,2 10 0,4-7 0,2-6 0,-1 1 1</inkml:trace>
  <inkml:trace contextRef="#ctx0" brushRef="#br0" timeOffset="309359">6487 4998 20498,'23'-38'-243,"0"1"0,0 0 0,7 2 0,2 2 0,5 7-1225,5 8 0,6 7 1,0 0-813,4-3 0,1-1 1,-3 1 2531,9-4 0,-4-2 2498,-6-3 0,-9-4 3479,-8-22-4476,-17 6-229,-13 1-1037,-4 26-437,-1 24-16,-9 52-37,2-7 0,-1 8-270,1-7 1,-2 3 0,2 2-2186,2-9 0,1 1 1,0-1-1,1-2 2098,-2 3 1,1-3 0,1-3 0,2 10-1,2-10 1,2-21 0</inkml:trace>
  <inkml:trace contextRef="#ctx0" brushRef="#br0" timeOffset="309860">7060 5171 16023,'2'-53'1453,"-1"0"0,0 1 1,3-16-1,11 11-1515,15 27 1,9 9-194,3 7 0,4 4 20,7 0 0,1 3 145,0 2 1,-4 5 262,4 7 292,-23 15 50,-41 7 1,-11 5-272,4 3 0,0 1-158,-4 5 1,7 0-3,23-2 0,13-6-73,10-14 1,8-7 38,7-1 0,3-9 317,1-15 0,-7-11-3,-20-6 0,-9-4-84,-7-6 0,-10-2 7,-15 1 1,-10-3 0,2 7-282,-14-17-1452,1 36 1,5 14-224,26 24 1669,4 18 0,3 0 0,2-21 0,7 11 0</inkml:trace>
  <inkml:trace contextRef="#ctx0" brushRef="#br0" timeOffset="310499">8087 4976 17367,'16'24'8738,"-18"-86"-8671,2 57-73,18-51 1,18 2-15,9 61 1,6 9 13,-3-28 0,-3 8 94,-13 56 0,-6 24 0,1-36-18,8-85 0,6-4-119,2 69 0,8 31 0,2 1 0,-6-29-127,-7-47 1,-4-20-1,1 22-248,3 40 0,4 22 0,-6 6 0,-16-9 0,-22 8 0,-12-12 0,1 1 0</inkml:trace>
  <inkml:trace contextRef="#ctx0" brushRef="#br0" timeOffset="327459">8178 4857 21399,'3'-26'454,"5"36"-342,-4 53-14,-3-17 1,-2 2 7,-2-2 1,-2-2 49,-1-8 1,1-4 1081,-4 3-68,12-32-749,12-36-158,8-28-207,-9 22 0,3 0-20,-1 1 1,3 3-37,21-11-23,6 28-27,7 32 39,-25 5 0,-2 6 5,-2 7 0,-4 4 3,-4 4 1,-3 1 2,-5-4 0,-2-3 173,-4 10 410,-2-28-460,6-75-67,14 7-34,-3 6 1,6 2-35,7 17 1,5 8 8,7 7 1,2 7 7,0 9 1,-2 9-115,-1 8 0,-7 9-570,-9 13 1,-7 2-1,2 7 1,-18 2 0</inkml:trace>
  <inkml:trace contextRef="#ctx0" brushRef="#br0" timeOffset="328443">10158 4728 23114,'-8'45'11,"-1"0"0,5 3 0,1 5 1,2 4-1495,2-4 0,2 4 0,0 1 0,0-3 775,0 8 0,0-3 1,0 0-1,-2-3 1,0-1-1,0-13 1,-1-9-1</inkml:trace>
  <inkml:trace contextRef="#ctx0" brushRef="#br0" timeOffset="328860">10005 5487 16124,'-6'-62'1437,"0"1"0,0-1 0,1 9 1,1 1-1,12 10-1437,25 10 0,12 10-115,12 8 0,7 6-44,-12 2 1,1 1-1,3 2-150,6 3 1,2 2 0,-5 2 157,0 0 0,-6 3 249,-3-1 0,-14 8 737,-38 38-628,-7-22 1,-3 2-155,-4 5 0,6 1 14,13-2 0,9-4-27,35 7 122,-3-23 0,4-9 213,-13-10 1,-2-9 136,1-10 1,-10-8-107,-19-8 0,-13-4-238,-9-2 0,-10 3-314,-13 6 1,-6 9 145,4 17 0,1 5 0,-20-2 0,31 24 0</inkml:trace>
  <inkml:trace contextRef="#ctx0" brushRef="#br0" timeOffset="330663">12291 5000 19378,'-1'-53'1449,"0"1"0,0-1 0,2-22 1,-2 32-1484,-3 62 32,2 21 0,3 16 0,-1-2-68,0 6 0,0 5-765,-1-15 1,0 7 0,-1 3 0,0-1 0,0-5-1188,-3 11 0,0-4 0,-1-1 1064,-1 3 0,-1 0 0,-2-8 1635,-3-3 0,-2-24 2695,-2-68-2004,12-4 1,2-12 0,0-1-630,1 1 0,0-2 0,0 2-521,1 4 0,-1 1 0,3 5-314,-1 0 1,10 14-162,55 40-268,-15 3 1,9 4-1,2-1 316,-13-4 0,2-1 1,0 0-1,-1-1 658,16 5 0,-1-2 0,-5-6 100,5-8 0,-16-8-151,-30-11 414,-49-4-577,-21 32-403,44 50 0,21-5 622,31-63-356,-7 46 0,-5-8 344,-10-79 1,-15-19-420,-25 18-707,-14 35 1,1 16-9148,30 60 9767,-5-22 0,2 0 1,19 19-1,-6-38 0</inkml:trace>
  <inkml:trace contextRef="#ctx0" brushRef="#br0" timeOffset="331028">13423 5363 19294,'-3'64'993,"-1"0"0,1 1 0,-1-1 0,0 0 0,5-103 0,1-39 0,-4 19-982,-8 38-11,12-33 0,10-30 0,4 7 0,-1 40 0,1 49 0,-3 32 0,0 0 0,0 0 0</inkml:trace>
  <inkml:trace contextRef="#ctx0" brushRef="#br0" timeOffset="332313">13454 5149 8332,'-11'5'8385,"2"0"-5422,9-5-2307,20-77 267,7 27-744,-6-3 1,8 4-155,8 25 0,3 11-36,17 5-6,-7 21 0,-1 10-5,-14 5 0,-4 5 41,3 5 1,-9 4 150,-23 4 1,-13-3-95,-11-8 0,-9-6-24,-6-6 1,-6-4-1,-1-4-2374,-14-2 0,1-4 1846,14-3 0,3-2 0,-10-7 1,47 0-1</inkml:trace>
  <inkml:trace contextRef="#ctx0" brushRef="#br0" timeOffset="333145">4233 5574 14574,'58'2'132,"0"1"0,1-1 0,-1 0 1,0 1-1,0-1 0,0 1 0,0-1 1,0 0-1,3 0 0,0 0 0,1 0 1,0 0-1,0 0 0,-1 0 1,-1 0-618,5-1 1,-2 1 0,-1-1-1,0 0 1,1 1 0,1-1 0,2 0-1,3 1 612,-12-1 1,2 0-1,1 0 1,1 1-1,0-1 1,2 0-1,1 1 1,-1-1-1,2 0 1,-1 1-1,1-1 1,-1 1-126,-5-1 1,1 1-1,1-1 1,-1 1 0,2-1-1,-1 1 1,0-1 0,1 1-1,0 0 1,0-1-1,0 1 1,-1-1 0,1 1-1,-1 0 26,3 0 0,1-1 1,-2 1-1,0 0 1,0 0-1,0 0 1,1 0-1,0 0 1,1 0-1,1 0 1,1 0-1,2-1 1,1 1-37,-10 0 1,2 0-1,0-1 1,2 1-1,1 0 1,1 0-1,1-1 1,0 1-1,0 0 1,1-1-1,0 1 1,-1 0-1,1 0 1,-1-1-1,-1 1 1,-1-1-1,0 1 1,-1-1-1,-2 1 13,3-1 1,-1 1 0,0-1 0,-2 0 0,0 1 0,0-1 0,-1 0 0,0 0 0,0 1 0,0-1 0,0 0 0,0 0 0,1 0 0,-1 0 0,2 1 0,0-1-62,-1 0 1,1 0-1,0 0 1,0 0-1,0 0 1,1 0-1,-1 0 1,1 0-1,0 0 1,0-1-1,0 1 1,-1 0 0,1 0-1,0 0 1,-1 0-1,0 1 1,0-1-560,3 0 1,1 0-1,1 1 1,1-1 0,0 0-1,-1 1 1,1-1-1,-1 1 1,-1-1 0,0 1-1,-3-1 1,0 0 0,-3 1-1,-1-1 1,-3 0-1,-2 0 532,16 0 1,-4 1-1,-4-1 1,-2 0 0,-2 0-1,0 0 1,0 0 0,2 1-1,3-1 1,4 2-1,3-1 1,-2 0 0,-3 1-1,-8-1 1,-9 0 0,-14 0-1,11 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32:51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1772 2530 20699,'8'3'1305,"-16"49"-1253,-3-10 1,-4 7 0,1 0-10,1-1 0,0-1 0,1-1 253,-2 8 1,1-7 1294,1-3-1054,8-71-372,9-11 1,4-10-93,-2 5 0,0-4 0,1 0-125,3-4 0,2-1 0,1 2 70,0 5 1,1 1 0,1 4 27,8-6 1,4 10-36,4 17 0,2 11-14,7 15 1,0 12-10,8 17 1,-3 9 8,-9-2 1,-5 5 3,-12-9 1,-3 3 0,-5-2-2,-8 0 0,-5-3 235,-4 19 159,-7-61-350,9-24 1,6-12-28,1 0 0,2-2 36,7-13 0,4 3-48,1 20 1,4 6-6,33-3-33,4 53-12,-26 10 0,-3 6-76,-4 2 1,-2 3-482,-1 13 0,0-1-984,-2-12 1,1-4 776,-1-7 0,5-6 459,8-12 0,3-11 952,-7-17 0,-1-9 956,17-21-648,-30 11 0,-6 0 238,-9-8-1014,-2 12-263,-1 18 124,19 32-18,13 2-38,16 7 72,13-20 123,-8-42 29,-16-11-40,-27 3 1,-9-3 60,-22-15-111,-12 7-28,-15 45-73,9 41 19,21-7 1,5 6-135,10 19 1,10 2-371,10-8 0,8-3-2,4 3 0,9-8 69,9-16 1,3-12 532,-12-16 0,-2-7 112,0-6 0,-5-7 249,-8-15 0,-8-4-70,-4 10 0,-2 1-65,5-29-274,-5 36 6,5 39-34,0 18-11,-2 2 0,0 3 17,1 25 39,-2-2 331,-4-34-213,10-43-40,8-26-67,-7 10 1,1-1-49,2 0 1,2 2-48,17-14 17,5 31-12,-9 32-5,0 37 3,-23-23 0,-3 2 25,-1 0 0,0-1 78,0 8-5,5-32-39,16-44-29,-8 6 1,1-3 8,3-4 0,2 2-26,-3 5 1,0 5-67,16 4 72,-8 35-2,-11 12 0,-1 6-1,-1-1 1,0 1-29,3 6 1,2-2-3,6-7 0,4-6 27,24-8 26,-19-17 0,-1-8 34,-7-9 0,-4-5 47,-3-4 0,-3 0-5,2-9-202,-13 15 100,-16 44-4,11 34 16,-4-14-82,28 5 1,13-11 140,-2-35 0,2-8-31,1 18 0,-6-9 70,-13-42 0,-18-13 5,-36 2 1,-15 0-88,20 15 1,-2 0 0,0 3-118,-20-16 1,8 24-1614,20 62-3215,43 6 4929,0-2 0,3-3 0,9-4 0,-9-18 0</inkml:trace>
  <inkml:trace contextRef="#ctx0" brushRef="#br0" timeOffset="646">4691 2740 16331,'0'-57'9028,"5"42"-9048,26 16 1,9 14-449,-3 21 1,-3 13-1119,-9-9 1,-2 5 0,-4-4 1638,4 8 1,-16-17-112,-35-41 1,-6-13 62,13 0-25,3-25 1,15-1-99,46 25-53,3 13 0,16 2 1,2 1-1,-11-1 333,-11-2 1,-1 2-89,18 4 1,8 4 0,-6 5 84,-1 10 1,-9 2-115,4-10 1110,2-16 1,13-11 0,-14-2-772,-25 0 0,-6-4 1426,13-21 1,-11 9-1788,-23 34-1158,-5 43 1,-7 41-1,0-8 1057,4-32 0,-2 2 78,-4 12 0,-2 16 0,-2 4 0,1-7 0,1-17 0,-5 6 0,-4 4 0,0 0 0</inkml:trace>
  <inkml:trace contextRef="#ctx0" brushRef="#br0" timeOffset="2184">7064 2771 9078,'-17'-59'3276,"1"1"1,5 14 0,-4 19-2174,-14 48 0,-7 33 1,7 0-1113,2 0 1,18 1 47,28-7 0,16 1 1,2-8 30,-4-9 0,7-10 116,18-3 1,11-7 0,-7-16 160,-21-19 0,-6-12 0,-2-4-174,-2 0 1,-2-4 0,-6-4-8,-2-14 0,-8-5 0,-11 2-52,-17 9 0,-9 2 1,1 3-124,3-5 1,-6 8 5,-25 8 0,-9 20-111,14 33 0,-2 17 0,5-2-127,2-5 0,3 4-69,-5 7 0,0 6 1,22 1 309,39 1 0,22 1 0,-6-6 0,-18-10 0,0-3 0,16 3 0,0 0 0,1 0 0</inkml:trace>
  <inkml:trace contextRef="#ctx0" brushRef="#br0" timeOffset="3026">7781 2810 22744,'0'-45'545,"0"1"0,0 2 0,0 18-539,-1 39 27,0 19 1,-2 11-23,-3 9 0,-2 9 1,0-2-14,3-12 0,0-1 0,-1 2-985,-1 1 1,-1 5-1,-1-3 1,1-8 1000,0-5 0,0-5 595,-2 9 0,0-7 58,1-18-460,-2-24-129,10-49 1,8-22-76,-4 34 1,1 0 0,1-5-118,1-11 1,2-7 0,1 0 0,-1 6 115,-1 13 0,1 4 0,0-1 5,3-13 1,1-3-1,4 10 1424,1 14 1,6 7-1460,11 3 0,5 7 2,-7 7 1,1 10-54,20 22 1,-3 12 50,-24-11 0,-6 5 11,8 28 1,-19 3 46,-48-13 1,-15-4-67,25-2 0,-5-6-410,-14-16 0,-9-9 0,12-4 0,8-6 0,-6-15 0</inkml:trace>
  <inkml:trace contextRef="#ctx0" brushRef="#br0" timeOffset="3881">8457 2343 15031,'0'-7'4240,"0"-30"0,0-8-2890,-1 9-1154,1-8 0,0 4-302,0 27 78,3 51 42,0 15 0,-1 8-16,-1-19 0,1 1 0,-1 4-142,-1 0 0,0 4 0,-1 1 1,0-4-134,0 4 1,-2-4 0,0 1-985,-1 0 1,0-1 0,-1-4-1882,0-1 0,-1-8-5276,-8-7 8418,0-60 993,2 4 1,-2-5 3672,-1-4 0,-1-1-2362,-1 1 1,1 0-400,-8-23-1100,22 9-900,30 18-26,8 18 1,7 4 2,9 3 1,3 2 75,4-2 0,1-2 101,-6-3 0,-4-2 237,8-13 752,-24-16-628,-26 21 247,-8-6-499,-3 21-264,1 6 68,-1 35-39,2 10 0,1 5-163,1-10 0,0 3-1380,0 2 1,1 4 0,1-6 1609,3 16 0,0-6 0,-4-31 0</inkml:trace>
  <inkml:trace contextRef="#ctx0" brushRef="#br0" timeOffset="4099">8981 2183 19350,'-4'-4'3764,"2"0"-3971,2 4-3081,-21-10 3288,20 19 0,-19-16 0,24 18 0</inkml:trace>
  <inkml:trace contextRef="#ctx0" brushRef="#br0" timeOffset="5223">9169 2532 13172,'-6'-49'9830,"4"40"-9584,-5 68-140,-2-16 1,0 5 870,5 24 1,-1-27-356,-9-101-550,20-9-67,-5 22 1,0-5 0,5 5-76,10 6 0,6 9 14,9 14-84,24 30 0,0 17 109,-30 0 1,-4 8 89,0 7 1,1 5 0,-1-27 427,12-69-537,8 5 31,-20-4 0,0-8 1,6 20-52,21 35 0,-1 19 75,-5 16-13,-20 0 1,-2 8 0,-3-10 74,1-10-6,11-43 1,9-22 0,-6 4-51,4-5-3564,17 27 1,-3 19-6279,-36 44 8955,-6-8 1,0 6-1,-2-12 1,-1-15-1,-4-17 1</inkml:trace>
  <inkml:trace contextRef="#ctx0" brushRef="#br0" timeOffset="5830">10103 2174 17339,'-6'-4'6430,"1"1"-7813,-17-24-2404,25 26 3787,-14-19 0,21 28 0,-2-2 0</inkml:trace>
  <inkml:trace contextRef="#ctx0" brushRef="#br0" timeOffset="6563">10567 2407 11642,'0'-5'9830,"0"2"-8037,-35-52-1737,20 42-95,-24-26 56,35 60 16,25 23 1,7 5-34,-6-3-3,14 4 0,-1 4-216,-21-17 1,-6-2-2235,-4 30 2453,-16-30 0,-6-6 0,-8-6 0,-9-19 0</inkml:trace>
  <inkml:trace contextRef="#ctx0" brushRef="#br0" timeOffset="6829">10487 2456 9940,'0'-5'9830,"0"0"-5517,-7-55-4162,1 52-73,-29 2-61,6 59-23,3-6 1,-5 10-1,2-4-283,-2 2 1,2 1-1467,2-4 1,-1 5 0,4-7 1754,5-7 0,5-5 0,-2 15 0,16-37 0</inkml:trace>
  <inkml:trace contextRef="#ctx0" brushRef="#br0" timeOffset="7552">11100 2464 17630,'0'-5'5674,"0"2"-5226,0 3-336,-84-14-79,47 54 1,0 5-42,-13-38 0,2 1 8,12 40 0,21 1 5,37-28 163,9-24 0,4-9 42,-2-2 0,0-6-23,8-14 1,-5-6-48,-17 8 0,-5 1 79,-2-16-303,-17 59 107,4 7-23,-5 27 5,12-13 1,10-3 2,18-9 1,6-5-15,-8 4 1,2-5 13,23-16 0,0-16 23,-11-16 0,-7-13-15,-8-3 1,-3-7 0,-2 1-400,-3 11 1,-1 1 0,-4-3 428,-1-14 1,-5-2 0,-5 6 59,-7 10 1,-5 5 86,-8-3 0,-3 6-193,-8 7-1478,-4 66 0,3 18 1478,12 3-6,4-1 1,1 12-1,5-6-175,9-8 0,5-2-26,1 1 0,2 3 0,2 0-599,0-4 0,2 0 0,-1-3-4110,3 8 1,-2-5 3408,-3-13 0,-6-9 0,-11-15 0,1-14 0</inkml:trace>
  <inkml:trace contextRef="#ctx0" brushRef="#br0" timeOffset="7898">11515 2548 11077,'-24'-48'3276,"0"0"1,-1 2 0,16 9-2151,47 24 0,12 8-1222,-6-9 34,-5 12 1,8 1 0,0-1 2,12-7 0,-5-1 115,7 0 252,-8-10 0,-11-6 1400,-37-5-1114,1 0-549,-8 13-1738,-2 45 0,2 12 1681,0-9-78,1 18 1,6 7-4350,14-11 0,3-5 4439,0 16 0,-1-18 0,-4-11 0,-14-23 0</inkml:trace>
  <inkml:trace contextRef="#ctx0" brushRef="#br0" timeOffset="8112">12110 2025 22032,'14'15'-385,"-14"-23"1,22 43 0</inkml:trace>
  <inkml:trace contextRef="#ctx0" brushRef="#br0" timeOffset="8533">12608 2256 24413,'-58'27'188,"1"0"1,3-3 0,16 5-103,45 14 1,15 0-31,10-2-39,3-5 0,8-11 71,-2-29 0,5-13 0,-5-1-30,-9 6 1,-2-6 47,5-15 1,-1-9-1,-18-1-15,-27 5 1,-17 0 0,4 0-92,7-11 0,-3 2-65,-20-5 1,1 25-1533,13 85-514,11-12 1432,2 16 1,2-1 0,4-18-1,0 8 1</inkml:trace>
  <inkml:trace contextRef="#ctx0" brushRef="#br0" timeOffset="8948">12995 2365 16370,'27'-59'4738,"0"0"1,10 27-4716,-40 93-9,0-12 1,1 8 0,0-5-4,-3-8 1,6-4 175,15-2 1,9-15-20,8-41 0,6-25 0,-1 2-101,6 7 0,2-1-7,-4-7 0,4-4 0,-2 12-10,3 20 0,-2 8-38,18 2-262,-14 29 1,-9 15-4470,-32 3 0,-6 3 4719,6 4 0,-3-3 0,-14 13 0,5-50 0</inkml:trace>
  <inkml:trace contextRef="#ctx0" brushRef="#br0" timeOffset="10133">14510 2254 15956,'0'-38'4183,"0"1"1,-18-4-4153,16-1 0,-4 9 19,-40 38-106,33 15 34,-12 36 58,41-18 1,7-2-15,-6 6 199,16-17 1,0-14 24,-18-32 253,-2-40-488,-16 29-67,-14-12-2089,-13 79-124,13-5-893,-1 3 0,2 3 3162,2 9 0,4-16 0,5-12 0</inkml:trace>
  <inkml:trace contextRef="#ctx0" brushRef="#br0" timeOffset="10414">14541 2566 14745,'7'-3'8559,"-33"-1"-8335,58 44-185,-36-24 0,30 9 1,12-2 273,-7-13 561,-4-28-762,-23 2-45,-9-21-140,-28 12-606,1 16 1,-2 3 0,-4-8 0,-14 12-1</inkml:trace>
  <inkml:trace contextRef="#ctx0" brushRef="#br0" timeOffset="11383">1779 3718 7498,'-45'-1'849,"1"1"1,-9-1-1,21-1 2422,68-4-2319,-2 1-608,16 1 1,12 0-251,-8 1 1,5 0 0,8 0 101,-16 1 1,6 0 0,5 0 0,1 0 0,1 0 0,-2 0 0,-4 0-735,6 0 1,-4 0 0,-1-1-1,3 1 1,3 0 576,-12 1 1,1-1 0,2 0 0,1 1 0,2-1 0,1 1 0,2-1 0,1 1 56,-3 0 1,3 0 0,3 0 0,2 1 0,1-1 0,0 1-1,-2-1 1,-1 1 0,-3-1 0,-3 1 0,-6-1-505,17 0 1,-9 0 0,-3 1-1,3-1 1,9 0 425,-18 0 0,4 1 0,4-1 0,4 0 1,1 1-1,2-1 0,0 1 0,-1-1 1,-1 0-1,-2 1 0,-4-1 0,-3 0-93,9 1 1,-5-1-1,-3 0 1,-1 0 0,2 0-1,3 1 1,7-1 167,-14 1 0,3-1 0,2 1 0,4 0 1,1-1-1,2 1 0,0 0 0,2 0 1,-1 0-1,0-1 0,-2 1 0,-1 0 0,-2 0 1,-2-1-174,2 1 1,-3 0 0,-2-1-1,-1 1 1,-1 0 0,0-1-1,2 1 1,0 0 0,3-1-1,3 1 1,3 0 90,-11-1 0,4 1 0,1 0 0,3-1 1,2 1-1,2 0 0,0-1 0,2 1 0,0-1 1,0 1-1,0 0 0,-1-1 0,0 1 1,-1-1-1,-2 0 0,-2 1 0,-2-1 0,-2 0 1,-4 1 11,12-1 0,-5 0 0,-3 0 0,-2 0 0,-1 0 1,-1 0-1,0-1 0,2 1 0,3-1 0,3 0 1,5 0-11,-14 1 1,2-1 0,3 0 0,2-1 0,1 1 0,3 0 0,1-1-1,1 1 1,0-1 0,1 0 0,1 0 0,-1 0 0,0 1 0,-1-1 0,-1 0-1,-1 0 1,-1 0 0,-3 1 0,-1-1 0,-3 0 0,-3 1-1,18-1 0,-3-1 0,-4 1 1,-2 0-1,-2 0 0,0 0 0,-1 0 1,1 0-1,1-1 0,2 1 0,2-1-2,-8 1 1,0-1 0,2 1-1,1-1 1,0 0 0,1 0-1,0 1 1,0-1 0,0-1-1,1 1 1,-1 0 0,-1 0-1,0-1 1,0 1 0,-2 0 46,5-1 1,1-1-1,0 1 1,0-1-1,0 0 1,-1 1 0,-1-1-1,0 0 1,-2 0-1,-1 1 1,-2-1 0,-2 1-1,-3 1-60,16-2 1,-7 0 0,-3 1-1,-1 0 1,1 0 0,3 0 0,7-1 22,-15 1 1,4 0-1,3 0 1,2-1-1,2 0 1,1 0-1,0 0 1,0 1-1,-2-1 1,-1 1-1,-3 1 1,-4 0 0,-3 0 87,11 1 0,-4 0 1,-3 1-1,-2 0 1,-2 1-1,-2 0 1,1 0-110,7 2 0,-2 0 0,-1 1 0,-2-1 0,-1 1 0,12-2 0,0-1 0,-5 2 0,-14 2 0,10 13 0</inkml:trace>
  <inkml:trace contextRef="#ctx0" brushRef="#br0" timeOffset="18861">7587 5148 12382,'-2'-35'4478,"-1"0"0,-12 3-4162,2-4 1,-4 11 103,-35 55-297,21 8 1,4 8-102,8-5 0,4 4 1,6 1-36,6 0 0,6 0 0,7-3 0,8-3 0,7-3 0,6-7 14,8-6 1,6-8 0,1-7 72,1-6 1,1-6 0,-3-7 208,14-15 0,-9-12 19,-18-12 1,-15-7-21,-18-5 1,-16-1-140,-2 20 1,-6 2 0,-4 2-62,-3 4 0,-3 3 1,-2 4-193,-21-4 1,1 9-392,15 12 0,3 10-3109,6 17 0,7 8 3610,8 16 0,12 7 0,6-31 0</inkml:trace>
  <inkml:trace contextRef="#ctx0" brushRef="#br0" timeOffset="19580">9092 5201 18442,'-10'-61'2195,"0"-1"1,3 9 0,0 5-1809,-1-2-381,5 33 89,0 64-73,-3 8 1,-1 8-29,3 0 0,1 2 6,0-13 0,-1 1 0,3-5 56,1-6 0,2-7 264,4 0-225,-2-54-53,-3-25 0,-2-10 11,1 1 0,0-2 3,-1-7 0,0 3 11,1 16 1,-1 8-158,0 15 90,-3 44-454,1 17 0,1 14 1,1-1 453,4-5 0,1-1 0,-1 1 0,-3 3 0,-2 0 0,3-6 0,6-6 0,0 0 0</inkml:trace>
  <inkml:trace contextRef="#ctx0" brushRef="#br0" timeOffset="23426">10554 5204 9251,'0'39'9830,"-9"-74"-8663,13 67 0,7 32 0,-3-19-697,-5-35 779,1-2-1008,-3-16 22,-5-23 56,-5-31-123,-1-1-145,5 29 0,2 1 5,0-6-163,3 24 56,0 8 29,3 18 16,2 3-11,1 6 29,0-3 21,-2-9-5,-3-1 23,0-6-34,-1-1-74,0 15 29,0 17 40,0 16 4,0 4 12,0-18 270,0-16-29,0-29-113,-1-22-72,-4-27-64,2 22 0,-1 0 10,0 0 1,0 2-20,-2-14-145,3 25 67,1 43 72,6 28-5,-1-11 0,1 3-6,3 3 1,-1-1 16,5 24 101,-3-24 118,-5-31-168,-6-42-37,-1 2 0,-1-3 8,-1-8 1,-1-1-12,0 2 1,0 3-45,-1-10-85,4 38 102,7 52-7,0-5 1,0 4 8,2 11 1,1 2 13,0-3 0,0-3 6,-2-11 0,0-5 156,1 2-44,-3-36-62,-6-25-61,3-5-62,-3 2-527,3 18 583,15 23 0,-10-8 0,10 10 0</inkml:trace>
  <inkml:trace contextRef="#ctx0" brushRef="#br0" timeOffset="26264">11958 5185 10466,'8'-3'6531,"-3"4"-6268,-4-2 1625,-15 12-1428,3-4 643,-11 4-39,12-12-319,2-11-134,8-33-393,5-8-134,2-5 56,28 5-185,13 53 6,3 0-34,-20 31 0,-9 14-75,-26 15 0,-13 3 100,7-3 0,-10 0-79,-4-15 1,-9 2 0,-3-2 0,-2-6 198,-10 0 1,-4-8 0,1 0 29,3 0 1,0-1 0,1-8 90,-21 0 1,18-21 63,47-56-245,6 17 6,25 12 1,14 1 0,2 10-106,15 23 0,1 10-188,4-14 1,1 6 274,-7 17 0,1 10 0,-12-6 0,-2 3 0,-11-6 0,0 0 0</inkml:trace>
  <inkml:trace contextRef="#ctx0" brushRef="#br0" timeOffset="28042">13663 5338 17266,'-14'-58'720,"0"0"1,13 1 0,14 11-645,17 32 0,10 9-62,16-1 0,3 9-118,-6 17 0,-5 8 104,-8-4 0,-10 7 39,-17 15 1,-19 2 72,-31-5 0,-15-6 112,6-7 0,-3-4 154,-7-1 0,4-7-82,2-14 102,42-24-359,26 9-11,39-3-51,-14 20 1,2 4 14,-9-3 0,0 1-65,26 10 0,-5 7-123,-10 16 199,-31-9 0,-13 1 13,-34 1 1,-20-6-71,6-9 0,-6-3 0,-1-4-2491,-2-2 1,-2-4-1,4-1 2545,-6-3 0,7-2 0,-4-7 0,46 2 0</inkml:trace>
  <inkml:trace contextRef="#ctx0" brushRef="#br0" timeOffset="30525">15757 5286 17776,'-57'-11'620,"1"0"0,1 5 1,-4 2-1,7 3-273,13 3 0,3 2-145,-18 0 0,3 0 458,-4-4-643,40 3 34,6 5 89,3 35-61,3-9 16,-2 2 0,0 4 11,0-3 1,0-2-12,-3 22 62,-1 5 487,6-47 392,17-32-986,1-4-10,17-26-7,17 9-44,-11 23 0,4 5-15,2 5 1,0 4 8,2 2 1,-3 9-150,5 20 1,-10 8-92,-12 14 119,-14-11 1,-15-1-2768,-34-9 0,-22-5 0,4-4 2905,13-1 0,0-3 0,-7 0 0,-5-1 0,15-6 0,20-9 0</inkml:trace>
  <inkml:trace contextRef="#ctx0" brushRef="#br0" timeOffset="32362">17519 5386 19445,'-51'-6'491,"1"0"1,4 14-1,-1 7 1,6 5-436,4 13 0,5 6-40,2-5 1,-1 3 0,12 1 128,15 13 1,20-5-87,26-15 1,20-7 0,-3-2-43,-19-2 0,-2 0 0,6-5-704,13-5 1,8-4-1,-1-4 1,-11-3 711,-8-3 0,-7-3 0,9 3 1,-14-9 364,-31-17 0,-20-5-332,-17 12 0,-20 2 1,-7 0-1,8-4 0,24-5-8,38-29 1,27-7-1,-21 7-45,-52 14 1,-18 7 0,31 8-6,54 9 0,30 3 0,7 10 0,-15 13-3,-6 37 1,-19 16-351,-17 5 0,-14 2 150,-10-1 1,-6-7 0,7-23 0,0-6 0,-2 10 0</inkml:trace>
  <inkml:trace contextRef="#ctx0" brushRef="#br0" timeOffset="40425">7586 6376 18257,'-3'-48'1251,"-1"1"0,2 3 0,0 19-1173,1 57-22,-1 14 1,-2 7-88,-2 4 0,-3 4-80,1-3 0,-2 4 1,-2-3 112,-1-10 0,-1-1 0,0-3 40,-6 14 0,-1-5 78,5-14 1,-3-13 35,-25-34-16,-2-39-90,19 12 1,0-3 58,-1-10 1,1 1 38,9 15 0,1 2 207,-10-21-478,15 48 112,14 43 13,3-7 1,4 3 11,5 8 0,7-1 0,7-4 0,6-5-9,3-10 1,4-8 58,17-10 1,2-10-6,-14-4 0,-1-4-20,1-2 0,-4-2-257,3-9-4488,-28 12 4706,-5 7 0,-9 3 0,2 2 0</inkml:trace>
  <inkml:trace contextRef="#ctx0" brushRef="#br0" timeOffset="41180">7370 7893 13480,'0'-5'3702,"-13"-26"0,-6-8-2968,-8 5-524,1-8 0,-5 4-41,-20 19-141,18 21 0,-1 7-40,-5 11 1,0 9 8,-5 11 1,3 7-46,6 4 0,7 2-84,8-1 0,13-2 34,17-12 0,11-7 134,18-14 1,8-12 215,7-11 1,0-12 164,-3-8 0,-5-8-25,-13-5 0,-8-3-165,-11 2 0,-6-1-54,-6 6 1,-3 2 56,1-12-493,-1 21 195,4 37 141,7 44-107,-6-12 1,0 5-283,0-6 1,1 3 0,0-1-170,-1-1 0,2-1 1,-2-3-1,-2 3 1,1-6-1,8 13 1</inkml:trace>
  <inkml:trace contextRef="#ctx0" brushRef="#br0" timeOffset="42379">9258 6181 18280,'-16'-49'4576,"2"73"-4504,2 20 1,-2 19 0,-3 6 0,-3-10 110,-4-7 0,-3-5 0,-7-7-34,-11-7 1,-7-7-1,4-14-118,1-19 0,6-17 32,11-22 1,5-12-1,9 28-158,10 35 89,7 24 1,13 10 21,21-5 1,17-1 0,0-6 59,-6-9 1,2-5 0,1-2-18,7 0 1,2-3 0,-6-12-43,2-27 0,-16-4-17,-24 19 0,-12 12 0,1 7 0</inkml:trace>
  <inkml:trace contextRef="#ctx0" brushRef="#br0" timeOffset="44044">8845 7899 15137,'-5'-59'2780,"-1"1"0,1 11 1,3 8-2568,2 12-169,9 38 18,-1 16 8,-3 18 0,-1 6-65,-2-8 1,-2 2-15,-1 16 1,-1 2-1668,-3-6 0,-1-4 1681,1 6 17,-1-15 1,0-6 16,2-22 45,-1 9 157,4-20-207,1-5-57,-2 3 3443,0 4-3409,-2 7-22,1-5 280,2 2-196,1-10 526,0 0-402,0-14-164,1-20-33,2 7 25,8-7 1,4 1-10,1 13-16,14-19-56,8 28 62,-19 7-1,28 5 1,3 3-28,-14 4-18,15 9 1,-3 5 62,-20 5-43,-6 4 1,-3 1 7,-9-4-27,2 29 62,-11-33 27,-18 30-22,-9-19-17,-16 3 34,0-15-6,2-11-39,-6 2 39,-11-1 56,24-7 1,-1-1 89,-28-3-90,10-15-39,23-5 0,10-6-1121,10 9 1065,1-6 0,4 13 0,3-4 0</inkml:trace>
  <inkml:trace contextRef="#ctx0" brushRef="#br0" timeOffset="49008">7273 10410 21181,'-46'-7'416,"1"-1"1,-5 13 0,3 11-199,4 26 0,4 11-114,1-3 0,2 2-60,8-9 1,1 2 0,7-1 25,9 4 0,9-2-37,6-7 1,10-4 19,23-3 1,11-9 18,-2-12 1,2-6-3,5-2 0,-1-6-17,-4-9 1,-4-4-486,4-8-2234,-10-2 2666,-25 15 0,-10 8 0,-1-2 0</inkml:trace>
  <inkml:trace contextRef="#ctx0" brushRef="#br0" timeOffset="49492">7833 10559 16348,'-3'1'4777,"1"-1"-4939,-5 3-387,40-12-2207,27-6-2160,-11 3 1,2-1 4497,-11 3 1,-3 0-1,15-2 1,-45 10-1</inkml:trace>
  <inkml:trace contextRef="#ctx0" brushRef="#br0" timeOffset="49825">7973 10806 20733,'-23'24'546,"1"0"0,17-2-510,35-33 1,16-13-26,4 0 0,3-2-8,2 0 0,-1 1-34,-8 5 0,-4 2-325,-9 6 1,-3 3-9335,6-3 9690,-18 7 0,-10 3 0,-6 0 0</inkml:trace>
  <inkml:trace contextRef="#ctx0" brushRef="#br0" timeOffset="52944">9370 10455 10539,'-3'-27'9724,"-1"13"-8800,-13-25-264,-11 13-436,-23 6-159,18 20 0,-1 5-37,-21 13-3,22 11 0,6 9-56,12 6 1,6 2 21,-3-8 1,6 1-37,19 22 0,11-5 22,21-19 26,-11-9 0,2-7 65,23-27 234,-8-29-112,-31 9 1,-4-4-37,-1-13 0,-6-3 14,-7 11 0,-3 1 75,-2-6 1,-1 4 103,-2 3-263,3 9-207,3 19 162,17 52-56,-5-18 1,1 4-175,7 13 1,1 3-348,-3-7 1,1-2-3062,-1-5 0,-1-3 3599,3 3 0,-4-9 0,-10-20 0</inkml:trace>
  <inkml:trace contextRef="#ctx0" brushRef="#br0" timeOffset="53244">9964 10403 16314,'1'-5'7057,"0"1"-6939,10-39-79,-4 54 56,13-4-221,-11 28 0,-2 13-787,7 2 0,2 2-4003,2-3 1,2-3 4894,-4-13 0,-1-3 0,9 7 0,-18-28 0</inkml:trace>
  <inkml:trace contextRef="#ctx0" brushRef="#br0" timeOffset="53512">9835 10663 21119,'41'-28'68,"-1"1"1,1 0-1,8 0 1,1 3-1,-1 4-813,0 9 1,1 4 744,-6-1 0,3 1 0,-7 0 0,14 0 0,-5-2 0</inkml:trace>
  <inkml:trace contextRef="#ctx0" brushRef="#br0" timeOffset="54223">10640 10093 23187,'-1'-12'386,"5"11"-288,8 24 0,4 13-28,5 16 0,0 1-51,-2-9 1,-1 1-15,-2-4 1,0 2 0,-3-4 27,-4-5 1,-1-2 39,6 29 218,-10-24 532,-3-24-598,-1-25-119,3-38-44,6-10-48,-4 24 0,3 0-14,6 2 0,5 3 11,11 7 0,4 5-19,-4 1 0,3 3-6,22 0 0,3 8-54,-9 16 1,-4 5 42,-3-2 0,-6 7 5,-4 18 1,-14 6 7,-20-8 1,-10 1-1,-10 8 1,-7-2 11,2-11 0,-7-6-73,-12-3 0,-7-4 1,4-5-318,9-3 1,1-6 389,-5-8 0,-4-6 0,10 0 0,7-5 0,6-25 0</inkml:trace>
  <inkml:trace contextRef="#ctx0" brushRef="#br0" timeOffset="54733">11672 10113 21136,'-4'0'2812,"0"0"-3086,-17-23 274,53 20 0,-44-19 0,49 25 0</inkml:trace>
  <inkml:trace contextRef="#ctx0" brushRef="#br0" timeOffset="54994">11840 10451 22873,'8'56'0,"-1"-1"0,1 1 0,-1-1 0,1 1 0,-1-1 0,0-1 0,1-1 0,-1 0 0,0 1 0,0-1 0</inkml:trace>
  <inkml:trace contextRef="#ctx0" brushRef="#br0" timeOffset="57959">11788 6252 14460,'-8'2'6592,"-39"12"-6418,106-34-191,-11 6-28,3 0 0,13-4 1,-2 2-152,-5 3 0,-2 3 1,-2 0 147,10-3 0,-6 5 185,-14 10 1,-17 6-9,-70 32-79,10-15 0,-8-1 11,-11 3 1,-9 0 0,2-2 29,12-6 1,0-1 0,1-2-20,0 1 1,-1-1 0,8-3-90,-11 1 151,74-26 0,17-6-285,3 1 0,6-1 46,7-2 1,5-1-1,-3 2-10,0 1 0,-4 2 28,2-1 1,-21 10 47,-40 17 67,-35 9 0,-18 1 67,13-3 0,-4 0 0,-1 1 91,-6 1 1,-1 0 0,4-1-131,-10 3 0,24-12 112,43-16-154,41-11 0,23-1-343,-13 1 1,4 0 0,1 1-29,0 1 0,1 0 0,-5 3 1,-2-1-1,-6 3 0,7 3 0</inkml:trace>
  <inkml:trace contextRef="#ctx0" brushRef="#br0" timeOffset="64525">7341 12392 9447,'0'-3'8284,"0"1"-6654,0 2-493,-35-56-549,14 34-381,-5-10 0,-5 5 28,-12 28-193,10 11 0,-1 8-14,-6 7 0,1 7-36,-1 8 0,4 5 5,5 4 0,8 1-8,12-2 0,9-2-23,11-5 0,9-5-25,10-8 1,8-6-29,5-8 0,2-7 101,0-8 0,-2-8 75,-4-6 1,-6-8 56,-7-9 0,-6-5 2,-6-6 1,-3-4-15,-3 0 1,-1 0 103,-3 7 0,-1 3 311,2-13-163,-3 26-447,-1 14 139,4 62-73,1-22 1,0 3-6,2 23 0,2 3-31,2-5 1,3-3-1152,4-4 0,4-5-3467,0-14 0,3-5 3801,22 8 0,-17-29 0,-15-5 0</inkml:trace>
  <inkml:trace contextRef="#ctx0" brushRef="#br0" timeOffset="64993">7909 12377 11967,'-4'1'7921,"1"0"-7026,-43 6-643,37-6 152,-1-10-567,37-5 1,20-3-124,2-4 1,4 0-25,-11 5 0,2 0 0,-2 2-309,6 1 0,-4 5-445,18 6 1064,-54 32 0,-11-12 0,-17 9 0</inkml:trace>
  <inkml:trace contextRef="#ctx0" brushRef="#br0" timeOffset="65226">7933 12683 13105,'-4'2'7813,"1"0"-7404,45-30-264,-15 12 1,3-2-116,14-9 1,3-1-95,-5 4 0,1 1-2244,4 1 1,-1 1 2307,-15 5 0,-1 2 0,23-9 0,-33 13 0</inkml:trace>
  <inkml:trace contextRef="#ctx0" brushRef="#br0" timeOffset="66060">8808 11932 15434,'-1'-5'8458,"-1"2"-7601,-4-57-499,4 44-520,-5-39 274,19 84-42,1 25 0,1 6-73,-4-28 0,0 2 8,1 10 1,-1 7 0,-1-4 22,1 1 0,-1-3-11,-3-6 0,0 1 56,3 13 0,-2-7 453,-3-23-442,-2-45-78,1-1 22,3-14 0,6-5-37,15 10 1,2 2 8,6-21 5,9 12 1,7 18-31,-6 44 0,-2 9 14,21-18-14,-33 20 1,-3 15 0,-20-4 65,-37-8 0,-23-3 0,9 0-61,24 10 1,-3-5-547,-30-18 1,-14-10 0,20-11 0,29-13-1,-20-35 1</inkml:trace>
  <inkml:trace contextRef="#ctx0" brushRef="#br0" timeOffset="68442">8985 3898 2281,'13'-3'8733,"-3"2"-4742,-10 1-2042,15-35 121,-15 18-1414,6-23 114,-26 32-647,-15 23 909,9 3 1,0 6-1022,2 1 0,1 3 11,-5 15 1,4 3-32,11-14 1,4 1-12,3 1 1,6-2 25,16 1 83,20-24 57,6-30 235,-1-20-59,-24 7 0,-5-3 86,5-23 91,-14-2-197,-4 30-190,-1 13-134,2 13 33,11 24 17,7 22-11,7 14-12,-10-18 1,0 0-1350,12 21 1344,5-15 0,-14-19 0,-1-18 0</inkml:trace>
  <inkml:trace contextRef="#ctx0" brushRef="#br0" timeOffset="75525">10757 5963 14947,'-3'-4'6542,"1"0"-6514,-19-20 162,26 56-55,-14 7-82,15 13 0,4 7-3,-4-1 1,-4-1 114,-6-2 1,-4-2 7,-5-10 1,-5-5-6,-6-8 0,-6-6-22,-5-8 0,-4-8-60,-3-11 1,0-6-3,2-5 0,2-4-31,6 1 1,5-1 58,-7-7-185,21 15 0,12 20 62,18 27 13,-2-9 1,3 0 3,10 6 0,6-3-4,9-5 1,5-7 2,4-12 1,3-10-3,8-14 0,-3-8-17,-11 2 0,-5-3-210,-2-6 0,-6-1-2482,-2-2 2706,-13 9 0,-15 15 0,-3 5 0</inkml:trace>
  <inkml:trace contextRef="#ctx0" brushRef="#br0" timeOffset="76125">10870 7038 20274,'-50'15'711,"-1"1"1,3 3-1,5 8-538,16 7 1,4 7 0,1 0-96,-7 16 1,2 2-79,8-17 0,0 2 0,10-3 19,13 7 1,14-9-23,13-21 0,8-9-227,12-6 1,5-10-1114,-12-4 1,1-6-1,-4-1 777,7-5 1,-5 0 0,-7 4 0,-5 2 0,-4 1-1</inkml:trace>
  <inkml:trace contextRef="#ctx0" brushRef="#br0" timeOffset="78384">7502 13820 8254,'0'-7'9830,"-12"-20"-7019,4 22-2077,-50 2-555,22 21-115,3-3 1,0 5-1,2 15 1,5 4-32,-2 15 40,6 4 1,6 5-66,13-14 1,7-1-26,7 6 0,11-8-188,17-15 0,10-15-219,-3-21 0,3-13 0,-2 1 0,2 2 0,-3-3 0,-2-15 0,-1 1 0</inkml:trace>
  <inkml:trace contextRef="#ctx0" brushRef="#br0" timeOffset="79111">8198 13742 7705,'-3'1'9830,"0"-1"-8466,-24 11 0,-7 3-127,5-2-1069,-5 2 0,4-1-106,17-7 33,33-21-185,26-14-123,-16 10 1,5-1-1829,4-1 0,4-2 1,-2 3 2040,5 0 0,-2 2 0,0-2 0,-4 3 0,-4 7 0</inkml:trace>
  <inkml:trace contextRef="#ctx0" brushRef="#br0" timeOffset="79443">8240 13956 18358,'31'-30'358,"0"1"1,-6 5 0,-1 3-258,6-2 0,-1 3 95,-1 1 128,-10 8-352,-15 7-604,-12 7-2796,3-2 3428,-2 2 0,6-3 0,2 0 0</inkml:trace>
  <inkml:trace contextRef="#ctx0" brushRef="#br0" timeOffset="81349">7204 13935 9912,'-13'-43'4915,"1"1"0,-7-19-3907,2 7 0,0 1 230,1-1-947,6 25-218,7 15 6,7 15 139,13 25-131,-1 4 0,1 6-76,2 2 0,1 4 9,-2-3 1,0 3 0,-2 0 9,5 13 1,-1-1-3,2 5 0,-1 2 41,-7-8 0,-2 2 0,0-6-249,-2-8 0,-1-1 197,1 16 0,-3-7 0,-4-19 33,3-5 650,-1-6-521,-1-23-117,-2-26 0,-1-24 137,0 18 1,-1-4-180,-3-19 0,0 1-9,2-6 5,-4 16 1,4 3-56,14 0 28,9-4-29,3 20 1,1 3 33,8 1-5,17 9-6,-9 24 0,-10 1 1,1 1 10,14 6 11,-13 0 1,-5 3-6,-6 4 0,-5 5 0,-1 3-5,0 16 24,-10-10 1,-6 1 19,-13 2 0,-3-3-32,-2 13 7,-6-13 0,-3-4 64,-11-1 0,-3-9 1,-3-2-62,-14 7-1,12-14 1,0-3-22,-7 2 128,-11-1-112,27-4-11,8-5-140,30-3 140,3-2 17,8-2-6,29-14-31,13-12 1,2-4 13,-19 12 1,-1-1-3,4-2 1,2-4-1,-9 1 81,-5-19-79,-16 15 1,-4-1 21,-4 0 1,-5-1 8,-10-12 1,-3 2-4,-6-5-25,4 19 1,-6 5 46,-42 11-44,30 7 6,1 3 0,-1 0 27,-7 1-33,19 0 0,-13 0-17,2 31 12,13-11-7,-1 11 1,2 5-5,9 15 24,5-1 0,1 0-8,4 7-67,0-14 0,2-6-2554,0-18 2621,2-2 0,-2-12 0,1-4 0</inkml:trace>
  <inkml:trace contextRef="#ctx0" brushRef="#br0" timeOffset="82179">9371 13405 20341,'-28'-19'1159,"0"-1"1,-4-15-968,2 58 0,-5 27 1,5 1-111,10-10 0,5 1 0,1 3-69,-3 12 0,0 5 1,6-6 22,1 8 0,18-15 98,32-33 1,18-14 0,-1-8-111,-12-9 0,-2-7 0,4-2-24,2 1 0,4-3 0,-1-1 0,-6 3 0,4-9 0,-8 4 0,3-8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4:39:30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14570 1704 20825,'-1'-57'1228,"1"-1"1,-1 1 0,-5-15 0,-12 26-1262,-18 52 0,-6 23 41,8 5 0,3 11 1,1 6-760,4 1 1,1 6-1,2 3 1,2 4 546,5-13 1,2 2 0,0 2 0,1 2 0,1 0 0,-1-1-348,1 5 0,1 0 0,1 1 0,-1-1 0,1 1 0,-1-2 460,0-4 1,1 1 0,0-1 0,-1-1 0,-1-2 0,-2-2 227,-5 11 0,-1-1 1,-2-6-1,-5-11 711,-21 5 0,-2-29-480,7-53 0,8-24-318,20 16 1,7-6 0,7-2-32,8-4 1,9-5 0,4 0 0,4 6-329,11-4 0,5 6 0,4 2 104,-8 10 1,2 0-1,2 2 1,1 4-292,3 3 0,1 3 1,2 2-1,-1 2-459,11-4 0,0 3 0,-1 1 673,-10 4 0,-1 1 0,-3-1 1795,14-5 1,-10 0 1337,-17-5-974,-13-4-175,-11-2 335,-2 7-1880,-2 10 439,-14 37-641,3 12 1,0 7-321,0 2 1,2 2-2756,1 14 0,4-2 3120,5 5 0,3-21 0,-4-35 0</inkml:trace>
  <inkml:trace contextRef="#ctx0" brushRef="#br0" timeOffset="167">14926 1909 17428,'-3'-5'5344,"0"1"-6610,-29-12 1266,27 44 0,-26-36 0,35 40 0</inkml:trace>
  <inkml:trace contextRef="#ctx0" brushRef="#br0" timeOffset="684">15158 1714 23887,'1'-50'910,"1"1"0,7 2-859,7 94-51,-9-3 0,-2 10 0,-3 0-12,-2-3 1,-3 0 0,-1 2 22,-3 10 0,-1 3 1,-4-6 35,-6 5 1,-3-8 195,5-19 1,0-13 81,-2-28-90,24-52-151,3 12 0,3-2-76,5-1 1,5 2 13,1 9 1,5 6-35,3 11 1,3 10-34,3 14 1,1 10-108,1 9 1,-5 8-20,-5 9 1,-12 5 55,-17 1 0,-13-2-292,-15-5 1,-10-8-2252,-7-10 1,-2-7 2657,10-9 0,4-4 0,-7-9 0,33-1 0</inkml:trace>
  <inkml:trace contextRef="#ctx0" brushRef="#br0" timeOffset="1200">15747 1615 24760,'10'62'126,"0"0"1,0 0 0,-2-4 0,-1 0 0,-4-3-99,-5-8 0,-3-2 0,-1-3 86,-3 8 1,-2-6 501,-13 7-213,7-52-212,13-40-121,7 8 0,5-3-12,4-2 1,3 1-31,7 1 0,5 5-20,5 8 1,4 6-23,6 7 0,1 8 5,7 12 1,-2 9-28,-3 7 0,-7 8 19,-12 7 0,-13 3-14,-20 2 0,-15-3 23,-16-3 0,-11-7-60,-8-6 1,-2-9-339,5-11 0,4-10-1670,15-12 1,10-6 2075,13-29 0,15 11 0,14 17 0</inkml:trace>
  <inkml:trace contextRef="#ctx0" brushRef="#br0" timeOffset="1617">16567 1881 19350,'7'-4'6301,"-1"0"-6110,-27-2-57,-12 37-109,7-11 0,1 5-31,1 16 1,7 4 10,6 1 1,12-1 25,19-4 0,9-5 28,-2-11 0,5-8 125,12-9 1,0-13 258,7-34-289,-32 6 0,-7-4-112,-10-5 0,-6 0 5,-5 3 1,-4 4-171,-24-19-1776,-11 34 1899,1 25 0,14 5 0,11 2 0</inkml:trace>
  <inkml:trace contextRef="#ctx0" brushRef="#br0" timeOffset="2133">17203 1819 16986,'14'-56'4181,"-1"1"0,-1-1-3747,3-8 1,-4 15-189,-12 44-64,-9 31 0,-6 22-130,0-1 1,-1 8-1,-1 2-312,1-4 0,-1 3 0,2 2 0,2 0 100,2 1 1,2 1-1,4 0 1,6-3-1204,9-6 1,4-1-1,5-2 1,1-5 1362,4-1 0,3-4 0,2-7 0,14 0 0,-6-12 0,-19-13 0</inkml:trace>
  <inkml:trace contextRef="#ctx0" brushRef="#br0" timeOffset="2917">18224 1930 20341,'-33'-56'1482,"0"0"1,3 21-1,-3 16-1404,-8 31 1,0 21-53,11 9 0,4 10 0,5 3-65,7-4 0,4 2 0,5 2-12,1 8 1,5 1 0,7-4 44,8-13 0,6-5 1,4-5 156,14 1 0,5-13-11,-6-16 0,-3-15 87,-5-20 0,-10-10-14,-14 0 0,-8-1-118,-3-4 0,-11 4-78,-23 12 0,-9 11-73,5 15 0,-1 7-244,-5 3 1,9 8-3023,22 10 1,10 3 3321,16 5 0,19-3 0,-11-28 0</inkml:trace>
  <inkml:trace contextRef="#ctx0" brushRef="#br0" timeOffset="3150">18699 1703 21607,'-3'-8'4565,"0"1"-4447,-14 9-104,23 36 0,10 19-97,-9-14 1,0 4 0,1 3-1918,1 7 1,1 6-1,-1 0 1,0-3 1999,-1 4 0,-1-4 0,-2-2 0,-2 12 0,-6-12 0,-9-20 0</inkml:trace>
  <inkml:trace contextRef="#ctx0" brushRef="#br0" timeOffset="5000">18617 1555 7117,'2'-3'9214,"0"0"-6873,4-28-1506,-15 22-443,1-21-168,-9 36 73,4 3 16,10 6 135,5 5-95,0 4-40,4 9-15,6 5-68,7 4-146,4-4 100,4 10-94,-8-5 0,1 8-65,-7-21 0,0 1-14,13 24 28,3 1-5,-9-2-6,-14-16-22,-9 0 27,-4 1-27,2-6 16,0 4 51,0-1 50,-6-7-67,-6 2-22,-5 2-29,6-2 23,3 6 28,10-3 56,1 0 90,-6 1 5,-5-2-39,-6-3-67,0-6 11,1-4-106,-11-1-729,0-5 1,-4-2 722,-5 1 0,1-2 0,-24 8 0,19-9 0</inkml:trace>
  <inkml:trace contextRef="#ctx0" brushRef="#br0" timeOffset="11467">4680 3662 14729,'-14'-44'1989,"-1"0"1,0 0 0,-8-14 0,-7 13-1889,-5 27 0,-4 13-82,-10 20 1,0 13-24,14 0 0,2 5 1,3 3-7,2 3 1,4 4 0,8 0 34,6 19 0,18-6 62,20-16 0,12-11 97,11-15 1,4-15 117,-1-18 1,-4-13-93,-15 1 0,-7-6 81,-5-12 1,-9 1 106,-7-8-449,-5 17-44,-1 48 50,5 45-241,0-8 1,5 4-1213,3-9 1,4 1 0,2-2 931,11 11 1,2-4 0,-6-12-1,-1-6 1,13-7 0</inkml:trace>
  <inkml:trace contextRef="#ctx0" brushRef="#br0" timeOffset="11684">5528 3586 16583,'-39'-6'3458,"0"0"1,10-2-3560,6-10-274,47 11 0,20 3-2902,9 0 0,9 1 0,-4 2 2462,-1 0 0,-3 1 0,12-1 0,-12 2 0,-32 4 0</inkml:trace>
  <inkml:trace contextRef="#ctx0" brushRef="#br0" timeOffset="11850">5501 3854 23198,'56'-16'-538,"-1"1"1,1 0 0,-8 2 0,-3 1 0,0 1 0,17-5 0,-6 2 0,5-1 0</inkml:trace>
  <inkml:trace contextRef="#ctx0" brushRef="#br0" timeOffset="12183">6697 3379 18235,'-1'-9'2498,"-39"9"0,-13 15-2447,10 30-32,-11-14 1,9 4 11,37 8 0,18 2-51,17-5 0,10-6 84,0-5 1,4-7 209,17-7 1,-1-13 111,-22-14 1,-5-7-163,-3-7 0,-8-5-45,-14-11 1,-10-2-138,-6 5 0,-6 2-566,-3 5 0,-5 7 524,-14 13 0,0 8 0,1 5 0,-9 14 0</inkml:trace>
  <inkml:trace contextRef="#ctx0" brushRef="#br0" timeOffset="13150">4397 4903 20627,'-1'-52'997,"1"0"0,-1 0 0,2-15 0,-3 18-1065,-2 37 141,1 61-73,2-4 0,-1 7-4,-1-9 0,0 3 1,0 0 12,-1 0 0,-1 0 1,0-1 9,-4 9 1,1-6 327,-3 10 242,5-41-365,5-40-134,11-19-79,13-15-34,-3 31 1,5 4-15,10 3 1,5 7-3,8 11 0,2 8-15,2 7 1,-3 8-53,-5 8 0,-12 6 86,-21 7 0,-16 1 26,-24 0 0,-15-5-51,6-14 0,-7-5 0,1-4-1089,-23 1 0,4-14 1134,22-18 0,7-6 0,-3-5 0,43-15 0</inkml:trace>
  <inkml:trace contextRef="#ctx0" brushRef="#br0" timeOffset="13416">5252 4913 20408,'-6'0'3848,"0"1"-4268,30-25-857,18 12 0,10 3-3056,8-6 1,2 1 3623,2 6 1,-2 3-1,-17 4 1,-10 2-1,-17 2 1</inkml:trace>
  <inkml:trace contextRef="#ctx0" brushRef="#br0" timeOffset="13567">5445 5139 20061,'-44'20'1753,"-1"1"0,13 0-3965,71-29 0,26-11 2212,-2 3 0,0-1 0,-5 2 0,-5 2 0,-22 5 0,1 0 0</inkml:trace>
  <inkml:trace contextRef="#ctx0" brushRef="#br0" timeOffset="13783">6512 4672 21293,'-1'-4'5333,"-1"1"-5121,2 3-189,-27 7-40,26 24 0,5 13-756,-10-1 0,-4 4 0,3 1 165,7 1 1,3-1 0,-1 0-1,-1 18 1,-2-9 0,-5-13 0</inkml:trace>
  <inkml:trace contextRef="#ctx0" brushRef="#br0" timeOffset="22620">3798 6491 9817,'0'-6'9830,"0"0"-9102,-38-24 0,-18 0-454,-1 23-263,14-5 0,-7-2 1,5 11-21,4 26 1,7 11-74,4 3 1,6 4-31,11 0 0,11 0 3,23-2 0,13-3-51,19-4 1,8-5 97,-17-9 1,2-1-1,-3-1 115,13 3 1,-17 4 214,-36 24-153,-43-21 0,-16-5-74,10-6 0,-3-2 0,0-4-273,1-2 1,0-3 0,5-8-3864,-4-12 1,13-10 4094,16-34 0,19 9 0,18 19 0</inkml:trace>
  <inkml:trace contextRef="#ctx0" brushRef="#br0" timeOffset="22835">4092 6330 19888,'-5'51'-35,"0"0"0,0-1 0,1 3 1,0 0-1,0 0-2447,3 1 1,1 0 0,0-3 1348,0 7 1,-1-5 0,0 12 0,1-56 0</inkml:trace>
  <inkml:trace contextRef="#ctx0" brushRef="#br0" timeOffset="23884">4092 6837 20722,'42'-40'-142,"0"-1"1,-5 15 0,4 2-1,0 5 148,15 8 0,1 5 360,12-4 1,-11 0-3,-30 4-95,-1-4 308,-54 16-476,5 8-62,-6 41-27,21-25-12,29 28 134,37-51 140,-17-23 1,-1-6-15,-6 5 1,-6-5 145,-8-24 0,-16-3-140,-18 19 0,-9 5-182,-16 4 0,-4 8-96,-6 4-2,14 28 0,5 11-34,16-1 1,10 5-1540,18 20 0,14 8 1,-4-6 1000,-11-14 1,5-3-709,20 9 0,14 2 0,-2-21 790,2-35 0,-2-16 2324,-3 2 1,-1-4-863,-5-2 0,-8-5 1057,-14-30-395,-25 30-1016,2 22-604,1 8 45,8 64-49,-5-15 0,-2 6 1,1-2 3,1-1 0,0 1-113,-2 9 1,-3 6-1,0-11 119,-4 4 386,-7-30-364,6-19 25,2-35 0,2-20 14,3-11 0,2-9 1,0 7-46,-1 10 1,1 0-4,1 0 1,1-8-1,1 3 1,3 10-14,18-14-34,8 24 0,9 0 0,-4 4 14,-11 4 0,3 5 96,18 0 1,9 4 0,-10 16-153,-19 34 0,-6 8 81,27 0 22,-56 18 1,-28 1-150,-9-35 0,-14-10 1,3-1-4801,-5 8 1,1-4 4774,9-7 1,-1-2 0,13-8-1,14-15 1,25 5 0</inkml:trace>
  <inkml:trace contextRef="#ctx0" brushRef="#br0" timeOffset="24202">5887 6837 16796,'-3'1'6060,"0"0"-5897,0-3-130,33-3-1585,27-4 1552,-17 3 0,0 1 0,22-4 0,-27 5 0</inkml:trace>
  <inkml:trace contextRef="#ctx0" brushRef="#br0" timeOffset="24445">6418 6551 19669,'-4'-2'4666,"-20"26"-4644,18 7-22,-14 31-465,18-14 0,5 5 465,-3 9 0,1 0 0,-1-17 0,1-3 0,-1-3 0,0-1 0</inkml:trace>
  <inkml:trace contextRef="#ctx0" brushRef="#br0" timeOffset="24858">3504 7869 13541,'-50'7'1686,"1"0"0,-1-1 0,-7-3-1344,116-19-258,-17 6 0,8 0 0,5-2-623,-6 3 0,2-2 0,5 1 0,5-1 1,6 0 324,-17 4 0,6-1 0,4 0 0,3 1 1,3-1-1,1 0 0,1 0 0,0 0 1,-1 0-1,-2 1 0,-2-1 0,-4 1-172,9-1 1,-3 0 0,-3 1-1,0-1 1,-1 1 0,2 0-1,2 0 1,4-1 383,-13 2 1,3 0 0,1 0-1,3 0 1,0-1 0,2 1 0,-1 0-1,0 0 1,-1 0 0,-1 1 0,-2 0-1,-2 0 1,-4 1 26,11 0 0,-1 1 0,-2 0 1,-2 1-1,-3 0 0,-1 0 0,-4 0 1,-3 0-119,13-1 0,-7 0 0,-1 1 0,3-1 116,6 0 1,5 1-1,0-1 1,-6-1 0,-14-3-307,-10-5 1,-9 0-1,-1 3 1,8-10-1</inkml:trace>
  <inkml:trace contextRef="#ctx0" brushRef="#br0" timeOffset="26959">8425 6861 14773,'-5'-51'2800,"0"1"1,2 12 0,-2 9-2840,-7 19 67,0 66-267,10-15 0,1 7 0,1-2-613,0 9 1,2 1 142,5-2 1,2 4-1,0-13 1,5-3-1,7-3 1</inkml:trace>
  <inkml:trace contextRef="#ctx0" brushRef="#br0" timeOffset="27351">8730 6466 13317,'-35'-19'3285,"1"-1"1,8 17-3194,-12 0 0,6 10-44,31 24 0,13 8-1,-1-2 1,5-1 24,12 6 1,6-7 165,-4-14 0,1-11 1017,16-27-935,-31-7 69,-32-18 0,-12-1-154,-7 7-165,2 6 0,1 8-859,12 21-4538,20 36 5327,13-2 0,7 8 0,-9-27 0</inkml:trace>
  <inkml:trace contextRef="#ctx0" brushRef="#br0" timeOffset="27573">9135 6751 19496,'-34'-5'333,"-1"1"0,59-17-1041,21 13 1,17 3-1,-2 0 1,2-4-1,-3 0 1,2 5-1,0-1 1</inkml:trace>
  <inkml:trace contextRef="#ctx0" brushRef="#br0" timeOffset="27782">9161 7110 22789,'45'-9'-130,"0"-1"1,-2 0-1,4-1 1,-4-1-1,-2-1 1,-2-1-1,8 0 1,-1-1-1</inkml:trace>
  <inkml:trace contextRef="#ctx0" brushRef="#br0" timeOffset="28003">10115 6535 19059,'0'-4'6357,"-32"-20"-6315,17 59 0,2 19-577,-11-2 0,2 3 92,12-10 1,3 3 0,2 0-267,2 7 0,3 1 1,0-13-1,2-10 1,3 13-1</inkml:trace>
  <inkml:trace contextRef="#ctx0" brushRef="#br0" timeOffset="29570">11151 7001 19742,'-18'-38'-749,"1"0"1,-11-20 0,26 66 0,0-2-1</inkml:trace>
  <inkml:trace contextRef="#ctx0" brushRef="#br0" timeOffset="29822">11110 7464 19686,'-27'48'133,"1"1"0,0 0 1,0 0-1,0 0 1,-1-1-1,2 9 1,2 0-1,2-6 1,-3-11-1,-5-13 1,-1-1-1</inkml:trace>
  <inkml:trace contextRef="#ctx0" brushRef="#br0" timeOffset="30442">12622 6792 15339,'-7'-60'2847,"0"0"0,2 14 1,0 9-2859,-2 17 33,5 64-887,1 3 1,0 10 0,1-1-4052,2 8 1,1-1 3430,-3-6 0,0 1 0,1-10 0,4 2 0,-3-42 0</inkml:trace>
  <inkml:trace contextRef="#ctx0" brushRef="#br0" timeOffset="30854">12847 6299 21399,'-30'16'117,"0"0"1,28 20 0,12 2-34,11-1 53,14 1 1,-1-16 938,-16-67-567,-21 6-369,1 4 0,-6 0 75,-15 7 1,-5 4-148,-19-6-533,8 9-4451,32 55 1,10 12 4775,11-3 0,-3 5 0,-1-5 1,0-24-1</inkml:trace>
  <inkml:trace contextRef="#ctx0" brushRef="#br0" timeOffset="31173">13546 6513 18902,'0'-7'4755,"0"2"-4845,0 5 191,-45 4-110,16 25 1,-4 11 26,-7-8 0,-9 2 1,-1 1-1,7 0-18,12-1 0,4 1 0,-1 0 5,-21 12 1,-2 1 0,28-12 39,62-12-3322,11-14 0,13-4 0,-5-1 2327,-11 3 1,0-2 0,10-4-1,5-1 1,-21-1 0,-29-1 0</inkml:trace>
  <inkml:trace contextRef="#ctx0" brushRef="#br0" timeOffset="33023">14124 6547 20347,'-36'35'247,"0"0"0,0 0 0,0 0 0,3 11 1,0 5-1,9-1 0,18-4-270,30-2 1,21-3 0,-3-2 78,-16 4 0,-1-1 1,6-13 239,26-19 1,8-16 0,-19-13 84,-36-16 0,-11-7-295,9-11 1,-16 6-208,-30 27 1,-22 10 0,-5 6 0,8 5 120,12 7 0,4 4 0,-3 1 0,-20-3 0,-5 0 0,13 3 0,26 5 0,0 1 0</inkml:trace>
  <inkml:trace contextRef="#ctx0" brushRef="#br0" timeOffset="34823">15379 6860 10548,'-26'-36'1463,"1"1"0,-1-1 1,-6 1-1,8 3 443,14-7-1593,20 75-1604,1 16 1,3 6 1326,-1-15 1,2 0-18,-4 20 1,12-8 429,23-36 0,15-12 1,-7-5-392,-21 0 1,3-6 32,9-6 1,13-8-1,7-4 1,1-2 0,-4-1-1,-11 2-50,-2-4 0,-9-2 0,9-4-26,-5 4 1,7-4-1,5-4 1,3-2-1,1 0 1,-2 1-1,-5 3 1,-7 4-11,5-3 1,-8 5-1,0 0 1,6-3-201,2-1 1,7-5 0,2-1 0,0 2 0,-6 3 0,-10 7-1627,8-3 1,-7 6 1820,10-3 0,-13 12 0,-36 18 0,-6 6 0</inkml:trace>
  <inkml:trace contextRef="#ctx0" brushRef="#br0" timeOffset="36623">8301 8774 19692,'-26'-34'630,"0"0"0,-19 29 0,-10 15 0,6 7-616,2 13 0,4 11-28,3-4 0,-4 5 0,6 3 0,17-3-65,27 11 1,16-2-4,-7-3 1,14-8-579,14-25 1,16-8 0,5-8 0,-7-2 659,-4-5 0,-3-6 0,0 1 0,7 2 0,0 0 0,-8-1 0,-11-4 0,0 1 0</inkml:trace>
  <inkml:trace contextRef="#ctx0" brushRef="#br0" timeOffset="36940">9006 8701 16398,'10'-21'5220,"3"11"-5377,37-24 157,-4 22 0,9 4 0,-7 0 0,-16 0 0,0 1 0,31-3 0,1 0 0</inkml:trace>
  <inkml:trace contextRef="#ctx0" brushRef="#br0" timeOffset="37193">9119 9024 10198,'52'-16'3276,"-4"-1"1,9-5 0,1 1-3145,-5 5 1,2 0-1,-1-1 1,5-4-1,-1-2 1,-7 6-1,-15 8 1,-1 0-1</inkml:trace>
  <inkml:trace contextRef="#ctx0" brushRef="#br0" timeOffset="38924">10467 8960 20425,'-39'-37'1221,"-7"77"-1328,58-1 1,10 6 44,-14 5 1,6-5 33,26-16 0,11-18 315,2-30 1,5-17 0,-11 3-165,2 1 168,-14-15 0,0-15 1,-24 10 72,-43 17 0,-15 4-303,9-12 1,-5 4-18,-3 17 1,-5 5 0,10 16-2661,18 26 1,4 5-7216,-26-1 9420,44 5 0,11-1 0,10-18 0,-14-11 1</inkml:trace>
  <inkml:trace contextRef="#ctx0" brushRef="#br0" timeOffset="39508">11655 8628 10220,'0'-4'4915,"-7"-36"0,-2-8 86,5 28-4978,-12-29-32,18 95 1,5 29-79,-4-31 0,2 3-2371,1 2 0,2 10 1,1-2-1,-1-11-800,6 15 3258,1 1 0,0-9 0,-9-38 0,3 4 0</inkml:trace>
  <inkml:trace contextRef="#ctx0" brushRef="#br0" timeOffset="40000">11421 8939 17428,'-38'-10'2367,"1"0"0,-24-6-2278,63 15 303,46-7-420,-6 1 0,12-3 0,2 0 0,-5 1 25,10-2 1,1 0 7,-1 0 1,9-2 0,-3 0-1,-16 3 12,-2 1 17,11-3-393,-51 10 359,-1 1 0,-7 0 0,2 0 0</inkml:trace>
  <inkml:trace contextRef="#ctx0" brushRef="#br0" timeOffset="40473">12447 8476 8758,'0'-9'9830,"-20"-42"-3910,15 37-5640,-14-30-297,18 46 135,0 64-73,1-19 6,2-7 1,3 12 0,0 3 0,0-6-19,5 16 1,-1-2-92,-1-12 0,0 1 1,-1-4 57,-1 2 0,-3-14 0,-5-26 0,-2 4 0</inkml:trace>
  <inkml:trace contextRef="#ctx0" brushRef="#br0" timeOffset="42022">13278 8654 14510,'-4'0'6537,"1"0"-7882,43-9 1,20-3 476,-15 6-2409,21 0 0,13 2 0,-37 11 2916,-83 29 1,-11 8 2336,65 10-338,-49-22 1,-29 2-1,-7-3 1,16-5-1185,17-7 0,4-2-110,-27 17 0,25-9-443,70-29 0,32-13 1,-9 4 53,-3 7 253,-11-7 0,15-9 1,3-4-1,-5 1 0,-16 5 224,-3-10 268,1-13 0,-15-2 566,-61 5-648,12 12 1,-3 1 3,-1 5 0,0 2 773,-17-14-1233,25 19 62,10 2-213,13 12-279,0 1 256,24 16 1,17 15-6,-6-4 0,3 4 1,-1-1-9,-1-3 1,0-1 0,-4 6-635,4 17 0,-5 6 0,-20-6 659,-35-8 0,-11-4 0,18 7 0,-3-5 0,-15-18 0,0 0 0</inkml:trace>
  <inkml:trace contextRef="#ctx0" brushRef="#br0" timeOffset="42594">14402 8519 19361,'-20'-47'2018,"0"0"1,1 4-1,7 18-2018,11 26 64,8 27 1,5 16-7,-5-10 1,1 6-6,0 7 0,2 9 1,-1 2-1,-1-3 27,-1 4 1,-2-2-1,0-1-60,1 3 1,0 0 0,-1-4 29,-4 13 0,2-24-50,0-43 0,-2 14 0,3-31 0</inkml:trace>
  <inkml:trace contextRef="#ctx0" brushRef="#br0" timeOffset="45635">8299 10248 18700,'-38'-47'845,"-1"1"1,8 5 0,-2 11-698,-2 27 1,-3 13-57,-9 12 1,1 6-88,6-10 1,2 5 14,4 9 1,1 7-1,11 1-79,23 13 1,9-1 10,-11-6 1,8-3 30,20-9 0,11-3 0,0-15 216,5-29 0,1-10-107,3 15 1,-4-7 243,-7-31 0,-11-11 241,-16 5 0,-5 1-496,2 13 0,-1 0 107,-2-9 0,1 10-216,-2 29 5,2 20 74,0 13-53,-1 15 0,1 14 0,3-2-1798,3-9 0,3-1 1,-1 2 1799,-1 9 0,-1 1 0,2-6 0,5 0 0,1-13 0,-3-20 0</inkml:trace>
  <inkml:trace contextRef="#ctx0" brushRef="#br0" timeOffset="46057">8978 10232 10494,'-5'0'9830,"-56"0"-9656,98-6-1,17-2-6832,-21-3 6659,11 4 0,13 1 0,-7 1 0,-11 0 0,-7 2 0,-3 0 0</inkml:trace>
  <inkml:trace contextRef="#ctx0" brushRef="#br0" timeOffset="46449">9072 10552 20526,'-33'11'1378,"0"1"0,-6-1-1334,76-22 1,21-6-56,2-1 1,-13 5 1,7-2 0,-7 4-2,7 1-9,-18 4 1,-2-2 19,3-11 0,-23 13 0,4-11 0</inkml:trace>
  <inkml:trace contextRef="#ctx0" brushRef="#br0" timeOffset="48657">10111 10124 9447,'-3'-5'9830,"2"1"-9186,-13-30-414,11 37 243,-9 43 0,3 16-462,7-29 0,2 3 403,3 27 1,2 11 0,0-19-174,0-23 190,16-34-344,-19-41 0,-9-15-73,6 17 0,1-2 92,-2-17 1,0-7-1,0 15-111,1 15-225,5 25 233,0 49 0,0 28-9,2-12 0,1 4 1,0-3 33,-1-7 0,0-2 0,1-4 86,4 6 1,-4-20 440,-20-68-531,5 1 0,0-9 1,0 1-11,-5-13 0,1-2-42,4 10 0,3-2 0,2 15 5,5 18-201,4 73-907,-4-1 1131,1 13 0,0-1 0,-2-24 0,3 8 0</inkml:trace>
  <inkml:trace contextRef="#ctx0" brushRef="#br0" timeOffset="51525">8247 11442 5963,'0'-7'297,"0"2"-409,0 5 6222,1-5-4916,-1 2 2458,2-5-1540,-2 5-1978,1-1 471,-2 3 1035,-1 1-1500,-3-1 472,1 0 177,1-2-38,-9-16 313,5 0-863,-6-3 63,9 9-264,5 19 62,16 50-51,-7-8 2,-2 1 0,0 12 0,-1-4-24,-3-5 0,-1 1 107,-1-3 1,0 8-1,-1-2 1,0-9 1,0-7 0,-2-5 322,-6 27-428,15-93 1,6-36 0,-1 7-5,-7 23 1,3 0-30,9-20 0,7-7 0,8 26-81,10 44 1,7 21 0,-5-1 73,-8-9 1,-2 5 32,7 14 0,1 9 0,-26-4 63,-46-4 1,-29-2 0,6-4-47,18 3 1,-3-8-427,-9-18 0,-12-7 0,2-5 0,15-2 0,8-13 0,6-12 0,1-1 0</inkml:trace>
  <inkml:trace contextRef="#ctx0" brushRef="#br0" timeOffset="52012">9142 11647 17697,'-4'0'2210,"26"-13"0,20-4-3019,17 9 0,4 0 1,-16-9-1,-1 2 1,7 11-1,0-1 1</inkml:trace>
  <inkml:trace contextRef="#ctx0" brushRef="#br0" timeOffset="52253">9243 11934 22587,'57'-28'-730,"-1"-1"1,0 0-1,-4 3 1,-3 1-1,-12 8 1,-13 9-1,-10 4 1</inkml:trace>
  <inkml:trace contextRef="#ctx0" brushRef="#br0" timeOffset="53644">10415 11511 10601,'-17'-35'9830,"-6"26"-7326,-34 0-2232,18 35 1,-4 17-1,5-2-253,8-8 1,2 2-5,-8 8 0,-2 4 0,26-5 87,49-12 1,29-7 0,-9-2-86,-27-4 0,0-1 7,27 2 0,11-3 1,-20-6 523,-29-11-312,-8-1-164,-8 3 7,-7 0-90,-4 0-57,-2 1 108,0 1-24,6 0-27,5-2 17,10-4-23,2 0 28,-1-1-1064,3-4-7382,2-6 8435,4-3 0,-4 5 0,-9 6 0</inkml:trace>
  <inkml:trace contextRef="#ctx0" brushRef="#br0" timeOffset="56786">10296 11792 11200,'-4'-54'1966,"-1"1"0,1-1 0,0 1 0,0-27 0,-3 34 980,3 51-2909,-1 28 1,3 22-1,1-5-37,-2-9 0,3 1 15,4 19 0,4 8 0,-1-13 19,2-4 316,6-6 0,-1-17-263,-13-56 1,-5-30 0,1 5-55,3 20 1,0-2 128,-2-25 1,-1-11 0,0 16-18,3 14-162,-9 65 1,1 21 6,8-3 1,4 7 0,-2 0 12,-5 2 1,-1 2 0,3-1 33,7 10 1,4 0-1,2-30 198,-3-36-218,4 7 22,-9-46 0,-12-35 1,1 8-26,3 25 0,-1 0-16,-1-20 0,-2-7 0,2 38-18,2 82 1,3 27 13,3-12 46,3-12 1,4 15 0,-1-9 0,-5-34 43,-6-37-62,10 2 14,-10-31 1,-10-29-1,-4-7 1,4 16-18,3 14 1,2 2-24,-3-21 0,0-6 1,8 39 14,9 46-24,6 32 0,3 22 0,-2-7 7,-2-17 0,0-1-4,5 22 1,2 7 0,-3-17 49,-5-22 30,-12-63 0,-3-25-50,3 11 1,-1-4-1,-1-1-33,-3-1 0,-1 0 0,3 2-18,1-14 0,5 27 21,9 68 1,5 36 0,-1-5 1,-3-20 0,1 2 23,0 7 0,4 13 1,-2-9-1,-8-33 16,-11-57 0,-4-17-20,5 13 0,-3-11 0,-4-19 0,1 7 1,6 36-102,9 55 62,5 18 0,0 10 33,2 7 1,-8-2 72,-14-19 1,-4-19-62,2-50 0,0-22-4,-6-4 0,-1-8 0,6 6-19,9 7 1,6 8 16,9 0-11,9 83 0,2 25 0,-4-15 0,-4 7 0,1 0 0</inkml:trace>
  <inkml:trace contextRef="#ctx0" brushRef="#br0" timeOffset="61215">2404 13288 11082,'-2'-4'4915,"-41"-11"0,-12 2-3952,21 13-849,-14 5 0,-14 6 1,13 9-163,23 17 1,6 4 32,-19 0 1,12 2-65,40-3 1,16 2 0,2-9 10,24-5 10,3-6 0,11 3 1,-14 1 85,-30-3 0,-4 1-12,11-4 1,-12 0 48,-43 7 1,-26 2-1,-4-6-246,1-11 0,-3-7 0,1 0-478,4 7 0,0 0 1,3-6-21,-17-12 1,19-7-1,37 2 1,7-4 0</inkml:trace>
  <inkml:trace contextRef="#ctx0" brushRef="#br0" timeOffset="61540">2786 13318 24396,'1'38'585,"0"0"1,-13-18-1067,10 20 1,8 22-1,3 10 1,2-1-1,-1-12-227,1-10 1,2-5-1,-3 0 1,-5 6-1,-2 0 1,4-7-1,25 13 1</inkml:trace>
  <inkml:trace contextRef="#ctx0" brushRef="#br0" timeOffset="62249">2735 13715 9134,'-4'1'9830,"-44"0"-6980,40-1-2693,33-16-372,14 6 0,13-1 1,0 1-320,-7 0 0,1-1 0,1 1-175,16-4 1,3 0-1,-13 2 1,0 0-1,-4 2 1</inkml:trace>
  <inkml:trace contextRef="#ctx0" brushRef="#br0" timeOffset="62887">3406 13536 10858,'-6'2'4915,"-22"11"0,-3 8-2461,14 14-2342,-16 11-93,62-30 1,14-14 321,-6-32 1,-2-9-202,3 20 0,-12-2 322,-42-33 0,-19 17-305,5 80 0,-5 19-219,-4-43 1,10 1-1943,41 27 1,26 12 0,5-15 2003,3-28 0,4-10 0,-5 3 0,1-1 0,-6-4 0,6-13 0</inkml:trace>
  <inkml:trace contextRef="#ctx0" brushRef="#br0" timeOffset="63515">3952 13449 23875,'-53'37'569,"43"12"1,13 18 0,2-1-587,-1-3 0,3 0 1,2 3 17,1 0 0,3 5 1,-1-5-1,0-14 167,4 5-132,-16-97 1,-5-25-29,-2 26 1,-2-5 17,0-4 1,-1-13 0,-1-3 0,0 3 0,3 13-16,-1 6 1,3 2-26,-3-23 1,4-9 0,18 16 9,26 31 1,14 12-1,-3 0-13,-3-14 1,1 11-3,0 25 1,8 15 0,-4 6 0,-15-2 34,-16 0 1,-12 4 24,-2 19 0,-9 9 1,-15-15-657,-30-27 1,-17-16 0,3 1 614,3 14 0,2-3 0,2-13 0,-2-6 0,19-3 0,25-6 0</inkml:trace>
  <inkml:trace contextRef="#ctx0" brushRef="#br0" timeOffset="64826">5043 13487 11368,'-9'5'4915,"-27"7"0,-3-1-4518,22-7 91,-52 14 11,69-18 509,0 0-986,-4 0 45,-7 3-50,0 0 134,-8 4 68,13-4-1413,33-10 1,18-5 1193,-12 4 0,0-1 0,13-4 0,-1 0 0,1 2 0</inkml:trace>
  <inkml:trace contextRef="#ctx0" brushRef="#br0" timeOffset="65318">5387 13360 21327,'28'-59'946,"1"1"1,-8 8 0,5 12-987,20 25 1,-2 21-45,-29 33 0,-12 20 0,2-8 89,13-21 1,-5 1 68,-21 17 0,-14 13 1,-5-1-1,0-16 35,2-21 1,-3-4-38,-24 21 1,22-9-816,65-35 0,32-18 0,-4 3-1727,-14 6 0,1-1 2046,7-5 0,11-4 0,-2 1 0,-14 3 0,-14 6 0,-8 3 0,8-3 0</inkml:trace>
  <inkml:trace contextRef="#ctx0" brushRef="#br0" timeOffset="66105">2114 14846 19126,'48'-10'330,"0"0"0,0 0 1,0-1-1,1 3 1,7-2-1,5 0 1,4 0-1,2 0 1,0 0-1,-1 0 1,-1 0-1,-5 1-329,4 0 1,-4 1 0,-2 0-1,1 0 1,2 0 0,3-1 0,6-1-396,-18 2 1,4 0-1,3-1 1,3-1-1,1 0 1,3-1 0,0 1-1,0-1 1,0 0-1,-1 1 1,-1-1 0,-3 1-1,-2 1 1,-3-1-1,-5 2 387,19-3 1,-8 0 0,-3 2-1,-2-1 1,1 0 0,3 0 0,5-2 14,-10 1 0,4 0 1,4-2-1,2 0 1,1-1-1,1 1 0,-1-1 1,-2 1-1,-2 1 1,-3 0-1,-5 2 0,-5 1-34,12-2 1,-8 3-1,-3 1 1,0-1-1,3 0 33,5-3 1,3-1-1,1-2 1,-1 2-1,-2 2 1,-6 4-963,20 4 0,-7 5 0,-16-1 955,-10-1 0,0 6 0,-7-3 0,-28-7 0</inkml:trace>
  <inkml:trace contextRef="#ctx0" brushRef="#br0" timeOffset="67378">8339 13905 15513,'3'-50'1539,"1"0"0,-1-1 1,1 1-1,0 2 1,1 3-1,-3 8-1505,-5-12-1,0 76 1,-1 30-1,0-4-75,-1-12 0,2 4-431,6 13 1,3 14 0,2-1-1,-3-16 1,-4-19 0,3-4-1,12 23 1,0 0 0</inkml:trace>
  <inkml:trace contextRef="#ctx0" brushRef="#br0" timeOffset="67840">8799 13312 18476,'-10'51'855,"0"-1"1,0 0-1,4 16 1,14-22-218,23-52 1,7-14-476,11-1 133,-47-19 1,-15-15 0,-7 9-84,-7 17 0,-4 2-328,-4-30 0,-1 16-2114,-24 62-7602,51 37 8009,-8 6 0,15-17 0,2-39 0</inkml:trace>
  <inkml:trace contextRef="#ctx0" brushRef="#br0" timeOffset="68160">9201 13482 14096,'-3'0'8094,"44"-22"-8723,4 10 0,11 1 0,-5-1 0,-11-3 0,-1 0 0,8 5 0,0 0 0,1 0 0</inkml:trace>
  <inkml:trace contextRef="#ctx0" brushRef="#br0" timeOffset="68415">9258 13915 18599,'-7'1'5120,"2"0"-7087,25-10 1,30-12 0,16-6 0,-2 0 0,-15 7-1463,-10 5 0,0 0 3429,10-5 0,14-6 0,3-2 0,-9 5 0,-20 9 0,-16 9 0,-3 0 0</inkml:trace>
  <inkml:trace contextRef="#ctx0" brushRef="#br0" timeOffset="69014">10198 13413 23371,'43'-43'96,"0"0"1,0-1 0,16 15 0,3 13-101,-14 9 0,1 6 1,-15 14 88,-26 30 1,-20 18 0,-5-9 3,-5-18 1,-8-2 74,-7 6 0,-8 6 0,-1 1 0,10-8-69,11-5 0,4-3-28,-12 5 0,17-8 69,53-25 1,33-14 0,-6-2-154,-16 2 0,3-2-834,2 0 0,12-4 0,5-2 0,-5 2 0,-11 3-4065,3-2 1,-5 3 3804,-4 1 1,1 0-1,-9 2 1,-7 3-1,-24 6 1</inkml:trace>
  <inkml:trace contextRef="#ctx0" brushRef="#br0" timeOffset="70074">11857 13194 21909,'-12'-45'465,"0"0"0,0 1 0,4 14-2101,6 29-8014,9 30 8587,-4-6 0,4 7 0,-6-24 0</inkml:trace>
  <inkml:trace contextRef="#ctx0" brushRef="#br0" timeOffset="70350">11913 13651 22363,'-11'53'-222,"1"-1"0,-1 1 0,0-1 0,-2-2 0,0-4 0,-3-1 0,-1 2 0,-2-1 0,0-8 0,-15 1 0</inkml:trace>
  <inkml:trace contextRef="#ctx0" brushRef="#br0" timeOffset="71223">12936 13129 21019,'23'-9'2918,"-7"1"-2263,-40 1-484,21-24 0,7-7-194,8 1 15,7-4 0,10 7-32,15 27 1,4 13 14,-14 2 0,-1 6-79,13 13 1,-15 12 58,-39 2 0,-19 6 0,1-2 56,5 4 1,-8-2 73,-6-13 0,-13 2 0,-4-1 0,3-7 0,10-12 363,-21-18-443,-9 18 1,25 0-17,83-19 0,23 1-146,-14 15 0,5 5 157,4-8 0,11-2 0,0-1 0,-10 2 0,-3 4 0,-3-3 0,-3-12 0,1 0 0,0 0 0</inkml:trace>
  <inkml:trace contextRef="#ctx0" brushRef="#br0" timeOffset="71687">14066 12920 18347,'-1'-11'4817,"-14"4"-7320,-12 40 1,-3 12 2608,-13-14 310,7 3 1,-11 12 0,0 1-1,10-11-388,-10 4 301,7-5 1,-4 7 0,26-9-207,44-17 0,13-5-139,17 14-1951,-14-25 1,14-7 0,6-3 0,-3-2 0,-10 3 1891,3-2 1,-3-2 0,1 1 0,8-3 0,-3 1 0,-17 5 0,-14 3 0</inkml:trace>
  <inkml:trace contextRef="#ctx0" brushRef="#br0" timeOffset="72143">14978 12703 15507,'-2'-33'4590,"-23"47"0,-8 8-4478,-13-13-58,11 15 1,-7 13 0,5 8 0,15 0-137,26 6 1,19 5 0,3 1 0,-11-6 129,-21-3 1,-5-3 0,13-3 23,27 1 1,18 1 0,-1-10 0,-19-24 241,-28-41 0,-11-13-286,-4-7-247,-31 25 0,-21 5 1,6 9-1228,16 13 0,0 5 1446,-7-1 0,-5 2 0,13 1 0,8 4 0,8 2 0</inkml:trace>
  <inkml:trace contextRef="#ctx0" brushRef="#br0" timeOffset="73483">16216 13034 9050,'-7'0'4915,"-23"-26"0,1-12-1118,26 7-2727,-41 67-1014,56 1-36,-6 13 1,3 13-1,15-19 110,22-36 0,17-20 1,4-7-1,-6 5-112,-10 12 1,-3 2 0,9-9-67,-13-5 1,6-5 0,5-5 0,4-3 0,2-3 0,0-1 0,-1 0 0,-3 0 0,-2 2 12,-3 1 1,-1-2 0,-1 1 0,-1-1-1,-1 0 1,0 0 0,-1 0 0,0 2-92,9-6 0,0 1 0,-2 0 0,0 1 0,-2 0 0,0 1 126,8-5 0,7-3 0,-6 2 0,-14 8 0,-26 13 0,-21 13 0,-7 4 0</inkml:trace>
  <inkml:trace contextRef="#ctx0" brushRef="#br0" timeOffset="75809">9177 15129 21668,'-57'-7'428,"-1"0"1,8 18 0,-1 8 0,9 9-415,16 10 1,9 8 0,12 0-123,17 2 0,13 0 0,2-4 18,5 4 0,12-12-1877,-1-26 1,12-8 0,5-5 0,-3-4 0,-11 1 1516,4-5 1,-5-2 0,19-7 0,-14 2-1,-40 13 1</inkml:trace>
  <inkml:trace contextRef="#ctx0" brushRef="#br0" timeOffset="76751">9946 15153 14941,'-6'0'7753,"2"0"-7652,4 0-8923,197-77 8822,-159 66 0,0 1 0,11-9 0,10-5 0,-3 2 0,-16 9 0,-12 11 0</inkml:trace>
  <inkml:trace contextRef="#ctx0" brushRef="#br0" timeOffset="77017">10197 15351 20224,'58'-21'85,"-1"-1"0,1 1 0,-1-1 0,-7 7 0,-5 3 1,6-3-1,0-1 0,7-4 0,1 1 0,-3 1 1,-9 4-1,1 5 0,1-1 0</inkml:trace>
  <inkml:trace contextRef="#ctx0" brushRef="#br0" timeOffset="79374">11561 15149 10371,'-9'-5'4915,"-18"-36"0,1-8-2725,15 14-1437,-11-18 1,5 3-833,19 34 141,9 24-26,-1 38 1,-2 13-29,-2-25 1,-1 2 5,3 17 1,-1 7 0,-1-10 13,-3-2 297,0-8 0,-3-15-51,-9-66-218,4 5-6,-1-8 1,-2-12 0,1 2 117,-1-9 0,1 3-112,-1 0 0,1 4-45,1 10 1,2 20-7,16 90-10,-6-22-14,2 0 0,1 9 1,0-3 18,-3-3 0,0-3 30,5 6 1,-9-16 484,-18-36-456,4-46 0,2-15-62,-4 26 0,1 1-25,2-26 0,5 24-84,15 81-44,-2-11-2782,2 25 0,3 3 2938,5 4 0,-10-24 0,-1-4 0,4-9 0</inkml:trace>
  <inkml:trace contextRef="#ctx0" brushRef="#br0" timeOffset="81000">12332 14966 20996,'-8'-56'1610,"0"1"1,-6 30-1611,13 89-659,3-11 0,2 10 0,1-5-2332,1-6 0,3-2 2255,3 13 0,3-8 1,1-25-1,-4-17 0</inkml:trace>
  <inkml:trace contextRef="#ctx0" brushRef="#br0" timeOffset="81482">12081 15168 19826,'-34'-3'1400,"1"0"1,29-11-1317,38 2 0,30 4 0,-2 0-65,-2-3 1,3-1-1416,-8 2 1,8-3-1,-1 2 1,-13 1 1406,-13 2 0,-3 1 928,17-4 1,-7 1-441,-27 6 299,-5 2-2489,-9 2 1691,10-5 0,-8 4 0,8-4 0</inkml:trace>
  <inkml:trace contextRef="#ctx0" brushRef="#br0" timeOffset="82064">13031 14758 22447,'-4'-29'3042,"1"40"-3034,2 21 1,2 12 15,-1 0 0,1 4 0,0-1 57,1 8 1,0-1-63,-1 1 1,2-1 8,-3 2 0,8-13-28,16-31 0,-15 13 0,13-35 0</inkml:trace>
  <inkml:trace contextRef="#ctx0" brushRef="#br0" timeOffset="83238">13684 14817 19781,'44'-24'-87,"0"-1"1,1 1 0,-4 2 0,0 0 0,2 9-112,2 12 0,2 8 0,-7 2 259,15 6 96,-58 24 1,-17 3-52,-30-7 74,11-13 1,-11 4 0,0 0-1,11-6-84,-3 4-18,8 2 0,16-2-45,49-21 1,29-12 0,-4 2-12,-13 6 1,1-3 125,4-4 0,10-2 1,-6-5-1,-21-6-1267,-35-27 0,-11-3 1327,25-7 201,-35 15 1,-15-5 0,6 10-62,12 11-82,-4-4 0,10 10-255,40 39-11,-11-7 5,14 16 1,10 10 0,-4-3 1596,-9-11 1,0 2-1635,17 12 0,5 7 0,-14 3-4166,-32 17 1,-9 0 4197,18-19 0,-3-1 0,-27 9 0,-7-11 0,8-28 0</inkml:trace>
  <inkml:trace contextRef="#ctx0" brushRef="#br0" timeOffset="84017">15186 14604 20979,'44'-31'368,"0"0"1,0 1 0,0-1 0,1-12 0,-1 9-358,16 18 0,-14 23 50,-46 27 1,-19 18 0,-1-6-57,4-13 1,-3 1 1,-7 15 0,-7 11 0,-1 0 0,5-11-16,6-14 1,1-2 33,-24 24 1,22-9 298,65-38 1,25-15-290,-14-4 0,7-7 0,2-2 0,-1 2-34,-8 5 1,-2 1-1,2 0 1,3-4-335,0-3 1,5-3-1,3-2 1,-3 0 0,-6 1-1,-10 5 333,-2 0 0,-4 0 0,32-10 0,-21 3 0,-48 18 0</inkml:trace>
  <inkml:trace contextRef="#ctx0" brushRef="#br0" timeOffset="85991">9127 16606 9576,'-7'-42'4915,"-1"0"0,3 13-3059,-3-16 1,2 14-1829,8 62-11,0-13 42,4 41 0,1 9-59,0-7-23,-1-8 1,0 10 0,-2-4 106,-5 0 0,-1-4-70,3-5 0,-1-4 327,-4 0 1,-6-18 375,-14-53-650,8 9-6,0-17 1,7-7 19,18 0 0,6 2-78,-9 5 0,5 2-42,21-9 0,5 7 67,-1 18-17,9 7 0,4 8-59,-7 18 1,-1 5 41,-3-10 1,-2 3-1,2 22 0,-10 0 12,-17-11-15,-15 15 1,-8 1 42,-7-10-12,-8-2 0,-9 6 1,-3-7 16,-13-10 0,-3-6-33,0 11 0,0-8-4594,-11-28 1,11-11 4587,29-3 0,-15-17 0,41 34 0</inkml:trace>
  <inkml:trace contextRef="#ctx0" brushRef="#br0" timeOffset="86539">9952 16834 14460,'-3'0'3999,"24"-19"1,16-7-4555,-8 12 0,3-1 555,11-6 0,7-5 0,-6 6 0,-12 8 0,-3 2 0,4 1 0,-1 0 0</inkml:trace>
  <inkml:trace contextRef="#ctx0" brushRef="#br0" timeOffset="86859">10176 17009 9694,'-5'3'9830,"2"-1"-7007,3-2-1911,-34 17-626,74-41-230,-38 22-10,32-16 1,29-12 0,-8 4-50,-23 11 0,-2 1-676,25-12 1,-8 4 0,-33 14 0,-13 6-1</inkml:trace>
  <inkml:trace contextRef="#ctx0" brushRef="#br0" timeOffset="88822">8986 16745 17322,'-2'-64'4710,"-27"12"-4654,-14 64 79,-4 8 0,-1 4-107,18-6 0,1 4 25,-14 19 0,7 11-5,24 1 1,9 8 0,1-5-52,-5-3 0,5 1 32,8-4 1,3 7-1,7-3 1,8-15 149,20-17 0,11-14 0,-4 2-154,-4 17 1,0-6 93,9-19 1,5-10-1,-14-11 194,-20-22 1,-9-6-219,6 13 1,-3-4 27,-7-12 0,-4-8 0,-5 8-5,-4-15 25,-4 2 0,-3-1-12,0 28 1,0 3-98,-6-28 89,6 22-145,6 34-247,-1 5 331,22 49-51,-9-18-62,9 17 1,8 5 58,3-10 1,2-2-15,-7-5 1,2 0-125,19 6 1,-9 0 129,-32 8 0,20-17 0,-44 1 0</inkml:trace>
  <inkml:trace contextRef="#ctx0" brushRef="#br0" timeOffset="89791">9362 16989 14471,'-2'-4'3307,"-15"-24"1,-7-8-1924,-12-2-858,3-3 1,-4 2-331,4 22 0,0 5-174,-13 0-17,9 14 1,-3 9-17,-10 23 0,1 4-466,16-18 1,2 1 467,-15 18 1,3 8-1555,17 6 1,6-1 1551,-3-2-6,7-8 0,1 9 0,5-5-17,9-7 1,3-3 13,-3-2 1,5-1-964,13 6 0,6-9 1027,2-19 168,22-14 1,16-8 0,-4-5-185,-18-2 0,-4-3 0,3 0-13,14-1 0,3 0 0,-6-5 74,-12-7 1,-5-4 0,-8 3-34,-4-17 20,-10 11 1,0-8-1,-5 2 330,-5-9 1,-2 1 750,4 5 0,-3 1-984,-9-2 1,-2 12 104,4 27-374,-8-8 3460,13 18-3392,3 42 51,2 9-48,8-3 1,4 10 0,0-7 13,-4-10 0,1-2 8,8 21 0,9-8-810,12-28 1,2-11-5763,2-6 5896,1 3 1,-3-3-1,-21-11 1,-10 0 0</inkml:trace>
  <inkml:trace contextRef="#ctx0" brushRef="#br0" timeOffset="91225">11080 16748 17843,'-14'-60'2009,"-1"1"0,2 8 0,1 9-1108,5 13-906,2 19-163,4 13 196,6 29 0,5 10-39,-1 5-1,0-6 1,1 9 0,0-4-3,-2-3 0,0-4 5,-1 0 1,0-3 411,1 11 52,-14-103-444,2 31 20,-2-13 1,-2-13 0,0 6 52,2 9 0,-1 1-21,0-8 1,-1-4-1,2 6 5,-2-16-113,2 9 5,13 77 1,2 18 39,-1 0 7,3 2 1,3 11 0,-2-6-48,-5-10 1,0-4 61,5 9 1,-3-7 341,-8-15-341,-8-42-15,-4-24 0,0-12 31,1 7 1,1-4-1,-1 2-31,-2-11 1,1 2-77,-1-15 1,4 28 51,12 102-12,0-25-1053,4 10 0,4 12 0,-1-8 1081,5 9 0,-2-16 0,-2-6 0,-6-18 0</inkml:trace>
  <inkml:trace contextRef="#ctx0" brushRef="#br0" timeOffset="93028">9269 18090 14057,'-5'-47'2129,"0"0"1,0 0 0,-3-28 0,6 30-2124,5 50-12,4 4-8,-1 49 0,-3 12-14,3-15 9,-4-9 1,-1 9-1,1-3-20,3 6 0,1-5 33,-3-20 1,-1 1 29,3 14 0,2 6 0,-3-12 21,-2-11 44,-2 9 1,-2-3-11,-1-20 710,-5-6-469,-5-60-281,7 17 84,-5-14 0,7-3-3319,30-4 3196,-9-10-14,17 34 0,9 11-20,-1 20 1,1 6 13,-6-9 1,-1 6-49,11 24 1,-17 11 89,-46 4 1,-10 1-15,23-11 1,-4-1 50,-35 10 0,-10-12 19,-10-28 2872,6 0-2950,-1-22 0,45 13 0,1-10 0</inkml:trace>
  <inkml:trace contextRef="#ctx0" brushRef="#br0" timeOffset="93482">10063 18077 15608,'-3'0'6043,"10"-38"-8491,34 10 1,11-1-2469,-19-2 1,1 0 3934,20 1 0,-3 8 0,-15 9 0,-30 11 0</inkml:trace>
  <inkml:trace contextRef="#ctx0" brushRef="#br0" timeOffset="93694">10294 18224 21808,'-26'-17'-406,"50"-13"0,17-2-515,-12 13 0,3 0-23,13-7 1,6-2 0,-10 5-1,-6 6 1,3-2 0</inkml:trace>
  <inkml:trace contextRef="#ctx0" brushRef="#br0" timeOffset="96565">11167 17851 9352,'-5'-4'9729,"-23"-39"-9186,22 23-134,-3-22 0,8-3-180,37-4-204,-15 18 1,2 4-26,28-2-20,-18 37 1,-2 8-4,-1 9-19,-10 26 0,-9 8-3,-13-26 1,-7 1-11,-4 11 1,-5 5 0,-2-2-1094,-1-8 1,-3-1 0,2-3 1147,-2 4 0,1-2 5,-5 6 1,14-15 269,33-33-96,21-16 0,6-5-165,-12 9 0,2-2-1028,17-10 0,8-5 0,-5 3 1014,0 2 0,-5 1 0,-1 2 0,-5 1 0,11-3 0</inkml:trace>
  <inkml:trace contextRef="#ctx0" brushRef="#br0" timeOffset="100931">18344 4607 9061,'1'-5'5152,"-1"2"-2732,5 37-1283,-2 10-910,0-1 0,-1 6-129,-1 5 0,-1 2-65,0-11 1,-1 2-1,1 1-9,0 5 1,0 2-1,0 1-340,1 4 1,1 1 0,0 1 341,0-14 1,0 2-1,1 0 1,0 0 5,1 1 1,1 1-1,-1 0 1,1 1 10,1 2 0,-1 1 1,0 0-1,1 1-147,1 2 0,-1 0 1,1 0-1,0 1 190,-1 4 1,1-1 0,-1 2 0,0 0-247,0-12 0,-1 1 1,1 0-1,-1 0 0,1 1 247,-1 1 1,1 0-1,-1 1 1,1 0-1,-1 0-16,1 1 1,0 1 0,0 0 0,0 0 0,-1 1-31,0 0 0,1 1 1,-1 0-1,-1 0 1,1 1-20,-2 0 0,1 0 1,-1 1-1,-1-1 1,0 1-9,0 1 1,-1 1-1,0-1 1,-1 1 0,0-1 14,-1 1 0,0 0 0,-1 0 0,0 0 0,0 0-1,0-1 0,0 0 0,0 1 0,0-1 0,0 1-1,0-1 0,0 1 0,0-1 0,0 1 0,0-1-6,0-2 0,1 1 0,0-1 1,0 0-1,0 0 0,1 0 0,-1 0 1,0 1-1,1-1 0,-1 0 0,0 0 0,0 0 1,0 0-1,0 0 1,0-1 22,-1 1 1,1-1 0,-1 1 0,0-1 0,0 0-22,0 1 1,0 0 0,0 0-1,0-1 1,1 1-8,-1-2 1,0 1 0,0-1 0,0 0 0,1 0-10,-1 0 1,0-1 0,1 1 0,-1-1 0,1 1 10,-1-1 0,1 0 0,-1-1 0,1 1 0,-1 0 6,1-1 1,-1 0 0,0 0-1,0 0 1,0 0-3,0-1 1,0 0-1,0 0 1,0-1-1,0 1 7,-1 0 0,1-1 0,0 0 0,0 1 1,0-1 4,0-2 1,0 1 0,1-1 0,-1 1-1,1-1-172,-1-1 0,1 1 1,-1-1-1,1 0 0,0 0 167,0 0 0,-1-1 0,1 0 1,0 0-1,0 0 3,-1 13 0,1 0 0,-1-1 1,0 0 2,-1 0 0,1 0 0,-1 0 0,1 0-7,-1 0 0,1 0 0,0 0 0,1 1-10,-1-1 0,1 0 0,0 0 1,1 0-8,1 1 0,2-1 0,0 1 0,1 0-1,0 0 0,1 0 0,0 0 0,1 0 4,-1-12 1,1-1-1,0 0 1,0 1-1,0-1-6,1 13 1,0 0-1,0 0 1,0-1-14,-1-1 1,1-1 0,-1 0 0,0 0-3,0-1 0,0-1 0,0 0 0,0-1-4,0-3 0,1-1 1,-1-1-1,0 0-3,0-2 0,-1-1 0,0-1 0,1 0 106,0 10 0,0 0 0,-1-3-227,-1-5 1,0-2 0,0-2-1205,1 10 0,-1-5 1339,0-16 0,-1-6 0,1 1 0,-2-24 0</inkml:trace>
  <inkml:trace contextRef="#ctx0" brushRef="#br0" timeOffset="102501">19258 4431 12981,'-46'7'1900,"-1"0"0,1-1 0,69 39 0,33 15 0,-28-6-1876,-55-23 0,-20-5 1,18 6-14,44 13 0,24 8 0,-1-2 1,-27-15-12,-63-20 0,-18-12 0,36 7 0,1-2 0,-14-9 0,0 1 0</inkml:trace>
  <inkml:trace contextRef="#ctx0" brushRef="#br0" timeOffset="104369">19290 4512 4661,'-4'-39'9830,"1"21"-5092,-3-15-4094,-7 27 189,-6 2-682,-6 8 171,-2 8-261,-12 22 664,15-11-719,-5 11-6,21 1 11,10-2-17,3 15 23,9-12 67,13-1-56,-10-15-22,11 2-6,-10-8 28,-5 4 118,-8 25-118,-9-14-22,-6 6 22,-1-16 89,5-9 583,-31 15-532,12-14-22,-23 7 89,7-13-61,2-2-62,-8-3-6,2-6-61,9-2 140,-15-9-107,29 6-145,-7-2-1059,31 1 1126,30 1 0,-17 2 0,16 0 0</inkml:trace>
  <inkml:trace contextRef="#ctx0" brushRef="#br0" timeOffset="104839">19673 4556 22537,'-13'-36'1137,"0"-1"0,-9-19-1126,24 58-34,-2 11 23,0 17-11,0 1 0,1 5 16,-1 10 1,1 4-38,-2-7 0,1 3 1,-2 2-2427,0 2 0,0 4 1,-2 0-1,1-6 2109,-1 13 0,0-4 0,-2 14 0,1-15 0,2-39 1</inkml:trace>
  <inkml:trace contextRef="#ctx0" brushRef="#br0" timeOffset="105634">19495 4974 20711,'27'-58'582,"-8"30"0,6 3-602,31-1 1,4 5 5,-20 6 0,-1 0 0,20-8 0,-5 2 81,-13 5 23,-5 2-51,-24 10 28,-15 7 309,-15 13-292,7-2-33,-8 8 61,9 13-95,32 12 27,-9-11 57,26 0 1086,-3-59-879,-19 5 39,-6-16 1,-6-4 5,-16-9-82,-1 11 1,-2 2-244,-4 4-84,-16 25 45,17 27-26,-5 21 1,1 9-101,7-9 0,7 4-2411,14 8 0,10 6 0,-2-8 2167,-7-12 1,7-6 327,21-3 1,12-4 0,-11-11 0,-13-15 0,29-6-1</inkml:trace>
  <inkml:trace contextRef="#ctx0" brushRef="#br0" timeOffset="106234">20425 4881 11855,'-12'-40'4915,"0"-1"0,-6 8-3201,19 79 0,8 28-1714,-4-28 0,1 3 7,1 2 0,3 7 0,-2 0 0,-3-12 722,-8 16-682,6-14 1,-4-18-37,-12-53 0,-3-20-2,7-1 1,3-8-1,0 3 13,-3-10 1,1-1-38,2-1 0,1-5 0,6 8-78,6 6 1,6 5 67,4-5 0,7 5 8,4 11 0,9 12-39,23 28 0,1 15 45,-27-6 0,-3 5 19,16 21 1,-17 6 35,-46-9 1,-14-1-31,10-7 0,-5-4-358,-16-8 1,-8-6-1,7-4 344,-6-9 0,9 0 0,10-2 0,27-2 0</inkml:trace>
  <inkml:trace contextRef="#ctx0" brushRef="#br0" timeOffset="106606">21099 4787 15535,'-3'0'7534,"0"0"-7237,-18-3-6,54-10-591,3-2 1,6 0-1720,9 0 0,3 2 1404,7-3 1,-6 3-1,-6 2 1,-33 8-1</inkml:trace>
  <inkml:trace contextRef="#ctx0" brushRef="#br0" timeOffset="107292">21677 4478 13261,'-11'-36'4915,"-1"0"0,17-7-4582,-4 0 1,7 4-329,41 11-30,-12 32 0,1 8-31,18 16-11,-26 5 0,-9 7 61,-19 5 0,-8 0 18,1 15 215,-21-27 1,-13 0 0,6-9-88,6-11 176,-18 0 1,13-7-161,68-25-116,1 0-57,2 12 0,5 7 17,5 20 0,-3 7-28,-14-7 0,-4 4 67,7 16 0,-18 3-42,-43-5 1,-13-4-1,17-10 0,-5-4-482,-22-4 1,-10-6-1,11-4 1,6-6-1,3-5 1,0 0-1</inkml:trace>
  <inkml:trace contextRef="#ctx0" brushRef="#br0" timeOffset="118454">23459 4510 15984,'0'-5'6799,"13"-45"-6502,-11 68-129,-6-1-191,-6 29 1,-4 11-583,-2 3 0,4 0-4311,8-5 1,3-5 2461,1 8 0,17-25 1,-14-31-1</inkml:trace>
  <inkml:trace contextRef="#ctx0" brushRef="#br0" timeOffset="118911">23795 4096 21002,'-58'29'187,"30"-10"1,5 6-236,10 22 1,8 3 58,4 11 106,28-40 1,6-12 375,11-30-112,-14-1 0,-4-5 17,-8-24-48,-18 14 0,-7-1 384,-17-16-538,-5 6-342,-11 24-1310,21 42-1227,3 4 2683,24 23 0,-3-26 0,5 0 0</inkml:trace>
  <inkml:trace contextRef="#ctx0" brushRef="#br0" timeOffset="119177">23948 4560 18817,'29'-24'885,"1"0"1,1 7-4163,17-6 0,15-4 0,-9 7 1310,-2 8 1,2 0 0,-9 3 0,-35 7 0</inkml:trace>
  <inkml:trace contextRef="#ctx0" brushRef="#br0" timeOffset="119376">24114 4794 22503,'47'-23'-1229,"0"-1"0,0 0 0,-17 5 0,0 1 1,32-6-1,-11 8 0,-43 14 0</inkml:trace>
  <inkml:trace contextRef="#ctx0" brushRef="#br0" timeOffset="120574">24973 4390 9240,'-6'0'9830,"2"0"-8234,4-33 1,8-12-920,11 2-644,-5-6 1,7 3-68,7 25 1,6 11-76,16 22 0,0 10 50,-15-8 0,-4 6 25,4 33 1,-18 7 176,-30-23 0,-9-2-26,4 3 1,-4-4 321,-10-14 1,1-7-283,12-10 257,-5-7-268,21-2-113,2-2-33,39-4-33,20 17 30,-9 4 0,2 5-1752,-4 9 1,-5 5 1731,-10-4 1,-6 3 16,-5 31 56,-45-30 1,-14-5-4154,-15-4 1,-4-5 4102,11 2 0,1-4 0,-5-7 0,11-7 0,31-3 0</inkml:trace>
  <inkml:trace contextRef="#ctx0" brushRef="#br0" timeOffset="121716">26018 4651 18324,'-28'52'721,"1"1"0,0 0 0,-4-26 0,10 33 0,1 0 0,-1 0 0</inkml:trace>
  <inkml:trace contextRef="#ctx0" brushRef="#br0" timeOffset="123022">26840 4277 18789,'8'-51'838,"1"-1"1,3 0-1,6 11-838,19 27-73,24 2 25,-25 16 1,-1 6-15,-2 5 1,-4 5-60,-4 5 1,-8 6 167,-16 11 1,-8 0 120,-6 7 87,-6-17 0,-3-7 412,-3-15 0,0-11-107,11-11-600,7 2-4,15-3-29,41 12 0,8 8 11,-6 0 1,-1 7-242,-10 15 1,-8 4 246,6 12 33,-33-12 1,-13-1 27,-35-6 1,-12-8-463,15-5 1,-1-2-1087,-11 5 0,4-4 1543,-2-16 0,37 1 0,6-5 0</inkml:trace>
  <inkml:trace contextRef="#ctx0" brushRef="#br0" timeOffset="123509">27947 4100 15631,'1'-8'6984,"0"3"-7017,3-16 61,-5 25 84,-10 8-6,-23 32 1,-6 8-79,18-19 0,-1 0 1,-6 2 1,-4 2 0,7-4 4,-2 13-45,9-12-29,20 6-178,47-25-561,8-3 779,8-16 0,-1-4 0,-10 1 0,-16-2 0,-1 0 0</inkml:trace>
  <inkml:trace contextRef="#ctx0" brushRef="#br0" timeOffset="124172">28732 3934 21041,'-36'-22'1479,"-26"41"-1121,23 24 1,3 9-345,2-10 0,3 4-20,2 4 1,2 5-1,7-4-61,13-11 0,6-1-141,6 20 1,11-4-155,24-15 1,5-8 347,-19-7 0,3-5 56,24-2 0,-2-15 625,-2-43-213,-7 3-255,-24 7 0,-9-2 114,-19-10-176,-23 19 1,-5 4-138,0-4-598,-2 17 1,-9 5 0,7 4 597,-4 10 0,9-4 0,5-1 0,11 2 0</inkml:trace>
  <inkml:trace contextRef="#ctx0" brushRef="#br0" timeOffset="128769">23854 5777 18913,'-30'-26'2660,"-7"8"-2240,-11 31-274,14 1 0,0 4-43,-7 9 1,2 4-51,1 6 1,4 5-40,7 3 0,8 4 0,8 1 0,9 0 8,9-3 0,8-4-53,7-5 1,7-7-152,6-8 0,6-9-678,4-9 0,4-8 860,10-12 0,-4-4 0,-22 8 0,-3 0 0,-1-5 0,0 0 0</inkml:trace>
  <inkml:trace contextRef="#ctx0" brushRef="#br0" timeOffset="129202">24244 5854 21058,'-27'0'705,"42"-13"-1245,25 1 0,10 0-2099,8-2 1,0 0 2638,-4 4 0,-4 1 0,11 0 0,-30 8 0</inkml:trace>
  <inkml:trace contextRef="#ctx0" brushRef="#br0" timeOffset="129536">24280 6123 21573,'54'-26'774,"5"3"-746,-22 12 0,0 0-14,2 0 0,-1 0-12,-2 0 1,-1 0-3,24-7-331,-21 7-5858,-18 6 5341,-14 4 0,-6 1 0,0 0 0</inkml:trace>
  <inkml:trace contextRef="#ctx0" brushRef="#br0" timeOffset="132921">25532 5870 9906,'-2'-3'4915,"-10"-26"0,0-9-2461,7 6-1925,-7-9 0,2 2-142,10 19-79,0 8-325,0 15 50,0 19-5,0 33-3,3-9 1,1 3-18,1 3 1,1 0-12,1-1 0,1-1 8,-1-5 1,-1-2-303,0 14-1725,-3-2 2022,-3-25 0,-1-17 0,1-7 0</inkml:trace>
  <inkml:trace contextRef="#ctx0" brushRef="#br0" timeOffset="133270">26194 5640 23164,'2'31'543,"0"24"-602,4-3 1,2 5-744,3 1 1,3-1-3150,4-1 0,1-4 2818,-4-16 1,-1-3 0,8 8 0,-18-32 0</inkml:trace>
  <inkml:trace contextRef="#ctx0" brushRef="#br0" timeOffset="133655">25987 5957 21511,'43'-31'362,"-15"14"0,4 2-320,12 1 0,3 2-17,1-1 0,0-1-20,-3 3 1,-3 0 19,-8 2 1,-3 2 24,8-2-291,-21 5-6279,-11 1 6520,-3 0 0,1 1 0,-2 0 0</inkml:trace>
  <inkml:trace contextRef="#ctx0" brushRef="#br0" timeOffset="134188">26816 5623 22509,'22'-53'252,"1"0"0,-3 6 0,4 11-280,23 27-34,-3 32 59,-24 5 1,-6 6-21,-7 14 1,-8 5 25,-9 7 0,-7 0 13,-7-1 1,-4-4 16,-2-9 1,0-5-20,9-11 0,3-5 278,1 1-52,43-26-200,32-22-26,-15 5 0,4-1-73,8-5 0,3 1-203,-18 7 1,2 0 0,0 1-1655,0-1 1,1 1 0,-2 1 1915,13-4 0,-4 2 0,-16 5 0,-5 1 0,0 0 0</inkml:trace>
  <inkml:trace contextRef="#ctx0" brushRef="#br0" timeOffset="135304">27784 5470 8847,'41'-22'1553,"-1"0"0,5 13 0,5 5 0,-1-4-2104,-7-8 1,-1-2-1,1 6 551,27 12 0,-19 9 0,-44-5 0,-15 15 0</inkml:trace>
  <inkml:trace contextRef="#ctx0" brushRef="#br0" timeOffset="135821">27884 5540 8192,'36'-50'1966,"1"0"0,-1 0 0,4 4 0,-1 1 0,-24 11 2443,-56 8-4309,76 59 1,17 27-3378,-40-7 0,-9 7 0,8-3 2475,21-6 1,7-4-1,-11 2 1,-20 5-1,-10 1 1,-4-24-1,3-28 1</inkml:trace>
  <inkml:trace contextRef="#ctx0" brushRef="#br0" timeOffset="137144">28773 5366 9862,'-5'-3'9830,"2"1"-9181,1-27 1,4-8-594,6 14-51,-4-15 1,6 2-51,30 20-104,-3 17 1,2 6 59,15 1 49,-17 6 1,-6 6-17,-14 27 34,-19-13 0,-5 0 83,-5 18-11,-2-22 1,-6-4 313,-19-4 549,4-11-504,5-6-140,16-13-291,50-14 27,-8 10-14,3 3 1,3 4 3,11 14-21,-14 2 1,0 3 5,-2 4 1,-2 5 16,-1 10 1,-9 4 130,-22 27-105,-6-11 10,-26-30 1,-10-7-227,10-10 0,-1-4-486,-12-6 1,2-1-1,-12 1 1,27-16 0</inkml:trace>
  <inkml:trace contextRef="#ctx0" brushRef="#br0" timeOffset="141537">24099 7269 9626,'0'-3'8558,"0"0"-7308,-35-31-550,6 25-485,-2-7 1,-4 5-37,-24 37-120,25-3 0,0 7-26,-1 9 1,3 5-45,3 6 0,5 3-45,8-1 0,10-1 5,11-7 1,9-4 78,9-10 0,7-7 50,4-10 1,3-9 83,0-12 0,-3-9 70,-4-9 1,-5-6 14,-3-10 0,-4-3 7,-4 0 1,-4 1-3,-3 7 0,-1 2 118,0-6-359,-5 24-44,2 29 72,1 28-28,1-8 0,1 2-356,4 8 1,3 0-4280,6 0 1,3-4 4623,13 13 0,-4-21 0,-20-24 0</inkml:trace>
  <inkml:trace contextRef="#ctx0" brushRef="#br0" timeOffset="141837">24681 7227 15816,'-3'0'5634,"0"0"-5528,3 0-492,61-41-577,-28 29 0,3 2 963,4-5 0,4-2 0,-4 4 0,-5 5 0,-4 4 0,19 3 0</inkml:trace>
  <inkml:trace contextRef="#ctx0" brushRef="#br0" timeOffset="142057">24713 7496 21075,'42'-28'-3031,"1"1"1,10-3 0,-2 4 3030,9 3 0,-3 2 0,-40 15 0</inkml:trace>
  <inkml:trace contextRef="#ctx0" brushRef="#br0" timeOffset="144594">25733 7174 7509,'-7'1'6055,"2"-1"-5702,5 0 369,0 0 315,-6 2-472,3 0 1272,-6 1-1193,7-3-302,-1 1 2117,3-20-2325,0 10 561,7-35-359,3 19-185,8-7 1,4 1-113,2 2-28,3 5 0,3 7-28,8 23 31,-4 18 0,-3 6-8,1 4-1,-23 7 1,-7 12 0,-6-6-4,-10-9 1,-5-1 42,-2 8 0,-2 5 0,1-7-34,3-13 0,1-4 17,-16 18 67,31-42-39,4-1 146,14-4-177,19-12 0,6-3-8,15-5-12,-7 1 1,1-3-20,-11 7 0,1-1-2511,11-5 0,1 1 2136,-15 5 0,-1 1-4527,15-6 1,-8 4 4187,-24 10 0,6-2 0,-20 9 0</inkml:trace>
  <inkml:trace contextRef="#ctx0" brushRef="#br0" timeOffset="145960">24220 8636 7503,'2'-3'9830,"-1"0"-7729,4-20-1457,-3 16 280,-5-18-818,-13 23 6,-17 8-17,-20 15 9,19 0 0,1 3-65,3-1 0,2 3 14,-1 7 0,5 3 6,11-5 0,4 1 8,2 3 0,3-1-55,15 29-12,16-15 95,21-21-101,-15-23 1,3-6-29,4-5 0,2-4-254,8-6 0,-1-2 38,-16 5 1,-2 1-2411,3-2 0,-6 0 2660,-14 5 0,-3 2 0,-8 5 0</inkml:trace>
  <inkml:trace contextRef="#ctx0" brushRef="#br0" timeOffset="147674">23856 8517 11082,'-8'-48'4915,"0"0"0,0-12-3665,15 59-1140,7 28 0,4 23 0,-1 0-18,2 4 1,0 3-36,-3-9 1,1 7-1,-1 0 1,-2-8-39,1 3 1,-3-2 15,-3-1 1,-2 2-1,0-8-29,0 2 302,-1 2 0,1-16-23,5-57 1,2-32 0,0 8-236,9-7-42,-4 14 1,5-12-1,2 1 1,-2 16-37,14 6 8,21 37 0,0 13 20,-23 5 9,-8 10 1,2 10-1,-9-4 8,-9 4-17,0 1 0,-3 1 101,-12 11-6,-21-7-34,-5-23 1,-6-5-23,-3-5 1,-3-5 58,-9-1 0,1-3 19,-15-6-100,15-6-17,27-8 0,10 7 0,7 1 0</inkml:trace>
  <inkml:trace contextRef="#ctx0" brushRef="#br0" timeOffset="148411">25009 8570 9873,'-6'8'9830,"0"-2"-8906,20-25-891,-3 10-792,28-14 1,14-2 758,9 8 0,0 3 0,-11-3 0,-1 1 0,-1 6 0,-1 0 0</inkml:trace>
  <inkml:trace contextRef="#ctx0" brushRef="#br0" timeOffset="148659">25163 8698 11334,'-2'2'9136,"-1"0"-8386,10-3-689,24-13 1,12-6-356,2 4 0,4-2-1704,-4-1 1,1-1-1,-1 1 1147,8-2 1,-6 4 0,5-4 0,-33 13 0</inkml:trace>
  <inkml:trace contextRef="#ctx0" brushRef="#br0" timeOffset="150564">26079 8283 13446,'8'-50'2432,"1"0"1,2-1 0,3 5-1990,19 5-343,-7 18 1,6 4-84,9 7 0,3 6-23,20 9-81,-25 27 1,-9 8-15,-16 10 67,-18 9 1,-10 2 47,-1-28 0,-6-3 81,-9 10 0,-1-5 135,-8-5 246,1-24-128,23-15-270,8-7-5,27 0 5,39 7-95,-9 11 11,-7 7 1,-1 8 2,-14 10 1,-3 4 13,16 19-14,-38 3 0,-12 0-2,-21 1-37,-9-3 0,-7-3-779,11-20 0,-1-5 821,0 1 0,1-3 0,-6-1 0,25-17 0</inkml:trace>
  <inkml:trace contextRef="#ctx0" brushRef="#br0" timeOffset="153555">19295 10411 19115,'-39'-17'365,"-1"-1"1,2 5 0,4 10-366,2 37-28,-5 18-14,19-19 0,7 1 14,9 2 0,8-2-11,10 0 0,8-3-20,11 1 0,5-2-59,2-3 1,0 0 36,-6-5 0,-5 1 310,1 19 147,-60 1-284,-3-22 0,-8-5-184,-6-1 0,-1-6-3597,6-11 1,3-6 3688,-6-10 0,26-3 0,16 16 0</inkml:trace>
  <inkml:trace contextRef="#ctx0" brushRef="#br0" timeOffset="153837">19619 10314 22313,'13'63'267,"1"0"0,0 0 0,-1 0-409,-2-18 0,0 1 0,-1 0-1085,3 16 1,-2-2 1226,-2-4 0,-2-5 0,1 6 0,-8-18 0</inkml:trace>
  <inkml:trace contextRef="#ctx0" brushRef="#br0" timeOffset="154472">19621 10786 12034,'-3'-2'8906,"1"0"-8687,2 2-449,-46-23 420,68 11-262,-4-24-46,28 24 0,13 5-11,1-6 1,0-1 156,-8 1 0,-4-1 137,-11 2 0,-6-1 502,2-5-365,-29 8-44,-18 8 157,-9 11-158,-3 9-201,6 14-78,16 2 22,25-2-28,22-13 134,9-19 214,-6-21 94,-26-22-28,-28-14 85,-22 1-34,-14 15-292,1 24-145,1 37-28,12 31-56,19-11 0,7 3-490,8 7 0,8 0-1666,8 1 0,7-3 2240,8-7 0,1-4 0,9 7 0,-8-23 0</inkml:trace>
  <inkml:trace contextRef="#ctx0" brushRef="#br0" timeOffset="155046">20445 10849 12304,'0'-11'4915,"-1"-30"0,-2-6-2065,-1 18-2719,2-19 1,-1 14-36,0 46 11,7 41-85,2-8 0,2 5-20,0-8 0,2 1 0,1 2-2,2 4 0,1 1 0,-1-3 5,3 11 1,-3-3 19,0-2 1,-10-7 69,-29-9-56,-11-31-76,6-24 1,1-14-17,5-23 0,6-8 69,1 1 1,5-3-4,8 11 0,3-3 1,5 3-12,9-10 1,6 6-14,3 8 0,7 6-3,18 4 0,8 11-31,7 16 0,1 9-9,-7 3 1,-3 7 5,1 11 1,-15 9 75,-35 8 0,-15 4 34,-15 0 0,-14-2-72,-6-9 1,-8-2 0,2-6-4178,-6-3 0,2-6 3508,-1-2 1,11-6 0,25-13-1,24 5 1</inkml:trace>
  <inkml:trace contextRef="#ctx0" brushRef="#br0" timeOffset="155282">21122 10660 23707,'61'-20'0,"0"0"0,-1-1 0,-11 5 0,0 0 0,0 0 0</inkml:trace>
  <inkml:trace contextRef="#ctx0" brushRef="#br0" timeOffset="155757">21807 10245 19412,'-3'-4'2010,"-8"35"1,-3 32 0,7-10-2045,12-9 36,-14 9 0,-5 9 0,17-23 73,50-50 1,10-26 355,-36 3 1,0 4 66,18 26 0,-6 2-498,-27-23 0,-13 57 0,-9 40 0,-3 10 0,5-22 0,1-3 0,4 4 0,0-1 0,0 0 0</inkml:trace>
  <inkml:trace contextRef="#ctx0" brushRef="#br0" timeOffset="157338">23683 10941 17843,'3'-62'1885,"0"0"1,-2 11 0,2 9-1740,5 18 72,-14 83-263,0-11 1,0 5-1054,3-2 0,1 4 0,0-3 106,-2 1 1,4-4 991,7 1 0,3-12 0,-3-26 0,5 3 0</inkml:trace>
  <inkml:trace contextRef="#ctx0" brushRef="#br0" timeOffset="157772">24013 10590 19865,'-23'-36'686,"-1"1"0,-15-8-624,11 90-96,15 3 11,21-16 1,11-4-6,29-4 67,-8-21 1,1-9 116,-7-11 1,-5-8 64,-10-7 1,-10-4 41,-13-1 1,-9 2-40,-10 3 0,-4 3-84,-26-10-459,8 26 319,50 66 0,-8-35 0,27 36 0</inkml:trace>
  <inkml:trace contextRef="#ctx0" brushRef="#br0" timeOffset="158023">24440 10680 22582,'51'-27'-973,"0"0"0,0 0 0,5-8 0,-5 8 0,14 18 0,-47 8 0</inkml:trace>
  <inkml:trace contextRef="#ctx0" brushRef="#br0" timeOffset="158242">24480 10966 14880,'-5'1'3909,"25"-18"1,15-9-4123,-6 11 1,4 0-1068,10-8 1,5-4 0,-2 3 335,5 4 1,-4 2 0,-8 3 0,-5 2-1,1 0 1</inkml:trace>
  <inkml:trace contextRef="#ctx0" brushRef="#br0" timeOffset="158807">25290 10338 24760,'11'-48'297,"-8"63"-255,-9 25 0,-5 11-31,3 2 0,-1 1-17,-2 10 1,4-5 16,14 2 141,12-1 11,26-58 83,4-33-101,-20-2 1,-2-5-3,-5 7 0,-2-1 106,-3-1 0,-3 3-30,-2 6-169,-7 13-22,-1 26 6,0 24-32,-1-8 1,0 4 14,-1 11 0,0 2-40,-2 5 1,0 1-743,-1 3 1,2 0 764,3 1 0,0-5 0,-1 11 0,6-19 0</inkml:trace>
  <inkml:trace contextRef="#ctx0" brushRef="#br0" timeOffset="160112">26495 10867 18711,'-11'62'1801,"1"0"0,-2-21-5078,-4 14 0,-6 15 0,3-17 2619,2-21 1,-12 18 0,27-42-1</inkml:trace>
  <inkml:trace contextRef="#ctx0" brushRef="#br0" timeOffset="160920">27410 10107 20252,'0'-38'2159,"-1"0"0,-41 78-1874,80-47 1,33-13 0,-21 19-143,-48 42 0,-1-1-48,53-50 0,23-25 0,-28 21-67,-44 41-10,-4 12 0,0 14 1,-1 7-1,0-4-2294,-1 7 0,1-1 1,0 2 2275,3-11 0,0 2 0,1-1 0,-1-6 0,-5 20 0,6-27 0,8-43 0</inkml:trace>
  <inkml:trace contextRef="#ctx0" brushRef="#br0" timeOffset="162727">27393 9968 8539,'2'-6'9830,"0"0"-7880,-2 6-853,16-62-267,-11 35-452,5-9 0,-2 3-3,-7 21-252,0 8-207,-1 4 95,0 9 12,3 12 94,4 19-5,7 21-48,-7-25 1,-2 2-15,1 2 1,-1-1-18,-5-3 1,0-1 28,-1 20-57,-1-21 180,9-16-11,13-16-96,34-21-72,-3-1 13,-13 2 1,-1-2 36,11-15 50,-9-7 18,-18-1 4,-17 1 40,-8 8 45,-2 7-100,3 13 49,1 6 73,1 8-223,0-1-169,-3 8 185,-2 14 8,-2 22 1,-1 3-32,0 3-36,0 15 1,2 1-99,5-19-507,0-4 0,2 0 636,5 10 0,-4-18 0,4-13 0</inkml:trace>
  <inkml:trace contextRef="#ctx0" brushRef="#br0" timeOffset="163210">28432 9934 23864,'15'-43'779,"-32"67"-737,-5 8 0,-7 8-1414,2-4 0,-4 6 0,-1-1 1,3-4 1373,-5 6 1,1-4 794,-18 17 0,23-11-652,56-39 1,13-6-168,7 8-72,-6-10 1,7-5 0,-1-2 93,17-6 0,-5-1 0,-18 6 0,-3 0 0,1-1 0,1 0 0</inkml:trace>
  <inkml:trace contextRef="#ctx0" brushRef="#br0" timeOffset="163803">29320 9660 17871,'0'-4'6699,"-20"-29"-6582,-4 37 85,-27 13 0,-7 13-152,27-1 0,4 8 1,2 5-37,0 10 0,1 8 0,2 1 0,4-6-20,-7 6 1,13-1-18,18-12 1,11 6-1,3-4 1,-1-13-12,15-7 48,10 4 0,4-12 188,-8-38 0,-4-10 33,11-1 25,-21-16 1,-14-3 187,-38-7-431,0 9-79,-31 15 62,-1 38 0,-1 7 0,1-10 0,6 7 0,0 1 0</inkml:trace>
  <inkml:trace contextRef="#ctx0" brushRef="#br0" timeOffset="166457">23707 12252 10774,'6'-11'9170,"-2"2"-7849,-4-51-806,-16 44-196,-17-31-187,4 57 0,-5 12-48,-5 7 0,-1 6-31,-5 8 1,2 5-18,2 2 1,5 1-40,9-3 0,8-1 20,13-8 0,10-2-23,12-8 0,8-6-72,11-5 0,5-7-192,7-5 1,2-7-750,8-8 0,1-7 453,5-4 1,-5-2 0,-19 6-1,-3 1 1,19-11 0</inkml:trace>
  <inkml:trace contextRef="#ctx0" brushRef="#br0" timeOffset="166856">24254 12202 21836,'8'-26'-397,"23"-2"-4519,16 14 1,6 3 4027,-16 2 0,-2 2 1,28-4-1,-47 10 1</inkml:trace>
  <inkml:trace contextRef="#ctx0" brushRef="#br0" timeOffset="167159">24259 12466 18308,'-3'2'4867,"1"-1"-4575,22-15-175,38-10-123,-24 9 1,3-1 5,15-3 0,1 1-20,-8 4 1,-3 1-43,15-3-419,-15 5-9350,-40 10 8601,-2 1 0,-2 0 0</inkml:trace>
  <inkml:trace contextRef="#ctx0" brushRef="#br0" timeOffset="170289">25366 12091 17333,'6'42'3568,"0"-12"-2958,-8-23 69,-11-11-478,2-4 343,-17-16-1,15-17-459,10 0-62,20-9 17,31 14-53,-15 23 0,2 6 0,-1 3 0,-2 9-45,3 24 1,-8 12-38,-17-2 1,-9 5-131,-8 10 0,-7 6 1,-4-3 113,-1-13 0,-3-4 0,-3 2 90,-9 8 0,-4 2 0,2-8 366,-2-4 1,0-10-57,0-10 1,4-14-26,-2-47-179,19-10-45,22 15 0,10 4-11,31 2-37,-12 21 1,5 5-261,20 11 1,3 5-416,-14-4 1,0-1-1660,17 4 0,-1-3 2343,-19-8 0,-5-3 0,11 0 0,-17-3 0</inkml:trace>
  <inkml:trace contextRef="#ctx0" brushRef="#br0" timeOffset="170655">26131 11977 13793,'-2'-5'4383,"-3"-25"0,0-6-3649,3 19-572,-7-45 331,17 94-353,3 24-149,-2-9 1,1 5-275,1 1 1,0 1-872,1-2 0,1-3-1667,0-9 1,0-5 1972,8 14 0,-9-27 0,-6-13 0</inkml:trace>
  <inkml:trace contextRef="#ctx0" brushRef="#br0" timeOffset="170955">25955 12264 19524,'27'-30'651,"0"-1"0,7 0 1,4 4-641,15 5 0,4 5-20,-2-3 1,-1 1-152,-6 2 1,-3 1-656,-9 3 1,-4 1 814,9-3 0,-22 8 0,-14 5 0</inkml:trace>
  <inkml:trace contextRef="#ctx0" brushRef="#br0" timeOffset="171642">26699 11857 21461,'32'-53'489,"0"0"0,-5 7 1,2 9-415,3 17 1,1 8-87,21 9-90,8 24-70,-35 20 1,-5 7 130,4 6-50,-22 4 1,-11 0 67,-17-13 61,8-14 0,-2-3 252,-7 4 17,6-20-16,22-47-270,0 18 90,25-31-62,-3 41-50,11 19 0,2 6-5,-1-2-7,2 15 1,-3 4-39,-13 3 8,-8-6 0,-7 2-62,-18 3 1,-11-2-469,-6-5 1,-5-5-1913,-8-4 0,-1-6 2484,-22-12 0,34-10 0,20 2 0</inkml:trace>
  <inkml:trace contextRef="#ctx0" brushRef="#br0" timeOffset="172585">27987 11710 11698,'-4'0'9640,"1"0"-9405,3 0-392,58-47-1885,-11 35 1,4 1-1695,1-14 1,0 1 2884,4 16 1,-8 5 0,-19 3-1,-15 0 1</inkml:trace>
  <inkml:trace contextRef="#ctx0" brushRef="#br0" timeOffset="172836">27916 11921 19815,'45'-18'505,"0"-1"0,1 1 1,12-4-1,0 1-469,6-1 1,-4 3-20,0 2-818,-20 2 801,-28 4 0,-9 6 0,8-5 0</inkml:trace>
  <inkml:trace contextRef="#ctx0" brushRef="#br0" timeOffset="173625">29145 11292 20683,'-1'-28'1854,"-25"10"-1703,-9 24-56,-14 2-16,7 1 72,17-3 148,4 22 1,1 8-177,-7 18-81,3 4 0,1 4-14,11-18 0,2-4-28,-7 21 241,13-20 392,21-56-622,-2 2-11,15-13 0,5-2 31,-5 12 0,2 1-31,10-4 0,1 5-14,-2 16 0,-2 8 31,12 20-15,-27-5 1,-5 5-6,-10 4 1,-4 1-15,-4 19 25,-9-11 1,-12-4-1309,-36-15 1,-8-8 1299,27 1 0,-1-2 0,-23-6 0,8-9 0,31-11 0</inkml:trace>
  <inkml:trace contextRef="#ctx0" brushRef="#br0" timeOffset="177088">23872 13494 7878,'3'-10'9035,"0"2"-6682,-3 8-729,-1-39-695,-12 24-469,-11-29-219,-20 38-101,-15 13-101,27 1 1,-1 3-49,-3 6 1,1 4 33,-2 9 0,3 3-22,7-4 0,4 3-6,1 10 0,7 2-3,13-5 1,7 0-65,6 3 0,8-2-51,8-5 1,5-6 55,3-6 1,3-8 120,-1-11 0,-2-8 64,-5-10 1,-4-7 13,-5-10 1,-5-7 5,-3-7 0,-5-4 33,-2 0 1,-2 0 134,-1 4 0,-1 3 73,-2-12-90,-2 21-313,1 25 61,5 21 6,7 26-45,-2-8 0,0 2-42,3 7 0,1 1-129,1 1 0,1-2-661,-1-2 1,4-4 831,7-6 0,0-5 0,-1 7 0,7-18 0</inkml:trace>
  <inkml:trace contextRef="#ctx0" brushRef="#br0" timeOffset="177389">24462 13439 21629,'36'-23'-1117,"1"1"1,1 1 0,1 4-17,3 7 1,-2 4 0,8-3 0,-15 9 0</inkml:trace>
  <inkml:trace contextRef="#ctx0" brushRef="#br0" timeOffset="177699">24550 13703 20957,'25'-6'1938,"-5"0"-1890,23-12 0,6-4-18,-12 6 1,1 0-26,13-4 1,-1 1-28,-18 6 0,-1 2-146,3-1 0,-1 1-1205,2 3 1373,0 1 0,-16 3 0,-9 3 0</inkml:trace>
  <inkml:trace contextRef="#ctx0" brushRef="#br0" timeOffset="182538">25572 13263 8830,'-5'-6'9125,"2"1"-7377,3 5-729,9-57-498,4 27-435,-2-8 1,5 2-14,19 9-101,4 13-67,4 23-28,-5 25-17,-12 20 78,-19-21 0,-5 0-38,-16 31 167,-1-33 0,-5-3 174,-15 9 336,-4-14-291,20-25-163,6-10-100,26-6-12,23 1-34,23 4-25,-23 12 1,0 4-46,-3 4 1,-3 6-4,12 29 74,-29 13 95,-32 6-57,-1-33 1,-6-3-123,-4-5 0,-3-5-1771,-3-5 1,0-6 1876,-21-9 0,21-3 0,20-1 0</inkml:trace>
  <inkml:trace contextRef="#ctx0" brushRef="#br0" timeOffset="183940">23966 14388 10416,'-3'-5'8160,"1"1"-7431,-9-17-298,8 24 432,-8 13-709,10 19 0,4 7-126,-1 2 0,1 2 22,2 17 0,0 0-14,1-11 1,-1-1 13,-1 6 1,0-1 10,-2-7 1,0-3-12,-3-5 1,-1-4 11,-3 17 184,1-25 365,-1-21-381,0-25-79,-3-23-151,2 4 39,6-21-5,20 15-45,5 1 8,1 17 0,3 3-19,17 2-4,-9 10 1,1 6-34,-2 11 1,-1 6 24,-3-2 0,-3 4-11,-1 8 1,-7 6 49,-14 5 1,-7 1 0,-6 19-20,-10-14 0,-9-3 56,-3-16 0,-3-4-12,-1 0 1,-2-4-3,-7-5 0,0-6-397,-22-15-2690,7-11 3059,23-5 0,17 11 0,15 6 0</inkml:trace>
  <inkml:trace contextRef="#ctx0" brushRef="#br0" timeOffset="184333">24673 14646 18235,'54'-24'0,"0"-1"0,1 1 0,-12 4 0,1 0 0,0 0 0</inkml:trace>
  <inkml:trace contextRef="#ctx0" brushRef="#br0" timeOffset="184624">24830 14859 15518,'50'-26'0,"1"0"0,-1 1 0,1-1 0,3-2 0,0 1 0,0-1 0</inkml:trace>
  <inkml:trace contextRef="#ctx0" brushRef="#br0" timeOffset="186262">26085 14117 8018,'4'-9'9830,"3"-9"-6228,-34 27-3580,16-14 187,-21 27 0,-14 23 0,9 2-164,20 2 1,2 3-7,-14-9 0,-6 2 0,10-3 431,20 6 1,7-20 341,-2-37-801,7-3-5,35-10 0,12 5-29,3 24 23,5-5 0,-5 12-48,-34 30 1,-15 9 72,-9-13 0,-8 0 23,-16 17 0,-12-8-620,-12-27 1,-5-13 571,11-5 0,1-5 0,-21-14 0,47-6 0</inkml:trace>
  <inkml:trace contextRef="#ctx0" brushRef="#br0" timeOffset="187640">19883 15730 7503,'0'-3'9830,"0"1"-8087,-17-16-786,-4 13-621,-21-7-67,-14 30-208,26-4 1,0 3-79,0 2 0,2 2-50,-6 20 95,37 5-28,29-6-137,3-12 0,8 0-194,2-3 1,2-2 193,-2 1 0,-3-2 159,-2-3 1,-13 1 665,-35 15-637,-4-14-35,-18-4 1,-10-4-179,-3-5 0,-1-4-2292,4 2 1,2-2 2453,-1-3 0,5-1 0,10-1 0,23-5 0</inkml:trace>
  <inkml:trace contextRef="#ctx0" brushRef="#br0" timeOffset="187916">20204 15672 21707,'4'41'-159,"0"0"1,1 4-1,1 0-3056,2 6 0,0-1 3215,-1-6 0,-1-5 0,2 11 0,-6-26 0</inkml:trace>
  <inkml:trace contextRef="#ctx0" brushRef="#br0" timeOffset="188601">20171 16020 8461,'-7'-3'9830,"-14"-10"-7354,23 11-2437,-11-8-90,49 2-363,20-9 137,-4-4 0,2-2 408,-14 3 1,-3-2 215,1-1 0,-6-1 34,-14 0 11,-23 11 572,-16 9-281,-3 5-319,-9 19-364,17 32-5,5-16-37,27-3 0,7-6 42,-5-19 25,17-8 0,1-8 109,-13-18 6,-5-2 0,-4-4 236,-14-28-80,-16 6 231,-34 11-499,16 30-17,-5 31 0,3 10-39,13 10-255,1 16 1,11 6-2040,28-12 1,10-4-2306,-4-2 0,3-4 3948,10-3 1,0-9 0,1-16 0,-24-9-1</inkml:trace>
  <inkml:trace contextRef="#ctx0" brushRef="#br0" timeOffset="189168">20945 15983 11682,'20'45'4915,"1"0"0,3-5-1376,-32 19-3465,4-89 1,0-36 0,0 1-75,-3 6 0,0 0 0,12 23-291,20 32 274,-17 4 17,-5 38 0,-11 26 0,-9-22 0,-36-50 0,15-34 0</inkml:trace>
  <inkml:trace contextRef="#ctx0" brushRef="#br0" timeOffset="190237">21678 15849 11267,'-12'4'9830,"3"0"-8760,-15 3-134,18-5-824,-17 5-118,25-6-1221,35-12 0,12-5-4687,12 1 5914,2-3 0,-3 2 0,-16 6 0,-16 4 0</inkml:trace>
  <inkml:trace contextRef="#ctx0" brushRef="#br0" timeOffset="191018">22535 15516 21427,'-27'-21'1149,"-31"11"-880,0 21-123,-5 2 27,19 1-162,29-8-11,3 0 17,11-5 50,-1 9 62,-5 34-95,4-10-1,0 9 1,2 0-34,2-14 22,9 28 79,-6-45 174,2 5 626,-1-31-738,8-9-74,14-11-50,11 9-61,-4 14 33,22 30-78,-29 11 0,-3 5-6,-1-10 0,-6 4-739,-18 30 0,-20-1-1804,-18-23 0,-11-7 2131,12-3 1,-3 1-1,1-4 1,-5-3-1,4-6 1,-4-2-1</inkml:trace>
  <inkml:trace contextRef="#ctx0" brushRef="#br0" timeOffset="192312">21067 15867 9946,'-1'-8'9830,"0"2"-7478,-2-16-2318,2 17 481,-2 19-325,-4 40-165,1-10 1,-1 3 10,-2 7 1,-1-3 35,-3 7 147,4-7 811,9-72-951,-3 1-1,-3-24 68,-8-16-1814,7 7 0,1 0 1673,1 18 1,0 1 16,2-14 1,6-1-106,11 5 0,3 4 100,0-8-6,-2 6 0,4 2 23,12 8-28,-8 15-40,20-6 48,-7 20 0,-1 4-14,2 2 6,25 7-1,-35 38 1,-13-19 3321,10 27-3319,-14-23 1,-3-2 305,0 4-169,-11 9 1,-8-1-73,-13-10-51,1-7 1,-4-1 123,-11-4 0,0-5-57,-6 2-33,1-8 0,0-5-61,12-10-562,-9-5-1040,25 5 1607,13-2 0,4 5 0,3-2 0</inkml:trace>
  <inkml:trace contextRef="#ctx0" brushRef="#br0" timeOffset="193797">23481 16028 11945,'0'-48'3276,"1"0"1,1-4 0,1 10-2285,-1 30-1020,3-5 330,-11 58-392,-1 1 1,-1 9-1,1-4-14,1-5 1,1 1-362,-3 11 0,0 6 0,7-10 465,17 4 0,-8-12 0,8-9 0</inkml:trace>
  <inkml:trace contextRef="#ctx0" brushRef="#br0" timeOffset="194212">23838 15801 19753,'-38'15'408,"0"0"1,2-3 0,12 2-509,31 10 234,5-16 118,23-9 964,-6-40-841,-13 11 28,-17-17-134,-34 31-470,11 6-292,-8 8 493,33 27 0,-3-15 0,9 14 0</inkml:trace>
  <inkml:trace contextRef="#ctx0" brushRef="#br0" timeOffset="194476">24167 15889 20515,'41'-25'-3277,"-1"1"0,15-1 0,-2 5 2471,11 10 1,0 0 0,-46 9-1</inkml:trace>
  <inkml:trace contextRef="#ctx0" brushRef="#br0" timeOffset="194682">24254 16115 11446,'-7'4'4915,"28"-20"0,12-8-4478,-3 7-782,15-11 1,8-3-600,10 6 1,-4 3 0,-1-2-1,-9 6 1,-1-1 0</inkml:trace>
  <inkml:trace contextRef="#ctx0" brushRef="#br0" timeOffset="195431">25338 15523 22907,'-45'5'267,"0"-1"0,0 1 1,-12 1-1,7-1 226,-6 3-487,38-5-12,-15 2 0,33-1 174,-13 37-156,6-19-7,-4 8 1,0 4 16,4-1 1,2-1 16,-4 30 84,2 1 589,7-34-287,8-40-374,1 0 16,28-26-22,7 9-43,2 11 1,2 3-11,-16 5 0,0 4 10,14 1 1,-1 10-12,-11 17 1,-4 4 14,8 3-17,-11 4 0,-11 6 13,-26 0 1,-7-1 8,-4 18-22,0-15 0,-8-3-135,-12-15 1,0-8-225,1 3-2168,-4-8 1,3-7 2537,19-13 0,-1-1 0,14 4 0</inkml:trace>
  <inkml:trace contextRef="#ctx0" brushRef="#br0" timeOffset="196209">26611 15983 15042,'-1'-4'7001,"1"0"-6535,6-25-264,-9 65-202,-9-2 0,-1 3 0,7-5 0,0 2 0,-9 10 0,0 1 0</inkml:trace>
  <inkml:trace contextRef="#ctx0" brushRef="#br0" timeOffset="197008">27871 15201 22139,'-59'6'278,"1"0"1,0 1 0,4-6 0,1 1-210,1 8 0,-3 4 0,9-3 256,-3-4-28,14-3-320,23-2 18,9-1 201,-11 40-163,6-14 0,-4 21 1,1 3-11,5-2-15,2-11 1,1 1 47,0 18-17,2-30 891,-1 6-768,16-61-106,20-14-39,0-5-6,0 19 1,5 9-24,1 22 1,1 5 11,-5-6 0,0 4 5,5 9 1,-6 10-51,-16 13 1,-10 3 27,-5 3-45,-24 10 1,-16-3-1771,-12-27 0,-4-7 1832,7 3 0,1-3 0,2-6 0,9-8 0,24-9 0</inkml:trace>
  <inkml:trace contextRef="#ctx0" brushRef="#br0" timeOffset="197459">28404 15131 23209,'-25'27'339,"0"0"1,-18 18 0,-3 1-315,7-6 1,1 2-15,6-5 0,1 3 0,3-1 31,-3 9 0,8-3-28,13-10 0,10-5 20,40 4-40,-5-27 1,6-7-191,9-6 0,6-5 0,-3 1-40,-5 2 1,0-2 235,8-6 0,4-3 0,-16 5 0,-19 5 0,20-6 0</inkml:trace>
  <inkml:trace contextRef="#ctx0" brushRef="#br0" timeOffset="198043">29491 15008 11133,'1'-3'9830,"-1"1"-8306,-9-29-656,-5 26-398,-21 4 0,-7 9-280,-6 23 1,1 8-183,-1-4 1,1 4 19,0 7 0,11 6-45,26 3 0,9 0-31,-2-15 1,4 0-135,10 25 0,12-4 95,7-28 1,4-6 100,-2-1 0,2-6 14,8-7 0,0-10 221,0-18 0,-5-5-126,2-2 224,-16-12 1,-14 0-169,-40 1-157,-14 7 1,-5 3-23,20 11 0,-2 2-81,-24 2 0,-3 6 81,16 7 0,5 2 0,-14-4 0,-8 9 0</inkml:trace>
  <inkml:trace contextRef="#ctx0" brushRef="#br0" timeOffset="199643">23896 16858 17389,'-4'-15'4117,"-4"4"-6774,-28 33 1,-7 13 2695,12-10 477,-4 5 0,-7 10 1,11 0-531,17 5 0,7 0 8,-9-3 1,5 0 381,17 13 1,14-8-669,36-23-223,-6-16 0,5-9 515,8-16 0,-4-6 0,-17 7 0,-4-1 0,-7 0 0,0-1 0</inkml:trace>
  <inkml:trace contextRef="#ctx0" brushRef="#br0" timeOffset="200157">24388 16932 20823,'36'-27'-205,"9"4"1,5 2-3619,-5 7 1,2 2 3822,7-5 0,-3 2 0,4 2 0,-40 11 0</inkml:trace>
  <inkml:trace contextRef="#ctx0" brushRef="#br0" timeOffset="200525">24534 17114 21153,'51'-24'709,"7"0"0,2 0-698,-26 10 0,-1 0-6,19-5 1,-3 0 89,0-1-61,-37 16-320,9-4-4727,-18 6 5013,2 1 0,-2 0 0,1 1 0</inkml:trace>
  <inkml:trace contextRef="#ctx0" brushRef="#br0" timeOffset="204487">25565 16721 8338,'-2'-3'8715,"0"0"-7270,2 3-806,-5-37-364,9 18-147,1-27-111,19 28-118,11 9-89,11 13-90,3 18 5,-8 22 90,-20 11 129,-28 6 53,-7-31 0,-5-2 160,-5-3 0,-2-5 684,-22 9 111,12-21-572,19-18-273,26-10-40,20 0-67,25 8-115,-18 13 0,2 6 9,1 5 0,-3 4 16,-3 7 1,-5 4 105,-9 2 1,-10 3-3,-14 0 0,-10-1-37,-11-1 1,-6-4-412,-6-4 0,-3-7 434,5-10 0,2-4 0,-8 0 0,24-17 0</inkml:trace>
  <inkml:trace contextRef="#ctx0" brushRef="#br0" timeOffset="204820">26328 16583 16062,'-3'-6'5349,"2"1"-5142,1 5 28,2 34-285,8 14-174,-2-8 0,1 4-843,4-2 0,0-1 1067,-2-1 0,0-3 0,5 4 0,-10-14 0</inkml:trace>
  <inkml:trace contextRef="#ctx0" brushRef="#br0" timeOffset="205104">26214 16922 11010,'-6'-3'8777,"0"1"-8352,6 2-111,25-41-208,17 15-61,-7-3 0,3 0-76,2 13 0,2 3-473,-2 0 0,0 1-175,0 1 1,-3 1 0,3-1 0,-8 2-1</inkml:trace>
  <inkml:trace contextRef="#ctx0" brushRef="#br0" timeOffset="206298">27123 16446 19081,'-59'15'1327,"-2"1"-1156,27-9 0,2 0 176,-13 3-213,10-4-145,27-3 22,7 2 29,-1 11 27,0 20-50,-1 22-51,2-1 34,6 8 6,1-25 33,0-13 493,-1-14 393,2-19-847,5-11-45,21-12 1,4 0-39,-7 3-113,21 23 0,15 11 1,-27 13 117,-57 16 0,-29 13 0,21-2 0,58 3 0,-2-1 0,-70-11 0,1 0 0,-1 0 0</inkml:trace>
  <inkml:trace contextRef="#ctx0" brushRef="#br0" timeOffset="207278">27736 16607 7962,'36'-22'1404,"0"0"0,2 13 0,2 1 1,8-15-1,0 2 0,16 16 1</inkml:trace>
  <inkml:trace contextRef="#ctx0" brushRef="#br0" timeOffset="207489">27730 16799 9643,'53'-21'855,"1"1"0,0-1 0,14-6 0,-16 7 0,-37 17 0</inkml:trace>
  <inkml:trace contextRef="#ctx0" brushRef="#br0" timeOffset="209040">28499 16529 8987,'3'-7'9595,"-1"2"-7192,-2 5-1541,6-26-581,-22 36-152,-2-3-95,-17 46-51,19-22 0,5 3-65,5 0 1,7 0-211,20 0 1,9-5 53,-3-7 0,4-5 101,16-4 0,2-8 162,-14-10 0,-2-5 51,2-7 0,-2-3-37,8-10 95,6-14 241,-26 18-95,-4-1-173,-24 6-57,-17 3-27,-8 0 10,-12-2-38,5 1-1,-4-1 28,3 3-10,6 5 27,-15 2-22,28 6 39,-11 1 6,29 2 100,-5-2-117,-1-3 17,-5-1 83,-13-6-10,4-1-34,0-6 5,10-11-84,13 3-38,13-11 21,15 9 6,11 4-11,3 10-33,17 13 33,-27 3-6,20 14-11,-24 4-22,7 10 39,-1 7 51,-12 6-40,-10 1 6,-18 4 5,-12 2-140,-5-8-778,-12 2-8935,1-13 8995,9-9 0,4-7 1,18-12-1</inkml:trace>
  <inkml:trace contextRef="#ctx0" brushRef="#br0" timeOffset="221771">23991 18013 7083,'5'-7'9477,"-2"2"-5970,13-36-2331,-14 19-190,1-33-600,-28 37-240,-25 14-73,-12 23-141,24 7 1,3 6 0,6-1 0,4 4-70,1 14 0,9 2-23,12-11 0,7-2 62,8-1 0,7-6 112,8-11 0,5-9 230,8-17 0,0-10-4,-7-2 1,-4-6 36,1-13 1,-7-4-77,-10 7 1,-5 1 246,2-24-336,-6 25-67,-3 25-57,1 39-55,3 23-182,1-17 0,4 2-1177,6-1 1,6-2 1425,4-7 0,2-4 0,10 4 0,-4-18 0</inkml:trace>
  <inkml:trace contextRef="#ctx0" brushRef="#br0" timeOffset="222170">24509 17950 10125,'-6'1'9830,"1"0"-7332,-13 2-1664,13-3-783,-13 3-258,32-4-1032,38-11-214,-10 3 0,4 0-1102,7-2 1,0 1-1515,-11 5 0,-4 3 4069,3 4 0,-33 7 0,-11-3 0</inkml:trace>
  <inkml:trace contextRef="#ctx0" brushRef="#br0" timeOffset="222403">24526 18230 12174,'-3'1'9830,"1"0"-9000,2-1-841,69-33-166,-40 23 1,4-1-261,6-4 0,6-3 0,0 3-414,13-2 1,-4 4 0,9-3-1,-8 2 1</inkml:trace>
  <inkml:trace contextRef="#ctx0" brushRef="#br0" timeOffset="225689">25681 17759 17865,'-4'-2'174,"1"0"-124,1 2 191,-2 0-247,1 1 46,-8 2-29,2-1-50,-3 1 268,4 0-167,4-2 72,0 1-78,0-2 124,-14 2-62,0-1 16,-9 3-33,8-2-101,7 0 11,0 0 28,-7 5 51,3-2 756,-8 3-667,17-6 112,1 0 95,6-4 141,0-1-354,0-1-66,0 2 11,0 15-17,-4 27-73,-3 6-34,2-13 1,-1 0-29,-3 13 258,3-13-118,4-15 320,10-22-314,4-11-39,10-9 28,15-5-34,11 7-121,-6 19 1,2 7 8,-9 4 1,-1 6-7,8 6 1,-6 9 25,-20 10 0,-7 2 47,2 5 3,-15-13 0,-10-3-53,-12-10 0,-7-6-1983,-30 2 2011,25-14 0,2-5 0,-6-6 0,29-14 0</inkml:trace>
  <inkml:trace contextRef="#ctx0" brushRef="#br0" timeOffset="227244">23975 18630 10002,'-3'-7'8675,"0"2"-7688,-10-27-1010,10 25 398,-7 22-257,13 16 170,1 13 1,1 3-301,0 9 104,0-16 1,0-1 142,3 14-11,-2-16 1155,1-27-1290,-4-16-94,1-7 402,5-30-503,-5 19 61,3-8 0,5-1 45,31-3-16,-12 3 13,5 19 0,0 7-115,-1 12 337,14 21-219,-27-4-151,-10 38 436,-28-8-100,3-3 151,-34-5-246,7-36-4,-2-6 1,-1-2-64,-5-3-2298,-15-10 2275,60-4 0,-6 7 0,17-4 0</inkml:trace>
  <inkml:trace contextRef="#ctx0" brushRef="#br0" timeOffset="227957">24760 18650 20979,'24'-10'-3489,"-21"7"2357,44-13 0,9 0 0,-30 7 0,22-5 0</inkml:trace>
  <inkml:trace contextRef="#ctx0" brushRef="#br0" timeOffset="228343">24873 18752 19093,'-36'10'537,"0"-1"1,-17 6 227,58-13-70,41-4-434,-15-2-236,8-1 0,5-1 147,20-7-49,-3 0 174,-17 4-1854,-21 7 1557,-11-3 0,0 4 0,-4-4 0</inkml:trace>
  <inkml:trace contextRef="#ctx0" brushRef="#br0" timeOffset="231076">25705 18590 16185,'-27'39'3507,"-4"6"-3009,14-12-364,-2 7 68,13 8-297,22 0-6,14-18 0,4-4 84,10 5 3,-5-17 0,3-7 87,-9-8 0,0-5 165,3-6 0,1-1-115,-4 4 0,-2-1 191,10-23-73,-47 12-141,-12 0-145,-17 0 1,-4 3 72,-12 0-14,6 4 0,-1-1 89,13 6 1,3-1-59,-10-4 0,-3-9 224,32-19-207,7 23 117,-3-24-129,27 11-44,-10 15 22,33-19-28,-1 25-67,4 2 100,18 16-38,-37-1-12,12 15-11,-11 11 174,-5-3 97,-8 3 1,-3 0-194,-4-5 113,-4 20-2830,-18-11 2667,5-10 0,-7 4 0,11-23 0</inkml:trace>
  <inkml:trace contextRef="#ctx0" brushRef="#br0" timeOffset="239587">23914 18513 6439,'6'-9'2835,"-1"2"-1878,-5 7 2891,0-1-3361,1 9-364,-1 3-72,0 13 145,1 5 241,1 13-56,0 3-207,-1 5-29,0-11-167,0-7 33,0-10 73,3-5 34,1-6 419,0-5 863,-2-5-851,-1-4-302,-2-20-174,-2-12 134,0-17 140,-4-2 68,0 8-85,-1 4-123,2 10-78,1 12-185,2 10-151,2 7 246,7 20-39,7 17-123,7 18 30,-10-21 1,-1 1-4153,2 22 3397,-5-16 0,-7-17 0,0-15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B51E-BCEF-5FF9-4014-184279DCA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D9B00-E3D5-AFF2-C53E-FC8D65C24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0EFB7-96DE-94D4-4CA8-8517DC7A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0DBF9-E4B0-7AE4-7EFC-AB4E00CD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280E5-BE87-D85F-9F36-8C602F8A4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39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3DBE3-4BC2-EFD3-744C-3146012F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2E96E-C3E7-4480-70AF-107BDA170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ED77B-5A21-1E0D-1B30-470B2BBBE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37633-7B9C-E17D-5567-C737C8FF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13DB-2164-FA6E-ECAF-703A2D849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50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A4436-5159-9AB5-7559-76417BBBB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A6D67-9316-64B7-9E71-DA67999FC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6DD8-A085-F0A3-121E-8964C6966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E6F8A-9106-659D-DA29-AC7992D3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3BCFA-1D9A-FE6D-A049-39704E3D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4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80E5D-0E8A-3C68-FBFF-86E19ADE1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26CAF-55F5-F34F-09AF-7105C7C3FD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0AEAB-2F71-913B-B204-2D7395F51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6552B-871D-45B5-AF51-93FA0DE4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8255E-48DB-8B29-E337-8934162D8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26DCD-8E67-0F2E-3F5B-CE39027A0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4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7FC38-067D-C2D0-5B65-730D9E0A7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283C1-E110-44EA-B1CB-32FBE85AE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AE5D9-E9EE-D5E0-19F8-2055668A1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DBAE67-1517-3DDE-E70F-8D2CBD5D10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4EA65A-7BC8-BE8D-AAEF-62ED8AD0C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FE45E1-36E7-9B8C-6090-202F6AE2A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03D401-FC65-F417-E88A-C932CBC7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2A13E-9549-E768-7E20-CCBE8C350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4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FBF1-1BD4-9D58-D67B-A74E40035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0597-3BC1-B19A-3E1B-DABC9857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67082-7233-F4B7-9363-46566730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C0DF3A-306A-7AF7-2D28-5721A8E76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9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4EBB6-6390-ECF6-DEE0-097BD662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B040D8-BCAD-28B9-8768-E9DE74F0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269A3-2250-CC49-B9EA-0F9420022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141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A2C9-01FB-E11B-9BF7-86ADC6A30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5A055-0CF7-1B9D-C458-6AB8039B1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FF21E-9E99-DF01-DA6E-04BCB2DA7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906CA-E7F0-FBD6-C44A-05D0A351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E9D21-2BFE-35F0-CE07-9D948921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A0F5F-E111-C6BC-1AE4-11B37681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12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8FD08-5B04-FDB0-B72E-1D2F0EE2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2FFC4-6EED-8A35-4B0D-D2E38B065B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5FFC3-FF6F-C4BD-1B5E-16FED1F72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378E6-53D2-73DB-C247-A444F401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CD7BE-AAB0-3EE5-7083-5361FE5B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E68FC-78C7-F07E-0665-AB11EF18C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22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EBAC-04DE-2A13-2E58-7FBD3652F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709136-7035-59CE-1E7D-DC7F208D3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CE2D6-5CFD-C30B-B6D6-C4BBEFE2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B9FDB-8C3A-BBA7-D7A3-D4BAF8E5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67450-2B9E-D899-3A57-8B4A02DA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97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975D-099D-5939-2154-E4E3CB6B74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60D2F-15B0-05A7-C4F1-3D5207A86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F4FD2-6C9A-3C66-8D25-1FD88F963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2DBC8-0B96-A9FD-0F95-A71C5045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D7F6F-1589-BEA8-74C6-4D882986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17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54594-BFBB-2B78-DE56-934F1FA9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E052BE-9614-30FC-2BDE-DA075C4C8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A5315-832E-E753-1074-828EADE49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0127E-CB82-6C4E-8927-D75A7AB1F24E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E6D7-2DB1-423E-8BF1-B1C5D1C8AD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A3073-3E56-12F3-8432-394E6B2804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2D3C5-046B-844E-A3AE-239C810D6F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393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34C8C-2168-C1D8-2D26-99BA8D9684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A1B2D8-BE64-91C2-89AF-02F4BA0FD8CE}"/>
                  </a:ext>
                </a:extLst>
              </p14:cNvPr>
              <p14:cNvContentPartPr/>
              <p14:nvPr/>
            </p14:nvContentPartPr>
            <p14:xfrm>
              <a:off x="470880" y="623160"/>
              <a:ext cx="4619520" cy="2564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A1B2D8-BE64-91C2-89AF-02F4BA0FD8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1520" y="613800"/>
                <a:ext cx="4638240" cy="258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130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21FEEB-EAB2-0055-1431-2FFADC31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2026957-EE82-8EF6-5DF9-9AC2D6B972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05C538-7BD7-098F-B9A0-E04305FB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77A6C4-B85C-AA66-2777-252EDD1947D7}"/>
                  </a:ext>
                </a:extLst>
              </p14:cNvPr>
              <p14:cNvContentPartPr/>
              <p14:nvPr/>
            </p14:nvContentPartPr>
            <p14:xfrm>
              <a:off x="242280" y="943920"/>
              <a:ext cx="11608560" cy="5914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77A6C4-B85C-AA66-2777-252EDD1947D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920" y="934560"/>
                <a:ext cx="11627280" cy="59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7650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3F0AF-26E2-0764-A061-F31CD782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0474C0-379E-4912-6B00-451DCB1E7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E2BF1D-74BA-582C-A135-E0900CC209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9B42C2-60D8-CAFE-4BC6-97856E977A6D}"/>
                  </a:ext>
                </a:extLst>
              </p14:cNvPr>
              <p14:cNvContentPartPr/>
              <p14:nvPr/>
            </p14:nvContentPartPr>
            <p14:xfrm>
              <a:off x="362520" y="764280"/>
              <a:ext cx="7111800" cy="1963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9B42C2-60D8-CAFE-4BC6-97856E977A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160" y="754920"/>
                <a:ext cx="7130520" cy="19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991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781E5-BFE3-305F-0A08-00A32F25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0DCC30-1E9A-30F6-59F9-CAC4BA8E9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AF066-8A50-0E3F-415B-CC538A2A6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EC0ADA6-950D-480E-5076-4BB836D75807}"/>
                  </a:ext>
                </a:extLst>
              </p14:cNvPr>
              <p14:cNvContentPartPr/>
              <p14:nvPr/>
            </p14:nvContentPartPr>
            <p14:xfrm>
              <a:off x="110520" y="84600"/>
              <a:ext cx="11810160" cy="677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EC0ADA6-950D-480E-5076-4BB836D758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160" y="75240"/>
                <a:ext cx="11828880" cy="679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385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6607F-343D-5A75-8CD5-4C0C3E2E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6AF9D1-1279-0BC9-4D3C-7FCF26584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D1B82-DCDB-1C7D-90A5-08F23FE21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7EA1764-111E-3B80-A936-AB7A6ED2E1E7}"/>
                  </a:ext>
                </a:extLst>
              </p14:cNvPr>
              <p14:cNvContentPartPr/>
              <p14:nvPr/>
            </p14:nvContentPartPr>
            <p14:xfrm>
              <a:off x="515520" y="665280"/>
              <a:ext cx="8680320" cy="2365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7EA1764-111E-3B80-A936-AB7A6ED2E1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6160" y="655920"/>
                <a:ext cx="8699040" cy="238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2747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C0ED2-EAE6-79A2-F002-D000C49C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609402-CFA7-1F8F-AD14-AFE126AC7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FCA1-9A2E-42EA-BF14-669DE5A52A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CBD10C-4AFB-4B50-EDD9-1219CB54EB20}"/>
                  </a:ext>
                </a:extLst>
              </p14:cNvPr>
              <p14:cNvContentPartPr/>
              <p14:nvPr/>
            </p14:nvContentPartPr>
            <p14:xfrm>
              <a:off x="529560" y="342360"/>
              <a:ext cx="7632360" cy="6406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CBD10C-4AFB-4B50-EDD9-1219CB54EB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0200" y="333000"/>
                <a:ext cx="7651080" cy="642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799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45DCD-6494-294A-85BA-ABBB8732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961971B-9E04-3F1A-C61F-D4D57D273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39432-A411-BC80-2E96-49DC9114A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2F95776-82E4-0B0C-0FCF-2FA8F1F57357}"/>
                  </a:ext>
                </a:extLst>
              </p14:cNvPr>
              <p14:cNvContentPartPr/>
              <p14:nvPr/>
            </p14:nvContentPartPr>
            <p14:xfrm>
              <a:off x="401040" y="640440"/>
              <a:ext cx="4600080" cy="1448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2F95776-82E4-0B0C-0FCF-2FA8F1F573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680" y="631080"/>
                <a:ext cx="461880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7672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5061C-8E82-E0B6-05F7-6ED0F15C1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FF44E0-BE48-AF5F-C528-78A9D8E12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F1812-DB91-3081-7FAB-595EA8E614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92ECB8-965D-3FA3-B1CF-37D872645455}"/>
                  </a:ext>
                </a:extLst>
              </p14:cNvPr>
              <p14:cNvContentPartPr/>
              <p14:nvPr/>
            </p14:nvContentPartPr>
            <p14:xfrm>
              <a:off x="577800" y="673560"/>
              <a:ext cx="5843520" cy="4562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92ECB8-965D-3FA3-B1CF-37D8726454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440" y="664200"/>
                <a:ext cx="5862240" cy="45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408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40362-E3D1-EA9C-E14E-9AE57DAF8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238CDB-6324-4C98-AA5E-198699B85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FE2A74-3B0B-51F5-6C29-87463AA2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FD20ADF-B02A-56F8-3CA2-4BBB91C3B008}"/>
                  </a:ext>
                </a:extLst>
              </p14:cNvPr>
              <p14:cNvContentPartPr/>
              <p14:nvPr/>
            </p14:nvContentPartPr>
            <p14:xfrm>
              <a:off x="668160" y="509040"/>
              <a:ext cx="9953640" cy="632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FD20ADF-B02A-56F8-3CA2-4BBB91C3B00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800" y="499680"/>
                <a:ext cx="9972360" cy="63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23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Macintosh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2026-04-22T12:45:01Z</dcterms:created>
  <dcterms:modified xsi:type="dcterms:W3CDTF">2026-04-22T14:52:03Z</dcterms:modified>
</cp:coreProperties>
</file>