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8T15:34:12.623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5424 18669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8T13:43:59.9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5362 3265 19462,'-5'-62'1394,"0"-1"1,0 8 0,1 5-583,5-4-627,1 23-135,4 11-11,5 23-5,7 18-12,5 20-5,-11-10 0,-3 2-300,-1 8 0,-3 1 285,-2-5 1,-3-1 0,-2 1 0,-4 2 13,-7 1 1,-5 3 0,1-3 5,-1 1 1,-1 0-14,-1 1 1,-2 2-1,2-6 19,-12 13 207,9-23 57,9-20-107,7-23-28,3-22 22,7-25-90,0 21 1,0-1-314,3-7 1,1-2 279,1-2 0,1-1-132,1 0 0,1 1 126,2 3 1,1 2-15,1 5 0,1 3-8,11-17-3,-5 26 1,2 4-4,12 2-22,18-3 11,-6 27 6,4 19-17,-23-2 0,0 4-1468,1 8 1,-2 2 1455,-4-4 1,-1 2-107,9 19 0,-3 4-64,-11-14 0,-2 0-300,9 18 0,-3-1 308,-10-19 1,-1 0-3082,5 11 1,-1-2-2599,0 0 5853,-2-10 0,-1-4 0,-5-15 0,0 0 0</inkml:trace>
  <inkml:trace contextRef="#ctx0" brushRef="#br0" timeOffset="193">5448 3446 24519,'-6'-45'175,"0"-1"1,19-5 0,11 7-193,7 24 0,7 5-380,15-10 1,6 1 396,-11 11 0,3 1 0,-6 2 0,-9 0 0,-1 1 0,10 2 0,-1 1 0</inkml:trace>
  <inkml:trace contextRef="#ctx0" brushRef="#br0" timeOffset="1327">10271 3445 21954,'0'-62'978,"0"1"0,0 10 1,0 5-643,0 2 561,0-17-606,0 25-134,0-15-118,0 39-78,0 10 16,0 13 46,0 17-35,4 16 7,2 14 5,0-9 5,1-1-5,0-1-11,0-3 50,0 17 51,-4-26 78,-6-6 11,-4-31-56,-4-12-33,-4-16-40,2-14 0,4-1 1,1-3-34,4 8 0,1-1-276,-2-16 1,2 0 266,4 16 1,3 2-6,2-3 0,2 3-20,6-10-17,12-1 6,-3 29-33,29 1 49,-18 9-13,5 12 0,1 5-20,13 12-193,-14-1 1,1 2 195,-5 2 0,-2 2-56,1 7 0,-3 1 42,8 13 6,-21-14 0,-8 1 33,-18 10 17,-14 7 0,-18-5 45,-9-12 11,19-20 0,0-3-2734,-10-1 2740,-1-10 150,15-16-144,10 6 365,-4-20-377,15 14-22,5-9-45,4 16 3403,6 3-3403,6 12-6,10 6 11,13 11-16,10 12 13,-19-13 1,1 2-351,3 0 0,0 1 320,0 0 0,-1 1-9,-3-3 1,-3 2-60,7 18 63,-25-3 38,-32-2-56,-26-5-11,14-16 1,-4-2-336,-6-2 1,-1-2 149,9-2 0,-3-1-179,-3-2 1,-4 0 0,7-1-1,-4 0 1,5-1 0,1 1-1</inkml:trace>
  <inkml:trace contextRef="#ctx0" brushRef="#br0" timeOffset="1859">10992 5617 17389,'1'-5'6223,"0"2"-5657,-13-58 543,-7 26-983,10-1 0,-3 2 193,-18 6-212,13 21 173,-41 5-241,10 19-478,5 0 0,1 3 447,12-2 0,3 3-5,-2 2 0,1 3 2,0 4 1,1 2-1,1 2 1,1 4-17,-2 18 0,2 0 110,8-19 0,6 1-155,14 17 0,10-6 5,14-12-114,25-6 0,7-6-83,-27-16 1,2-3-717,17-1 1,8-1 0,-7-1-967,-16-4 0,-2-1 1930,23-2 0,-5-1 0,-24 0 0,-2 0 0</inkml:trace>
  <inkml:trace contextRef="#ctx0" brushRef="#br0" timeOffset="3384">6284 6915 22761,'-15'-58'800,"0"-1"1,2 6 0,4 5-582,6 0-6,2 14-6,1 12-139,5 8-108,3 7 12,9 19-5,2 20-51,-1 19-20,-11-19 1,-3 1-400,0 5 1,-3 2-95,-3 2 1,-3 1-578,-3 6 1,0-1 915,1-16 1,0-2 33,-2 5 0,0-6 162,0-13 158,-2-5 172,-1-20 287,-4-17 268,1-21-367,6 16 1,1-1-254,0-6 1,1-1 132,0-3 0,1-1-45,1-1 1,1 0 16,3-3 1,1 1-181,2 10 1,2 0-20,5-3 1,3 3-49,14-6-22,14 6-16,4 20-23,11 10 5,-22 10 1,0 4-12,5 5 1,-1 4-4,5 8 1,-1 4-245,2 6 1,-1 3 235,-1 5 1,-2 2-12,-6 0 0,-3 1-12,-8-1 1,-7 0-6,-8-4 1,-8 0 24,-10-3 1,-9-3-12,-8 0 0,-7-5-64,-7-1 0,-6-5-234,7-10 0,-3-2 0,2-2-74,-3 1 0,1-4-2401,-16-7 1,4-6 2803,3-10 0,9 0 0,23 4 0</inkml:trace>
  <inkml:trace contextRef="#ctx0" brushRef="#br0" timeOffset="4284">5918 2512 11040,'-35'-33'1360,"0"-1"1,0 0 0,0 0-1,-2 3 1,-1 2 0,-2 5-1057,-7-1-1,-4 5 1,-2 11-1098,7 13 1,-3 10 0,1 4-1,1 1 895,-6 3 1,3 3 0,-2 4-60,11-3 1,-3 3 0,1 2 0,1 2 0,3 1-6,0 6 1,4 1 0,1 3 0,2 1-10,0 3 0,0 3 1,3 1-1,2 0-7,1 3 1,3 0 0,2 1-1,3 1 16,2-2 0,3 1 0,3 1 0,2-2-59,5-3 0,2 0 0,3-1 1,4-1 48,4 10 1,5-1 0,6-3-14,3-7 0,5-2 0,4-4-7,2-6 1,4-3 0,3-4-3,3-3 1,3-4-1,1-3 7,4-4 0,2-5 0,1-2 13,5-2 1,1-4 0,-3-2-19,-9-2 1,-3-1 0,3-4 48,3-4 0,4-3 0,0-3 0,-5 0-6,-3-3 1,-3-2 0,1-1-14,2-2 1,2-1 0,0-3 0,-4 0 16,0-6 0,-3-1 0,-3-6 10,-7-2 1,0-6-1,-3-2 1,-3 2-37,-1-3 0,-4 2 0,-1-4-9,-4 4 1,0-2-1,-3-2 1,-7 2 8,-12-12 0,-9 0 0,-1 7-25,3 1 0,-8 4-3,-5 11 0,-7-2 0,-4 3 0,1 7-14,-15 4 0,-4 6-20,3 1 0,-3-1 1,0 5-105,9 7 0,1 3 0,0 3-1301,-16-2 1,3 4 150,15 2 0,3 2 1288,-23 2 0,42 0 0,3 0 0</inkml:trace>
  <inkml:trace contextRef="#ctx0" brushRef="#br0" timeOffset="4967">11084 2826 7686,'-1'-49'471,"0"1"1,1 0-1,-2 3 1,-1 0-1,-5 1 738,-8-2 1,-5 0-1,-4 4-806,-2 8 0,-2 3 1,-3 2-231,-4-3 1,-3 2 0,0 6-82,-8 3 1,-1 8 19,-3 8 0,3 6-45,-14 7-22,18 5 0,-7 4 0,3 3-71,11-2 1,1 3-1,-2 3 52,-2 1 1,-4 4 0,1 1 0,3-1-11,1 1 1,4 0 0,-2 5 6,-2 7 1,-2 4 0,1 4 0,4-1-112,6-3 1,3 1 0,2 0 0,-1 0 92,-2 0 1,-1-2 0,2 2 0,5 3-1,1 8 1,5 4 0,4-1-1,7-6 614,11 7 1,12-4-608,0-14 1,5 3 0,3-1 0,4-7-6,10-3 1,4-6-1,1-3-194,2 0 1,1-3 0,5-4 212,0-7 1,6-4 0,-1-2 0,-6-1 3,9 1 1,0-3 40,-13-3 1,7 0 0,3-1 0,0-3 0,-5-3 56,4-6 1,-3-5 0,0-2 0,-1 1-73,3 0 0,-1 1 0,0-3 0,-1-5-2,-7-2 1,1-4 0,-2-3 0,-3-2 0,-6 2-14,3-11 0,-8 0 0,-3-3-23,-5 5 0,-2-3 1,-2 0-1,-3 3 226,1-17 0,-7 0-222,-6 12 1,-2 0-1,-5 2 756,-5-7 1,-7 2-779,-6 5 0,-5 0 0,0 3-31,-5 0 1,-3 4-24,-11-1 1,-7 7-212,8 19 0,-3 6 0,0 1-514,-15 1 1,-3 4-927,4 2 1,-5 2 0,3 4 1704,5 6 0,1 4 0,7-1 0,3-2 0,4 1 0,6 2 0,-1 1 0</inkml:trace>
  <inkml:trace contextRef="#ctx0" brushRef="#br0" timeOffset="5610">11185 5250 20397,'-7'-43'478,"0"0"0,-4 9 0,-1-1-383,-2-13 0,-3 3-11,1 15 1,-3 7 217,-31-4-98,7 16 1,-5 2-116,-4 2 1,-1 3-57,-1 1 1,-1 6 16,-4 8 1,4 4-40,20-2 1,1 2 2,-10 4 0,-2 7 17,7 2 1,0 5 0,0 7-715,7-3 1,0 6-1,0 3 1,1 0 0,0-3 686,-1-3 0,1-2 0,0 1 1,2 5-5,3 2 1,0 5 0,0 2 0,3 1 0,3-3 0,4-5-119,5 3 1,6-4 0,0 1 107,-4 10 1,1 1 0,5-2-6,8-5 0,3-3 1,3-5 2,1-6 1,6-2 9,21 8 0,12 1 1,1-7 21,-11-16 1,-1-5-1,3 1-696,14 7 1,3 1 0,-2-6 695,-14-9 1,-2-3 0,3-4 57,14-2 0,4-4 1,-4 0-225,-2-1 1,2-3 215,-13-1 1,6-3-1,3-1 1,-4-2 0,-7 2-15,7-5 0,-2-7 0,-9 0 0,7-7 0,1-4 0,-4-1 0,-6 2-23,-6-4 1,-6 0-1,1-3-91,3 2 1,2-4-1,-2 1 1,-6 1 79,-1-18 0,-10 1 14,-5-2 1,-8 0 145,-4 0 0,-9-2-167,-2 20 0,-5-3 1,-2 1-1,0 3-10,0 3 1,0 3 0,-7 1-19,-13-2 1,-9 0-1,-3 3 1,3 6-112,3 8 1,2 5 0,-8 3 123,0 3 0,-8 2 0,-5 1 0,-1 2 0,6-1 0,9 2 0,1-2 0,9 1 0,-5 2 0,-9 6 0,0 0 0,1 0 0,-1 0 0</inkml:trace>
  <inkml:trace contextRef="#ctx0" brushRef="#br0" timeOffset="6267">6514 6018 18644,'-41'-27'382,"0"-1"0,0 1 1,-10-9-1,2 9-262,14 23 1,-3 8 131,-2 3 0,-3 5 0,2 0-823,0-1 0,-1 5 681,-5 5 1,-8 7-1,1 1 1,8-2-537,0 4 1,2 5 451,10-5 0,-4 7 0,-3 4 1,1 2-1,2 0 0,6-4-458,3 3 0,5-1 1,2-1-1,-3 3 435,-2 1 0,-3 3 1,0 0-1,2 0 1,5-3-4,1 8 0,5-3 0,4 5-9,7-1 1,3 5-1,3-1 1,3-3-526,3-3 1,3-3 0,3 3 536,0 6 0,3 4 0,3-1 0,5-8-179,8-8 0,7-8 0,2-2 204,5-2 0,3-3 0,-1-3-10,-7-5 1,-1-4 0,5-1 27,6-4 0,6-2 0,1-3 0,-3-1-189,1-3 1,-3-2-1,4-3 204,1 0 1,4-1 0,1-3 0,-3-2-1,-11-2 1,-1-1-1,-2-2 1,1-4 2,6-6 0,-1-4 1,0-2-1,-5 2-44,-2 1 1,-3 1 0,1-7 19,-5-5 0,3-7 1,0-4-1,-4 1 1,-6 3-12,-3-4 1,-6 2 0,0-4-1,3-6 1,3-5-1,-3-1 1,-7 3 18,-6-2 1,-7 2-1,-3 3-119,-1 10 1,-2 1-1,-2 2 96,-3-17 0,-10 2 7,-10 7 0,-10 1 0,-1 4-4,7 13 1,-1 2 0,-3 0-77,-5-4 1,-3-3-1,-3 2 1,1 6 18,-5 7 1,0 5-1,-3 4-1404,5 2 1,-3 3 0,0 2-1,3 0 1531,-2 0 1,2 2 0,2 1 0,-18 1-1,8 1 1,14 1 0</inkml:trace>
  <inkml:trace contextRef="#ctx0" brushRef="#br0" timeOffset="7076">6353 3386 8450,'-5'0'5763,"1"0"-1080,4 0-4083,-61-29 816,37 18-1299,-10-5 1,4 1-118,20 12-11,10 2 101,8 0-23,3 0 123,36-3-78,10 0-661,-8-1 1,5 0 598,6 0 1,5-1-22,-18 2 0,5-1 1,0 1-1,-3 0-20,1-1 1,-2 1-1,5-1 10,2 1 0,7-1 0,3 0 0,-3 0 1,-8 1-474,-5 0 1,-6 1-1,8 0 462,-5 0 0,9 0 0,4-1 0,2 1 0,0-1 0,-4 1 0,-6 1-569,5-1 1,-6 1 0,-1 1 0,4-1 562,3-1 0,4 1 1,1-1-1,-2 1 1,-7 0-3,1 0 0,-5 1 0,2-1 14,-2 0 0,2 0 0,1-1 0,-4 1-311,-1-1 1,-3 0 0,2 0 301,15 0 1,2-1 0,-2 0 102,-11-1 1,-2-1 0,-6 1-98,-7 1 0,-1-1 28,26-5 1,-1 1-1,-9-1 5,-11 2 1,1 0 14,-6 1 0,0 0-26,4 0 1,-1 1 829,21-5-829,-10 5 2292,-27 4-2315,23-1 1604,-15 2-1604,17 1 721,4 0-664,-14 0 17,8 0 10,-25 0 179,-9 0 191,-6 0 17,-3 0-774,-6-3-2100,-2 3 2379,-6-3 0,8 3 1,3 0-1</inkml:trace>
  <inkml:trace contextRef="#ctx0" brushRef="#br0" timeOffset="7743">10798 3974 16267,'0'-56'1473,"-1"-1"0,1 10 0,-1 7-806,-3 16 358,-1 9-972,3 8-76,-1 0 47,3 11 155,-1 35-39,-3 11-59,1-4 1,-1 3-1701,0-11 1,-1 1 1660,1 1 0,-1 4 90,0 6 1,1 7 0,-1-4-659,0 8 0,0 1 582,2-15 0,-1 5 0,1-1 0,0-4-320,0 18 0,0-4 395,1-3 1,1-3-239,0-3 1,0-2 142,0-13 1,1-1 49,-2 11 1,1-2 81,-2 18-146,1-30 1,0-2 986,-4 23-5753,4-40 4968,-1 2 1,4-16-1,0-3 1</inkml:trace>
  <inkml:trace contextRef="#ctx0" brushRef="#br0" timeOffset="8602">7157 7180 17210,'-59'-18'1866,"14"2"-1670,54 5-23,12-2-4340,3 1 4262,9 1 266,13-4 0,6 0-252,-8 4 0,3-1-36,3-2 0,5 0 0,-2 0-350,-5 4 0,-2 0 1,-1 0 312,13-2 0,-1 1-2,-4 1 0,5-1 6,-12 2 1,4 0-1,1 0 1,-2 0-25,2-1 1,-2 0 0,4 0-259,-5 1 1,4-1 0,2 0 0,0 0 0,-4 0 252,-1 1 0,-2-1 0,0 1 1,0 0-5,2 0 0,0-1 0,0 0 0,0 1-5,0 0 1,0 0 0,-1 0 0,0 0 0,15-2 1,-1-1 0,-4 2-1,-12 2 1,-2 0 0,1 0 459,10-2 0,2 0 1,-5 1-445,-3 0 1,-2-1-7,-5 2 0,2-1 0,-4 0 259,0 0 1,-2 0-172,6-4 0,-1 1 61,14-6-64,-23 7 0,-2 1 87,2-2-1289,-12 5 1171,-4 0 1545,0 0-1590,-7 4 736,9-3-725,-11 6-5,4-2 45,-1 2 3375,-4-1-3224,-1 0-353,-7 1-2302,-8 0 1583,-4-1 0,1 1 0,2 0 0</inkml:trace>
  <inkml:trace contextRef="#ctx0" brushRef="#br0" timeOffset="12260">6407 1380 24415,'-49'2'1149,"0"1"0,1-1 0,-12 1 0,10-1 116,11-1-988,29-1 1937,32-13-2214,21 0 0,-14 3 0,2 0 0,0 1 0,5 2 0,11-2 0,7 1 0,-1 0-747,-9 2 1,-1 1-1,4-1 471,6-1 0,6 0 0,1-1 0,-3 2-9,-7 1 0,-2 1 0,0 1 1,1-1 68,5 0 1,1 0 0,0 0 0,-2 0-273,9 0 1,-2-1 0,0 1 13,-1-1 0,0 1 0,6 0 274,-14 0 1,4-1-1,4 1 1,0-1 0,-1 0-1,-3 1-450,-2 0 1,-2 1-1,-2-1 1,3 0 0,3 0 579,1 0 0,5 0 1,1-1-1,2 1 1,-1-1-1,-2 0 0,-4 1-126,2 0 1,-4 0 0,-2 0-1,0 1 1,4-2 119,-3 1 0,2 0 1,1-1-1,0 1 1,-1-1-1,-1 0 72,4 0 1,-1 0 0,-1 0 0,-1 0 0,0 0-236,-3 0 0,0 1 0,0-1 0,-2 0 0,-3 1 71,16-2 1,-3 0-1,-10 2-133,-15 0 1,-3 2 598,9-2 0,-4 0-925,-1-1 364,-1 0 0,-1-2 2625,-3-1-2020,8-3 1306,-21 1-902,-15-5 1520,-13 0-2188,-17-6 9,-8 8 0,-5 1-15,6 1 1,0 1-114,-15-4 1,1 0 157,15 4 1,2 1 123,-23-10 274,7 0-409,21 8-10,5 1 122,17 7-201,7 1-23,8 1 23,35 6-17,-7 0-12,0 4 1,10 3 0,-4 2-423,0 2 0,-2 1 409,-2-2 1,2 0 0,-4 3-150,6 8 1,-10 7-1097,-16 8 1,-12 4-1913,-11 5 1,-9 0 3181,-11 8 0,-7-5 0,4-20 0,-2-7 0,-14 9 0</inkml:trace>
  <inkml:trace contextRef="#ctx0" brushRef="#br0" timeOffset="13725">16592 999 24085,'1'-8'4527,"1"3"-1122,-2 5-2655,0 0-750,4-22 0,-3 17-670,2-15 65,-26 28-434,3 0 1103,-18 3 0,-5 2-171,7-3 0,-1 1-2166,-8 1 1,-1 0 1866,10-2 1,-1-1 130,-24 0 1,3-1 286,2 0 161,-1-2 0,7-2-590,30-4-653,4 0 344,11 0 3136,7 5-3116,2 3 977,5 8-840,0 9 143,-2 8 50,-3 13-1049,-10-2 0,-4 2 1497,-1 13-57,-6-1 1,-1-2 21,4-15-19,4-11 0,1 1 84,3 6 167,19 10-199,0-14-25,12-12 0,6-4-44,21-11 7,-11-2 0,0-2-95,20-6 160,-8-3 0,-4 0 0,-24 4 0,24-6 0</inkml:trace>
  <inkml:trace contextRef="#ctx0" brushRef="#br0" timeOffset="14669">17323 1442 32373,'-2'-55'-286,"1"0"0,0 0 0,0 9 0,0 2 0,1 6 2110,1-8-1824,0 29 0,1-3-377,3 27-465,6 16-42,5 23-141,-6-13 1,0 2 435,0 6 1,-2 2 348,-2 2 0,-2 1 7,-1-1 1,-2 0-122,-6 3 0,-3-2 405,-1-9 1,-3-3 1044,-15 19 508,0-29 312,11-24-529,-7-28-1398,9-11-66,4 6 0,1-2-2777,-1-20 2354,4-5 81,3 17 0,0 1-657,-1-13 183,0-5 0,0 2-215,1 16 1102,5 2 1,4 2 3,12 11-7,7-2-32,21 15 25,-12 16 0,1 4 2416,23 4-2471,-6 12 1,-1 7-73,-22-4 0,-3 2 39,8 3 1,-3 3 3,-6 3 1,-6 2-252,-6 4 1,-4 0-209,0 2 0,-1-1 27,-4-2 1,-4-1-3369,-4 0 1,-3-4 3221,-3 2 1,-1 3-1,6-29 1</inkml:trace>
  <inkml:trace contextRef="#ctx0" brushRef="#br0" timeOffset="14851">17174 1498 21455,'48'-32'35,"0"0"0,0 0 1,0 0-1,-3 3 0,0-1 1,-1 4-1,-2 6-774,20 5 0,-4 8-3481,-14-1 1,-3 2 4219,-3 2 0,-6 0 0,-9 2 0,-4 1 0</inkml:trace>
  <inkml:trace contextRef="#ctx0" brushRef="#br0" timeOffset="15780">18336 1677 29115,'0'-5'-314,"0"1"1933,0 4-532,13-52-1557,-8 50 1536,8-31-1674,-13 69-2478,-6-1 0,-2 1 2882,0 15 1,-7 2-1,12-36 1</inkml:trace>
  <inkml:trace contextRef="#ctx0" brushRef="#br0" timeOffset="16479">18731 1357 25117,'6'-27'-1368,"6"30"898,-5 24 374,-2 9 0,-4 3 185,-14 11 115,2 7 287,-9-23 237,11-25-393,3-8 167,1-11-339,1-9-6,1-13-34,1-10-52,5-10-193,4-7-417,8-3 458,-7 31 0,1 1-142,14-24 274,2 9-40,4 9 6,4 7-3298,10 5 3270,-12 11 11,32 10-17,-26 13 11,-6-1 1,-1 2-12,4 9-83,9 23 49,-22-6 6,1 21 6,-24-6 39,-7-11 45,-27 10 5,4-24 34,-14 5 79,10-21 17,7-12 185,8-11-309,9-2 6,4-9 3352,6 8-3352,6-16-68,3 17 23,6-6-17,3 16-11,8 4 0,-1 3 22,29 18 0,-9 5-28,-11-5 1,0 3-1195,-8-3 1,-1 1 1182,10 13 11,-12-5-22,-13-5-101,-35 10-253,-10-7-206,0-11 0,-5-2-1772,-2-6 0,-1-3 2371,2-1 0,2 0 0,-15 1 0,24-4 0</inkml:trace>
  <inkml:trace contextRef="#ctx0" brushRef="#br0" timeOffset="19775">19721 1716 15972,'0'-5'4212,"1"1"-2577,-1 4-1556,13-22-103,-7 25-1641,10-1-5979,-14 25 7631,1 18 0,-3-34 0,0 0 0</inkml:trace>
  <inkml:trace contextRef="#ctx0" brushRef="#br0" timeOffset="20667">20552 1333 20009,'-5'-49'1106,"-1"-1"0,2 7 0,-2 9-1238,-11 16 656,-19 10-588,11 5 317,-15 14 0,-2 6-184,-7 18-494,10-4 0,1 5 271,13-2 0,6 1 122,1 5 1,4-1 13,4-7 1,2 1-42,4 14 1,6-1-26,17 12-144,19-11 1,12-4-87,-6-20 0,6-6-715,-3-3 1,5-2-1,0-4 1064,-6-6 0,-1-5 0,-4 1 0,-2 2 0,-3-2 0,25-6 0</inkml:trace>
  <inkml:trace contextRef="#ctx0" brushRef="#br0" timeOffset="21142">19758 1717 23426,'3'-40'-727,"-2"19"850,0 55-287,-9 17-95,0-20 1,-2 1-1655,-5 5 0,-4 0 1981,1-4 0,0-1 0,-8 9 0,10-18 0</inkml:trace>
  <inkml:trace contextRef="#ctx0" brushRef="#br0" timeOffset="21642">21469 1784 25420,'12'-23'165,"-9"21"435,-24 45-1565,8-11 1,1 0-1567,-1 7 2481,5-2 0,2-1 0,2-11 0,2 10 0</inkml:trace>
  <inkml:trace contextRef="#ctx0" brushRef="#br0" timeOffset="22149">22347 1603 22003,'-20'-38'258,"1"1"0,-1-1 1,-11-13-1,-2 9-226,0 24 1,0 6-205,-23-5 211,10 12 1,-1 5-100,-13 15-360,16-2 1,2 4 393,11 6 0,4 3-145,1 4 0,3 1 381,-8 20-175,17-11 1,7 0 46,16 12-54,1-15 0,6-2 16,7-10 1,7-5 112,14-3 0,3-4-281,-14-5 0,0-4 508,17-6 0,-2-6-29,-17-5 1,-3-2-43,1-1 1,-1-1 79,1-9 1,-1-4 3,-5-7 1,-2-4-199,2-14 0,-2-2-148,-3 10 0,-3-1-120,-2-10 1,-3 3-43,-5 20 1,-1 1-62,1-5 0,-2-1-27,0 5 0,-2 2-131,-2-29 506,-1 23-311,0 10-2980,0 19 3033,2 9 557,0 8-508,0 13-7,1 6 34,2 9 1,2 4-1,-1-5 0,0 3-1148,3 19 1,0 1 1116,-3-16 1,0 2-459,-2 10 0,1 6 0,-2-3-2706,-2-1 0,0-1 3201,0-1 0,0 3 0,-1-8 0,-2 14 0,0-29 0</inkml:trace>
  <inkml:trace contextRef="#ctx0" brushRef="#br0" timeOffset="23300">21859 1491 30259,'3'-49'-220,"1"-1"0,-1 0 1,1-11-1,-1 7 2618,0-6-2180,1 23 0,0 2-340,0-10 14,3-17-241,-5 43-131,-1 12-1644,-1 14 1765,-1 5 165,-2 19 0,-2 10 69,-5 16 1,-1 4-515,4-17 0,-1 2 0,0 0 493,-2 6 1,0 2-1,0-5-65,0 7 0,1-5-110,2-3 1,2-2 186,1-7 1,2-2-122,1 21 112,1-22-31,0-12 24,-5-18 508,-1-15-451,-8-14 4,3-10 1,0-4-18,2 5 1,0 0 521,-1-6 0,0-2-414,2-5 0,2 0 31,2 12 0,1-1-13,-1-15 0,2 0-271,4 8 1,3 2 246,3 1 0,2 1 101,6 0 1,2 1 38,4 1 0,2 1-125,3 1 1,2 3-25,1 2 0,1 3-38,1 4 0,-1 3-85,18-5 201,-14 15 1,1 5-177,15 6 21,-13 3 0,0 4-30,-4 6 1,-2 3 111,-5-2 1,-1 3-1,8 12 0,-3 3-3,6 11-15,-12-7 0,1 9 0,-7 0-10,-13-6 1,-7 0-1,0 1-408,3 6 1,-1 1 0,-8-3 448,-11-4 1,-8-3 0,-7-5-72,-15-4 1,-9-7-1,2-3-85,12-5 0,2-1 0,-2-1-271,-13 2 1,-3-2-1,5-3-1312,3-4 0,4-5-3182,8-3 1,2-3 3469,-11-3 1,23-2 0,19 5 0</inkml:trace>
  <inkml:trace contextRef="#ctx0" brushRef="#br0" timeOffset="23635">21719 1202 13556,'3'-7'2951,"18"-27"1,9-5-1632,6 4-1232,2-9 0,4 1 190,-13 26 0,-1 4 41,31-6-110,1 9-86,0 13-172,-1 12 16,-29 0 0,-1 3-74,17 16 107,-4 9-12,-4 3 1,1 8 7,-14-13 0,-2 2 1,-1 3-538,1 12 0,-3 4 0,-6-3 526,-6-10 0,-5-1 0,-8-4-44,-22 14 0,-14-10-68,-6-18 1,-3-7 0,8-4 0,-2-2-2146,-5-3 0,-4-1 0,6-3 326,12-4 0,2 0-1860,-24 3 0,5-2 3482,22-9 0,14 1 0,8 0 1</inkml:trace>
  <inkml:trace contextRef="#ctx0" brushRef="#br0" timeOffset="23959">21751 1242 23612,'33'-41'418,"1"1"0,0-1 0,3 1 0,2 2 0,-4 10-625,14 10 88,-3 11 0,1 6-135,14 17-909,-17-1 0,0 4 1098,-7 3 1,1 7 11,-1 3 0,2 5 1,-5 3-113,-9 3 1,-5 4 0,0-2 117,4-5 1,0 0 0,-12 0-10,-21 9 0,-15 2 0,-5-9 21,-13-8 1,-7-7-73,4 1 1,-4 1 0,-2-2-1899,-5-3 0,-2-2 0,4-1 2006,1-1 0,3-2 0,-3 0 0,10-3 0,22-10 0</inkml:trace>
  <inkml:trace contextRef="#ctx0" brushRef="#br0" timeOffset="24735">21721 1215 32240,'4'-51'-844,"-1"0"0,1-1 0,-1 6-140,-2 8 393,1-1 193,-1 19 261,2 4-32,-1 10 59,1 1-875,13 15 926,9 28-25,-4-4 0,-1 4 45,-1 4 1,-2 3-1109,-6 1 1,-2 4-1,-1-4 1108,-2-6 0,-2-2-17,-1 16 0,-3-5-131,-5-8 23,-6 10 184,-4 0 131,1-8 88,0-10-49,9-25 82,1-18-267,4-2 47,-2-15 35,2-29-115,0 18 1,1-1 1670,-1 1 1,1-1-1649,0-19 1,0 4 12,-1 9-43,0-1 0,-2 2 35,1 18-41,-2-13-12,2 34-30,-2 5 78,2 7-23,-2 29-18,2-9 46,0 12 0,0 3-11,0 0 5,3 12 1,1 1-6,-1-16 8,1-2 0,0-3 115,-1-18-50,-1-3 61,-6-17-61,-5-16-23,-13-33-22,5 9-139,4 7 1,0-2 138,0-16-6,1 1 0,8 17 1,2 3 10,1 1-5,8-21-17,-3 40-17,11 6 254,-6 18-248,15 43-6,-11-15-73,-1 16 1,-2 5-382,-6-17 0,-3 1-1453,0-2 0,-2 4 0,0-3 1924,-3 7 0,-1-5 0,-5 14 0,4-27 0</inkml:trace>
  <inkml:trace contextRef="#ctx0" brushRef="#br0" timeOffset="31405">22816 737 31871,'-4'-5'-4958,"1"1"3844,3 4 3783,29-59-3023,-10 42 777,14-16 0,4 3 324,-1 27-233,-3 1 0,1 0 1518,21 2-2032,-16 0 0,8 0 0,-36 0 0,4 0 0,-7 3 0,-3 1-1651,3 5-108,-3 4-132,-1 1 24,1 13 402,-1 5 908,-1-2 1,-1 4 41,1 8 1,-1 2-49,1 5 0,0-1 369,-1-5 1,0 0 113,4 14 1,2-2 46,3 3 26,3-2 1,2 2-8,0-20 0,1 0-34,4 8 0,-2 2-162,-2 4 0,-6-1 70,-12-10 0,-7-2 70,-1-3 1,-8-4-133,-25-4 1,-10-8-354,-5-5 1,-2-2-1652,-1-1 1,-4 0 2275,1-5 1,-5 0-1,11-3 1,22-1 0,3-1-1,-18 1 1,0 0 0</inkml:trace>
  <inkml:trace contextRef="#ctx0" brushRef="#br0" timeOffset="32863">22010 2186 12202,'-50'-11'1566,"0"-1"1,-3 1 0,10 3-1483,26 6-185,-4-1 23,18 3 296,7 2 6,0 0 471,21 5-527,-6-3-9,14 0 1,2-2-93,4 0-1702,12-1 1,1-1 1673,-4 0-1123,5 0 1,-1 0 1122,-12 0-587,-5 0 1,-4 0 810,-14 0 353,-3-2-599,-20 2 1561,-29 0-1533,-10 0 187,-1 2 0,-2 0 890,16 0 0,0 0-889,-15 2 0,0 1 217,-8 2 2935,3-1-3043,6 5 51,30-6 39,1 7-302,33-3-194,17 0 50,-4-5 1,3-2 186,7-2 0,1-1 0,6-1 0,-1-1 27,-9 1 0,-1-2 44,6 0 1,-4-1 278,0-1 528,10-8-334,-35 7-285,-3-9-827,-31 5 253,-9 3 0,-5 1-5,-22-1 119,12 4 0,-7 2 0,6 0-11,11 1 0,-1 0 17,-13 2 0,-5 0 0,8 0-51,-8 3 71,9 2 1,6 1 1190,21 1-761,21 15-910,29-13 726,14 6 101,2-12 0,2-3-2952,7 0 2977,-13 0 1,1-2-1459,-5-1 0,-5-1 832,9-1 449,-7 0 1,-3-1-1,-18 2 1,4 0-1</inkml:trace>
  <inkml:trace contextRef="#ctx0" brushRef="#br0" timeOffset="34097">21885 2459 14140,'9'-9'2715,"-1"1"-87,-8 8-2095,0 0 426,-23 57-995,7-11 1,-2 3-44,-5 8 1,-2 1-50,6-16 0,1 1 1,-3-5-40,-6 1 0,-3-6 56,-4-1 1,-5-4 33,-4-4 0,-3-4-12,-6-4 0,-4-5 33,-3-2 1,-2-5 118,18-5 0,0-1 1,1-2 6,-21-4 1,2-3 26,3-3 0,4-3 87,6 0 1,3-2 134,-2-7 1,4-2-234,14 8 1,3 0-23,-1-5 1,3 1 47,3-6 689,9 9-633,4-1 1313,6 11-1436,-1-2-38,4 6-17,3 3 15,1 2 0,6 1-5,1 3-1,6 8-1,-6 5 31,-3 11-1,-13 6 30,-10 5 5,-3-5 44,-23 13 9,11-17 1,-15 9 19,13-13 11,3-4 28,3-6 19,4-3 32,4-6 37,3-3-50,3-6-160,4 1-27,2-4 70,1-13-156,3 2-7,2-15 4,14-16-3,5 10 16,13-14 133,0 16 28,5 1 62,3 0 42,3 2-20,1 4-18,-1 6 17,-6 6-6,-7 6-71,-10 5-23,-9 3-63,-6 3-7,-4 1-19,0 0-21,0 1-66,1 1-57,-1-1 15,-1 1-112,-2-1 209,-8 4 15,-10 6 55,-15 7-2,-16 7-4,21-9 0,-1 0 26,-1 0 0,0 2-17,1-1 0,1 1 178,-21 16-209,10-1-33,-2 14-28,11 7-75,5 1 9,14 0-35,11-15-34,6-4-27,1-6 26,3-9 373,-3-10-188,-3-5 77,-2-12-6,-1-14-67,0-9 10,0-15 51,4-15-34,6 24 0,2-1 13,-4 5 0,3 1 17,16-13 0,5 2 9,-10 17 0,1 1-23,9-8 0,3 0 75,-1 3 0,0 2 29,-4 6 1,0 1 141,23-14-29,-16 19 25,-16 11-88,5 8-115,-9-1-37,6 7-196,-11 0-93,0 3-61,-6 1-211,-7 3-618,-6 4-378,-2-1 641,-9 14 0,11-22 1,-3 8-1</inkml:trace>
  <inkml:trace contextRef="#ctx0" brushRef="#br0" timeOffset="34772">20399 4097 18566,'5'-43'1023,"0"0"1,1-1-166,-1-1 1,0 4-496,-1 19 212,-4 11-681,0 15 406,0 19-286,1 25-31,0-13 0,0 4 3,3 21 0,-1 2 274,-1-19 1,1 3-334,0 10 0,1 7 1,-1-8-381,0-13 1,-1-2 292,1 23 1,1-3-37,-1-13-342,-1-10 443,-2-25 101,0-7 16,-2-22 260,-2-5-254,-4-8 0,-3-1 0,-2-8 64,-7-11 0,-1-4-5,6 18 0,0 1 159,-7-17 1,1-1-135,4 10 0,2 2 14,3 0 0,2 0-28,2 2 0,4 0-3,3 4 0,5-1 3,11-7 0,5 2-81,-1 13 0,2 2-12,11-5 1,3 5 5,-4 13 0,1 4-11,20-1-6,-10 9 1,1 5 39,18 12-37,-18-2 0,-2 3-3,9 14-5,-27-9 0,-3 3 17,-5 15 24,-21-7 1,-8-1-20,-6-5 1,-7-3-351,-15 4 0,-5-3 120,0-6 1,-3-3 218,-11 3 0,3-3 0,-3 0 0,0 2 0</inkml:trace>
  <inkml:trace contextRef="#ctx0" brushRef="#br0" timeOffset="45614">6928 8368 11962,'-37'-21'426,"16"10"-197,29 17 634,19 13-499,-11-9 901,28 16-407,-9-11-52,23 6-436,-13-12 187,10-7 0,6-3-1128,-14-4 0,1-1 617,-5 3 1,3-1 0,-3-1 3,8-4 1,0 0 36,9-1 0,5-1-763,-19 5 1,4-1 0,1 0 0,-3 1 693,7-1 1,-2 0 0,5 0 4,-3 1 1,6 0 0,2 0-1,-2 0 1,-9 2-206,-7 0 1,-5 1 0,6-1 191,5 0 0,9-1 0,3 0 1,-4 0-1,-8 1-2,9-1 1,-2-2 16,-2 0 0,8-1 0,-1-1 0,-10 1 0,-8 0 1,-2-2 101,14-7 0,6-3 0,-10-1 21,-19 2 0,-4 0-75,15-8 0,-6 0-55,-9-9 413,-4-18-308,-13 20 0,0 1 1,-2-1 122,-2-6 999,0-13-992,-5 13-18,-8 0-134,-3 17 3144,-33-16-3173,3 19-32,-14-8-7,18 21 1,-1 5-23,-11 5-5,-9 0 965,9 13-966,22-3 264,-9 7-269,17-7 5,1-2 91,-18 2-29,2-5-11,-22 3-6,7-9 17,0-1 57,-2-4-102,17 1 51,-6-5-45,24 3-28,-3 0 5,11 3-122,4 1 139,5 0 34,6 0-33,4 0-1,5 0 56,42-8-61,-5 1-462,-8 0 0,2 0 436,-8 2 1,-1 1 22,2 0 0,-1 2-8,-8 0 0,-2 1 5,27 0-147,-22 2 0,-1 2 119,11 4-23,-12-1 1,0 2 34,0 10-12,-11 0 17,-1 0-11,10 22 0,-12-6 22,-5-6 0,-3 2-17,-4 16 12,-5-9-6,-5 7 889,-3-19-811,-12 30-27,3-27 10,-10 16 276,10-28-270,-2-1 60,8-10-93,0 1-12,5-5 493,1 0-397,1-5-112,2-1-18,2-5 1,2-1-45,2-1 0,1-2 6,2 0 11,1-1-6,-1-2-6,0-2-5,-2-18 34,-4 4 11,-2-8 11,-4 10-3398,-1-19 3398,0 17 11,0-9 1,-2 0 16,-3 3-28,-7-21-2259,1 37 2253,-5 6 17,-38 3-22,6 5 19,7 4 1,-2 0 1042,10 4 0,0 1-1046,2 0 1,-2 0-6,-7 0 0,1 0 0,-16 0-11,-7 1 11,27 1 38,3 1-26,3-1 3296,-10 3-3319,11 2-11,-10 4 16,15 1 292,0 1-303,5 1-11,5-2 28,7-2-11,4-3 11,2-1 22,3-4 12,14 1-1,14-7 1,21-2 0,-2-4-23,8 0-17,-6 3-3386,-7 1 3387,1 4-178,-12 1 1,0 0 193,10 3-11,-3 1 0,1 1 12,8 10-73,-10 5 0,-2 4 49,10 17 18,-21-15 0,-5 0 5,-5 12 19,-9-3 1,-3 2-8,3 15-15,-3-10 1,1 0 2,0 10 3162,1-6-3139,0-4 511,-2-7-511,-2-6 226,-1-6-232,-2-8 28,-1-3 286,-4-5-140,1-4-40,-1-3-5,1-19-134,2 4-29,2-22 17,3 18 23,11-41-12,-5 20-11,-2 6 1,0 0 4,-6-17 7,-4 12-15,-5 9 1,-5 0-1708,-3 3 0,-3 1 1693,2-1 1,-1 0-12,-8-3 0,-1 3-11,-12-11 34,-1 3-40,10 14 1,0 3-264,-15-1 294,14 8 0,-2 2-14,-23 3 23,-5 8-12,21 4-33,-5 8-17,26 3 3281,-3 8-3247,8 2 11,4 4 27,3 8 347,4-12-368,2 9-1,1-18-11,1 3 29,0-10 10,0-4-5,0-5 89,6-5-83,5-4 5,11-7-28,-2 0 5,24-11-27,-1 7 22,0-2 14,-9 11 0,-2 2-3,-4 4-11,8 0 0,3 1-11,8 4-1,-12 2 1,1 1-104,-4 3 1,-2 1 108,0 3 1,0 3-7,1 9 1,-2 2 6,9 12 16,-5 15-20,-24-5 1,-7 2 8,-3 14-1661,0-7 1,-3-2 1654,-8-9-5,-6 9-45,2-12-56,1-3-1662,1-2 1774,11-20 0,0-4 0,2-3 0</inkml:trace>
  <inkml:trace contextRef="#ctx0" brushRef="#br0" timeOffset="50584">15465 6237 20153,'-61'-4'347,"0"1"1,18 4 0,-2 4 0,4 7-97,5 12 1,3 7-1,-1 2-2089,-6 2 0,0 3 0,-1 0 1842,-1 0 1,1 1-1,-2 3-137,1 2 1,-2 5 0,0 0-1,3-3-356,0 2 0,2-2 0,-1 1 315,5-6 1,-1 2 0,-1 0 0,2 1-1747,0 2 1,-1 1-1,3-1 1,3-4 1865,-4 6 0,2-2 0,-6 8 0,5-5 0,11-15 0</inkml:trace>
  <inkml:trace contextRef="#ctx0" brushRef="#br0" timeOffset="50867">13867 6566 15451,'35'-48'672,"-1"0"0,-7 5 1,0 11-147,16 24-285,-17 10 103,8 12 1,1 5-160,8 10-1490,-5 4 0,8 8 0,-6-2 1324,-6-5 1,0 2 1,-3-3 0,6 7 1,3 3-1,-2-2 0,-5-6 27,-3-2 1,-3-4 0,5 4 35,6 4 0,6 5 0,4 3 0,-3-4 0,-6-6-14,9 6 0,0-4 4,-1-1 0,8 4 0,-1-1 0,-8-7-46,-7-6 0,-1-1-17,4 2 1,3 4-1,-6-6-28,4 5-1876,-10-4 0,-2-2-6526,-9-6 7918,6 7 1,-24-22-1,-3-2 1</inkml:trace>
  <inkml:trace contextRef="#ctx0" brushRef="#br0" timeOffset="51817">15249 5505 12169,'-5'-11'-482,"-15"-25"1,-5-4 363,5 13 222,-8-6 1,-8-7 0,1 7 152,4 15 1,-2 4-579,-23-11 1,-5 3 538,1 11 1,0 6-701,9-1 1,-3 5 579,8 4 0,-6 3 0,-1 2 0,3 0-531,-3 3 1,2 2 0,-3 2 478,-3 0 0,-4 2 0,-1 2 1,3 1-407,8 0 1,1 1-1,1 1 1,1 2 387,-1 0 0,2 1 0,-1 2 0,0 5 60,1 5 1,-2 4-1,1 4 1,1 0-1,3-1 24,1 1 0,3 0 0,1 1 0,0 3-40,8-8 1,-1 3 0,1 1 0,0 1 0,3 0 0,3-3 33,0 10 1,4-2 0,3 0-1,1 1-316,2 2 0,2 0 0,2 0 0,1-2 275,-2 4 1,3-2-1,5 4 94,4 0 1,4 4 0,4 1-1,6-2-37,3-14 1,5-1-1,3-1 1,1 0 0,0 0-18,-1 1 0,1 0 1,1 0-1,2-1 1,4-2-22,7 2 0,4-1 0,3-2 0,1-4 0,1-5 0,5-2 0,1-7 0,2-3 0,1-1-30,-8-4 1,2-1 0,1-2 0,0 0 0,1-2-18,3-1 0,1-1 0,1-1 0,0-1 0,0-1-87,2-1 0,1-1 0,0 0 0,0-2 0,0 0 76,0-2 1,0-1 0,0-1 0,-1-1 0,1 0 1,-3-2 0,1 0 0,-2-2 0,1 0 0,-1-2 0,-3-1 0,-1-2 0,1 0 0,-2-1 0,-1-2 0,-2-1 0,-1-1 0,0-1 0,-2-1 0,0-2-4,9-5 0,-1-2 0,-2-2 0,-1-1-5,-2-1 1,-1-2-1,-2-1 1,-1-1 9,-3-1 1,0-1-1,-2-1 1,-2-1 10,-2 1 1,-2-2-1,-1-1 1,-2-1 37,-4 1 1,-1-1-1,-2-1 1,-3 0-38,3-14 0,-5-2 0,-4 1-2,-5 1 0,-4 0 0,-6 0-6,-6 1 1,-6 0 0,-4 2-16,-5 1 1,-6 0 0,-4 3-18,3 12 1,-4 1-1,-2 2 1,1 1-10,-5-3 1,-1 2-1,-6 1-67,3 6 0,-6 0 0,-3 1 0,0 1 0,3 3-208,-1 2 0,2 3 1,-1 2-1,-4-1-683,-3-2 0,-6 0 1,0 0-1,0 1 1,4 4 965,0 2 0,2 2 0,3 2 0,3 1 0,1 0 0,3 2 0,5 1 0,4 3 0,0-1 0</inkml:trace>
  <inkml:trace contextRef="#ctx0" brushRef="#br0" timeOffset="56210">5845 4108 14365,'-3'-41'1390,"0"-1"1,1 6 0,0 9-920,0 20-443,2 6 241,0 10-112,2-1 313,9 27-313,-3-11 106,5 14 0,-1 3-577,1 7 474,-4-7 1,2 9 0,-2-2 18,-1 4 0,-1 3-36,-1-8 0,0 5 0,0 1 0,-1-5-42,0 14 0,0 1 32,-1-13 0,-1 5-1,1-1 1,-1-7-812,0-4 1,0 0 788,1 16 0,1 8 0,-1-10-74,-1-20 1,0-2 33,2 28 0,1 0 0,-3-29 0,2 0 86,2 18 1,0-2-62,2 8-1244,-3-18 0,0-5 1222,-3-12-1076,2 13 1076,-3-21 931,1 4-747,-3-15 197,2-3-364,-1-6 50,0-22-106,1 6 2337,-2-30-2331,1 2-478,-4 6 0,-2-2 443,3 13 1,-1-1 11,-4-9 0,-1-4 0,1 5-46,-5-20 36,2 14 1,-1-6 0,0 5-3,3 15 1,1-1 1,-5-16 1,-1-8-1,2 8-10,3 15 1,0-1-8,-2-16 1,-1-7 0,1 8 9,4 16 0,1 0-2,-1-11 0,0-5 0,0 7 2,1-8 22,1 8 1,0 3-18,2 18-5,-3-6-123,2 23 3448,1 2-3364,0 14 51,2-2-29,0 33-79,4 3 1,1 5-538,-1 3 0,1 1-2223,3 9 1,1 0 2855,1-6 0,-1-8 0,0-7 0,0 0 0</inkml:trace>
  <inkml:trace contextRef="#ctx0" brushRef="#br0" timeOffset="61683">2502 4419 11172,'-34'-41'429,"1"0"1,2 0-1,11 18 1845,20 30-2140,9 13-22,7 21-73,3-3-1146,-5-8 0,2-1 1174,15 19-39,2-3 538,-11-21 1,4-4-197,9-8 0,3-4-85,16 5-429,0-17 0,0-8 312,-9-9-26,-13 0 0,6-5 0,-3-1-738,8-12 0,-2-3 657,-8 9 1,1-1 0,1-1 14,4-8 1,0-2-1,-3 4-48,-3 3 0,-1 1-67,0-1 1,3-3-1,-3 5 56,-5 7 0,0 3-34,9-11 0,3 3-258,0 12 1,-2 5-185,8-3-2910,-6 20 1,-2 8 3368,-9 10 0,5 4 0,-22-9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8T13:45:18.00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4175 2807 16605,'3'-45'2005,"-1"0"0,2-10 1,2 7-1603,-1 20-112,4-16 292,-3 33-404,0 10-95,2 4-6,-2 10 113,5 46-133,-8-14 1,-1 5-48,1 4 1,-1 2-274,-4 5 0,-3-3 268,0-17 0,-1-4 2,0-5 0,-1-1 211,-10 20 22,6-28-62,-3-21-33,7-33 0,1-24-32,4-5 1,0-5-87,2 13 0,2-1-282,-1 5 0,1-3 0,2 3 287,2-1 1,3 3 8,1 4 0,3 3 0,0 6 0,1 3 531,14-17-528,0 18 6,15 20-46,-7 20-5,13 26-460,-28-9 0,-4 5 451,2 7 1,-2 4 2,1 6 1,-1 3-43,-1 4 1,-2 0-1,-2-10 1,-1-2-18,-1-1 1,0-2-163,1-4 0,-1 0 57,1-2 0,0 0-385,2 4 1,1-2-975,0-7 0,0-3-1070,3 1 1866,2-12 1,-15-16-1,0-1 1</inkml:trace>
  <inkml:trace contextRef="#ctx0" brushRef="#br0" timeOffset="198">4090 2955 16684,'-3'0'4195,"0"0"-3843,3 0-940,100-65-1694,-63 48 1,4-1 230,11-9 1,7-6 0,-4 6 2050,-3 8 0,-6 4 0,-14 4 0,-3 1 0,2-1 0</inkml:trace>
  <inkml:trace contextRef="#ctx0" brushRef="#br0" timeOffset="608">4769 2082 17074,'-39'-15'746,"-1"0"0,0-1 0,-10 0 1,-2 2-1,0 5-429,6 8 0,0 5 1,-2 4-753,2 3 1,-3 3-1,-1 4 1,3 0 452,3 1 0,0 1 0,2 2 0,2 4 3,-1 6 0,1 4 0,2 2 0,4 1 16,-2 10 1,4 2-1,3-1-749,3-6 1,3 0 0,2-1 729,0 0 1,2 0 0,3 4 13,7 2 0,2 5 0,3-1 0,1-5 285,0 8 1,5 0-324,8 0 1,4 8-1,4-2 1,3-13 2,4-12 0,8-8-15,4-2 0,8 2 0,6-4 0,0-6-30,8-9 0,3-7 1,1-4-1,-2 2-117,-8 3 0,-3 1 0,1-2 1,4-3 166,-2-4 1,6-4 0,2-1 0,-1-2 0,-4-1-1,-9 2 22,-3-2 1,-6 0-1,2-2-2,5-1 1,3-1-1,0-2 1,-6 0 38,-3-3 1,-4-1 0,0-6 10,6-16 1,0-8 0,-3 2-66,-8 14 1,-2 3-1,-2-7 5,-2-13 1,-2-8 0,-4-1 0,-5 10-5,-6 5 1,-5 0 6,-2 1 0,-2-6 1,-3-1-1,-7 5 11,-10 4 1,-8 4-1,-1 1-88,0-3 1,-2 2-1,-5 4-114,-10 5 1,-6 5 0,2 6-131,0 9 1,0 7 305,-3 3 0,-4 3 0,10 0 0,-4 0 0,7 2 0,0 0 0</inkml:trace>
  <inkml:trace contextRef="#ctx0" brushRef="#br0" timeOffset="2059">8978 2851 21159,'-1'-42'713,"0"0"0,0 2 1,0 16-636,0 35-28,-1 3 1,1 14 7,0 8 1,1 4-42,1-8 0,0 1-213,0 20 0,1 1 207,0-15 1,1-2-12,0-3 0,-1-1 190,1 26 196,-2-22 85,-2-13-74,-1-21-55,-3-27-257,1 3 27,-3-29-51,3 2-22,2-3 1,1-3-32,0 11 0,1 0-1650,1-8 0,1 3 1659,3-10-1023,2 26 0,2 2 1017,2-6-3,5-1 1,4 3 2,4 9 0,18-9 0,-7 24 2246,2 7-2279,3 10 3392,0 8-3382,-1 11 7,-10 0-1,-4 4-8,-12 0 0,-4 3 9,0 13 10,-3-12 1,-3-2 16,-11 1 96,-29 0 5,4-14 23,-23 3 22,16-23-6,4-9-33,10-10-79,10 1 17,8-7-44,6 12 16,17-15-22,0 16 5,18-5-22,0 16 6,-5 5-12,11 12-5,-14 1-14,9 12 0,4 6-68,-5 1 1,-1 3-260,4 4 1,-3 1 247,-6-2 1,-9-2-171,-16 8-208,-21-8-342,-16-8-391,-14-11-690,-4-10-789,4-19-2050,12-16-2851,14-6 7595,11-13 0,9 25 0,2 0 0</inkml:trace>
  <inkml:trace contextRef="#ctx0" brushRef="#br0" timeOffset="2409">9434 2454 13681,'-13'-42'1820,"0"-1"1,0 1-1,-5-7 1,-4 7-1480,-11 12 1,-6 10 86,-18 14 1,-2 11-1779,10 4 1,1 6 1436,2 1 1,-2 4 0,3 4-10,8 3 1,3 4-1,1 3-17,-3 6 1,1 3 0,2 3-23,0 5 0,2 2 1,2 2-18,9-11 0,1 1 1,2 2-1,1-1-19,4 1 0,1 0 0,1 1 0,2-3-849,0 4 0,2-1 0,3-2 834,0 16 1,10-1-21,10-13 0,7 0 1,2-5-56,8 0 1,7-4 90,1 0 0,6 2 0,2-10-200,-6-16 1,2-7 0,1-4 221,3-2 0,0-5 0,1-2 28,0-3 0,0-2 1,2-7 30,-1-6 0,4-7 1,-2-2-1,-3-1-57,-10 6 0,-3-2 0,-1 0 0,0-2-17,5-2 0,1-1 1,-2-3-1,-4-2 15,-6-4 1,-4-3 0,-2-1 0,-4 2-7,-2 1 1,-4 1-1,0-2 4,-1 0 0,1-3 1,-2 0-1,-4 3 37,-4-1 1,-3 3 0,-5 1 16,-9-13 1,-6 4-65,1 15 0,-6 4-31,-19-1 0,-4 6-22,16 12 0,-5 3-443,-7 3 1,-8 1-1,-2 2 1,4 3 481,3 2 0,3 4 0,-2-2 0,-6-1 0,-2-1 0,7 2 0,12 5 0,0 0 0</inkml:trace>
  <inkml:trace contextRef="#ctx0" brushRef="#br0" timeOffset="3816">8835 5815 10341,'0'-6'4638,"0"1"-1449,0 5-1368,-11-64-477,-5 32-868,4-9 1,-4 1 184,-16 13-4015,-10 6 3444,11 11 309,-7 16 0,-1 7-371,11 2 0,1 5 0,-20 14 0,-1 3-17,17-8 1,3 3-270,-10 13 0,3 4 207,9 3 1,5 2-6,3-1 0,8 0-3,10 4 1,13-5-18,17-17 1,10-8-23,14-5 0,5-7 50,-7-4 0,1-4 6,0-2 0,3-4-416,4-7 1,4-4 0,-7 1 727,-12 2 1,-2-1-2504,16-6 0,5-3 0,-12 0 2233,-7-13 0,-8 5 0,-19 10 0</inkml:trace>
  <inkml:trace contextRef="#ctx0" brushRef="#br0" timeOffset="4266">9001 5353 20133,'-46'-30'502,"0"1"0,0-1 0,1 3 0,-1 2 0,1 10-278,-9 16 0,2 8-391,8-3 0,-1 3 282,-2 7 1,-3 6 0,4 0-1153,-3 7 0,1 4 1065,3 0 0,-2 3 0,3 3-15,10-3 0,2 3 1,3 1-7,1 3 0,2 2 1,3 0-20,3 3 1,2 0 0,3 1 82,3-2 1,3 1 0,9 1-119,14 9 1,11 2-1,4-6 26,-3-14 1,3-5 0,6-1-393,2-2 0,5-1 1,3-3-1,0-6 407,10-5 1,1-6-1,0-3 6,5 0 0,1-2 0,1-2 3,-16-2 0,2-1 0,-1-1 0,0-1 6,15-2 0,0-1 1,0-3-423,-10-1 1,0-2-1,0-2 1,-4 1 432,-3 0 1,-2 0-1,0-3 15,10-8 1,1-3 0,-10-1 288,-14 5 1,-4-3-300,7-6 0,-3-5 8,-10-2 1,-5-3-12,-3-4 1,-6-5-23,-10-7 0,-7-6 0,-4 4-23,0 13 1,-3 3 0,-5 0-83,0 2 0,-4-1 0,-3 1 0,-6 7 105,-15 4 0,-9 8 0,0 3 0,9 1 0,0-5 0,2 3 0,-5 8 0,0 1 0,-1-1 0</inkml:trace>
  <inkml:trace contextRef="#ctx0" brushRef="#br0" timeOffset="10741">5556 2855 8853,'-59'2'1941,"0"0"1,7 0 0,7-1-446,11-1-331,10 0-1003,1 0 45,14 0-212,8 0-1,2 0 309,5 0 77,8 0-212,4 0 101,23 0-89,12-1-96,-5-1 0,8-1-45,-3 1 0,3-1 1,-1 1-290,-13-1 1,-1 1 0,3-1 250,8 0 1,7 0-1,-1 1 1,-8-1-5,-4 1 0,0 1-13,5-1 1,8 0 0,1 0-1,-5 0-7,-6 1 1,-4 1 0,3-1-390,2 0 0,4 1 1,0-1-1,-2 0 393,5 1 1,-2 0-1,0 0-880,-1 0 0,-1 0 0,-2 0 876,7 0 1,0 0-8,-11 1 0,3-1 0,-1 0-547,-5 0 1,-1 1 0,0-1 584,14 0 1,0 0 29,8-1 1,-4 0-34,-28 0 1,-1-1 8,8 0 0,0 0-3,20-1 36,-11 2 1,-3 0-20,-8 0 364,0 1 0,-2 0-320,-13 0 2281,4 0-2136,0 0 3046,1-2-3208,3 1 596,3-2-618,14-1-16,-4 0-17,-1 0-116,-4 1 11,-12 2 129,5-2-7,-10 2 79,6-3-29,-9 2-50,1-1 17,-3 2-23,-10 1 239,6 0-37,-7 0 16,1 0 29,-4 0-140,-1 0 51,-1 0-29,0 0 90,3 0-228,3 0-46,4 0-67,-2 0-62,1 0-415,2 0-677,-2 3 1255,6 4 0,-9-3 1,0 2-1</inkml:trace>
  <inkml:trace contextRef="#ctx0" brushRef="#br0" timeOffset="11816">9041 3581 13030,'0'-11'3442,"0"2"-1392,0 9 2140,0 0-3677,1-39-605,-1 29-34,1-30 43,0 43-179,0 6 239,1 2 42,0 14-247,-1-5 230,0 10 1,0 4 148,-1 14-63,0-9 1,-1 1 92,-2 22-39,1-31 1,-1 2 17,0 13 1,-1 2-78,1 1 0,0 0-96,-1 1 1,1-1-1729,1-10 1,0-4 1647,-2 9 23,-1-6 0,-1 0 25,-2 19 19,0-11 1,1 1 102,-4 13 57,0-2 23,1-4-22,0-1-29,1-2-22,0-1 17,0-3-40,3-10 130,-3 16 44,-1 3-123,1 1-50,-1-1-23,4-22 3351,0-3-3311,1-2 212,0-2-218,1-1 6,-1-3-35,2-6 1,0-4 34,-1-1-12,0 0-11,0 3-11,-1 0 22,2-5-44,1-1-6,1-6-103,1-2 0,0 0 0</inkml:trace>
  <inkml:trace contextRef="#ctx0" brushRef="#br0" timeOffset="17305">4741 3313 13709,'3'1'2868,"4"3"-2470,19 7 72,0 4 297,10 8-537,-11-4 157,5 2 0,3 2 21,9 4-427,-6-4 0,2-1 156,-6-5 1,-1-1-4,22 9 31,-11-4 0,1 0-98,-13-6 1,0 0 83,26 15 0,-1 0-120,-26-13 0,-1 0-1,7 4 1,-3 0 70,2 7-6,0 2 29,10 9 10,-1 1-22,3 1-11,0 0-6,1 0-1617,-18-17 1,-2-1 1577,12 9-18,-5-5 1,1 0 33,1 1-38,12 9 5,-22-16 56,-1 0 180,3 1-222,-1-1 0,2 2-2,18 12 520,-21-15 1,-1 0-544,9 6 26,-6-4 0,0 1-26,3 1 17,7 5 0,1-1 50,-2-2-2652,7 4 2585,-13-10 0,-3-2 84,14 15-33,-4-3-18,9 11-14,-23-18 1,-1-1-20,14 14-8,-12-12 0,-1-1 19,11 8 1459,1-3-1476,-1-2 127,-8-7-116,6 4 23,2 0 3364,1 2-3375,3 3 0,-5 1-34,-12-10 39,12 16-27,-19-21 72,28 25-33,-18-18-12,16 10 40,-1-6-62,-13-10 11,12 8 0,-14-7-5,6 3-18,-2 0 40,2 5-11,0 0 0,-1 1-17,-6-6 50,6 0-33,-6-6-6,8 5-11,-6-5 34,6 5-28,-10-4-29,2 3 51,-4-2-22,-7-5 11,8 4-12,-4-4 6,1-1 1,0 0-29,-3-3 1,-2 0 27,5 2-11,-1 2-11,3 1-1,-3 0-4,-2-1 10,-4-3 0,2 1-38,-6-4-332,-4-2-5891,0 0 6239,-3-4 0,0-1 0</inkml:trace>
  <inkml:trace contextRef="#ctx0" brushRef="#br0" timeOffset="27745">1560 6963 15177,'-49'-18'1379,"1"0"1,-7 0 0,7 6-1156,20 10 17,-25 6-246,33 7-12,-6 8-3370,17 0 3376,4 3 22,8 12-11,6-2 23,6 17-49,1-16 1,1-1 3,4 8-1122,-3-7 1,-1-3 1115,-2-6 2318,8 14-2262,-7-12 51,-1 3 570,-22 3-156,-17-11-247,-12-2 121,-23-8-188,18-7-64,-3-1 0,-2-3-25,-9-5-245,14 0 1,6-8-3341,12-38 1546,16 13-1456,23 5 0,10 2 3405,18 2 0,-4 4 0,-15 12 0</inkml:trace>
  <inkml:trace contextRef="#ctx0" brushRef="#br0" timeOffset="28946">1896 6865 13900,'0'-4'5332,"0"1"-1657,0 3-3563,-58-4-101,40 16-2126,-16 10 1,4 7 2102,26 16 223,3 10 0,3 4-402,6-13 1,1-1 78,-1 0 0,0 0-48,2-6 0,1-1-1403,-2 3 1,-2-1-1777,-1 14 1406,-3-13 1,-2-2 437,-8-7 583,-4-12 704,-3-12 4589,-2-9-1300,-3-21-1922,6 2 1539,2-27-777,5 8-896,2 7 0,0-1-504,-1-10 42,2 10 0,1 1-227,3 1-207,5-7-112,17 15-28,-2 10 11,14 4-39,22 6-6,-21 5 0,1 0-271,6 0 0,1 1 291,-8 0 0,-2 1-48,19 3 73,-29-4 56,5 0 325,-19-1-219,-3-2-72,-8-1 16,-3 0 202,-6-1 548,-5 1-542,-11 8-258,8-2-6,-7 12-44,18-9-1,2 10 6,7-10 45,18 6-44,-6-10 100,29 1-51,-20-7 62,21-6 45,-17-9 236,6-21-220,-16 5-21,-11-11-95,-11 20 133,-18-5-117,9 16 79,-21-9-130,13 17-33,-3-2 0,8 10-28,-3 16 6,3 8 5,-2 7-84,11 3 0,4 3-201,9 14-1504,-4-15 1,4-2 1553,13 9-570,14-7-107,9-5 139,2-13 0,3-4 647,-12-8 0,0-2-517,6-2 0,-3-4 722,1-10 510,4-32-62,-17 6-214,-5 6 1,-2-1 2981,-3-12-2982,-4 10 387,-3 1-106,-2 11 1561,-2 5-2171,0 6 79,-2 18-30,3 10-16,0 5 0,3 7 14,-2 4 0,-1 3-25,2 24-315,-2-11 1,-1 2 313,-5-13 1,-2-2-3,0 0 0,-1-1 22,-1-2 1,-2-3 92,-1 9 61,1-17-100,2-32-12,-2-18-16,1-6-2719,-5-22 2719,3 17-9,2 3 0,-1-4-258,-1-18 1,0-2 240,3 8 1,0 0-12,-1-10 0,2 4 14,4-4-3,4 25 1,4 1-20,6-10 8,0 10 0,3 2-25,19 3 6,11 8-6,9 11-11,6 17 25,-31 1 0,-1 5-31,4 17 0,-3 3 34,3 8 8,-21 3 0,-10 1 37,-27 0 1540,3-13-1,-5-1-1635,-15-4 1,-3-5-67,-9 4-153,12-10 0,5-10 281,20-21 0,-3 10 0,18-11 0</inkml:trace>
  <inkml:trace contextRef="#ctx0" brushRef="#br0" timeOffset="29163">3284 7169 19300,'2'4'4710,"0"0"-4021,-2-4-880,22 1-817,9-3-3908,13-3 1,3-1 4745,13-3 0,-24 2 0,-5 1 0,-12 1 0</inkml:trace>
  <inkml:trace contextRef="#ctx0" brushRef="#br0" timeOffset="29353">3873 6917 20632,'17'2'-269,"4"48"-837,-14-7 0,-2 4 232,4 16 1,-1-3-1116,1-9 1898,0-5 0,-1-2 1,-1-12-1,2 12 0</inkml:trace>
  <inkml:trace contextRef="#ctx0" brushRef="#br0" timeOffset="29729">1269 7918 15920,'-45'5'1400,"0"0"0,-1 1 0,-7 0 1,5-2-925,-5 0-203,35-4-262,24-2 120,29-2 1,14-2-59,3 1 0,5-1-821,-9 1 1,4 0 0,3-1 0,-1 1 762,4 0 1,0 0-1,1 0 1,2-1-322,-8 2 1,2 0-1,0 0 1,1 0-1,0 0 303,3-1 1,2 1 0,-1 0 0,0 0 0,-3 0-1,4 0 0,-3 1 1,0-1-1,2 1-10,-6-1 1,2 1 0,0 0 0,-1 0-1,0-1-14,-3 1 0,-1 0 0,0 0 1,-1 0-1,1 0 7,12-1 0,-1 0 1,1 0-1,-1 0-262,-10 0 0,1 1 0,-1-1 1,-1 1-1,-3-1 270,12 0 1,-3 0 0,-3-1-251,-5 1 1,-1 0 0,-2 0 143,15-2 0,-4 1-99,-10 1 0,-2 0-3335,-7 0 1,-4 1-4387,13 0 7938,-14 1 0,-23 2 0,-5-1 0</inkml:trace>
  <inkml:trace contextRef="#ctx0" brushRef="#br0" timeOffset="31236">5953 7377 21887,'-19'-44'547,"-1"0"0,5 4 0,-2 11-480,-11 24-5626,-22 15 5576,16 1-539,-7 9 0,1 4 522,5 6-245,-1 9 0,2 2 217,11 0-578,5 5 1,4 2 482,11-8 182,20 4 0,10-4-603,28-12 250,-6-8 0,2-5 170,-16-12 1,1-6-87,16-10 0,-2-4 171,1-7 676,-1-10 0,-2-5-520,-25 12 1,-3-1 41,10-14 1,-4-1-71,-12 14 1,-3 0 84,8-28 202,-5-2 2097,1 1-1950,-4 14 1,1 0 14,2-9-325,0 3 2969,-11 36-3193,-3 13 303,1 9-230,4 13 740,3 16-802,1 0-5,2 6 10,-1 10-2,-4-6 0,-1 4 2,0-9 1,0 1-6,0 11 0,0-4 11,0 1 6,-1-21 28,-1-15 745,0-13-572,3-13-83,4-13-29,3-13-44,0 3 111,11-16-122,-7 21-34,8-8-40,-4 20 6,1 10 1,3 7-1,-4 5 6,0 4-101,17 19 22,-8-6-78,18 13 6,-21-16-57,-1-2-795,17 2 745,-12-12 258,18 2 67,-19-22 39,-4-7-28,-7-2 297,-1-13 12,-10 12 11,0-6-35,-6 15-167,-2 8-207,-1 4-45,1 2 22,0 3 50,0 1-5,1 3 12,16 11 32,-5-8-27,34 9-6,-23-15 1,18 0 38,6-15 6,-16-3 17,13-13-28,-30 6-1,-7-1 46,-8-1-28,-9-2 22,-9-4-34,-10 3 12,-8 9 5,-3 6-50,0 8 11,3 8 0,7 8-34,5 13-16,10 8-68,9 0 0,5 3-251,7 22-275,2-17 0,4-1-443,5-10 1,3-2-2367,5-1 0,4-1 3425,-2-5 0,0-2 0,10 5 0,-14-14 0</inkml:trace>
  <inkml:trace contextRef="#ctx0" brushRef="#br0" timeOffset="31687">7717 7490 13504,'0'-6'7449,"0"0"-5169,0 6-1418,-40-66-878,22 49 80,-10-20 1,-3 8 294,-12 50-347,6 5-1,13-2 0,3 3-22,-2 28-20,15-24 0,2 1-12,1 0 0,4 0-231,13 29-202,20-10 112,7-18-392,5-18 0,6-6 310,-11-6 1,0-2 260,8 1 0,1-4-151,-3-5 0,-3-3 123,-9-2 0,-1-3 199,5-2 0,0-5 132,0-8 0,-4-5-1450,-5-9 1,-4-3 1437,-4 10 1,-4-5 341,-5-5 0,-3-6 1,-2 6-188,-2 8 0,-2 2 232,3-24 0,-1 2-120,-3 7 209,3 17 1,1 2-370,-1 6 235,6-15-168,-6 32 2724,-1 6-2987,1 11 1129,0 18-1146,-1 25 0,-1-17 0,-1 3-155,-3 8 1,0 0 142,0-7 1,0 1-469,-2 2 0,-1 4 0,1-2-240,1 4 0,0 0-423,1-3 1,0 2 0,2-3-3774,4 3 1,2-4 4243,4 13 0,2-25 0,-9-23 0</inkml:trace>
  <inkml:trace contextRef="#ctx0" brushRef="#br0" timeOffset="31953">8662 7229 23394,'-58'-14'312,"0"1"0,13 10 0,-2 4 1,7 5-271,7 7 0,4 5-37,-7 3 1,3 3 13,6 9 1,7-1-9,3 2-5,-3 20 145,46 1-101,-6-25 26,17 1 0,6-4 2,18-11-384,-15-6 0,2-2 34,-6-5 1,-2-1-866,1-3 0,1 0 1137,4-1 0,-3-1 0,4-1 0,-4 0 0</inkml:trace>
  <inkml:trace contextRef="#ctx0" brushRef="#br0" timeOffset="33513">9290 7073 14180,'-9'-53'2526,"0"-1"0,4 14 0,-4 5-1344,-28-5-823,12 31-264,-7 1 95,0 20-5,-9 29-163,6-4 0,4 10 1,2 1-23,4 1-11,11-8 0,-1 8 0,4-6-574,2 10 574,7 2 0,6-3 5,9-16-30,10-4 0,5-3 13,5-3 14,1-6 1,3-4 31,15-8 13,-21-7 1,2-3 47,25-13-1585,-27-1 1,-2-3 1601,6-11-845,-12 2 0,-4 0 901,-7 3 213,4-18 28,-13 27-90,-1 1-325,-2 9 2229,-4 13-2200,-3 9 3380,-2 5-3420,-2 28 16,9-24-72,22 35 107,8-40-23,14 6-6,12-19 17,-17-9 57,25-10 4,-16-10 29,6-11 112,-13-8 95,-12-2-151,-11 9 520,-4-14-520,-9 29 202,0-12-438,-4 30 68,-2 4 33,-7 25-33,-7 16 22,-1 1 1,0 1-482,4-11 1,0 0 421,-8 20 0,2 3-243,8-4 0,2 1-331,2 3 1,1 0 86,3-1 0,5-2-2426,8-2 1,4-4 2960,-1-18 0,1-2 0,9 21 0,-8-25 0</inkml:trace>
  <inkml:trace contextRef="#ctx0" brushRef="#br0" timeOffset="34688">10435 7311 19459,'8'-48'1359,"0"1"0,0 1 0,-5 8-6016,-12 16 4825,2 5 1382,-13 6-1489,2 14 867,-11 9-883,-15 24-45,18-8 0,2 3-120,-2 3 0,3 1 106,1 5 0,3-1-14,0 14-17,6-4-78,10-2-285,11-16 1,5 0 155,16 21 49,-2-24 0,3-5 158,13-6 34,2-8 28,-3-9 251,-2-8-100,5-7 3501,-2-15-3182,-20 9 679,-4-2-970,-16 18 462,-3 2-563,0 3 1,5 0-29,0 0-6,9-2 40,11-4-34,27-16-39,-23 8 0,0-2-11,2 1 0,0-2 5,2-5 1,-2-3 5,-5 3 0,0-4 5,1-10 1,2-5 0,-2-3-1145,-6 2 1,-3-2 0,0 0 1119,1 2 1,0-1-1,-5-1 34,-5-8 0,-5-1 0,-3 7-373,-10-16 372,2 17 0,-3 4 20,-12 11-40,3 15-33,1 11 11,2 15 3187,-4 16-3199,-3 21 1,8-14 0,1 2-1384,3-4 0,-1 0 1389,1 3 1,1 2-23,3 2 0,1 1-335,1 2 1,3 2 269,1 8 1,7 2-838,7-11 1,4 0 0,0-3 814,0-3 1,2-3-4,9 8 1,3-6-242,10-14 190,-2-10 113,9-12 135,-19-17 0,-3-6 39,13-20-82,-19 15 0,-1-1 166,5-20 336,-7 10 1907,-5 5-2181,-4 9 467,-8 18-737,-1 6 3353,-2 3-3335,1 2-12,-3 12-6,4-5 6,-2 9-6,10 3 6,0-9-11,38 15 34,-8-21-4,-5-5 1,0-2-3,6-7 78,4-23-17,-23 2 12,1-18-57,-15 15 74,-16-14-40,-2 19-50,-7-4 28,-3 13 5,-5 11-22,0 5 0,-6 10-28,4 12-17,-5 25 6,11-9-267,2 13 236,17-19 0,3 0-142,4 28-40,3-17 0,4 1-1874,5-7 0,3-3 1431,15 18-207,7-9-2141,5-13 3015,6-9 0,-15-5 0,-6-9 0</inkml:trace>
  <inkml:trace contextRef="#ctx0" brushRef="#br0" timeOffset="34947">12214 6759 23668,'-20'-40'1043,"-1"1"1,-2 0 0,1 14-1005,0 33 6,-5 3 28,-10 35-31,13-2 0,1 5-1209,-1 4 0,2 5 1174,5-11 1,2 4-1,3-1-4,4-6 1,2 0 0,3 0-764,6 7 1,4 0 0,3-1 736,5 10 1,6-1-174,4-11 0,4 0 0,1-5-1174,7 2 1,2-5 1369,-6-9 0,1-1 0,-4-4 0,15 11 0,-8-9 0</inkml:trace>
  <inkml:trace contextRef="#ctx0" brushRef="#br0" timeOffset="37603">12800 6937 19529,'-6'-42'1280,"0"0"1,-1 1 0,1 8-782,-1 19-589,2 3 40,1 15 39,4 5-342,2 29 28,1-12-3035,4 9 1,3 3-355,3-1 3260,1-4 1,-1-2-1,-3-11 1,0-1-1</inkml:trace>
  <inkml:trace contextRef="#ctx0" brushRef="#br0" timeOffset="38055">13196 7089 21366,'-1'-40'1122,"0"0"0,0 2 0,0 8-959,1 22-130,0 5 6,4 16 1,3 16-1,4 22-17,-6-10 1,0 4-4,-1 7 1,-2 1-1697,0-8 1,-2-2 1687,0-2 0,-2-2-1026,-8 17 1049,3-26 347,-6 14-39,8-37-113,-2-22-162,4-16 2842,1-11-2808,2-16-39,2 21-886,0-6 1,0-1 862,1-4-6,0 1 1,0-1-134,0 15 1,1 1 129,1-6 1,1-1-45,1 5 0,2 1 31,9-19-17,6 16 11,5 13-28,5 12 3238,7 11-3204,3 13-1521,-16 4 0,-1 3 1493,10 13-1127,-8 7 0,-4 3 1014,-4 3-479,0 9 1,-2 6-700,-7-14 0,-1-2 388,0 1 1,0-1-2633,-1 3 1,-2-4 3545,0-5 0,-2-6 0,-3-18 0</inkml:trace>
  <inkml:trace contextRef="#ctx0" brushRef="#br0" timeOffset="38221">13277 7202 16172,'-5'-42'20,"0"0"1,5 3-1,11 7-666,37 14 1,13 10 645,-10-1 0,-2 1 0,-1 0 0,-3 2 0,4 0 0</inkml:trace>
  <inkml:trace contextRef="#ctx0" brushRef="#br0" timeOffset="38429">14086 6545 23181,'-2'-5'1994,"0"2"-1787,2 3-207,17 75 0,-13-56 0,4 19 0,1 0 0</inkml:trace>
  <inkml:trace contextRef="#ctx0" brushRef="#br0" timeOffset="38937">14620 7375 21472,'3'-5'3042,"0"2"-2611,-3 3-571,29 7-616,-23 12-218,21 2-6140,-34 19 7114,-1-12 0,1-4 0,4-11 0</inkml:trace>
  <inkml:trace contextRef="#ctx0" brushRef="#br0" timeOffset="39619">15505 6706 23842,'-42'-18'89,"0"0"1,7 3 0,1 4-79,-26 11 39,9 2 68,18-2-51,1-1 263,5-1-195,18 1-130,-1-2 23,9 10 6,0 7 28,-2 15-23,1-1 73,-3 20-17,-3 0-373,3-14 0,-1 1 311,-5 23 1,5-21 0,0 0 8,1 0 0,2 0-53,-1 0 0,2-1 11,2 4 0,5-2 16,4-6 1,6-4-62,12 0 0,5-5-297,-2-3 1,2-5-1373,10-3 0,0-6 1714,14-9 0,-20 0 0,-16-2 0</inkml:trace>
  <inkml:trace contextRef="#ctx0" brushRef="#br0" timeOffset="40120">16003 6772 23920,'31'-25'136,"-1"0"0,9-1 1,-2 8-115,-7 13 17,5 0 1,1 0-1,6 1 0,14-3-5,-19 4-17,-11 1-12,-10 1 23,-5 1 0,-8 2 39,0 3-39,-3 1 96,0 21-102,0-12 23,2 24-23,3-9 17,8 25-11,-2-15 0,5 10 0,-2-9 0,1 2 6,1 9-6,-7-13 39,-12 13-84,-19-13-22,1 1-157,-19-4-392,12-18-162,-1-2 750,-7-5 0,25-8 0,-7-1 0</inkml:trace>
  <inkml:trace contextRef="#ctx0" brushRef="#br0" timeOffset="40386">17111 7306 22117,'-21'37'-504,"0"1"1,0 0 0,-4 8 0,5-10 0,9-21 0</inkml:trace>
  <inkml:trace contextRef="#ctx0" brushRef="#br0" timeOffset="41584">17548 7034 21691,'-7'-48'1267,"0"1"1,0 5 0,2 8-1105,2 16-79,0 9-67,3 7-34,-1 10 22,6 45-5,-1 8 6,-1-21 0,0 0-12,-1-8 0,-1 0-14,-2 21 1,-1 1 13,0-17 1,-1 0-143,-1 22 1,-2-3 147,-6-1-11,-2-18 39,-2-18-5,-2-15-12,0-19 6,3-16-12,4-18 12,4 2-137,5 3 0,1-3 137,3 10 0,0 0-6,1-20 0,2-2-3,1 5 1,2 2-1602,-2 9 1,1 2 1597,0 1 1,1-1-139,4-12 1,3 2 129,-4 19 1,2 0-12,6-18 0,3 6-26,13 9 7,24 18 27,-22 12 6,11 10-212,-10 28 190,-15-1 16,-5-5 0,-4 2 29,-6 22-23,-11-10 0,-7-2 8,-13-11 1,-6-2-26,-16 8-9,7-7 1,-1-2-642,-18-2 12,23-10-2351,8-5 3006,31-11 0,-4 2 0,8-3 0</inkml:trace>
  <inkml:trace contextRef="#ctx0" brushRef="#br0" timeOffset="41810">18049 6804 19115,'-1'-3'4133,"0"0"-4239,1 3-4633,124-45 4739,-88 40 0,2-1 0,7-8 0,4-5 0,-9 7 0,4 13 0</inkml:trace>
  <inkml:trace contextRef="#ctx0" brushRef="#br0" timeOffset="42000">18207 7049 24995,'56'-29'-2573,"-1"-1"1,-4 2-1,-6 7-6557,-7 14 9130,-7 1 0,-15 3 0,-6 1 0</inkml:trace>
  <inkml:trace contextRef="#ctx0" brushRef="#br0" timeOffset="43417">18822 6732 20215,'2'-36'28,"-1"-1"0,1-18 1926,4 98-1921,-3 2-16,-1 16 17,-9 1-26,0-30 1,-2-1 343,-9 28-330,-1-5 468,7-27-417,3-12 1457,4-6-1204,1-5-119,8-23-168,1 2 64,5-15 1,3-4-3,4-9-76,-5 13 1,1 0 52,10-16 314,-8 22-364,12-13-28,4 14-28,-1 8-16,7 9 4,-12 20-21,1 9-342,7 31-18,-9-10 82,-9-12 0,0 0-4229,16 10 4210,-8-15-297,17-5 133,-8-19 259,19-15 274,-15 1 84,13-17 107,-21 6 84,5-6 78,-8 3 566,-8 7-689,-8 10 3324,-5 7-3559,-10 15 67,-2 15-68,2 1 23,2 8 34,19-5 0,2-11-6,8-2 56,4-13 112,-2-8 89,8-8 230,5-18-206,-10-3-57,1-12-78,-15 4-51,-5 0-95,-6 10-17,-3 5-11,-2 4-202,0 11-279,0-1-690,4 19 28,-1 1-711,5 8 1826,5 10 0,-8-14 0,5 5 0</inkml:trace>
  <inkml:trace contextRef="#ctx0" brushRef="#br0" timeOffset="44017">19908 7077 20907,'2'6'3629,"0"-1"-1539,-2-5-1861,57-40-50,-29 13-435,9-4 0,0-3 374,-7-14-73,-7 5 13,-7 2 1,-1-3-45,-5 11 0,-1 0 0,4-15 0,0 0 0,-5 12 0,-1 1 134,2-22-120,-5 21 0,-3 11 90,-3 9-208,0 10-5,-3 1 587,-4 19-498,-9 16 6,-1 5 17,-5 12-303,10-17 0,1 1 275,1 3 0,1 4-10,3 3 1,3 5-1,2-3 15,3 7 1,5-3 5,5 12 0,9-6-149,14-18 1,5-8 153,-10-10 1,1-4-9,4 0 1,-1-6-15,17-21 31,-23-3 0,-1-4 2,2-4 1,-2-4-306,4-10 0,-3-4 292,-7 0 0,-3-3 8,0-5 0,-3 0-3,-4 11 1,-1-1 24,1-19 1,-1 4-11,-2 1-18,-2 15 1,-1 0 72,-2-13 540,0 23-596,-1-7 297,-2 30-358,1 5 22,-2 4 17,0 4-1356,-5 24 0,0 6 1350,0 3-28,-1 13 1,1 1-2258,6-3 2280,1-18 0,4 3-269,11 21 0,5 0-11,-4-15 0,1 0-73,1 1 0,2 3 0,-1-4-622,0-5 0,-2-3-5567,8 20 6195,-11-20 0,-7-16 0,-4-11 0</inkml:trace>
  <inkml:trace contextRef="#ctx0" brushRef="#br0" timeOffset="44250">20899 6376 21131,'0'-6'3881,"0"0"-3348,0 6 486,0 0-985,57-34-34,-33 37 0,11-14 0,1 6-6,-4 53 0,-7 15 0,-10-30 1,0 3-414,-1 7 0,2 8 1,-2 2-1,-5-5-234,-6 8 1,-7 0-773,-2-3 1,-2 3 0,-3-4 1424,-10 3 0,-3-7 0,6-15 0,0-6 0,-8 3 0</inkml:trace>
  <inkml:trace contextRef="#ctx0" brushRef="#br0" timeOffset="50950">15112 7920 20666,'34'-20'237,"0"0"0,24-6 0,0 5-1096,-25 13 1,0 1 867,11-2 0,7-1 1,-2 2-474,7 0 1,1 2 459,-10 2 0,2-1 1,-1 1-16,-2 1 0,-1 0 1,2 0-12,6 1 0,1 1 0,-4 0 18,1 0 1,-3-1 5,1 2 0,-5 0-2519,-12 0 2520,-23 0 477,-9 0-517,-57 5 56,26-3 1,-3 0 20,-22 2 0,-5 1-32,3 0 0,1-1-787,8 0 1,1 0 791,-1-1 1,-3 1 24,-3 1 0,-6-1 0,3 1 429,-5 1 0,0-1-447,15 0 1,-5 0 0,2 0 0,7-1-823,-4 1 0,7 1 818,7-2 1,4 1 393,-6 2-413,18-1 1956,45 0-1889,28-9-48,-16 2 1,4-2 24,15-3 0,4-3-37,-12 4 1,3-1-1,-1 0-2,2 0 1,0-1-1,1 1-4,8-1 1,1 1 0,-3 0 3,-13 1 1,-4 1-1,0 0 1076,14-1 0,-5 1-1073,-14 0 1,-4 1 7,16-1 40,-24 2 0,-13 0-45,-17 0 1703,-28 1-1692,-31 3-8,20 0 0,-4 1-876,1 1 1,-3 1-1,2-1 884,-4 2 0,-1 0 13,2 1 1,-4 0-1,4 1-9,0 1 0,2 1 78,4-2 0,-1 0 1,4 0-55,-1 1 1,3 0 38,-5 1 1,7-1-46,17-3 264,18 0-185,42-11-84,14-2 1657,-18 1 1,2-1-1678,-6 2 1,3-2-19,12 0 1,6-2 0,3 0-305,-6 2 0,1 0 1,2 0-1,0 0-576,3-1 1,1 1 0,-1 0 0,0 0 501,-5 1 0,1 0 1,-4 1-1,-6 1 0,3 1 1,-10 0-1,-3 2 0</inkml:trace>
  <inkml:trace contextRef="#ctx0" brushRef="#br0" timeOffset="52300">4970 9240 23607,'-26'-10'218,"3"-6"-185,35 61 1,13 18-969,-6-10 954,-4-12 1,1 1 2,-2-12 1,0-1 27,14 24-19,-11-24 0,0-1 310,15 12-122,-14-20 623,4-28-707,-8-23-6,9-26-444,-11 22 0,0-1 382,0-4 0,1 0-11,2-12 0,0 2-42,-6 16 0,2 1-64,11-21 0,0 5 33,-4 16 411,15-15-579,-14 38-980,8 11-1272,6 10 598,0 6 1839,12 18 0,-28-21 0,9 6 0</inkml:trace>
  <inkml:trace contextRef="#ctx0" brushRef="#br0" timeOffset="52500">6158 9094 19530,'41'-38'-650,"0"0"1,-13 4-1,2 9-4266,23 24 1,-1 11 2977,-11-5 1,12 5-1,-44-8 1</inkml:trace>
  <inkml:trace contextRef="#ctx0" brushRef="#br0" timeOffset="52674">6239 9369 24155,'49'-16'-528,"1"-1"0,-1 1 0,5-3 0,-3 2 528,10 4 0,-8 4 0,-21 3 0,14 0 0</inkml:trace>
  <inkml:trace contextRef="#ctx0" brushRef="#br0" timeOffset="53375">8053 8793 17848,'-3'-5'4588,"0"2"-3546,3 3-863,-71-41-67,39 32-25,-23-10 0,-2 6-31,10 23-48,13-1 0,1 1 9,-17 8-11,14-4 11,8-2 50,6 0-28,12-7-33,-3 2-1,12-6 34,1 2 6,1 6-34,1 0 62,1 8 34,0-2-51,-1 2 224,0 26-224,-3-19 67,-4 33-34,-4-16-47,3-8 0,0 0-30,-3 14 16,3 16 5,10-24 1,10 20-17,0-21-1711,5-10 1,3-3 1676,3-5-1121,13-2 1,2-4 918,5-5-177,-9-3 1,3-1-922,-4-4 1,2-3 1316,9-2 0,-1-2 0,17 2 0,-4-5 0</inkml:trace>
  <inkml:trace contextRef="#ctx0" brushRef="#br0" timeOffset="55221">8900 8928 11822,'1'-5'5909,"0"1"-1439,-1 4-4005,9-32-4330,-8 37 4072,6-25 1005,-11 59-859,-6 21-286,1-8-14,2-13 1,0 1-4,-5 15-5,2-16 0,-1 0-1,-4 12 32,4-20 0,-1-2 176,-5-2 527,-8 0-443,10-31-286,2-5 90,21-54-90,0 24-16,4-3 0,3-2-39,-2 8 1,2 0 29,8-21 1,1 0-7,-7 18 1,1 1 13,10-19 1,-1 6-17,-4 13-1,5 4 1,2 4-11,10 16-17,6-3 20,-14 32 1,-3 13-7,-4 11 0,-4 6-3,5 3 0,-1 3-314,-4 9 1,-5 0 212,-7-14 0,-1-3 25,-2-9 1,0-1-115,4 26-466,1-10-498,0-5 2516,3 4-4448,-4-14-4672,-4-13 7758,-3-11 0,-2-7 0,-1-2 0</inkml:trace>
  <inkml:trace contextRef="#ctx0" brushRef="#br0" timeOffset="55380">8998 9313 21181,'22'-48'-90,"0"1"1,4 1-1,5 9-932,11 20 0,4 6 569,7-3 0,-2 1 0,6-2 0,-4 3 0</inkml:trace>
  <inkml:trace contextRef="#ctx0" brushRef="#br0" timeOffset="55921">9977 8793 18358,'-5'-3'4577,"1"0"-3866,4 3-465,3-43-162,18 29-22,8-32-29,7 42 63,14 1-57,-15 1 0,14-2 45,-11 1 84,3-3-101,-16 2 28,-3-1 23,-15 3 173,-2 0-28,-3 1-88,0-1-75,-3 1-44,-2-1-44,-2 2 21,0 0 6,2 3-22,1 4 22,4 10-44,1-5 10,2 8-21,5-2 10,2 5 23,5 11-1,-5-5 1,0 4-3,-2 8 0,-1 1-14,1 2 0,-1 0-1631,-3 4 0,-1-4 1626,-2 8-886,-1-16 1,0-3 884,-1 1 6,-3-1 0,-7 0-143,-18-12 1,-5-3-223,-15 17-1677,-5-20 0,-2-5 2042,-7-6 0,8-2 0,23-1 0</inkml:trace>
  <inkml:trace contextRef="#ctx0" brushRef="#br0" timeOffset="69987">12829 1165 29068,'-1'-49'36,"-1"0"0,1 0 1,1 9-912,1 16 1156,2-2-133,-2 17-299,0 3 307,2 13-1169,4 12-213,7 33 696,-3-11 259,-4-5 0,0 2-399,-1 14 274,-3-7 1,-1 0-446,-5 17 345,0-26 1,-2-3 624,-7-4 167,1-12-49,2-11-69,-1-15-401,1-2 3389,1-12-3290,0-11-42,3-11 138,2 13 1,1-2-39,0-2 1,2-3 12,2-16 1,2 0-50,-1 14 1,2 2 21,3-10 1,3 3 141,11-1-40,6 10-5,6 10-26,-5 10 15,12 5-1,-14 9-2,11 6 0,3 3 2,13 13-277,-8-2 1,-1 5 262,-11 2 1,-4 4-15,0 3 1,-2 3-65,-2 4 1,-3 2-183,-5 1 0,-2 0-3,-6-9 1,-1 0-290,-1 23-2380,-6-10-5405,-4-2 7547,-1-2 1,0-17 0,0-13 0</inkml:trace>
  <inkml:trace contextRef="#ctx0" brushRef="#br0" timeOffset="70177">12952 1181 12191,'-3'-6'8301,"0"1"-7747,3-28 1,5-6 23,12 4-427,-4-11 0,5 2-11,31 14-95,8 8-446,-14 13 0,1 3-2974,-10 2 1,-1 1 3374,7 1 0,-3 1 0,-7 1 0,-14 1 0</inkml:trace>
  <inkml:trace contextRef="#ctx0" brushRef="#br0" timeOffset="71347">12851 2554 12640,'-3'5'5920,"0"-1"-2245,3-4-2662,5-81-324,-1 50-653,-2-13 1,1 5-48,-1 28 22,-2 19 11,0 9-5,-4 28 5,1 2-5,0 15-11,1-10-1,2-14 18,1 8-6,-1-27 459,1 10-303,-1-23 225,-7-9-219,-2-12-83,-3-5 66,-2-11-39,4-1-39,-1-15-39,5-7-28,3 7 17,8-13-6,6 12-20,4 11 0,3 0-30,12-11 16,6 1-44,6 27 28,-22 14 5,21-2 6,-14 14 5,-1 1-3420,21 22 3415,-22-9-12,1 7 1,-4 3-11,-6 23 41,-9-21 1,-6 1 10,-13 4 1,-6-2 8,-11 5-12,-2-13 1,-4-4 51,-11-5-1,-7 0 17,14-16-11,18-10 3347,10-1-3387,5-6-22,4 7-22,5-4 17,10 3-1,-1 4-27,25 0 11,-5 10 0,22 4 11,-11 2-3,-1 4 0,-1 0-14,-3 1 14,-4-3 1,-3 2-49,-11 10 29,-22 5 11,-3 0-40,-22-1-229,-3-15 0,-2-2-213,-10 4-896,0-3 0,-1-1-2196,3-4 2774,-14 2 0,35-7 0,1-1 1</inkml:trace>
  <inkml:trace contextRef="#ctx0" brushRef="#br0" timeOffset="71870">12944 3846 17921,'0'-6'4381,"1"2"-2500,-1 4-1774,-26-45-4191,-15 55 4151,-9-38-3,15 48 1,1 12 311,8-8 1,1 1-366,-6 8 0,3 1 8,4-2 1,4 0 8,-3 26-33,31-11-12,27-10-87,-5-23 1,5-4-947,19-1 0,4-5-3354,-7-3 1,1-3 4403,4 0 0,-4-2 0,-1-3 0,-25 3 0</inkml:trace>
  <inkml:trace contextRef="#ctx0" brushRef="#br0" timeOffset="72779">12024 664 20308,'-32'-41'550,"0"-1"1,5 3-1,0 12-179,-11 29-270,1 17-85,-5-2-38,16 9 0,5 4 33,6 4-28,-4 23 28,32-21 40,17-6-21,9-16 1,5-3-14,-11-4 0,1 0-6,10-2 0,-2-1 107,-1-2 11,-22 1 5,-16 1-3464,-11 2 3402,-7 1 57,-13 5 56,-27 11-123,8-1-51,16-8 0,3 0-17,3 6-10,11-2 16,14-1 5,11 0 3393,12-2-3381,9-1-12,-4-4 6,11 4 6,-21-3 17,4 8-17,-17-8 67,-19 17-23,-6-7 6,-18 14 6,2-7-11,1 0-40,5 0-5,8-3-11,9-2-12,7-2 17,8-2 23,6-1 5,8-2-67,8-3-504,10-1-2375,6 0 2907,7 2 0,-20-7 0,-3 2 0</inkml:trace>
  <inkml:trace contextRef="#ctx0" brushRef="#br0" timeOffset="73737">11809 5035 15345,'2'-11'4201,"-1"2"-3714,-1 9 566,0 0-846,81-60-89,-38 41-1480,9-14 1,-1 5 1400,-19 24 625,-8 11-367,-19 15-10,-15 10-41,-20 13-140,6-21 1,-3-2 5,-20 13 44,9-10 1,1-2-73,0-1-14,3-1 0,2 0-47,10-2 2192,-2 7-2176,22-7 56,19 1-33,7-3-28,6-2 10,11-3-27,-14-5-6,10 2 40,11-1-51,-12-1 11,9 1 0,-26-4 112,-10 1 23,-14 1-17,-9 7-28,-15 3-29,-11 6-44,6-3-16,-6 3-46,16 3 28,6-6 29,14 6-12,15-11 0,29 9-11,-15-9 0,22 8 0,-31-12 0,2 2 51,-11 17-29,-8-14 40,-13 22-6,-3-23 0,-19 8-62,3-8-235,-5 0-1097,9-7-8493,11-6 9401,10-3 0,5 0 1,3 0-1</inkml:trace>
  <inkml:trace contextRef="#ctx0" brushRef="#br0" timeOffset="74523">14331 893 32767,'2'-55'-146,"0"1"0,-1 5 1,2 7-1358,3 16 1433,-3 5-258,-2 13-288,-6 3-105,-7 11 207,-3 4-1315,-14 17 1420,8-6-6,-13 19-140,4 10 204,10-16 238,4 8 113,20-27 50,5-3 23,7-2 84,3-5 286,9-19-214,-9-1-122,-1-9-34,-11 5 67,-5-3-68,-1 7 46,-2-13-62,-5 12-67,2 0-12,-3 9-72,3 6-146,-2 7-1294,-11 17 343,4-3-3967,-8 26 5159,13-17 0,1-3 0,5-11 0</inkml:trace>
  <inkml:trace contextRef="#ctx0" brushRef="#br0" timeOffset="74846">14335 1166 13259,'-11'5'3708,"3"-1"-960,8-4-2255,0 0 476,-30 31-868,28-17 477,-21 24-421,34-26-51,-2-4 12,-2-4 2668,-2-2-2208,-1-5-248,4-6-83,-1-9-57,0-8-106,-1 4 0,-2-1 185,-5-3-236,-4 12-55,-6-4-12,-2 16-38,-2 5-920,-4 7-4346,3 4 4490,-1 3 0,10-8 0,5-6 0</inkml:trace>
  <inkml:trace contextRef="#ctx0" brushRef="#br0" timeOffset="75970">15589 713 21091,'-4'-36'160,"0"1"0,-18-18-121,-14 57-6,-8 5 76,-3 1 1,-3 0 10,14-4 1,0 1-2862,-15 3 1,2 0 2953,1-3 1963,15-2-1655,17-4-432,0 1 827,15-2-894,1 0-218,0 5 213,0 2 6,0 6 3408,1 10-3386,-1-2 39,0 11 0,0 4 5,-1 16-44,1-9 0,0 2-1080,-1-10 1,1-2 1084,0 20-8,1-17 0,2-1 42,6 9 6,8 15-28,19-17-113,-6-19-565,11-10 0,2-5-1440,6-7 2056,-2-2 0,-3-1 0,-13-2 0,0-1 0</inkml:trace>
  <inkml:trace contextRef="#ctx0" brushRef="#br0" timeOffset="77079">16281 862 14197,'-1'-6'7377,"1"1"-5111,0 5-2261,-1-51 29,4 48 26,2-30 5,4 69 3,-5-5 0,-2 3-55,-2-1 1,-1 1 19,-2 8 1,-1-2-12,-6 15 42,1-18 1,-1-2-3312,2-7 3320,-6 15 28,10-33 498,0-3-123,0-8-392,-1-2 34,-2-16 95,-2-27-146,2-3-53,3 12 0,1-2 1458,2 7 0,1-1-1447,2-1 1,1 1 24,6-30-27,9 6-62,-1 17 50,18-8 34,11 16-45,1 2-28,7 13 22,-27 13 6,20 11 0,-25 0-22,24 23-29,-25 16 46,-2 4 413,-10 12-386,-14-18-22,-6-2 23,0-12-17,-3-1 11,3-11 16,-1 0 34,1-6 107,-3-6-112,2-4-23,0-2-17,1-3-11,4 2-5,-4-1 11,3 1-40,-3 1 12,2 0 50,3 0-5,3 0 72,1 0-78,3-6-44,6-7 4,1-1-10,3 0-40,6 8 51,-1 5-17,11 6 6,2 8-1,6 12 12,-7-1-14,-5-1 0,-2 1 25,1 2-28,12 16-67,-12 7 72,-16-14 23,-3 13 11,-20-24-1713,-12-10 1,-3-1 1696,-12 3 19,-4-1 0,-3-2-284,15-6 1,1-2 112,-7 1 1,0-1-361,8-1 0,2-3-2810,-9-7 3327,20-3 0,14 0 0,7 2 0</inkml:trace>
  <inkml:trace contextRef="#ctx0" brushRef="#br0" timeOffset="77287">17251 1064 22604,'-26'56'-5,"0"-1"0,0 9 1,6-14-1,16-38 1,-2 12-1</inkml:trace>
  <inkml:trace contextRef="#ctx0" brushRef="#br0" timeOffset="77647">17914 800 16594,'0'-5'5590,"1"2"-3367,-1 3-2099,-10-48-1,-5 38-6,-16-30 18,-7 57-29,-12 11-84,23-9 1,1 1-15,-1 1 1,2 3-1703,1 5 1,4 0 1705,-4 12-7,18-4 1,7 0 16,15 0-31,-1-8 1,4-1-154,25 3-600,8-6-2111,8-4 2439,-24-12 1,-1-1-1,3 1 1,-2-3-1</inkml:trace>
  <inkml:trace contextRef="#ctx0" brushRef="#br0" timeOffset="78112">18396 655 14557,'-4'-3'5602,"1"1"-4634,3 2-951,13-23 1306,11 16-1301,15-17 57,18 23-79,-18 1 22,15 0 469,-21 0-497,6-1 295,-6 0-267,-5 0 736,-12 0-752,-4 3 16,-10 1-3319,2 10 3331,-4-2 67,3 23-79,-3-16 34,5 41-22,-2-24-6,6 26 0,0-15-17,0-9 0,1 9 3392,-5-20-3347,-1 17 34,-12-10 25,-13-4 0,-4-1-99,-9 4-357,-3-7 0,-2-4 72,2-8-1375,5-4 1,0 0 1643,-9-1 0,7-1 0,16-4 0</inkml:trace>
  <inkml:trace contextRef="#ctx0" brushRef="#br0" timeOffset="78979">14175 2142 21097,'-17'29'319,"0"5"-173,8-6 415,1 11-309,3-17 1142,8-1-464,3-22-432,7-9-145,3-11 224,6-25-398,-8 9-55,-2-11 27,-12 18-174,-2 15-100,-2 3 50,2 11 1,0 3-147,-3 8-2878,-4 29-3849,3 3 6946,-1 14 0,7-28 0,1-12 0</inkml:trace>
  <inkml:trace contextRef="#ctx0" brushRef="#br0" timeOffset="79305">14371 2587 18543,'-6'3'3820,"2"0"-2050,4-3-1603,-43 22-139,31-5 30,-29 20-41,51-10 51,12 0 33,9-7 149,5-7 30,-5-7 84,-8-12 6,-8-7 117,-8-15-347,-4 7 241,-14-20-319,1 23-62,-12-10-112,-1 16-611,1 6-465,2 3 1188,1 11 0,13-6 0,-4 6 0</inkml:trace>
  <inkml:trace contextRef="#ctx0" brushRef="#br0" timeOffset="80012">15168 2146 17384,'0'-4'4626,"0"0"-2889,0 4-1681,3-31-34,-3 23-11,2-23 56,-16 34-50,2 0-6,-14 4 29,-7 1 27,-16 1-34,9-2 141,-13-1-40,33-6-27,0-1-74,12 0-5,6 0-44,1 1 32,1 6 18,0 12 0,0 10 27,0 13 12,-3 5-34,1-8 3,0-5 0,0-1-8,1 3 2,0-2 1,2 1 19,3 12 0,4 11-6,5-4-16,3-4-23,7-7-34,16-6-27,-8-16-353,28-6-1003,-6-21-2058,-16 0 0,1-1 2785,-2-2 1,-4-1-1,13-4 1,-21 6 0</inkml:trace>
  <inkml:trace contextRef="#ctx0" brushRef="#br0" timeOffset="82544">16118 2283 18050,'4'-42'1454,"0"1"1,0 4 0,-1 5 354,-2 10-1434,-1 11-224,0-4-84,0 14-22,-3 22 0,-2 4 11,-5 25-31,2-16 0,-2 0-2,-4 15-7,-5 9 7,8-29 5,-3 9 67,-6 12-61,5-15 78,-2 6-22,11-32 688,1-1-599,4-8-67,0-5 90,1-21-101,2-8-68,1-9 20,7-12 1,2-2-1034,1 6 991,3-9 0,1 3 17,-4 22 17,12-16-117,-5 18 84,2 3-7,15 1 1,-15 17-12,35-2-33,-18 14 14,-4 7 0,1 3-9,19 17 17,-24-5 0,-2 5-279,0 8 0,-5 3 136,-5-3 1,-3 2-20,0 0 0,-3 0-359,-4 18-157,-7-17-2170,-2-2 1,-2-1-6967,-2 8 8579,0 15 0,0-43 0,2-11 0</inkml:trace>
  <inkml:trace contextRef="#ctx0" brushRef="#br0" timeOffset="82714">16232 2453 10640,'-3'-4'9298,"1"1"-8576,2 3 101,-6-65-643,9 41-99,4-20 0,8-1-269,13 26 1,8 6-1326,10-4 1,1 2-220,-4 2 0,-1 4 1732,2 4 0,-5 3 0,-14 2 0,-1 0 0</inkml:trace>
  <inkml:trace contextRef="#ctx0" brushRef="#br0" timeOffset="82912">17158 2337 23786,'-7'36'112,"1"0"0,-5 26-135,7-39-1932,-3 20 1955,1-3 0,1-3 0,2-15 0</inkml:trace>
  <inkml:trace contextRef="#ctx0" brushRef="#br0" timeOffset="83229">18049 2076 20044,'0'-5'5052,"0"2"-4368,0 3-606,-88-28-42,46 41 1,-1 2-32,-17-20 1,2 3-6,16 23 0,7 8 0,0 21-5,18-16 10,9 9 1,8 0-6,19 1-3,-7-13 0,4-3-114,33 8-448,-15-19 108,-1-4 1,2-1-3403,27-1 3859,-27-5 0,-2-1 0,10 0 0,-19-4 0</inkml:trace>
  <inkml:trace contextRef="#ctx0" brushRef="#br0" timeOffset="83938">18638 1923 21147,'51'-25'101,"1"-1"0,-6 2 0,-5 7 608,7 24-686,-13 1-18,18 8 221,-25 2-186,-4 4 125,-7 3-93,-7 5 346,-6 4-289,-11 7-73,0-8 67,-12 23-67,5-13-23,5-14 1,0 2 2,3 3 1,1-1-31,-1 14-17,7 9 16,3-24-5,0-8 6,0-4-1,-16-1-27,-14 0-152,-25 4-274,18-13 0,-4-2-231,-6 0 1,2-2 0,-8 0 0,7-3-1</inkml:trace>
  <inkml:trace contextRef="#ctx0" brushRef="#br0" timeOffset="84895">14044 3637 20957,'23'-40'694,"1"-1"1,-1 2 0,-8 14-381,-15 24-286,0 1 16,-3 3-10,-4 5 11,-8 10-40,4-2 12,-6 11-17,13-14 23,-2 10-12,5-14 28,5 3 90,1-9 78,5 0 17,3-8 246,4-14-246,-5-2-117,0-6-18,-8 10 46,-4-1-51,-2 3-39,-2-2-62,-2 5-78,-2 6-297,-5 9 145,4 3-565,-10 14-543,6 5-2785,-7 24 1166,10-12 2974,0 24 0,9-42 0,1 7 0</inkml:trace>
  <inkml:trace contextRef="#ctx0" brushRef="#br0" timeOffset="85212">14143 3945 13866,'-3'6'6128,"0"-1"-4711,3-5-442,0 0-953,-29 5-11,23 3-11,-21 3 12,31 1-1,3 2 112,6 4 107,-4-4 414,2-2-208,-8-9 544,-3-3-515,0-18-319,0 5-78,0-14-35,0 13-10,0 4 21,0 4-133,0 1-1480,6 2-1786,8 1-6476,14 1 7940,-5 1 0,-2 0 0,-15 0 1</inkml:trace>
  <inkml:trace contextRef="#ctx0" brushRef="#br0" timeOffset="85663">15452 3551 20929,'1'-5'4184,"1"1"-3075,-2 4-1002,-29-57-74,10 41-16,-4-15 0,-2 4-11,-2 24-40,-24 2 40,12 5 5,-16 2-17,17 2-11,7 0 6,11-2 11,0 5-22,10-2 11,-5 8-12,7 0-27,-1 15 39,2-7 11,0 21 5,0-7-5,-3 13 17,2-13 0,1 1-12,-2 8-5,-2 13-33,14-21 33,2-15-6,9 17-5,4-20 5,32 6-89,-2-13-78,11-3-219,-14-12 392,-1-6 0,-2-1 0,-10 4 0,2-4 0,0 1 0</inkml:trace>
  <inkml:trace contextRef="#ctx0" brushRef="#br0" timeOffset="87595">16161 3657 10030,'0'-4'6631,"0"1"-1674,0 3-4929,-1-40 134,-1 68-123,-1-49 1,0 72 16,-2-16-40,1-7 18,-5 18 0,4-10 50,0 9 40,2-14 318,2-7-33,1-16 1170,0-10-1478,0-3 5,0-4 17,0-5-61,-1-1-45,0-1 11,-2-3-11,0-1-73,2 4 0,0-1 16,1 11-16,3-2 51,8-6 22,-1 0-12,3-4 18,-4-1-18,-4 6 12,2-10-11,-3 9-1,1-13 29,1-3 5,-2-9 28,1 6-5,-2-1-23,-1 19 45,0-8 169,-1 5-125,0 5-111,-1 2-28,0 9-34,0 3 40,0 7 33,1 1-17,0 19-6,1 6-5,0 20 17,-1 6-11,-1-10-4,-1-14 1,-1 0 14,-2 10-6,1-14 1,0 0 27,-5 11 56,0-8-45,0-11 482,-2-4-352,6-13-12,-2 0 67,4-12-101,-1-8-89,0-2 28,0-30-45,6 3-3,-1 9 0,3-2-11,6-17 0,2 1-11,-5 19 0,1-1-431,10-27 1,1 2 427,-3 17-6,0 6 0,2 1 1,0 9-40,25-13 62,-19 24-28,24-6-17,-6 19-17,15 14 39,-12 1-1552,-18 6 0,-3 2 1564,-1 9-18,-4-2 1,0 5-523,1 17 1,-4 3 163,-2-8 1,-2 1 111,1 7 1,-4-2-371,-6 4-1091,-3-9-6480,-8 3-460,2-13 8216,-6-5 0,7-26 0,1-3 0</inkml:trace>
  <inkml:trace contextRef="#ctx0" brushRef="#br0" timeOffset="87796">16346 3713 22554,'-7'-43'166,"-1"1"0,16-3 0,9 9-194,13 23-661,27 1 0,7 4-1770,-26 8 0,0 1-2457,15-1 1,-3 1 3779,6 6 0,-37-4 0,-9-1 0</inkml:trace>
  <inkml:trace contextRef="#ctx0" brushRef="#br0" timeOffset="88021">17377 3685 22004,'-3'0'2840,"1"0"-2465,2 0-442,-16 39-162,12-19-810,-4 10 0,-1 2-8792,7 1 8167,-1-2 0,1-11 0,2-14 0</inkml:trace>
  <inkml:trace contextRef="#ctx0" brushRef="#br0" timeOffset="88979">17819 3527 23915,'-2'-40'631,"-1"0"0,1 1 0,0 11-625,1 24 10,-1 7 35,5 14-51,-1 4 11,3 8-11,1 10 5,-2-3 1,-2 2-3,1-5 0,-1-1-1,0 6 1,-1-2-8,-2 8 10,-1-16 74,-2 3 139,0-15 79,-4-17-247,5-14-16,-1-16-3409,2 5 3386,2-3-17,0-6 18,2-7-7,1 1 1,0-1 50,4-19-126,-2 21 0,1 2 76,4-8 0,5 4-18,5 5 1,17 0 11,-6 16 11,11 2 3307,-18 14-3329,18 12 5,-22 0-5,16 7 214,-21 0-231,17 29 11,-15-5 5,-3-8 1,-3 3 11,-12 15 6,-13-3 0,-3-11-6,-6-7 16,-2-6-3374,-9-4 3364,6-4 33,-10-6 11,18-14 68,-5-13-85,13 1-5,4-5-28,14 12 0,0 4 3392,5 3-3414,24 5 22,-2 7 0,27 9-6,-7 13-5,-9-1 11,-3 1-14,-14-6 0,-1 0 9,3 8 16,10 18-28,-40-24-39,-19-4-90,-19-6-274,-15-6-667,-8-7-10,13-6-864,6-3 1961,5-8 0,20 9 0,-4-4 0</inkml:trace>
  <inkml:trace contextRef="#ctx0" brushRef="#br0" timeOffset="90434">18740 3264 20504,'34'-22'492,"0"0"1,9-12-353,5 28 118,-23 4-28,-1 0 39,8 0-208,-13 1 46,3 0-85,-17 3 51,6 2-51,-8 1 68,3 5 22,-3 2 0,2 7 50,0 12-72,0 0-12,3 12-38,-2-13 10,6 12 28,1 8-22,3 6-1645,-7-23 1,-1-1 1616,3 10 16,-2 5-16,-6-15 140,-12 14-78,-1-17-73,-35 13-252,18-25 235,-15-1 0,1-2 0,17-7 0,-24 4 0</inkml:trace>
  <inkml:trace contextRef="#ctx0" brushRef="#br0" timeOffset="94783">8832 9722 13087,'-11'6'460,"27"-3"836,23-5 0,11-2-1290,9 1 0,0 1-26,-11 0 0,-2 1 557,-3-1 1,-3 1-644,9 1 893,-29 0-736,-6 0 2949,-23 1-2967,-18 1 29,-25 3-26,20-3 1,-3 1 75,-22 1 0,-1 0-487,16-1 0,0-1 453,-12 2 1,5-1-18,5 0 239,15 0-434,15-1 16,10-1 140,18 2-22,4-3-39,16 2-2623,13-3 2528,-8-1-15,-4-1 1,1 0-70,18-2 58,-18 2 1,-2 0 176,3 1 72,-22 5 6,-44 5 101,-27 5-73,20-4 1,-3 0 1355,-4 1 0,0 0-1222,1-1 1,1 0 104,6-2 0,2 0-43,-9 3 106,19-6-346,24-3 16,8-1-11,28-5 0,10-2-277,-9 3 0,2 0-2314,4-2 0,4 0 1,-3 1 2506,3 1 0,-5 0 0,12-1 0,-26 4 0</inkml:trace>
  <inkml:trace contextRef="#ctx0" brushRef="#br0" timeOffset="108312">16434 1600 15254,'-3'-5'446,"0"1"5658,3 4-4198,-47-39-1305,22 25-302,-6-8 1,-1 1 37,8 15 280,8 2-191,6 2 816,7 2 219,5 0-1005,5 2 284,16 0-110,-4 0-273,13 0 1,4-1-59,16 0-78,-8 0 1,0-1 269,12 1-491,-4-1 0,-7 3 0,-3 0 0,2 1 0,-15 0 0,-13-2 0,-17 2 0,-8-2 0,-23 3 0,-11 1-848,-5-1 0,-5 1 1304,13-2 0,0-1-64,-9 2 0,3 0-392,-2-1 0,13 0 0,4 3 0,10-1 0,6 0 0,17-1 0,8-1 0,3-1 0,30 0 0,0-1 0,-10-2 0,1 0-131,4 0 0,-2 0-138,11 0 304,9 0 461,-34 0-496,-4 0 0,-11 0 0,-39 4 0,-7-1 0,4 0 0,-3 1 0,3-2 0,0 1 0,1-1 0,0 1 0,-20 0 0,18-1 0,18-1 0,22-1 0,16-3 0,18 0 0,4 0 0,3 0 0,-9 0 0,1 2 0,17 1 0,-4 0 0,-9 1 0,-8 2 0</inkml:trace>
  <inkml:trace contextRef="#ctx0" brushRef="#br0" timeOffset="138257">8742 12347 24575,'0'0'0</inkml:trace>
  <inkml:trace contextRef="#ctx0" brushRef="#br0" timeOffset="139632">5388 10773 17972,'-7'-58'1370,"-1"1"0,0 8 1,-3 4-528,-6 10 0,0 6-636,-3-1-28,-7 7-156,21 25-1,-7 29-11,4-3 0,0 6 1,1 9-22,0 4 1,1 5 0,0-1-1447,0 3 1,0 3 1361,1-8 0,0 6 1,1 1-1,1-4-194,2-3 1,1-4 0,0 0 85,0 2 0,-1-1 1,1 2-291,1 8 1,-1 1 0,0-2 95,0-12 0,0-2 1,-3 2 324,-5 16 0,-3 3 0,-1-5 297,2-5 1,-2-5 36,-7 5 1,-5-13 777,-13-27-251,-3-24-331,10-11 1,1-7-261,7-5 0,4-3-1426,0-3 1,4-2 1284,8-8 1,8 0-42,8 6 0,5 0 511,4-13 0,8-2-558,-1 21 1,5-1 0,2 1-1,-3 3 13,9-10 1,2 3-156,-4 5 0,3 1 1,-1 5 126,-2 8 0,-1 3-11,12-6 0,0 1 45,-9 6 0,1-1-9,17-8 0,-3 2 20,-13 5 0,-11 6 0,1 1 28,8-7-33,-15 12 2863,4-4-2791,-20 20 552,-12 19-574,-3 7-17,-3 4-17,-1 5 1111,6-12-1133,5 5 11,10-8 11,2-9 62,20-7 56,-7-14 50,14-10 431,1-35-201,-17 3-230,0-11 118,-25 9-61,-9 13-135,-1 3 16,-7 6 225,-24 7-320,23 9-44,-21-2-6,35 12-62,0 6-134,3 7-426,2 12-1388,6 10-668,3-4 1858,8 4 0,-8-21 0,1-1 0</inkml:trace>
  <inkml:trace contextRef="#ctx0" brushRef="#br0" timeOffset="139973">6200 10780 17755,'0'-5'2790,"0"0"862,0 5-3652,38-47 260,-8 53-272,1-19 1,0 6-90,-7 35 1,-5 10-169,7 11 213,-15-11 0,-3 0 45,-7-5 553,-13 20-329,-2-31 50,-10 3 40,7-24 145,3-21-207,8-9-3194,5-7 3009,7 1-771,8 5 1,4 2 719,3-5-93,3 1 0,3 2-131,13 5-363,14 0-897,4 12-8352,6 15 8789,-25 1 1,-8 6-1,-26-7 1</inkml:trace>
  <inkml:trace contextRef="#ctx0" brushRef="#br0" timeOffset="140267">7312 10528 22362,'1'-43'897,"0"0"1,0 0-1,0-17 1,1 10-680,0 20 199,-1 8-350,-1 19 28,-8 40-45,-6 20-1710,1-4 1,-2 7 1660,3-17 1,0 2 0,0 1-15,-1 4 0,0 2 0,1 0-407,2 0 0,0 1 1,4-1 236,3-4 0,2 1 0,6-2-317,3-5 0,5-1 0,3-2-1071,18 12 0,8-5-3345,6-8 1,2-5 3879,-10-10 1,-3-3 0,16 2 0,-39-17 0</inkml:trace>
  <inkml:trace contextRef="#ctx0" brushRef="#br0" timeOffset="141600">8679 10579 14376,'0'-5'5668,"0"2"-3097,0 3-2302,-9 6-17,4 18-56,-7 13-73,6 19-27,0 2-211,-1-1 272,-1-9 134,0-10 213,0-13 371,1-12-663,4-11 40,0-12-89,3-12-40,0-14-11,5-12 0,5-11-70,-1 28 0,1-1-17,2-1 0,2 0-3,3 3 1,2 0-6,1 4 0,2 3 16,25-14 18,0 14-23,-4 12 192,-4 13-225,-3 11-23,-3 12-6,-2 15-72,-2 10-71,-15-20 1,-1 2-371,1 2 1,-1 0-1203,1 2 0,0 0 1749,5 2 0,-2-3 0,2 6 0,3-9 0</inkml:trace>
  <inkml:trace contextRef="#ctx0" brushRef="#br0" timeOffset="142009">10291 10515 16258,'5'-7'5898,"-1"1"-5164,-4 6 1243,0 0-1865,30-42-12,-37 53-38,17-22-45,-22 32 0,-9 13-6,6-5 0,1 1-5,-7 27-6,11-4 0,16-8-6,14-6 0,15-12 34,10-11 40,4-11 72,-1-14 95,-5-12 68,-8-13 27,-9-10-67,-11-9-128,-12-8-79,-6 28 0,-3-1 58,-4-10 1,-2 1-14,-7-13-3459,-2 0 3375,9 41-34,-7 10-90,1 13-245,-11 10-432,8 16-1015,6 9-4765,11 8 5996,11-7 1,-4-21 0,0-16 0</inkml:trace>
  <inkml:trace contextRef="#ctx0" brushRef="#br0" timeOffset="142241">11129 10292 17192,'1'-8'6078,"1"1"-4266,-2 7-1320,0 0-346,-51 6-79,18 43-200,6-18 0,-5 4 0,5 2 116,9 3 0,5 3 0,2 2-376,-1 1 1,2 4-1,0 0 1,3-2 156,3 3 1,2-1 0,1-1-2,1 0 0,1 0 0,1-3-312,5 10 0,0-2-1964,1 0 1,1 0 2512,-1 4 0,1-2 0,-3-15 0,0-2 0,-2-7 0,1 0 0</inkml:trace>
  <inkml:trace contextRef="#ctx0" brushRef="#br0" timeOffset="142375">10770 11742 21926,'-7'-49'552,"-1"1"1,0-1 0,0 1-1,1-15 1,1 2 0,7 5-458,16-4 1,5 6-2899,-4 10 1,1 3 2822,-1 5 0,2 2 294,8-2 1,3 3-1654,-8 10 1,2 2 1338,10-9 0,-2 3 0,-3 10 0,-12 9 0</inkml:trace>
  <inkml:trace contextRef="#ctx0" brushRef="#br0" timeOffset="143014">12822 10462 11270,'-9'-45'1150,"0"0"0,-3-1 0,-3 7 2029,-9 15-2888,-5-2-1193,0 13 958,11 8 1066,-1 4-1083,-6 6 2249,-6 5-2277,-20 15 11,8 2-16,-5 7 16,16-8 27,10-7 52,1-1 3538,8-4-3399,-1 1 1,2 5-28,5 1-117,1-3 173,2 20-101,3-2-23,0 22-584,1 5 481,0-27 0,-1 1-8,-1 24-4,0-23 1,-1 2-3,2-3 0,1 0-22,1 24 22,20-13 0,7-6-28,3-15-34,12-3 1,2-5-113,-1-15-145,17-5-3017,-19-7 1,0-2 3307,17-8 0,-24 8 0,-4 1 0,-7-1 0</inkml:trace>
  <inkml:trace contextRef="#ctx0" brushRef="#br0" timeOffset="144450">13640 10700 16241,'0'-9'4856,"0"2"-4097,-2-31 0,0-8 417,1 5-496,-1-13 1,0 3-451,2 26-134,0 10-80,0 19 7,0 4 27,-1 16 12,-1 11-51,0 2 14,-1-3 0,-2 1-2,-2 17-9,2-15 0,-1 1-3,-5 22 11,3-22 113,0-6 279,5-25-263,1-5-67,1-8 90,1-44-143,2 7 1,1-8 0,0 2-18,-2-7 0,1-1-316,1 1 0,0-3 0,0 8 321,-2 15 1,0 4 13,2-21 18,3 14-40,4 11-5,7 8-12,8 6 28,9 7-27,9 4 951,5 9-935,-4 13 0,-1 3-381,4 5 359,-7 4 0,-5 3-6,-17 8 6,-8 13 5,-26-1 17,-18-5 12,-15-9-18,7-15 46,-8-5-18,24-16-33,-6-6 28,18-12-3282,7-15 3260,4 6 248,5-7-220,6 15-29,2 3 1,3 4 5,-2 8-5,9 7-45,29 6 39,-8 2 1366,-2-4 1,1 1-1395,21 7-14,-13-1 0,-1 2 25,8 10 11,-1 4-5,-49-13 11,-23 2-39,-17 2-28,8-9 0,-5 0-272,-20 3 0,-2-2-168,15-5 0,0-3-952,-9 3 0,3-4 1459,5-12 0,20 2 0,10-5 0</inkml:trace>
  <inkml:trace contextRef="#ctx0" brushRef="#br0" timeOffset="144673">14689 10701 16529,'-4'37'-2638,"0"0"0,-2 25 2638,2-46 0,4-6 0,0-6 0</inkml:trace>
  <inkml:trace contextRef="#ctx0" brushRef="#br0" timeOffset="144992">15592 10184 18408,'0'-6'4157,"0"0"-1598,0 6-2194,-78-53-63,30 47-778,-8-16 1,0 6 520,7 36 243,6 5-227,6 10 1,1 10-23,12 0 0,3 5-39,8-11 0,3 0-130,1 13 0,6-1 102,12 3 0,10-8-44,18-8-102,13-4-17,-19-15 1,5-2-1490,15-4 0,1-4 1680,-10-6 0,-2-2 0,-2 1 0,-5-2 0,1-9 0</inkml:trace>
  <inkml:trace contextRef="#ctx0" brushRef="#br0" timeOffset="145426">16003 10067 25018,'27'-32'127,"0"0"0,2 2 0,-1 9-48,6 21 21,12 0-60,-9 0 4,-3 1 136,5-1-102,-16 2 140,18 1-173,-28 0 6,4 4-12,-12 0 6,-3 2 61,0 8 17,-2 7-56,-1 12-22,-1 8-1710,1-11 0,0 0 1670,-1 15 9,2-10 0,3 0-14,5 15 6,3-13 0,1 0-1,5 13-14,-4-13 1,-2-2 8,-7-8-36,-15 1 0,-7-2-37,-10-7-771,-9-7 0,-11-1 0,2-3 844,-1-5 0,1-2 0,-9 4 0,4-2 0,0-6 0</inkml:trace>
  <inkml:trace contextRef="#ctx0" brushRef="#br0" timeOffset="146157">16780 9706 25259,'4'-35'336,"0"-1"0,12-12-162,23 69-107,-12-1 0,1 3-11,8 9 0,0 3-848,4 7 0,0 4 799,-13-11 1,-1 1 0,-2 2-349,-2 1 1,-2 2-1,-3 2 324,-3 0 0,-4 1 1,-7 3-246,-10 1 0,-9 3 0,-3 1 0,-1-4-959,-4 4 0,-3-4 0,-2 1-1198,3-9 1,-2 2 0,0-2 0,0-6 1915,-13 7 0,6-11 0,9-8 1,11-9-1</inkml:trace>
  <inkml:trace contextRef="#ctx0" brushRef="#br0" timeOffset="149474">17867 9826 7442,'-5'-4'3948,"1"1"825,4 3-3530,-66 3-252,32 7-2643,-15 0 0,-1 3 1865,17 6 869,-13 10-976,23-11 45,0 7-44,12-9 217,17 3 29,12-7-123,17 1-129,10-1-65,-11-5 0,-1 0-8,11 4-22,4 2 28,-35-5 3419,-8 0-3308,-8 2 81,-8 3-41,-12 4 23,-27 7-158,10-5-38,-5 2 4,24-10-21,7 0 10,6 1 1,1 5 5,8 1-11,6 0-11,5 1 11,5-1-11,2-2 0,1 1 27,0-1-16,-4 1 0,-4 2 28,-6 4 23,-12 3 5,-9 2 36,-8-6 1,-2-1-4,-15 11-53,12-12 1,2 0 25,-4 6-29,12-2-33,9 0-213,17-3-1036,17-4-8582,18-5 8710,-5-6 0,-8-3 1,-21-3-1</inkml:trace>
  <inkml:trace contextRef="#ctx0" brushRef="#br0" timeOffset="152609">5216 12558 4664,'-10'2'6805,"2"-1"-2892,-55 3-2967,47-3-738,-44 3 927,66-4-855,16-2 437,15 0-616,24-1-73,-21 2 0,4-1-510,-2 1 1,4 0-1,-3 1 482,5-1 0,0 0-2,0 0 0,3 0 1,-3 0-79,1-2 1,-1 0 79,-3-1 0,2-1 0,-3 1 5,0-1 1,-2-1 30,6-2 1,-5-1 164,-11-2 102,-6-4-63,-20 0-38,-21-2 3383,-14-1-3271,-14-2 61,-4 2 292,1 1-40,5 2-454,18 6 68,5 2-118,15 5-106,0 1 0,11 1-17,6 4-11,15 3 5,11 7-22,9 4 17,-7-1-40,-10-1 1,-1 1-79,8 13 3,-12-8 0,-3 2-450,-1 20-2438,-23-8 1,-7 0 3013,-8 11 0,-1-3 0,10-37 0</inkml:trace>
  <inkml:trace contextRef="#ctx0" brushRef="#br0" timeOffset="154309">7553 12504 9332,'0'-4'7057,"1"1"-3310,-1 3-2750,10-67 40,-12 44-791,5-16 0,-6 5 180,-16 26-62,-32 17-252,4 13-82,10-1 1,0 4-2988,-8 17 2962,24-19 1,0 2-109,-2 8 0,3 2 63,6-1 1,3 1 17,-4 0 0,5-2-34,12 18-62,29-28-22,18-9 45,-13-7 0,3-3-185,5-6 1,0-4 144,2-2 1,0-4 11,-1-4 0,-1-4 36,-3-1 0,-2-2 62,-2-2 0,-3-2 36,-4 0 0,-3-2 31,-3 0 0,-3-2 5,-5 0 1,-2-1 28,-3 0 0,-2 0 3255,2-28-2939,-5 0-252,-2 23 140,-2-2 288,-1 23-400,-1 3-117,0 7-1,2 9 516,2 9-505,2 14 6,-1 7 1,-2 4-46,0-4 0,-2 1-8,-1 14 0,-3 2 3,-5 5 0,-3-2-12,3-15 1,-1-1 5,-2 8 1,1-4 4,2-6 80,3-14 212,3-12-5,6-13-130,7-13-38,10-13-18,2 1 1,2-2-51,16-16-204,-16 19 0,0 2 153,6-1 7,0 7-23,0 6 0,7 2-6,-8 11 1,-5 10-1,-5 10 275,-5 9-292,-3 7-94,1 12 33,-1-7-6,4 2 23,3-17 50,-2-11 12,7-8 10,-3-10 29,13-12-23,-11 1 34,12-19-23,-22 19 85,8-11-23,-17 20-62,1-3-5,-7 11-6,-2 4-11,-1 3-11,1 6 16,7-2-27,6 0 39,10-5-12,0-4 18,15-2-18,-3-6-3357,20-9 3396,-10-6 46,2-9-28,-21 6 61,-6-7 6,-12 3-6,-4-6 17,-8 1 3448,-9 1-3482,-1 10-67,-1 6 1,0 9-18,1 11-16,-5 7-23,-7 24-45,2 15-22,5 7-3347,11-9 3336,7-12-2711,18 9 2145,6-10 156,-1-12 1,5-1-1585,19-6 0,3-6 260,11 3 163,-6-9 0,0-5-1034,3-10 1943,-1-1 388,-7-5 2595,-6-4-1436,-4-3 1590,9-16-1326,-18 11 69,2-16 613,-21 22-153,1-8-26,-20 10-1311,4 9-39,-11 2 96,1 10-96,-4 8-73,-7 8 2179,5 3-2279,2 12 0,2 2 3008,3-3-3062,1 5 1,3 2-98,9-3-12,4-1-78,5-3-600,14-5-2705,16-12 1,4-3-253,7 7 3108,6-14 0,-4-5 0,-26-3 0,9-7 0</inkml:trace>
  <inkml:trace contextRef="#ctx0" brushRef="#br0" timeOffset="154542">9621 12603 12494,'17'-51'3061,"0"-1"1,-2 5 0,-3 6-1409,-7 4-5644,-3-1 4411,-1 8 1896,-1 3-2041,0 23 685,-1 1-926,0 9 10,-1 4 40,0 17-61,-1-2-1,-2 32-45,3-18 1,-1 1-350,1-7 1,0 2 191,-1 16 1,1 3-715,1-7 1,2-1-272,-1-1 1,4 0-3752,7 8 1,2-4 3143,1-7 0,11-9 0,-21-31 0</inkml:trace>
  <inkml:trace contextRef="#ctx0" brushRef="#br0" timeOffset="154807">9981 12643 12763,'2'-6'8956,"0"2"-6424,-2 4-1715,-48-60-4720,19 49 4043,-6-17 0,-1 7 837,6 34-703,-17 23-171,28-9 1,3 2-87,-17 18-3,21-7 0,8-1-3,10-9-14,8 1 1,5-2-15,16-1-51,5-7 1,3-4-107,-12-8 1,0-2-432,12 0 0,1-2-2893,-10-5 0,-2-2 2931,26-1 0,-21 1 0,-16-1 0</inkml:trace>
  <inkml:trace contextRef="#ctx0" brushRef="#br0" timeOffset="155741">10740 12420 13463,'4'-8'5405,"0"2"-4148,7-23 1,1-4-255,-8 9-805,9-11 1,-7 4 860,-29 17-902,7 11 167,-25 9-55,9 13-101,-13 18-427,6 0 295,9 2 1,2 3-49,9-9 1,2 2-356,-7 13 0,4 1 311,8-10 0,7-1-1553,6-4 0,3-2 1531,10 13-112,11-21 1,7-6 89,20-2 72,-12-8 0,3-3 25,-6-8 0,-2-4 9,23-7-876,-17-6 0,-2-3 1032,6-13-50,-14 9 0,-2-2 453,-1-16-67,-10-1-71,-10 13 2350,-3 5-2671,-5 19 156,0 4-223,-1 5 3387,-1 6-3404,-4 12-16,3 5-12,-2 4-10,5-5-7,4 0-83,30 18 95,-12-15-6,6-6 0,3-5 28,7-9-5,2-5 33,5-11 39,-11-8-38,-1-3 66,2-9 62,-11 6-62,-1-1 286,-1-6 45,-11 15-330,-2-1-1,-5 12-39,-5 13-50,-2 3 56,-14 37-51,-5 6-587,3-11 1,0 4 553,0-2 0,0 4-249,3-1 1,0 4 0,3 0-1697,3-4 1,2 0 0,1 0 1242,-1-2 0,0 0 0,4-2-4203,7 12 1,5-8 3883,3-15 0,2-3 0,-9-23 1</inkml:trace>
  <inkml:trace contextRef="#ctx0" brushRef="#br0" timeOffset="156742">12117 12574 24027,'-35'-43'788,"0"1"0,8 7 0,-1 11-690,-8 22 0,2 9-37,-5 10 1,9 5 0,3 4-40,-2 4-14,6-7 1,1 5-4,0 15 1,3 1-60,7-11 1,2 0-172,-7 14 1,3-1 148,13-12 1,5-4 50,5 3-322,20 15-40,11-21 135,17-3 207,-25-16 0,0-5 39,19-4 39,-16-7 1,2-6 129,-4-6 0,-2-2-46,1 1 1,-1 0 44,-3-1 1,-5 1 5,-8 5 5,-8 7 643,-5 7-424,-2 1-313,2 2-57,3-1 6,41-9-22,-3-3-12,-12 3 1,1-1 16,12-9 17,0-9-407,2-10 384,-18 12 1,-1-4-270,-1-3 1,-2-2 279,-1-2 1,-4-1 19,-2 0 1,-2 0 2,-3 0 0,-3 2-51,-3 2 1,-2 1 129,-1-24 50,-7 12 28,-1 12 268,-3 13-419,1 10 547,0 8-592,-3 12 149,-8 13-149,-6 17-18,-5 15 20,15-21 1,1 0-268,3 5 1,2 0 233,2 2 1,3 0 7,5 0 1,4 0-26,2-4 1,4-2-105,14 6 1,5-5 19,-8-13 1,3-3 38,9 2 1,1-6-31,18-14 84,-13-8 36,-11-7 0,-2-4 20,7-12-3,-10 6 0,0-2 45,-5-2 0,-3 2 64,4-8-3295,-3 1 3223,-15 25 341,-4 4-375,-2 2-22,-1 1 5,0 5 0,2 2-12,4 4 3371,5 0-3382,8 1-16,27-2 34,-7-6-1,10-5 12,-20-5 16,-3-9 17,-3-4 6,0-8 22,-6-2-11,-7-1 51,-5 3 27,-7 3-56,-5 6 34,-6 7-22,-5 5-27,-6 9-63,-4 10 0,-3 10-3392,-4 22 3392,15-11-141,3 22 95,21-14-245,14 12-392,14 0-2210,5-20 0,3-2 2893,11 8 0,-19-19 0,-4-4 0,-10-9 0</inkml:trace>
  <inkml:trace contextRef="#ctx0" brushRef="#br0" timeOffset="157267">13713 12290 21825,'24'-45'1357,"1"0"1,-5 6 0,-3 8-922,-11 18-256,-4 11 38,-5 13 107,-5 16-118,-7 16 0,-2 7-160,2-6 1,-1 1-645,-4 13 1,1-2 596,5-16 0,4 0-28,2 19 0,4-1-23,5 4-67,7-2 1,8-5-146,15-21-592,19-6 1,6-5 232,-22-12 1,1-2 621,15-1 0,8 0 0,-10-3 0,2-2 0,-15-3 0,1-1 0</inkml:trace>
  <inkml:trace contextRef="#ctx0" brushRef="#br0" timeOffset="160636">14753 12505 12393,'-4'-6'7125,"2"2"-5434,2 4-419,-18-65-796,15 47-303,-7-18 1,4 5 173,8 28-190,0 1 291,6 23-341,-4-7 145,8 40-140,-8-14-17,3 18-22,-4-11-29,0-5-16,-1-13 28,-1-7 146,-1-11 207,0-5-17,-1-3-33,-15-35-320,7 14 28,-13-37-16,14 16-18,0-14-250,5-6 239,8-4-22,2 14 11,7 5 12,8 5-6,4 4-6,12-5 0,1 9 11,12 9-16,-17 10 0,14 5-1,-17 10-5,9 6-50,9 21 16,-17 2 12,2 16-12,-23-5 17,-15 4 34,-12 1-17,-15-4 0,-7-7 11,-3-10-5,2-9 267,4-9-222,5-6-12,6-9-17,7-1 1,7-4 10,3-8-38,4 5-29,5-6 23,8 10 11,3 5 0,11 2 0,3 5 6,0 2 5,12 8 11,-5 5-27,10 9-23,3 9 28,-17-10-28,-1 17 67,-31-23-17,-11 9-5,-21-14-17,2-5-62,-15-3-38,19-4-404,-19 0-1715,12-3 1371,-7-3 0,19 2 0,5-1 0</inkml:trace>
  <inkml:trace contextRef="#ctx0" brushRef="#br0" timeOffset="161147">15971 12681 25371,'10'15'11,"-3"3"-4901,-31 36 4890,5-19 0,-1 7 0,15-34 0</inkml:trace>
  <inkml:trace contextRef="#ctx0" brushRef="#br0" timeOffset="164419">16774 12019 20347,'-7'-20'1181,"-1"3"-1063,0 17-23,-7 2 73,-28 8-106,1 0-29,11-1 1,-2-1 62,-19 4 44,3-2-28,16-4 22,10-3 353,14-2-335,5 0 128,1-2-62,3-1-39,0 1-190,0-1 61,0 11 18,1 8 16,0 14 0,0 8 5,-1 5-10,-1 4-1,0 3-22,0 2-22,0 1-6,0 9-34,0-21-28,2 10-16,5-26-180,7 5-313,14-8-840,28-9-287,9-12-1468,-19-5 0,0-3 3138,-6-1 0,-3 0 0,13-5 0,-21 5 0</inkml:trace>
  <inkml:trace contextRef="#ctx0" brushRef="#br0" timeOffset="164970">17115 12197 24413,'25'50'566,"-6"-11"-499,-18-1 84,-3 15-61,-3-6-57,-1 9-5,-3-7 18,3-15 43,-5 9 29,4-15-6,1-8 67,4-13 291,1-13-419,1-1 139,-6-44-173,3 23-9,-1-8 1,0-2-20,1-11 16,1 18 1,2-2 11,-2-30-6,6 6 0,12-1 23,6 16-1,4 6-10,7 12-23,-10 14 0,7 0 0,16 5-28,-5 6 30,-7 4 1,1 4-8,11 14-1,-6 6 0,-11 11-3430,-7 13 3396,-5-9-47,-8-10 1,-3-1-77,-1-1-738,0 31 357,-4-32-2638,0 30-3712,-1-35 6894,0 6 0,0-19 0,0-8 0</inkml:trace>
  <inkml:trace contextRef="#ctx0" brushRef="#br0" timeOffset="165154">17260 12483 12612,'-3'-3'8457,"1"0"-6894,2 3-1692,69-62-644,-24 43-2504,-10-3 0,6-5 0,-5 9 2650,7 14 1,-6 1 0,-31 3 0</inkml:trace>
  <inkml:trace contextRef="#ctx0" brushRef="#br0" timeOffset="166252">17904 11916 11962,'-2'-2'5478,"0"0"-1143,2 2-4201,16-27-22,0 19 79,26-21-45,0 28-12,13-1 1,-2 2-23,-5 0-17,-7 1-39,-10 1-6,-11 1 45,-10 2 90,-5 3 73,-5 4-23,-3 7-78,-2 4-56,-3 5-34,0 4 0,1 6-22,2 4-40,2 7-5,6-13 0,2 1 12,7 22-186,-2-21 1,3-1 156,12 13 6,-3-1-34,-8-3-52,-13-2-54,-18-5-107,-16-3-201,-15-5 123,7-9-174,0-6-1775,8-6 2285,5-6 0,7 0 0,8-4 0</inkml:trace>
  <inkml:trace contextRef="#ctx0" brushRef="#br0" timeOffset="166469">18799 12428 17960,'5'6'3445,"-1"-1"-2474,-4-5-864,0 0-191,-3 67-1177,-13-31 488,0 12 1,-1-1-1,-5-22 1,-5-1 0</inkml:trace>
  <inkml:trace contextRef="#ctx0" brushRef="#br0" timeOffset="170424">19440 12084 15261,'0'-6'5164,"0"0"-3315,0 6-746,0 0-980,-5-16-61,2 23-12,-5-8 23,-1 44-28,0 7-1736,2-10 1,0 0 1701,-2 15-236,5-9 0,1-3 253,1-6 28,1 15 129,1-35 313,-1-10-44,1-10 2869,-2-12-3206,-1-12-66,-3-16 17,1-11-4,2 6 0,1-2-33,1 10 0,1 0 80,1-13 0,3 2-78,1 16 1,2 4-122,12-22 127,-1 18-17,0 11 12,3 9-45,5 7 61,31 13-61,-10 13-3,-13 0 0,-3 3-2764,6 15 2772,-5 5-124,-10-1 1,-2 3 50,-6-13 1,0 1-20,8 18 0,-1 1-177,1 8-245,-4-9-146,-8-10-712,-5-7-1703,-11-9 3081,-8-8 0,4-8 0,-2-3 0</inkml:trace>
  <inkml:trace contextRef="#ctx0" brushRef="#br0" timeOffset="170625">19395 12354 22111,'28'-47'0,"-1"0"0,3 14 0,3 3 0,0 7-152,-2 12 1,2 4-533,11-4 1,-1 2-3142,3 3 2884,-9 1 0,-7 1 0,-15 2 0</inkml:trace>
  <inkml:trace contextRef="#ctx0" brushRef="#br0" timeOffset="171032">20158 11707 14587,'-5'-3'6458,"2"0"-2529,3 3-3179,-15-48-504,18 43-140,2-18 69,26 68-150,-10-11 1,0 3-18,1 7 0,-2 3-347,-5-3 1,-1 3-1,-2 1 223,-2 5 1,-2 0-1,0-1 21,-1-6 0,0-2 0,-5 2-854,-7 13 1,-5 1-1,-7-5 949,-16-1 0,-3-6 0,11 1 0,-1-5 0,-3-17 0,0 0 0</inkml:trace>
  <inkml:trace contextRef="#ctx0" brushRef="#br1" timeOffset="234068">8153 14035 17820,'-2'-50'1820,"0"0"1,0 7 0,0 5-970,0 8-364,-1 14-341,0 10 27,2 30-77,4 9-71,1-2 0,0 4-209,3 1 0,1 1 195,3 5 1,1-1-10,-3-7 1,3 1 11,4 7 0,1-3-14,5 5 11,-3-12 1,1-1-1,8 3 196,4-4 264,-9-16 33,-4-22 151,4-43-381,-4-4-400,-5 12 0,-1-1 210,3-11-33,0 2 5,2-1-28,3-1-17,-7 21 0,1 1-20,-1 3 1,1 2 373,19-20-516,-12 23-280,2 13 5,-13 20-168,0 9-1490,1 15-5863,3 9 7218,1 7 1,-6-17 0,-3-13 0</inkml:trace>
  <inkml:trace contextRef="#ctx0" brushRef="#br1" timeOffset="234312">9183 13975 25242,'-2'-45'130,"1"1"1,-4 4 0,8 10-131,29 19-89,6 6-276,17 1-145,-23 3 1,0 1-771,1 2 0,0 2-3352,-1 1 0,-1 1 3558,18 9 1,-20-5-1,-15-3 1</inkml:trace>
  <inkml:trace contextRef="#ctx0" brushRef="#br1" timeOffset="234479">9313 14178 19708,'-10'4'4246,"3"-1"-3300,7-3-374,0 0-729,32-5-168,-1-1-641,8-2 0,6-1 115,-1 0 1,-2-1 0,17-3 0,-7 3-1</inkml:trace>
  <inkml:trace contextRef="#ctx0" brushRef="#br1" timeOffset="235529">10823 13873 22105,'-4'-58'1278,"-7"12"-1200,-6 43-39,-3 2 34,-15 2 0,-5 3 11,-19 3 16,21-3 1,0 0 101,-21 1-84,7-1 134,26-4 56,18 0-280,1 1-17,6 0 17,1 3 61,0 8 18,3 10 44,1 12 0,1 9-5,-2 7-45,-2-14 0,-1 1-244,-1-3 1,-1 0 167,0 0 1,0 0 21,-2 2 1,-1-1 30,-1 23-64,3-23 0,1 1 14,3 0 0,2-2-79,10 18 51,4-12 17,15-14-17,5-13-258,-3-6 1,3-1-1234,-1-3 1,0-2-882,1-1 0,0-2 1636,25-5 0,-38 3 0,-1 0 1</inkml:trace>
  <inkml:trace contextRef="#ctx0" brushRef="#br1" timeOffset="236368">11644 14095 12545,'0'-6'9414,"0"1"-7946,0 5-465,-10-63-354,7 45-562,-2-17 0,0 7 177,4 26-242,0 5 73,1 10 51,3 21-96,-2-4 34,3 29-11,-4-11-295,-2 15 255,-3-4-5,-4-7 23,-3-10 29,0-11-7,1-12 280,1-7-135,4-15-95,2-11 1,2-17 153,4 0-235,2-4 0,1-3-509,7-23 475,-2 16 1,1-2 24,-1 9 1,1 2-23,-1 3 0,1 1 6,11-25 6,0 8-34,4 9 33,6 10-33,4 12 0,4 9 11,0 17-6,-9 3 17,13 34-16,-11-1-138,-9-10 1,-1 3 116,-4-3 1,-2 3-188,4 17 1,-1 2 58,-7-15 0,0-1 47,0 7 1,-2-4-163,-2-1-549,-5-10-4150,-3 0 128,-1-10-4991,-3-4 9289,1-18 0,0 0 1,2 0-1</inkml:trace>
  <inkml:trace contextRef="#ctx0" brushRef="#br1" timeOffset="236552">11773 14251 24447,'20'-45'44,"0"0"1,2 4 0,5 9-188,6 21 0,3 8-986,2-1 1,1 0-824,0 2 0,-1 1 1952,-3 2 0,-3 1 0,8-2 0,-18 3 0</inkml:trace>
  <inkml:trace contextRef="#ctx0" brushRef="#br1" timeOffset="236759">12683 14177 25472,'7'33'-440,"0"0"0,6 30-1677,-3-23 2117,-2 2 0,-3-19 0,-3-3 0</inkml:trace>
  <inkml:trace contextRef="#ctx0" brushRef="#br1" timeOffset="237478">13135 13990 25730,'26'54'358,"-4"0"-308,-12-8 1,-4-2-6,-3-6 39,-6-7 50,-1-8 34,-2-11 0,-1-5-22,0-9-51,-2-7-28,-3-9-33,-1-12-1,0-11-5,3-10 6,4-9 5,8-1-17,6 0-10,7 6-1,4 5 6,6 7-3,-3 19 0,1 3 2,15-4 1,13 1-3414,-23 19 3397,-4 4-6,0 6-5,1 8-23,8 13 29,0 15-187,-5 10 198,-10 6-6,-12 3 0,-19-3 11,-10-6-11,-10-10 0,0-12 22,4-12 3272,4-10-3238,5-12 6,4-7-23,6-14 318,11-17-346,7 10-11,10-5-6,4 21 1,4 6-12,-5 6 11,1 2 40,23 18-45,-8 5 2,-5-2 1,-1 3-9,14 22-5,-10-6-3252,-6 9 3257,-18-20-5,-5 14 10,-29-7 1,4-7-90,-33 1-195,6-17-668,-16-2-865,30-8 0,0-2 1829,-22-4 0,22 0 0,15 1 0</inkml:trace>
  <inkml:trace contextRef="#ctx0" brushRef="#br1" timeOffset="238321">14086 13783 24839,'13'-20'291,"6"2"-213,16 11-16,1 1 27,-2 1 35,-6 2 11,-5 0 16,-6 1-22,-6 0-45,-3 0-40,-4 2-10,0 0-12,1 2-16,3 5 28,5 8-1,2 11 18,4 9-12,0 9 0,1 3 11,-3 6-16,-1 2 11,-5 3-23,-5 3-70,-10-19 1,-4 1 5,1-11 0,-3-1-1679,-1 4 0,-3-4 1670,-12 3-100,-9-6-224,-11-2-295,15-11 1,-3-2 215,-5-2 0,2-2 1,-6 2-1,5-6 0</inkml:trace>
  <inkml:trace contextRef="#ctx0" brushRef="#br1" timeOffset="240557">5577 1847 14729,'-47'2'2279,"20"-1"-1730,67-4 218,16-1-478,-21 1 0,1 0-687,5 0 0,1 0 599,4 1 1,1-1 76,3 0 1,1 1 142,3-1 0,2 0-181,-8 1 1,2 0 0,-2 1-31,1-2 0,2 1-120,-4 0 1,5 0 0,1-1 0,-6 1 43,6-2 0,-1 1 38,4-1 0,4 0 0,-7 1 77,-7-1 1,-4-1-115,-3 1 0,1 0-116,-1 0 0,0-1-110,2 0 1,1 0 270,9 0 1,1-2-2,-3 2 0,0-2-64,-1 1 0,-1 0 20,-2 0 1,1-1 164,0 0 0,1 0 0,0 0 1,0 0-7,2-1 0,0 0-10,-1 0 0,3-1-65,-6 1 1,2 0-1,-2 0 19,6-1 0,-2 1 49,6-2 1,-3 1-22,2 1-294,-5 1-10,0 2 13,-14 3 1,0 1-191,11 0 27,16 5 74,-18 2 195,14 6-58,3 2-315,1 3 176,-4 1 58,-6 0-19,-7 2-61,-8 1 896,-7 4-1238,-6 2 930,1 19-1088,-9-9-72,3 13 78,-9-15 352,0-1-141,-3-1 123,-2-5 243,-2-5 210,-3-5 416,-4-6 426,-2-4 408,-9-1 536,-6-2-263,-12 0-518,-5-2-1160,-4-3 0,-4-5 0,0-2 0,0-6 0,6-1 0,7-2 0,4-6 0,12 7 0,2-8 0,12 9 0,0-2-907,3 5 43,0 4 168,0 5 552,2 4 19,3 7-377,4 6-3570,5 8 4149,4 2 28,5 0 47,5 0 127,4 0 3830,4-2-3809,1-3 856,14-7-24,-11-9-1132,11-10 0,-13-11 0,0-7 0,-2-3 0,-7 1 0,-9 6 0,-8 4 0,-4 2 0,-2 2 0,-3-1-300,-2 11 1,-2 0 0,-1 6-1</inkml:trace>
  <inkml:trace contextRef="#ctx0" brushRef="#br1" timeOffset="253445">8683 15490 12287,'-1'-44'3033,"0"-1"1,-2 0 0,0 7-2255,-2 14 252,-6-5-370,2 16-337,0 4-240,2 8-61,-2 15 33,-4 32-45,2-5 3,1 0 0,2 4-337,1-8 0,2 3 259,0 2 1,0 4 0,0 0-543,1-4 1,1 0 0,-1 2 244,1 9 1,-1 2 0,1-4-75,0 5 1,-1-2-218,1-10 1,-1 3 0,-1-3 76,-2 4 1,-1-1 678,-1 3 0,-3-2 753,-10 10 582,-13-56-918,11-32-303,9-1 1,3-5-190,6-2 1,3-1 110,4-4 0,4-1-59,3-2 1,3 0-54,4 0 0,3 0-24,4 2 0,2 0-7,3 2 0,2 2-20,2 3 1,0 2 14,-5 9 0,0 2-1,6-2 1,0 2-20,19-8 597,-17 11 1,0 1-576,17-6 6,-4 5-6,-25 14-27,-1 4 22,-10 9 371,1 10-349,-6 28 648,-5 3-665,-1-11 1,-2 0-6,0 15 231,3-6-232,7-14 40,6-15 28,7-3 325,9-15-224,-10-5 257,8-17 51,-16-3-269,-1-2-11,-3-3 168,-7-2 0,-2-2-56,-3-9-126,-2 4 0,-2 3-99,-4 12 24,-10 5-52,3 17-49,3 1-29,-2 5 6,12 3-67,-3 9-28,6-1-656,-1 16 779,22-2 0,3-1 0,-11 1 0,30 15 0</inkml:trace>
  <inkml:trace contextRef="#ctx0" brushRef="#br1" timeOffset="253802">9471 15509 15149,'0'-7'7024,"0"2"-4375,0 5-2599,9-47-50,-2 40 0,9-31 11,3 65-22,4 12-23,-8-12 1,0 1-34,8 21-138,-11-9 1,-3 0-9,-6 13 27,-4-17 0,-2-1 287,-8 0 481,-15-14-375,13-19 304,-12-24-349,19 1 42,2-12 1,4-3 2,14-18-449,-3 13 1,2 0 297,3 7 0,2 2-20,1 3 1,2 2-2791,17-17 2748,1 15-27,-11 12-432,16 9-796,-15 13-2122,10 11-1674,-20 4 4604,-7 8 0,-10-21 1,-1 0-1</inkml:trace>
  <inkml:trace contextRef="#ctx0" brushRef="#br1" timeOffset="254295">10443 15438 21209,'5'-48'936,"0"0"1,0 0 0,2-18 0,-2 14-326,-4 29-168,-1 7-219,0 4-140,0 8-56,-4 15 11,-6 18 17,-10 26-618,7-15 1,-2 4 566,-1 9 1,-1 1-12,1 5 1,2 0-7,3 0 1,3-1-26,6-6 1,7-2-422,5-8 0,8-3 167,7-7 0,6-5-505,6-4 1,4-6-1950,4-4 0,1-4 2745,-4-3 0,-3-2 0,12-3 0,-24-1 0</inkml:trace>
  <inkml:trace contextRef="#ctx0" brushRef="#br1" timeOffset="255262">11364 15502 23612,'19'-41'471,"1"21"-315,-2 61-32,-2 10-18,-6 4-39,-4 0-11,-7-7 28,-4-9 56,-2-12 510,-2-12-426,1-19-39,2-13-34,2-16-27,4-11-74,3 5 0,4-2 12,9-5 16,8-2-47,-7 19 0,1 1 8,22-17 3,-14 25 0,1 4-19,11-2-7,7 8-27,-16 19 17,1 8-3404,-7 3 3381,0 3-89,-3 9-1580,7 22-338,-5-10 2024,-4-8 0,-1-4 0,-7-12 0,6 6 0</inkml:trace>
  <inkml:trace contextRef="#ctx0" brushRef="#br1" timeOffset="255844">12733 15568 18828,'9'-55'1794,"0"-1"1,0 5-1,-3 9-1077,-6 14 29,-4 0-573,0 6 102,-8 3-231,1 20-21,-3 2-12,-8 18-17,-3 11 12,-9 18-331,14-12 0,2 2 313,5-5 1,1-1-6,1 1 1,4-1-35,10 17 1,14-20 11,15-1 50,23-17 11,-15-13 11,-6-12 1,-2-5 6,-6-6 13,-3-3 0,-2-2 81,-5-19-28,-7 10 1,-3-1 33,-6-25-56,-6 26 0,-3 2 6,-13-2-57,-1 9-10,4 18-12,-6 14 589,2 10-656,-10 14-34,10 1-402,0 19-1144,12 0-1016,7-15 0,3 0 1804,7 25 0,0-21 0,1-18 0</inkml:trace>
  <inkml:trace contextRef="#ctx0" brushRef="#br1" timeOffset="256068">13423 15355 25348,'-22'-37'308,"0"0"1,-18-9-276,23 75-10,-4 27-18,9-16 1,0 2-233,2-6 0,-1 4 74,0 3 1,-1 6-1,0 2 1,1-6-1149,1 4 0,0-1 952,-3 8 0,-1 6 0,3-1-1799,3-6 1,3-2 0,-1 0 2012,-1-3 0,-1-1 0,1-1 0,2-1 1,1-1-1,-1-4 0,-2-1 0,0-1 0</inkml:trace>
  <inkml:trace contextRef="#ctx0" brushRef="#br1" timeOffset="256220">12976 16661 23029,'-22'-43'375,"1"0"0,-1 0 1,6-12-1,5-3 1,8 6-267,14 6 0,8 2-752,-2 1 0,1-1 1,2 2 658,8-6 1,2 4-11,1 3 0,3 4-210,-1 3 1,1 4 144,-8 8 0,1 2-750,10-2 1,0 2-5006,12-1 5814,-17 9 0,-2 1 0,-2 3 0,-13 4 0</inkml:trace>
  <inkml:trace contextRef="#ctx0" brushRef="#br1" timeOffset="258643">14576 15243 13620,'1'-4'5898,"0"1"-1938,-1 3-3137,3-40-621,-2 30 89,2-31-151,-7 40-84,-5 1-6,-10 0-33,-16 1-34,-13 3 6,3 1 0,8 0 0,-1 0 22,-7-1 34,-13 1 16,33-4 1,14-2-12,8 1-33,2 0 0,2 5 0,1 6 11,-1 14 39,1 11 45,-6 13 6,-5 10-198,1-26 0,-1 1 133,0 2 0,0 0-14,-6 21-8,8-18 0,1 0-9,6 9-14,2-16 1,4 0-3,17 6-1,14-11 1,11-13-28,10-12-299,-25-6 0,0-3-369,3-3 1,-1-2-2543,1-3 1,-2-2 3231,-3 2 0,-3 0 0,6-5 0,-17 10 0</inkml:trace>
  <inkml:trace contextRef="#ctx0" brushRef="#br1" timeOffset="261820">15206 15327 13603,'1'-5'6761,"0"2"-4521,-1 3-1965,11-33-51,-7 28 78,11-17-22,-10 44-62,1 14-61,-3 11-73,-3 10-33,-5 2-15,-1-22 0,0-1 20,-5 12 62,-3 1 95,5-32 84,1-8-34,1-7-118,1-11-94,0 0 0,2-8 128,-3-33-112,5 3-36,0 7 0,0 0-2570,3-13 2578,1 5 45,6 5 5,2 2 1,5-7 11,5 8-34,4 5-22,7 6-37,-1 15 1,2 3-4,19-2-16,-15 10 0,0 6-17,12 15 5,-5 17-153,-5 14 173,-21-20 1,-2 1-12,0 3 0,-2-1-9,5 20-25,-8-15 1,-2 0-149,0 11 8,-2-14 1,-2-1-139,0 4-133,-3-7-1070,0-5 981,-2-3 548,-2 4 0,2-13 0,-2-4 0</inkml:trace>
  <inkml:trace contextRef="#ctx0" brushRef="#br1" timeOffset="262011">15261 15602 22151,'26'-46'285,"1"1"1,6 1-1,4 9-369,22 17-151,-1 3-2045,-11 10 2280,-12 3 0,-11 2 0,-5 0 0</inkml:trace>
  <inkml:trace contextRef="#ctx0" brushRef="#br1" timeOffset="262461">16254 15663 20742,'15'-35'-23,"-1"0"1,9-12 2095,-23 68-2230,-4 12-1451,-6 17-6479,2-3 8087,-3 1 0,8-25 0,2-10 0</inkml:trace>
  <inkml:trace contextRef="#ctx0" brushRef="#br1" timeOffset="262761">16854 15307 20996,'0'-5'3344,"0"2"-1988,0 3-1255,-62-23-23,27 29-64,-4-14 0,0 3 42,-4 39-39,8 1-20,13-5 0,1 3-25,-3 24 8,18-24 1,6-2-3,12 8-85,27-3-89,10-14 28,-18-11 0,4-2-745,9-1 0,1-3-3056,-6-2 1,-2-2 3289,3-1 1,-5-2 0,-7 3-1,-19-3 1</inkml:trace>
  <inkml:trace contextRef="#ctx0" brushRef="#br1" timeOffset="263511">17386 15085 22795,'6'-27'840,"6"2"-706,11 15-5,10-2 5,6 3-5,0 1-73,-8 4 123,3 1-134,-17 2-11,3 1 22,-14 1 5,-2 3 46,-2 6 16,1 6-11,-1 7-17,0 7-39,0 7 11,1 5 6,2 5-28,0 5-6,1-14 0,0 1-44,3 19-1639,-3-25 1,0-3 1643,1 7 0,-2-4-101,-7 16-145,-8-4-12,-4 1-240,-9-19-2096,-13-1 2594,7-9 0,1-2 0,-9 7 0,-4-3 0</inkml:trace>
  <inkml:trace contextRef="#ctx0" brushRef="#br1" timeOffset="265045">18015 14840 25057,'-10'-36'182,"1"1"1,-5-20-43,27 69-90,-2-1 25,10 11 1,3 4-25,15 21-546,-6-8 0,-1 1 512,-9-12 0,0 2-20,10 20 0,-3 3-3,-14-16 1,-3 1-29,5 18 1,-7 1-71,-15-12 1,-7-2-136,-8 0 1,-6-2-283,-7-2 0,-4-4 17,6-7 0,-2-2-2924,-7 2 1,1-3 3427,-10 6 0,8-6 0,19-13 0</inkml:trace>
  <inkml:trace contextRef="#ctx0" brushRef="#br1" timeOffset="266120">18866 15041 11116,'2'-3'7236,"-1"0"-4138,-1 3-2325,31-53-308,-23 40-224,16-37-151,-42 62-34,-5 1 44,-24 16-38,1 0-37,19-12 0,-1 2 9,-19 24 0,22-12-34,9-3 28,21-9 56,9-7-17,13 1-17,10-4 34,15-3-67,-17-2 5,6-2 18,-24 0-29,-2 0 28,-6 0-17,-6 1 34,-2 3-5,-1-1 33,-1 8 11,-7 2 28,-19 17-89,-7 0 5,5-8 0,-2 0 0,-14 11 17,0 3-33,24-10-29,10-7 6,8 0 6,10-6 50,10 9-39,7-4 33,7 5-3420,-9-7 3382,-4-2 83,-3 7-28,-8-9 84,3 15 73,-10-11 68,-6 7-214,2-9 3443,-3 5-3493,5-10 0,1 5-22,1-5-68,3 7-50,0-8-1378,13 13-3551,2-11 5041,8 3 0,-10-8 0,-5-4 0</inkml:trace>
  <inkml:trace contextRef="#ctx0" brushRef="#br1" timeOffset="269015">15178 15510 19540,'-17'-56'2307,"2"9"-1975,13 44-187,0 0-38,2 3-35,2 4 68,2 6 34,2 10 11,2 13-28,-3 8-54,-3-9 1,-1 1-20,1 16-23,-3 8-3419,1-32 3386,-1-7 67,1-6 140,0-6 258,0 1 398,0-5-751,0-16 0,-2-1 3403,0-16-3375,1 1-56,0-7-44,1-6 10,1-3 0,3 3 29,1 6 106,3 9-135,-5 15-61,1 4-17,-4 9-6,-1 13 12,0 3-45,0 17-191,0 2-655,1 5-2823,0 1 3708,0-5 0,0-14 0,0-10 0</inkml:trace>
  <inkml:trace contextRef="#ctx0" brushRef="#br1" timeOffset="271807">15394 16053 17255,'-30'21'582,"18"-8"-599,49-20-44,12-3-1,8-3-11,2 2 62,-8 2 291,-15 4 163,-16 3-180,-21 1-50,-19 2 84,-18 4 17,-18 4 36,9 2 0,-3 0-182,14-3 0,-1 1-26,-9 1 1,3 1 59,-1-1-118,17-2-95,13-4 39,12-1 44,14-3-83,14 0-73,18-5 0,13-2 31,-25 2 0,0 0 22,0-1 0,-1 0 48,27-4 33,-15 2 197,-15 3 22,-22 3-236,-12 2 29,-23 5-34,-12 3 5,-19 4-11,11-2 1,1 0-6,-12 2-169,21-5 0,4 1 168,3 0 1,6-1-39,3 1-12,11-2 101,22-3-50,1-1-22,26-5-68,2-4-56,18-5 84,-25 5 0,1-1 3,1-1 0,1 1 5,-2 0 1,-1 0 25,26-6 106,-14 4 162,-16 3-66,-19 5-141,-24 1 12,-21 2-12,-23 5 6,22-2 0,-1 1-176,-2 1 0,0 0 146,1 1 0,2-1 30,-25 8-28,18-2-12,18 2 24,14-4 88,17 0 203,42-4-292,8-9-557,0-2 1,1-2 463,-23 1 1,-1-1-390,15-2 1,-1 0-181,10 0 0,-16 3 0,-10 2 1</inkml:trace>
  <inkml:trace contextRef="#ctx0" brushRef="#br1" timeOffset="341541">10721 9579 16779,'-2'44'845,"3"-2"-766,13-3 50,4-6-6,-2-8 644,9-3 1714,-8-13-1837,0-2-144,-4-10 20,-1-13-223,8-11-39,9-15-23,5-8-338,-16 23 0,-1 0 227,18-25-74,-2 6-33,-2 9-51,-6 11-179,-2 9-335,-2 9-769,2 10 1317,10 32 0,-17-21 0,4 21 0</inkml:trace>
  <inkml:trace contextRef="#ctx0" brushRef="#br1" timeOffset="344111">8921 11333 11043,'-16'20'857,"17"-7"-751,50-17-50,-6-2 84,16-3 7,-11 1-86,-18 3 1,0 0 106,9-1 425,-10 1-425,-48 9-224,0 0 40,-41 9 32,20-2 12,-5 1 0,-4 1-11,13-4 0,1 0-3,-7 2 0,-2 1 67,-2 0 0,1 1 244,-17 5-289,26-8 1,2 0-334,-5 2 84,25-6 415,18-3-90,4-1 106,35-8-117,1-4-50,12-4-444,-23 3 1,-1 0 493,8-3 249,4-2 0,-1 0-81,-6 2 103,-4 2 1,-4 0 215,-18 8 655,-2-2-935,-25 5-352,2 1-1,-19 6 0,-3 2-17,1 0-100,-3 3 0,0 1 123,3 2-6761,-3 6-860,16-7 7660,10 0 0,10-11 0,0 0 0</inkml:trace>
  <inkml:trace contextRef="#ctx0" brushRef="#br1" timeOffset="345179">12899 11382 9845,'-47'0'819,"-1"0"1,5 0 0,13 0-1045,25 0-559,5 1 986,4 1 251,6 3-32,12-1-180,12 1-129,0-3 190,10-1 1,0 0-96,4-1 19,4-1 1,4-1-94,-20 0 0,1-1 81,4-1 1,4-1 0,-2 1-128,2-1 0,2-1 79,8 0 1,6-2-1,-4 1-937,-1 0 1,0-1 876,-12 2 0,5-1 1,2 0-1,-3 0 2,9-1 0,-1-1 1,-2 1-81,-7 0 0,-1 1 0,-2 0 3,17-3 0,-2 0-328,-12 2 1,-1 1 327,3-1 0,5 1-11,-1-1 1,4-1-1,2 1-16,-5 1 0,3 1 1,-1-1-1,-3 1-829,3-1 1,-3 0 0,0 1 820,7-1 1,0 0-1,-6 1 9,-1 1 1,-4-1-255,1 1 1,2-1 259,10-1 0,2-1 9,-19 2 1,1-1 0,-2 1 12,9-2 1,-1 0 16,4-3 1,-4 1 5,8-1 11,-10 0 1231,4 1-951,-5 2-241,1 0 613,-10 3-573,-25 4-73,0 0 2603,-9 1-2809,-4 0 1,-2 0-1</inkml:trace>
  <inkml:trace contextRef="#ctx0" brushRef="#br1" timeOffset="348104">7534 13307 6686,'7'-2'1528,"-2"0"-1365,-5 2 100,71-12 56,-27 9-386,8-3 1,3 0 295,-19 5 1,-3 1-6,26 0-30,-7 0 0,9 1 1,-7-1-184,-13 0 0,0 0-332,10 0 0,7 1 1,-4-1 320,-4 0 0,-3 0-6,5 0 1,3-1-454,-11 1 0,2-1 0,0 0 447,-2 0 1,0 1 0,2-2 18,13 0 1,2 0-1,-2-1-17,-12 2 1,-2-1 0,0 0 1,3 0 1,1 0 0,-2 0 10,10-1 0,-1 1-3,6 1 0,0 0-6,-12 0 0,2 0-804,-3 1 0,3 0 1,-7-1 809,-10 1 0,-2 0 5,24 0 1,2 0-143,-13-1 0,0 1 145,11-1 1,1 0 2,-1-1 0,-2 0 11,0 0 1,0 0-9,-1-2 0,0 1-6,0 0 1,0-1-1,1 1 1,-3-1-9,-11 1 0,1 0-4,11 0 0,7-1 0,-5 0 4,-7 0 0,-1 1-379,2 0 0,3-1 0,-6 1 379,-10 0 0,-2 1 0,0 0 0,1 0 168,1 0 1,2 0-191,7 0 0,2-1 10,16 1 1,-1-1 8,-16 1 1,-1 0 2,13 0 0,-3 0 5,2 0-5,-6 1 11,-2 1 12,4-1-18,-19 0 1,0 1-3,-1-1 0,2 1 79,17-2 1,-1 1-60,12-1-23,-20 1 0,-1-1 11,9 0 1846,2 1-1846,-21-1 1,1 1 21,28-1 62,-7 0 40,-3-1 22,-1 1 16,0 0-5,-1-1-22,1 0 373,5 1-491,-12 0-17,6 0 2936,-20 2-6492,-3 0 3545,-11 0 0,-7 0 0,-6 0 0</inkml:trace>
  <inkml:trace contextRef="#ctx0" brushRef="#br1" timeOffset="351286">14939 13003 18151,'-32'0'201,"21"-4"-176,41-2 1,21-2-26,-10 1 0,1 1-550,1-1 1,-1 2 549,-5 0 0,-2 2 744,17-1-100,-28 2-403,-17 2 61,-47 2-218,-4 3-22,-19 1-244,11 2 271,1 2-5,0 0 6,-10 2 11,4 1 39,5-3 487,15-1-510,2-2-268,23-3 33,1-1 320,34-2-219,20-4-661,9-3 1,7-1-3111,-1 0 0,1 0 3788,-14 1 0,1-1 0,-5 1 0,-3 1 0,-5 0 0,6 0 0</inkml:trace>
  <inkml:trace contextRef="#ctx0" brushRef="#br1" timeOffset="352010">19798 12807 6423,'-54'-4'2710,"0"0"1,-2 0 0,6 2-2078,5 1 73,-5 3-476,28 1-197,1 1-78,10 1 29,7 0 167,5 2 224,9 0-11,11 1-118,18-2-66,14-4 7,-4-3 1,1-1-79,-12 0 0,-2 0-1752,8-1 1,-4-1 1765,-4-2 381,-14 2 437,-10 1-409,-4-1-733,-17 1 27,-16-1 180,-23 2 13,15 1 1,-2 1 1222,-5 1 1,-1 0-1207,-1 0 1,-1 2 2,-2 0 0,3 2-33,-12 1-84,4 2-152,36-5-33,3 1 268,10-2 242,11 0 27,46-1-255,-25-3 1,2-1 44,20-1 0,1 0-67,-5-1 0,-1-1-25,1 1 0,-2 0-11,-11 1 0,-2 0-129,25-1-1098,-17 0 1266,-12 2 0,-6 1 0,-14 0 0</inkml:trace>
  <inkml:trace contextRef="#ctx0" brushRef="#br1" timeOffset="400910">19545 12922 8819,'-5'0'3698,"1"0"1667,4 0-5096,-38-12-224,39 7 5,-18-11-5,59 9-34,0 1-17,-1 1 1,2 1-329,15-2 345,-18 2 0,0 1 23,6-1 207,-17 1 151,-15 2-291,-17 0-224,-16 0 89,-19 1 62,-18 2-20,21 0 1,-2 1-42,-2 1 0,0 1 33,1 1 0,0 0-3,3 1 1,2 1-4,-24 7-56,16-1-73,14-1 79,15-3 331,19-2-174,5-3 17,27-3-79,11-9-36,-15 3 0,4-3 16,19-5 1,0 0-12,-22 4 1,-2 1 5,11-3 0,-5 1 176,-12 1 624,-12 2-657,-6 0-269,-22 1 56,-19 3 67,-21 4 11,19 1 1,0 1 10,-3 1 1,2 0 50,-27 6 0,17-2-61,21-4 89,15-3 212,26-4-262,14-4-521,29-5 459,-18 5 0,-2-1 0,7-1 0,1 1 0</inkml:trace>
  <inkml:trace contextRef="#ctx0" brushRef="#br1" timeOffset="424902">16814 14638 21411,'-1'-44'890,"0"0"1,1 0-1,-1-7 1,1 6-325,-1-4-123,1 29-130,0 1-111,0 8-191,0 7-134,-1 3 44,0 6 91,0 8 27,5 15-28,-1 14 17,1 14-11,-3-25 0,-1 1-12,-2 1 1,0 0-6,-5 29 0,-2-8-17,2-12 17,0-13 11,4-11 28,1-9 113,1-4 559,1-5-594,3-15-49,0-8-18,4-25-22,0-13-243,-3 26 1,1-2 236,-1-2 1,0 0-7,1 1 1,0 3 8,3-24 42,-2 18-39,-2 18-39,-3 13-191,0 7 163,0 17 506,5 7-450,1 23-11,1 10-313,-4-20 0,-2 0 304,0 3 1,-2 0 4,-1 1 1,-1-1-9,0-2 1,-1-2-12,-4 21 17,-1-17 23,2-14 50,2-12 100,1-6 630,1-7-714,-14-18-55,-1-1-34,-13-17 6,4 4 10,1 3-10,6 6-62,4 10-22,6 11 44,1 6 23,1 3-17,-4 6 11,-7 10 17,1-3 11,-5 5 6,8-12 28,0-2 44,6-5 79,-1-5-128,5-6-7,0-6 6,2-6-16,0-1-12,2 3 0,1 4 0,0 5-5,0 4-23,0 0-117,-1 4 106,3 9 33,2 4 7,6 11-7,3 4-16,5 3 28,17 10-3415,-12-17 3398,12 5 0,-9-17 6,4-4-23,8 0 23,-2-7 66,7-11-49,-14-2-6,4-10 5,-16 3 3381,-3 1-3397,-4 3 11,-3 5-6,-5 4-17,-1 4-16,-2 1-17,-3 3 22,-3 4 28,-10 5-17,-14 6 1,0-2 7,-10 0 1,-1-1-8,1 0 10,4-3 1,2-2 5,9-3 0,-2-2-5,3-4 28,-7-14-46,14 4 29,1-12-11,10 0-12,1-4 17,2-10 1,2 0-1,3 3-22,3 5-1,-1 12 1,1 5-39,-3 9-6,-1 1 11,7 13 34,3 5 16,3 6-10,7 11 10,8 14-21,6 1 21,-2-3-10,2-15 33,7-16-28,-4-5 39,14-8-22,-24-8 16,2-11 18,-6 0-40,-2-1 39,1-4 34,-8 6-56,1-4-4,-2 3-24,-8 7-63,-1 3-335,-5 6-7404,-4 3 7802,-1 1 0,0-1 0,2 1 0</inkml:trace>
  <inkml:trace contextRef="#ctx0" brushRef="#br1" timeOffset="460615">10451 16915 10360,'0'-3'5007,"0"0"1261,0 3-5472,-13-58-108,7 40-436,-2-15 0,-2 5-22,-1 24-152,-10 9-50,-13 14-20,9-1 1,-1 3-450,-6 8 1,-2 4 437,-2 5 1,0 3-7,2 2 1,2 1-23,5-1 0,4-1-17,6-2 1,5-2-58,6-4 0,4-2-215,15 21-301,15-13-539,16-15-425,13-12 434,-23-13 1,1-4 523,3-3 0,1-3 397,1-5 0,0-4 275,-1-3 0,-1-4 193,-1-2 0,-3-4-1088,2-13 1,-4-2 1062,-10 15 0,-2-2 246,3-17 1,-3-1 2,-9 15 1,0 1 10,1-9 0,1-1-184,-1 5 1,-1 0 68,-1 6 1,-1 2 597,6-21-474,-5 18 2799,-4 14-3119,-3 12 756,-3 8-901,-2 12 582,-1 11-571,-4 17-16,-4 18-21,5-22 1,-1 3-7,-1 4 0,0 3 0,0-1-426,0 6 1,1-1 440,-2 10 0,1-4 11,4 1-17,3-13-10,4-9 4,0-1-3009,2-14 3099,0-14-95,9-22 50,-5 1 74,16-25 10,-2 7 1,8-9-70,-11 18 0,1 2-37,6-7 541,11-4-536,-16 22-16,3 3-28,-2 7 3332,0 17-3298,-7-1 255,3 21-267,-6-2-5,2 12-23,3 0-16,5 1 50,-6-17 28,6-2 5,-10-20 7,4-7 21,0-13 18,7-16-51,-7 7 5,9-13-16,-12 17-6,2-1 23,-6 9-1,-5 6-27,-2 7 5,-2 5 12,2 5-57,2 6 12,4 1 27,8 4-16,-3-9-11,12 1 38,-3-10 52,6-1-40,-1-7 67,-1-13 45,-9-3-11,-4-12-62,-8 8 56,-3-9 185,-8-11-129,-2 5-56,-2-3 40,-1 16-96,5 14 51,-5-2-107,5 10-17,-4 3-11,-3 11-16,-17 31 38,6-1-16,7-10 0,2 2-48,6-2 0,4 0-361,4 22-532,12 6 201,6-24-1315,20-3-751,3-15-606,16-4 1148,-21-12 0,0-4 1709,24-11 950,-27 2 0,-4-3 422,5-9 1379,-2-10 209,-11 7 0,-1-1-1778,7-8-350,-8 9 0,-1 1 631,0 0-455,-7 7 398,6-7 378,-10 13-619,-1 2-201,-10 6-325,-7 7-22,-4 4 33,-20 21-45,15-8-31,-4 6 1,0 4-15,-1 10 14,7-3 1,2 1-104,2 16-129,13 5-410,18-22-693,16-11-1535,26-10 1092,-3-11 1221,1-6 218,-8-12 617,-14-6 375,9-12-224,-12 4 476,4-17-96,-8 1-441,-1-2-1498,-8 8 0,-2-2 1503,-5 11 0,0-1-14,4-12 0,-1-1-177,-4 10 1,-2 2 342,3-26-306,-5 18 165,-5 3-101,-1 15 11,-1-5 3077,0 10-3273,0 3 331,0 8-364,0 0 43,4 1-110,-2 1-6,2 0 5,-4 9 6,2 7 57,-2 18-52,1 1 1,-5 5 0,-1 4-413,-1-8 1,0 1 397,-3 16 1,-1 2-17,1-8 0,1-2-90,2-1 1,1-3-182,-2 21-1030,9-23 1,2-4-242,4-2 1556,28 14 0,-24-34 0,14-2 0</inkml:trace>
  <inkml:trace contextRef="#ctx0" brushRef="#br1" timeOffset="460873">12679 17040 23903,'-1'-39'605,"0"1"0,-2-23-274,-17 62-163,-4 8-11,-16 10-56,-6 11-65,18-6 0,0 1-13,-14 21-12,7-2 0,22-12-5,16 3 11,11-6-12,18 9-22,0-18-3,1-8 1,2-3-154,17 0-543,-14-3 0,1-1-3652,23-1 4368,-11-2 0,-19-2 0,-14 0 0</inkml:trace>
  <inkml:trace contextRef="#ctx0" brushRef="#br1" timeOffset="461791">13442 16786 22604,'-45'-44'907,"5"11"-543,13 45 0,-1 10-134,-18 13-703,6-4 1,2 1 483,14-9 1,2-1 4,-19 25-10,8 4-20,16-12 0,4 2-9,4-8 1,2 1 13,5 8 1,7-4 318,25 2-330,1-20 1,5-5-3,19 2-11,-18-11 0,-1-5 50,10-13 39,-9-7 17,-9-7 542,-7-1-441,-8-1 83,-6 1 108,-3 6 286,-2 6-433,-2 9-123,0 3-78,0 3-11,0 10-51,2 2 67,7 10-22,7-2-33,12-1-43,2-10 0,2-3 93,16 1-12,-13-7 1,-3-3-17,-2-6 39,-7-7 39,-7-3 29,-3-4 133,1-4 107,-5 1 56,-3 6-50,-3 4-135,-2 8-3498,-1 4 3302,-5 17-5,-4 9 10,-8 24-10,6-16 0,0 1-203,-2 6 1,0 1 159,-1 5 1,0 1-205,1 2 1,1 0-533,3 0 0,2 0-891,4-3 1,5-2-2717,3-6 0,4-3 4380,12 13 0,-4-23 0,-6-14 0</inkml:trace>
  <inkml:trace contextRef="#ctx0" brushRef="#br1" timeOffset="462858">14371 17057 14844,'2'-10'3921,"5"-21"0,1-5-2560,-5 9-615,-1-12 1,-5 3-360,-15 19-104,-16 5-171,-3 20-4,-6 9-35,12 6 0,1 2-384,-13 13 311,11-3 0,0 2-9,13-8 1,2 0-1,-3 8 1,2 1-9,4-3 1,7 2-15,14 2 0,6-2-53,15 10 31,-1-23 0,4-5-54,19-8 6,2-12 90,-1-9 11,-11-3 11,4-9-5,-20 7 61,12-11 28,-10 4-16,1-2 89,-9 8 89,-9 8-173,-10 10 417,-6 6-428,-3 5-45,1 1 11,2 2-28,4-5-22,6 6 17,9-7-29,12 1 7,12-6 44,7-10 25,-9-7 0,-1-3-14,8-8-143,-13 4 0,-2-2 154,5-22-257,-14 17 0,1-2 227,4-9 0,0-2-4,0-1 1,-1-1 11,-2 1 0,0 1 3,-2 2 0,-2 2 13,-2 3 1,-2 2 90,4-19 162,-7 7-191,-6 20-67,-4 5 175,-2 16-214,-4 9 464,-7 11-480,-8 17-7,1 0 6,-1 8-585,0 11 602,13-24 0,1 3-31,0 8 1,1 2-43,3-1 0,4 1-53,5-4 0,3 0-56,1-6 0,6-2-137,9-3 0,3-5 196,15 2 61,14-15 73,-13-22 12,1-13-7,-6 0 26,-10 0 0,1-2-14,10-14 0,-11 13 0,0 0 118,7-8 686,-13 12-625,-12 12-95,-17 7 5,-11 10-49,-11 6-74,-4 11 6,3 8-6,6 4-16,11 1 16,17 8 79,11-18-50,14 0-12,-1-20-6,9-11-21,6-16 10,-2-7 34,3-16-17,-13 0 28,-8-3-703,-7 10 725,-5 3 79,-6 6-28,-4 4 6,-9-3-68,-7 14-38,-5 5-1,-11 16 737,-1 6-686,-11 13-90,18-5 0,2 2-3319,-10 22 3352,7 0-205,20 4 155,15-7-33,15 9-325,19-5-4513,4-20 1,3-4 3684,3 1 0,-13-10 0,-7-4 0,-25-9 0</inkml:trace>
  <inkml:trace contextRef="#ctx0" brushRef="#br1" timeOffset="463472">16103 16917 22655,'17'-47'1256,"0"-1"1,-2 4-1,-3 7-903,-9 18-247,-2 5-44,-2 14 16,-3 6 29,-8 12 21,-11 21-117,6-9 1,-1 2-457,-4 8 0,1 3 448,-2 4 0,2 3 2,1 2 1,2 1-15,4-1 1,4 0-20,4-3 0,6-2 3,8-5 0,4-3-110,15 14-641,11-24 1,8-7-793,-11-10 0,3-4 1568,22 3 0,-3-3 0,-1-4 0,-9-7 0</inkml:trace>
  <inkml:trace contextRef="#ctx0" brushRef="#br1" timeOffset="464340">16912 16936 15457,'0'-3'6794,"0"1"-4027,0 2-2296,-12-39-186,0 30-117,-16-25-11,-5 48-34,-13 12-81,19-6 0,-1 2-359,-1 3 0,-1 2 311,2 3 1,1 1-12,2 1 0,3 1 11,3-3 1,7 3-81,9 8 1,9-2 102,26 12-31,1-21 0,8-7-435,4-12 1,3-6-404,3-2 1,0-3 266,2-5 0,-5-1 1,7 1-1,-15-5 1</inkml:trace>
  <inkml:trace contextRef="#ctx0" brushRef="#br1" timeOffset="464932">17450 17345 20247,'-1'42'-555,"-1"0"1,-4 3 0,-3-4 12,-11-7 1,2-4 0,8-14 0</inkml:trace>
  <inkml:trace contextRef="#ctx0" brushRef="#br1" timeOffset="466500">18276 16871 12948,'0'-4'6021,"0"1"-3154,0 3-2379,-23-32-342,5 26-29,-23-20-33,9 36 0,-4 6-5,-3 4-29,-3 2 45,0-2 85,5-3 27,7-6 90,10-4 207,8-4-370,7-2 90,2 0-39,3-1-191,0 5 29,0 1-1,0 7 12,2 9 10,-1 8-32,2 15-21,-2-14 1,0 1 2,4 26-274,-1-2 286,5-3 11,2-14-17,5 4-17,11-2-89,12-16-331,8-7-1042,12-20-184,-14-7-2000,2-7 3663,-7-2 0,-28 12 0,-2 1 0</inkml:trace>
  <inkml:trace contextRef="#ctx0" brushRef="#br1" timeOffset="467024">18712 16941 17717,'-12'9'291,"2"7"2137,3 43-2377,-2 2-40,1-11 14,2-18 0,0 0 9,-4 16 8,2-15 0,1-2-31,-3 9 1480,-1 1-1312,8-29 791,-1-1-712,4-15-141,0-19-78,0 1 3129,1-26-3129,3 2-6,1-3 85,0 15 1,2-3-58,8-13 1,0 1-51,-6 16 1,0 1-7,6-14 1,1 5 44,-1 11-27,-1 10 5,21-14-12,-9 21-4,9-4 10,4 23-22,-18 3 6,13 10 10,2 24-10,-14-13-37,6 23 0,-4 3 3,-7-12-154,-2 0 1,-2 0 30,-8-2-3522,-2-2 2755,0 5-1194,-2-10-4514,-5-12 6626,0-11 0,0-7 0,2-5 0</inkml:trace>
  <inkml:trace contextRef="#ctx0" brushRef="#br1" timeOffset="467222">18789 17237 24654,'15'-45'57,"0"-1"1,16-1 0,5 11-276,16 19-20,-15 7 0,0 2-2563,11 6 2801,3 2 0,-15 0 0,-7 2 0</inkml:trace>
  <inkml:trace contextRef="#ctx0" brushRef="#br1" timeOffset="467438">19594 17054 23187,'-6'-1'2319,"2"0"-1883,4 1-352,-19 47-84,11-17-67,-3 5 0,0 1-650,5 5-1635,2-2 2352,2-3 0,2-17 0,0-5 0</inkml:trace>
  <inkml:trace contextRef="#ctx0" brushRef="#br1" timeOffset="468166">19848 16916 19048,'0'-4'5292,"0"1"-4485,0 3-791,3-4 46,3 16 5,3 2-39,0 19 11,-3 3 24,-4-3-24,-5-3 50,-2-7 79,-3-8 17,0-7 0,0-7-67,2-8-34,0-7-28,0-12 22,3-8 12,0-9-23,3-8 56,4-7 0,4 0-314,7 3 264,7 9-40,4 10-21,4 11 4,3 9-27,2 7 17,2 7-12,-1 9 1,-2 6 21,-2 10 204,-6 6-226,-8 6 40,-10 4-57,-16 1 12,-9-2 11,-12-4 0,-5-5 6,1-7 38,4-8 29,7-8-6,5-10-50,9-1 17,2-8-34,7 3 0,4-3 0,5 0 11,7 3 17,5 1-28,5 3 28,5 3-11,2 9-51,1 7 23,1 12-11,-1 8-40,-2 21 51,-17-13 33,-8 4-22,-16-22 11,-24 2 1,-2-7-46,-7 3-156,-3-12-359,11-8-768,-6-8-1881,8-10 3198,11-14 0,10 13 0,7-2 0</inkml:trace>
  <inkml:trace contextRef="#ctx0" brushRef="#br1" timeOffset="468574">20462 16629 24973,'49'-19'170,"0"0"0,-6 2 0,-4 3 4,-5 9-118,-12 3-11,-1 5 16,-9 4-16,1 7 17,1 7-12,0 5-28,5 18-16,-6-12 0,6 21 22,-9-12 11,1 14 11,-5 1 17,-8 0-39,-8-2-28,-7-5 12,-5-3 4,-4-7-16,0-5 6,3-9-23,4-7-140,3-9-577,3-7-1870,-2-10 2604,-2-6 0,7 4 0,0-1 0</inkml:trace>
  <inkml:trace contextRef="#ctx0" brushRef="#br1" timeOffset="468773">21280 17008 24340,'10'55'250,"-1"0"0,1-8 1,-7-6-1999,-19 3 1748,-11-15 0,6-2 0,0-13 0</inkml:trace>
  <inkml:trace contextRef="#ctx0" brushRef="#br1" timeOffset="470460">21735 16945 15716,'-4'-44'532,"0"-1"0,1 3 0,1 9 2352,1 21-2677,1 3 1087,0 10-1226,1 4 779,2 23-842,-1-8 2530,2 27-2484,-2-9-18,-2 11 1,0-1 67,-4 6 0,0-19 50,-4-2 68,2-23 72,-1-9-168,0-9-61,0-3 33,0-13-6,5-30-5,6-1-1673,1 12 0,3 0 1600,7-12-33,4 2-63,3 4 102,2 3 16,7-5 6,5 7-27,-13 19 32,17 2-38,-22 18 39,25 2-73,-16 10 3168,4 3-3163,3 23 169,-14-2-146,4 8 17,-12 6 0,-21-7 0,-5-1-17,-1 10-121,-3-11 0,-5-3 160,-14-8-39,9-9 19,-4-4 1,0-2 42,0-5-12,-15-4 29,31-10-79,9 0 33,5-5-33,4 6 253,23-9-225,-1 11-45,13-4 17,-10 10-22,4 7-28,5 8 33,0 1 19,-7 2 1,0 2 20,11 9-37,-13-7 0,-1 1 8,4 11 29,-14-8-7,-49 19-4,9-27-21,-3-1 1,-3-1-26,-19-7-173,-3-4-104,21-3 0,-2-2-1585,-1-4 1,3-4 1895,-16-11 0,15 4 0,19 0 0</inkml:trace>
  <inkml:trace contextRef="#ctx0" brushRef="#br1" timeOffset="480098">22777 16490 9688,'-5'-2'7847,"1"0"-2767,4 2-3730,-44-38-1020,33 26 488,-33-29-745,43 39-12,0-1-83,8 12 33,1 0 28,21 20-33,-3-8 0,2 2-23,20 15 28,-2 0 0,0 0-458,-7 1 430,-4-1 1,-5 3-46,-16-9 1,-6 0-273,-1 11 1,-6 2-1420,-10 3 0,-8-1 1753,-14 8 0,-4-4 0,15-21 0,0-2 0,-4-3 0,-1 1 0</inkml:trace>
  <inkml:trace contextRef="#ctx0" brushRef="#br2" timeOffset="543564">10837 18466 19669,'-22'-56'1420,"1"0"1,2 6 0,3 8-855,9 14-286,3 11-235,3 11 134,13 29-112,4 4-44,16 25-60,-8-14 1,2-1 19,-5-8 0,0 0-137,7 9 1,-1-2 108,11 9 28,-3-7 34,-8-9-11,-8-11 27,-4-4 186,-10-10 134,0-6-73,-5-13 212,0-12-307,0-15-34,2-7-61,3-5-17,5 0-17,6 6-17,4 7-78,6 9-236,4 11-503,5 10-1082,4 9-3417,2 11 4429,-7 3 0,-13-2 0,-10-3 0</inkml:trace>
  <inkml:trace contextRef="#ctx0" brushRef="#br2" timeOffset="543831">12067 18154 24620,'-31'-30'-145,"14"10"33,27 23-73,10 3-610,16-4-813,11-1-104,-15-1 1,2 0 1711,3 1 0,-1 0 0,4 0 0,-6 0 0</inkml:trace>
  <inkml:trace contextRef="#ctx0" brushRef="#br2" timeOffset="544007">12167 18478 22167,'-41'14'545,"1"0"0,1 0 1,16-7-350,38-15-101,19-7-199,5-1 1,4 0-51,-12 4 0,2-1-2442,15-2 1,7-2 0,-8 3-6367,10-3 8111,-4 2 1,-6 3 0,-29 8 0,-8 2 0</inkml:trace>
  <inkml:trace contextRef="#ctx0" brushRef="#br2" timeOffset="544724">14074 17989 15333,'0'-3'6896,"0"1"-5210,0 2-1496,-1-22-145,-9 18 11,-20-10-11,-9 23-29,-6 3-16,-9 2-16,9-1 16,-10 2 61,3 1 12,15-5-3420,12-2 3386,14-7 95,7-1-10,3-1-91,0 1 18,1 1-35,1 1 40,3 8 3437,4 6-3392,0 14 0,-1 4-481,2 5 397,-3 3 0,-2 1 28,-3 8-54,0-21 1,-1 2-76,1 28 73,2-7 16,4-7-5,9-7 6,1-14 5,6-5-45,13-10-150,16-5-52,-16-3 1,4-1-2543,12-4 1,0-1-1488,-10 1 0,-1 0 4265,0-2 0,-5 1 0,-5 1 0,-18 1 0</inkml:trace>
  <inkml:trace contextRef="#ctx0" brushRef="#br2" timeOffset="545422">14887 18408 18441,'-3'-46'992,"0"-1"1,0 0-1,0 1 1,-1 0 0,1 6 217,-7-15-896,3 12 463,1 8-312,5 24-214,0 5-234,0 8 82,1 6-133,0 20 34,3 12-20,0 0 1,-1 3-191,3 20 176,-3-2 1,0-1-1,-2-8-8,1 1 0,-2 0 25,1-6 12,0 10 16,-2-31 34,-1-14-12,-1-6 102,-2-10-12,-2-8 34,-7-26-90,1-7-56,6 12 0,1-2 136,1 1 0,1 0-136,1-3 1,1 1 10,-1-23 25,9 8 1,3 3-3330,1 8 3293,0 3 0,3 2-11,10 12 0,-4 8 45,16-6-84,9 13 50,4 5-50,13 14-9,-24 9 1,-1 3-9,14 15-160,-18-11 1,-2 2 111,-8-2 0,-2 1-355,0 10 0,-1 2-34,-3-1 0,-2 1-165,-2 3 0,-6-1-1445,-10-8 0,-6-2-5885,-11 14 2236,-5-8 5752,5-20 0,15-13 0,2-2 0</inkml:trace>
  <inkml:trace contextRef="#ctx0" brushRef="#br2" timeOffset="545606">14980 18483 23623,'-3'-40'93,"-1"-1"1,6 4-1,9 6-872,19 22 1,7 6 170,3-2 1,1-1-77,1 1 1,2 0 683,20 0 0,-6 1 0,-17 1 0,-4 1 0,-1 0 0</inkml:trace>
  <inkml:trace contextRef="#ctx0" brushRef="#br2" timeOffset="545792">15914 18335 18980,'-1'5'4162,"0"-2"-2678,1-3-2173,-10 72-145,9-46-1771,-2 19 0,2-2 2605,9-23 0,-2-3 0,-3-9 0</inkml:trace>
  <inkml:trace contextRef="#ctx0" brushRef="#br2" timeOffset="546532">16192 18144 24620,'4'57'-11,"1"-1"0,-2-4 0,0-5-29,-4 1 29,-3-6 50,-4-7 57,0-11 508,1-8-418,3-11-29,2-6 83,1-14-72,0-8 0,-1-16-33,2-12-12,-1-12-76,1 27 1,1-2 86,2-17 1,2 1-82,-2 21 0,0 0-1501,6-15 1,1 5 1531,1 17 34,13-12-79,-1 17-33,10 0-12,3 7 45,5 8-28,3 9-39,4 8 25,-15 9 1,-1 3-9,7 6-1,-14-6 1,-5 2-62,-6 13-22,-7 4 17,-13 16 5,-12-3 67,-15-5 29,-8-8-18,-5-11 40,1-12 28,5-11 3018,8-15-3035,11-10 0,11-8-5,7-4 10,10 1 6,5 0 12,9 3-1,5 4-39,6 8-33,6 5-17,8 8-34,7 11 11,-22-2 1,0 4-4,2 2 1,0 3-15,-1 2 1,-2 1 13,-3 0 1,-3 2 5,-6 7 1,-5-1-4,0 11-11,-24 17-27,-17-24-46,-13 4-56,-6-9-173,0-13-448,5-12-886,6-14-2743,8-14 3576,10-5 0,7 9 0,8 8 0</inkml:trace>
  <inkml:trace contextRef="#ctx0" brushRef="#br2" timeOffset="546740">17386 18300 17221,'2'3'6710,"-1"-1"-5315,-1-2-1204,-11 71-158,2-39-143,0 13 1,0-2-966,-3-15-4683,5-5 4910,3-6 0,3-9 0,1-4 0</inkml:trace>
  <inkml:trace contextRef="#ctx0" brushRef="#br2" timeOffset="547023">18096 18083 26866,'-45'-4'123,"1"-1"0,-1 1 1,-17 0-1,5 10-118,21 16 1,6 7-552,2-1 0,3 2 506,5-1 1,5 2-34,1 26 219,27-4-616,23-10 39,-8-24 0,6-4-1666,18-2 1,1-3 664,-14-3 1,-1-2 1431,16-1 0,-7-1 0,-17-3 0,-3 0 0</inkml:trace>
  <inkml:trace contextRef="#ctx0" brushRef="#br2" timeOffset="547481">18609 17990 18560,'-4'0'5478,"1"-1"-4375,3 1-997,40-33-61,-2 22-37,-1-8 1,3 2 22,-3 12 0,0 4-3,24-3 31,-28 1 0,-2 2 131,13-1 113,-4 1-23,-15 2-140,-7 1 84,-10 5 44,-4 4-49,1 9 195,-2 43-3783,-1-23 3383,-2-5 0,0 0 25,1-1-39,2 17-14,3-17 0,1 0-3,0 1 0,1-1-87,4 3 0,0-1 65,5 17 28,-5-16-6,-11 5 34,-33-8-141,-19-2 919,19-18 1,-2-2-1569,-15-3 0,-2-4 773,-2-1 0,3-2 0,13 1 0,3-1 0,1-1 0,1-1 0</inkml:trace>
  <inkml:trace contextRef="#ctx0" brushRef="#br2" timeOffset="550157">21009 299 18565,'-14'-32'1081,"0"0"0,-8-19-1041,22 58 38,0 10 6,5 14-17,5 14 6,8 10-399,-6-23 0,2 1 376,3 2 1,0 2 5,4 2 0,0 1 33,3 3 1,2 0 50,1 2 0,0 1-6,3 4 1,-1-1-79,-5-10 1,0 2-432,-1 2 1,2 4 0,-2-2 427,2 6 1,-1 2-32,0-3 0,0 4 1,0-1-3,-4-7 1,-1-1-1,1 1-496,0 1 1,-1 1-1,1 0 476,0 2 0,0 0 0,0 1-435,0 0 1,0 1-1,0 0 433,-1 1 0,1-1 1,0 1 6,0 0 1,1 1 0,-1-1 8,1-1 1,0 0 0,1 3 11,0 0 1,2 5 0,0-1 0,-2-2-7,2 3 1,-2-3-1,0 3-9,0-4 0,0 5 1,0-2-1,-4-6-6,-3-11 1,-3-4 0,0 3 35,4 18 0,0 4 0,-2-3-15,-4-17 0,-2-2 1,1 3-7,3 16 1,0 3-1,-1 1-497,-2-3 0,0 1 1,-2-5 490,1 4 0,-1-1-3,-1-6 0,0 4 0,0-5 77,-1 0 1,1-2-78,-1-8 0,0 2 1,0-1-7,-1-1 1,0-1-1,0 1-2,2 18 0,-2-1 11,-1-1 0,-1 0 3,-3-3 0,-3 0 11,0 0 0,-3-2-3,-4 1 0,-2 0 3,-1 0 0,-3-1 3,-2 0 0,-2 1-15,-1-1 1,-1-1-6,-2 0 1,0 0-4,0-1 0,-1 0 14,1-1 1,1-1-6,0 0 0,1 0-17,1 0 0,0-1-3,1 0 0,1 0 0,0 1 1,1 0 2,0 1 0,0-1 11,0 1 0,0 1-261,2-9 1,0 0 0,1-1 246,-2 1 1,1 1 3,0-3 1,-1 2 0,1-2 62,-1 3 1,1-1-63,-5 11 1,-1 3-6,2-1 1,0 0 2,1 0 0,0 1-6,1-2 0,1 0 6,0-1 0,-1 2 13,1-5 0,-1 2 1,0-2-9,-4 9 1,1-1-5,4-15 1,1 1 0,0-4-5,1-3 1,1-1 9,1 2 1,-2 4-1,3-3 469,-1 4 0,0 2-478,1 1 0,-2 5 0,3-4 88,2 2 1,3-3-87,1 2 0,1 0 0,1-1 0,1 2 0,2-5 0,0 3 0,0-1 6,2 7 0,0-1-4,0 7 1,1-3-3,1-21 0,0-3-14,0 0 0,2 1 241,4 20 1,2 2-214,-2-7 0,1 2-7,0-9 1,1 2 0,0-3-11,3 5 0,1-3 6,2 3 0,0-1 11,0 1 0,0 0-3,1 0 0,-1 1-8,-1-2 0,-1 2-12,0 9 1,-1-1 13,-5-18 1,-2 1-9,1 15 0,-4 1-8,-6-16 0,-2-1 28,-2 12 0,-3 2 2,-3 0 1,-2 0-1,-2 1 1,-1 1-7,5-12 0,-1 3 0,1-4-16,0 3 1,1-1 2,-1 14 0,3-1-6,6-21 0,2-1-11,1 8 1,1 1 10,2-2 1,2-1 303,2 0 1,2-1-293,0-1 0,1 0 8,2-1 0,0 0-14,0 1 0,1 0-3,1 0 0,0 0 0,0 1 0,0 0-3,2 1 1,-1-1 8,1 0 0,0 1-3,2-1 0,1 0 0,1 1 0,2 0 14,2-1 0,1 1-3,2 0 0,0 0-3,2 1 1,1-1-2,-1 1 1,1 1-14,-1 0 1,1 2 8,3 12 0,-2-1 842,-9-17 0,-2 0-837,5 17 1,-2 0-1,-12-18 0,-1 1 93,1 10 0,-1 2-82,-3 0 1,-2 1-9,0-1 0,-2 5-747,-1 4 0,0 6 0,-1-6 736,0-6 0,-1-1 1,0 9 1,-2 4 0,-1-9 124,0-21 0,-1-4-124,-3 11 1,-1 1 64,-2 1 1,-2 1-66,-3 2 1,0 2 0,2-9 1,-1 2 0,1 0 7,-7 19 1,0 0-12,3-3 0,3 2 0,8-11 0,3 3 0,2-5-3,0-1 0,4-3-3,4 11 1,8-4 10,4-21 1,5-3-65,4 0 1,4 1 58,4-1 0,4 1 0,-1-2 8,2 1 0,4-1-1,-1-3 0,6 2 0,2 0 0,-6-3 10,9 3 0,0 0 343,-12-6 1,4 2 0,0 0 0,-4-1-361,1 0 0,-4-2 0,-1 0 0,9 3 0,-2 0 19,11 5 1,-3-1-151,-22-9 1,-1 0 138,19 9 0,0 0 0,-12-4 1,-2 2 44,13 11 1,-3 2-29,-15-11 0,-4 2 59,7 20 0,-7 0-50,-11-1-4,-5-2 1,-3 2 36,-6 18-50,-3-22 0,-1 2-12,0 0 1,-2 3 11,-1-2 0,-2 3 0,1-2-9,-3 9 0,0-1 59,1-6 0,-1 2 1,-2-1-63,0-3 1,-1-1-1,0-1-5,-6 15 0,-2 2 4,-1-3 0,-2 2 0,0-1-390,5-13 0,0-2 1,-1 2 407,-4 7 1,0 2-1,0-1 0,3-8 1,2-1-1,-1 0 115,0 1 1,1 0-1,-1 0-113,1 0 1,1 0-1,0 1 15,-1 11 0,1 1 1,1-3-457,0 3 0,2 0 431,4-3 1,2 2 0,2-3-15,3 2 0,3-2-13,1-9 0,1 3 0,4 1-119,3-1 1,3 2-1,1 1 1,0-3 127,2 4 0,1-3 1,2 2-7,0-3 0,2 3 0,0-1 1,0-4 5,1 2 0,1-4 0,-1 0-6,1 2 1,0 0 0,-1-2 1,4 8 0,-1-2 47,1 6 0,-3-1 362,-9-15 0,-2-2-494,-1 0 1,-2 2-196,-3 9 0,-4 1-1463,-8-1 1,-3 0 1513,-1 5 1,2-18 77</inkml:trace>
  <inkml:trace contextRef="#ctx0" brushRef="#br2" timeOffset="567194">22796 1185 29519,'-4'-44'66,"-1"0"1,1 0 0,-2-21 0,-2 7-973,-6 12 232,-1 7 139,-5 11 27,4 25 154,1 10 134,-8 24-1560,-6 22-8,5 0 0,-1 6 1720,3-2 1,1 4 20,4-11 1,0 3 0,3-4-448,0 5 0,2-2 372,5-10 0,0 1 1,3 0-468,0 17 1,3-2 503,1-5 0,1-2 152,1-4 1,1-6 189,3-10 2542,-3-23-2664,-8-21-1850,-4-29 1793,1 5 14,1-4 1,1-3 8,3-13-90,1 22 1,2 0-21,4 3 1,3 0-31,21-24 11,-11 29 0,2 0-98,5-1 0,3 3 31,24-7 28,5 3 33,-10 9-14,-10 6 1,1 1-20,14-4 61,-15 4 1,0 1-12,18-4 11,-6 2 3009,-8 5-3031,-8 6 907,-9 7-868,-9 5 17,-6 7 11,-5 5 258,-5-3-247,-3 13-39,2-15-11,-2 21 0,12-16 12,5 9-1,4-12 45,20-2 33,-5-9 96,16-4 95,-11-10 101,-6-9 61,-10-8 97,-10-15-394,-10 11-5,-5-8 207,-24-3-291,12 18 12,-23-16-46,17 27-28,-8 2 18,8 5-80,-2 4-228,8 8-130,4 4 62,3 3-919,16 6-3679,21 0-4869,9-1 8964,3-3 1,-14-12-1,-18-5 1</inkml:trace>
  <inkml:trace contextRef="#ctx0" brushRef="#br2" timeOffset="567526">23613 1110 24312,'15'50'39,"4"4"-84,-6-25 1,2 0-40,0 2 0,0 0 36,-1-1 1,-1 0 35,7 23 35,-10-19 212,-11-9 23,-12-18 128,-6-9 79,-2-15-67,7-14-129,9-11-129,14-6-56,10-2-62,12 3-50,7 6-95,2 11-174,2 9-247,1 11-508,-2 8-1251,-3 12-5650,-5 8 7953,-9 1 0,-11-5 0,-7-7 0</inkml:trace>
  <inkml:trace contextRef="#ctx0" brushRef="#br2" timeOffset="567778">24426 956 23179,'3'-55'1017,"-1"0"1,1 6 0,-5 10-660,-10 23-228,1 9-74,1 17 32,-2 17 2,-2 26-62,4-14 0,1 2-445,-1 9 0,0 2 397,2 6 1,2 2-678,1 2 1,4 1 352,6-1 0,5-2-435,6-3 0,6-3-1067,8-5 1,6-3 1845,9-4 0,0-5 0,-18-15 0,-1-3 0,23 9 0</inkml:trace>
  <inkml:trace contextRef="#ctx0" brushRef="#br2" timeOffset="568376">25371 1341 20168,'11'-47'1467,"1"0"0,-2 4 1,-1 6-751,-4 6-280,-2 12-280,-1 10-101,-1 8-11,2 11-12,2 10 57,4 24-73,-2-9 11,1 24-6,-5-15-22,-1 10 0,-2-7-11,-1-12 134,1-16 280,-2-12-224,4-36-11,3-1 40,5-29-52,8 8-94,5-3 5,8 4 0,5 5-39,3 9 0,-1 11-16,-4 12-1,-4 8-22,-3 11-12,-3 10-50,-2 12-184,-4 13-314,-2 9-768,-4 9-2470,1 3 3809,-1-10 0,-4-20 0,-3-14 0</inkml:trace>
  <inkml:trace contextRef="#ctx0" brushRef="#br2" timeOffset="568827">26889 1138 19378,'2'-3'4973,"-1"0"-3807,-1 3-1060,-49 4-44,20 15-43,-5-6 1,1 3 30,7 26-27,10 1-23,15-2 0,16-3 0,14-6-6,14-7 1,5-10 61,1-7 72,-7-10 52,-8-6 32,-13-9-21,-9-8-34,-7-5-23,-11-8-28,-5-3-16,-6-2-34,-3 2 0,-1 6 6,0 9-34,0 9-23,-1 8-117,5 12-33,4 3-477,6 16-958,9 3-2945,12 10 4525,4-2 0,-2-12 0,-5-10 0</inkml:trace>
  <inkml:trace contextRef="#ctx0" brushRef="#br2" timeOffset="569068">27591 1134 26710,'-33'24'37,"1"-1"0,2 7 1,7 5-38,14 17 0,9 7-2024,-1-5 1,2 3 0,0-3 1838,0 5 1,2 1-352,2 0 0,1 4 0,1-4-1396,1 2 1,1-1 1931,-3-8 0,1 2 0,-1-6 0,1-5 0,-2-4 0,-2-7 0,1 0 0</inkml:trace>
  <inkml:trace contextRef="#ctx0" brushRef="#br2" timeOffset="569211">27433 2404 9262,'-6'-4'4915,"-13"-29"0,-1-13-6183,13 4 1,0-2 1578,-12-13 0,2-2 184,13-2 1,8 4 226,2 19 0,2 2-563,2-9 1,4 0 206,2 5 0,2 3-394,2 2 0,4 4-129,3 3 1,4 2-438,4 3 1,3 2-1915,4 2 0,2 2 2508,-4 3 0,-2 2 0,12-2 0,-23 8 0</inkml:trace>
  <inkml:trace contextRef="#ctx0" brushRef="#br2" timeOffset="570534">28744 1320 12494,'1'-5'7293,"0"1"-6005,-1 4-353,18-69-218,-12 45-462,4-15 0,-2 3 98,-7 23-124,-2 4-156,-1 2 0,-13 1-62,-9 3 0,-18 3-11,-10 8 12,7 1-7,11 3 1,1 1-6,1 2 5,3 1 1,0 1-6,5 2-6,-6 9 1,13-4 27,6-5 23,-2 13-6,9-7 28,-2 14 17,9-4-16,6 3 27,11 12-84,-4-14-39,10 16 28,-6-14-62,3 7-178,1-4-365,1-6 84,-3-13-2425,20-1-1238,-4-15-4705,23-7 8041,-10-7 0,-18-2 0,-14 3 0</inkml:trace>
  <inkml:trace contextRef="#ctx0" brushRef="#br2" timeOffset="571033">29190 1422 24267,'9'-58'359,"-1"20"-258,-6 60-23,-1 16-28,1-3 0,-2-2 1,-1 1-34,-3 15-11,0 11-1,-7 3 6,5-26-5,-1 12 16,5-23 46,1-9 156,1-9 28,1-11-123,3-12 0,4-21-96,-1 6-5,2-26 0,-3 7-28,-2 15 0,1-1 6,0-2 0,2-1 27,1 2 1,2 0-1,0 3 1,2 1 39,14-22 22,3 12-17,1 10-33,0 9-34,3 10 6,0 7-17,2 7 11,-1 11 29,0 11-57,-2 15-56,-2 14-318,-17-21 1,-1 2 157,-2 3 1,-2 2-158,-2 1 1,-1 0-283,-4-1 0,-1 0-552,-3-3 1,-2-2-5358,-10 23 6581,-3-16 0,5-18 0,5-11 0</inkml:trace>
  <inkml:trace contextRef="#ctx0" brushRef="#br2" timeOffset="571227">29238 1598 16051,'-1'-5'5981,"-1"2"-5078,2 3-405,23-62-235,0 37-429,-1-12 0,4 2 132,22 20-330,9 6-322,-24 7 0,2 1-3179,2 4 0,0 1 3865,-4 0 0,-1 1 0,8 3 0,-18-2 0</inkml:trace>
  <inkml:trace contextRef="#ctx0" brushRef="#br2" timeOffset="571442">30122 1568 24441,'-8'50'-689,"1"0"0,0-10 1,2-3-2038,5-3 1,1-3 1310,-1 5 0,0-15 0,0-10 0</inkml:trace>
  <inkml:trace contextRef="#ctx0" brushRef="#br2" timeOffset="572185">30435 1432 18817,'0'-6'4622,"0"1"-3077,0 5-1478,27-47 17,-16 46-22,21-16-56,-26 46-1,-1 21-3419,-5-5 3403,-1-9 22,-4 7-11,-1-26 56,-3 0 50,0-9 52,2-6 21,-1-14 3235,4 2-3296,0-17 11,3 0-23,4-13-3397,8-21 3313,-1 18 0,0 12 1,1 0 67,5-2 33,6-5-17,1 8-5,1 9-6,2 6-39,5 6 3370,3 3-3376,3 4-55,1 5-1,3 12 23,-6 16-12,-7 8-66,-13 12 27,-13-3 6,-10 0 23,-11-2 27,-3-14-22,0-9 39,-1-14 6,5-6-39,-3-5 38,2-10-16,7-3-16,4-1 16,6 0-23,4 4 1,5-2-6,12 2 17,-2 6-29,18 1 24,-3 7 32,25 14-100,-17-2 56,-10 0 0,-1 4 6,8 16-12,-8-6-16,-7 12 0,-25-16 10,-15 5-27,-28 3-17,8-12-1755,2-7 1,0-2 1630,5-4-654,-25 0-1373,23-12 2207,-5-8 0,18 4 0,5-2 0</inkml:trace>
  <inkml:trace contextRef="#ctx0" brushRef="#br2" timeOffset="572627">31215 1118 24682,'31'-30'78,"1"0"0,-8 3 1,1 6 16,18 16-67,-14 5 0,12 4 11,-16 1 40,10 9-51,-17-5 33,13 10 58,-12 2-7,-1 3 0,-4 8 16,-7 0-55,-4 5-50,-1-8 66,5 24-61,5-11-184,-2-10 1,1 0 180,3-3 0,1-1-31,3 1 1,0-1-1639,2 1 1,-1-2 1637,11 16-1167,-6 12 1050,-33-19-2114,-22 13 881,-2-31 1,-6-4 1355,-2 0 0,1-2 0,-17 2 0,20-7 0</inkml:trace>
  <inkml:trace contextRef="#ctx0" brushRef="#br2" timeOffset="574027">31939 942 22727,'-8'-34'546,"0"0"0,-4-20-366,12 58 49,2 6 12,7 13-11,9 14-79,11 15-575,-10-20 1,3 2 462,2 4 0,3 1-19,1 3 0,1 2-18,1 2 1,-1 0-9,-1 2 1,-4 0-60,-5 0 1,-5 1-155,-7-2 1,-8 1-462,-11-2 0,-11-1-2614,-12 3 1,-6-4 3293,-4-4 0,0-5 0,11-10 0,3-3 0,-9 2 0</inkml:trace>
  <inkml:trace contextRef="#ctx0" brushRef="#br2" timeOffset="608009">28960 2181 18134,'48'-17'160,"0"0"1,-14 3 0,0 3-128,3 7 1,-2 4-1,13-1-5,8 1-5,-9 0-6,-14 2 129,-17 0 78,-21 4-4263,-42 4 4106,3-1 23,-1-1 0,-4 0 211,11-2 0,0 0-105,-10 2 0,0 0-110,6-1 0,1 1 85,8-1 0,2 0-20,-9 3 17,20-4 3222,17-3-3160,9-2 89,36-5-257,11-4-162,-9 1 1,3 0 110,2-1 1,2-1 2,2 2 0,1-1-1319,-1 1 1,0 0 1315,-5 2 1,-2 0-7,-8 1 1,-4 1 56,12-1 10,-27 3-32,-30 1-24,-9 0 12,-15 2 0,-5 1-3,6 0 1,0 0 168,-17 2 1,0 1-134,11-2 1,2 2 56,-22 2 3140,23 0-3191,19-5 28,17-1-16,18-5-63,21-4-97,-7 1 0,3-1-672,9-1 0,3-1-1286,7-1 0,1 1 2039,-4 0 0,-4 1 0,2 0 0,-32 5 0</inkml:trace>
  <inkml:trace contextRef="#ctx0" brushRef="#br2" timeOffset="647551">21700 17589 24575,'11'0'0,"1"0"0,-1 0 0,3 0 0,3 0 0,0 0 0,11-3 0,-9 2 0,11-4 0,-14 2 0,4-1 0,-7 2 0,-1 0 0,3 1 0,-1-1 0,2-2 0,1 2 0,-5-1 0,0 0 0,-3 3 0,-4-3 0,1 3 0,-1-1 0,1-1 0,-1 1 0,-2 0 0,0 1 0,-3 0 0</inkml:trace>
  <inkml:trace contextRef="#ctx0" brushRef="#br2" timeOffset="670014">10521 17180 6255,'52'1'493,"0"-1"1,0 0 0,7 0 0,5 0 0,1 1 0,-3-1-1521,-10 0 1,-2 0 0,1 0 0,3 0 1110,1 0 0,4 0 0,1 0 0,-1 0 0,-3 0-9,3 0 1,-2-1 0,-1 1-1,-2 0-25,7 0 1,-2 0 0,5-1 30,-7 1 1,4 0 0,2-1 0,-1 1-1,-3-1-407,-1 1 1,-3-1-1,1 0 1,3 0 361,-5 0 0,2 1 1,3-1-1,0 0 0,-1 0 1,-1 0-97,3 0 0,-1 0 1,0-1-1,-1 1 1,1-1 78,2 1 0,0-1 0,1 0 0,-1 0 0,1 1-205,-10-1 0,1 1 0,0-1 0,0 1 0,1-1 0,-1 1 188,1-1 1,0 1 0,-1-1 0,2 0 0,0 1 0,2-1-2,1 1 1,1 0-1,2 0 1,1 0 0,-2 0-1,-2 0 1,-2 0-43,3-1 0,-3 1 0,-2 0 0,2 0 0,3 0 37,-4 0 0,2 0 0,3 0 0,0 0 0,0 0 0,-3 1 0,-3-1 20,3 0 1,-4 0 0,-2 0 0,1 0 0,3 1-23,0-1 1,1 0-1,2 0 1,0 0-1,0 1 1,-1-1-13,-1 0 0,1 0 0,-1 0 0,0 0 0,0 1 0,0-1 12,0 0 1,0 0-1,1 1 1,-2-1-1,0 0 1,-3 1 63,0-1 0,-2 0 0,-1 1 0,1-1 1,3 0-53,5 0 1,4 1-1,2-1 1,0 0-1,-3 0 1,-3 0 55,8 0 1,-5 0 0,0 1 0,4-1-48,-8 0 1,3 0 0,3 0 0,-1 0 0,-1 0 0,-3 0 9,1 0 1,-4 1 0,0-1 0,0 0 0,2 0 3,-4 1 1,3-1 0,-1 1 0,0 0 0,-1 0 0,-4-1-15,6 1 1,-4 0 0,-1-1 0,4 1 5,0 0 0,3 0 0,1 0 1,-2 0-1,-4 1 14,7-1 1,-5 1-1,2 0-13,-6 0 1,2 0-1,1 0 1,-2 0 10,-2 0 1,-1 0 0,0 1-1,-1-1 331,12 1 1,-1 0-1,0-1-107,5 1 1,2 0 0,-6-1 362,2 1 0,-2-1-409,-10 0 0,2 0 0,-5 0 27,-5-1 0,-3 1 435,7-1 1,0 0-632,-7 0 1,-2 0 1692,24 0-4502,-14 0 2767,-15 0 0,-15 0 0,-10 0 0</inkml:trace>
  <inkml:trace contextRef="#ctx0" brushRef="#br2" timeOffset="671647">5711 17253 12752,'-2'-2'5488,"0"0"-2564,2 2-2560,-12-7-162,14 4 33,1-9-61,28 5-90,23-5-64,-19 5 0,3 0-564,6-2 1,1 1 467,5-1 1,1 1-149,2-1 0,1 1-303,0 0 1,0-1-306,-2 2 1,-2 0-1785,-5 0 0,-2 0 1187,-7 1 1,-3-1-924,14-3 1349,-20 2 835,-19 3 779,-18 3 772,-12 2 1173,-13 3-679,-4 1-175,-4 1-167,2 0 3106,2-2-3756,5 0-387,7 1-296,7 4-28,5 8 16,2 15-89,2 16-79,7-16 1,0 2-221,1 3 1,2 1 177,1 2 1,2 0-46,1 1 1,2-1-177,1 0 0,0-1-563,2 1 1,1-2-1488,-1-1 0,1-2 2291,1 0 0,0-3 0,1 4 0,0-10 0</inkml:trace>
  <inkml:trace contextRef="#ctx0" brushRef="#br2" timeOffset="672332">6895 17318 23898,'-25'-34'-135,"14"19"124,42 65 0,-14-23 0,0 2-54,0 2 1,-1 1-337,-2 0 1,-2 1 305,-3 0 0,-4 0 56,-3 27 421,-18-11-197,0-22 246,-13-15-28,9-28-61,-2-14-90,8-19-146,10-9-81,9 27 1,3 0-12,4 1 0,3 1-6,3 3 0,4 1-23,3 3 1,1 2 8,2 3 1,1 2-1,1 2 0,1 1-47,0 3 0,0 2-365,30-3 127,-1 5 11,-3 6 61,-6 3 118,-9 3 79,-14-1 123,-12-1 162,-10-3 533,-5-1-617,-2 0 59,-4 2-249,-5 5 11,2-1-22,-3 13-1,9 0 23,5 8-33,20 6 33,-3-11-17,25 2 17,-8-16-22,12-2 61,0-13 123,-3-8 297,-3-22-262,-17 8 223,-1-19-50,-18 11-113,-1-8-61,-3 2 11,-4 6-151,0 14-5,0 8-124,0 10-173,0 3-74,2 13-324,6 6-1025,11 18 291,2-4-3792,21 13 4491,-16-24 1,-1-2 0,9 10-1,0-6 1</inkml:trace>
  <inkml:trace contextRef="#ctx0" brushRef="#br2" timeOffset="672667">8328 17414 25853,'-48'9'101,"16"0"-5700,47 5 5632,5-5 1427,17-3-1415,1-5 55,20-12 7,-10-4 66,1-13-38,-23 4 1004,-2-10-853,-13 2 22,-2-9 39,-15-4-280,-1 16 3426,-14-1-3454,-2 19-33,-21 7-6,-9 29 2,21-1 1,2 3-3,7-2 0,3 1-17,2 10 1,6 1-130,10 10-490,18-12 1,6-2-278,14 9 428,2-21 1,9-2-1,-7-5 1,0-1-1,0-3 1,-1-1-1</inkml:trace>
  <inkml:trace contextRef="#ctx0" brushRef="#br2" timeOffset="674565">4962 17618 19585,'-4'6'-481,"0"-2"469,4-4 186,0 0 179,-6-1-68,1 0-156,-12-3 0,-8-3 33,-20-5-61,14 5 0,-4 0-385,-7-2 0,-2 0 332,-4-1 0,-3-2-17,9 1 1,-1-2 0,2 0-13,-2 0 1,0-3 22,-14-9 0,2-5-20,21 4 1,2-3-9,-8-11 0,0-4 8,1-4 1,1-3-381,14 15 1,1 0 0,1-2 405,-1 0 1,1 0 0,1-1 7,0 0 0,2 0 0,0-1-12,0 0 1,2 0 0,0-1-10,1-1 1,1 0 0,1-1-8,2-2 0,2 1 0,1-2-4,1 0 0,1-1 0,2-1-13,2 0 1,1 0-1,3-2-11,4-11 0,3-1 0,1 3-661,0-3 0,2-1 661,4 5 0,3-3 0,2 3 2,-4 16 0,1 2 0,1-2-463,6-10 0,2-2 1,1 0 456,2 0 0,3 0 0,0 1-283,-6 12 0,1 2 0,0-1 0,2 1 282,0 0 1,1 1 0,1-1 0,1 2 9,0-2 1,1 2 0,1-1 0,0 1-151,1 0 0,0 0 0,0 0 0,1 0 149,1 1 0,0-1 0,0 1 1,1 1 0,-1-1 1,1 1 0,0 1-1,0 0-5,1 0 0,0 2 0,1-1 0,0 1 1,-1 1 1,1 1-1,0 0 1,0 0-34,0 1 1,1 1 0,-1 0 0,1 0 35,-2 1 0,0 1 1,1-1-1,0 0-168,4-3 1,2 0 0,-1 0 0,-3 2 166,-2 1 1,-3 2 0,1-1 7,9-6 0,2-1 1,-5 3 541,-5 3 1,-2 1-540,14-10 0,-2 1 552,-17 12 1,-2 1-550,4-4 1,-4 2 116,-8 2-891,-4-7 785,-15 13 2159,-16-1-2187,-15 11-5,-18 0-12,-15 3-235,24 4 1,-2 2 254,-4 0 0,-1 0-17,-4 2 0,-1 0 14,-2 0 0,-1 0-907,-11-1 1,2 0 914,19-2 1,0 0 13,-12 0 1,3-1 1974,-1-4-1913,-1-2-5,20-4-51,17 0 503,11-2-559,8 0 3315,9-2-3276,26-7-13,-7 6-1,1 2 1,1 1-4,23-3 9,-18 6 0,2 0-473,3 2 0,2 0 481,4 2 0,2 2 0,6-1 1,2 2-7,-17 3 1,1 0-1,0 0-448,3 2 0,-1-1 1,1 3 447,-2 1 1,-1 1-1,-1 2-8,15 4 1,-3 5-1282,-7 8 1,-5 3 1277,-16-10 1,-4 2-37,-4 12 0,-7 2-1370,-14 22 1412,-3-16 0,-2-1 0,-3 6 0,-2-3 0</inkml:trace>
  <inkml:trace contextRef="#ctx0" brushRef="#br2" timeOffset="698539">21656 6354 15760,'-5'-3'3108,"1"2"-2430,4 1-689,32-35-17,-8 25-3,10-9 0,3 2-30,5 16 27,13 2-11,-20 2-380,20 18 306,-35-2 91,-4 15 45,-37-14 19,-13-2 1,-7-2 19,8-4 1,-1-1-340,-16 6 1,-2 0 343,12-5 1,2 0-20,6-1 0,2 0-3182,-9 6 3163,20-5 89,12-1 386,31-2-403,-6-3 51,40 0-73,-22-8-3,-3 0 0,2-2 70,-3-5 0,0-3-17,-1 0 0,-1-3 53,2-9 1,-5-2 404,-4-6-351,-9-14 3279,-13 25-3099,-14-15-259,3 20 325,-21-14-129,11 18-61,-5-2-129,11 8-180,8 4-38,4 2 49,3 8 7,7 8-1,10 13 1,1 0-32,1-1 1,1 1-132,4 16-116,-8-11 1,-3 0-349,-7 21-495,-17-2 181,-5-13-7394,-22 11 8340,16-24 0,-3 3 0,16-21 0</inkml:trace>
  <inkml:trace contextRef="#ctx0" brushRef="#br2" timeOffset="698797">22391 6355 20554,'40'-25'43,"0"0"1,0 0 0,-1 2 0,1 1-1,-2 8-102,6 9 1,-1 7-851,0-2 0,-2 2 284,-5 0 1,-1 1-2922,20 6 3617,-18 1 0,-19-5 0,-9 0 0</inkml:trace>
  <inkml:trace contextRef="#ctx0" brushRef="#br2" timeOffset="698989">22665 6240 10220,'-8'-3'9830,"2"0"-8917,6 3 801,0 0-1697,-20-19 28,19 26-12,-14-4-22,26 39-22,-1 15-1825,-6-13 0,-1 0 1623,-1-12 0,0 0-2131,-2 18 0,-1 0-1566,1-16 1,0-1 3605,0 3 1,1-3-1,0 10 1,1-23 0</inkml:trace>
  <inkml:trace contextRef="#ctx0" brushRef="#br2" timeOffset="700031">22987 6423 19059,'-2'-5'3489,"0"0"-2682,2 5-807,38-11 11,-5 31-23,-1-12 1,2 4-25,-8 14 0,-3 5-29,-2-2 1,-2 2-37,-3-1 0,-4 0-56,0 26 141,-18-11 100,-15-14 67,-13-16 129,-7-17 123,1-15 11,8-15-38,12-8-124,13-6-135,16 1-66,12 4-68,13 6 0,9 7 6,8 7 0,7 6 11,-20 9 0,0 2-6,15-1-8,-18 3 0,-1 0 25,0 0 6,1 0-6,-15 2 0,-11-1 45,-8 1-61,-11 1-6,-4 6-1,-2-1-27,-1 11 34,8 0 5,3 9 11,6 2 6,12 3-1,11 0 12,14-3-16,8-4 32,2-8 18,-2-7 39,-7-10 56,-6-9 22,-6-9 17,-6-9 17,-6-5-22,-6-5 5,-5 0-68,-7 4-60,-1 6-52,-4 8-100,2 8-84,2 7-28,2 5-72,2 8-215,0 10-452,6 10-476,5 7-404,12 2-240,11-2 570,9-6 1059,5-8 645,-1-8 509,-6-7 499,-8-9 268,-8-2-10,-7-3-276,-9 0-212,-3 4-745,-5 2-185,0 1-50,3 6 67,16 7-56,-5-2 11,14 4 45,-1-11 12,4-1 27,7-7 45,-2-6 17,-8-10 6,-7-7-23,-11-4-23,-8-3 1,-12 1-23,-8 4-11,-10 7-28,-17 6-62,13 9-5,-16 4-11,20 11-29,-4 6 7,5 13-35,8 10-111,8 10-275,16 12-382,4-25 1,5 0 39,6 4 1,5-1-298,4 2 1,4-1-737,2 0 0,1-1 1178,3 1 0,-2-2 0,4 3 0,-8-7 0</inkml:trace>
  <inkml:trace contextRef="#ctx0" brushRef="#br2" timeOffset="700306">22710 7122 18576,'-52'8'448,"1"-1"0,-1 1 1,-16 0-1,19 0 375,39 0 40,42-3-502,23-3 1,8-1-1441,-12 0 0,5 0 1197,-5-2 1,9 0 0,5 0 0,-2-1-1,-8 1-543,0 0 1,-7 0 0,7-1 465,-7 1 0,6-1 0,3 0 0,0 0 0,-1 0 0,-4 1-460,6-1 1,-3 0 0,-1 1 0,2-1 427,-2 0 0,1 0 0,1 0 0,0 0 0,1 0-6,4 0 0,1-1 1,0 1-1,-1 0 1,-3 0-53,2-1 0,-3 1 0,-1 0 0,1 0-313,1 0 1,1-1 0,-3 1 0,-6 0-1356,8 0 0,-7 1 1717,-8-1 0,-6 0 0,-13 1 0,-4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8T13:58:16.147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2111 2527 19288,'-12'-57'1010,"1"0"1,-1 1-1,3 10 1,1 2-1,-1 8-500,-8-6-197,8 30-363,2 4 16,3 19 23,8 37 5,0-19 1,1 5-42,3 11 0,1 7 1,-1-4-611,0-4 1,0-1 496,4 18 1,-2 0-362,-7-22 0,-1-1-360,-1-1 1,-2 0 345,-1 5 0,-2-2 190,-5-7 1,-3-5 221,-13 1 134,-3-19 157,0-28 191,5-15 139,-5-19-46,10 8 0,1-2-147,1 1 1,2-1-18,-3-14 0,2 2-162,6 16 0,1 2 67,2-11 1,3 2 152,5 11 1,5 0-220,7-1 0,4-2 0,1 5-111,6 1 1,2 3-126,7-4 1,3 7 116,-4 19 1,1 7-6,-4 4 0,3 5 11,22 9 0,2 6-575,-5 4 0,0 4 549,-11-1 1,1 3 0,-5 0-3,2 4 0,-6 2-31,-1 12 1,-9 3-32,-15-9 0,-9 2 121,-7 10 1,-11 1-58,-7-14 1,-8 0 0,-2-4-34,2-5 1,-2-4-1,-2-1-95,-7 2 0,-4-2 0,1-5-336,5-7 0,-1-4 0,3-4-4440,-10-5 1,3-3 4494,10 0 0,4-3 0,2-11 0,29 10 0</inkml:trace>
  <inkml:trace contextRef="#ctx0" brushRef="#br0" timeOffset="509">2959 2593 13577,'1'-46'941,"1"-1"0,-1 6 1,-1 7 2095,-2 11-2785,1 10 1155,-2 9-1390,1 11 17,-2 23-45,1-1 5,-1 16 73,3-14 0,2 2-2649,6 28 2582,1-11 0,0-3 0,3-1 0,3-5 0</inkml:trace>
  <inkml:trace contextRef="#ctx0" brushRef="#br0" timeOffset="683">3102 2231 18470,'-4'-5'3787,"1"1"-4645,3 4 858,-29-4 0,22 3 0,-22-4 0</inkml:trace>
  <inkml:trace contextRef="#ctx0" brushRef="#br0" timeOffset="1226">3272 2611 20957,'0'-50'1301,"0"1"0,0 5 1,0 5-837,0 3-229,-1 15-214,0 11-28,1 14 40,7 17 5,4 23-25,-1-11 0,0 3-490,1 8 0,-1 4 470,-1 7 1,-2 2-579,-1 5 0,-4 2 531,-3-19 1,-3 1 0,-1-1-435,-2 1 1,-2-1 0,-3-1 448,-2-2 1,-2-1 0,-2-2-58,-12 13 0,-5-5-580,-2-7 0,-3-7-47,-3-7 0,-2-6-1983,-1-6 0,0-5 2705,6-5 0,4-3 0,-12-3 0,25-3 0</inkml:trace>
  <inkml:trace contextRef="#ctx0" brushRef="#br0" timeOffset="1896">3457 2211 15070,'-2'-10'6923,"1"3"-6777,1 7-723,0 0-2739,0-4 3316,2 10 0,-2-8 0,3 10 0</inkml:trace>
  <inkml:trace contextRef="#ctx0" brushRef="#br0" timeOffset="4688">3380 2259 16465,'-2'-6'510,"0"6"-286,1 10 117,0 1 141,1-7 313,0-1 998,0-2-1468,0-6-85,0-2 52,0-7 44,0-1 17,0 2-11,0 2-113,-2 3-100,0 4-112,0 2-62,0 2 12,1 2-79,0 4-331,0 4-1562,2 4 2005,7 5 0,-4-8 0,4-1 0</inkml:trace>
  <inkml:trace contextRef="#ctx0" brushRef="#br0" timeOffset="5129">3730 2182 18526,'0'-50'1619,"0"0"0,0 1 0,0 7-1059,2 12-381,0 6 39,0 14-162,1 9-22,0 13 22,3 14-26,-2 6 1,0 3-8,2 19-407,-3-6 0,-2 4 325,-2-12 0,-1 1-241,0 11 1,0 1-485,0-2 0,0 0-2316,4 1 0,1-2-1701,4 12 4801,7-3 0,-8-45 0,0-3 0</inkml:trace>
  <inkml:trace contextRef="#ctx0" brushRef="#br0" timeOffset="5428">4100 2356 12785,'19'-59'2679,"-1"1"0,1 5 1,-7 11-1588,-16 24-459,-5 6-308,-9 4-123,-11 10-46,-9 11-44,-9 15-78,20-9 0,1 3-286,-3 4 1,0 2 257,1 3 0,0 1-1602,-1 4 0,1 0 1612,-8 11 24,5 1 16,22-31 33,6-1 23,9-5 0,10-4 330,25-3-408,7-3-29,-14 0 1,1-1 5,17 0-33,-18 0 0,1 0 2582,22 0-3851,-21 0 0,1 0 1291,3-1 0,-4-1 0,5 1 0,-5-2 0</inkml:trace>
  <inkml:trace contextRef="#ctx0" brushRef="#br0" timeOffset="6322">4634 2252 8382,'0'-7'7366,"0"1"-5730,0 6 4458,0 0-5579,-11-55-280,7 39 31,-3-17 0,-2 3-25,1 23-95,-4-1-102,4 5 1,-3 5-84,4 5 39,-1 9 22,3 7-33,7 9 34,7 6-12,10 7-6,7 4 1,4-1-12,1 0-5,-2-4-39,-8-4 16,-9-11-134,-10 5-196,-13-15-246,-8 3-454,-12-16 750,8-8-190,-6-14 212,16-7 225,1-3 39,6-18 353,9-16 252,3-2-369,-2 26 1,0 1 541,2-14-139,-3 10-163,-7 10-123,-2 9-112,-1 9-135,1 6-50,1 5 340,-3 12-323,-4 13-40,-7 18-44,0 0-9,5-10 1,0 4-707,-4 10 1,0 2-3156,0 4 0,0 2 3909,-1 4 0,2-4 0,1 4 0,9-27 0</inkml:trace>
  <inkml:trace contextRef="#ctx0" brushRef="#br0" timeOffset="6604">5000 2053 21184,'-3'-45'1058,"-1"0"1,0 0 0,1-6-1,-1 7-850,-7 10 270,7 29-439,3 16 151,1 19-178,4 30-18,0-16 0,0 1-287,0-4 1,2 2 277,1 4 0,2 5 0,1-4-533,3 4 1,2-1 452,-1-4 0,2 3 0,2-3-261,6 4 0,2-5-342,0-5 1,0-2-791,-3-7 1,-1-2-664,8 12-7680,-6-9 9177,-16-21 1,-1-2-1,-6-8 1</inkml:trace>
  <inkml:trace contextRef="#ctx0" brushRef="#br0" timeOffset="7087">5030 2434 24049,'-34'-36'212,"1"1"1,9 1 0,14 5-185,61 4-28,-13 12 0,3 2-11,6 1 0,2 2-1109,3 0 1,1 3 1088,-2 1 0,-1 1-28,-5 2 0,-2 0 275,-8 2 1,-2 0-295,7 1 384,-10 1-199,-22-2-12,1-3-17,-16-5 1232,-8-3-1081,-10-4 197,-2 2-196,5 2 526,0-1-436,13 5-208,-1-2-90,10 6-28,11 2 12,29 14-335,-3-2 320,1 5 1,1 3-349,-7-1 1,0 2 339,8 7 0,-1 3-20,-3 3 1,-2 2 2,-7 0 1,-3 2 19,-6-3 0,-5 0-8,-1 22 55,-21-17 7,-15-17 16,-14-16 339,-5-20-323,4-14 1,7-18-6,15-7-11,14-5-33,20 0-37,-2 30 0,4 1-67,6 1 0,2 2-482,6 3 0,2 2-1216,3 2 1,3 3 1778,6 2 0,-1 2 0,7 1 0,-5 2 0</inkml:trace>
  <inkml:trace contextRef="#ctx0" brushRef="#br0" timeOffset="8269">6560 2410 17893,'0'-5'2929,"-5"-25"1,-2-6-2308,-4 7-424,1-9 1,-1 2 65,-5 15-141,-1 10-56,-13 16-56,6 5 0,-21 25 6,7 6-14,15-13 0,0 3-419,0 6 0,4 1 405,-5 12 5,14-18 1,5-2-12,16-4 12,19-2 27,-2-14 124,32-26 129,-22-10-374,-10 3 0,-1-2 318,6-14 167,1-14 571,-9-2-750,-1 2-39,-3 1-117,-11 28 5,-3 9-62,-4 10 1,1 7 27,-1 9 662,3 14-678,2 26-62,-2-9-863,1 2 1,-1 2-8913,5 14 8653,-5-25 1,1-3 0,-3-7 0,-5-28 0</inkml:trace>
  <inkml:trace contextRef="#ctx0" brushRef="#br0" timeOffset="10354">6953 1916 15233,'-1'-43'1938,"0"0"0,0 5 0,-1 9-2174,1 20 197,-1 12-112,5 15-650,1 16-2302,3 21 3103,-1-17 0,-1-2 0,0 7 0,1-3 0</inkml:trace>
  <inkml:trace contextRef="#ctx0" brushRef="#br0" timeOffset="11012">7590 2053 20112,'0'-41'963,"0"-1"0,0 2 1,-5 7-404,-7 17-207,-6 0-174,1 8-112,-2 13-39,1 23-11,3 21-6,7 10-139,9-25 1,4-1 143,12 25-10,-3-29 0,2 0-12,11 15-5,-9-18 0,2-1-29,22 19-2,-21-19 0,0-1-70,15 18 6,-18-14-40,-15-13-380,-12 0-320,-7-3 155,-16 2-519,-17-7 953,13-8 21,-12-14 192,24-11 72,-1-20 50,15 9 0,3-3-257,2 4 1,2-1 449,3-7 1,1 1 568,3-19-375,1 20 431,-1 7 118,-5 14-566,-2 6-252,-2 5-134,-4 14 564,0 3-587,-9 18-22,2 5 0,0 4-37,0-1 1,0 4-1052,-2 6 1,0 4 0,1-3-384,2-3 1,1-1 1453,-6 18 0,2-6 0,6-18 0,1-1 0</inkml:trace>
  <inkml:trace contextRef="#ctx0" brushRef="#br0" timeOffset="11794">9959 2081 21611,'0'-46'774,"0"0"0,0 0 1,-1-14-1,-2 9-404,-4 13 49,-3 20-419,2 21 143,-1 25-132,3 6-2,1 5 1,0 9-1,0-5-9,1-7 0,0 0-487,-2 17 1,-1 9-1,0-5 481,-2-1 1,0-1 3,1-10 0,0 2 1,0-1 1,-5 16 0,0-3 11,1-11 0,1-6 118,-6 12 232,3-32-226,0-32-68,0-27-31,7 5 1,0-4-426,2-9 1,2-3 407,2-8 1,3-3-365,2 18 0,1-2 0,1 0 347,2 0 0,1 0 0,1 0 5,2 2 1,1 0-1,0 1 15,7-14 1,1 2 393,-1 8 0,1 3-405,-2 7 0,1 3 11,17-12-16,1 17-45,2 15 16,5 20 23,6 20 64,-23-5 1,-2 6-71,2 7 1,-1 4-23,-1 5 0,-1 2 55,-2 3 0,-3 2-428,-2-1 1,-3 1-533,-4-1 1,-3-1-974,-3-2 1,-1-2 1905,-1-2 0,-2-3 0,0 4 0,-1-13 0</inkml:trace>
  <inkml:trace contextRef="#ctx0" brushRef="#br0" timeOffset="11987">9963 2414 23556,'-19'-51'199,"1"0"1,4 3 0,13 9-233,44 10 7,-13 17 1,4 1-719,5 1 0,2 1 237,4 3 1,1 1-889,0 1 0,0 3 1395,0 4 0,-2 0 0,5 0 0,-12 5 0</inkml:trace>
  <inkml:trace contextRef="#ctx0" brushRef="#br0" timeOffset="12836">10576 2353 24391,'34'-13'265,"1"-1"0,-2-1 0,-2-3-131,-5-5 1,-2-3-478,0-3 1,-1-1 428,-1-5 1,-2-1-465,-2-5 0,-2-2 439,-1-4 1,-3-1-18,-2-3 1,-2 0 3,-2 1 0,-2 1-5,-2 3 1,-3 3 40,-2 7 0,-1 2 72,-9-17-38,-5 17 345,3 17-497,0 11 923,1 19-872,-2 19-17,-3 26-52,9-18 1,1 3 48,1 9 1,1 3-24,2 4 1,3 3-42,5-12 0,3 1 0,1-2-436,0 2 0,4-2 394,3-7 1,5 0 0,2-5-55,5-7 1,4-4 8,9 4 0,2-4 19,2-8 1,1-5-239,-1-5 0,1-5 364,-2-7 1,1-4 25,-2-5 0,-2-4 2,0-5 1,-3-3-108,-3-3 1,-3-2 157,-2 0 1,-4-2 18,-4 2 1,-2 0 179,9-23 603,-13 12-548,-7 13 644,-12 13-973,-5 8 682,-9 12-705,-8 12 17,-4 13-6,1 12-5,4 7 5,10 4-22,8-1 366,15-6-355,11-12 6,12-14 61,6-13 34,0-20 50,-2-14 90,-5-14 5,-6-10 17,-8-2 1,-6 0 4,-5 6-32,-3 10-108,0 12-66,-1 12-230,0 8 196,0 35 0,1 13-6,1-2 1,-1 5-671,0 6 1,-1 2 671,-1-12 0,-1 2 0,-1 3-24,-1 3 0,-2 3 0,0 1 0,0-4-595,-1 2 1,0-4 0,-1 5 442,-1 4 1,-2 5 0,0 1 0,0-5-752,-2-1 0,0-3 1,-1 2 626,1-6 0,-1 2 0,-1 0 0,0-2 136,-6 10 0,-1-2 0,-2-4 40,3-9 0,-1-3 0,-2-5 293,-6 2 1,-2-10 958,-17-12-833,16-48-176,22 0 0,5-7 128,5-15 0,6-5-213,0 12 0,1-2 0,3-1 53,2-5 1,2-1 0,2-1-193,2-1 1,1 0 0,2 0-370,0 1 0,2 1 0,0 1-1905,1 2 1,0 3 0,1 1 2097,6-11 0,-1 7 0,-10 17 0,-2 6 0,3-2 0</inkml:trace>
  <inkml:trace contextRef="#ctx0" brushRef="#br0" timeOffset="13396">12109 2255 19193,'28'-52'1441,"-1"0"0,-2 9 1,-7 5-641,-13 12-213,-3 14-314,-6 2-302,-7 21 17,1 1 0,-8 26 0,10-2-6,0 13 11,12 0-11,20 1 12,-1-20 22,22-1 33,-13-23 79,5-5 62,-8-12 50,-10-9 5,-9-13-28,-8-4-33,-12-6-62,-7 1-33,-5 3 0,-5 4-57,5 14-38,5 6-79,6 12-40,5 6-178,-2 10-2028,3 21-4067,7 8-2856,4 0 9253,5-11 0,-5-21 0,-2-4 0</inkml:trace>
  <inkml:trace contextRef="#ctx0" brushRef="#br0" timeOffset="13911">12729 2008 25590,'16'23'0,"1"6"5,-1 8 1,-2 4-490,-3-4 1,-3-1 471,2 20-4,-7 2 341,-6-28-180,-7-4 86,0-15-41,-11-27-128,11 1 100,-5-35-100,11 14 433,7-17-517,12 12-17,14 6 28,0 10-12,18 1-27,-1 10 24,-2 4 1,1 0 20,10-2-9,-13 5 0,-3 0 25,-8 0 17,-4 0 62,-9-1 122,-13-1-105,0 0 346,-5-5-150,-3 7-174,-1-3 55,-1 5-133,3 2-113,0 3 34,0 3 6,2 19 22,-1-5-79,6 41-195,5-13-280,-3-12 0,2 2-931,11 18-1366,-2-5-95,-5-16 2131,-5-7 0,-5-17 0,0-1 0</inkml:trace>
  <inkml:trace contextRef="#ctx0" brushRef="#br0" timeOffset="14071">13391 1765 18891,'0'-9'2968,"0"2"-2996,0 7-7024,0 0 7052,5-12 0,-4 9 0,3-9 0</inkml:trace>
  <inkml:trace contextRef="#ctx0" brushRef="#br0" timeOffset="14821">13735 2023 23030,'0'-4'2840,"0"1"-2773,0 3-28,-8-9-33,5 18-12,-4 23 23,8 14-34,1 10 6,-4 3 22,-1-26 11,-1 5 174,-2-19 68,2-13-113,-1-3 129,-2-21-79,2-6 12,-3-18-45,4-3-22,2-5-29,3 0-55,5 4-34,3 8-6,3 10-22,1 9-11,0 10 0,0 4 11,-3 3-28,8 7 6,-4 1-1,3 5 23,-5-1 11,-4-3-11,-4-2 40,-3-3 122,0-2-168,-2-4 12,0 1 0,-1-3 16,1 2-11,-1 1-5,0-1 5,-2-4-33,1-5 25,-2-7 54,-2-9-10,-1-9 21,0-5 14,1-1 7,3 3 30,0 4-11,3 5-2,0 4-41,0 6-6,0 4 0,0 6-57,0 5-59,-1 3-27,0 11 196,-1 12-51,-1 35-35,1-8-17,2-2 1,0 1-336,2-8 1,1 1 332,0 9 0,1 2 2,2 0 1,1 0-24,2-1 0,0-1-241,2-1 0,2-1-343,0-2 1,2-1-614,0-3 1,2 0-2018,0-5 1,1-2 3195,10 18 0,-9-22 0,-9-16 0</inkml:trace>
  <inkml:trace contextRef="#ctx0" brushRef="#br0" timeOffset="15377">13737 2169 24861,'-19'-43'-32,"-1"1"0,6 3 1,11 8 3,46 19-6,13 3 23,5-1-307,-29 4 0,-1 0 334,27-11 12,-7-10 6,-7-11 5,-8-11 34,-9-5 73,-9 2 111,-9 7 491,-5 9-149,-4 10-54,0 9-325,0 8-172,0 6-26,-1 11 370,1 12-349,2 21-121,4 23-229,0-25 0,0 2 276,0 4 0,1 1-373,1 0 0,-1 0 403,-1-1 0,-1-1-10,-2-3 0,0-2-41,-1-5 0,-1-2 21,-1 17 124,0-20 279,0-16 549,0-14-706,2-16 705,3-14-830,6-17-16,9-8-155,-7 26 0,2 2 108,2 0 0,2 3 37,22-20-44,2 11 6,3 12-14,0 10 16,1 13-45,-2 13-92,2 15-623,-3 13 226,-23-16 1,-2 2-1065,-2 3 0,-2 2 1519,-3 4 1,-3-1 0,2 5 0,-6-5 0</inkml:trace>
  <inkml:trace contextRef="#ctx0" brushRef="#br0" timeOffset="16404">15133 2009 25119,'-8'-59'44,"2"24"-44,6 75 0,0 11-6,0-15 1,0 1-496,0-5 0,0 0 507,0 28 251,0-12-184,-2-14-28,1-8 347,-2-6-22,1-17-241,0-5 795,-2-11-796,-2-17-94,1 4 56,-4-30-51,7 19-6,1-20-21,5 21 10,8-5 0,7 10-10,9-3 21,18 5-10,-2 13-29,0 5-16,1 13 10,-7 9-8,-8 0 1,0 4-3,18 17 24,-22-10 1,-2 1-8,1 9-1,-4 8 17,-15-12 6,-5 6 28,-6-15 33,-5-8-38,1-12 4,-1-11-3368,1-17 3357,3 4 18,1-19 16,10 1-45,3-2-5,3 4-6,7 10-39,6 9 6,4 6-6,11 5 3397,-1 18-3380,5 8-22,-8 4-508,-3 5 1,-1 3-239,-1 1-593,0 2 0,-3 3-8459,-5 5 9623,-4-3 1,-8-13-1,-8-16 1</inkml:trace>
  <inkml:trace contextRef="#ctx0" brushRef="#br0" timeOffset="16794">16511 1801 24911,'-42'-9'19,"0"0"1,4 2 0,9 10 921,23 37-895,3-8-71,10 13-69,-1-24 34,15 14 148,-5-26 299,7 0-51,-9-12 67,6-15 16,-10-5-119,3-15-20,-10 1-84,-8 0-114,-4 5-215,-2 11 30,-10 3 110,6 12 289,-8 4 298,6 13-17,-1 11-358,6 4-4047,-1 32 3897,10-5 1,-1-6-1,5-15 1</inkml:trace>
  <inkml:trace contextRef="#ctx0" brushRef="#br0" timeOffset="17104">16597 2183 26574,'-51'18'-75,"0"0"1,9-3 0,8 2-182,10 16 165,20-5 107,15 1-28,2-8 145,31 4-12,-4-13-183,16 0 241,-14-14 28,-9-8-22,-10-8-11,-9-8-34,-6-5-45,-10-3-39,-8 1-56,-6 0-162,-9 7-824,-6 6-3081,-8 9 4067,2 8 0,12 2 0,10 3 0</inkml:trace>
  <inkml:trace contextRef="#ctx0" brushRef="#br0" timeOffset="17887">731 3834 11421,'50'-16'450,"1"1"1,-1 0-1,1 0 1,1 0-1,1 1 1,-1 0-1,0 4-69,10 1 0,0 3 0,2-1-1081,-10 2 1,1-2-1,2 1 1,0 0 858,-7 0 0,0 0 0,1 0 1,1 0-1,0 0-274,4-1 1,1 1 0,1-1 0,0 0 0,0 0 209,4-1 0,1 1 0,0-1 1,0 1-1,1 0-106,-7 0 1,0 1-1,0-1 1,1 1-1,0 0 1,1 0 58,1-1 1,1 1-1,1 0 1,0 0-1,0 0 1,0 0-157,-6 1 1,1 0 0,-1 1 0,1-1 0,1 0-1,-1 1 1,1-1 123,1 0 0,1 0 0,0 1 0,1-1 0,-1 0 0,1 1 0,0-1-19,-6 1 0,1 0 0,-1 0 0,1 0 0,0 0 0,0 1 0,1-1 0,-1 0 17,2 0 0,0 0 0,0-1 0,0 1 0,0 0 0,1 0 0,0 0 0,0 0-7,1 0 0,0-1 0,0 1 0,1 0 0,0 0 0,-1 0 0,1 0 0,0-1 1,1 1 1,0 0-1,0-1 1,0 1-1,0-1 1,1 1-1,-1-1 1,1 1 1,-7-1 1,1 1-1,-1 0 1,1 0-1,0 0 1,0-1 0,0 1-1,0 0 1,0-1 2,1 1 0,-1-1 0,1 1 0,0-1 0,0 1 0,0-1 0,0 0 0,0 1 0,0-1 2,1 0 0,0 0 0,-1 0 0,1 0 0,1 0 0,-1 0 0,0 0 0,0-1 0,0 1 7,1 0 1,0 0-1,0-1 1,0 1-1,0 0 1,0 0-1,0-1 1,0 1-1,0-1 1,1 1 1,0-1 0,0 1-1,0-1 1,0 0 0,0 1-1,1-1 1,-1 0 0,0 1-2,1-1 0,0 1 1,0-1-1,0 0 1,0 1-1,1-1 1,-1 0-1,0 1 0,1-1-2,0 1 0,0-1 0,0 0 0,0 1 0,0-1 0,0 0 0,1 1 0,-1-1 0,0 1-8,-5 0 1,0 0 0,-1 0 0,1 0 0,0 0 0,0 0 0,0 1 0,-1-1 0,1 0-1,0 0-1,0 1 1,0-1 0,1 0 0,-1 0 0,0 1 0,0-1-1,0 1 1,1-1 0,-1 0 0,0 1-2,0-1 0,0 1 0,1-1 0,-1 1 0,0-1 0,1 1 0,-1 0 1,0-1-1,0 1 0,0-1-2,6 1 0,-1-1 0,1 0 0,-1 0 0,1 1 0,-1-1 0,0 0 0,0 1 1,0-1 0,-2 0 1,1 1 0,-1-1 0,1 1 0,-1-1 0,0 1 0,0-1 0,-1 1 0,1-1-2,-3 1 1,-1 0 0,1 0 0,0 0-1,-1 0 1,0-1 0,0 1 0,-1 0 0,0 1-2,5-2 1,-1 1 0,0 0-1,-1 0 1,1 0 0,-2 0-1,1 1 1,-1-1 12,4 0 0,0 0 0,-1 0 0,0 0 0,-1 0 0,0 1 0,-1-1 4,4 1 0,1-1 1,-2 1-1,0-1 0,-1 1 1,-1 0-13,-5 0 0,0 0 0,-2 0 0,0 1 0,-1-1 1,0 1-11,3-1 0,0 1 0,-2 0 1,0 0-1,-1 0 83,5 0 0,0 0 0,-2 1 0,-1 0-449,9-1 0,-2 2 1,-1-1 363,-5 0 0,0 1 0,-7 0 0,-5 0 0,-5 0 0,23 0 0</inkml:trace>
  <inkml:trace contextRef="#ctx0" brushRef="#br0" timeOffset="36330">2495 5033 7498,'1'-9'3271,"3"-28"0,-1-9 1030,-10-14-3822,5 12 1,-3 1-133,-14 2 431,-26 33-380,3 13-230,9 4 0,-3 3-151,2 4 0,-2 5 156,-12 11 1,-1 5-107,3 6 1,3 1-57,4-7 0,5 3-3,7 8 1,12-2 13,27-5 12,22 12-15,-4-35 1,3-5-9,26 5-312,-18-8 0,1 1 307,-6-1 0,-1 0-9,8 1 0,-1 3-214,0 2 1,-4 3 222,11 14 10,-17 11 1,-42-1 28,-24 3-17,-8-8 14,-5-8 0,-6-3-25,11-6 0,-1-3-9,-7 6 0,-3-2 12,-8-3 0,3-3-15,3-3-114,5-3 0,5-6-793,18-13-980,1-15-34,29-1-3000,14-2 1,5 0 4480,3 2 0,12-12 0,-28 34 0</inkml:trace>
  <inkml:trace contextRef="#ctx0" brushRef="#br0" timeOffset="37097">2927 4610 20224,'30'29'803,"-22"8"1,-10 7-740,-10-1 0,-5 1-380,3-2 1,-1 3 0,0 0 328,1-1 0,0 0 0,0-3-306,1 2 0,0-2 295,0 3 1,3-2-3,1 13 380,5-24-341,0 14 258,4-36 146,1-1 274,3-20-605,4-14-11,8-17 6,6-13-15,-8 26 0,0 0-52,12-17-108,-6 16 1,0 3 95,10-3-5,12-6-29,-4 26 0,-13 11 12,8 18 0,-16 14-6,4 16 11,-8-4-6,-4-7 1,-2 0 16,5 11-28,-3-13 1,2-3 5,5 4 656,18-1-623,-6-21 263,16 1-240,-4-17 11,4-12 12,3-13-35,-17 3 1,-1-1-268,10-12 265,-13 9 0,-3 0 54,-1-5 44,0-2-56,-10 13 100,-7 9-156,-6 12-11,-7 12 6,-10 13 261,-9 16-278,-2 6-18,7 1-4,9-6-1,15-8 11,12-11 6,13-11 23,12-13-1,8-12 6,1-16 17,-5-11 16,-12-6 35,-14-2 16,-14 0 22,-16 4 23,-12 2-45,-11 8-33,-4 11-29,-2 9-44,8 10-23,5 10-28,9 8-134,6 12-555,7 7-1086,8 9-2634,11 3 4454,4-5 0,-2-14 0,-5-11 0</inkml:trace>
  <inkml:trace contextRef="#ctx0" brushRef="#br0" timeOffset="37654">4211 5096 24239,'-13'-6'45,"9"14"-50,23 51-4,-9-26 1,-2 2-617,-1 4 0,-3 1 616,-2 1 1,-2 0 8,-3-2 0,-3-1 292,-10 23-180,-6-24 367,0-21-177,3-25-50,4-14-50,6-16-79,7-9-61,13-4 590,1 10-641,8 3-50,3 12 0,5 2-653,17-10 580,-14 12 0,3 0-639,5 6 1,1 3-57,-8 4 1,0 1 358,6-2 0,1 0-916,9-3 0,-2 0 428,12-9 905,-23 9 1,-1-1 394,11-23 1033,-15-11 127,-5-4-791,-14 21 1,-2 0 465,-2-18-723,-4 13 627,-1-8-570,-1 22-169,0-5 333,0 18-624,-1 9 138,3 15-189,2 18-22,1 5-9,-1 10 1,0 3-1223,-2 11 1195,-3-8 1,-3 9-1,-1-4-266,-3 4 0,-1-1-150,0-3 0,0 4 0,0-3-161,2-12 1,1-2 0,0-2-475,1 13 0,2-3-1240,4-12 1,3-4 2326,6 11 0,-2-27 0,-3-11 0</inkml:trace>
  <inkml:trace contextRef="#ctx0" brushRef="#br0" timeOffset="38403">4945 5424 16958,'-12'-42'1417,"1"-1"0,-1 0 0,-4-14 1,1 7-690,-3 6-224,4 13-454,7 13-44,10 7-1,16 8-38,19 3-74,19 6-173,-3 3 0,1 1 221,-20-3 1,-1 0 18,13 3 1,-1-1-45,-2-2 107,-6-4 83,-2-1 96,-15-5 61,-13-1 22,-10-2 51,-7 1 51,-8 2-57,-4 4-5,-4 6-247,6 3-55,3 3 10,9 4-10,7-1-18,10 5-3340,19 0 3352,-2-8 16,26-3-10,-12-11 10,9-8 23,-9-8 62,-8-17-68,-16 10 34,-8-15 3376,-16 14-3404,-5-5 16,-17 7-49,6 10-1,-17 13 6,8 13 11,-7 10-33,6 9 5,12 7-5,10 5-17,11 5 11,11 2 0,13 0-17,15-5-178,-12-25 1,3-4 188,3-1 1,3-3 13,3-3 1,1-3-7,0-2 1,-1-3 2,-1-4 1,0-4 2,-5-1 1,0-3 36,22-19 33,-11-10 23,-13-8 45,-10-7-92,-9 0 215,-7 3 33,-5 9-44,-4 8-40,0 10-55,-2 8-79,3 7 293,0 5-388,3 8 164,1 11-147,7 14-18,9 16 9,-4-16 1,2 1-277,4 3 0,1 0 253,2 1 1,2 0-1670,1 4 0,-2-1 1567,6 11-410,-9 11-767,-35-25-1803,-18 8 2581,-11-10 0,12-13 1,11-9-1</inkml:trace>
  <inkml:trace contextRef="#ctx0" brushRef="#br0" timeOffset="40307">7833 5203 22699,'1'-43'733,"0"0"1,0 0 0,1-18 0,-2 13-235,-3 28-314,1 5-174,-2 22-11,4 7 5,8 39-2,-2-18 0,0 3-521,3 17 0,-1 5 506,-2-16 1,-2 2 0,0 3-539,-2-2 0,0 3 0,-2 0 0,1-4 443,-1 0 1,0-3 0,-1 2-120,-1 14 0,-2 3 0,1-7-280,0-10 0,1-3 313,-1 3 0,1-2-267,0 10 220,2-29 223,0-32 28,-1-12 45,-5-41-6,2 24 1,0-2 64,-3-16 0,0-5-28,1 4 1,-1-5 0,1 4 283,-1-5 0,1-1-319,1 3 0,0-5 0,1 5 35,2-2 0,0 3-31,1 10 0,1-1 0,0 1-25,1 3 1,0 1 0,3 1-10,2-4 1,1 1-1,2 3-22,-1 0 0,4 2 6,9-10 0,4 7 327,22 3-342,-15 21 1,2 3-3,1 5 0,2 6-23,7 12 1,0 9 13,-7 2 0,-3 5-255,1 3 1,-4 5 251,-5 10 1,-6 4-1,-7-4 1,-7 4-639,-7-1 1,-4 4 0,-2-2 663,-1 3 0,-7-2 6,-7-5 0,-7 2 1,-1-6-14,-8-1 1,-5-3 12,9-7 0,-3 1 1,1-1 4,-17 7 0,1-3-9,7-4 1,2-4 83,10-5 0,3-3-358,-4 1 318,22-9-637,27-6-824,20-6 311,-6 1 1,4-2 1128,8-3 0,4-2-861,-5 0 0,3-1 0,-2-1 285,17-7 1,-1 0 536,-2-1 0,0-1 134,-4-2 0,-2-1-170,-11 5 1,-1-2 640,7-5 0,0-3 444,-4-2 1,-3-1-183,-10 7 1,-4 0-95,12-20 856,-24 10-655,-9 13 1669,-9-5-2279,-2 13 724,-10 6-1049,3 11 613,-7 11-624,-2 11-17,-5 15 0,5 9-34,10 14 23,12-19 22,11 9-11,9-26 40,5-2 27,2-11-17,-5-10 208,12-29-179,-18 9 94,13-29-3285,-19 9 3219,-2 8 296,-3-9-213,-3 27-139,0-1-23,-3 11-34,2 5-5,-2 9 3381,0 18-3382,3 6 1,3 4-6,9 1-3369,17-3 3375,-4-6-265,6-12 1,1-5 280,-1-5-5,28-3 51,-15-29-40,-7 3 0,-13-2 0,-1-5 25,-5-3 1,-3-3-220,0-3 0,-1-2 197,0-12 0,-2 0-9,-6 14 1,-1 0-6,-1-10 0,-1-1 42,-1 1 0,0 1-9,0 2 1,-1 1 33,-2-4 1,-1 5-12,0 4 2907,-3 11-2924,0 24 720,3 5-759,-5 18-34,3 19 26,2-8 0,1 3-275,-2 28 266,4-23 0,1 5 1,0-1-651,3 10 0,0 1 383,0-2 1,1 4-1,2-1-508,5 2 1,2 0-1,-1-4 355,2 4 0,1-4-25,5 5 0,3-6-2825,0-21 1,0-6 1398,4 5-5814,14 4 4869,-34-42 3000,-11-15-167,-21-22 840,-4 1 2938,-3 2 0,-2-1-1605,10 12 0,-1-2-739,-10-12 0,1-2 857,10 13 0,2 1-1692,4 3 1,2 1 77,-4-19-363,12 10-219,17 4-56,21 6-39,27 3-1470,-17 13 1,3 2 1458,-7 1 0,3 1-25,3 1 1,4 0-1,-2 0 59,1-1 0,-1-1-53,-3 1 0,1-2 1,-2 0 17,0-4 1,-3-2 22,-8-3 1,-3-2 272,7-14-225,-20 5 0,-4-3 86,-3-12 79,-4-16 141,-11 18 3225,-4 9-3158,1 10 541,3 9-850,3 8-129,3 13 12,0 18-6,1 26-3,2-13 0,1 2 6,-1 7 0,1 3-1699,-1 4 0,1 0 1707,-1 1 0,0-1 0,-2-3 1,-1-1-153,1-8 0,-1-2 147,-5 22 0,2-25 139,-1-13-50,4-17 141,0-17 3070,5-18-3267,6-24-22,4 3 13,8 6 1,4 1-162,-2 11 1,1 2 161,11-13 0,3 2-12,-5 13 1,0 3-222,-3 5 1,1 2 201,26-3-17,6 17-5,-21 10-157,11 22-701,-25 10-3147,-13 0 0,-2 3 4027,-4-9 0,-3 0 0,2 27 0,-8-35 0</inkml:trace>
  <inkml:trace contextRef="#ctx0" brushRef="#br0" timeOffset="41803">3776 6370 4918,'-55'3'48,"0"0"0,0 0 0,1 1 0,-1-1 0,0 0 1,0 1-1,-5-1 0,-1 1 0,1 0 0,1 0 1,-1 0-1,1 0-391,0 0 0,-1 0 0,1 1 0,0-1 0,1 0 0,1 0 422,-5 1 1,1 1 0,1-1-1,0 0 1,2 0-23,4 0 0,1 0 0,1 0 0,1 0 1,1 0 5,-8 2 0,2-1 0,1 1 0,2-1 204,-10 3 0,3 0 0,3-1-203,-4 2 1,4 0 89,3 1 0,8 0 698,15 2 2089,19 5-1070,63-5-1197,-3-7 1,7-2-510,-5-2 0,3 0 0,3-1 0,-5 0 1,3-2-1,1 0 1,2-1-73,-4 1 0,2-1 0,0 0 0,2-1 0,1 0-33,-4 0 1,1 0 0,1-1-1,1 0 1,0 0 0,1 0-160,-4-1 1,1 1 0,1-1 0,0 0 0,1 0 0,1 0 0,-1 0 137,-2 0 1,-1 0 0,1-1 0,0 1 0,1-1 0,1 1 0,1-1 0,2 0-133,-1 0 1,3-1 0,1 1 0,2-1 0,0 0 0,1 0 0,-1 0 0,-2 0 0,-1 0 0,-3 1 101,0 0 1,-3 0 0,-1 0 0,-2 0 0,1 0 0,1 0-1,2 0 1,3 0-31,-3-1 0,3 1 0,2-1 0,2 0 0,0 0 0,1 0 0,0 0 0,-1 0 0,-2 0 0,-1 0 0,-3 1 53,6-1 0,-2 0 0,-3 0 0,0 1 1,-1-1-1,1 1 0,2-1 0,2 0 0,-9 1 0,2-1 0,0 1 0,2-1 0,0 1 0,0-1 0,1 0 1,0 1-1,-1-1 0,1 0 0,-1 1 5,0-1 1,0 0 0,0 1 0,0-1-1,0 0 1,0 1 0,0-1 0,0 1-1,0-1 1,0 0 0,0 1-3,0-1 0,0 0 0,-1 1 0,1-1 0,0 1 1,0-1-1,-1 0 0,1 1 0,-1-1 0,1 1 0,-1-1-1,5 0 0,1 0 0,-1 1 1,0-1-1,-1 0 0,1 0 0,0 0 1,-1 1-1,1-1 0,-1 1-6,-1-1 0,0 1 0,-1-1 0,1 1 0,-1 0 0,1 0 0,-1-1 0,0 1 0,-1 0 0,1 0-9,4 0 1,0 0 0,0-1 0,-1 1 0,1 0 0,-1 0 0,0 0 0,-1 0 0,1 0-10,-3 1 1,-1-1-1,1 1 1,-1-1 0,0 1-1,0 0 1,-1 0 0,0 0-1,0 0-9,4 0 1,0 0-1,-1 0 1,0 0-1,0 1 1,0-1-1,-1 1 1,-1-1-2,5 1 1,0 0 0,0-1 0,-1 1 0,-1 0-1,-2 1 1,-2-1 1,8 0 0,-4 0 1,-1 1-1,0 0 0,2 0-43,-1 0 0,2 1 0,1 0 0,-2 0 0,-2 0 0,-6 1-483,-1-1 0,-6 1 1,-1 1-1,3-1 559,13 0 1,5 0-1,-4 0 1,-9 1-1,-6 0 1,-8 0-1,8 0 1</inkml:trace>
  <inkml:trace contextRef="#ctx0" brushRef="#br0" timeOffset="42571">6508 4961 18481,'1'-50'1169,"0"-1"1,-1 1-1,1-17 1,-1 11-476,1 22-319,-2 15-296,0 10-68,-1 16 0,5 30-11,-2-1-316,1 3 0,-1 4 313,0-4 0,-1 1-11,0 14 0,0 3-42,-1 2 0,0 0-553,1-1 1,0 0 252,0-5 1,3-2-290,-1-7 1,2-3-539,2-7 0,-1-3-851,4 8 2034,-2-9 0,-5-22 0,0 0 0</inkml:trace>
  <inkml:trace contextRef="#ctx0" brushRef="#br0" timeOffset="42778">6394 5237 20431,'-39'-45'547,"0"1"0,4 3 0,16 8-390,39 18 325,19 1-309,17 0-78,-22 6 1,1 1-213,2 0 0,1 0 159,-1 0 0,0 1-17,-3 1 0,-1 1-176,24-1-1712,-10 2 1863,-11 8 0,-17-4 0,-6 4 0</inkml:trace>
  <inkml:trace contextRef="#ctx0" brushRef="#br0" timeOffset="452658">11892 7372 21265,'-5'-42'741,"-1"0"0,3 3 1,-1 12-412,3 24-78,7 38-106,-1 8-115,0-3 0,-1 4 11,-2 11 0,-1-1-483,0-14 1,-2 0 465,-1 17 1,-2-2-10,-1-20 1,-1-3-9,-1 5 1,-2 0 304,-8 18-128,-2-19 134,2-17 23,-2-21-95,1-19-68,0-20-106,9 11 0,2-2 55,1-7 0,2-3-86,0-5 0,2-2-462,3-2 1,2-2 449,1-1 1,2 1 14,2 1 0,2 2-3,1 4 0,0 2-57,1 6 0,1 1 37,0 7 1,1 2 5,19-16-17,7 15-11,8 13-11,6 16-11,5 19 22,-27-2 0,1 4-348,3 7 1,-2 5 341,3 5 1,-3 4-299,-2 6 1,-3 3 247,-4 4 0,-4 3-56,-6 1 0,-4 1-109,-4-1 0,-3 0-173,-1-3 0,-3-3-298,0-5 0,0-2-543,1-8 0,0-3-3957,5 16 4686,2-22 0,0-17 0,-4-8 0</inkml:trace>
  <inkml:trace contextRef="#ctx0" brushRef="#br0" timeOffset="452873">12047 7713 16712,'-53'-4'1887,"0"0"1,9 2 0,7-3-970,10-9-235,19-7-481,12-5-130,21-1 1,8 1-56,13-4-778,4 4 0,4 1 654,-14 10 1,-1 3-502,11-3 1,3 0-4309,5 3 1,-3 2 3450,-19 3 0,-3 2 0,22 0 0,-47 5 0</inkml:trace>
  <inkml:trace contextRef="#ctx0" brushRef="#br0" timeOffset="454413">12343 6927 11536,'-12'-42'1419,"1"-1"0,-1 0 1,-5 0-1,-2 0 0,-1 5-926,-7-2 1,-3 6-804,-9 0 0,-3 7 640,0 11 1,-2 8-596,-5 5 1,-3 6 429,-6 8 0,-1 6-81,15-1 0,-1 4 0,1 3-449,-5 5 0,0 5 0,1 2 390,9-5 0,1 2 0,0 2 0,1 1-464,-1 4 1,1 2 0,0 2 0,3 0 446,0 3 0,2 0 1,2 2-1,1 1-11,3 0 0,2 1 1,2 1-1,2 0-141,4-2 1,1 1-1,3 1 1,3-1 144,2-2 0,3 0 1,3 0-1,2-1-9,5 12 1,5-1 0,4-3-5,5-3 1,4-2 0,5-3 1,5-5 1,4-2 0,3-4 9,6-3 0,3-3 0,2-5 3,5-1 1,2-5 0,2-3-1,-13-6 0,1-1 0,0-2 0,1-2 12,1-2 0,0-2 1,1-2-1,-1-2-129,0-1 0,-1-2 0,1-3 0,-2-1 175,-1-2 1,-2-2 0,0-2 0,-1-3 25,13-7 1,-2-4 0,-3-3 108,-4-3 0,-2-2 0,-3-2-75,-3-3 0,-2-2 1,-4-2-37,-2-2 1,-4-2 0,-2-1 114,-4-2 1,-3-1-1,-2 0-144,-3-1 0,-2 0 0,-2 0 0,-3 2 0,-1 0 0,-4 1 72,-1 4 1,-4 1-1,-2 1-61,-8-16 1,-7 5 449,-7 7 1,-8 6-518,-7 6 0,-6 7-190,-6 6 0,-4 6-931,15 9 1,-1 4 0,0 0 1120,-16 1 0,3 2 0,17 2 0,5 1 0,-8 1 0</inkml:trace>
  <inkml:trace contextRef="#ctx0" brushRef="#br0" timeOffset="460011">18359 6186 18184,'-9'-51'1841,"1"-1"0,-1 1 0,3 7-1454,4 11-281,0 6-11,5 34 45,5 15-28,6 22-70,-5-13 0,-1 2-232,0 6 0,0 2 215,-1 3 1,-1 0-356,-2 1 1,-1-1 340,0-11 0,-2 0 34,-3 8 0,-2-2-2925,-7 11 2947,-1-1 129,-2-24-44,7-26 179,0-5-241,-2-32-34,5-6 88,1 8 0,0-3-119,2-1 0,1-2-6,-1-4 1,1-2 2,4-13 1,1 0 1286,-2 19 1,1 0-1302,5-12 0,2 2-2,11-1-112,-8 24 1,1 1 105,21-12 0,4 13 0,6 13-45,5 8 17,4 12 17,1 9 6,-3 12-18,-9 11 368,-15-4-343,-16-5 1,-6 3 3,-7 12-6,-4-11 0,-4-1 22,-21 17-11,-11-6 677,-4-11-643,4-9 240,5-13-189,9-14-18,8-10-44,7-9 16,6-3-22,7 0-6,6 4-5,8 4-11,4 8-12,7 5-11,8 11 29,8 9-24,11 13-207,-24-8 1,0 1 212,20 16-25,-14-6 1,-3 0-4,-4 2-131,-20 12 0,-13 2-20,-36-6 33,1-4 1,-6-4-499,1-18 0,-2-5-76,2-2 1,-1-4-922,6-4 1,2-6 1615,5-5 0,4-2 1,-3-4-1,13-4 1</inkml:trace>
  <inkml:trace contextRef="#ctx0" brushRef="#br0" timeOffset="460410">18808 5326 16292,'-7'-6'2548,"-27"-14"0,-12 1-4745,6 17 0,-2 1 2368,-15-13 0,-2 3-7,17 15 0,1 7 1,-3 7-181,3 6 0,-3 7 0,-1 5 0,2 1 0,3-2 63,3-2 1,3-1 0,0 2 0,-1 4-30,0-1 1,-4 4 0,0 2-1,1 1 1,5-1 0,6-1 5,0 19 0,10-1 1,4 1 21,1 0 1,5 0 0,4 1-55,4-1 1,6 0-1,6 0-335,4-11 0,5 2 1,3-3-1,-1-3 326,0-1 1,1-3-1,5-2-13,4-2 1,5 1 0,2-3-1,-1-5 386,4-8 1,0-5-1,0-1-382,-2 3 0,1-1 0,7-7 12,-4-9 1,9-5 0,3-4 0,0-1 0,-4-1 0,-8 1 240,0-1 1,-7-1 0,5-4-206,10-3 1,8-4-1,2-3 1,-4-1-1,-13-2 24,-13-4 1,-8-2 0,0-3-12,7-8 1,0-4 0,-3-1-7,-2-4 1,-2-1 0,-3-2-12,-1-2 0,-3-1 0,-1-1 6,-1 0 1,-3 0-1,-2-2 18,-6 10 0,-2-2 0,-2 2 0,-1 3-24,0 2 1,-2 3 0,-4 0 11,-9-11 0,-7 0 0,-5 9 505,-19 5 1,-8 9-548,6 6 1,-5 1 0,-2 4-92,9 8 1,-1 1 0,-2 3 0,0 2-703,-3 3 0,-1 2 0,0 2 0,2 0 805,-11 3 0,1 1 0,5 1 0,-3 2 0,8 1 0,-7 4 0</inkml:trace>
  <inkml:trace contextRef="#ctx0" brushRef="#br0" timeOffset="469453">24156 7039 19216,'1'-47'1271,"0"0"0,0 8 1,-3 5-483,-6 1-5805,-7 12 5134,3 3 1453,-9 5-1538,8 12 827,-4 3-843,-4 10 0,-10 11-6,5-5 17,-26 14 39,19-17-45,-7 3 34,6-8 3398,13-6-3398,-1-1 17,9-1-6,6-2-45,4 0-10,2-2-24,1 1 24,0-3-12,0 2 22,0-1-420,0 2 298,7 0-29,6 1 67,4 0-44,13 0 39,8 0 55,-8 0 24,16-2-1,-32 1 45,7-2 22,-18 1-16,0 0 27,-6-4-55,1 3 33,-3-3-28,3 2-5,0-1 11,1-3-28,4 0-40,2-3 23,1 5 11,0 2-11,-3 2 0,0 0 280,-3 2-184,-11 0-80,1 1 26,-20 1 1,-6 1-4,-18 2-303,15-1 1,-1-1 291,5 0 0,1 0 22,-13 1 12,-1-1 5,18-2-50,16 0 11,9-1-62,5 0 40,4 1 521,4 3-521,5 3-1,-3 2 29,4 11-12,-8 0-5,3 6 78,-6 21-27,-2-3-29,-1-9 0,-2 0 23,-1 19-399,-2-6 1,-2 1 375,1-12 1,0 0-26,-2 18 0,1-2-12,2-19 1,1-1 5,1 2 1,3-2 2,7 12 1,13 9-12,6-20 16,11-9-21,1-17-57,-5-9-296,14-11 27,-17-1-2697,9-10 1,0-1 2515,1-3 1,-11 7 0,-3 2-1,-12 7 1</inkml:trace>
  <inkml:trace contextRef="#ctx0" brushRef="#br0" timeOffset="469703">23734 7296 12825,'-7'0'7085,"2"-1"-6066,5 1 1216,-62-14-1434,45 9-426,-40-14-11,82 8-297,-1 1 34,32-5-67,-6 5-195,-19 4 0,2 1 15,28-3-593,-6 3-3182,-9 3 3921,-14 3 0,-14-1 0,-10 2 0</inkml:trace>
  <inkml:trace contextRef="#ctx0" brushRef="#br0" timeOffset="470195">24485 6456 19145,'-31'-35'915,"1"1"1,-1-1 0,-16-11 0,-2 12-606,7 24 1,-3 10-1210,-6 5 0,-3 5 999,14 0 1,-1 4 0,-1 2-32,-4 5 0,-1 5 1,-1 4-13,9-1 0,-2 4 0,-1 2 0,2 1 0,2-2-611,0-1 1,4-2 0,0 2 0,-2 4 577,2-1 0,-1 4 1,-1 3-1,0 0 0,3 0 1,4-2-7,-1 7 0,3-2 0,3 1 0,0 2-21,3-3 1,0 1 0,2 1 0,1 0 0,4 0-21,2 7 1,3 0 0,5-1 0,5-1-13,9 10 1,8-2 0,8-4-7,7-6 0,7-3 0,5-6 7,-8-13 0,4-2 1,2-4-1,1-2-265,2-3 1,1-2 0,1-3 0,-1-2 285,1-2 1,0-2-1,0-2 1,-1-2 15,14-4 1,-1-3 0,-1-4-49,-2-2 0,-2-4 1,0-3 73,-4-4 1,-1-3 0,-1-3 16,-2-2 1,-2-4 0,-2-2 201,-3-1 0,-2-3 0,-2-3-204,-2-1 1,-2-3 0,-3-1-12,-2-3 1,-2-1 0,-3-1-14,-1-3 1,-3-2 0,-2 0-3,-3-2 1,-2-1 0,-3 1-10,-2 0 1,-4 1-1,-3 0-2,-5 2 1,-3 2 0,-5 1-68,-4 4 0,-4 2 0,-4 2-422,-7 4 1,-4 2-1,-5 3 482,-11 2 0,-6 3 0,5 4 0,5 0 0,3 6 0,-4 5 0,0 1 0</inkml:trace>
  <inkml:trace contextRef="#ctx0" brushRef="#br0" timeOffset="474128">12926 7368 11687,'-48'4'1927,"0"0"0,2 0 0,12-2-1261,26-1-151,9-1 214,18-1-135,22-4-370,-9 0 0,4 0-692,9-3 1,3-2 604,8-2 0,4 0-510,-15 2 1,1-1-1,1 0 419,4 0 1,2-1 0,0-1-599,5 0 1,0 0 0,2-1 567,-13 3 1,1 0 0,1 0 0,0 1-9,2-1 0,0-1 1,1 1-1,0 0-3,0 0 1,1 0 0,0 0 0,0 0-4,-1 0 1,1 0 0,-1 0 0,-1 0 4,-1 1 0,0 0 0,-1 0 0,0 0 0,13-3 1,0 1-1,-2-1-304,-4 1 1,0 0 0,-1 0 309,-4 1 0,-1-1 1,-1 0-3,-3 1 0,0-1 0,-2 0-31,-2 1 0,-1-1 1,0 1 24,17-5 1,-2-1-1,-2 2 1,-3 1-6,-1 0 0,-3 0 513,-3 1 1,-1 0-517,4-1 0,-2 0 1453,15-3-1442,-21 6 1,-2 0 30,11-2 1217,12-6-1211,-3 0-23,0 0-27,-3 0 10,2 2 1,-1 1 0,4 2-1,2 1-5,-29 7 0,1 1 0,-1 0 0,1 0 0,0 1 0,0 0 0,29-3 6,-3-1-17,-4 1 16,-7-1 1095,-4-1-1089,-5 1-3187,7-3 3176,-15 5 292,12-4-292,-13 4 111,7-2-111,3 1 0,-1 0 0,1 0 3403,0-1-3370,5-2-27,-14 2 12,9-1-2,-12 2 1,6-1-11,-1-1 5,4 1-5,-14 2 5,5 2 11,-17 1 6,1 2 17,-4-2 17,2 0-40,-1 0 17,9-2 0,0 0-5,5-1-6,-2 0 6,-1 1-34,-9 2 5,-2 2 6,-7 1-532,-2 0-846,-3 1 1367,0 1 0,-1 0 0,1-1 0</inkml:trace>
  <inkml:trace contextRef="#ctx0" brushRef="#br0" timeOffset="474921">14692 6090 20281,'-14'-54'804,"1"0"1,2 8 0,6 4-642,21-10-79,17 14-45,17 4-493,-19 20 1,0 2 453,22-4 12,-15 15 1,0 4-1,8 15-7,-15-2 1,-3 5-1,0 31 12,-20-20 0,-7 1 152,-6 4 0,-5 0-153,-5 1 1,-4 1 19,-11 7 1,-2-2-155,10-14 1,-1-2 156,-7 7 0,1-2 17,3-4 511,1 1-506,13-10 90,10-8-67,7-7 418,11-2-401,13-12-1753,7-4 1,4-2 1600,-9 2 1,1-1-165,7-3 1,4-2-1,-1 0-2163,13-4 0,-1 0 2378,-14 7 0,1-1 0,-4 1 0,5-1 0,-6 3 0,6-2 0</inkml:trace>
  <inkml:trace contextRef="#ctx0" brushRef="#br0" timeOffset="476949">19463 6248 19042,'-42'-28'1299,"8"6"-1248,34 21-46,0 1 102,3 5 38,4 1 23,5 6 28,6 0 34,8 1-23,8 1-28,12 1-33,13 0-90,-24-7 0,2-1-355,5 1 1,1 0 329,5 0 0,1 0-9,2 0 0,0 0-22,2 1 0,1 1-531,-1-1 0,1 1 536,-1 0 1,0 0 0,0 0 0,-1 0 5,0 0 1,-2-1-1,-1 1 0,-1-1-350,-2 0 1,-1-1 352,-1 1 0,-1 0-188,-3-1 1,0 1 189,-2-1 1,0 2-17,0-1 0,-1 0-17,0 0 1,0 1 13,0 0 0,0 0 3,1-1 0,-1 0 3,0 1 0,-1 0-3,-1-1 0,1 0 2,-3 0 1,0 0 2,-2-1 1,0 0 0,26 7 508,-3-2-508,0-1 5,1-1 661,5-1-661,-29-5 1,2 0-12,1 0 0,1 1-6,0-1 0,0 1 3,0-1 1,-1 1-7,-2-1 1,-1 1 729,25 5-710,-6 0-5,-4-1-2775,7 2 2775,-16-5 5,14 3-5,-14-3 244,11 3-250,0-1 6,-3 1 47,-5-2-31,-2 1 3393,-5-2-3393,0-2 6,-1-1-11,8-1-11,-13-1 10,12 3-10,-14-2-12,2 3 18,-4-1 4,-7-1-10,-5 0 33,-5-2 6,-1 0 0,0 0 16,2 0 1,3 0 16,1 1-5,3-2-11,-1 1 5,0-1-17,-2 1 6,-3-1 23,-2 0-34,0 0-17,0-1-6,5 3 17,2 0-5,7 1-6,-1 0 5,1-1-21,-6 0-1,-2 0 17,-6-1-6,-3 0 62,-3-1 39,0 0-83,3 1-3348,3 3 3341,0-2 46,8 1-51,-5-2 11,5 0-6,-6 0 23,-2-1 28,-3 0 3616,-3-1-3722,0 3 39,1-1 5,0 2 1,1-3 33,8-1-84,11-6-107,5-2-4069,5-4 2383,-11 2 1254,-5 1 0,-10 6 0,-1 0 0</inkml:trace>
  <inkml:trace contextRef="#ctx0" brushRef="#br0" timeOffset="479436">21320 5942 9968,'-10'-2'6984,"1"0"-5186,9 2-33,0 0-1586,-10-11-17,7 11 107,-9-7 45,7 15-46,-2 3-60,0 1-12,-1-1-22,1-2 5,2-1 6,2-4 0,1-1 677,1-2-828,1 0-17,1 1 565,-1-1-565,-1-4-23,1 2 40,-1-3 78,1 4-84,-1 0 5,-2-2 35,1 0-29,0 0 6,0 0-1,2 0 96,-1 0-3489,1 1-5713,2 3 9062,2-1 0,-1 2 0,0-2 0</inkml:trace>
  <inkml:trace contextRef="#ctx0" brushRef="#br0" timeOffset="480443">21255 5983 21433,'-2'-23'2454,"0"-2"-2029,2 6 46,0-11-236,0 1-22,0-5 123,0 0-280,0 14 6,1-2-29,-1 17-27,1 1-17,-1 3 44,1 9-33,0 10 17,0 16-22,-1 13-1,-2 9-274,-3 4 286,-3-1 11,0-4-1,1-5-10,4-9 11,2-12 22,1-10 247,0-10-141,0-5 74,0-7 189,1-6-346,-1-10 22,0-11-17,-2-8-22,-3-6-6,-4-3-33,1 11 10,-3-12 7,6 21-6,-2-6-17,6 18-17,0 8-28,1 4 6,0 4 11,1 7 17,2 9 16,2 14 1,1 10-6,-2 8-17,-1 1 11,-1 0 6,-1-9 12,2-9 21,-1-14 46,0-10-18,-1-5 141,0-12-118,-1-9-23,0-16-33,0-12 17,-1-10-17,-1-4-255,-1-2 249,0 4-22,2 11 11,0 14-5,1 12-85,-2 13 35,1 4-40,0 11 67,0 10 250,1 19-255,-1 16 19,0-20 0,1 2 8,-1 2 1,0 0-6,0 0 0,1-1 0,-1 28-5,1-14 16,0-18 56,1-16 28,0-11-44,0-18-29,0-14-5,2-22-6,-2 18 0,1-3-382,0-5 1,0 0 378,0-2 0,1 0-1583,0 3 0,0 2 1558,2-22 29,-2 20-29,-2 20-34,-1 11 7,0 12 532,0 10-482,0 17-73,0 16-143,0-16 0,-1 2 120,-1 6 0,-1 2 90,0-3 0,0-2 0,0 1 0,1-23 0</inkml:trace>
  <inkml:trace contextRef="#ctx0" brushRef="#br0" timeOffset="481828">21070 5920 9878,'-3'1'8900,"0"0"-5315,3-1-2761,-48-22-197,31 6-112,-34-21-140,45 12-168,4 0-111,9 0-74,9-1 6,14 1-3386,21-1 3358,-13 12-17,21 2-32,-24 14 43,6 9-11,-7 10 17,-11 29-297,-12-10 299,-12-4 1,-7 2-6,-4-8 1,-3 0 13,-7 9 0,-3 1-3,-2 0 1,-2-2-7,1-1 1,0-2-6,0-1 1,2-1 2,-6 12 3242,11-13-3208,17-17 73,11-10 61,10-2 1,45-18-147,-12 3-448,0-4 1,2-1 419,-13 4 0,-1-1-50,10-3 0,0 0-174,-3 1 0,-2 1-910,-6 2 1,0 0 1139,-4 3 0,-3 1 0,3 0 0,-10 3 0</inkml:trace>
  <inkml:trace contextRef="#ctx0" brushRef="#br0" timeOffset="504527">12492 12218 14286,'1'-4'8464,"-1"1"-7283,0 3-531,-103-46-496,70 54 0,-1 2-384,-7-18 1,-5-6 0,6 12 276,2 30 1,7 11-31,10-9 0,1 4-1,-8 19 1,3 3-28,6-9 0,5 0-9,2 5 1,6-3 8,14 5-45,34-12 11,-11-31 0,5-6-59,14 1 1,5-6-800,-3-6 0,2-4 0,0-1-240,-6 0 0,-2-1 1,0-1 1142,3-2 0,0-1 0,-6 1 0,-9 2 0,-5 1 0,1-2 0</inkml:trace>
  <inkml:trace contextRef="#ctx0" brushRef="#br0" timeOffset="504968">12779 11640 19630,'-47'-41'1193,"-1"1"0,-6 1 0,4 10-874,3 19-1276,-9 8 0,-5 5 1128,11 7 0,1 3-113,-10-1 1,-2 6 0,8 8 1,-2 7 0,5 1-47,12-4 0,3 0 1,-1 2-14,-7 4 0,-2 2 0,3 4 4,10-1 0,2 3 0,2 2 0,4-2-537,2 1 1,5-1 0,0 3 534,-1 1 1,1 4 0,1 1 0,3-3-2,4 8 1,4-1 0,4-1-8,5 0 1,3 0 0,3-4-7,0 11 1,10-3-38,12-10 1,11 0 0,3-9-10,-7-14 0,2-7 0,5 0-1,2 0 0,5 1 1,1-2-1,-3-5 23,1-3 1,-2-5-1,3-4-23,5-5 0,5-5 1,0-2-1,-4-2 36,-3-3 1,-4-3 0,2-3 24,2 0 1,3-2 0,0-3 0,-5-2 11,-11 2 0,-2-3 0,-3 0 0,-1-2 23,10-12 1,-2-2-1,-5 1-13,-8 8 1,-2 0-1,-4-2 37,1-7 1,-3-3 0,-6-2-482,-6-2 0,-5-2 0,-2-1 448,-2 1 0,-2-1 0,-4-1-8,-5-7 1,-5 0-1,-6 4-347,-5 13 0,-6 3 0,-1 4 310,-8-7 1,-9 5-555,7 20 1,-8 1 0,-4 2 0,1 2 0,5 3 570,-1 0 0,3 3 0,-2 0 0,-1-1 0,-4-1 0,2 2 0,9 3 0,-19 2 0</inkml:trace>
  <inkml:trace contextRef="#ctx0" brushRef="#br0" timeOffset="507281">20276 12503 19484,'-2'-6'3994,"1"1"-3233,1 5-828,-11-26 218,17 44-72,-3-6-74,7 18 1,4 7-450,-2 1 0,0 0-57,-2 1 0,-1 0-1219,-2-1 1,-2 0 1678,-2 2 1,-1-4 0,0 5 0,-2-8 0</inkml:trace>
  <inkml:trace contextRef="#ctx0" brushRef="#br0" timeOffset="507597">20136 12596 22621,'-15'-40'413,"0"0"0,0 1 0,-3-16 0,12 7-284,33 9-34,27 7-743,-18 21 0,4 3 712,8 3 1,2 5-29,5 6 1,0 6-618,3 5 0,-1 6 570,-1 7 0,-2 4-15,-5 3 1,-3 4-137,-7 1 1,-5 2 18,-9 0 0,-7 1 87,-8 0 0,-9 0 47,-11-1 1,-9-2 39,-8 1 0,-8-4-384,-9-3 0,-6-5 389,-5-3 1,-4-5-12,-2-6 0,-1-4-67,4-5 0,2-6-349,7-5 0,4-7-2536,12-5 1,6-5 2538,-4-25 0,20 21 0,10 13 1</inkml:trace>
  <inkml:trace contextRef="#ctx0" brushRef="#br0" timeOffset="508031">20992 11885 19708,'-43'-23'453,"1"0"1,-1 0 0,0 0 0,-11-4-1,-1 2 1,3 8-258,-8 9 0,2 10-1311,-1 7 0,0 6 1175,20 0 0,0 3 0,0 4 1,-3 6 1,0 4-1,1 2-19,6-3 0,1 2 0,0 1 0,0 2-417,-2 4 0,0 1 1,0 2-1,2 1 390,-1 2 1,1 2-1,2 0 1,2 1-8,2 0 0,1 1 1,3 1-1,3-1-5,4-1 0,2-1 0,3 1 0,4-1 6,4 13 0,5 0 1,8-2-22,6-5 1,6-1 0,6-3-21,9-2 0,5-3 1,6-4-289,-8-12 0,3-3 0,3-1 0,1-3 255,4-1 1,3-3 0,0-1-1,1-3-134,2-1 1,2-3-1,0-2 1,0-3 144,0-2 1,0-2 0,0-3 0,0-2 20,-2-2 1,0-2 0,-1-2 0,-1-2 32,-2-2 0,-1-3 0,-1-1 0,-2-3 43,-3 0 1,0-1-1,-3-3 1,-1-1 51,7-9 0,-2-4 1,-4-2 134,-6-2 0,-3-2 0,-6-2-189,-4-3 0,-6-2 1,-4-2-11,-5-1 1,-5-2 0,-5 0-1,-6 0 1,-5-1 0,-5 2 11,-5 0 0,-6 2 0,-3 2-203,-6 2 0,-5 3 0,-3 4-150,8 11 1,-1 3-1,-3 2 1,-1 1 309,-8 2 0,-4 2 0,2 2 0,4 2 0,-10-6 0,4 5 0,-1 7 0,0 1 0</inkml:trace>
  <inkml:trace contextRef="#ctx0" brushRef="#br0" timeOffset="510486">13304 12503 12627,'-4'0'4504,"1"0"-402,3 0-3776,-18-26-446,14 20 56,-14-20 65,19 27 200,6 3-89,10 2 203,15 3-124,0-3 0,3-2-116,1 1 1,0-1-214,2-1 1,2 0 176,6 1 0,0 0-427,-3 0 0,1 1 419,14 1 0,7 2 6,-18-2 1,4 2 0,0 0 0,-5-2-1088,16 3 0,-1 1 1057,-8-2 1,4 1 0,-7 0 3,-5-1 0,-4 0-89,0 0 0,2 0 128,16 4 1,2 0-18,-11-2 1,-1-1-202,-4 0 0,0-1 218,-1 0 1,0-1-7,-5-1 1,1 0-12,11 0 1,3 1-6,0-1 0,2 0-21,-12-2 1,2 0 0,-2 1 0,12 0 1,0 1 5,7 0 0,-3 0-9,-23-2 1,-2 0 2,4 0 1,-1 0 559,13 3-540,10 1-3,-28-3 0,0-1 26,26 3-34,-1-1-6,5-1 11,-8 1-17,-10-1 1,0 1 6,16 1-1,-11 0 0,-3-1 2093,-7-1-2093,-4-1 1,0-1 16,11-2 0,-11 0 0,1 0-14,-4-2 0,-1-1-158,8 1 0,-2-1 150,14-1-3,-19 1 0,-1 0 702,18 1-694,9-1-22,-23 2 0,-2 0 0,5 2 98,14 0-70,-32 0-6,15 0-5,0-1-6,16 0 3,-16-1 0,2 0 23,-2 0 1,-2 0-27,0 0 0,0 1-3,10 2 0,-3 1 3,-4-1 0,-1 2 0,0 0 100,-5 0-100,7 1 0,-11 0 0,16-2 17,-8-2-22,18-1-1,-5 0 6,1 1 0,-12 0-6,3 3 570,-8 1-564,-1 1-6,0 0 12,-8-2 16,4 0-22,-4-2 0,14 0-6,12-1 1,5 2 5,-21-2 0,-1 0-23,19 4 18,-14-1 10,4 4 7,-16-3-1,7 2-11,-8-3-6,0 0 12,-3-3 33,21 0-39,-7-1-11,18-1 22,-10 2-11,-3-1 6,-12 1-12,3 1 6,-10-1 0,8 2 11,-11-2 0,15 2-16,-8-3-1,13 0 17,-3 0 1,-1-1-18,-2 0 6,-3 0-6,-5 1-5,-6 0 22,-5 0-11,-3 2 0,2 0 12,2 2 4,6-1-4,-4 0-24,16 0 12,-10-1 0,4-1 0,-1 1 17,-13-1-11,4 0-17,-8 0 22,4-1-6,-1 0 35,8 1-18,2-2 6,1 1 0,1-1-28,-3 0 45,-3 0-28,-4 0-45,-4 0 33,-3 0-5,-3 0 6,0 0-12,0 0-11,-1 1 6,0 0-11,-1 1-12,0 0-3377,-2 2-5976,-2-2 9387,0 2 0,0-3 0,1-1 0</inkml:trace>
  <inkml:trace contextRef="#ctx0" brushRef="#br0" timeOffset="511882">15363 13635 12433,'-4'8'4335,"0"-3"-101,4-5-2195,0 0-1473,-24-72-236,21 42-241,-7-14 1,6 2 0,21 18-34,18 1-45,-9 10 6,18 2-17,-7 11-17,14 7 17,6 7-17,-1 10-44,-6 8-51,-14 4 0,-15 5 56,-15 5 72,-17 1 18,-6-17 0,-2-3 5,-12 11 31,6-14 0,-1-4 131,-8-2 91,-3-4 66,8-7 63,12-11-354,9 1-17,5-5-67,7 3-39,12-2 28,0 2-22,36 6 39,-5 11-1691,-9-2 1,0 2 1701,18 11-12,-22-6 1,0 0-62,16 13-34,-19-8 1,-3 2 44,4 8 18,-17 12 49,-36-16 12,-23 6-12,10-19 1,-3-3-226,-8-2 0,-2-3-181,-4-2 1,-1-3-2311,0-3 0,1-3 2711,6 0 0,5-1 0,-10-4 0,25 2 0</inkml:trace>
  <inkml:trace contextRef="#ctx0" brushRef="#br0" timeOffset="514758">21109 11914 9968,'-29'44'1943,"0"0"1,3-3 0,4-9-684,11-21-291,3-4-219,6-5 2079,1-2-2538,1 1-207,-3 1-79,1 2 1,-6 3 22,5-3 11,-2 1-11,4-3-5,1-2 73,0-3 60,8-13-88,3-5 10,11-13 45,1-4-67,-2 6 45,5-10 45,3-6-124,-4 7 20,-3 5 0,0-3-497,8-13 466,-7 14 1,1-2 4,-1 4 1,0 1 5,0-3 1,2 1-363,-1-2 0,1 0 351,-1-1 0,0-1 3,-1 1 0,0 0 14,-1 1 0,-1 3-20,-5 7 1,1 1-55,4-7 1,-1 0 123,7-10-53,-8 13 1,-1-1 13,12-19 6,-1-1-17,-6 11 19,-5 9 1,0-1 2,8-14-19,-6 11 0,0 0-31,-3 6 0,0 0 0,2 1 0,-1 0 0,12-17 2,-9 17 1,0 0 3,7-9 5,-9 12 0,0-1 23,8-18 22,-3 0-22,-1-4-1,-5 10-8,-5 7 1,0 0-26,8-17 39,-6 13 0,0 1-31,-1 6 1,0 2-4,16-25-10,-2 6 38,0 5 728,-3 2-738,-2 0 5,0-3-6,1-4 176,-4 8-193,-4 7 1,1 0 0,10-15-155,-7 13 0,0 0 144,11-16 21,-1 6 18,-4 3 411,-4 5-411,-2 2-18,-3 1-10,-1-3 33,2-3-11,2-7-45,4-3 23,-5 10 33,11-15-22,-10 21-17,6-12 22,-9 18 12,-6 5 316,-2 6-322,-3 0-23,0-1-10,3-3 21,2-3-4,0 2 4,11-15-4,-6 10-7,8-10 12,-7 11-17,-4 5 17,-3 5 0,-3 3 5,-3 4 17,-1-1-22,0 0-34,1-1 12,3-3-1,0 0 6,2-2-11,-1 1 11,0 2 11,-3 2 11,-1 3-10,-2 2 27,1-1 11,-1 1-16,1-3-29,0-1-5,2-3 0,2-4 0,1-3 28,2 1-11,-2 2 11,-1 4-11,-2 4-17,-2 3 0,0 1-11,-2 1 16,1 1 7,0-3-7,1-3 1,2-2 16,2-3 1,0 1-18,-1 3 1,-2 2 5,-2 4 6,0 1 22,-2 2-11,1-2-11,0-1 0,3-3-12,-2 0-5,3-2 11,-1 3-11,0-1 17,-1 4 17,-2 0 241,0 2-236,-1-3-5,0 1-6,1-2 0,0 1 33,0 1-1411,-1 1-2789,-3 1 4139,1 0 0,-3 1 0,4-1 0</inkml:trace>
  <inkml:trace contextRef="#ctx0" brushRef="#br0" timeOffset="516808">22868 10097 12349,'-6'8'5175,"1"-2"-3803,5-6-677,0 0-258,-5 4-258,5-3 285,-3 5 7,6-2-57,1 1-5,-1-1 73,-1-1-6,-2 2-100,0 2-102,-1 3-106,-2 4-11,-2-1 95,-1-3 117,2-4 57,1-3-124,-1-6-127,-3-6-103,-5-10-60,-8-20 4,6 9 24,-1-15 10,11 24-28,2-2-22,3 8 6,7 3 16,7 2 6,15 4-22,10 2-45,11 9-263,5 7 286,1 10-57,-7 13 34,-13 11 27,-16 14 12,-20-26 0,-5 2-347,-6 4 0,-6 0 344,-6 1 1,-4 0 16,-4-1 0,-1-1-17,-1-3 0,-1-2 17,3-6 0,1-4 104,-18 9-46,16-19-16,15-15 0,13-12 266,13-10-238,11-8 0,13-2-23,11 3-38,11 6-9,-24 13 0,3 2 25,3 1 0,2 1-95,5-1 0,1 0-909,4-1 1,0 0-1590,2-2 0,-2 0 1986,-5 1 0,-5 0 0,11-3 0,-26 6 0</inkml:trace>
  <inkml:trace contextRef="#ctx0" brushRef="#br0" timeOffset="517731">23173 8150 20991,'2'7'2694,"0"-2"-2319,0-9-240,3-3-79,4-9-23,5-4 40,6-5 39,2 2 78,2-1 23,-1 0-50,-1-2 21,-4 1 52,-6 4 5,-4 7-51,-5 7-94,-3 4-668,0 2 1,0 1-1</inkml:trace>
  <inkml:trace contextRef="#ctx0" brushRef="#br0" timeOffset="520690">12109 8369 19204,'3'-57'1579,"-2"12"-1282,-1 45 56,0 0-67,1 4 482,4 14-320,1 10-308,1 1 117,0 8 6,-3-7-3313,0 24 3134,-2-15-116,0-4 1,-1 1 104,0 9-28,0-12 0,1 0 11,1 11-1039,1-9 0,0-1 1083,2 2-10,0-2 0,0 3-92,6 24 41,-3-9-19,-2-16 0,-1 0 19,-1 14-11,-2-11 0,-1 1-12,-1-5 1,-1 0-3,0 6 0,0-2-2,1 12 38,3 6-5,4-11-14,-1-11 0,0 1 20,7 23-21,-6-25 1,0-1 131,1 9-84,-2 9-39,-4-8 28,-1 13-36,-4-21 0,-1-1 3,-2 23-12,-1-4-16,4-8 2199,3-10-2160,3 19-11,-1-9-18,4 7-10,-4-9 5,-2-10 187,0 9-165,-3 0 3352,1 1-3374,-4 10 6,3-25 66,0 1-66,2-7 17,0 10-12,0 2-5,0 7-6,0-9 0,1-6 28,-1 6-11,0-6-11,-1 8-6,0 2-22,0-6 11,0 2-5,1-12-1,0 3 23,2-1 5,0 11-11,0-9 29,0 18-46,-2-23-11,0 24 12,0-19 16,0 11 6,0-12-6,0-4-6,0-6 1,1 3 5,0-4-11,1 7-22,0 0 33,0 3-11,-2-3 28,0 11-17,0-15 17,0 16 0,0-17-28,0 3 6,0-8-6,2-3-11,-2-1-23,2 3 62,-1-1-11,0 6 28,0 3-45,-1-2 11,0 5-17,0-8-11,0 1 17,0-8-420,0-3-2918,0-12 2490,0-1 0,0 3 0,0 5 0</inkml:trace>
  <inkml:trace contextRef="#ctx0" brushRef="#br0" timeOffset="522335">10288 10134 17932,'-14'-55'1141,"0"1"0,1 4 0,2 8-250,2 11-264,-1 2-162,1-4-45,3 8-364,4 11-56,1 6-34,1 10 135,6 11 61,4 15-38,6 24-80,-7-17 1,-1 2-304,0 4 0,-1 2 287,0 1 0,-2 0-11,1-2 0,-1-1-20,0-4 0,-1-1 14,2-2 1,0-2 16,2 8-28,0-11 100,-4-19 141,-3-9-50,0-11 455,-1-11-567,-3-29-57,0 9-3,-1 6 1,-2-2 20,-6-19-4,1 10 0,0 0-136,4 15 0,-1-1 116,-5-18 1,2 3 6,2 9 19,1 5 0,0 3 98,0 3 6,-1 2-51,4 12-78,2 8-67,1 5 33,2 10 251,-1 14-223,3 19-11,-1-13 0,1 3-170,0 5 0,1 2 178,0 1 1,1 0-4,1-2 1,0-1-6,1-5 0,0-1-6,7 15 34,-3-18 107,-3-14 50,-5-13-79,-5-14-95,-5-15 6,-7-18 11,-3-14-28,9 27 0,1-1 5,2 1 1,2 0 351,-1-23-346,5 13 1,2 15-29,0 13-50,0 7 11,0 6 84,13 23-12,-5-6-27,12 22 11,-4 4-39,1 7-312,-7-17 1,1 3-4566,0 5 1,0-1 3317,3 10 0,-2-5 0,-12-36 1</inkml:trace>
  <inkml:trace contextRef="#ctx0" brushRef="#br0" timeOffset="525386">12741 8025 7151,'-6'-1'3646,"1"0"-806,5 1-2488,-23 6-60,15-3 60,-17 4 449,23-5 600,1-2-1418,1 1 67,0 2 23,2 0 118,2 1 145,3 1 33,7 1-50,5 0-72,8 0-74,6-1-44,6 0-17,5-1 7,2-2-13,8 0-412,7-1 331,-28-1 0,1 0-22,3 0 0,-1 0 5,0 1 1,1 0 16,-1-1 0,0 0 36,1 1 1,0 0 58,2-1 1,0 0 5,4 0 0,0-1-403,3-1 1,1 0 340,3-1 0,1 0 0,4-1 1,1 0 13,2-1 1,2 0-730,3 0 0,0-1 666,-19 2 0,0 0 0,1-1 0,0 1 0,0-1 0,0 1-236,-1 0 1,0 0 0,0 0 246,-1 0 0,0 0 1,-1 0 34,19-1 1,-1 0 33,-1 0 0,-1 0-17,-2-1 1,2 1-40,-11 0 0,2 0 1,-2 1-24,2-1 1,0-1 5,-2 1 1,4 0-1,-4-1 3,5 0 1,0 0-13,-8 1 0,1 0 0,1 0-216,0-1 1,0 1 0,0 0 235,0 0 1,-1 0 0,1 0-4,-2 1 0,1 0 0,-1 1-2,-1 0 0,0 1 0,0 0 25,18 0 0,-1 1 3,-1 0 1,-1 0-15,-2 2 0,-1 0 2,0-1 1,-1 1 8,1 0 1,0 0-37,2 0 1,1-1 44,4-1 0,0-2-27,-18 2 0,0-2 1,1 1 19,1-2 1,1 0 0,0 0-45,1 0 0,0 0 1,0-1 1,0 1 0,-1-1 0,0 1-6,-1 0 1,-1 0-1,0 0-30,18-2 0,0 1 37,-4 0 0,-2 0 0,-4 1 0,0 0 14,-4 1 0,0 0 177,-2-1 1,-1 1-187,0 0 1,0-1-9,0 1 0,-1-1-5,2 1 0,-1-1-20,1 0 0,0 1 0,0-1 0,-1 0 22,-1 1 0,0-1 0,-2 1 1,-1 1 2,-2-1 1,0 2 208,-3-1 0,0 2-212,-4-1 0,1 1 9,29 1-17,-2 1-5,0-1 7,-30 0 1,2 0 5,1 0 1,0-1-4,3 0 1,-1 0 8,2-1 0,0 1 5,1-2 1,-1 1-12,-1-1 1,0 0 8,7-2 0,-2 1 5,15-2-776,-10 1 0,-3-1 765,-6 1 0,-2 0 1,1-1 619,11-2-606,-17 2 0,2 0-14,0 0 0,2-1-5,0 1 0,2-1 139,0 1 1,1-1-135,1 1 1,0 0 2,3 0 0,-1 0 2,2 1 1,0 0-9,0 0 1,0 0-1,-2 1 1,0 0 5,-3 0 0,-2 1-3,-3 0 0,-1-1 12,25-1 182,-6 0-177,10 0-28,-20 0-33,15 0-1,-21 2 3272,5 1-3238,-3 0 64,-3 3-58,-1 0 423,-1 2-413,4 0-10,4-2-6,7 0 5,-12-2 1,0 0 0,14 0-4,-13 0 1,0-1 3,8 0 5,9-1 12,3 0-18,-21 1-16,10 0 5,-21 1 1,7 0-6,-3 2 11,3-1 0,7 1-12,-5-1 1,1-1 0,16 1 11,-8-1 0,1 0-11,15-1-6,-17 0 0,0 0 17,-5-1 0,-2 0 0,20-1 0,-18 0 6,-16 0-6,-2 1-6,6-1 1,0 0-7,0 1 12,2 0-22,0 1 16,-2 1 23,-4 0-22,1 0 21,-6 0-16,-1 0 0,0 0 12,-1 0-12,6-1-12,5-1-4,10-2 21,-4 1 6,1 1 1,-5 1-12,-9-1 5,1 1 1,-8 1 27,-5 0-27,-4 0 0,-1-1-12,2 1-5,4-2 11,9-1 5,-1 1-5,10-1-5,-9 2 5,1 0 0,-4 1-6,-6 0 12,-4 0 235,-1 0-325,0 0-191,2 1-9556,4 3 8698,-2 0 1,0-1 0,-4-2-1</inkml:trace>
  <inkml:trace contextRef="#ctx0" brushRef="#br0" timeOffset="527541">17627 8393 21019,'-3'-48'324,"1"-1"1,-1 7 0,5 8-224,18 10-50,-4 12-6,8 5-28,0 5 5,16 11-50,-4 3-34,5 14-28,-11 3 45,-9-5 17,-3 9 67,-11 1 74,-9 0 44,-9 2 45,-10-12 83,-4-5-94,6-6 497,-6-3-452,14-7 452,-9 0-363,14-7-196,0 1 28,4-5-68,4 2-72,7-3-22,6 3-12,22 2-11,2 10 11,16 7-28,-2 11-6,-23-5 1,-1 1 22,13 17 17,-8 7 17,-22-16 67,-32 18-29,-8-18-44,-15 9 0,3-19-72,-21-2-7577,0-9-1901,1 3 9550,17-10 0,34 0 0,4-2 0</inkml:trace>
  <inkml:trace contextRef="#ctx0" brushRef="#br0" timeOffset="531328">12428 8162 19434,'-14'-10'515,"2"2"-543,12 8-56,0 0 84,1 2 129,3 3-6,4 3-50,0 0 162,10 8 56,0 0-201,1 1 78,6 2-17,-6-7 95,16 8-167,-9-7 38,17 7-72,-20-11 67,30 13-17,-13-6-64,-10-4 0,0 0-20,8 4 34,16 10-28,-21-7 5,14 10 1,-14-3 5,-1 0-23,7 9-5,-11-10 28,12 10-11,-11-10 11,10 6 62,3 1-39,-6-6 106,11 6-31,-19-16 0,1 1-315,1-1 0,1 1 228,6 3 1,-1-1 24,-5-3 1,-2-1-4,18 10 17,-10-4 1,0-1-6,4 1 92,8 5 0,3 1-92,-17-10 0,0 0-428,17 8 1,1 0 396,-7-3 0,0-1-6,0 1 1,1-1-18,-1 1 1,1 0 5,1 0 0,0 1-6,0-1 1,1 1 17,-10-5 1,3 2-1,-4-2-23,3 1 0,0 1 14,16 8 0,0-1-3,-21-8 1,0 0-7,9 6 1,1 0 2,-3 0 1,0-1 2,0 1 0,0 0-14,-1-1 1,-1 0-15,1-1 0,-1 1 6,-1-1 0,-1 1 11,0-1 0,0 0 0,0 0 0,-1 0 0,0 0 0,-1 0 5,1 0 1,0-1-9,-1 0 0,1 0-11,1-1 0,0-1 11,2 0 1,0-1 4,3 0 1,1 0-3,2-1 0,0 0 5,3 0 1,0 1 11,2-1 0,1 0-3,1 0 0,1 1-11,0 1 0,1 0-698,0 0 0,-1 2 689,0 0 1,-1 1-15,0 1 0,-1-1-296,1 2 1,-2-1 306,-11-6 1,2 0 7,0-1 0,4 1 0,-2-2-349,7 0 0,2 0 349,-3 0 0,3 0 0,0-2-185,-7-2 0,0-1 1,-1 0 180,1 0 0,1-1 1,-1 0 4,1 1 1,-1-1 0,0 0 2,0 0 0,0 0 0,0 0-10,-2 1 1,0-1-1,1 1 96,-2-1 0,0 1 0,0-1-98,-2 1 1,0 0 0,-1-1 8,19 6 0,-1 1 11,-3-1 0,-1 1 6,-1 0 1,-1 1-13,-1-1 1,-1 0-6,0 1 0,-1-1 0,0 0 0,-2 0 43,-1 0 1,-1 0-39,-1 0 1,-2 0-12,-1 0 1,-3 0-6,-9-3 0,-1 0-3,9 7 0,-2 1 813,8 9-808,-15-10 1,0 1 5,8 11 1318,-5-4-1324,-5-4 1042,-3-3-1041,-2-3 687,-2-3-693,-2-1 309,-1-1-309,-2 0 5,-1 0-5,-1-1-5,-1 0 5,-1-3 0,-3-3 5,-2-2-10,-2-3 5,-2-1-107,-2-1-358,0 4-762,1 0-655,-1 6-431,2 1-28,2 1 879,0-1 1462,16 9 0,-14-13 0,10 5 0</inkml:trace>
  <inkml:trace contextRef="#ctx0" brushRef="#br0" timeOffset="532545">19856 11613 21427,'6'-24'1883,"-1"6"-1816,-6 18 34,0 0-40,7 8-5,-2 0 12,5 8 16,-3-1 16,0 0 1,-1 3-6,2 0-5,3 1 0,3 0 10,3 0-4,3 0-7,-1 2 6,1 0-27,-4 0-7,-3 1-5,-4-1-22,-2-1 33,0 4-67,-2-7 34,1 3-1,-1-8 51,3 6-22,0-3-6,0 0-28,-3-8 17,1 0-17,-2 0 33,1 3-44,-1-4 33,0 5-27,-1-8 22,0 4 62,2 0-74,-1 0 46,4 4 27,-1-2-100,1 0 61,0 0 0,-3-3 0,1 1-44,-2-3 38,-1 0-22,-1-3-89,0 0-1823,-1 1 0,0-1 1</inkml:trace>
  <inkml:trace contextRef="#ctx0" brushRef="#br0" timeOffset="535331">15164 10561 12634,'-5'-3'3064,"2"1"3792,3 2-6464,-4-25-129,12 7-45,3-25-44,17 15 61,13-1-145,-3 10-79,-2 6 17,-4 10-17,-5 8-16,9 4 10,2 9-33,-4 3-5,-7 2 10,-11 4 12,-11 2 56,-17 7 16,-17 1-1698,2-13 0,-3-1 1704,-14 6 74,6-9 0,2-3 72,9-7-40,-9 3-111,29-12-51,6 0-22,2-1 3396,2 2-3346,8 3 67,10 6-89,16 6-6,12 3-6,-20-9 1,1 1-3,1 0 0,-1 1-9,0-1 1,-1 1-34,19 12-6,-14 1 78,-22-4-16,-15-1 22,-35 2-28,10-13 1,-4 0-556,-13 4 0,-4-1 191,-6 1 0,-2-1 353,-7 0 0,4 0 0,24-6 0,3 0 0,-24 4 0</inkml:trace>
  <inkml:trace contextRef="#ctx0" brushRef="#br1" timeOffset="570365">21097 5904 8668,'-8'2'6755,"1"0"-4453,7-2 644,0 0-1915,-3-6-157,1 2-168,-1-4-219,2 1-162,1-2-107,4-4-67,2-3-16,6-2-23,4-2-23,2-1-10,4 3-46,0 2-33,0 5 12,0 5-1,3 3-6,2 6 1,2 7 16,-1 17-5,-11-4 11,-5 22-5,-19-2 5,-1-14 0,-4 3 14,-11 11 0,-5 1-17,0-3 0,-1-2-376,-1-1 1,0-1 361,1-3 1,1-3-7,-7 9-3200,3 3 3201,17-20 145,15-7-39,5-13 135,12-1-62,8-8 403,12-3-488,18-10-89,-23 7 1,1 1-21,1-1 1,1 0 1634,1 0 0,-1-1-1974,1 0 1,-2 1-140,11-6-1126,8-5-6918,-30 9 8531,-4 1 0,-8 5 0,-10 5 0</inkml:trace>
  <inkml:trace contextRef="#ctx0" brushRef="#br1" timeOffset="570853">20967 5924 14712,'0'-6'6435,"0"2"-5729,0 4 308,13-66-392,-2 38-342,4-15 0,1 1-168,2 22 95,20-9-151,-18 19 0,19-4-50,-10 11-17,18 8 5,-4 9 6,4 13 17,-19-1 16,-5 17-27,-16 2 16,-13-7 1,-3 1-279,-6 16 287,-12-7 0,-5 0-15,11-20 1,-2-1 22,-14 16 1,0-1-24,14-16 1,2-1 34,-16 24 33,26-28 140,16-5-96,5-11 392,19-8-296,18-14-163,-7 0 1,2-3-73,-2 1 0,-2 0-29,1-2 1,-1 1-356,-7 3 0,-2 1-453,25-10 0,-17 7 0,-4 4 0</inkml:trace>
  <inkml:trace contextRef="#ctx0" brushRef="#br1" timeOffset="777077">1847 8430 20268,'-27'-50'1540,"0"-1"0,3 6 1,5 8-1233,10 20-230,5 9-94,3 4 32,4 12-16,2 1 12,16 37 21,-1 5-473,-4-12 0,0 4 448,-3 0 1,-3-2-12,-1-7 0,-2 1-1600,0 28 1,-3-1 1568,-3-6 3,-1-1 1,-2-3-15,-6-14 62,-3 0 39,-2-19-17,-1-15 587,-3-19-575,-3-17-23,-3-19-31,11 17 0,1-3 22,-2-14 1,0-1-3,5 16 0,0-1 22,-2-23 1,1 4-18,3 12 6,2 6 0,1 1 45,2-2 3336,9-7-3437,7 6 5,9 4 7,8 5 4,5 7 7,5 6-18,6 7 7,4 8 16,2 15-224,-1 16 204,-29-8 1,-1 4-38,-2 3 1,-3 3-101,-1 1 1,-3 2-337,-1 0 0,-2 0-860,-1-1 1,0 0 1352,0 0 0,-1-2 0,1 3 0,0-6 0</inkml:trace>
  <inkml:trace contextRef="#ctx0" brushRef="#br1" timeOffset="777310">1787 8718 23825,'19'-40'3,"0"0"1,5 2 0,6 5-172,13 13 0,4 5-1326,-2-1 1,1 0 1493,0 1 0,-4 1 0,5-1 0,-11 4 0</inkml:trace>
  <inkml:trace contextRef="#ctx0" brushRef="#br1" timeOffset="778878">3157 8559 24021,'5'-45'267,"0"0"0,1 2 0,2 1-2882,3 5 1,0 2 2720,3-17 12,-6 0 0,-4 1 1203,-5 0-1251,-3 1 0,-2-2 16,-1 18 1,-1 1 56,-3-7 0,-1 1 137,-2 3 0,-1 3-11,-10-8-168,3 13 860,8 21-955,7 7-23,-1 22 17,6 18-11,-1 9 1078,7 2 1,1 1-1091,3 7-11,3 0 1,3 1-23,-1-20 0,2-1-393,8 19 1,2 0 272,-4-13 0,0-1-34,2 1 0,-2-3-26,2 1-274,-9-9 73,-9-20 84,-11-5 1164,-13-19-750,-31-22 18,12 3 275,6 4 1,2-1-125,-6-12 61,-5-9 180,8-5-303,16 9-117,7 6 50,27-1-90,-1 19 11,31-15-28,-13 21 1,4 1-1,2 0 1,2 0-573,14-1 1,-1 1 571,-16 4 1,-1 1-9,8-1 0,1 0-253,-3 0 1,-1 1 266,-2-1 0,-1 1 149,0-1 1,-5 0-134,2 1 1,-18 2 28,-11 3 1156,-8 2-1178,0 1 625,-8 11-631,-4 6 24,-1 4-41,-2 11-5,8 4-18,8-1 6,11 0 12,14-14-6,-1-10 11,14-5 11,-1-10 17,9-6 101,2-16 16,-18-2 40,-9-8-90,-19 11 168,-24-7-89,-8 12-51,-21-5-28,-5 14-27,-2 5-40,5 3-17,11 2-134,16 0-225,12 0-424,11 6-1547,11 6-2089,4 1 4408,9 4 0,-12-11 0,1 1 0</inkml:trace>
  <inkml:trace contextRef="#ctx0" brushRef="#br1" timeOffset="779635">5196 7490 21999,'-14'-14'191,"3"3"-152,10 12 1400,0-1-1248,-1 0-63,1 0-32,-1 0-40,1 0-381,-1-1-465,1 1 0,0 0 0</inkml:trace>
  <inkml:trace contextRef="#ctx0" brushRef="#br1" timeOffset="786661">1493 8517 17708,'-49'9'706,"0"1"0,8-3 0,8 0 722,18-4-723,21-12-643,7 0-9,24-12 1,9-2-49,-16 9 1,4 0-796,17-6 0,8-3 0,1 2 801,-5 4 1,-1 1-1,7-1-84,-5 2 0,6-1 0,3 0 0,-2 0 0,-3 1-523,-3 1 0,-5 1 0,2 0 0,5-1 148,-9 3 0,6 0 0,2-1 0,2-1 0,-3 2 0,-4 0 0,-6 2-503,9-1 1,-7 1 0,5-1 950,0 0 0,8 0 0,1-1 0,-6 1 0,-10 2 0,-8 2 0,-5 0 0,12-1 0,0 0 0</inkml:trace>
  <inkml:trace contextRef="#ctx0" brushRef="#br1" timeOffset="787111">2973 8167 8210,'-48'19'507,"-1"1"1,0-1 0,1 0-1,-1 0 1,0 0 0,2-1-1,1 0 1,-1 1-185,-2 1 1,-1 0-1,0 0 1,1 1-627,-1-1 0,0 1 0,1 0 1,0 0 481,1-1 0,0 0 0,1 1 0,-1 0-80,0 0 1,-1 1-1,2-1 1,5-1 645,-9 5 1,8-1-605,-6 6 835,35-16-35,62-20-715,-10-5 1,4-3-518,4 0 0,5-1 0,-1-1 313,-7 2 1,-1-1-1,2 0 0,1-1 1,4 0-1,-1-1 1,0 1-14,8-3 0,-1 1 1,3-1-13,-6 1 0,3 0 0,1 0 1,1-1-42,-6 3 0,2-1 1,0 0-1,0 0 0,-2 1-108,3-1 1,-2 1 0,0 0 0,0 0-117,4 0 1,1-1-1,-1 0 1,-6 3-100,11-4 0,-5 3-906,-2 0 0,-6 3-968,0 3 68,-24 9 750,-50 17 1279,-10 0 0,-8 2 176,3-3 0,-2 1 0,-1 0 259,5-1 1,0-1-1,-4 2-111,-1-1 0,-5 2 1,-2 2-1,0-1 1,3-1-284,-1 1 1,2-1 0,0 1 0,-3 0 496,-5 2 1,-2 1-1,-3 1 1,2 0-1,2-2 90,-1 1 1,1 0 0,2-1 0,2 0-215,4-3 0,2 1 0,1-2 0,3 0-372,-20 7 0,7-2 228,11-3 0,9-3 1901,15-4-879,32-14-857,15-7 0,9-6-171,19-9 1,4-2-189,-4 2 0,4-2 79,-17 7 0,3-1 1,2-1-1,2 1-35,6-4 0,3 1 1,1-1-1,2 0-439,-3 2 0,1-2 1,2 1-1,-1 0 0,-2 0-448,-6 4 1,-2-1 0,0 2 0,-1-1 0,-1 1 910,11-3 0,2-1 0,-6 2 0,-10 4 0,12-5 0,-5 3 0</inkml:trace>
  <inkml:trace contextRef="#ctx0" brushRef="#br1" timeOffset="789168">1643 8387 18392,'-40'0'705,"-1"1"1,1-1 0,16-3-711,34-5-46,17-8-33,1 4 0,5-1-171,15-4 1,6-1-1293,-8 3 1,3 0 0,3 0 404,-7 1 1,2 1 0,0 0 0,0 0 1141,13-4 0,0 1 0,-4 2 0,5-2 0,-7 2 0,-22 6 0,0 0 0</inkml:trace>
  <inkml:trace contextRef="#ctx0" brushRef="#br1" timeOffset="789351">2119 8396 19557,'-50'15'763,"0"1"1,10-4-1,8-2-336,14-3-259,27-10-90,22-8-67,0 0 1,6-2-1551,11-4 0,6-2 0,-1 1 1106,-12 4 0,-1 1 0,4-2 433,13-4 0,9-3 0,-2 1 0,-12 3 0,-13 6 0,-3 0 0,21-6 0,0 0 0</inkml:trace>
  <inkml:trace contextRef="#ctx0" brushRef="#br1" timeOffset="792878">2247 9976 12533,'-2'-6'4033,"-13"-30"0,-4-8-2902,5 5-577,-6-11 1,2 1-185,11 16-269,7 12 44,13 25-89,-1 6 140,19 39-95,-13 1-317,-6-19 0,-1 2 275,-4 6 0,-1 3-1653,-3 15 0,-2 0 1600,1-16 0,-1-1-6,-2 21 0,-2-4-259,-4-12 259,0-5 79,-1-12 44,1-22 287,-1-14-359,0-19-7,3-4 1,0-2 0,-1-19 9,3 10 0,0-6 0,2 4 8,0 4 0,2-1 841,1-6 1,1-5 0,1 5-798,2 5 0,1 3-30,4-2 0,1 5 341,6-2-366,11 3 5,2 15 0,25 0-51,-1 12-209,-20 9 0,-1 4 187,12 8 5,-17 0 1,1 5-62,7 14 1,0 2 30,-10-11 0,-1 1-456,15 19 1,-4 2 10,-19-17 0,-2-1 50,0 1 0,-1 0-908,-2 5 0,-3 1 1345,-3 24 0,-1-19 0,-6-6 0</inkml:trace>
  <inkml:trace contextRef="#ctx0" brushRef="#br1" timeOffset="793084">2410 10194 19518,'-46'-34'1404,"0"1"0,6 2 0,9 2-995,20 2-275,12 4 163,34-13-174,14 11-419,-20 10 0,4 1 321,21-2 0,1 4-508,-14 4 0,-1 1 359,9-2 1,0 2-1081,-8 2 0,-5 3 480,4 2 0,-8-1 1,-18 3-1</inkml:trace>
  <inkml:trace contextRef="#ctx0" brushRef="#br1" timeOffset="794451">2745 9397 11760,'-8'-48'1743,"1"0"0,-1 0 1,1-14-1,-6 11-908,-23 16-297,-4 15-526,-17 4 175,22 13 1,-2 4-709,-17 12 0,-2 6 664,1 2 0,0 4-112,17-7 1,1 1 0,-1 2 29,-4 4 1,1 3 0,1 1-19,5-3 0,1 1 0,-1 2-4,-7 7 0,-1 2 1,1 3-289,10-5 0,-1 3 1,2 1-1,2 0 280,-1 5 1,2 1 0,2 0-21,3-2 0,1-1 1,5 1-337,2 18 0,8-3 336,8-12 0,6 1-677,3-1 0,4 2 1,3-1 657,0-8 1,4-1 0,2-2 10,8 7 1,4-2 0,-1-4 84,6-1 0,4-5-120,-4-9 0,4-2 0,0-3-30,15 0 1,3-4-16,-15-5 0,4-2 0,1 0 0,-1-3 69,7 0 1,-1-3 0,1-3 26,-9-1 1,2-2 0,-2-1-1,-4-1 17,14-5 1,-4-5 36,-15 0 0,0-3 0,-4-3 317,11-18 1,-4-5-188,-14 15 1,-1-1-1,-2-3 467,1-5 0,-2-3 0,-4 3-522,-2-1 0,-5-1 80,-4-1 0,-3-2 0,-1 1 54,-2-5 1,-1 0-220,-2 3 1,1-4 0,-2 4-14,0 1 1,-2 0 80,0-15 1,-2-1-26,-2 18 1,-1 2-91,0-3 1,-2 2 11,-16-15 1667,-21 28-1959,1 18 1,-7 3-804,-3 0 0,-3 2 1067,6 5 0,-3 2 0,7 1 0,7 0 0,6 0 0,3 2 0,0 0 0</inkml:trace>
  <inkml:trace contextRef="#ctx0" brushRef="#br1" timeOffset="798119">2262 10397 21170,'-8'-39'207,"24"-2"-420,19 18 0,10 1-1121,2-3 1,3 0 913,2-1 0,2-1-211,2-1 1,-1 1-1353,0 0 1,0 1 1982,0-1 0,-5 2 0,-20 10 0,-3 2 0,17-9 0</inkml:trace>
  <inkml:trace contextRef="#ctx0" brushRef="#br1" timeOffset="798286">2588 10046 9060,'-52'19'354,"0"0"0,0 0 0,6-1 0,1-2 0,7 0-219,-10 7 1038,19-7-747,18-8 931,19-9-825,18-13-443,24-11-336,-16 7 1,2-2-2370,8-3 0,1 0 2616,-3 1 0,-2 1 0,14-6 0,-23 10 0</inkml:trace>
  <inkml:trace contextRef="#ctx0" brushRef="#br1" timeOffset="798860">2310 10095 16784,'-60'15'1163,"-1"-1"0,7-2 1,5-2-621,1-2-201,31-16-550,35-13 71,9 2 0,9-3-782,4 0 0,6-2 0,1 1 840,-3 2 1,1 0 0,2 0 1,11-4 0,1 0 1,-3 2 20,1 1 0,-3 2-70,6 0 0,-3 0 347,-22 9 1,-3 0-497,26-12-330,-48 13-73,-70 16 600,-1 3-316,15 1 0,-3 1 416,1 1 1,0 1 52,-5 1 1,-4 2 108,0 1 1,-6 2 0,2-1-393,8-3 1,1-1-1,0 1 471,-7 2 1,-1 1-1,5-2-90,3-3 1,3 0 165,1-1 0,4-1 1649,-2-2-1494,23-19-2973,68-35 2487,-19 23 1,5-1-7,9-3 0,7-2 0,0 1-48,-6 6 1,1 1 0,3-2 48,7-3 0,4-2 0,3-1 0,-3 1-65,-5 4 1,-1 0-1,-1-1 1,1 0 70,6-3 1,2-1 0,-2 1 0,-5 2-7,-7 3 1,-3 1 0,-3 1 74,13-9 1,-9 1 100,-14 0-173,-30 5-37,-31 20 0,-14 10 17,-5 4 0,-5 4 273,4 1 1,-2 1 0,2 2-273,12-3 0,2 0 0,0 1-6,-9 6 0,-1 1 1,2 1-145,-6 6 0,0 3 91,11-8 1,0 3 0,1 0-150,5-1 1,1 1 0,2 2 220,1 7 0,3 3 0,2-4 0,3-8 0,3-1 0,5 5 0,0 1 0</inkml:trace>
  <inkml:trace contextRef="#ctx0" brushRef="#br1" timeOffset="799842">1516 12084 23965,'-25'-6'202,"6"7"-85,21 45-44,1 6-48,0-19 0,0 0 26,0 29 10,-1-10 113,-4-12 117,-2-15 96,-3-12-62,-4-14-151,-3-14 89,-7-42-213,8 16-189,4 7 1,1 0 183,1-25-28,4 26 0,0-3 2,1-19 1,2-1-15,0 18 1,1 0 25,8-19 0,2 4-9,3 11-14,0 7 1,4 2 2,10 2-5,11 1-40,16 11 23,-15 11 0,21 14 0,-19 11 5,-14-2 0,0 2-2,-2 4 0,-2 2 8,-1 1 0,-3 4-17,-3 7 0,-4 3-198,-6-4 0,-4-1 212,-1 1 1,-5-2-1,-7 0 0,-6-3-1556,-5-2 1,-3-3 1572,0-2 0,-1-3 5,-4-1 1,1-6 213,-12-13-205,15-7 45,3-16-39,14 0 282,1-6-305,14 1 3392,3 10-3403,6 4-11,9 12 22,6 9-11,-1 3 0,2 3-6,0 0 1,0 2-634,10 5 1,0 1 615,14 7 1,-24-11 0,-3 1-68,8 16 34,-11 3 28,-17-3-112,-41 6-28,-9-13-316,-11 4 59,-7-13-545,15-13-2531,-7-12 2992,13-8 0,17 1 0,10 4 0</inkml:trace>
  <inkml:trace contextRef="#ctx0" brushRef="#br1" timeOffset="800237">2022 11286 19287,'-60'-8'752,"-1"-1"1,1 0 0,5 5 0,0 1-1,0 6-603,-1 5 1,1 5-1,1 3-1100,2 4 0,1 4 0,2 0 986,7-4 1,2 1 0,-1 4 16,-8 7 0,0 5 0,3 5-78,13-6 0,2 2 0,1 3 0,2 2 34,-3 11 0,2 3 1,2 1-1,2-1-161,2-8 0,2-1 0,2 0 0,4 2 154,5 8 1,4 3-1,4-1 1,2-9-11,4 3 1,9-2-23,9 0 0,9 7 0,3-1 1,-2-9 4,3-2 1,7-5-21,0-4 0,8 5 0,3-4 0,-2-9-37,-1-13 1,0-8 0,2-2 14,-2 1 1,1-1 0,3-1 0,-2-3 12,3-3 1,0-2-1,-1-2 1,-1 0 39,4 0 0,-2-2 0,2-5 61,-2-6 0,4-5 1,-2-2-1,-7 1 24,3-4 0,-3-6 54,-3-3 1,4-7 0,-2-4-1,-8 2-12,-13 3 0,-7 1 0,0-3-62,7-6 1,1-2 0,-7-2 48,-8-1 0,-5-1 0,-5 0-544,-6-3 1,-5-1 0,-2 0 526,0 0 0,-3 1 0,-2 1-52,0 2 0,-1 2 0,-8 4 56,-10 2 0,-7 5 0,-1 6-453,-11 4 1,-2 5-29,13 4 1,-3 0 0,-2 5 265,-9 6 0,-3 6 0,9 2 1,-9-1-1,15 6 0,-1-1 0</inkml:trace>
  <inkml:trace contextRef="#ctx0" brushRef="#br1" timeOffset="881781">25023 1096 28052,'-27'-44'-2416,"9"12"1526,-30 48 936,10 7-384,-11 8 119,3 5 71,6 1 42,9 1-646,13-2 752,11-5 44,19-5-226,16-8 244,21-7-40,-17-7 1,2-3-168,3-1 1,1-1 180,-1-2 1,0 1 52,23-5 51,-17 1 62,-22 2-57,-12 2-33,-13 5 0,-9 5-16,-15 8 4,-11 8-38,-6 5-34,2 1-11,11-1 317,10-3-318,10-2-32,7-5 10,10-3 12,8-3-12,12-4 12,8-3 5,2-2-17,-5-2 1,-11 1 27,-11 3 28,-16 5 1,-11 6-1,-16 4 17,-10 3 1,-5 4-12,2 1-12,5 4-21,8 9-1,17 4-11,15-1 1,20-6-12,14-15-280,3-13 0,5-5-919,-6-2 0,1-1 520,20-3 1,-3-1 0,-6-1-1,-4-3 1</inkml:trace>
  <inkml:trace contextRef="#ctx0" brushRef="#br1" timeOffset="883747">26376 11298 8735,'-6'2'5960,"0"-1"-2482,6-1-1819,0 0-1206,16-2-201,14-3-62,24-2 1,8-2-62,-1 3-51,-13 2-11,-18 4 191,-16 2 190,-17 3-117,-16 7-152,-17 4-44,-13 2-57,-4 2-16,3-1-23,13-2-34,12-2-10,11-1-12,9 2 17,7 0 6,8 2 5,10 1 22,7-2-5,7-1-16,-1-2 4,-4-4-27,-8-1 6,-9-3 44,-7 1 56,-8 3 6,-8 4-17,-9 3 0,-8 2-23,-3 1-49,6-3-7,7-2-22,9-2-5,7 0 16,8 1 1,4 1 10,6 1-5,1 3 0,1 1 6,-2 4-12,0 1-5,-2 0 6,-2-2-12,-4-3 39,-4-4 79,-7-5 17,-13-1-46,-16-2-72,-16-2-543,-8 0-6738,-4-2 6433,12 0 0,25-3 0,16 0 0</inkml:trace>
  <inkml:trace contextRef="#ctx0" brushRef="#br1" timeOffset="1.72974E6">17470 6107 12040,'-4'-2'7142,"0"0"-3137,4 2-3473,-47-28-280,35 21-174,-34-22-22,54 28-17,8 0-16,13 0-7,9 5-16,8 3 6,4 6-6,1 5-1699,-21-4 0,0 1 1699,10 6-16,9 14 10,-26-10 34,-4 9 84,-15 0 22,-23 3-70,-6-11 1,-4-1-37,-17 11 1366,8-11 0,1 0-1562,-3 4-577,1 4-9086,24-6 8075,13-12 0,8-5 0,-2-9 1</inkml:trace>
  <inkml:trace contextRef="#ctx0" brushRef="#br1" timeOffset="1.73082E6">23072 6646 17199,'1'-6'6038,"0"1"-5573,4-26 0,1-6 145,-7 13-381,6-16 1,-4 4 112,-10 25-123,-2 4-96,-1 4-56,0 3-33,-1 8-29,4-1 12,-2 12-17,8 2 6,0 10 5,7 9-22,9 6 5,13 4 23,9 0-338,6-2 327,-4-5-6,-9-5-12,-15-5 29,-23 0-17,-24-1-17,7-16 1,-4 0-424,-5 0 1,-1 0-365,-1-1 1,0-1 803,2 2 0,3-1 0,-4 0 0,11-2 0</inkml:trace>
  <inkml:trace contextRef="#ctx0" brushRef="#br1" timeOffset="1.73872E6">20983 11671 17232,'7'-48'1779,"1"-1"1,-2 5 0,-1 7-6198,-4 11 4726,-1 11 1538,0 5-1656,0 8-195,0 3 10,0 4 995,0 14-843,-3 16-62,0 19-64,1-21 0,0 2-126,2 0 0,1 1 106,2-3 0,4 0 17,15 22 11,13-14 52,11-13 38,4-12-17,4-8-23,-5-6-22,-3-7 3251,-8-1-3351,-4-4-371,-2-3-1691,4-4-2257,-5 1 4352,4-4 0,-21 13 0,0-1 0</inkml:trace>
  <inkml:trace contextRef="#ctx0" brushRef="#br1" timeOffset="1.74025E6">13767 12261 10114,'0'-4'7645,"0"1"-3960,0 3-2956,-1-57-74,1 40 17,-1-42-84,1 56-162,0 3-174,-4 3-235,-1 0-1,-14 7 24,-8 7 27,-17 12-37,18-11 1,0 1-9,-1 1 1,0 1 22,-21 19-23,8-3-10,8-3 27,6-2-6,6-6 1,3-1 11,5-2 5,2 1-5,4 1-28,2 2-23,4 0 1,5-1 21,7-1 7,10-1-11,11-2-3674,22 2 3136,-14-8-4390,-6 0 1,-2-1 3342,-10-3 1,8 5-1,-26-13 1</inkml:trace>
  <inkml:trace contextRef="#ctx0" brushRef="#br1" timeOffset="1.74287E6">12093 8461 21948,'-9'-25'550,"-1"16"-410,2 29 70,-5 10 0,-3 1-126,0 0-9,-2 1 1,-1 1 81,-2-2 61,-4 4-83,7-12 425,3-5 11,10-13-185,1-3-256,2-13-24,0-9-67,1-3 6,-1-13-23,7 1-3369,14-22 3336,5 9 5,-7 21 1,2 1 16,16-8-5,1 7-1,-1 10 1,-1 7 16,0 9 12,1 12 3369,3 11-3493,1 15-150,-9-3-2849,-8-2 0,-1 1 3005,2 7 1,2 4 0,-15-27-1</inkml:trace>
  <inkml:trace contextRef="#ctx0" brushRef="#br1" timeOffset="1.74554E6">22671 7316 15154,'-47'-27'1902,"1"0"1,3 3 0,6 5-1214,7 9-264,9 4-239,8 4-136,8 1 40,6 1 246,19 5-230,-2-1 45,32 9-39,4-3-422,-17-2 0,2 1 335,2 1 1,1 1-7,0 1 1,-1 2-1,-2 2 1,-2 1-157,-4 0 1,-2 3 155,-4-1 1,-4 2 58,12 20-4,-13 0 32,-10-1 12,-6-1 5,-3-1 622,-2-2-672,-7-1 322,-7 0-434,-14 2-51,-1-7-910,2-6 0,-2-1 165,-11 11 1,1-2 0,18-14 0</inkml:trace>
  <inkml:trace contextRef="#ctx0" brushRef="#br1" timeOffset="1.74764E6">20207 11569 23713,'-15'-30'140,"1"0"0,-8-17-230,21 51 130,2 10-24,1 3 12,4 19 13,-9 5 0,-5 10 1,0-5-12,0-8 1,-1 1-254,-4 11 1,-1 5 0,-3-10 323,-22 0 11,0-8-3126,4-8 3075,9-10 57,2-5 11,12-9-225,2-1-1119,6-2-1190,4-3 2405,0-1 0,0 1 0,0-1 0</inkml:trace>
  <inkml:trace contextRef="#ctx0" brushRef="#br1" timeOffset="1.7513E6">20197 11655 20711,'0'-38'1820,"0"7"-1372,0 29-95,0 0 157,0 1-583,-2 8 107,0-2 38,-6 14-49,0 3-23,0 0 5,-4 8-5,5-5 23,-6 14-12,6-12 6,-3 8 44,2-13 35,-5 6 27,-5-2 34,-8 2-90,5-7-45,1-4 6,6-6 45,6-3 11,1 0 90,0-3 50,1-2-112,0-1 219,-11 0-169,-2-1-33,-11 0-68,7-1 102,-12-4-113,17 1-3279,-17-5 3279,21 5 73,-9-4 62,6 1-62,1-1-67,2 0 39,5 1 1,4 2 3391,-1-1-3454,3 2-38,2 1-471,1 2 437,0 5 50,3 2-6,3 5-5,6 2 6,4 0 0,-3-3 22,17 3-12,-2-6 1,17-1-6,1-4 29,13-11 4,-20 2 7,8-9 33,-25 1 0,1-6-11,-8-5-40,-6 4 40,-4-11-45,-3-7 22,0-2-10,-2-5-7,0 11-22,0 10 29,0-4 27,0 9 6,0 0-1,0 5-10,0 9-40,0 2-358,0 3 292,0 7 60,4 6 1,1 9-22,4 5 10,-2 1-10,-3 2 21,-4-2-4,-7 1-40,-6-1 56,-8-2 16,-5-2-32,-5-3-7,6-5-16,-18 1-101,10-5-470,-17 4-2785,6-2 3367,6-1 0,15-5 0,11-2 0</inkml:trace>
  <inkml:trace contextRef="#ctx0" brushRef="#br1" timeOffset="1.76252E6">20959 11698 13213,'1'-35'725,"0"-1"1,1-20 2413,1 51-2988,-2 3 1715,0 2-1681,-1 12 636,0-3-743,0 17 2854,0-2-2887,1 9-11,2 14-6,3-6-12,0 0 24,5-5-29,-2-10 17,7 6 28,7-3 45,1-10-34,2-5 73,6-9-17,1-8-45,12-6 46,2-5 44,-1-5 95,-1-3-157,-17 7 108,-3-1-18,-17 8 72,-1 0-167,-4 4-73,-1 1-196,-2 3 62,0 5 100,0-2 12,-1 4 16,-1 1 40,-4 0 16,-5 4-22,-10 0 17,-21 3-39,10-6 27,-21 1-22,15-8-11,-8-3 12,-6-10 21,6-10-38,9-1-7,10-6 7,12 0 61,-1-25-73,5 16-33,0-22 38,11 32-10,-2 0 22,2 1 22,0 7-33,0 5 6,0 2-68,0 9-241,0 2 281,5 20 33,0 4-28,5 22 5,-3-10-10,1 11 5,-2-8-6,6 7 0,8 1 18,3-13-1,9-3 6,-8-18 33,38-11-22,-16-12-177,-14 5 1,1-2 182,23-16-1,-19 5-10,4-2-91,-16 6-2676,-13 6-3233,-8 5 5977,-6 3 0,-1 1 0</inkml:trace>
  <inkml:trace contextRef="#ctx0" brushRef="#br1" timeOffset="3.20668E6">26557 3101 11038,'-4'-3'4004,"1"2"-3318,-28-6 1,-10 1 164,6 3-638,-11-3 0,0 0 16,14 8-134,7 1-263,10 1-196,7-1 275,6 1 134,2 8 16,0 4 6,-3 13-16,-2 5-29,-4 5 12,-1 1-17,3-10 27,2 4 91,9-17 162,6 3 72,10-12-128,9-6-78,9-7 0,8-4-12,1-3-11,-4 1-34,-12 5 62,-14 2 151,-11 6-22,-15 5-95,-10 8-62,-13 5-45,-7 6-34,0-1-83,6-2-51,11-5 12,10-2 61,11-5 28,12-1-6,13-4 0,12-3-10,10-2-18,2-1 6,-5 0-17,-10 6 51,-14 4 89,-18 21-89,-9-6 10,-25 22-21,-7-9-186,12-13 0,0 0 171,0-1 1,1 0-21,3-1 1,2 0-5,-10 18 10,17-5 12,17-4 27,11-2-16,11-2 342,5-3-336,7-5-40,5-5-185,7-8-1186,8-8 1388,-21-4 0,-1-1 0,4-1 0,0-3 0</inkml:trace>
  <inkml:trace contextRef="#ctx0" brushRef="#br1" timeOffset="3.20826E6">26666 4717 11374,'1'-4'7102,"-1"1"-4117,0 3-2907,21-44-22,-16 33 129,18-28 67,-20 54-61,2 14-17,0 14-28,-3 13-82,-2-17 0,-1 0-337,-2 17 289,0-17 1,-1 0 6,-4 7 10,-1 5 85,-1-12 229,3-13 247,0-12-113,1-11-257,-3-14-78,-2-14 5,-1-36-118,8 26 1,1 0-54,0-2 1,1-2 38,2-4 1,3 0-1,0 8 1,0 0 2,2-8 1,2 0 2,3-2 0,1 2-8,-2 10 0,1 2 0,10-21-17,-1 20 0,-3 17 0,5 1-12,11 9 7,-9 7 10,17 13 342,-9 14-375,-4 0 0,0 2-11,11 15-98,-6-2 0,-2 1-989,2 10 560,-11-14 1,-2-1-303,-1 9-2045,-9 7-5421,-13-19 8334,-4 2 0,1-18 0,0-10 0</inkml:trace>
  <inkml:trace contextRef="#ctx0" brushRef="#br1" timeOffset="3.20844E6">26586 4962 17916,'51'-28'-641,"0"-1"1,1 0-1,-1 1 1,7-6 0,-1 2-1,-6 7 641,-5 12 0,-7 4 0,1 1 0,-20 4 0</inkml:trace>
  <inkml:trace contextRef="#ctx0" brushRef="#br1" timeOffset="3.20901E6">27569 4498 16712,'1'-3'4469,"0"0"-2116,-1 3-2376,-8-38 7,3 35 21,-7-21 12,2 50-23,3-3 18,-5 16-24,7-9 1,0 0 11,4-5 28,4-15 56,2-1 67,2-6 141,6-10-192,-3 0 12,3-8 224,0-12-224,-7 10 213,3-21-140,-8 20-39,-2-6-62,-1 12-67,-2 5-45,1 3-85,0 3-547,-6 15 296,4-6-874,-8 21-1132,9-7-4440,1 9 6810,7-5 0,-1-9 0,2-8 0</inkml:trace>
  <inkml:trace contextRef="#ctx0" brushRef="#br1" timeOffset="3.20936E6">27774 4859 17462,'-4'1'3842,"0"0"-2721,4-1-1093,-44 48-11,40-25-17,-13 11 0,5-2 0,26-13 28,9 3 33,-11-12 203,0-1 363,-5-5-95,-3-8-258,-3-6 1,-1-9-35,0-3-38,-2 0-51,-2 2-78,-2 5-39,-1 4-74,0 4-217,3 3-1,1 2-3052,2 2-1412,6 5 4722,2-1 0,0 1 0,-3-4 0</inkml:trace>
  <inkml:trace contextRef="#ctx0" brushRef="#br1" timeOffset="3.20982E6">28622 4379 20319,'4'-40'1047,"0"0"0,2 1 1,-5 8-634,-8 17-363,0 3-12,-7 2 11,-16 6-22,-2 2-11,-21 2-17,5 5-11,1 5-6,6 4 6,10 5 11,6 4 0,8 1 0,4 3-6,4 0 12,3 5 5,2 3 6,3 5-6,0 6 12,1 5 27,-2 7-25,-3-17 0,-2 0-13,-3 18-359,-2-14 0,0 0 353,-3 11-20,8-22 0,1-1 8,3 23-23,15-10 118,12-11 40,14-10-39,14-10-6,11-7-322,-28-7 0,1-2 173,1-2 1,0-2-395,0 0 0,-1-2-4457,5-5 1,-2-1 2716,8-2 0,-13 1 1,-35 14-1</inkml:trace>
  <inkml:trace contextRef="#ctx0" brushRef="#br1" timeOffset="3.21188E6">29137 4442 21954,'-8'16'309,"0"7"-225,-4 17-23,-2 12-33,4-17-11,-2 12 11,6-19 0,-1 4-17,0-5 62,2-9 117,0-6 432,3-7-448,1-5 44,1-10-28,0-9-78,1-14-33,3-10-43,-1 11 1,0 0-37,2-14 14,0 13 0,-2 0 47,2-11 6,3-8 12,2-1-12,4 10-33,1 8-18,3 12-4,-2 13-24,5 4 12,-1 7 6,-1 3-12,2 11 6,-2 8-5,8 11-1,1 9-33,-5 15 28,-15 1 16,-9-12 12,-16-10 28,-15-19 28,-6-4 123,-23-2-107,19-8 119,-8-10-1,28-4-61,3-7-68,10 0-10,14-2-35,8 2-22,8 5-11,7 5-5,15 9-1,-10 3 6,4 7 0,1 1 0,0 5-200,0 2 0,0 2 183,11 13-17,-18-7 1,-1 1-6,7 20 27,-11-5-16,-42-1 28,0-23-67,-32 12-471,-10-16-940,-4-5-2254,27-8 0,2-3 3732,-8-6 0,18 0 0,14 1 0</inkml:trace>
  <inkml:trace contextRef="#ctx0" brushRef="#br1" timeOffset="3.21211E6">29888 4880 21282,'6'3'2694,"-2"-1"-2212,-4-2-141,0 0-324,3 55-358,-8-23-631,2 8 0,-2-1-2859,-10-7 3831,-6 1 0,16-26 0,1-1 0</inkml:trace>
  <inkml:trace contextRef="#ctx0" brushRef="#br1" timeOffset="3.21568E6">30256 4452 10298,'0'-9'6346,"1"2"-4268,-1 7 420,0 0-2470,-2-25-33,2 23 89,-2-11-45,2 37-17,0 14-67,0 8-139,1 4-180,1-1-146,2-2-162,1-5-197,0-6-251,-2-6-1243,-1-7-2572,-1-8 4935,-1-8 0,0-5 0,0-2 0</inkml:trace>
  <inkml:trace contextRef="#ctx0" brushRef="#br1" timeOffset="3.21598E6">30242 4576 16040,'-7'-50'1385,"-1"1"0,1 3 1,2 4-827,3-3-206,9 2-134,6 7-96,11 6-34,7 9-44,7 9-3386,18 10 3363,-16 7-19,-9 3 0,-1 4-119,10 17 108,-14-7 0,-1 2-15,0 4 1,-2 3-51,-2 2 0,-3 2-14,-3 1 1,-4 0 18,-6-2 1,-6 0 42,-8-2 0,-7-2-174,-8-2 0,-6-3 218,-7-2 1,-5-2-23,-4-3 1,-1-3-26,0-3 0,0-3-171,4-2 0,2-4-840,6-5 0,4-4 1039,-11-16 0,21 7 0,15-3 0</inkml:trace>
  <inkml:trace contextRef="#ctx0" brushRef="#br1" timeOffset="3.21632E6">31159 4658 15827,'4'-1'4699,"0"1"-1905,-4 0-2800,8-10 256,-8 22-351,4-3-175,-10 27-2261,-6 14-729,4-16 3266,-3 9 0,7-31 0,1 0 0</inkml:trace>
  <inkml:trace contextRef="#ctx0" brushRef="#br1" timeOffset="3.21691E6">31742 4229 22105,'-6'-46'393,"-5"9"-343,-10 43-22,-7 2-11,-3 4-11,2-1-1,-20 3 40,-3-1-23,-1 0 79,2-5-45,36-7 62,-5-2 33,16-1-39,2 1 0,1 0-34,1 7 6,1 7-5,0 12 5,0 10 0,0 10-17,-1 6-33,0 6-12,1-2 0,4-4-5,4-7 22,16 1-27,-4-16 10,19 1 12,-4-18-1,24-3-117,-4-10-340,-22-3 0,0-1 4,9-7-1619,11-7-5932,-15 2 7971,0-1 0,-21 9 0,-13 6 0</inkml:trace>
  <inkml:trace contextRef="#ctx0" brushRef="#br1" timeOffset="3.2171E6">31478 4474 16286,'-3'-2'5141,"1"1"-4227,2 1-1486,86-44-5096,-37 30 4144,4-10 1,0 3 1523,-10 18 0,-32 3 0,-3 0 0</inkml:trace>
  <inkml:trace contextRef="#ctx0" brushRef="#br1" timeOffset="3.21942E6">31805 4065 17305,'17'-17'1277,"-3"6"-991,13 13-67,-4 1-62,5 2-62,1-1 28,6 2-95,-10-3 22,10 2-10,-13-3-1,2 3 22,-5-2 107,-7 1-61,-6-2 5,-3 2 134,-2-1 6,1 3 11,2 1-16,1 3-35,2 1-49,1 3-40,2 3 6,-1 3-12,2 5 40,3 10-67,-2-2-51,0 2 51,-1 2-6,-4-3 6,1 14 22,-4 15-84,-1-18 17,-3 17-34,-3-17 17,-3 11-6,-2 2-5,0-24 0,1-1-17,-3 11-22,-7 11-40,5-23-3677,-7 7 3486,5-15-3550,-18 0 3803,10-17 0,-2-1 0,13-6 0</inkml:trace>
  <inkml:trace contextRef="#ctx0" brushRef="#br1" timeOffset="3.22088E6">26940 6068 13749,'-4'0'2307,"1"0"-1091,3 0-752,-39 22-77,25 8-225,-8-3 1,0 3-256,14 30 334,1 2-56,3-4 11,1-4 6,2-7-90,1-13 462,0 3-103,0-19 218,-1 4-6,-2-16-425,-2-3 285,-7-12 0,1-6-364,-7-14-78,3-8-56,4-9 5,4-6-16,7-3-277,9-1 283,5 0-18,5 5 12,3 4-29,-1 6 18,0 8 27,0 6-44,1 8-18,0 6 7,3 7 270,2 7-265,-4 4-34,18 18 12,-10 0-23,12 16-11,-14-1 56,-11 2 6,-17 2-1,-19-1 23,-18-4 17,-14-8 28,-4-7 22,2-10 56,8-6 23,12-12-51,14-2-22,10-6-51,6 1-33,6 1 0,2 3-28,6 4-1,3 3 7,6 5-1,5 6 6,9 8-11,7 5-17,10 5-392,3 3 291,-4 2 17,-9 4 23,-18-1 55,-16 1 23,-21-1 11,-14-4 17,-14-5-17,-7-10-51,-1-7-290,3-13-1111,9-9-5963,11-9 7415,12 0 0,9 6 0,5 8 0</inkml:trace>
  <inkml:trace contextRef="#ctx0" brushRef="#br1" timeOffset="3.22109E6">27547 6074 22436,'-1'-27'-1134,"-3"4"1,10 27 0</inkml:trace>
  <inkml:trace contextRef="#ctx0" brushRef="#br1" timeOffset="3.22128E6">27672 6506 23069,'1'-19'-799,"-5"3"-1,15 16 1</inkml:trace>
  <inkml:trace contextRef="#ctx0" brushRef="#br1" timeOffset="3.22178E6">28413 6019 23310,'-24'-47'56,"-5"11"-62,-10 41-11,-9 3 17,-5 2-11,2 1 0,8-1-6,13-1-22,12-2 33,11-1 29,4 1 27,3 2 12,1 3 16,2 4 23,1 5 0,1 8 44,-1 8 57,-1 6-23,-4 6-22,-5 5-17,-4 5-22,-3 2-88,6-29 1,1 0-6,1 0 1,1-1 24,-1 28-39,4-7-5,8-8 39,6-9-6,10-8 17,22-9-56,-10-8-79,-2-9 1,2-3-1152,26-8 222,-19 2 1,1-2 1007,7-4 0,-4 1 0,8-2 0,-8 1 0</inkml:trace>
  <inkml:trace contextRef="#ctx0" brushRef="#br1" timeOffset="3.22407E6">29197 6103 8976,'1'-3'4661,"-1"0"-2096,0 3-2464,-3-31 22,-6 23 11,-8-23 1,-10 33 22,-6 1 50,-5 1 6,-2 2-6,1-2 6,4-2 39,6 0 95,7-2 34,8-2-45,4 0-44,4 1-57,1-1-90,3 2-111,0 0 28,-1 3-1,1 2 85,-5 9 11,-4 8 11,-5 13 33,-4 8 12,-1 7 11,0 4-23,4 0-5,5-1 6,5-1-17,7-5-17,7-4 0,6-6 23,5-6 33,5-7-56,6-5-95,6-7-56,8-6-107,9-7-285,7-6-259,-27 1 1,-1-2-927,0 1 1,0-2 1559,24-12 0,-25 11 0,-10-1 0</inkml:trace>
  <inkml:trace contextRef="#ctx0" brushRef="#br1" timeOffset="3.22428E6">28903 6467 22722,'-6'-49'-992,"14"9"-324,38 30-2487,-10 4 0,2 1 2740,22-3 0,-9 0 0,-30 6 0</inkml:trace>
  <inkml:trace contextRef="#ctx0" brushRef="#br1" timeOffset="3.22487E6">29734 5977 13754,'-6'-6'2610,"2"2"-465,4 4 678,0 0-2812,-3-24-5,16 16 16,5-18-5,32 21 6,-5 1-18,0-1 29,-10-1 22,-14 4 129,0-1-12,-11 2-78,-6 0 23,-4 4-22,-1 2 66,-2 7-27,-1 6-1,1 18-67,1 2-5,6 12-56,0-13 16,7 14-5,-1-9 0,3 13-1,-2-4-16,-4 6 0,-5-20-16,-11 11-85,-12-17-140,-13 6-188,7-17 0,-1-1-2281,-23 9-2370,1-4 5080,13-13 0,24-7 0,1-2 0</inkml:trace>
  <inkml:trace contextRef="#ctx0" brushRef="#br1" timeOffset="3.22581E6">27229 7853 22151,'-47'-22'93,"-1"1"0,2 3 1,4 13-33,-6 42-563,22-13 1,1 2 501,0 1 0,2 2-17,2 1 1,3 1 286,-4 28-332,18-4-5,24-7-208,20-8 179,-10-24 1,2-4-373,5-1 0,1-3 3,3-3 0,2-2-854,1-1 0,0-3 1319,5-3 0,-4-1 0,6 0 0,-6-4 0</inkml:trace>
  <inkml:trace contextRef="#ctx0" brushRef="#br1" timeOffset="3.22621E6">28013 7715 18778,'-3'-5'3350,"1"2"-1821,2 3-1540,-57-37 11,40 32-17,-18-10 0,3 9 0,25 24 17,-4 10-33,10-4 27,6-4 12,4-3 39,3-5 162,-2-6 118,-1-4-57,-2-9-60,2-5 16,-3-9-12,-2-3-77,-8 0-51,-4 4-79,-7 4-89,-1 6-128,-1 4-136,4 9-178,3 8-454,4 10-762,4 7-2487,5 7 4229,4 7 0,-2-19 0,2-1 0</inkml:trace>
  <inkml:trace contextRef="#ctx0" brushRef="#br1" timeOffset="3.22655E6">28015 8037 15804,'-6'10'4324,"2"-2"-3271,4-8-454,0 0-582,-32 38-11,24-23-18,-24 35 46,35-33 16,2 2 74,4-2 140,4-5 167,2-6 90,2-4-90,1-9-11,-1-7 17,-3-9-3337,-5-13 3040,-5 10 84,-11-10-117,-5 19-67,-9-3-52,0 8-156,2 5-403,7 4 2848,7 4-5055,4 5 2778,10 3 0,-7-1 0,7-1 0</inkml:trace>
  <inkml:trace contextRef="#ctx0" brushRef="#br1" timeOffset="3.22707E6">28786 7732 16712,'0'-4'4251,"0"0"-2156,0 4-2050,-16-58-45,-1 42 16,0-15 1,-3 4 11,-15 25-22,-4 6-1,3 0-10,5 4-18,7 1 1,4 3 22,7-2 0,1 1-6,4 1 23,1 0-6,-1 5-5,2 2-3353,0 9 3369,4-7 6,0 12-5,2-8 10,0 9 29,0 2 39,-1 2 44,-2 0 3387,0 0-3420,0-2-17,2-2-22,3-1-11,4-3 123,12 4-101,-2-13 61,16 7-38,-2-13 38,24 3-117,-5-6-50,13-3-29,-23-8-441,8-2-1541,-10-5 2033,11-7 0,-23 6 0,-3-2 0</inkml:trace>
  <inkml:trace contextRef="#ctx0" brushRef="#br1" timeOffset="3.23254E6">29404 7833 14292,'0'-9'2061,"0"2"-1529,0 7 135,0 0-387,-21 77 22,8-16-490,0-11 1,1 0 257,6-14 0,1-5 154,3 4 283,0 0 1022,1-11 22,0-14-996,0-6-79,-3-14-347,-2-11 61,-4-28-140,2 9-11,4 8 1,1-4 27,2-1 0,0 0-322,3-25 316,0 16 1,1-2-1557,2 12 0,1 2 1557,4-25-279,-2 21 0,0 3 234,0 11 5,5-11-27,-4 23 395,5 3-401,13 9 44,2 12-27,11 16-17,0 16 3108,-9-2-3128,-7-1 1,0 0 540,0 4-636,2 5 0,-2 1-53,-4-8-359,-1 0 1,-1-1-119,-6-10-7612,5 28 3428,-14-39 4291,-1 9 0,-2-23 0,-1 0 0</inkml:trace>
  <inkml:trace contextRef="#ctx0" brushRef="#br1" timeOffset="3.23275E6">29421 8064 10528,'-3'-2'7371,"0"1"-4929,3 1-2425,1-45-23,10 29-70,6-13 1,6 0-194,24 12 23,10-3-824,1 0-7214,0-2 7396,-7 3 1,-10 4-1,-27 10 1</inkml:trace>
  <inkml:trace contextRef="#ctx0" brushRef="#br1" timeOffset="3.23323E6">29990 7555 20979,'-3'-45'129,"15"5"-118,28 31 29,17-4-18,-11 3 51,-8 0 0,-1 1-17,5-3 56,10-4 28,-37 12-68,-2 1 74,-8 2 16,-4 6 52,-1 6-85,0 9-34,3 8-33,3 5-29,2-4 6,10 23-11,-3-12-6,-4-9 1,0 0 0,7 25-7,-4-11-13,-6-10 0,-2-1-3,1 2-14,-2 2 0,-2 0-42,-2 2 0,-6 15-28,-8-16 11,0-11-443,-13 4-447,8-15-5377,-12 3 6340,8-12 0,7-4 0,5-3 0</inkml:trace>
  <inkml:trace contextRef="#ctx0" brushRef="#br1" timeOffset="3.23592E6">27143 9264 22145,'-9'-22'0,"1"19"45,4 45-45,0-2-6,0 18-79,2-8-178,1 13-308,5-27 0,0 0-213,3 9-2588,4-13 0,2-3 3372,0-7 0,2 2 0,-9-18 0</inkml:trace>
  <inkml:trace contextRef="#ctx0" brushRef="#br1" timeOffset="3.23623E6">27087 9350 15143,'-15'-45'1770,"-1"-1"0,4 5 0,5 5-1585,11 12-5515,23-4 5408,-9 17 1538,34-4-1492,-13 18-24,20 9 805,-3 17-900,-26-8 1,-2 3-182,18 18 108,-13-3 1,-3 3-26,-11-12 1,-3 2-56,3 23 0,-6 0 2750,-12 8-2619,-8-26 1,-8-3 4,-7-9 1,-4-4 25,-5 1 0,-2-2 5,-9 5 1,-3-3-56,-9-4 0,0-5-286,11-4 0,3-5-233,2-1 1,4-6 554,-7-23 0,30 15 0,0-10 0</inkml:trace>
  <inkml:trace contextRef="#ctx0" brushRef="#br1" timeOffset="3.23708E6">28271 9064 10175,'6'-7'4358,"-1"2"-1961,-5 5 897,0 0-3166,12-21 7,-11 16-85,9-16-33,-14 21 0,-1 0-23,2 0-11,0 0 12,1-1-34,0 1 22,0 0-11,-2 0 50,-1 0 40,-4 0-29,-2 0 29,-2-1 39,1 1 61,-1-2 96,4 0 55,1-1-156,4 1 112,1 0-129,1 1-448,1 1 302,0 2 57,-3 6-35,0 2-16,-2 6-16,1-2 16,3 0 0,1 0 11,5-2 28,1-2 51,3-3 252,-3-3 369,-1-3-84,-2-3-341,-2-7-96,0-7 1,-3-5-23,-2 0-11,-3 3-51,-1 4-84,0 5-78,2 4-184,3 3-158,1 1-61,1 6-292,1 7-470,0 8-1041,1 8-3536,4 4 5798,0-2 0,1-11 0,-2-8 0</inkml:trace>
  <inkml:trace contextRef="#ctx0" brushRef="#br1" timeOffset="3.23746E6">28224 9382 10399,'3'9'4044,"0"-2"-1691,-3-7-444,0 0-1516,8 14-74,-1-4-78,9 13-39,-2-8-18,4 6-139,-6-8 34,3 4-1,-8-9 258,-2-2 605,-1-2 661,-3-5-1384,-1-2-78,0-9 40,0-5 66,-1-5 45,-3 1 17,-1 5-117,-2 6-141,-1 6-33,-6 2-6,-5 6-17,-7 4-44,-2 6-140,3 1-180,6 2-291,11-3-930,11 0-4150,14-5 4893,7-4 0,-6-4 0,-5-1 0</inkml:trace>
  <inkml:trace contextRef="#ctx0" brushRef="#br1" timeOffset="3.23797E6">29019 9062 23567,'-23'-45'129,"2"9"-140,13 37 28,-8 1 50,-9 1-11,-11 1-50,-4-1 10,2-2 12,6 0-39,11-1-6,11 0-11,6 0-196,4 0 202,0 5 61,0 4-16,0 10-12,0 5 45,-2 7 22,-1 4-16,-1 5 89,-2 16-89,2-15-4,1-10 1,0 1 36,-2 14-16,-2 14-23,3-1-39,2-4 22,10-8 50,10-8-10,15-10-34,14-8-1733,-10-12 0,0-2 1688,17 0-62,-16-4 1,-1-2-631,7-4-1946,6-5 2638,-4-7 0,-23 6 0,-4-1 0</inkml:trace>
  <inkml:trace contextRef="#ctx0" brushRef="#br1" timeOffset="3.24475E6">29812 9194 10685,'-3'-2'1848,"1"0"3003,2 2-3983,-49-33-532,29 23-247,-8-8 1,1 2 275,10 13-80,2 2 12,-8 0-168,2 3-68,0 3 74,-7 7 83,1 7 62,-10 9-28,-1 5 22,0 14-145,11-4-62,5 9-44,15-18-12,7 7-22,11-11-56,20 14 22,-3-17-95,5-9 0,2-3-62,2-6-126,-2-2 1,3-3-3103,-4-6 1,-1-4-1487,1 0 1,-2-1 4666,26-9 0,-32 5 0,-18 8 0</inkml:trace>
  <inkml:trace contextRef="#ctx0" brushRef="#br1" timeOffset="3.24524E6">30090 8951 20901,'-15'-20'230,"14"1"-158,33 11 7,9-2-6,6-1 11,-2-1 5,0 0-55,-14 3 22,3 2-6,-13 4-39,-5 0 107,-5 4 16,-10 1 343,-1 14-258,1 13-175,1-1 24,4 16-24,3-10-16,8 11 17,3 4-28,-1-11-9,-1-4 1,1 0-26,-2-2-14,0 0 0,0 1-41,-5 0-1,-2 9 56,-6-10-78,-23 18 33,4-23-123,-9 4 1,-3-1-467,-9 3-304,10-11 1,0-1 954,-14 5 0,19-13 0,4-5 0</inkml:trace>
  <inkml:trace contextRef="#ctx0" brushRef="#br1" timeOffset="3.24703E6">27508 10399 18330,'-8'-20'426,"-3"5"-415,-3 15 11,-9 2 23,-6 2 1,-6 3 4,-1 0-5,2-2 5,5-2 34,7-1-22,6-1-17,6 0-45,5 0-230,3 1 185,1 0 118,-1 5 73,-3 6 10,-5 7 7,-5 12 117,-8 18-168,6-12-14,4-8 0,0 0 98,-4 15-56,-1 12-67,6-1-40,7-3-33,11-6 17,8-5 39,10-7 33,17-1-83,-11-14-56,19-3-135,-14-12-235,9-3-538,-3-6-1495,-4-5-4683,-4-6 7136,-7 1 0,-10 4 0,-8 5 0</inkml:trace>
  <inkml:trace contextRef="#ctx0" brushRef="#br1" timeOffset="3.24734E6">27147 10816 18319,'-5'-3'1350,"12"-2"-975,21-3 1,7-1-208,7-2-12,17-6 113,-24 6-11,-3 1-18,3-2 197,-10 4-50,-12 4-241,-7 1-112,-6 3-6185,0 0 6151,0-2 0,-1 1 0,1-1 0</inkml:trace>
  <inkml:trace contextRef="#ctx0" brushRef="#br1" timeOffset="3.24807E6">28266 10364 18498,'-30'21'112,"0"1"0,-15 10-95,41-13 90,6-10 111,2-1-33,1-4 426,4-1 542,2-6-571,1-3-111,1-7-6,-3-3-224,-4 1 190,-2-1-67,-3 6-33,-2-2-326,0 7-217,-1 1-354,0 4 79,1 0-1317,-2 5-330,2 6-2918,0 8 4204,1 2 0,0-8 0,1-5 0</inkml:trace>
  <inkml:trace contextRef="#ctx0" brushRef="#br1" timeOffset="3.24844E6">28279 10794 16818,'9'51'896,"-3"-13"-666,9-20 33,-5-8 45,2-1 309,-3-3 497,-4-3 168,-3-3-514,-1-2-409,-1-5 117,-2-4-6,-1-2-84,-3 1-139,-3 4-191,-1 3-73,-4 3-50,-1 2-163,1 2-341,4 0-555,4 2-733,8 0-3872,10-2 5731,3 0 0,-2-2 0,-3 0 0</inkml:trace>
  <inkml:trace contextRef="#ctx0" brushRef="#br1" timeOffset="3.24893E6">29065 10275 22128,'-39'-18'76,"0"0"1,2 2 0,4 7 29,2 16-27,-3 2-29,1-2 12,3-2-18,8-3-49,10-1-34,6 0-57,5-1-4,1 2 100,0 1 44,0 6 7,2 4-1,-1 7 12,3 7 33,-1 7 28,0 9 45,-2 7 17,-5 6-23,-3 3-50,-2 0-234,2-4 195,3-3-11,8-7 22,5-6 5,7-7-16,4-6 5,4-4-10,2-5-12,3-3 206,5-4-363,4-5-532,6-4-1938,5-8 2571,7-8 0,-25 5 0,-4-1 0</inkml:trace>
  <inkml:trace contextRef="#ctx0" brushRef="#br1" timeOffset="3.25421E6">29653 10431 16829,'0'-3'1955,"0"0"856,0 3-2665,2-10-6,-2 28-67,3 2-135,-3 31-347,0 1-626,0 0-1173,3-4-3818,2-5 5657,3-8 1,-2-16-1,-3-9 1</inkml:trace>
  <inkml:trace contextRef="#ctx0" brushRef="#br1" timeOffset="3.25451E6">29617 10632 16613,'-3'-64'1411,"1"1"0,1 5 1,5 6-897,18-1-5592,14 4 5172,-9 19 34,12 1 1392,-13 19-1454,10 1 826,3 9-865,3 11 0,2 13-139,1 17 125,-22-14 0,-2 4-31,0 4 0,-2 2-22,-1 2 0,-4 2-37,-2-1 0,-4 1-25,-6-2 0,-6 0 1412,-6-2 0,-5-1-1404,-8-1 1,-4-3 2,-5 0 1,-3-3-29,-1-4 1,-2-2-225,2-4 0,0-4-1649,4-5 0,1-3 1205,-14-4 1,20-4 0,15-4 0</inkml:trace>
  <inkml:trace contextRef="#ctx0" brushRef="#br1" timeOffset="3.25544E6">30618 10102 14813,'-7'-1'5450,"1"-1"-4902,6 2 1206,0 0-1552,-42-7-51,30 5-62,-30-5-49,41 7-91,1 0 146,8-2 40,16-1-102,0-1-10,22-6-23,-20 3 11,20-4 17,-13 2-6,11 0-22,-13 4-5,-7 1 33,-6 10-17,-10 0-28,8 11 34,-2 2 5,5 12 18,9 21-1,-2 2-11,-2 2-3,-12-26 0,-2 2-1668,-2 5 1,-2 0 1664,6 24 0,-7-18 1,-2 1-229,-2-3 1,0-2 213,0-4 1,-1 0-44,-1 8 1,-2-2-128,-14 18-146,-9-15-426,-18 2-67,7-23-6284,-22-2 7085,15-13 0,7-1 0,14-5 0</inkml:trace>
  <inkml:trace contextRef="#ctx0" brushRef="#br1" timeOffset="3.27036E6">25848 5214 20526,'0'-2'2218,"0"-1"-1809,0 3-112,7 22-62,5 11-84,8 25-380,-8-28 0,0 1 274,14 26 42,-8-30 0,1-2 254,10 2 300,8-11-254,-10-31-157,7-17-157,-13 9 0,1-3-274,2-4 1,1-2 225,1-2 0,0 0-14,0-1 0,0 2-17,-6 7 1,0 0-228,8-4 1,-2 2-233,1 5-6508,23-6 6973,-35 31 0,5-1 0,-18 5 0</inkml:trace>
  <inkml:trace contextRef="#ctx0" brushRef="#br1" timeOffset="3.27088E6">26250 6930 20963,'-24'-58'825,"-1"0"0,2 6 1,8 9-591,18 19-87,1 12 15,4 16 69,-1 18-30,1 18-68,-3 17-67,-2 5-345,1 0 283,5-9 23,6-12-3146,13-15 3197,-9-15 77,13-20-60,-4-17-1152,-3-3 1,1-3 1072,10-16-15,-8 11 1,-2-2-55,3-10-186,-11 21 0,-1-1-1615,9-14 2408,-8 16 0,-9 15 1,-5 9-1</inkml:trace>
  <inkml:trace contextRef="#ctx0" brushRef="#br1" timeOffset="3.27134E6">26513 8214 20140,'0'-5'4245,"0"1"-3584,0 4-605,-40 18-17,30 9 6,-28 17-34,47-1-33,5-8 50,7-9 56,4-11-3213,11-17 3208,-9-7-267,14-23 261,-10-5-159,5-12 108,-5-1-583,-6 2-1275,-11 18-192,-5 8 2028,-11 20 0,1 2 0,-4 4 0</inkml:trace>
  <inkml:trace contextRef="#ctx0" brushRef="#br1" timeOffset="3.27181E6">26536 9737 20033,'-3'-7'2498,"-9"-25"0,0-5-2156,5 17-309,-5-18 1,2 11-85,9 27 63,2 7 78,7 34-62,-3-12-3,1 2 0,1 3 3,1 11-22,6 9 16,3-12 45,11-15 51,0-17-56,1-12 38,5-24-55,-1-10-34,-12 12 1,0-4-74,2-5 0,-3-2-577,11-19-257,-9 6-7023,-12 23 7071,-7 18 0,-2 1 0,-1 6 0</inkml:trace>
  <inkml:trace contextRef="#ctx0" brushRef="#br1" timeOffset="3.27226E6">26806 10750 21007,'-9'-2'2628,"3"1"-2264,6 1-23,0 0-212,-1 31-51,6-11-38,-2 20 122,18-15-16,-6-15 162,18 2 146,6-21-331,-7 1 34,16-19-68,-8-6-167,0-2-667,2-4-4559,-16 11 5304,-10 8 0,-8 8 0,-6 6 0</inkml:trace>
  <inkml:trace contextRef="#ctx0" brushRef="#br1" timeOffset="3.63945E6">29420 4228 9128,'0'-10'6284,"0"1"-5548,-4-23 1,-3-5 607,-1 9-1106,1-12 0,-2 3-109,-1 24-11,-5 7-22,-16 4-52,-7 3-4,-17 9 21,-1 9-38,11 2 2,9 0 0,0 4 11,10-5 1,1 1-7,-6 2 1,0 4 36,-2 7 1,3 3-52,10-11 1,1 2 3,-11 20 0,2 3-6,10-14 0,3 1-331,-3 15 0,2 1 345,7-15 0,1 1 3,1 7 0,2-2 8,0 14-190,3-23 0,2 1 249,3 2 0,1-1-70,-1-7 0,1 1 36,9 18 1,5-1 14,13 3-60,-6-15 1,2-2-1,-2-9 1,1-3 30,3-2 1,0-2 2,1-2 0,1-2-3,0-2 1,0-2 8,0-2 0,0-2 86,28 3-71,-13-6 63,-12-7 0,0-3-36,2-2 50,3-7 0,2-4 96,7-16-546,-12 6 1,-2-1 376,-10 6 0,-3-1 70,7-9 1,-1-1 17,-7 3 0,0-1-52,8-17 1,0-4-1275,-5-3 1,-3 0 1195,-2 10 1,-3 1 5,-5 3 0,-4 2 93,-4-16 27,-8 21 1,-6-2-35,-10-11 1,-5 0-115,1 8 0,-3 2 133,-9-1 1,0 6-192,-7 4-208,-10 4-1297,1 12 1549,-4 3 0,18 6 0,15 5 0</inkml:trace>
  <inkml:trace contextRef="#ctx0" brushRef="#br1" timeOffset="3.64095E6">28745 3060 9884,'0'-4'1949,"0"1"3702,0 3-5427,-61-53-50,35 41-96,-11-16 1,-1 8 55,14 32 12,-2 8 5,-2 6-11,2 2-39,2 1-34,4-1 23,9-4 56,10-3 84,11-3-12,12-6-67,14-4-39,12-5-33,6-3-12,1-2-17,-8 1-44,-12-1 39,-15 1 117,-12 5 40,-13 3-57,-11 6-22,-12 7 0,-10 4-50,-4 3-28,1 2-11,6-1-29,8 0 1,10-1-6,9-2 0,8-2 5,10-4 7,7-2 10,9-4 0,6-3-10,1-1-7,-1-3-10,-7 2 16,-8 0 39,-9 2 23,-10 4 22,-10 6-5,-10 6-17,-9 2-12,0 1-16,6-2-17,9-3 17,11-1 44,14-3-5,10-1-44,12-4-24,6-4-38,5-4-112,0-3-387,1-2-1871,2-5 2392,5-5 0,-23 3 0,-2-1 0</inkml:trace>
  <inkml:trace contextRef="#ctx0" brushRef="#br1" timeOffset="3.64208E6">29092 3352 11586,'0'-5'4924,"0"2"-572,0 3-4319,-5-48 35,8 42-12,-1-31 11,10 64-6,-1 3-33,-2 1 28,-3 11-56,-5-21 40,2 18 44,-2-15 61,0-4 23,-1-4 477,0-12 369,0-6-846,0-3 201,0-17-206,0-3-130,0-7 57,2-8-23,5 6-39,5-7 0,13-3-50,-2 14-6,8 4 22,-12 16-11,6 6 6,-6 5-45,13 15 39,-14-6 12,8 18-12,-16-14-45,5 9 6,-4-7 6,5 4 50,5-4 5,-9-7 7,6-2 4,-7-12 1,3-3 50,8-9-50,-9 4 39,3-1-39,-13 11-56,0 0 39,-3 3-17,0 9 11,0 0 18,3 8-7,2-1 18,1-5-18,7 3-16,12-7 5,-4 0-55,30-6 72,-17-9 23,22-11-23,-26 1 78,0-12-49,-21 13 88,-7-19-77,-15 13-68,-2-4 118,-20 8 5,0 9-22,-19-1-61,10 6-12,2 2 0,23 4-33,6 3-12,7 3-50,1 6-459,3 8-426,7 2-1244,6 4-6160,7-2 8373,2-6 0,-6-7 0,-6-6 0</inkml:trace>
  <inkml:trace contextRef="#ctx0" brushRef="#br1" timeOffset="3.64231E6">29914 3200 13177,'0'-3'4218,"0"1"-2241,0 2-1803,6-32 5,-3 24-78,3-24 89,-5 32-587,-1 0-1178,2 4 1575,3 1 0,-3 0 0,3 0 0</inkml:trace>
  <inkml:trace contextRef="#ctx0" brushRef="#br1" timeOffset="3.64289E6">30309 3180 22055,'-4'-34'347,"1"-1"1,-6-21-298,-3 52-11,-4 3-5,-8 7 5,-7 6 6,-8 8-23,-3 5-10,2 2-7,9 1 1,12-2-1,11-4 1,14-1 0,8-4 16,13-3-5,8-7-6,-5-3 67,13-9-10,-16-6 27,9-10 11,-13-8-5,-8-6 11,-7-7 11,-10-6 17,-4-2 51,-5 2 55,-1 6 6,0 8-28,2 8-34,2 6-61,2 8-90,3 5-45,2 4-4,3 16 45,4 4-17,4 26-13,-1-12-13,3 22-32,-2-13-73,3 13-111,2-1-245,1-3-551,0-6-1088,3-6-3688,2-9 4946,-1-9 0,-6-10 0,-6-5 0</inkml:trace>
  <inkml:trace contextRef="#ctx0" brushRef="#br1" timeOffset="3.64349E6">30586 3067 23220,'-11'-9'303,"1"1"-281,10 8-5,0 3-28,1 0 33,1 2 6,1 1 22,2-2 51,0-1 39,2-2-22,1-4-34,3-3 0,2-6 5,-1-5-5,-1-2 40,-4-1-1,-4 2 28,-2 2 6,-4 3-68,-2 2-16,-5 4-28,-3 3-6,-4 3-16,-2 7-57,-2 6 45,-9 17-11,8-6-11,-5 17 22,15-9-72,2 9 16,7-9-78,11 6-269,18-3-577,17 4 426,-2-8-1278,13-7-4212,-15-17 6033,4-1 0,-17-4 0,-11-1 0</inkml:trace>
  <inkml:trace contextRef="#ctx0" brushRef="#br1" timeOffset="3.64368E6">30928 3010 14482,'-2'-3'6133,"1"0"-5169,1 3-1603,-18-53-531,20 42-2947,-7-32 73,18 51 4044,4 9 0,-13-11 0,1-1 0</inkml:trace>
  <inkml:trace contextRef="#ctx0" brushRef="#br1" timeOffset="3.64387E6">30972 3146 20660,'-28'1'-2761,"8"2"-4084,32 2 6845,-1 1 0,-3-4 0,-3-1 0</inkml:trace>
  <inkml:trace contextRef="#ctx0" brushRef="#br1" timeOffset="3.64462E6">31196 2944 15069,'-3'-6'3506,"0"1"-2939,3 5 822,0 0-1003,14 5-33,-9 8 6,10 16-231,-13 3-32,-2 7-62,0-14 27,0 2 96,3-3 6,-2-6 296,2 0-223,-2-14 256,-1-3-94,-1-6-342,0 0 95,-7-25-128,1-6-23,-1-4 33,1-6 1,6 15 16,-1-10 40,6-1-79,-1 15-3375,8-2 3375,-5 21-22,8-5 0,-2 9 0,5 0 11,-4 4 247,5 5-72,-1 5-74,10 15-22,-10-6 3319,10 20-3387,-19-21-9,4 15 12,-11-14-191,-13 10 35,-1-10 64,-7-3 21,8-11 102,3-5 22,5-9-41,0-1-18,5-6-50,5 5 53,0 3-11,5 2 12,2 2-12,-1 2-23,14 4 29,-5 5-1,22 11-5,-16-4 12,12 13 38,-18-7-31,-3 6-12,-9 1-41,-11-7-11,-13 3-117,-38 1 61,15-8-134,2-5 0,-2-3-1445,-4-5 1669,-11 1 1,25-4 0,7 0 0</inkml:trace>
  <inkml:trace contextRef="#ctx0" brushRef="#br1" timeOffset="3.64724E6">31845 3087 18330,'3'-28'751,"-5"14"-588,-6 32-107,-6 11-185,-5 8-902,-1 11 213,7-15-5097,3 11 5067,8-21 0,2-4 0,0-9 0</inkml:trace>
  <inkml:trace contextRef="#ctx0" brushRef="#br1" timeOffset="3.64801E6">31962 2815 18134,'-2'2'1093,"-2"8"-858,-1 24-145,-1-4 38,1 10-16,2-9-22,9 6 22,5-6 73,8-6 117,3-9 107,1-8-6,-2-8-101,-1-9-94,-1-8-3337,2-18 3208,-8 10 78,3-16 11,-8 17 50,0-3 96,-1 7-225,-4 11-83,-1 3 3375,-1 6-3376,-1 6 7,1 3-1,2 14-17,2-1 12,1 0 16,7-1-11,2-6 6,9 2 34,7-7-12,-9-4 84,5-6 17,-13-9 28,2-7-6,-3-10 12,-6-11-62,-4 0-67,-5 3 44,-5 2 1,-2 10-6,-3-4-39,-4 0-51,4 8-16,2 2-146,3 8-829,5 6 387,0 0-242,0 3 852,5 12 0,-3-9 0,3 9 0</inkml:trace>
  <inkml:trace contextRef="#ctx0" brushRef="#br1" timeOffset="3.64832E6">32515 2786 9593,'-8'0'6458,"2"0"-4907,6 0-616,0 0-2340,44-43 1405,-12 32 0,-7-12 0,-1 3 0,-3 20 0</inkml:trace>
  <inkml:trace contextRef="#ctx0" brushRef="#br1" timeOffset="3.64852E6">32543 2951 15177,'-3'0'4358,"0"1"-3793,3-1-2010,60-24 594,-5 12 1,-19-1 0,-2 0 0,7 7-1</inkml:trace>
  <inkml:trace contextRef="#ctx0" brushRef="#br1" timeOffset="3.65335E6">32812 2759 8304,'-5'0'6531,"2"0"-1725,3 0-4750,-1-3-28,-1 0 45,-1-4 45,-2-1 55,-1-3-10,1-5-12,0-3 22,2-1 6,2 0-11,1 2 0,3 1-22,0 4-68,3 3-72,0 3-17,0 5-28,6 0-12,0 5-27,7 4 11,-4 8 16,-4 7 18,-5 7 27,-3 4-5,-7 4 16,-7 1 7,-9 1-7,-9-1 1,-3-3 16,1-5-5,5-7-17,8-7 11,8-6 40,6-5 55,5-3 0,6-1-72,6 0-40,7-4-44,6 0-146,4-4-342,5 0-520,4-1-1216,2 1-4391,2-1 6665,-7 2 0,-18 3 0,-13 1 0</inkml:trace>
  <inkml:trace contextRef="#ctx0" brushRef="#br1" timeOffset="3.65419E6">32946 2506 8203,'0'-3'5025,"0"0"-2505,0 3-2038,48-32-152,-26 23-232,8-8 0,0 2-36,-11 14-96,-2 5-10,-1 2-24,-3 8 29,-4 4 56,-4 4 17,-7 4 44,-7 2 6,-6 0-17,-4 0 6,0-1-17,0-1-22,5-4-18,3-2-16,6-5 40,3-4 32,1-2 46,2-2 61,2-1-16,3-1-57,7 0-56,3 0-38,2-1-12,1 0-23,-1 1 1,0 1-1,-2 0 7,-4 2 27,-6 0 17,-2 1 17,-3 1 27,-1 2 1,-2-1-22,-1 2 38,1 0 85,6 3-90,5-1-28,6 0-23,1-2-27,-2 1 11,-2 1 11,-5 4 5,-2 0-5,-3 4 17,-2 0-11,-4 2-6,-3-2 11,-6-2-39,-5-2-101,-4-5-526,-6-2-5529,-4-6 5308,2-3 0,11-2 0,8-1 0</inkml:trace>
  <inkml:trace contextRef="#ctx0" brushRef="#br1" timeOffset="3.65518E6">32543 2795 8052,'1'-5'4756,"0"1"1225,-1 4-5964,-2-15 11,0 13 79,-4-7 72,-6 29-145,4-5 39,-3 11 0,8-11-45,2 1 123,6 3-6,2-8 135,4 1-50,-4-7 548,3-2-582,-5-5 67,5-5-39,-3-4 56,2-13-117,-3 1 17,-2-6-96,-3 12 117,-1-1-3240,-4 2 3140,2 4 129,-4-6-197,3 13-27,-1-3-85,3 7-178,0 1-662,1 11 3655,0-2-12567,3 23 8307,-1-18 0,2 6 0,-3-16 0</inkml:trace>
  <inkml:trace contextRef="#ctx0" brushRef="#br1" timeOffset="3.65558E6">32500 3127 20296,'13'13'40,"4"1"-12,-6-5 39,2 0 6,-4-4 285,2-4-106,-3-5 45,5-7 61,-2-6 124,0-5 78,-5-1-67,-2 4-297,-3 6 308,-8 1-302,-2 6-107,-5-1-45,3 5-16,2 1-34,3 2 0,2 0-11,1 3-23,1 2-307,1 2-2135,3 4 2476,1 1 0,0-3 0,0-4 0</inkml:trace>
  <inkml:trace contextRef="#ctx0" brushRef="#br1" timeOffset="3.68411E6">29173 5585 19356,'-46'-6'78,"35"-6"-143,38-1 1,19 0-15,4-2 1,2 2-1217,5 0 1,2 1 1263,0 1 1,-1 1 18,-5 2 1,-3 1 327,-10 1 0,-3 1-238,11-2 376,-31 4-466,-21 2-2896,-51 8 2925,12-2-2,4 1 0,-7 2 0,2 0-69,-5 2 1,0 0 75,0-1 1,-2 1-1,2 0-8,-1 1 0,0-1 21,5-1 1,-2 1 0,5-1-8,-19 3-51,10-1 1,5-1 5,22-5-112,8 0 124,39-11-12,25-8 11,-12 4 1,3-2 958,7-2 0,3 0-953,3-1 0,1 1 5,1 0 1,-1 0-1,-3 2 1,-1 1 452,-6 2 1,-2 0-459,-8 3 0,-3 0 39,9 0 22,-22 3-44,-27 6-17,-24 4 1074,-7 2-1074,-7 2 0,-5 2-287,10-4 0,-1 1 289,2-1 0,-3 2 0,1-2 0,-10 3 1,3 0 5,4-2 1,4-1-4,9-1 1,3-1-196,-7 1-34,21-3 224,25-4 28,18-5-39,23-4-3,-16 2 0,1-2 142,7 0 0,0-1-128,3 0 0,0-1-3,1 0 0,-1 1-219,-2 0 1,-1 1 226,-5 1 1,-1 0 11,17-3 22,-20 4 90,-20 4-112,-57 11 11,-9 3 94,5 0 0,-3 0-91,4 1 0,1-1-260,-3 1 1,1 1 253,3-1 0,2 0-22,7-2 0,3 1-31,-10 3 11,20-4 174,31-8-57,19-8-55,29-9-28,-17 4 0,2-2-150,7-2 1,1 0 143,3-1 1,0 1 2,-1 0 0,-2 0 257,-4 2 0,-2 2-238,-7 1 1,-2 2 123,12-3 61,-22 6-89,-24 3-79,-26 6 1,-25 6-29,-2 1-8,1 1 0,-3 1 25,18-5 1,-1-1-1278,-18 6 1,3-1 1260,2-2 33,18-3 0,47-11-79,27-8-81,-3 2 1,4-1-578,13-3 0,3 1 232,-15 3 1,2 0 0,-1 0-1283,3 1 1,-1 0-1,-1 0 1731,13-2 0,-4 2 0,-18 2 0,-4 1 0,2-1 0</inkml:trace>
  <inkml:trace contextRef="#ctx0" brushRef="#br1" timeOffset="3.73934E6">23859 14109 8763,'0'-3'5893,"0"1"-1104,0 2-4061,-51-4-375,31 6-37,-15-2 1,-1 2 192,7 8 13,-14 6-421,15-4-6,-1 3-118,19-6-27,3 2 33,8 1 96,20 3-29,9-1-11,19 2-33,-9-7 5,9 2-17,-12-1 34,6 6 28,-18-1 28,-11 5 51,-23 0-46,-3-2 51,-20 10 12,-3-2-7,-15 9-72,20-13 0,1-1-51,-16 13-27,8-3-40,22-9 17,15-4 50,10-1-11,13 0-3391,9-4 3385,-4-4-10,7 4-18,-11 1 34,2 6 17,-10 6 62,-13 14-45,-7-10 3431,-15 16-3420,-6-13-1702,4-8 1,0 0 1689,-13 16-32,3 2-57,17-13 39,9-11-100,21 6-113,-2-16-1607,26 5 1826,3-17 0,-15 2 0,0-4 0</inkml:trace>
  <inkml:trace contextRef="#ctx0" brushRef="#br1" timeOffset="3.74123E6">24575 14550 22060,'16'-42'410,"-1"14"-192,-11 44 34,2 11-28,-1 13-45,-2 9-44,-2 8-1,-7 1 12,-4-4-12,-6-9-4021,-5-8 4122,7-16 1235,2-7-988,9-14-269,1-12-68,2-12-49,0-20-52,7-17-24,-2 26 0,1-1 1410,4-1 0,0 0-1422,2 3 1,0 2 19,14-21 0,-1 15-28,-3 14-11,-2 12 22,-2 9-11,1 11-17,5 8 554,4 13-548,3 9 11,2 7-207,-2 5 190,-1 3 6,-2-3 0,-3-8 16,-3-12-10,-6-11 10,-3-11 29,-1-8 190,5-11-202,6-13 6,7-12-11,1-6-6,-1 2-11,-6 9-22,-9 13-23,-7 10 6,-5 11 44,0 10 12,3 9-17,2 12 0,4 4-5,4 1-7,5-4 7,5-6-12,3-6 11,-1-8 18,-2-7 44,-6-8 11,-2-9-6,-4-11 51,-2-12-22,-5-10-45,-3-8 28,-9-5 5,-6 4 6,-10 6-28,-6 11-17,-2 11-11,-1 10-56,3 9-22,5 11-23,5 8-73,6 9-145,5 7-230,9 4-353,12 2-744,15-2-2942,-2-16 1,3-2 4559,19 5 0,-4-6 0,-27-12 0</inkml:trace>
  <inkml:trace contextRef="#ctx0" brushRef="#br1" timeOffset="3.742E6">25953 14546 23384,'-6'-43'433,"1"1"0,0 3 1,-6 10 67,-14 22-445,-20 22-22,3 7 97,-2 10-131,6 10-11,20-13 0,3 3-34,-9 21 109,4 6-126,20-23 23,9-16 231,2-2-175,13-9 34,1-12 16,11-13-11,2-14 25,-13 1 0,-3-2-2,9-16 2,-11 9 0,-3-2-264,-8 9 1,-1-1 271,3-7 1,-1-3 92,0-2 0,-1 1 110,4-17-147,-3 14 62,-7 28-167,-3 13-147,0 3 62,-1 10 57,0 13-12,-2 2-17,1 21 22,1-1-27,1 16-48,4-25 0,3-1-70,10 20-22,16-2 610,-5-27-537,13-7 44,-9-11 73,11-9 0,-11-8 39,-1-10-22,-13 2 0,0-5-12,-8 7 79,-1 0-22,-5 8-84,-2 5-96,-2 4 40,0 4 33,0 1 6,0 3-1,3-2 12,1-2 17,7-1-11,5-3-3325,15-9 3335,-8 1 29,18-21 45,-23 4-34,4-5 84,-11-1 22,-7 6 107,-9-7 3291,-7 7-3431,-10 3-73,4 11 11,-6 5-56,1 8-5,0 9 11,2 4 5,1 29-44,11-16-57,-5 31-257,13-4-213,9 2-223,1-25 0,4-2-2499,24 11-2711,-1-12 5982,6-7 0,-25-16 0,-1 0 0</inkml:trace>
  <inkml:trace contextRef="#ctx0" brushRef="#br1" timeOffset="3.74219E6">26875 14302 23511,'-9'-10'3243,"2"2"-2996,7 8-522,0 0-1024,1-23-2011,13 27 3310,3-10 0,-1 19 0,-5 1 0</inkml:trace>
  <inkml:trace contextRef="#ctx0" brushRef="#br1" timeOffset="3.74235E6">26872 14619 23394,'-4'1'3461,"1"-1"-4082,3 0-1458,-9-1 2079,20 4 0,-16-4 0,18 4 0</inkml:trace>
  <inkml:trace contextRef="#ctx0" brushRef="#br1" timeOffset="3.74344E6">27369 14239 5739,'0'0'0</inkml:trace>
  <inkml:trace contextRef="#ctx0" brushRef="#br1" timeOffset="3.74445E6">27369 14243 5277,'7'16'8581,"-1"-8"-4740,-7-20-3404,-1 1 1443,2 7-1645,0 3 693,0 11-721,0 7 3094,-2 17-3077,-3 10-3341,-8 17 3173,3-19 33,-8 12 41,7-23 27,2-4-34,2-8 263,5-12 505,1-5-701,-1-18-123,-1-3 3348,0-10-3387,1-9-40,2-2 35,4-15-18,1 20 1,1 0-684,9-22 683,0 5-16,3 14 6,-2 12-12,8-3 17,14-1-11,3 11 11,2 3-23,7 11-5,-10 8 6,9 7-17,3 18 22,-15 3 11,-4 13 6,-20-13-11,-11 9 11,-16-5-28,-13 9 47,2-19 1,-4-2 110,2-5 0,0-3-113,-27 11 33,6-17 45,11-13-33,6-4-45,8-7 5,17 0-16,4 4-12,4 0 12,8 3-12,7 0-11,15 3 17,9 6-5,-4 4 5,17 10 0,-7 6-26,-17-8 1,0 2-6,4 5 1,-2 0-99,14 15 11,-11 5 68,-25-15 368,-25 7-654,-33 1 126,20-17 0,-4-1-358,-9 2 0,-2-3-15,6-6 1,2-3-482,-19 3 1064,1-18 0,35 8 0,-2-9 0</inkml:trace>
  <inkml:trace contextRef="#ctx0" brushRef="#br1" timeOffset="3.74468E6">28340 14518 21657,'0'3'2291,"0"-1"-1820,0-2-527,-18 75-2320,9-25 2376,-2-1 0,1-2 0,5-12 0,3-22 0</inkml:trace>
  <inkml:trace contextRef="#ctx0" brushRef="#br1" timeOffset="3.74584E6">28737 14320 10198,'-3'0'9634,"1"-1"-5367,2 1-3779,13-49-113,-8 30-56,11-37-27,-12 43-74,0 5-123,-1 3-106,-2 4 39,-1 11 95,-6 25-111,2-4-35,-7 32 29,7-17-17,1 11-6,9-6 34,5-10-1,6-10 7,1-11 10,2-11-21,1-11 16,4-12 33,1-13 62,0-12 29,-2-7-29,-5 0 56,-4 7 90,-6 13-247,-5 13-39,-3 7 1,-1 11 21,-4 7-33,0 9 23,-1 8 27,2 3-28,8 0 1,6-4 5,12-6 5,10-5-16,9-9 6,4-7 33,-2-12-17,-6-10 39,-10-11 85,-8-9-12,-8-5 0,-6-2 17,-9 2-45,-6 5-22,-6 7-56,-2 10-6,1 9-67,5 7-179,4 6-163,4 3-363,2 8-903,9 4-3909,8 6 5573,6-2 0,-5-7 0,-7-4 0</inkml:trace>
  <inkml:trace contextRef="#ctx0" brushRef="#br1" timeOffset="3.74603E6">29520 14242 21231,'-4'0'3484,"1"0"-9413,3 0 5554,43-41-256,0 26-1949,-2-8 1,1 2 2579,16 16 0,-29 3 0,-21 1 0</inkml:trace>
  <inkml:trace contextRef="#ctx0" brushRef="#br1" timeOffset="3.74621E6">29707 14396 25438,'31'0'-1417,"8"-3"-2308,-9-4 1,2-2 2308,20-4 1,-20 5 0,-16 3 0</inkml:trace>
  <inkml:trace contextRef="#ctx0" brushRef="#br1" timeOffset="3.74743E6">30264 14152 23842,'15'-9'112,"1"2"-107,-1 10 7,-3 2 32,-4 0 124,-4-1 213,-3-2 689,-1-1-756,-1-5-112,-3-5-51,-1-8-45,1-10-44,4-6-23,8-4-11,7 2 0,7 8-11,4 8 11,18 7-34,-8 14-33,12 12 0,-14 16 22,-5 14 17,-9 10-322,-13 9 330,-12-28 1,-5 1-396,-6 3 1,-5 0 372,-7 3 0,-4-1-3,-3-1 0,-1-2 22,2-5 1,1-2 27,6-8 1,3-4 62,-7 2-1,17-20-39,14-15 263,12-9-296,10-8 831,11 3-865,5 7-51,1 8-22,3 8-162,3 11-359,5 5-953,7 7 309,-25-9 0,1 1 1249,5-1 0,-2 0 0,5 0 0,-4-2 0</inkml:trace>
  <inkml:trace contextRef="#ctx0" brushRef="#br1" timeOffset="3.74797E6">31151 13903 24883,'16'-51'73,"-9"12"-28,51 36 11,-20 3-39,6 2 0,-4 1-17,-7 2-23,-9 3 34,-8-2 62,-9 1 174,-9 4 16,-14 5-106,-15 8-34,-18 5-87,21-13 1,0-1-326,-27 16 283,14-1-11,15-1-5,18 4 22,9-11 17,12 7 28,7-11-29,10 5 307,5 1-328,5 1-12,3 2 6,-1 2 0,0 3-3393,-1 12 3399,-16-13-1,-2 12 17,-18-14 1,-8 5-7,-14-1 12,-15-4 0,-12-4-12,-6-5 29,1-8 11,4-7-45,8-8-230,5-9-268,14 1-9333,4-8 9443,11 12 0,1-1 1,2 6-1</inkml:trace>
  <inkml:trace contextRef="#ctx0" brushRef="#br1" timeOffset="3.74959E6">29315 5323 13110,'-55'4'1588,"0"0"1,0 0-1,5-1 1,1 2-1,3-1-1073,-7 3 1,4 0-609,9 0 1,3 1 311,-17 5 49,24-4-105,19-1 301,25-6-207,26 0-212,-4-3 0,4-1-209,12 0 1,6-1 178,-12 1 0,5 0 1,1-1-1,-2 1-484,2 0 0,-1 0 1,1 1 462,-2-1 0,2 1 1,-1 0-1,-5 0-22,15 2 0,-6 1-154,-8 0 0,-3 0 182,-10 0 0,-4 2 44,2 2 7,-38 1 22,-35 3-31,4-4 0,-5 0-437,-14 1 0,-4 0 430,13-2 0,-2 1 1,-2-1 14,-4 1 1,-1-1-1,-1 1 13,1 0 1,-1 0 0,2-1-8,5 1 0,0-1 0,3 0-28,-9 2 0,6 0 715,15-3 0,6 1-748,1 2 89,36-5-34,28-3-1326,13-4 0,5-1 1279,-13 2 0,2-1 2,5-2 1,5 0 0,-3-1-388,6-1 1,-1 0 384,-9 1 1,2 0 0,-1 1-6,-2-1 0,-1 0 0,0 0-15,16-1 1,-3 0 285,-7 0 1,-4 2-253,-10 1 0,-4 1 117,6-1-16,-30 3-57,-34 5 23,-36 5 641,14-1 0,-5 0-705,9 0 1,-1 0 0,-2 0-3,-6 1 1,0 1 0,-1-1 7,-2 1 0,0-1 1,1 1 4,3 1 1,1-1 0,1 1 132,-12 3 1,6 1-177,14-2 1,7 1 407,-2 9-402,30-4-10,28-5 4,7-6 12,16-5 0,6-4 215,-5-2 1,2-1-215,0-1 1,3 0 0,-1 0 0,-3-1 0,-1-1 0,0 0-4,1 0 0,-1 0 0,-1 0-12,19-4 0,-3 2 0,-8 1 0,-4 0 462,-13 3 0,-4 1-409,3-1-28,-43 4 28,-38 7-19,5 0 0,-7 0-714,7 1 0,-3 0 0,-1 0 696,-8 1 0,-3 1 0,0 0 19,10-2 0,0 1 0,-1 0 0,0-1 18,0 1 0,0 0 0,1 1 0,0-1-47,-9 1 0,2 1 1,2-1 7,-7 2 0,6 0-6,-5 1 62,54-6-17,46-11-45,-1 0 1,5 0-314,-5-1 1,2 0 0,1-1 323,7 0 1,1 0 0,2 0 174,1 0 0,1 0 1,0 0-181,-1 1 0,0 1 0,-1 0-4,-5 1 0,0 1 1,-1 0 311,12 0 0,-3 1-306,-15 2 1,-4 0 59,5 2 61,-40 6-22,-37 6-82,1-2 1,-4 2-71,-12 1 0,-3 1 65,-8 1 0,-1 1-18,19-6 0,0 0 1,1 0 432,-16 4 0,3-1-505,10-3 1,5 0 65,-7 3-1643,46-8 1653,45-12 0,-15 5 0,12-6 0</inkml:trace>
  <inkml:trace contextRef="#ctx0" brushRef="#br1" timeOffset="3.75136E6">22926 14188 15880,'3'-7'8219,"0"2"-7744,-3 5-290,0 0-230,35-54 16,-26 41 40,22-36 16,-46 58-166,-17 11-6,5-5 1,-3 1-321,-8 3 1,-4 1 430,-6 3 1,-2-1 44,-3 1 0,-1-1 3,-5 1 0,3-2 14,19-7 0,3-1 67,-3-2 0,6-4 96,15-6-74,4-7-44,10-5-34,9-5-16,4-1-23,5 5 11,-6 6 891,1 10-779,-6 13 106,-1 18 24,-4 23-158,-2-20 0,-2 2-548,-1 10 1,-2 2 530,-2 8 0,0 3-54,3-18 1,-1 1-1,1 1-21,0 0 1,2 1 0,0-1-10,1-1 1,1-1 0,2 0 2,5 15 0,4-2 0,4-7 0,5-3-5,5-6 0,5-5-323,2-5 0,3-4 266,2-7 1,3-5-264,2-5 0,3-7-2912,4-8 1,1-5 3239,-3-1 0,-2-3 0,15-9 0,-24 8 0</inkml:trace>
  <inkml:trace contextRef="#ctx0" brushRef="#br1" timeOffset="3.75192E6">32145 14437 25987,'-17'36'555,"-5"10"-595,7-15 1,-2 2-1309,-5 3 1,-4 2 1347,-9 5 0,-1-2 0,-4 6 0,-3-6 0</inkml:trace>
  <inkml:trace contextRef="#ctx0" brushRef="#br1" timeOffset="3.8698E6">30232 5141 10338,'-4'0'6295,"1"0"-4195,3 0-2027,-24-5-51,24 2 13,-15-5 43,54-1-39,4 0-22,9-2 0,7 1 5,-8 2-16,-19 3 0,0 0 27,29-4 118,-21 4-39,-12 1 40,-24 4-80,-39 0-38,10 1-6,-28 0 25,19 3 0,1 1-25,-10 0 25,1 2 1,-1 0 164,-19 6-156,5 2-73,7 1-12,31-4 51,14-2 6,11-3 39,16 0-29,12-5-10,20-1-26,-14-4 1,2-1-351,-4 1 1,-1-1 343,1 0 1,-2-1 14,24-1 5,-26 3 118,-6 1-123,-30 1-11,-12 3-1,-19 0 18,-16 5 5,-10 1 57,12 0 1,-1 0-58,9-2 0,1 1-17,0 0 1,3 1-64,0 0 68,19-4 186,29-2-135,2-4-11,19-2-3,-3-2 1,3-3-18,8 0 0,2-1 26,-2 0 1,1 1-60,8-3 0,-2 2-771,-13 3 1,-3 1 767,27-4 0,-15 3 0,-30 5 0</inkml:trace>
  <inkml:trace contextRef="#ctx0" brushRef="#br1" timeOffset="3.92856E6">31470 4999 19294,'-20'3'666,"18"-2"-576,52-2-23,3 1-11,-5-1-28,-11 1 45,-14 0 95,-16 2-39,-20 1-79,-18 5-22,-19 2-11,18-4 0,0 0-112,-2 0 1,-1 1 108,2 0 0,0 0 14,-24 5-17,14-1-39,16-3-44,13-4 72,10-2 100,12-2-44,10-1 172,18-4-206,12-3-10,10-3-1703,-21 5 1,0 0 1690,13-2-6,11 2-16,-34 5 5,-3 0 51,-15 3 16,-19 3-28,-17 3 6,-18 4-16,-11 0 1465,25-6 0,-1 0-1438,-30 6 17,7-2 22,13-2-38,18-4-12,13-2 56,14-1 22,14-5-28,17-3-38,18-5-26,-22 6 0,2 0 94,2-1 1,0 0-84,0 0 0,-1 1 43,27-6-12,-11 4 44,-19 2-10,-17 4-325,-26 4-1893,-25 6 2128,-10 0 0,11 1 0,14-5 0</inkml:trace>
  <inkml:trace contextRef="#ctx0" brushRef="#br1" timeOffset="3.9433E6">13641 14673 24575,'0'0'0</inkml:trace>
  <inkml:trace contextRef="#ctx0" brushRef="#br1" timeOffset="4.41192E6">29421 6894 14325,'-47'-2'843,"-1"-1"1,1 1-1,1 0 1,2 1 0,2 2-376,0 3 0,4 1-360,0 1 0,1 0 290,-24 6-182,21-2-423,19-3 299,14-2-8,16-1 0,14-2-11,26 0-1637,-3-4 1,3-1 1563,-13 2 0,1 0-3,21-3 0,-1 1-154,-21 2 1,-3 0 125,5 1 1,-1 0-26,11 3 151,-25 3 39,-31 6-83,-26 5-29,4-6 1,-4 0 1304,-6 0 0,-3 0-1296,-3 1 0,-1-2 13,0-2 1,2 0 28,4-2 0,2-1 145,-21 0 423,21-2-569,20-3-167,18-4 39,19-3 73,22-7-9,-9 5 1,2 0 2,27-6-173,-6 3 1,3 0 164,-17 5 0,0 0-3,17-3 0,0 0-6,-18 4 1,-3 2-34,18-2 151,-26 4-62,-21 5-5,-30 6-17,-23 5-6,-2-1 1,-2 0-222,13-3 0,0-1 227,-21 4 0,2-1 89,-4-2 35,-1 0-129,28-6-113,30-7 73,13 0-331,47-14-116,-16 7-1611,6-2 1,3 1 2074,12-1 0,-8 2 0,-24 5 0</inkml:trace>
  <inkml:trace contextRef="#ctx0" brushRef="#br1" timeOffset="4.44511E6">22014 5876 9464,'9'-60'707,"1"0"0,0 0 1,0 0-1,-1 1 0,-1-1 1,-2 5-1,-6 9-329,-8 11 0,-4 5-392,-6-8 1,-3 1 371,-5 4 1,-3 4-105,-4 5 1,-3 3-84,-5 3 0,-2 4-431,-7 3 0,-2 4 341,-6 2 0,-2 5-441,17 2 0,-2 2 0,1 2 414,-3 1 0,0 2 0,0 2 0,-1 3 0,0 1 1,0 3-5,1 1 0,-1 2 1,1 1 7,1 2 0,1 2 0,0 1-4,2 0 0,1 2 1,1 1-11,2 1 1,1 1 0,2 1-12,2 1 1,1 0 0,2 1 1,2 2 1,1 0-1,2 2-134,2 0 1,1 1 0,3 2 116,-1 10 1,2 4 0,3-4-203,0 4 1,2 0 196,5-4 0,3 3 0,3-2-142,6 0 1,5 0 114,-1-9 1,1 1 0,3 0-4,2-2 0,2 0 1,3-1 34,8 3 1,4 0 0,1-3 29,-2-7 1,2-3 0,1-2-2,15 13 1,4-6 52,5-9 1,2-8 3,-8-8-1,3-4-25,-9-1 1,3-2 0,0-3 3,0-2 0,0-3 0,1-2 7,0-2 1,-1-2 0,0-2-5,0-1 1,-1-3 0,-1-2-4,0-2 0,-2-1 1,0-2-5,-2-2 1,-1-1-1,-1-2 6,-2-2 0,0-1 0,-1-3 108,5-9 1,-1-3 0,-1 0-65,-6 4 1,-2-1 0,0 1-29,-1 0 0,-2 0 0,0-1-11,-3-1 1,-1-1 0,-2 1 83,4-11 1,-3-2-638,-3 3 0,0-5 1,-3 5 538,0-1 1,-5-1 34,-7 4 0,-4-4 0,-4 8 88,-14-10-229,-5 7 0,-10 4-919,-13 19 1,-4 5 526,11 2 0,-4 2 423,-3 6 0,-6 2 0,10 4 0,-1 1 0,-17 3 0</inkml:trace>
  <inkml:trace contextRef="#ctx0" brushRef="#br2" timeOffset="4.81758E6">21299 13321 24575,'0'0'0</inkml:trace>
  <inkml:trace contextRef="#ctx0" brushRef="#br2" timeOffset="4.89587E6">30919 9558 12135,'0'-6'7041,"1"1"-5193,-1 5-1797,2-21 150,1 36-38,3-5-40,1 41 0,4 3-17,2-5 62,3-7 259,1-10 458,-2-12 347,-3-10-381,5-15-593,8-17-118,15-19-578,-13 13 0,0-3 516,4-4 0,1-2-11,1-3 1,0 0-413,-1 0 1,-1 1 360,-1 2 1,-1 1-102,-4 7 1,1 3 50,17-11-3265,-4 19 2615,-15 17-1960,-2 21-1646,-15 2 3872,-1 16 1,-5-21 0,-1 0 0</inkml:trace>
  <inkml:trace contextRef="#ctx0" brushRef="#br1" timeOffset="5.21703E6">23887 18199 24575,'-6'-6'0,"1"1"0</inkml:trace>
  <inkml:trace contextRef="#ctx0" brushRef="#br1" timeOffset="5.32882E6">30006 11423 12107,'-61'1'2696,"0"0"0,-1-1 1,13 1-2283,31-1 62,-2-1-319,17 0-124,4-2-61,10-3-45,30-8-292,-4 3 298,2 2 0,2 1-6,-8 3 0,0 1 9,8 0 0,2 1-104,-1 0 0,-1 2-286,12 4 224,-15 0 270,-35 4 161,-29 5-38,-27 4-37,14-6 0,-6 1 55,3-2 0,-3 0 0,1 0-669,-15 3 0,2 0 564,1-2 0,1 1 41,10-2 1,4-1-159,-12 2 148,0 0 176,22-4-619,19-4 285,14-2 135,21-4-44,26-4-54,-8 1 0,4-2 80,10 0 0,4-1-59,-7 2 1,3 0-1,-3 0-7,3 1 0,0 0-4,-10 1 1,2 1-1,-6 1 26,14 0-2127,-10 3 2105,-32 6 0,-13-1 0,-8 0 0</inkml:trace>
  <inkml:trace contextRef="#ctx0" brushRef="#br0" timeOffset="5.75201E6">14153 11890 24575,'0'0'0</inkml:trace>
  <inkml:trace contextRef="#ctx0" brushRef="#br0" timeOffset="5.81222E6">6729 15624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8T14:50:58.13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2624 2548 8758,'0'-6'4915,"0"-27"0,0-7-3761,-2 14-1321,1-14 0,-1 2 739,-5 20 675,-6-4-261,-10 4-604,2 4-91,-17 12 56,-9 31-221,13-1 0,0 2-95,5-3 0,1 2 141,-1 3 1,3 2-137,8-7 1,3 0-6,-1 6 0,2 1-17,2-2 0,2 0 14,5 29 5,20-31 35,16-14 21,14-22-44,-4-8-3,-3-14 0,2-5-737,-9 3 1,0-1 724,-2 0 0,2-2 0,-2-1 17,6-14 1,-3-1-382,-3-3 1,-3 0 350,-7 10 0,-2 0-1189,1-18 0,-4 3 1267,-2 2 154,-3 3 1,-3 2 27,-5 12-19,-4-7 721,-1 29-890,-3 12 520,3 16-592,-2 16 0,0 23-17,4-17 0,0 3 1175,0 7 1,0 2-1171,-1 5 1,0 3 5,0 2 0,0 1-6,0 0 1,0 0-9,1-5 1,0-3-4,4-6 1,0-4 81,3 13-82,16-14 29,-1-32-1,15-14-11,0-25-3,-15 8 1,-1-3 8,-1-4 0,-1 0-1,-2-2 1,-1-1-151,-2 3 1,-2-1 184,6-24 1013,-5 14-952,-4 15-28,-4 15-56,-2 9 0,-1 27 0,2 10-28,-2 6 329,2 11-368,1-16-275,4 9-134,0-12-4554,13 6 5002,-5-21 0,2 2 0,-9-14 0</inkml:trace>
  <inkml:trace contextRef="#ctx0" brushRef="#br0" timeOffset="167">3271 2058 24463,'-30'-4'-556,"1"-10"0,39 32 0</inkml:trace>
  <inkml:trace contextRef="#ctx0" brushRef="#br0" timeOffset="3025">3280 2013 17966,'2'-48'1299,"0"0"1,0 5-1,-4 9-637,-5 22-321,-2 7-122,-3 11 111,-4 14 62,-6 22-230,8-12 1,1 3-470,-4 8 1,1 3 384,-2 8 1,1 2-46,1 6 1,1 1-460,6-18 0,1 0 1,1 0 436,-2 20 0,6 0-36,6-13 1,4 2 0,1-5-105,5 2 1,4-4-1328,3 4 0,4-7 1120,18-12-1446,-7-22 1,1-4 807,12-2-432,-1-6 1,0-4-2275,-14-5 1,-3-2 3679,4-3 0,-2 1 0,7-8 0,-19 9 0</inkml:trace>
  <inkml:trace contextRef="#ctx0" brushRef="#br0" timeOffset="3374">3312 1898 12970,'-1'-4'7489,"1"1"-4213,0 3-2973,-46-19 66,19 40-204,-6-11 1,0 4-596,12 23 1,6 9 510,-2 6 0,2 2-388,6-13 0,1 2 1,0 0 313,2 1 0,1 2 1,2-1-5,1 0 1,1 0 0,3-1-32,3 18 0,5-3-441,3-8 0,5-3-184,5-9 1,5-4-2412,3-8 0,4-5 2565,-3-7 0,-1-4 0,12-1 0,-19-8 0</inkml:trace>
  <inkml:trace contextRef="#ctx0" brushRef="#br0" timeOffset="4251">4049 1930 21971,'-60'-6'-583,"16"15"-16,49 27-3109,14 15 3708,6-4 0,-8-15 0,1-4 0</inkml:trace>
  <inkml:trace contextRef="#ctx0" brushRef="#br0" timeOffset="4673">4433 2169 24497,'-31'33'22,"-1"1"1,3 2-1,8 1-25,18-1 1,5 1-557,-2 3 1,1-2 558,-1 21 64,0-22 1,0-1-60,0 1 237,0 4-29,0-26-107,0-13 51,1-14 95,3-28 7,1-12-171,-2 14 0,1-3 15,0 1 1,-1-1-40,1-4 1,1-1-29,0 1 0,1 0 0,1 2 1,2 2 2,1 5 1,2 3 180,13-18-192,4 15-28,2 17 0,7 12 33,5 17-22,2 14-172,-21-3 1,-2 3 160,0 5 0,-2 2-12,-1 6 0,-3 2-64,-1 4 1,-3 0-18,-3-8 1,0 1-950,1 19 0,0 1-2182,-3-16 1,1-2 2611,1 13 0,0-4 0,1-1 0,-5-22 1</inkml:trace>
  <inkml:trace contextRef="#ctx0" brushRef="#br0" timeOffset="4890">4587 2462 20505,'-50'-34'1040,"-1"0"0,6 4 0,10 2-816,20 5 78,18 0-291,21 4 0,8 1-45,10-4-137,-3 5 0,2 3 31,-6 4 0,0 2-571,2 0 0,2 0-813,10-1 1,1 0 1523,1 0 0,-2 2 0,5-1 0,-9 2 0</inkml:trace>
  <inkml:trace contextRef="#ctx0" brushRef="#br0" timeOffset="5073">5302 1835 25517,'11'38'-829,"-1"-1"1,-1-4 0,-1-3 0,0 3 0,-5-14 0</inkml:trace>
  <inkml:trace contextRef="#ctx0" brushRef="#br0" timeOffset="5341">5723 1765 27460,'31'15'46,"1"-1"1,3 17 0,-5 9-42,-12 12 1,-6 7-1024,-1-7 0,-2 3 1,-2 2 846,-4-10 0,-2 2 0,-1 0 0,-2 1-1168,-3 5 0,-2 1 1,-1 0-1,-1-2 1339,0-2 0,-2-1 0,0-1 0,1-4 0,-1 0 0,0-3 0,0-5 0,-1-2 0,0-1 0</inkml:trace>
  <inkml:trace contextRef="#ctx0" brushRef="#br0" timeOffset="13821">6470 2072 20604,'-32'-12'165,"0"1"1,-2-9-211,50 19-143,13 0 1,6 1-160,21 3-601,-12-1 1,0 1 757,16 4-1,-25-1 1,-2 1 301,8 6-504,-4 13 371,-25-5 89,-46 24-11,0-20-1336,-15 4 1,-2 0 1425,0-2 117,-2-1 0,1 0-158,8-4-83,-7 4 493,35-16-481,15-4 22,27-5-134,11-5-6,-6-1 0,3-1 1494,1-3 0,0-1-1410,2-3 0,1 0-1522,-2-1 1,-3 0 1544,17-9 106,-7-5 263,-24-3-140,-14-4 78,-21-7 112,-19 6 158,-6 1 207,3 3-51,7 6-252,10 6 55,8 6-520,7 7 3325,3 3-3381,15 15 34,5 7-6,6 7-22,7 17-34,-12-12-272,-4 6 1,0 2-389,-3 4-1886,-3 2 0,-3 0 1743,-5 4 0,-1-7 0,-1-18 0</inkml:trace>
  <inkml:trace contextRef="#ctx0" brushRef="#br0" timeOffset="17155">8085 2149 19861,'-16'-52'1434,"-1"0"0,4 10 1,0 6-930,1 2-475,7 23-73,5 17 243,8 17-210,4 20 32,3-1 2,-4-3 1,-2 3-323,-3-10 0,-2 1 222,3 15 0,-2 1 4,-3-6 0,-2-1 10,-2 0 1,-1-2-55,-2 20 208,-9 2 10,4-40-105,-9-5-17,0-37 24,-6-24-2,9 12 1,1-4-475,-1-6 0,0-2 395,0-4 1,0-1-10,3 0 1,1 1 400,3 2 0,2 0-126,5-3 1,2 3-29,6-13 51,3 23 0,4 3 329,18 0 160,16-2 91,9 14 189,6 12-541,-29 12 1,-1 4-292,2 4 0,-1 4-395,1 7 1,-2 4 146,0 4 0,-2 4-131,-2 2 1,-3 1-130,-5 1 0,-3 2 10,-4-1 0,-5 1-12,-4 0 1,-6 0 95,-4 0 1,-6-2 243,-4-2 1,-5-2 45,-5-4 0,-2-2 128,-4-6 1,0-2 269,-18 4 75,15-18 0,0-5-1068,-4-12-4813,-10-16 5250,29-3 0,11 8 0,8 9 1</inkml:trace>
  <inkml:trace contextRef="#ctx0" brushRef="#br0" timeOffset="17610">9063 2003 17400,'-7'0'3249,"1"1"-2142,6-1-335,0 0-509,-20-2-368,38-1-499,0-1 235,13 1 1,6 0-403,1 1 1,1 1-1843,0 0 1,0 0 2711,-6 3 1,-3 0 0,8 0-1,-19 1 1</inkml:trace>
  <inkml:trace contextRef="#ctx0" brushRef="#br0" timeOffset="17771">9288 2276 26954,'-40'24'1312,"1"0"1,3-2 0,11-7-1310,20-11-454,18-6-98,1-1-194,31-7-1302,12-1 1158,-12 2 0,0 0 0,7 0 0,0 1 1</inkml:trace>
  <inkml:trace contextRef="#ctx0" brushRef="#br0" timeOffset="19296">10354 1947 14929,'7'-8'4899,"-2"1"-2190,-5 7 1662,0 0-3949,-36-26-1012,25 20 240,-30-20 204,34 26 1004,-7 2 22,-4 1 96,-8 3-8,-4 1 10,-3-1 346,2-2-785,9-2-539,0-2 0,12 0 0,-2-1 0,8 1 0,3-1 0,1 1 0,-2-1 0,1 0 0,-2 0 0,-1 2 0,0 1 0,0 0 0,2 0 0,1-2 0,9 2 0,1-1 0,8 2 0,-3-1 0,0 0 0,1 0 0,-3 0 0,8-1 0,-4-1 0,10 1 0,-3-1 0,0 0 0,-6 0 0,0 0 0,-8 0 0,0 0-5165,-5 0 5103,-1 0 1,-2 0-1,0 1 1</inkml:trace>
  <inkml:trace contextRef="#ctx0" brushRef="#br0" timeOffset="20505">10261 1923 31133,'1'-18'-3358,"-1"3"1720,-3 14 1965,-2 1 860,0-1-532,-2 1 180,-2 0-102,-2 0-398,-1 0 1077,-2 0-266,1 0-1146,0 0 0,1 0 0,0 0 0,2 0 0,0 0 0,2 0 0,0 0 0,2 0 0,0 0 0,2 1 0,0 0 0,1 0 0,0 0 0,-1 1 0,-1 2 0,-3 0 0,-1 4 0,-3 0 0,-1 0 0,0 0 0,-1 2 0,4-3 0,-3 4 0,3-1 0,-3 5 0,0 4 0,-1 3 0,3 2 0,2 2 0,5-1 0,6-1 0,10-1 0,10-4 0,10-3-70,10-6-144,5-4 424,0-3-136,-6-2-74,-9 0 0,-12-1 0,-9 1 0,-7 0 0,-5 3 0,-6 3 0,-7 4 0,-9 3 0,-4 2 0,-3 2 0,3 0 0,5 1 0,8-2 0,7-1 0,7-2 0,7-2 0,7-2-58,13-1-1477,-7-3 69,10-2 515,-10 0 196,3 3 204,-4 3 350,-3 3 238,-8 4-293,-6 3 55,-10 5 38,-8 2-35,-10 3 73,-5 0 50,-2-3 94,3-3 201,5-4 46,7-4-91,6-2-122,5-1-77,4 1-111,6 6-87,1-6-72,10 6-86,4-8-86,11 2-375,5-5-5751,17-4 6592,-12-3 0,-4-2 0,-21 0 0</inkml:trace>
  <inkml:trace contextRef="#ctx0" brushRef="#br0" timeOffset="21446">11330 2078 10310,'-6'-8'7656,"2"2"-6149,4 6-583,0 0-577,17-32-212,-2 20-79,11-23 193,9 26 210,-8 5-219,6-1 23,-6 3-44,-10 6-50,-1 2 179,-8 9-126,-13 2-91,-3 2 17,-17 5 327,-4-2 19,-10 8 7,-8 6-24,14-6-12,6-3 93,15-4-256,7-4-371,3 10-238,9-4-196,6 2-95,2-9 62,21 2 78,-4-8 40,16 3 138,-7-6 150,-5 0 32,-12-2 116,-6 2 79,-13 1-79,-3 6-37,-22 15-91,3-8 65,-8 1 1,-3 0-106,0-2 81,3-2 1,-1-1-3496,-1 4 3408,6-4 79,14 3 88,21-12 0,11 5-5,8-4-17,3 1 16,-1 0 12,-9-2-17,7 8 3392,-19-8-3420,7 9-67,-16-1-28,-9 4-264,-14 6-745,-19-1-172,0-4 1304,5-8 0,1-2 0,8-3 0,-12 3 0</inkml:trace>
  <inkml:trace contextRef="#ctx0" brushRef="#br0" timeOffset="21779">12164 2758 22907,'6'56'-2164,"1"-1"0,-5 2 0,-5-5 2164,-6-20 0,-3-4 0,-5 12 0,4-16 0</inkml:trace>
  <inkml:trace contextRef="#ctx0" brushRef="#br0" timeOffset="23704">12666 2159 13631,'-2'-4'7640,"0"0"-7276,2 4-420,-11-20 39,11 22 50,-2 1 12,19 39-37,-6-12 1,1 2-214,1 3 0,1 0 216,0 1 1,1 0 2,0-3 0,0-1 31,15 22 67,-6-14 263,-7-15 639,-7-13-90,-6-14-599,-1-14-51,1-17-11,2-17-106,2-10-136,-3 27 0,1 0 4,1-1 1,0 1-35,1 1 1,0 2-71,9-22-201,2 13-548,1 13-1043,6 13-3428,6 7 5299,1 8 0,-10-1 0,-9 2 0</inkml:trace>
  <inkml:trace contextRef="#ctx0" brushRef="#br0" timeOffset="23919">13426 2170 23461,'30'-40'-577,"0"0"0,2 4 0,3 9-594,4 20 1,2 8-2583,-1-1 0,0 2 3753,-6 1 0,-4 0 0,9 2 0,-21 1 0</inkml:trace>
  <inkml:trace contextRef="#ctx0" brushRef="#br0" timeOffset="24096">13589 2413 16863,'-4'1'6060,"0"1"-4973,4-2-1518,21-22-5625,36 2 4639,-4-11 1417,0 16 0,-4 4 0,-18 3 0,14-2 0</inkml:trace>
  <inkml:trace contextRef="#ctx0" brushRef="#br0" timeOffset="24521">14656 1924 18089,'0'-3'3434,"0"0"-1629,0 3-1442,-44-52-417,25 38 57,-12-14 1,-2 3 139,-1 23 227,-10 1 83,-1 5 74,-3 4-75,19 1-54,-1 5 219,19-3-112,0 5 118,5 5-390,1 11-173,3-8-63,0 15-106,1 0-54,1-5-172,-3 20 17,-2 1-268,0-9 379,2-11 0,0-1-107,1 9 13,0 10 45,8-8-177,10 0 118,0-18-53,17 1-392,0-20-2333,17-1 3064,-2-9 1,-16 1 0,-13-3-1</inkml:trace>
  <inkml:trace contextRef="#ctx0" brushRef="#br0" timeOffset="24928">15180 1960 23842,'19'-32'414,"0"0"1,17-18-112,13 47-150,-9 4-83,-9 0-23,4 3-48,-7 2 228,15 11 274,-18-5-220,5 14-178,-22-12-255,1 13 132,-7 1 153,-2 11 20,-4 5-141,0 17-144,0-5 7,5-17 0,2 0-163,4 18-484,3-3 610,-3-18-484,-7 10-454,-22 1 97,6-19 0,-4 0 479,-15 0 1,-2-5 0,-1-1 0,-4-4 0</inkml:trace>
  <inkml:trace contextRef="#ctx0" brushRef="#br0" timeOffset="118395">2464 4250 22088,'0'37'84,"0"-1"1,-1 15-68,2-15 0,-1 0-630,-2 17 613,-2-19 0,0-2 11,-6 19 93,-2-18 1,-2-2-66,-6 3 135,-7 7 165,9-29-138,6-20-106,3-6 281,-2-39-314,5 2 22,1 10 0,1-3-17,2 5 1,1 0 2,1 0 0,3 0 2,5-2 1,2 2-45,7-10-6,-1 20 1,3 4 5,13 1-11,15-1-12,10 11-5,-9 7-3,-7 10 1,0 5-433,16 14 423,-16-3 1,-2 4-12,-9 1 1,-5 3-23,-4 3 1,-6 2-18,-3 1 1,-10 3-1002,-19 4 1,-12 3 0,1-3 1065,5-5 0,-1-2-5,-8 1 0,-5 2 0,0-6-60,-6-6 1,2-5 13,9-5 0,1-2-109,-7 5 1,1-6-4022,-2-20 3720,29-7 1,0 3 0,9 7 0</inkml:trace>
  <inkml:trace contextRef="#ctx0" brushRef="#br0" timeOffset="118662">3268 4351 21803,'-4'0'1613,"0"0"-1394,4 0-701,66-54-1582,-22 44 0,3 1-369,-8-9 0,0-4 0,0 6 1301,15 12 0,-6 6 0,-11-1 0,-18 2 0</inkml:trace>
  <inkml:trace contextRef="#ctx0" brushRef="#br0" timeOffset="118820">3568 4548 23747,'-41'27'614,"0"0"0,1 0 1,17-10-565,24-18-72,15-6-601,20-6-802,-7 3 0,4 0 1173,12-3 1,-1 0 0,9-1 0,-1 1-1</inkml:trace>
  <inkml:trace contextRef="#ctx0" brushRef="#br0" timeOffset="119627">4777 4085 12953,'1'-5'5153,"0"2"-1086,-1 3-3893,-12-49 173,-32 60-157,-4-36-103,12 43 0,-1 11-48,11-9 0,3 0-16,-15 20-12,18-5 6,15-7 27,17-6 7,13-8-1,15-6-16,9-5-17,5-2-1,-3-2-10,-7 1-6,-8 1 22,-10 5-5,-9 4 39,-10 7 17,-7 5-6,-12 6 0,-10 5-27,-13 5-556,-9 5 538,19-20 1,-1 0-6,0 1 0,-1-1-65,2-2 1,1 0 42,-14 15-1,14-9 6,14-8 6,18-7 5,14-6 537,15-4-537,7-3 135,0 1-146,-7 0 11,-12 6 0,-11 8 0,-13 12 17,-18 11 6,-16 12-3,9-22 0,-2 1-1115,-8 8 1,0 0 1091,11-12 1,0-1 13,-3 9 1,4-2-29,8 4-11,6 6 23,17-9-107,16-6-817,19-9-2524,-12-12 0,1-1 3442,1-4 0,-3-1 0,3 2 0,-21-2 0</inkml:trace>
  <inkml:trace contextRef="#ctx0" brushRef="#br0" timeOffset="123013">5795 5589 19546,'-9'-49'1142,"0"0"1,1 6 0,2 10-762,3 22-353,2 8-12,0 5 24,2 23 10,0 8-11,1 25-338,-1-26 0,-1 1 313,-1 3 0,-1 0 3,-2 25-3,-2-17 0,-2 0 9,-4 12-12,5-23 0,-1-1 247,-8 8 72,5-28-5,-4-10-45,5-25-17,-2-21-165,7 13 0,0-1-325,0-6 1,0-2 301,1-4 1,1-1-12,0-2 1,2 1-18,2 0 1,2 1-28,0 12 0,2-1 16,8-8 0,5 3 163,14-6-194,-7 15 1,2 2-17,25 1 17,-9 13-4,-10 14 1,1 5-3,13 19-17,-12-3 1,-2 4 7,-7 6 1,-4 4-318,-2 2 1,-3 3 238,-3 1 1,-4 2-251,-4 0 1,-2 0-669,-2 1 0,-2 0-2300,-1 0 0,-2-1 2739,1-6 0,-1-4 0,-1 9 1,2-20-1</inkml:trace>
  <inkml:trace contextRef="#ctx0" brushRef="#br0" timeOffset="123213">5685 5870 21467,'7'-53'35,"0"-1"0,5 3 1,10 10-120,15 22 0,8 8-104,2-4 1,2 2-217,3 1 1,1 1-715,2 1 1,-2 1-783,-10 3 1,-2 0 1899,4 0 0,-6 2 0,-7 0 0,-2 0 0</inkml:trace>
  <inkml:trace contextRef="#ctx0" brushRef="#br0" timeOffset="123429">6854 5455 19664,'-6'0'3366,"1"0"-3002,5 0-1423,42-40-1769,3 26 751,-11-7 1,1 1 2076,26 16 0,-47 3 0,-3 1 0</inkml:trace>
  <inkml:trace contextRef="#ctx0" brushRef="#br0" timeOffset="123596">6868 5740 20991,'-6'2'4537,"0"0"-3882,6-2-403,0 0-274,2-20-34,12 9-404,12-9 1,6 1-1056,1 8 0,4 3 836,21-5 1,-2 1 0,0 1-1,-6 5 1</inkml:trace>
  <inkml:trace contextRef="#ctx0" brushRef="#br0" timeOffset="124462">8152 5560 9666,'-1'-5'6721,"0"2"-2963,1 3-3360,34-12-68,-21 11-56,24-7 146,-30 14 192,-4 4-310,-7-1 308,-16 11-430,-11-1-35,-22 8 62,-4-6 129,0-7 84,9-6-39,13-10-112,13-8-84,8-17-157,8 6-6,3-16-11,11 11-11,6-4-5,11 4-6,7 5 11,5 4-12,4 5-10,5 5 11,8 5-547,7 10 538,-28-3 0,1 3-8,1 2 0,-1 2 11,-1 0 1,0 1-1,-2 0 0,-2 1-5,23 11 16,-9-3 1,-9-6 38,-12-6 57,-8-5 11,-8-6-57,-3-10 537,1-7-536,-1-12 23,-1-8 32,-3-1 63,-5-1 22,-4 6-34,-9 6-56,-5 8-50,-9 8-17,-15 13-28,13 4 11,-16 12 0,20 2-16,-9 9-12,1 6-6,15-10 1,0 1-45,-8 9-519,8-3 1,1-1-955,6-5 1540,-7 26 0,19-37 0,0 6 0</inkml:trace>
  <inkml:trace contextRef="#ctx0" brushRef="#br0" timeOffset="125336">6891 5546 20877,'11'-36'1042,"0"-1"0,6-22-322,-21 53-569,0 3-77,-4 5-29,-1 6-13,1 2-10,-3 8 44,3 5-66,2-5 34,7 7-6,5-15 22,4 0 118,2-6 174,3-6-236,-4-2 197,6-15-130,-8-1-15,0-12-91,-4 8 118,-6-15-51,-4 13 12,-5-8-90,0 17 45,-7 6-113,8 8 1,-10 5-50,5 10-438,-6 20-565,6 3-779,3 13 554,10-14-3774,11 11 4215,0-14 0,1-4 0,-6-13 0</inkml:trace>
  <inkml:trace contextRef="#ctx0" brushRef="#br0" timeOffset="125794">7060 5795 15676,'3'-3'6553,"-1"0"-3966,-2 3-2520,-44-18-50,30 20-17,-32-15 23,42 30 27,3 4-56,3-4 1,1 1 10,6-7 57,4-2 0,-2-2 234,6-6-93,-8-10-69,4-7-84,-6-1 46,0-11 10,-4-6 6,-1 1 34,-2-2-12,-5 17-89,1 8 22,-10 6-50,0 10-6,-9 8-22,0 10 0,1 5 5,7-5 12,3 9 5,9-17-11,6 13 11,6-19 0,8 2 0,-1-8 6,15-11-6,-13 1-11,16-14-22,-20 6-342,0-4-2162,-14 7 2526,-7 6 0,1 3 0,-1 2 0</inkml:trace>
  <inkml:trace contextRef="#ctx0" brushRef="#br0" timeOffset="126978">5770 7138 15866,'-13'-44'1754,"1"0"1,-1 0-1,-5-17 1,3 12-1178,5 24-471,3 9-218,4 19 157,3 10 6,1 16-1,1 14-33,0-9 0,-1 2 5,-1 27-205,-2-25 0,-1-3 200,-1 8 95,-8 5-22,6-29 543,-7 7-409,7-21 224,-9-11-353,7-3 40,-10-20-34,6-3 371,-3-16-414,9 12 1,1-3-31,3-1 0,2 0-9,3-5 1,2 1-23,1 10 1,1 4-15,15-15-11,1 22 11,7 6 12,-2 8-7,13 3-21,-2 7 5,21 12-28,-13 7 17,3 13-23,-23 5 34,-10-6-17,-17 25 45,-17-13-1682,3-13 0,-3-1 1688,-14 6 72,-19-2 17,19-22-39,-6 1 140,10-17-67,15-1-62,0-4-44,9 3 3352,6 1-3375,8 0-6,14 2-5,3 0-28,32 10 0,-13 5 22,10 4-22,-5 9-73,-10 6 61,-8 3 18,-11 7 16,-38-4-33,-21 0-48,8-18 0,-3-2-469,-4 0 1,-1-2 208,-23 6-973,19-12 1,1-4 1287,-5-8 1,0 3-1,26-7 1</inkml:trace>
  <inkml:trace contextRef="#ctx0" brushRef="#br0" timeOffset="127462">7074 6731 18778,'-1'-4'3753,"0"1"-1401,1 3-2324,-71-28 0,38 35-6,-11-13 1,1 6-17,16 36-1,10 3 7,8-3-18,9-5 23,9-6 56,6-8 72,6-8 80,3-9 27,-1-9-23,-3-7-72,-6-10-34,-6-3 6,-4-3-78,-5 8 55,-6-6-117,-1 18-135,-2-4-442,3 12-1154,0 11-3876,1 8 5618,1 6 0,1-5 0,3-6 0</inkml:trace>
  <inkml:trace contextRef="#ctx0" brushRef="#br0" timeOffset="127801">7053 7215 24452,'-7'47'95,"2"-4"-72,6-16 5,2-3 5,0-6 147,2-6 431,-3-7 44,1-5-353,-3-10-100,0-8-34,-2-11 17,-3-13-146,0 14 11,-3-9-16,2 20-953,-4 0-252,3 8-1309,-1 6 2480,5 8 0,2-5 0,1 2 0</inkml:trace>
  <inkml:trace contextRef="#ctx0" brushRef="#br0" timeOffset="128510">8461 7027 22655,'9'43'1013,"-15"-1"-906,-34-7-79,14-17 0,-2-1-229,-3 1 1,-1-3 270,0-2 0,0-2 131,-24 4 216,13-13-193,11-13 2,13-11-125,9-13-3362,19-24 3278,2 17 8,3 10 1,4 4 177,11-1-186,12-2-12,2 13-2262,18 11 2263,-19 9-15,-10 4 1,-1 3-49,9 11 40,8 11 12,-2 4 13,-19-14 0,0 0-8,8 6 2238,15 6-2249,-20-20 16,4 0 34,-7-7 45,-4-15-33,-9 0 133,1-22-78,-10-4 28,-1-15 34,-11-3 28,-6 23 0,-2 2-117,-8-3-29,-15 3-5,5 26-45,-4 8 17,-10 9-40,5 12-97,18-4 0,2 3-345,-6 10-1118,11-5 1,1-1 1582,3 4 0,2-5 0,6-14 0</inkml:trace>
  <inkml:trace contextRef="#ctx0" brushRef="#br0" timeOffset="129190">5881 8117 8858,'3'-5'9830,"-2"1"-4206,-1 4-5282,-50-52-57,6 48-237,2-16 0,0 6-490,9 27 0,4 9 448,-13 13-20,18-2 0,4 3 14,2 20-54,11-9 1,5 1-47,13 7-116,8-20 1,6-5-155,13-8-358,1-8 0,6-3-4188,6-6 1,0-2 3707,-11 0 1,-2-1 0,2-1-1,-7-1 1,-21 0 0</inkml:trace>
  <inkml:trace contextRef="#ctx0" brushRef="#br0" timeOffset="129912">7050 8001 14073,'0'-4'7153,"-1"0"-4492,1 4-2785,-6-51 74,2 45 95,-6-31-40,5 54 1,-4 15-6,7-13 6,-2 8 5,6-13 95,0-6 45,0-5 353,1-2 124,5-17-544,-3 5 90,4-20 11,-6 9-101,0 1 67,-4-2-151,0 15-510,-2-3 90,1 10-2616,-2 16-4274,2 7 7310,0 10 0,2-11 0,0-8 0</inkml:trace>
  <inkml:trace contextRef="#ctx0" brushRef="#br0" timeOffset="130227">7090 8422 20677,'2'3'1642,"0"0"-1273,-2-3-145,22 16-73,-9-9 45,14 10 331,-18-14 268,-5-3-297,-3-1-330,-5-7-67,-4-4 29,-6-6 32,-5 0-16,-2 2-62,0 4-62,3 5-84,5 2-223,5 4-696,6 3-3427,6 6 4408,4 1 0,-2-1 0,0-3 0</inkml:trace>
  <inkml:trace contextRef="#ctx0" brushRef="#br0" timeOffset="130819">8208 8349 24139,'-42'48'44,"17"-24"1,-2 0-34,-4 1 1,-2-2-565,-4 1 0,0-1 567,1-2 0,0-3 53,5-3 0,1-3 532,-14 1-341,15-18 131,11-14-188,9-17-26,5-11-52,13-6-39,7 3-34,10 6-22,4 12-22,3 11-23,7 9 17,9 8-1416,-12 9 0,1 1 1411,15 4 16,-15 2 0,-1 3-87,7 6 53,11 9 35,-4-4-1,0-2 0,-2-8-5,-1-6 50,-4-12 50,-5-10 51,-8-8 112,-8-10 22,-8-7 3405,-8-4-3344,-11 1-25,-12 5-204,-16 10-117,-18 11-6,18 11 0,-2 4-170,-3 4 0,-1 3 175,1 2 1,1 4-9,4 2 0,1 3-31,6 2 1,2 1-348,-11 23-1035,14 5 762,16-16 1,3-1 0,0 1 0,6 5-1</inkml:trace>
  <inkml:trace contextRef="#ctx0" brushRef="#br0" timeOffset="131677">5602 9394 20056,'0'-6'4127,"0"2"-2855,4-58-1031,-3 45 17,2-45-264,-4 60-56,0 8 90,0 25-28,0-4-11,1 35-34,2-10-1878,-1-9 1,2 0 1574,2 17-198,-2-19 0,1 1-1035,-2-8 1,0-2 225,-1 22-91,-3-19 0,-4-3-72,-7-3 1636,-7-5 482,0-25 3696,2-20-2677,3-20 95,2-15-1028,9 23 0,0-1-173,2-2 0,0-1-96,1 0 0,2 2-115,1 2 1,1 3 82,6-19-239,7 12-112,5 11-12,9 6-5,10 6-23,10 6 1,10 9 10,2 12 1,-4 13-20,-24 4 0,-4 7 11,-10-7 0,-4 1-102,3 7 0,-4-1 83,-11 17-40,-20 1 42,2-25 1,-3 0-4,-7 6 1,-3 0-12,-5-3 1,-2-2-82,0-4 0,-3-2-1056,-5-4 1,0-4-3490,-12 2 4660,-2-11 0,42-9 0,2-2 0</inkml:trace>
  <inkml:trace contextRef="#ctx0" brushRef="#br0" timeOffset="132202">7068 9283 24329,'-40'21'218,"10"-1"-212,24-5 39,6 1-23,2-9 219,4 2 303,-2-7 44,3-3-398,-3-3-11,1-9 85,0-12-164,-2 5 192,-2-17-253,-3 25-11,-1-7-56,0 17-252,1 0-118,-2 5-313,0 10-1653,-4 26 1183,2-5-940,2-2 1,-1 2 1272,0 24 0,1-19 0,1-2 0</inkml:trace>
  <inkml:trace contextRef="#ctx0" brushRef="#br0" timeOffset="132503">6997 9856 16006,'4'5'6419,"-1"-2"-3182,-3-3-3046,11-32-236,-8 25-39,8-24 67,-11 35 12,2 6 16,1 4 0,1 3-28,0-3 40,-1-4 229,0-5 571,-3-4-655,-6-12-23,-3-1-27,-7-12-79,4 7 17,0-3-162,7 11-96,1 0-817,3 7-5030,12 7 6049,2 1 0,0 1 0,-2-3 0</inkml:trace>
  <inkml:trace contextRef="#ctx0" brushRef="#br0" timeOffset="133140">8410 9721 20173,'-3'4'3450,"0"0"-671,3-4-2751,-25-20-28,23 18-6,-14-8 34,26 28-28,-2 7 22,-11 5 1,-5-5-29,-36 18 17,-5-10-344,11-10 1,-3-1 337,5-5 1,0-3 11,3-4 0,0-1-6,-16-3 0,15-16 12,15-13-40,13-14 6,18-10 11,14-2 5,16 2-10,6 10-1,-9 14 3,-7 14 1,1 3 2,-1 3 8,2 4 0,1 3-2,8 11-17,11 9-12,0 3 1,-2-1 22,0-4 398,2-4-398,1-9 0,-1-5 16,-2-11 7,-8-4-17,-8-8 39,-12-6 5,-11-3-28,-7 4 102,-17-13-24,-7 13-27,-17-7 11,-8 17-28,-4 8-33,0 12-12,4 9-11,7 10-11,4 6-6,2 8-78,-1 6-449,1 7-1915,3 3 2459,4 1 0,11-25 0,5-6 0</inkml:trace>
  <inkml:trace contextRef="#ctx0" brushRef="#br0" timeOffset="134012">5840 10656 13138,'-3'0'4929,"1"0"-1065,2 0-3780,-11-4 0,7 3 46,-11 0 44,2 8-23,-12 5-62,-12 3 12,-12 1 50,-5-1 101,1-4 51,8-5-34,9-3-90,14-2-112,10 0-67,8-1-34,3 1 29,-1 5 55,-1 7 6,-4 11 39,-3 14 79,-4 14-65,6-20 0,-1 2-213,0 2 1,1 2 156,0 1 1,1 1-24,1-1 1,2 0-20,1-2 1,4-2-1,8 27 17,10-12-6,12-15-33,7-14-79,7-11-330,7-15-1086,7-13-3410,-21-2 1,-1-1 3207,11-7 1,-5-2 0,-36 24 0</inkml:trace>
  <inkml:trace contextRef="#ctx0" brushRef="#br0" timeOffset="134195">5487 11130 24043,'39'-27'-857,"0"1"0,1-1 0,1-6 0,-5 7 1,-5 19-1</inkml:trace>
  <inkml:trace contextRef="#ctx0" brushRef="#br0" timeOffset="134802">7154 10717 14124,'-1'-5'7415,"-1"2"-4961,2 3-2236,-42-30-72,18 36-56,-34-17-34,33 44-51,8-8 12,5 3-6,9-7 6,6-3 50,6-4 40,8-9-46,-1-6 74,6-8 61,2-10-12,-4-4-9,-1-6-47,-12 7-60,-5 5 4,-6 2-156,-4 6-247,-2 2-441,-3 7-880,1 11 324,4 2-4469,0 16 5797,5-6 0,0-4 0,3-7 0</inkml:trace>
  <inkml:trace contextRef="#ctx0" brushRef="#br0" timeOffset="135112">7088 11126 16140,'6'4'6453,"0"0"-6235,-6-4 342,0 0-268,-5 18-102,3-8-44,-2 14 10,3-14-44,1-6 555,0-1 1008,0-3-1530,-6-5-38,1-2-23,-4-5-45,3 2-101,3 5-83,2 1-393,1 4-2862,10 1-2537,0 2 5089,12 2 0,-12-3 0,1 1 0</inkml:trace>
  <inkml:trace contextRef="#ctx0" brushRef="#br0" timeOffset="135744">8157 11131 24251,'32'18'134,"-8"4"-39,-30 6-5,-14 7-17,-21 6-57,15-18 1,-4-1-2084,-9 0 0,1-2 2134,-15 6 981,-5-9-846,36-26-73,0-13-39,10-19-51,9-13-5,15-7-9,-2 30 0,3 2 14,22-21 23,1 12-51,-1 15-22,0 12 3402,5 6-3414,5 11 23,7 5 12,3 9 10,1 1-268,-2 1 252,-1-5 16,0-5-22,1-6-11,-1-8 56,-1-8 39,-9-8 39,-10-5 40,-11-5 49,-11-3 68,-7 0 272,-10 2-250,-16 1-246,2 13 11,-18 1 12,7 12-35,-9 4 1,2 8 0,1 11-28,2 10-12,0 12-367,-1 8 353,18-23 1,1 1-60,1 2 1,3-1-705,-6 30-3883,12-4 4655,11-13 0,0-18 0,2-14 0</inkml:trace>
  <inkml:trace contextRef="#ctx0" brushRef="#br0" timeOffset="137094">4675 12025 21741,'14'-34'78,"9"13"1,5 3-62,20 1-17,-11 5 0,-3 3-28,-12 6 28,-5 1 100,-11 9 142,-28 15-3533,-9 8 3336,-12 4 22,7-8 0,1-1-340,-2 1 295,3-1 0,1 1-5,1 5-6,-3 12-16,17-9-1,9 0 3246,11-14-3217,11 3 44,16-3-11,7-1 0,14-2-11,-4-7 436,-6-5-475,8-1 5,-9 0-11,17 3-23,-17 2-5,-1 5 28,-23-1 23,-8 9 55,-20 13-44,-6 4-40,-14 8-22,2-9 34,4-5-6,10-10-28,4 4 33,8-8-10,1 9-1,3-2 12,1 1-12,2-4-5,0 2 5,0-6 68,0 3 179,-3-5 89,-6-2-184,-2-7 11,-14 2-113,-5-1-178,-27 9-1333,4 0 1467,18-5 0,3 0 0,1-1 0,6 0 0</inkml:trace>
  <inkml:trace contextRef="#ctx0" brushRef="#br0" timeOffset="144015">4567 3216 13743,'-5'0'2151,"0"0"-740,5 0-1495,0-59 67,19 36-2128,0-15 0,6 1 2133,7 23 1,2 5 3,-1-2 0,-1 1 314,5-1 1,-3 2-340,10-1-96,4 1 151,-22 5 191,-14 5-101,-16 3 3293,-18 8-3271,-26 11-87,20-11 1,-2 2-66,-10 3 0,-2 0 71,5-2 0,0-1-25,8-2 0,-1-1 20,-4 2 0,0 0 69,-24 9-167,8-2 22,10-2 204,32-11 60,14-3-215,25-6 53,19-8-479,-2-1 1,3-3 446,-6 1 0,2-2 34,7-2 0,-1 0-64,-16 4 1,-4 2 44,12-5 272,-17 6-198,-32 8 248,-17 7-110,-29 8-126,15-2 0,-1 1-357,4-1 1,0 1 384,-13 4 1,-1 2 50,-1 0 1,1 1-50,9-4 1,-1 0 85,-12 6 1,4-1 677,13-4-887,-3 2-12,27-11 251,28-7-281,15-10 20,-2 1 0,5-2-584,7-5 0,3-3 557,6-2 1,1 0-7,-9 4 1,0-1 1,14-5 1,-2 1 13,-26 10 0,-2 1 218,8-2 1,-5 1 364,-14 5-397,-30 11-163,-9 4-992,-15 8 1,-6 3 968,6-2 1,-1 1-36,-17 9 1,-1 1-125,11-4 1,3 1-547,7-2 1,4 0-675,-6 10-8463,32 3 8948,10-22 0,8 2 1,-9-13-1</inkml:trace>
  <inkml:trace contextRef="#ctx0" brushRef="#br0" timeOffset="150316">7809 6092 18924,'-55'28'2005,"23"-25"-1955,47-25-5,3-3 0,4-3 5,3 2 1,2 0-1654,14-13 1,4-3 1626,-8 10 0,2-1 0,2-1-6,6-4 1,1-2 0,3-1-12,-10 9 0,2-2 0,0 0 0,1 1-495,2-3 1,2 0 0,-1 0 0,1 0 499,1 0 1,-1 1 0,1-1-1,-1 1 2,-1 2 0,0 0 0,-1 0 0,-1 1 63,-4 3 1,-1 1-1,-1 0 1,-1 1-50,9-9 0,-1 2 0,-4 2-9,-2 1 1,-5 2 39,0-1 0,-8 3 36,-12 7-308,-3 3 340,-16 9-127,-17 13 0,10-4 0,-9 8 0</inkml:trace>
  <inkml:trace contextRef="#ctx0" brushRef="#br0" timeOffset="152123">9781 5272 19563,'-37'-15'352,"0"0"1,1 4 0,3 10-73,-9 45-179,8-3-3,13-5 0,3 2-688,0 18 649,6-16 0,3 0-3,10 20 28,13-9 197,13-10-158,14-12 45,7-11 34,7-10 44,-1-13 96,-3-11 67,-6-13 16,-10-11-49,-10-7-74,-12-9-270,-9-4 46,-6 28 1,-2-1 2,-1 1 0,-1 0 48,-11-27-51,-1 9-72,-2 12 46,-2 11-1782,-5 12 1741,-9 15 0,16 0 0,-2 6 0</inkml:trace>
  <inkml:trace contextRef="#ctx0" brushRef="#br0" timeOffset="190008">1257 13721 10427,'3'-9'5708,"-1"1"-3855,-2 8-469,0-61-303,-5 35-577,1-12 0,-5 3-185,-9 18-173,-11 7-118,6 6 17,-11 10-12,0 7 1,-7 8-73,-2 11-96,14-2 46,9-1 10,24 2 74,4-13-35,25 14 40,-3-10 0,8 5 0,7 1-33,-4-4 35,-11-6 1,1 0-3,11 5-22,-12-6 0,-3 0 5,-8-4 17,7 12 56,-23-8 50,-39 23-81,7-18 1,-6-2-15,-8 6 0,-3-3-11,7-5 0,0-3-90,-2-2 1,4-3-1003,0-4-3523,-6-8 4615,31-9 0,8 0 0,4 2 0</inkml:trace>
  <inkml:trace contextRef="#ctx0" brushRef="#br0" timeOffset="191923">1580 13383 21623,'12'37'-10,"0"0"1,0 3 0,0-2-451,7 19 188,-5-11 1,-2 3-127,-3-15 1,-2 1-161,4 14 0,0 1-1319,-3-7 0,-1-4-4,1 13-200,-3-6-3358,-6-22 5439,-5-12 79,-5-3 2049,-7-18-991,2-4 2678,-13-20-1161,8 4-425,-9-13-699,9 7-656,6 2-494,6 5-324,5 7-156,7 6 10,7 5 62,2 5-17,28 1 23,0 2 5,10-1-20,-12-1 1,0 0-333,17-4 377,-15 2 1,0-1 42,14-5 61,-13-2 196,-11 2 308,-15 1 246,-7 4-200,-7 3-377,-6 3-150,-4 4 256,-1-1-324,-6 11-73,8-1-11,-1 7 17,9-6-11,13 4 11,4-9 11,11 2 6,1-7 50,2-8 34,-2-6 78,-2-9 79,-8-5 11,-8-4-28,-9-1-23,-10 1-22,-8 2 34,-21 3-169,5 11-50,-4 4-22,7 16-11,13 7-6,-4 13-11,9 11-62,6 22 34,6-17-34,3-11 0,2-1-241,12 8-156,12 6 156,-4-15-3548,27-15 1,7-10-679,-20-12 0,0-4 3880,22 4 0,-2-5 688,-24-9 0,-7-3 0,2-15 0,-7 0 1041,-7-2 2527,-8 0-291,-4-1-426,-4 3-1653,-2 11 1323,-6-3-893,-1 16-1124,-5-4-246,4 10-129,2 3-85,3 4-94,3 1-34,0 1 118,0 2 27,0 1-5,0 1 96,-1 1-57,1-3 152,-1 0 38,1-1 29,-1 0-247,0 0 17,0 0 907,1-1-1047,0 2 68,1 5-1,0 9 0,2 8 17,2 12-28,5 21 6,-2-14-4,-1-8 1,0 1-304,5 16 298,-4-18 1,0 1-10,1-2 1,0 1 14,-1-2 0,-1-1 3,6 26-90,-3-7 107,-5-8-7,-1-8 18,-3-8 5,0-9 84,0-8 411,-1-5-433,-1-8 13,0-8-70,-2-10-32,0-8 4,1-4-10,0 1 11,0 3 16,0 5-16,-2 5 6,0 3-12,1 3-11,-2 2 33,3 1-38,0 0 5,1 2 5,2 2-5,-1 3 0,1 3-201,-1 1 201,-1 0 129,1 0-79,-2 0-28,0-2-5,-5-3 6,-2-5-7,-4-6-4,-5-12-18,2-2-5,1-2 11,1-3 11,6 7-17,-1-6 12,2 3-6,2 4-22,4 2-40,3 5-22,5 3 22,6 4 40,8 6-3392,16 9 3414,-9 3-20,22 13 20,-10 5 0,11 10-11,-5 5 22,-10 1 23,-15 0 22,-18 0-11,-20 0-6,-16-1-6,-16-2-137,22-19 0,-1-2 87,-28 11-134,5-11 2108,13-10-1957,15-19 0,12 8 0,9-8 0</inkml:trace>
  <inkml:trace contextRef="#ctx0" brushRef="#br0" timeOffset="193931">3482 13785 11038,'0'-8'6950,"0"2"-4770,0 6-1889,0 0-67,-5-31 84,5 37-68,-3-13-32,7 53-96,0 13-82,-2-27 1,-1 1 2,0 0 1,0 0 17,-1 29 66,-4-10 220,-2-11 251,-4-13 56,-3-13 0,-7-14-498,5-7 72,-7-16-39,7-19-407,4 4 253,5 5 0,2-3 3,3-22-22,2 19 0,3 0-12,1 0 0,2 1-2,3 4 0,3 1-20,15-16 5,3 15-10,4 15 5,3 9 28,5 13 5,8 9-5,-16 4 0,0 1-5,16 10-26,-14-5 0,-1 2-134,-7 0 0,-2 1-76,19 16-140,-18-11 0,-3 1-913,-2 9-1220,-2 11-3385,-11-6 5072,-11-10 0,0-16 1,-3-10-1</inkml:trace>
  <inkml:trace contextRef="#ctx0" brushRef="#br0" timeOffset="194098">3600 14101 13390,'-6'-2'7343,"0"0"-6895,6 2 73,0 0-471,-14-58-50,34 33-135,-11-11 1,7 0-2605,30 17 0,8 8 2739,-13-1 0,-1 1 0,1 1 0,-6 1 0,-4 1 0</inkml:trace>
  <inkml:trace contextRef="#ctx0" brushRef="#br0" timeOffset="194906">4680 13814 13922,'-3'1'5327,"0"0"-1535,3-1-3747,-46 12 5,44-8-11,-26 11-5,76-13-12,3 0-16,4-4 5,5-2 17,-3-6-5,-10 2 173,5-6 56,-39 5-40,0-6-133,-16 3 5,-11-6 123,-16-6-5,-3 1 55,-7-3 12,13 10-3443,8 5 3247,8 5-22,7 3-107,3 3 61,14 6-5,-3-1 46,23 9-24,11 7-5,6 4 1370,-18-8 0,0 0-1398,20 18 5,-14-6-3380,-2 21 3089,-24-22-4033,-13 8 1,-7 0 3796,-12 2 1,-4 4 0,9-24 0</inkml:trace>
  <inkml:trace contextRef="#ctx0" brushRef="#br0" timeOffset="198563">6259 13764 10382,'2'-7'8402,"0"1"-7668,-2 6 1489,0 0-5673,-9-48 3534,7 37 714,-8-36-893,9 50 179,-3 19-56,0-2 22,-3 29-27,2-5-1,2-11 0,1 1 6,0 10-5,7 8 10,6-31 3471,6-2-3263,6-10 134,10-18-218,-2-11-11,9-18-68,-13 5 113,0-8 139,-13 17 17,-2 2-140,-9 14-207,-4 10-11,-3 6 11,-3 14-22,2 4 22,1 11 0,13 5 5,5-8 18,13-1-12,-4-15 0,20-6 23,-9-11-12,9-5 51,-4-14 84,-10-22-90,-6 7 85,-7-28 5,-14 20 67,-9-15-152,-3 17-72,-6 6-11,5 19-258,3 7-554,6 6-2421,15 6-5526,14 2 7922,14 4 0,-13-6 0,-8-2 0</inkml:trace>
  <inkml:trace contextRef="#ctx0" brushRef="#br0" timeOffset="199161">7248 13295 24223,'-43'41'59,"-1"0"1,7-6 0,8 5-38,22 21 1,11 2-815,-1-18 1,3-1 799,1 6 1,1-3 13,5 9 496,2-3-490,-5-18 346,-2-8 74,-3-10 6,-2-19-314,1-13-72,7-14-46,0-4-1278,4 4 1,2 0 1272,13-8-3,-8 13 0,2 3-91,14-1 71,-9 11 12,9 12-6,-14 11 0,9 13 11,-9 12 3349,-4 10-3349,-3 5-5,-4-10-1,2 3 160,3-12-165,0-5 45,5-9 6,-10-14 72,10-19-78,-11 2 72,14-22 51,-9-11-50,-1-3 16,-3-8 6,-6 19-45,-3 12-55,-1 13-29,-2 8-11,0 7 17,4 8-1,3 10-16,3 10-11,7 15-22,-4-13-236,8 13-577,-3-20 67,2-1-5679,18 1 5610,-13-16 0,2 1 0,-17-9 0</inkml:trace>
  <inkml:trace contextRef="#ctx0" brushRef="#br0" timeOffset="199319">7944 13529 20991,'25'-34'-2452,"-13"1"1,2 43 0</inkml:trace>
  <inkml:trace contextRef="#ctx0" brushRef="#br0" timeOffset="200019">8327 14019 19688,'-4'-59'130,"0"-1"1,1 3 0,5 2 1062,6 17 1,3 0-1147,4-23 1,0 1-34,-6 23 0,0 1-736,3-19 0,-2 6 772,-6 21 1092,-2-4-1002,-4 20 1509,0 3-1637,-3 7 68,1 12-69,-3 12-11,1 18-11,0 16 1174,4-21 0,0 1-1163,2 4 0,1 1-9,1 3 1,2 1-59,2 0 0,1 1-138,3-4 1,4-2-177,2-3 1,3-3-133,3-6 0,3-3-159,2-6 0,1-3-1003,29 3-190,-6-15 504,-6-15 1053,-11-12 722,-6-9 544,-10-6 487,-5 0 815,-7 3-888,-2 6-387,-3 8-256,-3 7-242,0 7-218,0 3-179,0 3-141,2 0 34,4 5 29,8 1-1,10 5-17,8-1 12,7-2 5,1-3-11,-3-5 39,-6-7-11,-8-6 28,-9-7 62,-6-5 5,-10-2 17,-4 1 0,-8 3 6,-4 5-12,-3 6-16,-1 7-68,0 7-50,-1 12 28,2 14-22,2 16-6,7 15-12,10-27 1,3 2-157,4 1 1,5-1-24,4-2 1,4-2-457,7-2 1,4-3-1570,6-2 1,1-4 2215,-1-3 0,-1-3 0,11 2 0,-18-8 0</inkml:trace>
  <inkml:trace contextRef="#ctx0" brushRef="#br0" timeOffset="200735">9725 13468 18459,'0'-8'4840,"0"3"-3642,0 5-420,0 0-705,-49-31 6,34 56 5,-36-5-45,43 22 1,8 11-639,-4 3 0,1 2 601,0-15 0,1 0 0,0 0-25,0 0 1,0 0 0,2 0-155,4 19 0,5-3-302,3-6 1,7-3-669,6-9 1,6-5-196,3-7 1,4-6-3575,11-9 1,0-7 2973,-15-4 0,0-5 368,11-10 1,-2-8 1283,-14-3 1,-2-4 289,7-10 0,-2-5 0,-1-6 0,-2-3 1781,-3-4 0,-3-3 1193,-3 1 0,-3 0-812,-3 3 1,-3 2-839,-4 7 1,-1 3-112,-3 9 0,-1 2-37,-2-13 32,-3 15-614,-1 14 2743,0 8-3247,2 5 970,1 7-992,0 23-52,0-3-13,1 5 0,0 3-553,1 28 541,-1-19 1,1 2-464,1 3 0,-1 0 133,2 0 0,0 0-479,2-2 0,3 0-4098,10 8 1,2-3 4612,-7-20 1,1-1 0,4 1 0,-2-5 0,-6-16 0</inkml:trace>
  <inkml:trace contextRef="#ctx0" brushRef="#br0" timeOffset="201537">10386 14056 18403,'-35'-48'1882,"0"-1"0,1 2 0,7 7-1462,15 18-5968,10-6 5536,8 11 1373,26-1-1478,14 9 7,-13 3 1,2 1 196,5 1 1,1 0-348,2-1 0,0 1-23,0 0 0,-2 0 101,-1 0 0,-2-1 129,-5 0 0,-2 1 137,17-7 156,-19-2 3401,-15-2-2991,-17-2 88,-7 1 282,-10-3-166,6 8-406,-1-2-235,11 10-208,0 0-10,4 5 27,7 8-22,7 12 23,8 13-29,7 14-19,-13-19 0,0 2-1837,2 10 1,0 1 1774,-7-13 1,0 0-24,3 10 1,-3-1 53,-4 0 79,-4 0 55,-14-17 73,-8-16-2117,-9-32 2061,11 3 2315,2-33-2293,21 7-103,0 18 0,3-2-6,9-4 1,3 2-12,-1 7 1,2 2-99,5-1 1,0 3 72,11 1-60,10 5-13,-9 8-101,11 1-72,-2 5-141,7 4 303,-20 2 3268,4 2-3189,-26-2 131,-3 1 177,-6-1 132,-4-1-93,0 1-39,0 0-129,-3 3-45,-3 5-40,-3 6-5,-3 18-39,6-7 6,5 20-1,11-12-22,11 7 11,24-2 6,1-16 5,12-8 1,-20-14 50,0-13 39,-13-9 28,-1-15-1719,-15 0 1,-3-2 1639,0-10-30,-4 13 0,-3 0 115,-5-2-6,-2 6-56,-3-3-79,4 15-139,1 8 44,5 9 2726,13 13-3957,5 3-942,14 13-7568,11 6 7983,-14-12 1,-3-3-1,-20-15 1</inkml:trace>
  <inkml:trace contextRef="#ctx0" brushRef="#br0" timeOffset="201870">12074 13735 18453,'5'0'5064,"0"0"-1703,-5 0-3277,-35 42 61,41-19-50,-22 26-5,53-36-23,2-12-39,-7-5 79,14-18-74,-23 7 96,19-31-51,-28 14 6,2-17-44,-15 20 60,-10 2-4,-8 13 21,-16 4-94,8 8 55,-19 17-50,20 6 6,-9 15-23,15-7-17,-1 26-33,13-12-56,4-11 0,3 0-544,14 18-27,5-14-2012,20 1 2678,11-11 0,-17-7 0,2-7 0</inkml:trace>
  <inkml:trace contextRef="#ctx0" brushRef="#br0" timeOffset="202102">12621 13306 28434,'-8'-18'152,"14"26"-147,13 25 1,5 14-1881,-5-6 0,-1 4 0,-1-3 1858,2 4 0,-3 2-73,-2-1 1,-1 5 0,-3-4-368,-7 5 0,-5 0 457,-4-4 0,-4 3 0,2-5 0,1-5 0,0-5 0,-8-1 0,0 0 0</inkml:trace>
  <inkml:trace contextRef="#ctx0" brushRef="#br0" timeOffset="205580">3944 15085 21584,'-24'-37'508,"1"-1"0,-1 5 0,-2 12-312,-18 35-89,-6 14-85,24-8 0,2 4-11,1 3 1,3 2-15,3 3 0,3 2-17,4 1 1,4 1-6,4-1 0,5 1-37,5-4 0,4-1-296,5-3 1,5-4 214,5-4 1,4-3 21,2-5 1,1-3 36,2-3 0,0-5 59,-1-4 0,0-5 39,-2-2 0,-2-3 39,-2-5 0,-2-1 165,16-24 107,-12 1 200,-14 5-177,-8 7 122,-5 8-95,-3 9-190,-1 7-263,0 4 323,0 18-245,1-4 12,5 33-12,2-13-6,7 13 17,5-12-11,8-7 17,7-9 5,5-9-5,-7-9 118,12-17 150,-12-16-3531,-3 1 3594,-7-16-29,-18 17-50,-1-7-2331,-8 6 2197,-3 9-62,-1 9-85,2 7 2102,2 5-2359,3 3-280,4 4-896,6 6 1896,9 6-451,14 2 0,-14-7 0,2-3 0</inkml:trace>
  <inkml:trace contextRef="#ctx0" brushRef="#br0" timeOffset="206229">4815 15154 20890,'0'-5'3697,"0"1"-2067,0 4-1697,0-32 72,17 41 18,30 6-57,-23 9 0,-1 5-159,10 8 0,-3 2 87,-11-11 0,-4 0-40,5 27 146,-14-9 50,-16-12 118,-20-18-39,-2-20-78,0-9 33,10-21 178,15-2-239,8-13-40,14 1-90,3 21 1,4 3-522,22-11 80,2 7-998,5 13-672,-9 6-1518,10 1-1865,0 0-286,5 1 5887,-21 2 482,1 0 6945,-18-2 106,-9-5-5169,0-5-1586,-8 2 371,-4-2-387,0 4-303,0 0-230,0 3-217,2 6-12,6 7 16,7 11-4,3 3-12,10 19-28,0 19 8,-14-25 0,0 2-252,0 8 0,-2 0 190,-4-3 1,-1-2-19,0 20-85,-6 7 174,-8-24 50,-5-3 73,-9-28-56,6-26-39,2-8 44,10-24-38,11 6-12,4 11 0,4-1-56,18-19-154,-4 23 1,3 4-828,21-2 37,-20 16 1,1 3-3928,3 4 1,-1 1 4003,19-1 1,-10 2 0,-26 3 0</inkml:trace>
  <inkml:trace contextRef="#ctx0" brushRef="#br0" timeOffset="207160">6188 15133 20397,'-2'7'5008,"0"-2"-4174,2-5-599,0 0-179,-46 49 62,45-33-62,-29 35-39,60-48 11,7-6 22,4-5-33,-8-4 39,2-6 6,-12-3 83,-2-7 29,-10-8-51,-11 7-45,-12 2-50,-2 14 96,-21 6-96,16 5-12,-24 12-4,27-2-46,-13 29 51,18-3-34,-1 21-5,10-1-6,10 3-45,9-4-39,16-5-90,10-11 12,7-9 123,-10-13-34,12-11 106,-20-14-5,13-9 0,-19-3 40,12-24-29,-18 20 11,3-3 1,0 1-7,-3 6 7,21-16 10,-22 28-33,8-2 6,-11 15-12,-2 9 6,-1 10 28,-2 8-33,-3 8 27,-2 3-5,-4-6-17,0 16 11,0-22-28,2 9 12,1-23 44,4-11-22,0-9 39,26-31-51,-14 13 12,2-2 0,1-2 50,4-2-5,15-7-40,-16 13 1,9 3-7,-17 15 1,6 3-11,-2 9 22,0 5-23,-5 3 35,8 10-12,-5-8-34,10 7 12,0-12-1,5-4-5,2-12 34,8-20-17,-15 3 33,4-26 0,-21 2-236,-5 11 0,-2-1 231,1-26-12,-3 7 1,-2 0 8,-2 19 0,-1 1 45,2-13 0,-1 2 19,-2 2 247,-5 12-246,2 20-107,-4 1 0,4 17 0,-3 13 0,-1 19 0,-1 19 48,4-23 1,2 2-49,0 3 0,1 1 0,3 2 0,3 0-396,3 0 1,3-2 321,5 0 1,4-3-199,4-2 1,4-2-398,3-3 1,2-2-192,1-4 0,0-2-428,18 7 1265,-18-21 0,-2-3 0,-10-3 0,12-5 0</inkml:trace>
  <inkml:trace contextRef="#ctx0" brushRef="#br0" timeOffset="207344">7341 15219 21612,'-6'-1'4174,"2"0"-3547,4 1-599,48-46-67,7 26-856,-4-8 0,5 1 306,-4 17 1,1 5-908,1 0 1,1 1 1495,4 0 0,-5 2 0,7 0 0,-11 2 0</inkml:trace>
  <inkml:trace contextRef="#ctx0" brushRef="#br0" timeOffset="207562">8208 15031 27169,'-14'-8'-62,"27"2"-279,38 7-152,-16 0 0,2 0-738,2 2 0,0 0-1278,1 1 0,-1 1 1714,-4 0 0,-4 0 0,10 2 0,-20-2 0</inkml:trace>
  <inkml:trace contextRef="#ctx0" brushRef="#br0" timeOffset="207719">8307 15320 27202,'45'-8'-1613,"0"1"0,1-1 0,-1 2 1613,-8 1 0,-3 0 0,11 0 0,-19 3 0</inkml:trace>
  <inkml:trace contextRef="#ctx0" brushRef="#br0" timeOffset="210640">9844 15469 17020,'1'-55'1684,"0"0"1,0 0-1,0-8 1,-6 7-1405,-10 18 0,-5 8 78,-18 8-240,5 11 100,-26 22-162,16 12-267,12-4 0,1 4 247,8 1 1,4 2-26,-9 31-22,13-11 22,10 9-56,17-15 118,22 10-51,9-22 17,17-15 1,-18-21 33,-14-11 0,-3-5-3148,5-18 3167,-11 10 1,-1-1 137,2-21 278,-8 8-301,-5 12-33,-5 14-158,-2 11-16,0 11 0,0 6 0,2 39 17,-1 10 1521,-1-12 0,-1 6-1557,-3-1 1,-2 4-1,1-4-490,0-2 1,0 2 409,-4 10 0,-1 6 0,-2-6-651,-1-10 0,-2-4 666,1 11 0,-5 1-4,-3-19 0,-4-1 1,1-6 92,-16 13 26,3-10 0,-1-12-13,-8-45 60,8-21-53,22 15 1,5-6 27,8-23 0,8-4-42,4 14 0,5 0-289,0 1 1,1-2 0,4 1 264,1 7 0,3 3 0,1 0-4,1 1 0,2 1 0,1 2-28,14-12 1,1 4-10,-1 5 1,1 4-76,-2 6 0,0 4 34,-10 6 0,1 3-171,12-3 0,-2 3 1236,1 3-1046,-2 2 1,-3 1 75,-12 5 102,14 0-79,-32 2 1537,1 4-1302,-10 4 848,-1 6-955,-2 2-66,1 0 14,2-1-26,9-2 50,7-4 6,10-4-29,7-8 46,12-14-90,-13 1 78,9-17-16,-20 5 11,-1-12 22,-9 0-78,-5 9 78,-11-1 67,-9 11-111,-6 4-12,-7 7-61,4 11-12,3 8-44,-2 19 5,9-4 34,-3 24-29,10-5 7,1 15-6,4 4-434,11-3 445,11-7-6,17-14-5,15-14 0,11-18-167,-11-11 178,-11-11 0,-2-5 8,-11 1 1,-2-3-424,12-11 1,0-4 431,-9 1 0,-4-2 0,-1-5 0,-2-2 5,-2-3 0,-2-1-8,-1-2 0,-2 1-3,-2 4 1,-1 1 32,-2 8 1,-2 3 84,2-14 6,-6 22 344,-7 15-451,0 9 153,-4 12-181,2 3 22,-8 38-11,6 3 187,1-10 0,2 3-240,2 0 0,1 0-544,2 5 0,1 0 342,0 2 1,3 0-376,1 0 1,3-1-494,2-3 0,4-2-1131,1-6 0,4-4-2673,-1-8 1,2-4 3670,10 4 0,-11-17 1,-15-10-1</inkml:trace>
  <inkml:trace contextRef="#ctx0" brushRef="#br0" timeOffset="210823">10851 15223 23668,'4'-53'-179,"16"7"-174,13 35 0,6 6-1260,-1-2 0,-1 1 1613,23-4 0,-23 5 0,-18 2 0</inkml:trace>
  <inkml:trace contextRef="#ctx0" brushRef="#br0" timeOffset="211914">11559 15278 23819,'-11'-42'540,"0"0"1,0 1 0,-4-15 0,5 8-245,7 15-161,4 14-118,1 11 22,3 15 22,5 13-21,4 17 16,-1 14 33,-5 8-53,-7-27 1,-2 0 2,-7 30-11,-7-6 0,-3-10 67,3-16 107,4-13-17,4-15-68,2-13-16,-1-13-6,1-12-22,1-12-28,2-10-243,2 26 0,1 0 212,1-1 0,1 0-3,7-29-126,6 9 127,4 11-1,3 10 0,5 9 0,4 8 6,4 7 390,2 9-446,0 10 165,-2 13-126,-6 11-17,-14-5 0,-2 1-11,3 14 22,-8-10 1,-3 1-6,-3 9 11,-4 11 22,-7-10-33,-5-10 28,2-18 0,-2-11 5,7-19 1,1-13-29,2-17 62,10-11 11,5-7-50,9 2 5,4 9-10,2 12-12,1 12 22,4 12-22,-3 11-3381,5 12 3376,-11 4 16,4 18-67,-8 3-51,1 18-153,-10-16 0,-3 0-166,3 15-339,-5-14 1,-1-2-2244,2 10-2923,4 7-3900,11-14 8885,14-30 946,5-23 7080,7-27-2674,-26 15 0,-1-2-2169,2-8 1,0 0-1319,5-11-197,-10 16 1,-2 4 352,-3 4-352,-1 3-342,-7 11-253,-3 7-100,-1 6 56,0 19 153,0-5-203,1 25-23,2-6 0,4 22-111,4-8-834,7 4 637,-2-25-845,14-3-1194,0-15-4957,9-5 7293,-6-11 0,-12 0 0,-11-2 0</inkml:trace>
  <inkml:trace contextRef="#ctx0" brushRef="#br0" timeOffset="212064">12630 14970 23982,'-9'-51'-2217,"4"13"0,19 46 1,-4-2-1</inkml:trace>
  <inkml:trace contextRef="#ctx0" brushRef="#br0" timeOffset="212433">12879 15093 23114,'-4'7'3467,"1"-2"-2795,3-5-297,0 0-330,-8 52-40,6-27 17,-3 19 1,1 4-12,4 11-11,0-2 12,0-13 144,0-30-10,2-14-79,0-5 51,12-28-90,-2 9 50,4-10 1,3-2-18,11-13-421,-7 15 0,1 0 422,9-8-52,9 3-10,-12 18 0,14 2 0,-9 12 0,3 13-125,-5 11 783,-8 4-1453,6 15-4121,-12-6 1,-1 1 2722,6 7 1,4 10-1,-25-42 1</inkml:trace>
  <inkml:trace contextRef="#ctx0" brushRef="#br0" timeOffset="215419">13781 15110 19865,'-5'-61'1157,"0"0"0,0 0 1,1 7-1,-1 0 0,3 10-418,1-8-229,1 21-258,0 16-168,-2 19 39,-3 18 23,-7 24-90,3-12 0,0 4-470,-2 8 1,1 3 415,0 5 1,1 1-20,3 3 1,3-1-66,6-1 1,6-1-350,6-5 0,6-4-900,10-5 1,8-7 1330,12-4 0,1-6 0,-21-10 0,-1-2 0,1-6 0,0 1 0</inkml:trace>
  <inkml:trace contextRef="#ctx0" brushRef="#br0" timeOffset="216494">14505 14594 25797,'2'1'459,"22"25"-389,0 1 0,4 6-997,-1 1 0,2 5 0,-2 0 938,-4-2 0,-1 0 0,-1 2-112,2 8 0,-2 2 1,-6 1-2238,-8-4 1,-4 0-1,-4-1 2338,-6 19 0,-4-5 0,1-17 0,-1-5 0,-10 8 0</inkml:trace>
  <inkml:trace contextRef="#ctx0" brushRef="#br0" timeOffset="261762">2448 5213 7207,'-50'11'1333,"-1"0"0,4-2 0,4-1 162,-4-3-55,7-4-332,11-4-765,11 0-697,16-6 360,9 1 11,25-9-40,14 0-8,-13 5 1,2 0-18,5 0 0,2 0-19,11 0 0,-1 0-191,-15 4 0,-2 1 230,13-1 0,-4 1-78,0 3-84,0 1 206,-21 6 203,-17 6-113,-23 11-39,-22 11 58,8-11 1,-4 1-614,-7 4 0,-2-1 607,-6 3 1,-2 0 11,-2 1 1,0-1 18,1-1 1,1-2-246,3-2 1,3-3 290,7-4 0,4-2 33,-13 2-184,27-11 71,34-14 204,27-14-191,-6 4 0,3-2 153,7-4 0,3-2-165,6-2 1,2-1-145,-17 9 0,1 1 1,0 0 110,1 0 1,0 0 0,0 1-70,-1 1 0,-1 0 1,0 0 22,14-7 0,-3 2-134,-7 4 0,-4 2 223,13-7-299,-28 14-158,-32 12-15,-27 13 201,5-1 0,-4 1 179,-7 7 0,-3 1-18,-8 4 0,-1 2-197,16-7 0,-1 0 1,-1 1 193,-2 2 1,0-1 0,0 1 83,0 0 1,1 0 0,-1 0-269,2-1 1,1-1 0,0 0 376,-12 5 0,3-2 39,11-7 1,3-3-188,-6 1 400,34-17-685,35-14 218,-1 2 0,4-2 360,10-5 0,3-2-377,8-4 0,2-1 2,-16 7 1,1 0 0,1 0-2,0-1 1,0 0 0,0-1 2,-2 2 1,0 0 0,-1 1 7,11-6 0,-3 2 717,-12 6 1,-6 1-839,-2 0-140,-45 21 40,-38 19 196,11-4 1,-4 3-483,11-4 0,-2 2 1,0-1 546,-4 3 0,1-1 0,-1 1 21,0-1 0,0 1 0,0-1 17,3-1 1,1-1 0,0-1 51,-13 7 1,3-3 403,9-5 0,4-1-144,-16 5-322,26-12-96,24-9 82,41-19-23,-2 1-136,6-3 0,7-4-240,-10 6 1,2-1 0,-1 1-689,10-6 1,2 1 1045,-5 2 0,2-1 1,-7 5-1,1-1 0,-2 2 1</inkml:trace>
  <inkml:trace contextRef="#ctx0" brushRef="#br0" timeOffset="265550">4513 6465 6854,'-4'-5'5035,"1"1"-280,3 4-3959,-26-46-417,18 32-352,-18-33 3,25 46 159,5 8-40,0 2 169,13 28-164,-2-1-21,11 19-24,0-10 12,6-7 390,15-10-4,1-14-34,13-17-236,-16-9 33,-10-11 1,4-8 0,-5 2-140,-9 8 0,-1-2-96,7-9 0,5-8 0,0-2 0,-5 4 118,2-9 1,-4 1-428,-1 6 1,0-2 0,-2 3 375,-1-1 0,-1 5 29,15-14-398,-12 26-4877,5 6 5121,-6 17 0,-11 3 1,-6 3-1</inkml:trace>
  <inkml:trace contextRef="#ctx0" brushRef="#br0" timeOffset="423178">15553 14725 17647,'-21'-40'702,"0"-1"0,2 4 0,5 8-343,13 21-331,0 3-202,1 5 269,0 12 236,2 21-119,1 26-156,0-20 0,-1 2-562,0 6 1,-1 1 530,0 1 1,0 1-38,-1 0 1,0 0-298,0 0 0,0 0 219,-1 0 1,-1 1-127,0-1 1,0 1-270,-1-1 1,-1 1-1135,0-3 0,1-1 1619,1-2 0,0-3 0,-1 4 0,3-13 0</inkml:trace>
  <inkml:trace contextRef="#ctx0" brushRef="#br0" timeOffset="423478">15994 14589 12096,'0'-8'5355,"0"2"-3462,0 6-773,0 0-1355,-19-47 252,14 48 129,-15-18-68,20 75-50,0-19 0,0 4-415,-1 5 1,0 3 349,-1 3 1,0 1-536,0 2 0,-1 0 286,0 0 1,1 0-486,0 0 1,1-2-2846,0-1 1,1-3 3615,-1-8 0,1-4 0,0 9 0,0-25 0</inkml:trace>
  <inkml:trace contextRef="#ctx0" brushRef="#br0" timeOffset="424050">16646 14834 13827,'3'-2'3473,"-2"0"-1216,-1 2-1994,4 6-111,-1 1-7,4 8 141,-2 15-40,-2 13-78,0 20-118,-3-26 1,-1 0-35,1 1 1,-1 0-6,0-1 1,0 0 13,1-3 0,-1-1 3,1 25 17,0-7 117,0-18-3363,0-12 3470,0-14 191,0-9-298,-3-10-106,-2-15-31,0-6 0,-1-4-2,-1-17-175,2 5 1,2-2 184,3 16 1,2 0 13,1-7 1,2-1 22,1 5 0,1 1 8,3 6 1,0 0 3258,12-19-3191,8 4-107,-10 20 11,10-1-11,-9 19-3247,15 4 3219,-9 9 218,25 27-223,-26-7-1,0 2 1,1 2-23,9 18-11,-9-11 0,0 2-65,-5-5 1,-2 0-15,-1-2 1,-2-1-981,7 27-2565,-10-12 3652,2 11 0,-8-26 0,-3-6 0</inkml:trace>
  <inkml:trace contextRef="#ctx0" brushRef="#br0" timeOffset="424268">16763 15337 17731,'-4'0'3097,"0"0"-2257,4 0-324,52-72-1330,-23 46 855,-1-3 0,4-6 0,-2 9-2,12 7-22,-7 3 0,0 1-371,17-7-89,-21 10 0,-1 0-311,23-6 0,-26 9 0,-7 4 0</inkml:trace>
  <inkml:trace contextRef="#ctx0" brushRef="#br0" timeOffset="425086">16751 15879 10466,'56'-21'-56,"-1"0"0,-1 0 0,-1 0-224,-13 4 0,0-1-944,2-1 0,1 1-70,-1-1 0,1 1 671,2-1 1,-4 1-1,6-1 1,-10 4-1</inkml:trace>
  <inkml:trace contextRef="#ctx0" brushRef="#br0" timeOffset="425318">16855 16005 17176,'42'-19'799,"0"0"0,-1 1 1,-1-2-358,2-2 1,-2 0-3075,-7 5 1,-2 0 2692,-2 1 1,-2 2 1470,11-7-1560,-15 8 3,3 0-966,-11 6 991,1 0 0,-12 6 0,1-1 0</inkml:trace>
  <inkml:trace contextRef="#ctx0" brushRef="#br0" timeOffset="429222">3196 16013 12819,'19'-35'1495,"4"8"-1142,11 26-73,8 1-39,13 0-132,-21 0 0,1 0-572,8-2 1,3 1 571,7-2 1,2-1-548,7 0 1,1-2 489,-17 2 1,1 0-1,0 0-28,2-1 0,1 0 1,0 1-10,1-1 0,0 1 0,-1 0-4,1 0 0,0 0 0,0 1-13,-2 0 0,0 0 1,0 1-7,-3 0 1,0 0-1,-2 0-1,19 1 1,-1 0 2,-5 0 1,-1 1 8,-3 0 0,0 1 8,-10-1 0,1 0 0,-3 1-8,3-1 0,1 0-1,-3 0 0,3 1 0,-2-1-2,2 0 0,0 0 8,11 0 0,2 0-42,-4 0 0,0 0 45,5 1 0,-2 0-304,-18 0 1,-2 1 309,9 0 0,-1 2 50,7 2 688,11 1-626,-2-2 22,2-2-28,-20-4 1,-1-2-46,18 0-25,-15-2 0,0 0 26,14-3-26,-22 4 0,1-1 517,4 2 0,-1 0-539,-8 1 0,-1 1 3,27 0 33,-12 1 99,-10 2-49,12-1-25,-15 0 1,2 0-159,-2-2 1,1-1 87,0 1 1,0 0 35,3-3 1,0 0-93,23-2 81,-23 2 1,1 0 58,3 0 1,-1 1-1347,-8 1 0,-2 0 1335,26-2 101,-14 4 45,-13-1 701,8 0-702,11-3-48,-13 0-128,-4-1 0,-1 0-24,-3 0 49,25-5 3375,-15 4-3414,-1 1 0,-1 0 57,-13 2 4,-9 2 51,-1-1-5,-6 2-51,3-1 6,-1-1-61,-1 1-34,0-1-1,0 0-55,1 0-409,1 0-9383,1 0 9264,-6 1 0,-1 1 0,-4 0 1</inkml:trace>
  <inkml:trace contextRef="#ctx0" brushRef="#br0" timeOffset="451352">3142 17191 17977,'-16'-48'1019,"1"0"1,0 2-1,4 11-739,9 26-229,0 1-152,2 5 67,4 12 85,7 9-40,9 21-39,-3-5 0,2 3-1677,-1-2 1,1 1 1690,5 7 0,1-1-20,-3-10 1,2-4 33,-1-3 0,0-4 45,20 9 16,-14-14 645,-3-8 6,-14-18-214,0-14-122,-7-23-203,-2 1-28,-3 12 1,1-2-42,-1-3 0,0 0 1340,0 1 1,0 0-1440,0-4 1,0 3-28,1-3-230,2 6-471,2 20-1993,9 2 816,-1 8 1097,20 10 1,-21-2-1,8 3 1</inkml:trace>
  <inkml:trace contextRef="#ctx0" brushRef="#br0" timeOffset="451609">4206 16773 18470,'-7'0'1014,"2"0"112,5 0-1098,-38-14 5,51-1-128,-13-18-67,29 17 0,10 3-139,-10 0 0,2 0-828,19-3 1,0 2-1283,-17 7 0,0 1 2411,15 0 0,-2 2 0,-5 2 0,-13 5 0</inkml:trace>
  <inkml:trace contextRef="#ctx0" brushRef="#br0" timeOffset="451777">4363 17131 21500,'27'-16'-924,"12"-9"-2920,0-4 0,3-2 3021,-12 9 0,0 1 823,20-11 0,-5 4 0,-18 11 0,13-6 0</inkml:trace>
  <inkml:trace contextRef="#ctx0" brushRef="#br0" timeOffset="452251">5646 16339 21237,'-32'-40'185,"-15"20"-168,15 36-17,-19 11 11,20-11 0,2-1 0,-10 6 6,-4 0 78,18-9-11,10-6 39,-1 1 45,11-5-72,4-1-130,1-1 56,0 11 1,0-3 22,0 18 0,0 3-17,1 13-5,2 11 33,4 7-316,-3-26 1,0 1 278,3 2 1,-1-1-9,6 22-3,4-5 1,3-1-9,4 1 17,-4-7 0,2-2 0,6-3-29,1-8 7,-4-9-174,23-2-483,-5-14-595,-8-3 0,1-4 1257,4-6 0,-3-2 0,5 0 0,-1-5 0</inkml:trace>
  <inkml:trace contextRef="#ctx0" brushRef="#br0" timeOffset="452794">6482 16512 21310,'-2'-2'2840,"0"-1"-1967,2 3-873,-23-18 56,22 32-22,-14 0 5,24 46-11,-5-23 0,-1 1-384,-2 5 0,-1 2 362,-1 1 0,-1 0-12,0 1 0,-1-2 0,2-3 1,-1-2 5,1-6 0,0-3-11,0 16 112,0-19 163,-1-14-52,-1-13-139,-3-15-73,-4-15 17,0-21-17,5 19 0,0-3 68,1-6 1,1 0-75,1-3 1,1 0-9,0 1 0,1 0 11,0 5 0,2 1 25,1-25-16,6 5 0,-1 23-1,6-3 1,1 18 16,8-4-33,10 1 11,9 3 0,8 7-17,7 7-380,4 16 394,-30-2 1,1 3-12,-1 4 0,0 4 14,-1 2 0,-2 3-31,-2 2 0,-2 2-64,-3 2 0,-3 2-144,-2 0 1,-2 2-241,-3-1 0,-2 0-482,-1-3 1,-1 0-3037,3 24 3997,-3-11 0,-4-22 0,-1-8 0</inkml:trace>
  <inkml:trace contextRef="#ctx0" brushRef="#br0" timeOffset="452992">6693 16964 8942,'-7'0'7204,"1"0"-5804,6 0-767,-65-15-672,49 6-180,-42-15 6,78 4-83,19-7 125,-12 11 0,3 0-215,5-2 0,1 0 61,2 0 1,1 1-2259,0-1 1,-1 1 2582,-5 3 0,-3 1 0,8-3 0,-18 8 0</inkml:trace>
  <inkml:trace contextRef="#ctx0" brushRef="#br0" timeOffset="453536">7344 16449 13596,'-9'0'4750,"2"0"-3031,7 0-1462,0 0 109,24-27-327,1 12-5,23-23-17,-5 21 16,9 1-22,-17 7 151,10 2-134,-19 8 555,4 6-230,0 10-10,-9 8 43,1 13-179,-11-8 202,2 17-51,-3-1-215,-5-15 0,0 3-1736,1 10 1,0 0 1615,2 18-26,-2-17 0,0-1-318,6 10 326,-4-21 1,0-1 11,7 26-45,1-2 11,-9-13 0,-6-7-137,-16-4-367,-15-6-1299,-22 10 1820,14-16 0,1-1 0,-6 3 0,-2-3 0</inkml:trace>
  <inkml:trace contextRef="#ctx0" brushRef="#br0" timeOffset="682534">8957 6678 10998,'0'-4'7354,"0"1"-5824,0 3-1524,6-33-130,-4 26 320,4-18 303,-13 44-96,-11 19-219,1-11 1,-4 1-627,-8 8 0,-4 2 598,-7 6 1,-4 1-580,11-12 1,-1 1 0,-1 0 506,-1 1 0,-1 1 0,1-1-12,-1 1 1,1-1 0,1-1-40,2-1 1,1-1 0,1 0-6,-9 11 0,3-2-20,7-4 1,2-2-108,6-5 0,1-1 110,-10 19-2415,8-11 2376,9-14 399,4-4-3843,6-12 3756,3-1 1,0-4 0,3-2-1</inkml:trace>
  <inkml:trace contextRef="#ctx0" brushRef="#br0" timeOffset="683482">10199 6805 9061,'0'5'5847,"0"-2"-1831,0-3-2576,2 16-455,-6-8-341,-1 12-134,-9-12-73,-3-1-22,-2-2-23,-1-2-45,0-4-90,1-6-49,1-7-68,2-12-96,4 1 74,2-29-40,6 15-22,7-17-39,5 18 0,7 6-17,6 5-6,-2 9-10,15 3 4,-5 10-21,15 8 16,-2 13-17,2 13 1,-4 11 22,-12 11-251,-20-20 0,-5 1 237,-9 5 0,-7 2-625,-5 4 1,-7 2 641,-7 3 0,-5 0 6,11-15 0,-1 0 0,-1-1 2,-15 15 0,-1-4 25,3-5 0,0-4-108,6-8 1,0-3 216,-20 3 102,13-21-186,19-9 46,6-15-1,12 0 406,3-4-434,5 1 1262,7 5-1301,11 1 303,14 3-314,16 4-17,-18 5 0,2 2-423,4 4 0,1 1 269,3 2 0,0 2-1426,-1 3 1,-1 2 1579,-6-1 0,-3 0 0,8 5 0,-20-7 0</inkml:trace>
  <inkml:trace contextRef="#ctx0" brushRef="#br0" timeOffset="753339">8537 8125 9190,'19'-41'3049,"-1"0"1,1 2-1908,4-10 1,0 3-219,-8 19 1121,3-9-1026,-11 21-386,0 0-442,-6 13-202,-3 6 106,-5 13 73,-11 17-107,2-8 1,-3 2-443,-4 6 0,-2 2 434,-5 4 0,-2 1-667,-3 4 1,-2 2 652,11-14 0,-2 1 1,1 0-20,-2 2 1,0-1-1,0 1-16,1 0 0,-1-1 0,1 0-2,-10 13 1,3-2-297,5-6 0,3-2 229,7-6 1,2-2-513,-3 16-2173,12-14 2927,16-13 0,-5-11 0,8-5 0</inkml:trace>
  <inkml:trace contextRef="#ctx0" brushRef="#br0" timeOffset="754308">9758 8120 10931,'-3'-3'7209,"1"0"-3765,2 3-3248,-29-70-106,31 38-2177,-8-15 1,6 1 2097,24 22 876,17-4-887,-9 19-16,12 1 4,0 15-21,2 9-12,-1 14 6,-4 7 0,-6 4 27,-10 1 68,-12-1 3448,-16-1-3352,-15-2 84,-14-5 111,-6-6 73,0-10 39,9-8-84,10-9-179,10-6-112,8-5-50,5 0-17,5 1-6,10 4-3398,17 9 3382,-7 2-34,17 14 5,-14 4 12,9 10 27,-18-10 1,-1 2 44,8 24 23,-12-1-6,-30-8-50,-21-11-280,-19-6-1060,-8-7 1323,5-8 0,21-5 0,16-3 0</inkml:trace>
  <inkml:trace contextRef="#ctx0" brushRef="#br0" timeOffset="756781">7902 10326 19949,'13'-43'435,"1"-1"0,2 0 0,5 3-284,7 7 0,4 2-1146,4-5 1,2 0 1072,6-3 0,2 1-46,-13 11 0,2 0 0,0 1-10,2-1 0,0 1 1,1 0-1,-1 0 1,1 1 0,-1 0 5,15-10 0,-2 2 11,-6 3 0,-3 2 228,-9 5 0,-2 2-144,9-9 378,-20 15-1112,-11 9-4564,-11 5 5175,-3 3 0,1-1 0,0 1 0</inkml:trace>
  <inkml:trace contextRef="#ctx0" brushRef="#br0" timeOffset="757440">9490 9631 20750,'-3'-45'410,"0"0"1,5-4 0,8 8-389,18 16-5,8-6-11,14 7-34,-3 13 0,14 1 5,-5 14-33,1 18 45,-24 0 50,-3 20 40,-25-5-35,-12 13-4,-16 3-1705,-1-23 0,-1-2 1693,-11 10-12,10-16 0,1-3 68,3-3 73,0-1 487,13-9-89,6-3-371,3-4 3326,4-4-3494,5-1 81,6-3-86,12 2 12,3 3-6,8 8-17,-9 1 0,8 12 11,-2 2-11,-10-2 0,1 3-28,13 13 5,-5 6 29,-22-16 22,-18 4-22,-18-5-118,-5-5 0,-3-1-320,-17 6 432,-6-6 0,2-3 0,22-6 0,-28 4 0</inkml:trace>
  <inkml:trace contextRef="#ctx0" brushRef="#br0" timeOffset="758307">8079 8907 15631,'-7'-9'2738,"2"2"-2643,5 7 225,0 0 128,10 13 129,4 1 34,13 12-147,0-4-105,2-2 10,-5-5 40,-5-5 124,-6-5 184,-7-2-40,-1-6-296,0-6-191,5-11-27,7-9-6,4-10-17,6-4-28,6-4-56,3 1-12,1 4-27,-5 11-146,-7 13-615,-6 12-5759,-6 17 6503,-4 6 0,-4-7 0,-3-5 0</inkml:trace>
  <inkml:trace contextRef="#ctx0" brushRef="#br0" timeOffset="785168">7782 11568 15149,'-38'20'1753,"0"1"0,-17 7-1176,67-44-84,19-13-334,-9 9 1,5-2-1040,15-10 1,1 0 915,-11 9 0,0-1 31,18-11 1,1 0-144,-14 8 0,-1 0 157,12-10 0,2-2-29,-15 11 1,0-1-1,1 0-378,2-2 0,0 1 1,0-1 375,2-2 1,0 1-1,-2 1-11,8-5 0,0 0 17,-7 5 0,1 0 0,-4 3-17,-6 4 1,-2 1-7,9-6 1,-5 2-280,-9 6-1754,-18 11 2000,-10 7 0,1 2 0,0 1 0</inkml:trace>
  <inkml:trace contextRef="#ctx0" brushRef="#br0" timeOffset="785887">9698 10762 17759,'10'-42'627,"0"1"1,0 0-1,1 6-319,5 10-67,9-5-11,18-6-169,-1 10-44,0 4-23,-2 14-38,-9 10-80,4 7-27,-5 16 230,-14 7-12,-7 1 45,-18 7 0,-9-5-9,-2-4 1,-1-2-26,-5 7 56,5-10 1,1-4 100,9-9-44,-3 0-158,11-9-150,2-4 178,6 0 96,7 3-107,4 0 12,15 5-28,3 2-23,25 13 0,-5 1 0,-22-8 0,-2 1-22,8 7 0,-4 7 61,-20-3 57,-28 20-99,-21-17 1,-8-2-49,12-7 1,-2-1-326,-5-3 1,-4-2-1,2-4 365,4-5 0,3-3 0,-16 5 0,11-7 0</inkml:trace>
  <inkml:trace contextRef="#ctx0" brushRef="#br0" timeOffset="831664">1342 17836 7783,'-11'-7'6789,"2"1"-4946,9 6 672,0 0-1781,-16-10 301,-5 7-872,-4-7-40,1 10 17,8 4-73,-3 3-44,-4 6-29,2 4-56,4 2-38,4-1-29,6 0-6,3 0 12,9-1 39,4 1 34,10 0 16,5-1 34,6 0 12,6 0-12,4 2-23,3-1 12,2 1-6,-3 1-28,-5 0 62,-12 1 112,-11 3 28,-19 4 5,-17 7-16,-18 2-79,14-17 0,-1-1-17,-1-2 1,-1-1 27,-25 9-33,7-10-241,10-10-789,11-14-2494,11-8-1092,8-3 4571,10-3 0,-2 13 0,4 1 0</inkml:trace>
  <inkml:trace contextRef="#ctx0" brushRef="#br0" timeOffset="832855">1592 17737 16992,'0'-3'3282,"0"0"-2554,0 3-622,16 10-78,-4 3-2148,7 11 0,0 3 2103,-1 8-25,-2 2 0,-3 1 585,0 17-708,-6-21 0,0 1-112,-1-2 0,0-1-412,7 25-129,3-10-364,1-14-369,-1-13 4020,-6-12-2105,-4-6 438,-22-18-1,-2-1 173,-18-12 152,6 4-33,2 2-253,5 3-331,4 3-279,6 2-213,6 2-101,10 1 16,11-2-3419,25-5 3448,-6 5 5,-2 4 1,0 1-18,15-1 1,-12 4 0,0 1 22,9 0-45,7 2 45,-29 5 28,1 3 3414,-7 4-3363,-3 3 5,-5 3-40,0 2-49,-1 0 22,2-2 33,2-3 68,5-4 78,0-4 117,2-6 399,2-8-415,-7 2 229,2-13 130,-10-3-460,-1 3 151,-7-12-34,-6 12-66,-6-3-34,-4 5-34,-2 8-90,-2 6-89,-1 10-33,-2 12 33,9 0-56,-3 25 39,16-20-56,-2 22-67,12-14-140,6 6-543,19 2-34,4-10 358,4-6-772,9-11-129,-4-8-40,12-9 85,-2-8 845,-3-15 829,-20 6 745,-5-11 392,-20 13 96,-1-3-152,-6 3 147,-5 4-1206,1 8 51,-2 2-325,7 6-134,-1 3 56,2 6-23,3 18 12,4 6 22,1 6-28,7 9 22,-2-4-5,5 13-1699,-9-24 0,0 0 1749,3 16-11,-2-5 40,-6-17 396,-4-13-49,0-3-113,-5-10-184,0-5 3459,-9-12-3370,-3-9-50,-7-14-62,-1-10-17,10 16 1,2 0-734,-7-22 683,2 6 28,10 14 6,4 14-51,3-5-45,7 4 29,11-3 21,2 9-16,2 2-28,-1 10 756,-3 6-728,11 10 11,-4 4 6,2 10 5,-13-7 6,-4 13 6,-10-13-236,-16 34-11,0-26-773,-7 5 1,-2 0-763,0-5 1776,-1-3 0,2-2 0,10-10 0,-5 0 0</inkml:trace>
  <inkml:trace contextRef="#ctx0" brushRef="#br0" timeOffset="833914">3109 18150 13525,'-3'-6'7051,"2"2"-3388,1 4-3467,-33-57-240,25 43-32,-10-20 0,4 11 26,15 30 44,3 8-22,6 21 6,-1-7 11,2 19 11,-5-13-17,-1 9 34,-1-12 16,-2 1-5,-1-18 146,-1 0 145,0-10-162,0-5 196,-3-6-247,-2-6 12,-6-13-34,-5-11-33,-2-12-6,2 5-15,6 10 1,1 0 14,-1-8 17,-2-16-62,9 22 11,4 5-17,6 5-16,2 6 5,15-3 0,-1 9 23,16-2-45,-1 8 5,5 7 56,1 8-33,0 6-3431,2 14 3408,-17-6 6,-1 15-17,-21-6-16,-4 11 83,-11 2 6,-8-2 6,-9-7 39,-4-8-12,-5-12 29,8-7-73,3-7 3386,11-5-3403,7 0-56,2-2-17,4 0 28,6 1 56,12 1 6,-3 1-34,16 4 12,-6 4 5,9 5-34,5 4 1,-1 2 38,-10-2-44,0 14 73,-19-5-29,-2 14-44,-20-7-130,-10 0-671,-13-7-3461,-6-7 4301,4-8 0,14-6 0,10-2 0</inkml:trace>
  <inkml:trace contextRef="#ctx0" brushRef="#br0" timeOffset="834655">3911 17909 24043,'-24'-28'-117,"21"1"50,61 5 22,-23 12 0,1 2-500,2 1 0,1 2 495,-2 1 0,0 3-96,25 8 312,-19 11-283,-19 15 61,-25 14 28,-19 10-131,3-25 0,-2 0 181,-2-1 1,0-1-7,1-3 1,2-2-34,-10 15-39,13-15 543,10-11-453,14-8 5,8-12-5,15-10 5,7-12 17,3-10 78,-3-5 29,-12-3-7,-11-1 24,-18 0 507,-13 2-502,-9 8 27,-5 9 57,3 11 230,2 6-387,11 6 17,4 4-151,9 1-46,3 4 68,9 7-23,13 10-49,14 8 16,10 6 39,-20-16 0,0 0-274,2 1 1,-2 1 74,0 1 1,-3 2-639,-4 2 0,-3 3 854,-7 7 0,-3 0 0,0 4 0,-10 2 0</inkml:trace>
  <inkml:trace contextRef="#ctx0" brushRef="#br0" timeOffset="837306">6405 18017 21181,'-16'-39'381,"-1"1"0,4 4 0,-3 9-252,-10 20-73,-2 15-62,-5 10-16,3 4-1,5 4 1,0 3-39,-8 18-176,10-14 0,3 1 164,0 19-6,11-10 45,15-12 23,10-14 28,11-14 51,8-18 16,2-12 39,2-15 28,-3-4 95,-4-2 146,-7 5 107,-8 9 406,-7 11-575,-7 11-223,-1 6-303,-2 3 179,3 13 28,4 8-28,6 21 34,2 14-266,-6-20 1,1 1 214,-1 3 1,0 1-12,1 2 1,1 1-40,0-1 0,-1 0-404,0 1 1,0-1 383,-2-1 1,-2-1 94,-1-3 1,-3-1-92,-8 26 172,-11-12 124,-14-10-11,-8-14-162,-10-29-107,-1-36 72,28 7 1,5-5-310,2-8 0,7-4 343,8-2 1,7-2-329,5 1 1,5 0 271,5 0 1,4 2-77,2 3 1,3 2-93,0 3 1,2 3-9,-2 7 0,0 2-57,-2 5 1,-2 2-53,21-9 754,-13 12-502,-12 9 1102,-5 6-890,-11 4 877,-1 1-843,-6 1 195,0 2-268,0 4-95,0 4-28,-1 3 29,5 1 4,4-1 12,6-2 17,6-4 45,2-4 55,2-5 74,0-8 38,-2-8 29,-5-9 50,-6-5 28,-6-4 11,-8 2-61,-6 1-39,-8 4-6,-5 6-101,-2 8-107,0 5-50,2 6-50,2 6-11,4 8 16,3 11 45,3 14-50,4 8-39,6 6-51,9-1-236,13-5-391,14-9-1456,16-13 2143,-17-17 1,0-2 0,5-1-1,0-4 1</inkml:trace>
  <inkml:trace contextRef="#ctx0" brushRef="#br0" timeOffset="837782">7214 18002 12483,'4'7'5304,"0"-2"-2744,-4-5 67,0 0-6039,19-64 3625,-13 39-62,5-18 0,-1-2 691,-9 5-601,0-18-143,-2 26 0,-2 0 14,0 0 0,-1 0 225,-7-26 100,-1 13-2088,-3 12 1768,6 15 2156,-3 6-2262,9 10 169,0 1-247,3 9 78,0 12 11,4 22-14,-1-11 1,0 2 1370,0 6 1,2 4-1403,2 13 1,0 1-413,-2-17 0,0 1 331,6 15 0,1-1-210,-1-20 1,1-1-478,4 7 0,3 1-1500,6 1 0,0-3-1198,10 9 3468,-12-23 0,-2-5 0,-10-12 0,1 0 0</inkml:trace>
  <inkml:trace contextRef="#ctx0" brushRef="#br0" timeOffset="837949">7274 18104 22991,'-14'-40'-187,"1"-1"0,14-4 1,11 4-926,19 15 0,7 6-1710,-1-4 0,0 2 2822,-2 3 0,-4 4 0,-6 2 0,-1 2 0</inkml:trace>
  <inkml:trace contextRef="#ctx0" brushRef="#br0" timeOffset="839088">7878 17885 21375,'-17'-46'989,"0"1"1,2 3 0,1 8 281,-1 9-1125,6 12-61,4 5-135,4 8-36,0 6 92,2 11-6,6 26 0,-1-7-3,1 1 0,0 0-2,0-2 5,-1-3 0,0 1-17,1 7 47,0 17 26,-2-19 135,-4-7 78,-1-22-185,-1-10 0,-7-12-6,-12-22-22,-5-11-234,8 13 1,1-2 194,1 1 0,2 0-6,-8-21-11,9 24 0,2 1 11,-6-20 12,4 4-35,4 2-16,13 18 28,1 7-11,20-4-45,2 10 439,6-2-417,18 15 29,-10 11-1700,-11-2 1,-1 2 1698,10 11-88,-14-2 1,-2 2 65,5 14 40,3 6 55,-14 14-84,-12-22 11,0 8 85,-7-14 10,0-19 3292,-2-3-3376,-4-16 300,-2-9-288,0-2-28,0-20 73,6 10-51,0-12-28,8 13 34,2 4-17,1 9-34,15-3 12,-2 14 22,8-3-11,6 14-17,0 5 28,-1 3 0,9 8-56,-2 5-90,0 1-128,1 2-107,-13-9 0,-5-8 168,-5-7 196,-6-8 28,7-21 23,-6-4 61,5-14 45,-8 8 101,-4 7 0,-3 8-67,-3 6-57,0 6-100,-1 4-90,0 3 45,6 7 28,8 12-22,3 7 39,6 9-1,-2-6-60,-6-8 27,5 0 22,-11-14 29,4 2 112,-9-13-113,-1-9 23,-1-12 11,0-11 29,1-6 161,0 2 29,1 8-23,-1 9-89,-2 11-186,-1 6-150,0 5 117,7 14-403,3 2-946,10 11 44,-2-8 502,12 0 0,-19-12 0,6 0 0</inkml:trace>
  <inkml:trace contextRef="#ctx0" brushRef="#br0" timeOffset="839280">8592 17325 23394,'6'-16'-2008,"-10"2"1,20 16 0</inkml:trace>
  <inkml:trace contextRef="#ctx0" brushRef="#br0" timeOffset="839664">9043 17423 24335,'-7'3'1960,"1"0"-1769,6-3-79,0 0-96,11 82-784,-2-38 770,-1 12 1,1 1 37,2-7 196,-2-5-258,-4-11 106,-1-13 224,-2-17-230,0-10 29,5-22 55,3-14-42,-2 12 1,1-1 153,3-4 0,0 0-182,1 1 1,2 1-21,-1 4 1,2 1-28,16-15-60,1 14 43,3 11-17,5 11-6,3 13-21,3 9-96,-1 15-415,-3 12-338,-23-17 0,-1 1 865,1 6 0,-2-1 0,2 4 0,-3-3 0</inkml:trace>
  <inkml:trace contextRef="#ctx0" brushRef="#br0" timeOffset="840255">10049 17145 19115,'-2'-4'4716,"0"1"-3131,2 3-1546,-40 5 56,29 35-73,-10-9 1,1 5-304,16 16 1,8 8 222,2 0 0,3 5 0,1-6-1607,-2-2 0,3-1 1538,1-7 0,2 2 0,5-9-657,9-9 0,6-9-1791,8-2 0,4-4 2575,6 0 0,-1-3 0,-14-8 0,-3-2 0,8-4 0</inkml:trace>
  <inkml:trace contextRef="#ctx0" brushRef="#br0" timeOffset="840522">10983 17098 23047,'-29'-31'374,"-1"1"0,1-1 0,-10-9 0,9 6-60,19 15 850,7 9-1147,5 6 383,11 2-372,13 10 186,19 10-178,-6 9 1,0 3 29,-9-8 0,-1 4-79,4 9 0,1 7 0,-5-1-723,-6 2 0,-5 1 713,8 9 1,-6 2-171,-12 2 0,-9 0-552,-7-7 0,-5-1-2039,1-7 0,-1 1 1,-2-2 2324,-9 14 1,0-6-1,6-15 1,2-4-1,-3 2 1</inkml:trace>
  <inkml:trace contextRef="#ctx0" brushRef="#br0" timeOffset="852248">17093 786 18656,'-8'-41'938,"1"0"1,1 2 0,0 12-1090,1 24-179,0 6 257,2 12 50,-4 14-8,1 16 6,-3 14-327,5-26 1,1 2 300,-1 3 1,0 3 69,0 13 1,1 0-12,0-16 1,0 1 11,-1 6 1,0 4-1,0-5 3,-2 19-29,0-2 0,0 2-398,2-19 0,1 0 418,-2 11 0,0 3-12,2 0 1,0 1-619,-1 0 1,0 2 623,0 2 1,-2 0-7,2-19 0,-1 1 0,-2-1-8,0 3 0,0-1 1,-2 1 7,-1 2 0,-1 0 0,-1 0 3,-1 2 1,0 1-1,-2 0-504,0 1 0,-1 0 0,0 0 506,-1 1 1,0 1-1,0-1 6,-1 1 0,1 0 0,-1 0-2,-1 1 0,0 0 1,0 0-3,0 0 0,0 0 1,-2 2-445,2-5 1,-1 2-1,-1 0 1,2-4 450,0-1 1,1-3 0,-1 3 6,-1 1 1,-2 4 0,-1-1 0,2-3-208,0-2 1,1-3 0,-1 2 191,1-4 1,-1 3-1,1 0 1,-1-1 2,0 1 0,0-1 0,0 0 0,-1 0-4,1 1 0,0-1 0,0 0 0,-1 0-3,1 0 0,0 0 1,-1 0-1,1 0 3,-1 0 0,0 0 0,1 0 0,-1 0-127,0 0 1,0 0-1,-1 0 1,1 0 126,-1 0 0,0-1 0,0 1 0,0-1-2,-1 0 1,1 0-1,-1 0 1,0 0-1,0 0 1,-1-1 0,1 0 0,-1 1 2,1-1 0,-1 1 1,0-1-1,0 1-3,0 0 1,0 0 0,0-1 0,-1 1-2,1 0 0,-1-1 0,0 1 0,0 0-1,0-1 0,0 0 0,0 1 0,-1 1-1,-5 6 1,-1 2 0,-1 1 0,1 0-6,6-11 1,0 0 0,0 1 0,-1 0 0,1-1-2,1 0 1,-1 0-1,0 1 1,0-2 0,1 1 4,-5 8 0,-1 0 1,2-1-1,0-2-1,-2 6 0,1-2 0,0 0 134,1 0 0,0 0 1,-1 2-141,4-7 0,-1 2 1,1 0-1,1-3 299,1-2 1,1-1 0,0 0-296,-3 5 0,0 2 0,-1-1-15,1 1 0,-1-1 1,1-1 8,4-5 1,0-2-1,-1 3 2,0 1 1,-2 3-1,0 0 1,2-2 3,-1 4 0,1-1 0,1-1-2,1-1 0,2-2 1,0 3-226,0 5 1,0 2 0,3-5 230,-1 2 1,3-1-1,4-7 0,0 3 0,3-5 510,4-1 1,3-1-521,-1 10 0,4 2 2,6 8 0,3-1-8,-3-20 0,2 0 8,8 16 1,3-2 5,-3-18 0,1-1-6,5 10 1,4 0-9,2-2 0,3-1 0,-2-9 1,2-1 0,-1-1 10,2 0 1,1-1-6,0-3 1,3 0-1,-1-2-6,2-2 0,2 0 23,3 0 1,4 2-1,-3-2 128,3 0 1,1 1-137,8 1 1,5 1 0,-6-3-5,-16-6 1,0-2 15,9 4 0,5 2 0,-3-2-13,1 1 0,-1 0-6,-9-3 1,2 0-1,1 1 19,7 5 0,3 0 0,-4-1-22,2 1 1,2 1 5,-11-5 0,5 2 1,-1 0-1,-7-3-102,0-1 1,0 0 113,8 4 1,6 2-1,-4-1 2,0 0 0,0 0-6,0 1 1,4 1 0,-2 1-4,-8-4 0,-1 0 0,1 2-118,6 3 0,1 1 0,-4-1 116,1 0 0,-3 1 5,-10-6 1,0 3-1,-1-2-9,8 6 0,-2 1 4,9 6 0,2 3 3,-12-7 1,-1 2 0,-2-3-10,2 2 1,-1 0 5,-4-2 0,2 3 0,-2-3 5,-1 2 1,-1-1 5,9 10 0,0 1 785,-1 0 0,-1 1-779,-8-7 0,0 2 0,-3-3-12,2 2 1,-1 1 12,-3-3 1,1 3 0,-2-3 9,-2 1 0,-2 1-3,6 9 0,1 3-14,-3 0 1,-2 0 4,0 0 1,0 3 1,-6-11 1,0 2 0,-1-1-2,5 14 0,-1-1-9,-1-3 1,0 0 5,-3-2 0,0-3 11,-3-10 0,1 1 14,6 19 1,2 1-4,-4-11 0,1 0-8,3 7 0,-1-3-8,-7-18 0,-1-2 118,2 7 1,0 0-58,-4-7 0,0 1 45,3 18 0,-1 3-56,-4-9 0,-1 0-11,0 9 0,-2-2-34,-3-18 0,-1-1 11,1 6 1,-1 0 1170,2 24-1188,0-16 1,1 3 2,-1-7 1,1 0 265,0 8 0,0-2-274,-2-14 0,0-2 0,0 0 0,-1 1 33,0 14 1,-2 4 5,-1 7 0,0 3-23,-1-13 0,-1 2 0,0 0-125,0 0 1,-1 1-1,0-2 119,0-6 1,-1 0-1,1-3-10,0 10 0,0-1-185,0 11 0,2-1 187,1-11 1,1 0-9,2 11 1,3 4-2,0-14 1,1 2 0,1-3-8,0 2 0,2 1 1,-1-3 1,2 3 0,-1-4 9,0 5 1,-1 0 10,0 2 0,-1 3 1,0 0-14,-3-9 0,0 0 1,0 1 3,-1 6 0,0 2 0,-1-3-10,-2-9 1,-1-1 0,0-3-7,0 8 1,0 0-7,-1 5 1,-1 1-1223,1-4 0,0 0 1166,1 0 1,0 0 13,-1-5 1,1-1-688,1 4 0,0-4 223,0 2-551,-1-4 0,2 0 1066,1 8 0,-2-15 0,3-9 0</inkml:trace>
  <inkml:trace contextRef="#ctx0" brushRef="#br0" timeOffset="854367">17877 1207 29795,'-20'-46'-1939,"5"10"789,14 32 733,1 3 315,0 15 190,5 4-258,2 18 9,3 0-970,0 4 933,-2-2-66,0-5-153,-3-4 23,-2-9-12,-1-6 487,-1-7 356,-1-5 1094,1-1-1373,0-14-143,-4-6-17,-1-18 12,-3-7-35,3-3-5,5 2-4,6 4-22,6 8-22,6 6-12,3 9 23,2 8 34,2 8 21,2 11 40,3 7-16,2 10-29,-1 5 11,2 4 1,-4-1-1,-4 0 28,-7-4 1,-6-7-6,-6-7 78,-4-9 112,-1-4 46,-1-4-130,2-8-118,1-10-10,2-11-6,3-7-1,2 3-38,3 4-34,3 9 28,3 6 39,3 7 0,3 5-11,10 14 28,-10-3 0,13 16-5,-15-3 5,7 8-11,-2 1 16,-1-1 1,-1-4-6,-3-4 5,-2-8 7,-3-6 38,-1-10 17,0-9-5,-1-9 11,-3-9-12,-4-6 1,-5 1 33,-3 3 6,-4 8 50,-2 7-112,1 8-44,-1 5-102,3 4 1,0 2 78,0 8 22,7 15-5,-1-2-112,10 15-112,1-12-281,8 4-587,6-3-6955,11-8 2810,-13-8 4680,8-7 1,-26-4 0,0-2 0</inkml:trace>
  <inkml:trace contextRef="#ctx0" brushRef="#br0" timeOffset="854519">18836 878 13603,'-3'-1'1260,"0"-1"-2537,3 2 0,0 0 0</inkml:trace>
  <inkml:trace contextRef="#ctx0" brushRef="#br0" timeOffset="855342">19091 1162 14454,'-2'-4'6581,"0"2"-4261,2 2-1760,-29-63-252,21 46-294,-8-18 0,2 7-115,12 26 45,2 10 67,4 9-5,1 4-6,12 31 22,-3-12-84,6 19 46,-5-15 105,-4-5-89,-5-13 95,-2-4 180,-3-14 666,0-1-846,-1-23-22,0 4 67,-1-35-112,1 10 0,-1-15-22,3 16 5,6-8-11,-2 24-101,14-12 12,1 23 66,1 0-10,10 15-68,-5 8-202,8 12-291,0 8-1220,1 13 592,-15-15-3656,3 11 4878,-13-21 0,-2-6 0,-2-5 0</inkml:trace>
  <inkml:trace contextRef="#ctx0" brushRef="#br0" timeOffset="855851">19538 982 15076,'0'-8'7164,"0"2"-5831,0 6-560,0 0-398,-23-59-319,17 44-106,-18-43 27,26 66 6,5 9 6,4 13 22,7 10 6,2 10-6,-5-9-22,-3-8 0,-2-1-6,4 9-33,3 16 22,-7-27-73,-2-2 101,-5-17 22,0 0 1,-5-15-1,-4-9 6,-6-12 23,-6-8 10,-4-11 34,0-7-1645,8 17 0,1 1 1662,-4-13 95,-5-11 17,12 29-67,1-1-118,7 4-83,14 3 4,9 2 3399,15 4-3387,8 8 17,4 6 16,2 14 1,-2 10-1,-4 13 29,-4 9-23,-6 4-22,-11-9 17,-8 18-12,-15-20-33,-10 14-124,-12-18-252,-10-9-436,-6-10-1002,-4-7-3362,-1-12 5215,8-2 0,15 0 0,10 2 0</inkml:trace>
  <inkml:trace contextRef="#ctx0" brushRef="#br0" timeOffset="856076">20018 920 23758,'36'-28'-1314,"0"0"1,-5 2-1,-1 6 1,8 10 0,-18 6-1</inkml:trace>
  <inkml:trace contextRef="#ctx0" brushRef="#br0" timeOffset="856243">20166 1089 17445,'-4'4'4711,"1"-1"-6436,3-3 1725,64-26 0,-48 19 0,16-6 0,-1 0 0</inkml:trace>
  <inkml:trace contextRef="#ctx0" brushRef="#br0" timeOffset="857286">20949 964 21783,'23'27'-47,"0"-1"0,13 23 128,-42-17 273,-18 4-45,-9-9-11,-16-1-190,14-14 277,-8-6-81,11-8 83,-2-8-74,6-29-285,15 10-5,4-19-23,17 10 28,8-2-6,12-5-28,15 4 12,-11 17-6,13 3 6,-12 15-1,15 1-10,8 7 2,-24 1 0,1 1 0,11 4 0,-1 1-345,19 4 353,-20-3 1,-2-1-17,4 3 17,3-2 10,-16-2 175,-14-6-141,-10-5-11,-7-8 29,-4-8-24,-4-9 24,-10-13 38,-1 6 298,-2 1-213,-3 12 5,0 13-44,-12 2 83,-20 16-185,16 0 28,2 5 1,2 2-51,5 0-6,-23 16-16,31-10-68,0 16-240,16-2-1076,15 8-891,6-12 2269,12 0 0,-15-19 0,1-1 0</inkml:trace>
  <inkml:trace contextRef="#ctx0" brushRef="#br0" timeOffset="858943">17970 2141 20347,'16'-40'532,"-1"18"-471,-7 49 74,0 14-74,-4-4-5,0 10 90,0 4-68,-3-19 247,0 1 342,-1-24 672,0-1-1099,0-8 102,-3-18-247,2 2 17,-3-23-45,2 1-44,5-12-29,8-1 6,18 2 0,1 19 0,3 9 6,-2 17-1,-5 12 18,13 15-23,-14-2 11,12 24-22,-20-16 0,3 6 16,-5-6 12,-2-9-6,-2-3 6,-2-6 145,-2-11-83,-4-4 16,7-10-61,0-9 27,6-9-44,1-5 0,0 2-6,-6 14-45,0 5 1,-5 13 16,6 6 23,-4 1-12,16 12-11,-13-5 28,14 11 1,-9-6-12,10 3-6,-10-6-22,10-4 78,-11-9-16,3-5 50,-1-11 50,-1-14-15,-2-3 26,-1-9-3335,-9 12 3296,-2 8 113,-2 4-35,0 10-234,0 2-28,-1 6 61,3 9 17,1 2-6,12 20-50,1-6-28,5 7-684,13 6 203,-14-20 1655,20 15-1090,-7-19 0,-12-3 0,0-6 0</inkml:trace>
  <inkml:trace contextRef="#ctx0" brushRef="#br0" timeOffset="859125">18830 1859 17277,'-1'19'0,"0"-3"0</inkml:trace>
  <inkml:trace contextRef="#ctx0" brushRef="#br0" timeOffset="859502">19040 2021 23864,'14'19'95,"0"3"-61,4 11-34,-5-8 39,-1 13 12,-9-15 38,0 5 230,-3-16 124,0-6-270,0-8 46,0-17-51,2-6 0,2-18-44,5 0 4,4 2-77,-2 10-1,10-4-44,-11 21-57,18-7 23,-8 21-11,10 8-78,-2 14-141,0 12-291,-4 7-566,-2 1-1921,-4 0 3036,-1-3 0,-8-18 0,-1-5 0</inkml:trace>
  <inkml:trace contextRef="#ctx0" brushRef="#br0" timeOffset="860153">19503 1911 20761,'-3'-3'3478,"0"1"-2817,3 2-644,-4-2 17,10 22-18,-2 7 1,11 21 0,-2 1 17,-1-4 33,-3-4-39,-3-7 17,-3-8 100,-2-10 7,-1-8-79,-4-10-34,-4-11-11,-3-10 11,-1-11-16,3-9 10,1-9-5,2-5-22,-1-1 50,1 5 22,1 10 1,2 13-7,0 9-44,2 7-33,4 5-1,3 2 6,6 3-5,14 2-1,-7 6 0,15 5 1,-7 7 5,6 8-11,3 8-3376,7 14 3387,-14-13 0,9 12 11,-15-21-11,3 3-11,-4-8 11,-4-6 11,-8-6 34,-3-4 3426,-2-7-3382,1-7-5,0-13-28,0-13-5,-3-12 5,-2-7-17,-2 0 0,-2 6 6,-2 12-28,-2 11-85,0 13-329,3 7-757,1 4-1730,3 4 2884,11 3 0,-7-2 0,6 3 0</inkml:trace>
  <inkml:trace contextRef="#ctx0" brushRef="#br0" timeOffset="860360">20309 1754 23259,'32'-27'-1335,"0"0"0,-5 3 0,-1 6 0,0 11 0,-11 4 0</inkml:trace>
  <inkml:trace contextRef="#ctx0" brushRef="#br0" timeOffset="860527">20447 1862 18498,'-6'5'4879,"2"-1"-4358,4-4-426,0 0-689,13 18-2503,21-25 3097,25 7 0,-19-15 0,-3-1 0</inkml:trace>
  <inkml:trace contextRef="#ctx0" brushRef="#br0" timeOffset="861675">21223 1768 12410,'-4'-11'5545,"1"2"-2677,3 9 78,0 0-6727,-12-47 3781,8 35 893,-9-29-843,11 53 6,-2 11-22,2 1-12,-3 15 12,1-6 3369,-3 20-3375,2-10-5,1 0-35,3-20 35,1-6 38,0-10 432,1-2-280,0-6 174,8-17-303,-3 1 50,9-23-50,-3 2-59,1 5 1,1 0-26,6-13 5,2 11 1,1 2-17,0 9 16,21-11 1,-17 22-17,12 3-6,-7 11-5,4 10 10,-7 8-10,-6 1-79,4 7-352,2 8-231,2-1 208,-2 0-1260,4-3 1181,-18-19-392,17 2 835,-17-20 135,2-2 240,-1-24 101,-6 5-135,1-7 646,-4 4-343,-6 18-342,1-2-184,-2 18 16,-2 11-16,1 4-3404,-1 21 3398,4-19-5,6 18-29,14-17 45,4-5 23,11-5-6,-10-13 50,10-11 163,-2-17 11,-1-7 67,-2-13 23,-15 2-191,-8 10 202,-4-14-280,-4 28 3358,-3-15-3554,0 27-376,-1 0 124,1 9-1512,-1 11 503,2-2 1384,2 19 0,0-18 0,2 7 0</inkml:trace>
  <inkml:trace contextRef="#ctx0" brushRef="#br0" timeOffset="862302">22231 1823 24749,'31'-12'372,"-1"1"1,24-17-188,-28-11-11,-1-8-782,-5-10 652,-13 25 1,-2-1-6,2-20 48,-8 13 0,-2 2 47,-5-7 40,-7-14-68,2 33 345,-4 6-384,9 13 54,-2-1-210,7 8 55,1 7 45,-1 9 367,0 15-389,-1 15 6,0 13 16,3-25 0,0-1 34,0 22-43,5-18 1,3 0-36,8 5 33,4-9 0,5-4 0,19-1-11,3-7-6,1-17 28,-11-12 17,9-11 6,-5-13 38,-4-14-55,-11 6-6,-10-1 1,-2-2-409,-5 9 0,-2-1 419,4-15 1,-3-2-1,-3 10 0,-2 3 12,-1 3 0,-3 1 145,-10-26-123,3 25 45,-9 4-23,9 22-56,0 2 800,3 5-839,3 5 6,2 16 17,0 12-23,2 22 11,4 10-382,0-26 1,0-1 393,7 24 2,0-14 1,2 0-175,-3-14 1,1 0-137,2 5 0,1 1 302,5 5 0,-2-5 0,-5-11 0,9 18 0</inkml:trace>
  <inkml:trace contextRef="#ctx0" brushRef="#br1" timeOffset="927959">18063 3055 23058,'-35'-38'360,"0"-1"0,4 2 1,5 16-322,11 36 11,2 19-27,2 26-18,6-19 1,1 3-1011,-1 8 0,1 3 999,0 7 1,0 1-21,1-18 0,0 1 0,0 0-77,0 1 0,0 1 1,0-1-143,0 1 1,0 0-1,1 0-166,-1-1 0,0 0 1,0 0-276,0-1 1,-1-1 0,-2-1-234,-3 19 1,-3-2 820,-4-7 0,-4-4 713,-2-9 0,-4-5 74,-1-10 0,-2-6 526,-29-4-369,7-35-535,28-2 0,4-6-110,3-9 1,5-5-696,3-8 0,5-1 508,7-8 0,6 0-20,0 17 1,2 0-1,3 0-2,3 0 1,4 0 0,2 1-21,1 2 0,2 0 0,2 2-8,0 2 1,2 2-1,1 0-3,-1 3 0,1 0 0,-1 2-257,16-11 0,-1 3 279,-3 2 0,0 1 23,-4 3 0,-2 2 22,-5 5 0,-3 1 1237,13-8-1214,-18 15 241,-14 10-214,-7 10 1303,-3 8-1320,0 12 693,0 8-742,4 6 4,7 13-16,-2-17-11,13 9 11,-3-23 11,6 0 90,-3-10 554,-2-9-375,-9-6 196,-3-14-27,-5-8-68,-2-14-96,-7-8 23,-4-15-212,0 20 128,-3-6-12,6 32-122,-2 2-90,0 9-28,-2 10-78,-4 12-23,5 0-414,-3 14-600,11-8-1204,10 5-5562,11-4 7909,7-7 0,-7-8 0,-8-5 0</inkml:trace>
  <inkml:trace contextRef="#ctx0" brushRef="#br1" timeOffset="928276">18652 3255 26340,'7'9'0,"11"17"-45,8 16 0,2 1-115,-12-13 1,-1-1 58,-1 2 53,-2 2 1,-5 0 154,-10-7-12,-2 7 39,-9-25 258,-5-16-263,8-2 151,-6-22-11,13-7-143,6 8 0,0-2-109,5-13 33,11-12-28,1 27-3671,18-6 3274,-9 15-4909,26 3 5284,-26 15 0,3 0 0,-20 4 0</inkml:trace>
  <inkml:trace contextRef="#ctx0" brushRef="#br1" timeOffset="928743">19459 3082 23197,'-14'-61'873,"0"0"1,3 10 0,1 9-227,3 15-597,5 19-6,-2 13-27,4 26 62,-1 31-60,1-31 1,0 4-524,0 10 1,0 6 0,1-1 503,1 10 0,2 1-73,-1-4 0,1 5 0,3-2-364,1-11 0,2-1 0,2-1-2213,2-4 1,3-2 0,1-2 2649,8 7 0,1-5 0,11 6 0,-13-29 0</inkml:trace>
  <inkml:trace contextRef="#ctx0" brushRef="#br1" timeOffset="929868">20070 3171 17966,'0'-3'4868,"0"1"-4056,0 2-695,-9 13-5,7 12-11,-8 18-11,4 11-6,-5 1 5,-7-3 46,-1-10 240,4-15 331,7-13-118,6-17-319,8-16-95,5-19-34,9-14-324,-7 22 1,1 0 230,1 1 1,1 1 2,17-20-33,-1 10-11,0 14-29,-1 12 18,4 15-1,3 14-11,2 17 6,-1 12-6,-20-19 0,-2 1 11,-1 1 0,-2 1-5,12 26-166,-2-8 160,-3-12 6,1-14 5,-1-11 23,5-19-17,6-12 11,7-17-11,5-9 11,-1 0 517,-6 4-516,-10 12 173,-11 10-208,-9 10-10,-4 8 33,-2 9-6,2 7 6,1 9 0,3 3 0,3 0 6,3-4-23,5-6 17,6-7 0,6-9-39,3-11 56,1-9 16,-4-9-5,-8-7 23,-10-3 16,-8-2 39,-12 1 12,-9 6-1,-11 6-21,-7 10-57,-2 9-17,1 9-11,4 10-22,8 9-39,9 9-157,8 6-337,15 3-772,13-1-2039,17-3 3355,13-3 0,-20-15 0,-2-4 0</inkml:trace>
  <inkml:trace contextRef="#ctx0" brushRef="#br1" timeOffset="930293">21460 3178 21097,'0'-5'4325,"0"0"-2998,0 5-1215,-51-31-28,14 41-59,-2-15 0,-1 4-3,15 20 1,3 7-1,-16 22-33,12 1-6,13-5-22,17-7-11,13-10 5,15-14 0,14-15 28,7-15 40,1-14-21,-29 10 1,-2-1 25,-4-3 0,-2-2-90,-3-2 0,-2-3 129,-3-3 1,-1-1 7,-2-3 1,-1-1-9,0-2 0,-1-1 14,0 2 0,1 1 25,-2 5 1,0 2 128,3-16-78,-3 21-106,-2 16-1,-1 15-33,0 26-28,-1-4 22,-2 38-315,0-5 262,1-9 0,-1 1-279,1-16 0,1 1-43,1 15 0,2-1-1698,10 11-1845,-1-25 1,3-1 3906,15 16 0,-7-23 0,-8-15 0</inkml:trace>
  <inkml:trace contextRef="#ctx0" brushRef="#br1" timeOffset="930867">21947 3103 25175,'-11'-21'571,"3"4"-554,7 17 28,1 5-17,0 2-28,3 5 6,2 2-1,4-3 6,5 0-11,-4-7 23,6-1 16,-2-4 51,10-8-62,-9 2 117,5-17-78,-14 12 34,1-16-17,-6 5 79,-7-13 38,-1 9-66,-5 3 100,-3 14-106,0 8-40,-7 9-5,-7 21-50,5 11-18,8-4 1,3 3-9,3-7 1,3 2-1831,0 12 0,1-1 1397,4 8-1130,7-19 1,2-2 987,9-2 0,-2-5 0,-3-12 0</inkml:trace>
  <inkml:trace contextRef="#ctx0" brushRef="#br1" timeOffset="931734">23107 2908 15040,'-6'39'310,"0"0"1,-3 22 932,1-27 1,1-2-1154,4 10-981,7 14 964,14-22 1141,12-10-1024,9-12-72,-6-6 2533,21-20-2292,-19-7 0,12-20-40,-21-8-67,-12-9-178,-12 26 0,-4 0 10,-2-1 0,-3 1 56,-13-25 3252,-6 11-3303,-2 14-61,1 14-56,0 10 6,1 9-29,0 10 244,0 10-680,4 10-645,5 9-1136,9 6-4806,17 5 7074,7-5 0,-1-16 0,-3-14 0</inkml:trace>
  <inkml:trace contextRef="#ctx0" brushRef="#br1" timeOffset="931986">24014 2811 26609,'-42'9'22,"0"-1"1,3 8-1,7 9-14,18 22 1,9 9-995,-2-16 0,-1 2 0,1 1 961,-1 3 1,0 2 0,0-1-101,1 3 0,0 1 0,1 0-357,1 1 0,0-1 0,1 1-838,1 1 0,1-1 1,-1 0-1958,2-2 0,0-1 0,0-2 2331,-1 5 1,1-5 0,-1 15 0,1-46 0</inkml:trace>
  <inkml:trace contextRef="#ctx0" brushRef="#br1" timeOffset="932113">23403 4250 20331,'-3'-59'508,"-1"-1"1,1 1 0,2 4 0,3 0-1,4 5-416,11-5 1,6 4-877,4 4 0,4 3 716,2 4 1,4 4-611,2 1 1,2 3 677,8-1 0,-2 4 0,6-3 0,-3 5 0</inkml:trace>
  <inkml:trace contextRef="#ctx0" brushRef="#br1" timeOffset="932796">25090 2706 24167,'-21'-23'117,"-1"0"1,-23-10-23,6 49-11,-2 0-11,0-1 56,5-3 22,7-5 6,9-2 27,7-4-37,7 0-19,4-1-122,1 2-6,1 0 22,-3 7 6,0 8 28,-4 14 17,-4 15 11,-6 14-242,6-24 1,0 2 190,-2 3 1,1 1-379,1 2 0,1 1 378,2 0 1,2-2-28,2-1 0,3-2-97,3-3 0,3-2 91,12 24-11,12-11-6,9-11-174,5-12-840,4-10-6323,5-11 6621,-7-8 1,-16 0-1,-12-1 1</inkml:trace>
  <inkml:trace contextRef="#ctx0" brushRef="#br1" timeOffset="937368">25713 2996 23142,'-3'8'235,"-1"6"-140,6 34-42,-3-13 1,0 1-607,-1 23 598,-1-17 0,-3-1 39,-4 8 125,-6 5-41,1-13 241,2-16 39,3-15-101,0-26-167,4-13 342,-1-9-416,5 3 1,1-3 22,-2-23-82,2 14 1,1-2-3,-1 6 0,1 0-466,-1 0 0,1 2 438,0 8 0,1 2 11,1-2 0,1 1 11,9-11-34,17-7-5,6 19-5,2 9-1,22 22 12,-27 8-12,1 2 1,1 4-7,9 19 12,-11-2 0,-2 4-14,-7-4 0,-2 2-64,0 7 0,-4 3-651,-12 9 1,-5 0 294,1-20 0,-4 0-3420,-10 23 1,-4-4 3236,-3-13 1,-3 3-1,14-27 1</inkml:trace>
  <inkml:trace contextRef="#ctx0" brushRef="#br1" timeOffset="937543">25731 3245 16779,'-9'-42'31,"0"-1"1,4 4 0,10 7 2207,42 11-2595,-16 11 1,2 2-388,4 1 1,2 0-2370,3 1 1,0 1 3111,-5 2 0,-2 0 0,9 0 0,-21 1 0</inkml:trace>
  <inkml:trace contextRef="#ctx0" brushRef="#br1" timeOffset="937727">26538 3045 23211,'-1'59'-1288,"-1"1"0,1-5 0,0-7-8543,1-6 7502,0-13 1,0-12-1,0-12 1</inkml:trace>
  <inkml:trace contextRef="#ctx0" brushRef="#br1" timeOffset="938410">26840 2969 20979,'1'-3'2880,"-1"0"-2460,0 3-297,28 17 34,-19 7-6,18 22-90,-28-9 1,-7 2-43,1-4 1,-1-1-15,0 0 1,-2-1 22,-9 15 101,8-28 151,-1-6-218,3-11 95,3-27-22,5-8 21,-1-22-1757,4 16 1,1 0 1656,0-17-14,1 13 0,2 0-40,4-8 59,5-7-33,6 9-22,6 11 11,6 7-17,7 8-12,4 7 12,0 8-28,0 9 6,-11 4-40,12 22 46,-18 2 10,10 17-5,-21 2-12,-10 1-5,-16 0 12,-9-3 94,-22 0-50,10-22 3393,-9-5-3365,19-28 104,4-8-110,7-6-28,4-2-5,6 1-17,6 3-11,5 3 39,7 3-39,4 4-28,5 4 22,5 6 17,2 8-6,2 9-16,0 9 16,-2 7-22,-6 4-5,-9 1-18,-9 0-66,-16 0-231,-10-3-436,-12-3-874,-5-5-4218,-2-9 5876,7-9 0,10-5 0,9-4 0</inkml:trace>
  <inkml:trace contextRef="#ctx0" brushRef="#br1" timeOffset="938635">27724 3210 23573,'1'49'-841,"0"1"1,0-5 0,-1-7 840,-4-12 0,1-12 0,3-5 0</inkml:trace>
  <inkml:trace contextRef="#ctx0" brushRef="#br1" timeOffset="938906">28333 2975 26015,'-50'-16'145,"0"0"1,-1 7 0,6 11-129,5 29-12,18-6 1,4 2-17,5 15-96,4 14-139,15-2-303,15-2-639,18-9-379,-12-24 0,2-3 1567,8-1 0,-2-2 0,6 0 0,-3-3 0</inkml:trace>
  <inkml:trace contextRef="#ctx0" brushRef="#br1" timeOffset="939110">28784 3305 17791,'8'-1'4089,"-2"0"-2178,-6 1-1654,0 0 320,-22 31-583,13-9-150,-16 28-235,21-19-1837,2-1-5946,7-4 8174,1-6 0,-1-9 0,-1-5 0</inkml:trace>
  <inkml:trace contextRef="#ctx0" brushRef="#br1" timeOffset="939326">29056 3176 21506,'2'-6'3624,"0"2"-2582,-2 4-924,21-17-57,-15 21 12,16 3-34,-20 30-39,-3 15-117,-3 2-858,-1-16 0,1-2-554,-3 9-1238,0 8 2767,2-27 0,3-13 0,-2 3 0</inkml:trace>
  <inkml:trace contextRef="#ctx0" brushRef="#br1" timeOffset="939617">29067 3337 18747,'4'-61'1671,"0"0"0,1-1 0,0 6-1089,4 6-191,8-8-285,-3 29 1,4 1-68,17-13-11,2 9 16,2 17-35,13 22-15,0 21-460,-2 5 472,-29-3 0,-5 4-12,3 23 11,-10-21 1,-2 2-20,0-2 0,-4 2-1694,-6 3 0,-4 0 1557,-1-8 0,-1-2-51,-16 28-299,-11-18 65,1-16-141,-15-1-421,-3-11-8109,-6-13 9107,19-6 0,8-2 0,23 3 0</inkml:trace>
  <inkml:trace contextRef="#ctx0" brushRef="#br1" timeOffset="939852">29913 3419 22459,'-3'2'1881,"1"-1"-2245,2-1-2773,-45 71 3137,30-46 0,-10 14 0,4-5 0,16-26 0</inkml:trace>
  <inkml:trace contextRef="#ctx0" brushRef="#br1" timeOffset="940343">30406 3014 24547,'-19'-57'208,"-1"9"-169,-6 39-22,0 4 11,-12 2-6,10 8 0,1 1 12,7 8 39,5 9-23,1 6-5,4 14 33,7 2 18,2 6 39,0 4 38,-1 0-94,-2-12 167,-7 16-123,1-21-50,-4 13-17,6-18-6,4-6 34,9-6-22,7-5 11,12-7 0,10-4-57,-4-5-94,23-8-73,-24 2-852,2-3 0,1-1-6916,5-4 7071,9-4 0,-24 9 0,-11 4 0</inkml:trace>
  <inkml:trace contextRef="#ctx0" brushRef="#br1" timeOffset="940536">30173 3269 16587,'49'-11'-2286,"-1"0"1,-1 1 0,-5 3 2135,-2 7 1,-15 0-1,-10 0 1</inkml:trace>
  <inkml:trace contextRef="#ctx0" brushRef="#br1" timeOffset="941459">30749 2836 23612,'27'-25'153,"0"-1"0,-1 2 0,-1 5-102,2 10-23,5 0-6,2 4-16,-1 2 5,-2 4 11,-3 6-22,-5 6 17,-3 8 28,-5 5 22,-4 5 17,-3 4 11,-2 4 17,-1 4 6,-1 5 5,-2 5 23,-2 5-447,-4 5 368,1-30 1,0 0-32,-2 0 1,0 1-15,1-1 1,0-1 16,-2 29-93,1-3 54,-1-7 0,-1-4-33,-4-8-69,-5-6-312,-8-6-1272,-11-5 1686,-18-5 0,22-8 0,-1-3 0</inkml:trace>
  <inkml:trace contextRef="#ctx0" brushRef="#br1" timeOffset="943477">31675 2882 24547,'-3'-43'386,"0"0"1,0 4 0,4 14-387,5 26 28,16 21 0,14 19-20,-9-7 1,1 4-869,4 9 0,-2 3 848,-9-13 1,-1 2 0,-2 2 0,-2 1 0,-2 1 0,-3 1-55,-2 2 1,-2 1 0,-6-1-296,-4 3 1,-5 0-1,-6-1 41,-9 6 1,-6-1 0,2-4 0,3-4 0,0-4 0,-9-5-1,1 1 1</inkml:trace>
  <inkml:trace contextRef="#ctx0" brushRef="#br1" timeOffset="944610">25373 3907 22032,'-46'-29'415,"14"16"-219,48 43-106,1-3 291,17 12 44,-7-18 152,12 4 62,-8-17-158,-2-17-200,3-12-80,6-17-437,-14 14 1,0-1 321,3-3 1,1-1-26,2-2 1,0 0-1616,2-1 1,-2 1 1567,-6 7 0,-1 0 3,6-5 0,-1 2-79,4-1-532,9-3-3506,-15 25 4100,-6 11 0,-8-1 0,-6 3 0</inkml:trace>
  <inkml:trace contextRef="#ctx0" brushRef="#br1" timeOffset="946723">26800 3637 21472,'28'-33'381,"13"4"-359,-5 21 1,4 4-458,2-3 1,1 2 423,10 0 0,-1 1-31,-10 2 0,-1 1-45,1 2 0,-4 3 273,0 3-343,-18 11 217,-27 1-110,-38 15-290,15-18 1,-4-1 375,-14 3 0,-1-1-8,12-5 0,-1-2 59,-8 1 0,-1 0 11,13-4 0,0 0 61,-11 1 1,2-1 154,-14 1 445,13-3-552,38-9-212,25-4-1,29-7 9,-2 2 0,6-1-517,-11 4 0,2 1 0,0 0 508,1-1 1,1 1 0,-1 1-7,18-3 1,-4 2 300,-17 4 0,-6 2-266,4-1-12,-35 5 11,-42 5-16,-10 1 8,5 0 0,-6 0-1390,-12 2 1,-2 0 1410,19-3 1,0 1-1,-1 0 13,-7 0 1,0 1 0,3-1 360,-6 1 0,6-1-381,14-1 0,3-1 55,-10 1 18,55-5-62,2-2-11,16-3 0,8 0 0,12-4 0,3 0-17,2 0 0,4-1-2,-7 2 1,4-1-1,-3 2-6,1 0 0,-3 1-3,4 1 0,-6 0 418,1 2-407,-24 5-156,-63 21-376,3-6-804,-3 0 0,-4 1 1325,6-4 0,2-3 0,-3 3 0,-2-1 0</inkml:trace>
  <inkml:trace contextRef="#ctx0" brushRef="#br1" timeOffset="975219">18987 4835 10595,'0'-5'8341,"0"2"-5536,0 3-2395,-18-60 161,12 44-347,-14-44-219,16 63 12,2 4 78,-3 29-83,2-10 10,-2 33-67,4-14-297,2-11 1,3 1-1743,9 22-1571,-2-26 1,2-3 2897,12 5 0,-8-15 0,-6-10 0</inkml:trace>
  <inkml:trace contextRef="#ctx0" brushRef="#br1" timeOffset="975592">19152 4446 20834,'-35'13'81,"1"0"0,-21 13-81,53 2 17,6-2 162,9-9-56,-3-6 258,8-3 17,-10-12-117,1-4-169,-5-3 207,0-14-218,-3 10 156,-8-18-128,-1 19-67,-8-3-57,1 13-61,-1 6-84,2 6-257,1 8-579,6 7-1291,4 2-4259,15-1 5678,3-7 0,0-7 0,-4-6 0</inkml:trace>
  <inkml:trace contextRef="#ctx0" brushRef="#br1" timeOffset="975961">19495 4365 11994,'2'-11'4773,"0"2"-2080,-2 9-2458,0 0-195,-15 101-302,17-64 0,2 3 262,-5 13 0,-1 8 0,2-3 0,6-12 0,2-3 0,-1 1-8,0 5 1,-1 1-1,-1 1-543,0 3 1,-1 1 0,0 1 451,-1 1 0,0 1 0,-1 0-122,-1-1 1,0 0 0,0 0-82,-1-2 0,-1-1 1,0-2 110,-1-3 1,-1-2 0,0-2 182,-3 12 1,-2-4 287,-1-15 0,-2-5 1091,-13 1-1017,-5-39-41,-4-30-179,15 5 1,1-6 1084,0-7 0,3-4-1076,2-6 0,2-1 375,3 0 1,4-1-427,3 2 1,4 1-60,2 4 1,2 1-29,4 4 1,4 1-172,1 3 0,2 2-53,4 2 1,2 1-2072,3 1 1,2 1 2289,6-1 0,-1 3 0,4-5 0,-1 7 0</inkml:trace>
  <inkml:trace contextRef="#ctx0" brushRef="#br1" timeOffset="976292">19992 4425 15535,'0'-6'4918,"0"2"-1703,0 4-2957,-12 21-62,2 18-129,-1 2 0,-1 3-486,6-11 1,2 1 424,-3 18 0,3-1-6,5-14 0,3 0-1609,6 17 0,4 0 1553,-4-17 0,4-2-210,11 8 0,4-5-434,-4-18 0,3-4 700,29 5 0,1-4 0,-5 1 0,-14-13 0,0 1 0</inkml:trace>
  <inkml:trace contextRef="#ctx0" brushRef="#br1" timeOffset="976842">20565 4737 17311,'-2'-9'4940,"-1"3"-4363,-5-24 0,0-3-23,3 14-504,-4-17 1,1 10-12,7 34 6,4 12-6,4 14 6,6 10-17,1 4-17,3 1 1,2-4 10,4-8 34,2-11 174,0-11 162,0-13-51,3-15-77,5-15-62,7-17-377,-18 18 1,1-2 221,1-2 1,0-1-26,1 0 1,0 0-9,0 2 0,1 0-6,-2 2 1,0 2-77,20-17 62,-5 10-22,-3 9-151,0 8-623,0 7-1583,2 6 2385,-1 8 0,-16-3 0,-4 3 0</inkml:trace>
  <inkml:trace contextRef="#ctx0" brushRef="#br1" timeOffset="977809">21842 4711 20252,'18'53'503,"-3"1"-178,-17-24 230,-13 16-382,1-15 237,-18 6 111,6-21 55,-6-3 124,-1-17-537,13-5 190,1-33-191,15-2-100,0-11-20,6 20 0,2-2 22,6-13 0,2-3 17,0 0 1,1 0-743,2-5 1,0 4 696,-6 21 1,-1 3 143,0-6-1,-6 19-39,-1 0-50,-4 9-113,-1 5-16,-4 8 1483,3 0-1467,-2 15 18,3 4-12,1 24 6,10-2 11,2 0 0,17-3-6,3-11 6,14 8-3,-13-16 1,2-1-438,-5-3 1,2 1 408,5 3 0,-2-1 20,10 8-403,7 7-231,-12-6-963,-12-6 1,0 1-8224,6 20 9383,-7-5 0,-18-21 1,-5-15-1</inkml:trace>
  <inkml:trace contextRef="#ctx0" brushRef="#br1" timeOffset="978392">22603 4885 18022,'7'-2'1894,"-2"0"-1351,-5 2 571,0 0-576,20 9 162,-15-5-319,15 7 241,-26-8-96,-11 0-408,1-2 212,-24-12-162,12-6-56,-12-20-73,15 6 6,2-16 11,15-3 0,9-2-22,5 5 73,17 0-79,-10 22 11,19-27-11,-13 24 56,12-18 168,-9 16-112,-7 6 280,-8 4-213,-11 11-128,-1-1 128,-12 3-129,5 5-55,-3 0-1,3 3-11,5 2-5,-3 4-1,5 4-21,1 4 10,6 5 17,8 8-5,23 23-335,-3-15 332,0-6 0,4-1-278,-7-9 1,1-1 276,6 6 1,0 0 2,-3-1 1,-2 0-69,-6-1 1,-3 2-95,3 24-498,-15 1-1406,-18 2-975,-2-13 2269,-9-1 0,12-24 0,0-1 1</inkml:trace>
  <inkml:trace contextRef="#ctx0" brushRef="#br1" timeOffset="988467">23618 4701 9218,'-3'-5'9252,"1"0"-7476,2 5-1267,-18-39-234,13 29-247,-14-30 0,19 45 11,0-1 51,0 6 94,-3-1 119,-2 4 151,-8 3-325,2-4 140,-8 2 22,5-6-11,-3-1-28,1-4-28,2-4-56,1-5-22,-2-12-113,6 3-5,-5-13-45,8 6-78,2-10 11,2 10 34,4 3-68,5 11 29,5 5 10,7 2-10,14 14 55,1 4 23,10 15-12,-7 5 3,-16-9 1,-2 5 13,-6 6 1,-3 2-198,-1-6 0,-5 1 194,-16 24 1,-10 0-582,0-22 1,-3-3 589,-3 11 0,-3-2 36,-3-7 1,-2-6-58,2-9 0,0-4 178,3-2 0,0-2-11,-22-1 61,23-26-90,17-13 305,3-13-315,22-12 1090,0 17-1186,34-5-44,-9 29 22,10 1-68,9 18-323,-26 0 1,1 1 401,17 7 0,-1 0 0,7 4 0,-1-1 0</inkml:trace>
  <inkml:trace contextRef="#ctx0" brushRef="#br1" timeOffset="997176">24385 4837 8310,'0'3'3220,"0"0"3720,0-3-6390,22-23-147,-15 18-202,15-18-156,-21 23-129,-1 0 196,-2 5 112,-3 3-5,-6 9-7,-8 5-21,-11 7-29,-11 4-11,-7 2 0,-2-1 1,5-5-24,10-4-88,16-11 27,7 0 11,9-5 6,-1 5-11,1 3 5,1 7-44,2-6 67,8 8 44,8-10-33,15 3-32,12-1-92,10-1-291,8-2-414,-29-8 1,1 0 37,5 1 1,-2-1-1,4 0 1,-3 0 0</inkml:trace>
  <inkml:trace contextRef="#ctx0" brushRef="#br1" timeOffset="998125">25215 5100 21377,'0'-28'157,"3"20"-45,-1 29-56,1 4 101,-9 3 39,-8-8-39,-14 6-39,-14 0 11,-11-2 61,-3-6 68,5-8-1,11-12 18,10-16-169,13-9-39,7-14-39,8 9 28,8-12 67,18-4-95,0 10-16,8 1-7,-13 26 1,2 7-1,5 2 7,12 1-4,-3 3 0,3 0-2,-5 0 0,-1-1-311,8 3 0,-2-1 311,15 1-17,2 1-146,1-1 162,-16-2 1,2 0 8,-7-1 0,-1 0 14,20 0 84,-17-2-39,-28-1 84,-1-4-12,-9-10 528,-6-3-600,-7-8 138,-5 3-178,-4 5-16,-2 6 0,-5 6-11,6 5 16,-11 6 17,-6 9-39,7-2 6,-17 13-23,7 6-11,9-2 11,1 4-28,24-4-117,7-1-107,3 0-3377,12 16-2191,-1-20 4989,8 14 0,-12-26 0,-1-1 0</inkml:trace>
  <inkml:trace contextRef="#ctx0" brushRef="#br1" timeOffset="998733">25998 4673 24195,'-8'-40'151,"14"20"-123,20 38 0,7 15-28,10 7-594,-10-8 1,-1 1 576,8 16-45,-18-17 1,-2 2-231,-5 1 1,-5 3-519,-10 4 1,-7 1-3282,-9 5 1,-6 0 4090,-2-4 0,-1-4 0,5-10 0,1-5 0,-3 3 0</inkml:trace>
  <inkml:trace contextRef="#ctx0" brushRef="#br1" timeOffset="1.0083E6">23312 5485 16527,'-61'13'1478,"13"-2"-851,55-11-172,9-2-315,4 0 56,38-7-527,-22 2 365,8 0 0,3 0-18,9-2-8,-18 3 1,1 2-42,17-1-7,-23 3 7,-10 1 38,-19 3 91,-15 6-40,-10 3-28,-7 4 19,-4-3 1,-1-1-20,-5 2 11,-8 1 0,-1 1-68,-7 0 65,16-3 1,2-1 7,-4 2 80,-1 3-68,21-7-56,-3 2-17,15-4 45,5-3 73,9-1 466,9-1-517,3-2 34,34-7-67,-8 0-9,-11 2 1,0 0-32,13 0-44,-13 3 33,-16 8 23,-22 7-11,-23 11 33,-27 7-207,19-14 1,-2 0 323,-1-2 1,0 0 58,1-3 1,3-1-81,-6 1 134,13-5-129,25-7-152,13-7-223,15-7-1260,23-10-1759,3 2 3282,-15 7 0,-3 3 0,-4 1 0,0 1 0</inkml:trace>
  <inkml:trace contextRef="#ctx0" brushRef="#br1" timeOffset="1.0198E6">21295 6552 17714,'15'12'1109,"2"8"-907,1 29-39,-2-2 38,-2-6 74,-4-7 55,-3-8 168,-4-7 359,-2-9 359,-1-5-247,0-4-493,-3-7-140,-3-7-79,-3-11-117,-1-14-67,4-9-50,4-7-12,10 2 0,6 9-5,5 12-12,2 14 6,1 10 0,0 9 0,4 10 0,3 11-22,5 8 22,1 6 0,1 1 0,-3 0-6,-3-4 12,-7-6-12,-7-7 79,-8-10 173,-5-6-33,-2-7-134,-4-8-17,-1-8-29,-3-9 1,3-1-1,3 2-10,4 7-12,2 5-5,2 5-12,1 3 17,2 3-22,-1 1-6,0 1-28,-1 3-538,-2 4-3175,0 4 3758,0 2 0,-3-3 0,0-4 0</inkml:trace>
  <inkml:trace contextRef="#ctx0" brushRef="#br2" timeOffset="1.0299E6">20749 6733 24217,'-10'-34'176,"1"-1"1,1-13-121,19 56 129,15 30-124,-13-11-5,-1 2 0,-2 3 39,-5 16-31,-5-10 1,-1-1-31,-4 14 30,-3-14 1,-1-4-9,0-8 191,-5 11-51,10-28 386,1-1-162,3-15-286,0-9-16,0-27-62,1-6-28,1-3 6,7-4 27,11 9-50,-3 8 6,21-4-6,-1 27-16,7 1 10,-6 11-10,-2 14 5,-5 7 11,8 11-11,-2 8 11,-10-4 0,-1 9-33,-8 0 22,-4-7-34,-2 14-78,-10-24-403,1 9-997,-2-11 56,2-7 1456,5-3 0,-5-7 0,3-2 0</inkml:trace>
  <inkml:trace contextRef="#ctx0" brushRef="#br2" timeOffset="1.03062E6">21275 7049 9811,'-5'0'7595,"1"0"-2503,4 0-4342,-8-59-207,8 22-330,-2-9 0,3-1 173,11-10-701,-3 26 0,1 0 449,10-16 57,-1 14 0,3 1 33,13-6-155,-9 13 0,2 1 65,18 0-16,0 10-62,-1 16-28,-2 12 39,-2 17-39,-4 11 23,-7 11-1,-5 4-438,-6 1 393,-5 2-117,-5-4-102,-3-2-2066,-1-2 1559,2-3 1,-4-22 0,1-5 0</inkml:trace>
  <inkml:trace contextRef="#ctx0" brushRef="#br2" timeOffset="1.03095E6">22036 6801 26575,'-3'-48'123,"3"16"-95,4 52 6,2 14-28,1 10-51,-3 8-274,1 2-785,2-2-1646,8-7 2750,11-7 0,-11-18 0,1-8 0</inkml:trace>
  <inkml:trace contextRef="#ctx0" brushRef="#br2" timeOffset="1.03113E6">22230 6603 22503,'-34'2'-1627,"8"3"0,32 19 0,-1-10 0</inkml:trace>
  <inkml:trace contextRef="#ctx0" brushRef="#br2" timeOffset="1.03153E6">22382 6825 20907,'0'-4'3456,"0"1"-1658,0 3-1776,-2-42 40,7 41-29,1-25-10,7 58-1,-2 8-11,-2 3-5,-4 1-6,-1-5 22,-3-6-10,0-8 105,-1-11 393,0-9-387,0-8 6,3-13 11,3-9 0,7-12 0,14-18-95,-4 16 5,-4 12 0,2 2 23,7-2-50,7-2 21,0 10-38,-2 9-45,8 15 28,-11 4-85,10 20-368,-14 6-1149,4 17-1454,-16-22 1,-2 1 3066,6 25 0,-7-20 0,-7-16 0</inkml:trace>
  <inkml:trace contextRef="#ctx0" brushRef="#br2" timeOffset="1.03198E6">23019 6725 24665,'11'-43'470,"0"-1"1,-2 1 0,-1 18-471,-6 29 73,5 15-45,1 14-65,-1 9 1,0 3-54,2 11-810,-3-4 1,-1-3 215,-2-8-756,1-9 1,0 2 741,7 16 1,-4-14 0,0-8-1</inkml:trace>
  <inkml:trace contextRef="#ctx0" brushRef="#br2" timeOffset="1.03227E6">23177 6849 17878,'-22'-55'1674,"-1"0"1,4 11 0,-1-2 0,3 9-1266,0 0-129,2 3 1,2 3-113,9 13 169,6-11-315,6 17 61,19-5-72,36 14 12,-17 3-275,-2 5 1,-1 5 245,10 18-5,-1 3 16,-22-7 1,-1 4-1599,-4 4 0,-2 0 1587,-3-6 1,-1 2-35,2 15 1,-6 1-92,-16 0 59,-13 16 21,-9-29-2240,-28 1 2212,24-20 14,-28 4-1761,14-21-4179,5-10 6005,7-6 0,20 4 0,8 6 0</inkml:trace>
  <inkml:trace contextRef="#ctx0" brushRef="#br2" timeOffset="1.03249E6">23883 6601 22281,'46'-23'-1967,"1"1"1,-1 0 0,-3 2 0,-1 0 0,-6 7 634,14 9 1,-20 3-1,-22 1 1</inkml:trace>
  <inkml:trace contextRef="#ctx0" brushRef="#br2" timeOffset="1.03264E6">24073 6821 25590,'-38'25'164,"0"-1"0,3 0 0,16-9-354,40-20-1911,26-7 2101,-7 0 0,0 0 0,9-3 0,2-1 0</inkml:trace>
  <inkml:trace contextRef="#ctx0" brushRef="#br2" timeOffset="1.0333E6">24821 6639 22725,'-9'-46'487,"0"-1"0,0 0 0,-1-16 0,10 5-330,19 21 1,6 5-125,8-5 141,-8 16 1,3 5-141,28 18-29,-24 4 95,21 11-66,-31 18 5,-7 13-325,-10-13 1,-4 3 302,-8 5 0,-6 1-6,-5 3 0,-5 0 9,-5 1 0,-2 0-12,0-4 0,1-2 3,3-3 1,2-2-1,7-7 0,3-1 181,0 12-68,25-15 38,21-16-72,29-18-82,-20-1 0,2-4-636,7-4 0,1-2-67,4-2 1,0 0 694,4-3 0,-4 2 0,-22 9 0,-4 2 0,23-10 0</inkml:trace>
  <inkml:trace contextRef="#ctx0" brushRef="#br2" timeOffset="1.04192E6">26127 6914 22481,'-32'24'-200,"1"0"0,3-3 0,4 3-2931,10 10 1,4 2 1960,-5 13 0,6-18 1,6-15-1</inkml:trace>
  <inkml:trace contextRef="#ctx0" brushRef="#br2" timeOffset="1.04285E6">26679 6488 16896,'0'-5'4615,"0"1"-2749,0 4-1569,6-60-286,-4 45-17,4-40 46,-5 68-1,2 12 17,1 10-34,0 9 6,-2 4-17,0 0-27,-2-3 27,-1-3 6,0-8 33,-1-9 219,0-10 128,0-9-161,0-13-113,0-12 17,-4-13-17,1-14-28,-1-8-199,1-6 205,3 1-56,1 13 44,11-2-55,0 24 16,9-3-50,1 17-11,1 5 11,3 9 200,3 5-200,2 10-6,2 8-5,-1 7 17,0 7-12,-3 2-27,-4 2 33,-6-3-23,-7-4 23,-6-7 45,-6-10 67,-1-9 22,-3-9-27,-3-11-6,0-9-40,0-14-27,4-9 5,12-16-56,0 17 28,17-8 29,-2 25-40,7 0 22,0 10-11,0 6-22,-1 8-11,0 8 10,0 9-4,-3 8-35,-2 6 1,-4 8-292,-5 3-1254,-5 6 1596,-5 4 0,-4-25 0,0-3 0</inkml:trace>
  <inkml:trace contextRef="#ctx0" brushRef="#br2" timeOffset="1.04372E6">27592 6512 24480,'-3'-51'62,"0"21"-23,5 81-17,-1-2-22,-3 1 14,-3-16 0,-1-2 14,-3 3-3392,-4 14 3415,5-30 150,2-11 79,-2-4-55,-2-5 5,-2-11 38,0-12-60,1-13-52,4-12-27,6-8-39,9-4-34,6 4-6,6 10-16,0 15 3358,-2 15-3398,-2 10 29,1 13-29,1 11-11,5 10 12,2 10-1,3 5 0,1 0-10,1 0 10,2-7 0,-1-8 18,-3-9 49,-5-10 29,-2-17-51,-10-2 51,0-22-29,-8-1-5,-2-17-5,-6-6-18,1 23 1,-1 1-23,-3-10 6,-1-1 0,6 29-62,0 3-235,2 7-1047,6 5-1216,12 3-510,4 0 2205,11 1 0,-18-2 0,1-1 0</inkml:trace>
  <inkml:trace contextRef="#ctx0" brushRef="#br2" timeOffset="1.04393E6">28222 6314 24184,'37'-19'-917,"1"0"1,-1 0-1,-2 7-551,10 14-5707,7 2 5941,-23 2 0,-5-1 1,-12-2-1</inkml:trace>
  <inkml:trace contextRef="#ctx0" brushRef="#br2" timeOffset="1.0441E6">28373 6505 24995,'36'-2'-2312,"-8"2"-2598,9-6 1,1-2 4909,4 0 0,5 0 0,-30 4 0</inkml:trace>
  <inkml:trace contextRef="#ctx0" brushRef="#br2" timeOffset="1.0448E6">29029 6172 25724,'-5'41'84,"1"2"-5733,8 2 5660,-1-9 1029,-2 20-1029,-1-29 947,-7 30-919,0-30-5,-4 4 330,-4-13 3138,7-13-3418,-2-2 541,5-16-552,2-11-39,0-2 33,2-35-45,1 8-263,0 13 1,2-1 254,1 6 0,1 1 0,2 0 0,1 3-3,6-15-5,13-7 0,-11 30-18,27-17 12,-13 25 6,18-3-17,-9 11 5,-7 4 510,11 11-538,-7 13 34,-1 0-22,0 18-6,-17-7 0,-1 14 22,-7-10-5,-20 18 11,-11-20 0,-17 13 17,-2-20-1,8-12 35,-5-9-1,19-13-16,-4-6 5,16-7-22,5 0-12,10 0-5,3 7-11,3 3 11,7 7 6,2 6-1,11 6-5,4 8-5,-5 1 10,17 17-27,-16-6-6,13 14 0,-22-7 11,-13-1 23,-25-2-6,-20-3-79,-23-4-1961,13-15 0,0-3 1222,-19 2 818,17-7 0,4-3 0,18 0 0,-8-3 0</inkml:trace>
  <inkml:trace contextRef="#ctx0" brushRef="#br2" timeOffset="1.04684E6">26802 7190 10237,'-7'2'3349,"2"0"-1462,30-12 1,16-4-1205,16 1-1445,-10-1 0,5 0 860,-4 6 0,0 3-62,-4 0 0,1 0-100,13-1 0,3 0-853,0 0 0,0 0 917,4-1 0,-5 1 0,-24 2 0,-4 1 0,25-4 0</inkml:trace>
  <inkml:trace contextRef="#ctx0" brushRef="#br2" timeOffset="1.0484E6">20573 8008 12360,'-5'0'1789,"1"0"-31,4 0-1353,39-41-262,-10 26 0,6 0-846,3-6 1,4-4 0,0 4 722,11 2 1,5 2-5,-9 3 1,6 0 0,1-1 0,-2 1 5,6-2 0,-3 1 1,3 0-412,-8 2 1,1-1-1,2 1 1,2-1 394,-1 0 1,4-1 0,1 1 0,-1-1 0,-3 2-496,1-1 0,-3 2 1,0-1-1,2 0 492,-5 1 0,1 0 1,1-1-1,1 1 1,0-1 5,-3 2 0,1 0 1,1-1-1,0 1 1,-3 1-1,-3 0-366,5-1 1,-5 1 0,0 1 0,3-1 357,2-1 0,3 0 1,0 0-1,-1 1 0,-5 0-23,9 0 0,-5 0 0,-3 2-36,10-2 1,-8 2-147,-18 3 0,-6 1-3558,6 2 3762,-26 4 0,-3-2 0,-6 3 0</inkml:trace>
  <inkml:trace contextRef="#ctx0" brushRef="#br2" timeOffset="1.06103E6">26139 2532 6652,'-8'3'2795,"1"0"-678,7-3 1204,0 0-3007,-14-17 28,16 6 134,-7-14 101,19 9 78,0 1 34,-2 0-101,-2-2-162,-2-1-157,0-3-112,3-6-62,4-5-44,8-5-7,9-1 1,9 0 11,7 3-279,5 5 267,1 5 18,-2 4-6,-5 4-6,-2 0-16,-2 2-34,2 1 22,0 1-11,0 2-16,0 2-7,-5 4-4,-3 3-1,-6 6 6,-5 3 295,-5 7-267,-1 2 1,-1 3 21,2 0 34,7-1-6,7-3 11,9-4-22,7-3-1696,-19-5 0,1-1 1685,12 1-50,13 1 50,-25 1-17,4 4 44,-6 3 85,-4 6 28,1 2 3375,4 2-3369,8-1 68,6-2-14,4-2-117,1-3 64,-3 0-84,-4 0-29,-7 1 23,-6 1-46,-6 4-120,-5 0 5,-2 2 93,0-1 15,1 0-18,2-2-14,3-1 4,1-2 24,0-2 0,0-1-6,-4 0-11,-4-1 11,-4-1 6,-4-1 17,-4 0-1,-2-3-5,-2-1 0,-1-3 90,0-1 61,0-1-5,-7 0-197,1 1 1,-7 2 11,-7 2-1,-3 3 1,-8 2-6,1 0 1,4-1 16,4-2 0,3-3-6,3-2 34,0-2 6,1-4-6,1-2 16,3-3-10,2 1 0,4 0-6,0 2 39,2-2-34,0 2-33,0-1 34,1 2-17,1 1-45,1 1-51,0 1 35,1 21 32,4-1 18,4 15-12,5-8 6,5-4 6,16-4-12,-10-8 34,19-3 17,-9-12 39,21-12-39,-6-4-31,-22 5 0,-1 0-14,6-6 39,1-4 0,-13 8 17,4-4-5,-6 6 22,-1-1-73,-6 8-6,2-4 7,-7 7-1,1 1 16,-3 1-27,-3 3-95,-1 0-7,-1 4-2743,-3 10 2828,1-1 0,-2 1 0,2-7 0</inkml:trace>
  <inkml:trace contextRef="#ctx0" brushRef="#br2" timeOffset="1.06216E6">28191 3904 7477,'-7'1'2343,"1"-1"-247,6 0 501,0 0-2478,12-15 129,7 6-50,14-12 238,11 9 5,-2-1-336,-8 3 201,-6 1-101,-19 5 427,1 0-48,-8 1-310,-2 0-257,-16 1 11,-6 2-6,-7 2 34,-9 3 51,-5 3 5,-1 1-28,6-1 134,14-3-3571,16-4 3370,2 1 96,6-2 61,6 0-34,13-4-96,5 0-21,3-3 16,5-1 3375,-4 2-3391,14-1-29,-9 2 1,0 2-7,-16 2 35,-7 1 111,-7 2 169,-17 7-236,3-1 73,-34 12-34,10-5-50,-8 3-3162,-1-1 3218,25-10 263,-6 2 6,22-8 167,10-3-352,18-7-145,7-3-40,1 0-196,11-1-672,-12 6-195,6 0-3185,-5 4 4237,-14 3 0,-3 0 0,-8 0 0</inkml:trace>
  <inkml:trace contextRef="#ctx0" brushRef="#br2" timeOffset="1.083E6">19880 8663 20487,'-7'-13'1804,"2"3"-1480,5 10 572,0 0-957,-1 4 128,-1 14-11,-1 11-50,-2 19-18,2 4 12,3 1-3543,13 1 3358,-2-19-879,16 5-2011,-6-21-5618,4 0 8693,-5-8 0,-9-6 0,-5-4 0</inkml:trace>
  <inkml:trace contextRef="#ctx0" brushRef="#br2" timeOffset="1.0834E6">20019 8337 20974,'-32'36'48,"0"0"1,2-4-1,10-2-48,23-5 40,9-1 72,11-10 302,2-3-173,-3-5 258,-5-13-303,-11-1 123,1-16-22,-4-4 151,-3-14-101,-5 7 45,-8 1-280,1 19-134,-2 6-191,5 7-957,4 8 105,2 0 1065,14 21 0,-8-17 0,10 10 0</inkml:trace>
  <inkml:trace contextRef="#ctx0" brushRef="#br2" timeOffset="1.0838E6">20561 8333 22251,'-5'0'1115,"0"-1"-846,5 1-174,-35 103-56,32-66 0,2 3-833,-8 15 0,-4 7 0,6-5 799,9-9 1,3-1-25,-2 5 1,1 4-1,-1-2-520,1 6 0,1-1 419,-2-12 1,1 2 0,0 0-714,2 6 0,0 1 0,0-4-584,-1 3 0,-1-3 809,3 11 1,-3 0 1262,-9-8 0,-5-8 1239,-9-12-1,-30-13-734,9-56-683,0-14 683,20 0 1,5-5-1032,8 11 1,3 0 284,-5-8 0,4-3-389,8 11 0,4-2 0,2 4-35,4-4 0,4 0-6,-1 5 0,2-4 1,4 3-235,7-1 1,5 1 0,-1 3-386,5-5 1,1 3-452,-5 7 1,2 0-1,-2 3 1087,4-1 0,-4 4 0,5-3 0,-7 5 0</inkml:trace>
  <inkml:trace contextRef="#ctx0" brushRef="#br2" timeOffset="1.08403E6">21138 8299 24738,'-31'45'37,"-1"1"0,5-10 1,5 3-33,14 1 1,5 4 0,1-2-1021,1 6 1,1 1 958,1-4 0,2 3 0,2-3-210,5 5 0,5-4-216,5-6 0,5-5-804,3-7 1,4-5-3314,2-7 0,0-3 3960,17 1 0,-17-10 0,-25-3 0</inkml:trace>
  <inkml:trace contextRef="#ctx0" brushRef="#br2" timeOffset="1.08512E6">21422 8810 20638,'-16'-39'521,"-1"0"0,1 1 0,6 14-583,10 23 152,2 10 28,5 11-29,5 16-44,6 9-23,4 4 23,3-3-17,3-10 84,0-11 252,1-11 252,-3-8-33,0-14-264,3-11-134,5-18-34,2-13-434,-17 20 0,0-1 322,-1-2 1,1 0-26,1 1 0,0 0-107,0 3 1,1 1 95,1 3 0,0 2-48,22-13-17,-1 12-402,-4 13-1709,-4 12 2173,-3 15 0,-16-6 0,-2 4 0</inkml:trace>
  <inkml:trace contextRef="#ctx0" brushRef="#br2" timeOffset="1.08582E6">22997 8677 18168,'0'-4'3528,"0"0"-2933,0 4-455,-17 42-112,7-19 0,-6 11 0,-3 1 50,-11 8-42,3-11 1,-2 0 2,4-6 0,-1-2-2059,-3 1 1,1-3 2193,-3-1 1010,4-13-1038,16-19-62,1-14 22,5-21-30,6 3 0,2-1-252,-2 11 1,1 0 214,4-23 0,1-1 34,-2 17 0,1 1 86,1-9 1,1-2 100,0 1 1,-1 3-107,-2 13 0,0 2 3177,1-18-3085,-5 28-27,-2 14-119,0 2-49,0 3-85,-1 2-16,0 3 27,-3 8 637,-4 12-597,-3 15-45,3 11 28,7-16 0,4 0-11,13 22-219,7-3 224,23-10 17,4-12-14,-16-12 1,3 2-18,20 8 0,0-1-423,-21-10 0,-2 0 432,14 6 0,-4 1-225,1 6-1131,-5 6-372,-17-13 0,-2 2 1155,-2 3 0,-3-1 1,0 3-1,-5-3 1</inkml:trace>
  <inkml:trace contextRef="#ctx0" brushRef="#br2" timeOffset="1.08639E6">23678 8736 23909,'29'55'694,"-25"4"-643,-28-32 38,-4-7 1,-2-2-6,2-5 95,-24 1-39,23-21-5,-5-25-147,11-16-532,12 10 0,4-1 544,2-23 12,6 21 0,3 0-1,1 9 0,2-1 11,3-5 1,1 0 113,0 4 1,1 2-90,0 1 1,0 2 64,6-11-33,-4 8 105,-5 12 12,-6 7 940,-1-4-996,-5 4-69,-1 2 24,-6 1-5,1 3-12,-1 1-16,1 3-34,5 2-56,1 1 0,3 0 50,3 15-11,0-4 29,17 38-35,4-4-262,-4-10 1,2 1 250,-5-9 1,1 0-6,7 8 0,2 0-1,-5-6 1,2 1 0,12 14 0,0 1-391,-7-10 1,0 1 373,1 2 0,-2-2-84,0 5-1194,-14 14-1500,-27-16 2806,-3-8 0,-2-1 0,-5-3 0,-6-3 0</inkml:trace>
  <inkml:trace contextRef="#ctx0" brushRef="#br0" timeOffset="1.14071E6">24866 8629 23181,'28'-2'734,"-5"6"-370,-22 15-17,-9 10-56,-10 9-78,-18 4-143,13-20 0,-3 0-17,-2-2 0,-1-1 42,1-2 1,0-1 240,-17 5 28,13-11-78,12-14-79,7-10-78,4-15-84,5-13-29,5-9-4,9-4-24,8 3 12,7 10-16,4 9-12,7 8 33,7 5 6,6 4-33,5 0 5,2 1 40,-5 0 21,-8-1 12,-13 2 34,-12-1 28,-10 0-23,-7-1 0,-9-1-28,-4 2-22,-6 4 5,0 5 12,-1 3 0,1 6-23,-1 3 6,1 5-34,1 3-6,3 1 1,1 6-45,1 5 22,0 8-5,-1 11 10,-2 8-245,0 7 33,2 0-695,2-6-5567,6-12 5657,7-15 0,-1-14 0,3-9 0</inkml:trace>
  <inkml:trace contextRef="#ctx0" brushRef="#br0" timeOffset="1.1417E6">25882 8506 11631,'4'-5'9830,"-1"1"-9035,18-24 1,4-5-236,-10 13-101,12-15 1,-2 3-3956,-20 25 3614,0 2 837,-5 6-826,-5 7 123,-10 12-17,-16 14-340,7-11 1,-4 1 177,-5 3 0,-2 1-20,-4 2 0,-1-1-22,2-1 0,1 0-26,6-3 1,2-1-11,-8 15 5,21-9 22,23-7 56,30 0-66,-2-8-15,1-6 0,3-1-229,-6-5 1,0 0 10,10 1 0,0-1-303,0 0 0,0-1-854,-3 1 1,0-2 1377,3 1 0,-4-1 0,4 0 0,-4-1 0</inkml:trace>
  <inkml:trace contextRef="#ctx0" brushRef="#br0" timeOffset="1.14232E6">26655 8384 25494,'15'-17'73,"-1"5"-50,-5 21 5,-1-2 50,-4-1 68,-3-2 162,-1-2 151,-2-1 134,-4-1-430,1-2 38,-6-7-111,4-9-34,0-10-11,4-11-6,10-2-50,7 1 0,10 10-6,4 9-22,3 9 22,3 11 17,3 12 0,6 17 22,0 17-291,-24-16 0,-3 3 249,-4 3 1,-5 2 2,-8 2 0,-5 1-8,-7 2 0,-7 0 16,-7 3 1,-6-1-4,-6 2 1,-3-2 5,-3 0 1,-1-1 33,-3-1 0,2-3-17,17-14 1,1-2 60,-19 11-4,40-33-52,7-13-4,14-12 10,14-9-16,12 0 8,-10 17 0,0 2 535,13-2-566,17 4-72,-21 11-275,12 3-521,2 3-1395,7 1 2280,-24-4 0,-2 0 0,5 0 0,-2-2 0</inkml:trace>
  <inkml:trace contextRef="#ctx0" brushRef="#br0" timeOffset="1.14261E6">27415 8032 23478,'-5'-4'3131,"1"1"-1994,4 3-1121,-14-16 12,32 33-11,-2 2-3,8 10 0,4 7 6,-6-2 1,1 3 0,-1 0-16,7 18 1,-2-1-394,0 1 0,-2 1 329,-4 3 0,-4-1-255,-8-11 1,-5 1-970,-5 11 0,-7 2 890,-6-19 1,-4 0 0,0-5 0,2-2 0,-1-5-1,-5-2 1,-1 0 0</inkml:trace>
  <inkml:trace contextRef="#ctx0" brushRef="#br0" timeOffset="1.14902E6">28865 7932 22336,'-44'33'116,"0"-1"1,1 0-1,0 0 1,1-1 0,4 0-101,0 5 1,2-1-797,-2 3 0,-1 0 682,0 0 0,1 1-252,3-2 0,0-1-281,5-2 1,1-1-4286,3-2 1,3-3 3470,-3 5 0,9-11 1,16-20-1</inkml:trace>
  <inkml:trace contextRef="#ctx0" brushRef="#br0" timeOffset="1.14919E6">28173 8207 21276,'4'-39'1761,"1"0"1,6-23-1610,-5 65 200,13 11-88,11 13-191,-7-6 0,3 2-575,5 5 0,2 1 513,5 3 1,3 2-1600,3-1 1,4 2 0,-2-3 1587,2 1 0,-1-1 0,6 3 0,-7-5 0,-16-13 0</inkml:trace>
  <inkml:trace contextRef="#ctx0" brushRef="#br0" timeOffset="1.1566E6">29358 3693 11738,'-6'0'4906,"2"0"-3970,4 0 464,-79 2-532,38 2-633,-10-1 1,1 0-23,15 5-130,11-1-66,11 0-11,8-1-17,3-2 22,4 0 62,4 0 22,6-1-11,10-1-39,10-1-40,7-5-16,6 0-6,-1-2-33,-8 2-6,-12 2 95,-13 4 0,-12 1 28,-18 7-27,-14 4 4,-18 6-19,19-9 1,0 0-293,-2 1 1,0-1 311,0-1 0,2 0 76,-23 7 2,18-8-72,18-4-6,33-11-23,15-5-28,29-8 6,-27 9 0,1 0 300,2 1 0,2 0-295,16-2 1,-1 0-17,3 1 3,-13 3 1,-8 2 2,-22 4 55,-7 3-5,-20 7-28,-19 6-9,6-3 0,-2 1-343,-7 1 0,-1 0 352,-3 1 0,-1 0 22,2-2 0,1 0 11,8-3 1,1 0-1,-8 1 23,23-5 57,29-12-18,22-7-51,25-7-36,-22 6 1,1 1-484,4-1 1,1 1 468,-1-1 0,2 1-48,3 0 1,-1 0-154,14-3-811,-27 8 1,-3 1 1000,-7 3 0,-4 1 0,-12 3 0</inkml:trace>
  <inkml:trace contextRef="#ctx0" brushRef="#br0" timeOffset="1.1584E6">20264 10865 24351,'-12'-20'152,"-1"27"-133,8 25 1,3 11-37,-4 2 0,-1 0-844,1 1 1,1 1 384,0-2 0,2-1-1137,4-3 0,3-2 1613,6-5 0,1-3 0,2 5 0,5-14 0</inkml:trace>
  <inkml:trace contextRef="#ctx0" brushRef="#br0" timeOffset="1.15877E6">20468 10579 13961,'-4'-5'5064,"0"0"-4168,4 5-353,-61-13-296,37 22-200,-12-10 1,4 4-26,22 25-5,10-1 0,8-2 16,10-3 74,8-5 117,5-8 89,4-9 141,-2-10-2960,-4-14 2797,-13 3 274,-8-13-105,-16 8-169,-7-3-101,-11 4-55,-5 10-74,-1 7 3314,3 9-3442,6 9-34,5 11-240,9 10-471,7 10-891,14 8-3803,13 2 4658,5-6 0,-8-17 0,-9-13 0</inkml:trace>
  <inkml:trace contextRef="#ctx0" brushRef="#br0" timeOffset="1.15916E6">21027 10717 23629,'-10'59'61,"1"0"1,0 3 0,3 1-96,6-4 1,2 0-952,-2-15 1,1 1 0,1 0 694,-1 2 1,1 0 0,0 1-749,0 0 0,0 1 0,0-1-880,0 1 1,0 1-1,-1-1-754,-1-1 1,0 0-1,-2-1 2672,-1-3 0,0 0 0,-2-3 186,-4 13 1,-3-5 2941,-1-13 0,-3-8 2854,-20-3-3574,-5-42-1655,16-6 1,2-6-573,-2-11 1,2-6 112,2-6 0,4-5-105,4-4 0,7-2-120,7 20 0,4 1 1,2 0-26,3 0 1,3 1 0,3 2-12,12-18 1,5 3-15,2 5 1,2 2-259,0 5 1,1 3 224,-2 4 0,2 2-271,-2 4 0,0 3-45,-2 3 0,0 1-2135,-1 4 0,-2 1 1987,21-8 0,-29 13 1,-14 8-1</inkml:trace>
  <inkml:trace contextRef="#ctx0" brushRef="#br0" timeOffset="1.15974E6">21805 10713 17350,'0'-7'4593,"0"2"-3159,0 5-303,0 0-1047,-12-30 28,3 47-39,-14-5-59,13 22 0,4 9-607,-3 6 0,1 2 582,2 5 0,1 2-23,2 1 0,2 1-47,5-3 0,4-2-104,2-6 0,6-2-705,18 1 0,8-7-824,0-13 0,2-6 422,-1 1 1,2-6 1291,5-12 0,-6-6 0,-17 0 0,12-4 0</inkml:trace>
  <inkml:trace contextRef="#ctx0" brushRef="#br0" timeOffset="1.1602E6">22340 10763 19837,'-4'-5'4402,"0"1"-3662,4 4-444,0 0-324,-37-35 90,31 44-34,-25-15 0,40 62-6,0-6-5,-5-15 1,1-1-7,8 21-17,-1-18 1,3-1 10,13 15 23,7-10 6,-11-26 111,1-12 186,15-40-663,-11 11 385,-3-10 1,0-3-24,-9 8 1,-2 1-17,1-1 0,1-1 11,4-8 1,0 1-7,-4 8 1,2 1-15,7-11 1,2 1-1,-6 10 1,0 1-6,1 1 0,-1 3 0,3-1-33,6 3-6,-10 13-57,3 1-626,1 8-5316,2 11 6038,-3-3 0,-4 4 0,-13-7 0</inkml:trace>
  <inkml:trace contextRef="#ctx0" brushRef="#br0" timeOffset="1.16094E6">23511 10811 23265,'37'10'566,"-8"6"-359,-33 15-90,-12 7-77,-15 6-12,-11 0-476,-5-3 605,4-10 165,9-14-187,10-16-62,11-17-34,7-18 0,9-18-34,2 18 1,2-1-765,3-7 1,0 1 763,-1 7 1,1-1 25,4-15 0,-1 0-42,-5 18 1,0 1 66,1-11 0,0 0 106,-3-11 46,-7 13-1,-5 11 29,-3 10 1463,-2 9-1609,3 4 433,3 5-556,1 5 27,2 6-5,-1 10 11,2 9 33,7 9-38,7 5-1,14 7-8,-4-16 0,4 0 0,0-1 0,1-2-288,0 1 0,1-1 307,3-1 1,-1-1-6,-7-7 0,-1 0-53,5 5 0,-1 0 16,-5-2 1,-1 0-255,11 22-405,-12 1-1986,-12 13 632,-10-20 2050,-16 17 0,10-42 0,-5 5 0</inkml:trace>
  <inkml:trace contextRef="#ctx0" brushRef="#br0" timeOffset="1.16148E6">24226 10714 23114,'16'46'403,"0"0"0,-4-3 0,-9-5-207,-26-3-84,-20 3 45,-11-5 146,-1-8 123,10-13-85,15-19-184,15-15-62,15-19-33,13-16-40,-2 24 1,3-2-218,3-2 0,2 0 234,1-2 0,2 1 17,-1 1 0,0 0 5,-2 2 1,-2 0 14,-2 4 0,-2 0 114,3-21-11,-8 9 12,-9 9-23,-9 7-40,-8 4-21,-7 6 445,0 3-451,3 5-39,7 5-51,7 2-11,6 2-23,1 0 29,3 7 28,7 7-23,9 16-11,13 16-3,-11-17 0,1 3-385,2 3 1,1 2 370,1 1 1,1-1-4,-1 1 1,0-1 7,0-2 1,0-1-336,-3-3 1,-1 0-113,-3-2 0,-2 0-2135,3 23 2594,-15 1 0,-4-25 0,-5-5 0</inkml:trace>
  <inkml:trace contextRef="#ctx0" brushRef="#br0" timeOffset="1.1664E6">25130 10543 22520,'-18'-38'857,"9"1"-745,21 7-62,10-1-10,7 1-7,9 2-33,8 5 11,8 6-25,-19 10 0,0 4-30,23 1 21,-4 7-27,-15 9-1,-15 7 46,-2 9-1,-11 6 6,-13 6-3392,-21 13 3392,2-17-49,1-11 1,-1-2 120,-9 3 29,-6 3 67,7-10 325,6-10-331,11-6 3372,5-7-3438,6-4 122,4-4-240,5-2 5,13 0 0,-4 4-11,18 3 28,-5 6 0,13 5 6,16 9-23,-8 3-6,-20-4 1,-4 2-34,1 11 45,-16 10-6,-30-1-5,-20 3-31,5-16 0,-3-2-54,-13 6-148,14-12 1,2-4-1348,1-6-7158,1-12 8760,14-5 0,11-1 0,5 4 0</inkml:trace>
  <inkml:trace contextRef="#ctx0" brushRef="#br0" timeOffset="1.16671E6">26232 10271 17507,'4'0'3125,"0"0"-649,-4 0-2084,-64 80-235,37-47-23,-6 8 1,-8 10-1,7-9-2523,5-6 2420,0 0 0,2-1-31,13-4 551,2-3-551,13-2 0,15-11-34,33-1-162,1-12 0,6-6-174,4-3 1,3-3-167,-18 2 0,2-1 1,-1-2 535,0-2 0,1-2 0,-7 1 0,16-5 0,-26 8 0,0 0 0</inkml:trace>
  <inkml:trace contextRef="#ctx0" brushRef="#br0" timeOffset="1.1672E6">26899 10237 25478,'-4'-45'403,"-1"1"-370,1 24 29,1-11-23,6-2-11,7 0 0,12 0 0,8 14-5,-2 7-3432,17 7 3392,-21 8 28,29 17-22,-22 7 0,11 21 11,-20-8 5,-11-1 1,-6 2-209,-6-8 1,-4 0 207,-1 15 1,-5 1-1061,-4-9 0,-5-4 1052,0-2 1,-1-2 7,-1-4 1,0-3 2126,-17 14-2120,6-10-7,12-12-10,9-8 477,11-6-422,12-8 3353,2-1-3431,37-18-514,-1 1 237,-11 6 0,3-1-471,-3 2 0,-1 1-129,-6 3 1,0 0 904,10-4 0,-3 1 0,-10 4 0,12-4 0</inkml:trace>
  <inkml:trace contextRef="#ctx0" brushRef="#br0" timeOffset="1.16772E6">27438 9994 23556,'-5'-40'823,"0"0"1,0-23-740,14 59 34,6 7-12,9 7-27,11 12-35,12 12-394,-18-12 0,-1 2 364,4 4 0,-1 2-6,1 3 0,-1 3-8,-2 1 0,-3 2-22,-3 3 0,-3 2-530,-4 3 0,-7 1 370,-8 4 0,-8 1-216,-9 4 1,-8-1-279,2-16 0,-4-2 0,-3 0 320,-7 3 1,-3-1 0,3-4 0,3-2-1,1-4 1,2-4 0,-1 0 0</inkml:trace>
  <inkml:trace contextRef="#ctx0" brushRef="#br0" timeOffset="1.16814E6">28866 10014 15406,'0'-4'6497,"0"0"-3881,0 4-2576,-5-49-7,3 42 68,-1-27-51,9 61-27,3 12 10,1 6-89,-4 5-78,-3 1-163,-13 3-945,-10 2-139,3-28 1,-4 0-3174,-2 0 0,-2-2 4554,-20 16 0,15-17 0,15-13 0</inkml:trace>
  <inkml:trace contextRef="#ctx0" brushRef="#br0" timeOffset="1.16834E6">28566 10230 10142,'-2'-12'4915,"-1"-25"0,0-6-6577,0 2 1945,0-1 0,-1 3 450,2 10 923,1 23-1611,3 2 859,10 9-803,17 9 6,22 13-892,-3-1 0,1 1 790,-14-8 1,5 3-161,10 4 1,11 6 0,1 0 0,-11-5 324,-8-5 0,-1 0-170,8 4 0,11 5 0,-3-1 0,-16-8 0,-7-5 0,18 12 0</inkml:trace>
  <inkml:trace contextRef="#ctx0" brushRef="#br0" timeOffset="1.17578E6">20486 13113 22929,'-18'-30'-6,"0"-1"1,-11 11 16,30 59-53,1-8 0,0 2-384,8 24-930,4 0-4256,5-6 5612,0-10 0,-6-18 0,-6-12 0</inkml:trace>
  <inkml:trace contextRef="#ctx0" brushRef="#br0" timeOffset="1.17614E6">20584 12714 20667,'-26'37'-34,"11"-3"67,37-5-5,3-8 23,-6-9 615,1-5 177,-14-7-283,2-7-44,-16-16-348,2 3 187,-15-14-30,4 14-191,-1 1 107,-4 5-269,12 10-364,0-1-280,7 6-67,3 7-343,9 9-1001,10 6-4263,15 4 6346,3-6 0,-17-12 0,-13-6 0</inkml:trace>
  <inkml:trace contextRef="#ctx0" brushRef="#br0" timeOffset="1.17649E6">21030 12654 20336,'-3'-2'3142,"0"1"-2778,3 1-319,-32 84-1347,25-41 1311,-2-1 0,-2 8 1,5-3-8,10-2 1,3-1-39,2 15 0,2 2-129,-3-19 1,1 1 0,0 0-638,-1 1 1,1 1 0,-1 0-215,0-1 1,-1 1-1,-1-1-426,1 19 0,-2-2 1099,-4-9 1,-4-4 787,-2-9 0,-4-6 871,-20 5 136,-10-29-92,-6-33-753,22-1 1,3-5-49,2-12 1,4-4-384,3 7 1,4-3 54,6-3 0,4-5 1,3 4-106,5-2 0,5 0-57,4-1 0,3-3 0,0 6-55,1 6 0,2 5-17,13-9 1,3 4-82,-13 17 0,0 2-261,8-6 1,3 1-1247,0 2 0,0 2 1591,-5 4 0,-3 1 0,11-2 0,-22 8 0</inkml:trace>
  <inkml:trace contextRef="#ctx0" brushRef="#br0" timeOffset="1.17798E6">30059 3826 8662,'7'-3'7523,"-2"2"-5949,-5 1-1619,0 0 6,3-4 67,5 3-56,19-2-6,-1 3 1,9 0-23,-14 0 11,-9 0 0,-7 0 308,-7 3 0,-9 3 12,-9 4 22,-12 3-135,2-2 438,-24 10-85,15-4-67,-15 6-218,19-6-135,13-3-17,12-7 241,13-1 101,25-5-352,-3-2-1,9-4 0,1-1-39,1-2 8,6-2 1,-2 0-15,-6 0-1693,-2 1 1,-3 0 1703,-10 2 225,9-2 56,-22 7-118,-3 0-151,-8 2 11,-13 3 6,-13 5 3408,-30 9-3431,28-6 0,-1 0-44,-19 6 10,18-1 91,34-11 189,18-3-162,9-7-72,19-6-29,-9-1-1715,-6 1 0,0-1 1637,-1 1-893,5-1 1,-1 1-884,-7 3 1324,18-4 1,-33 10 0,0 0 0</inkml:trace>
  <inkml:trace contextRef="#ctx0" brushRef="#br0" timeOffset="1.17893E6">22134 12414 22492,'-28'16'235,"0"0"0,-2 10 1,4 5-152,4 22 0,4 6-1196,4-15 0,0 1 0,1 0 1112,0 2 0,2 0 0,2 0-17,2-3 0,1 0 1,4-1 80,5 13 0,9-4-384,6-11 1,9-7-586,10-8 1,6-8-2555,8-5 0,3-6 3459,-2-6 0,-3-2 0,-14 0 0,-4-1 0,7-4 0</inkml:trace>
  <inkml:trace contextRef="#ctx0" brushRef="#br0" timeOffset="1.17975E6">22439 12723 22867,'-5'46'415,"4"0"-5969,18 12 5582,-4-20 33,10 10 1443,-4-24-1347,7 0 1184,8-11-954,-3-17-225,-2-6 90,1-24-56,-1-9 1114,-9 12 0,0-4-1235,2-4 1,0-3-15,1-2 1,1-2-17,6-10 0,-1 1-28,-8 18 0,0 1 13,7-9 1,0 4 3,5 2-12,10-4-33,-16 20-67,8 8-18,-20 12-375,12 9-811,-8 7-2549,4 12 3831,-5 0 0,-6-6 0,-7-8 0</inkml:trace>
  <inkml:trace contextRef="#ctx0" brushRef="#br0" timeOffset="1.18045E6">23929 12535 14650,'0'-6'5338,"0"2"-2083,0 4-3149,1-25 17,-1 32-44,-2-20 49,-10 49-44,-11 1-14,-15 8 0,-4 3-64,19-21 0,-2-1-282,-17 16 1,2-3 303,10-15 112,-4-1 190,7-12-240,8-15-51,13-25-11,17-25-17,3 2-543,4 0 0,3-2 574,-4 13 0,0 0 8,-1 3 1,1-3-1,0 3 62,3-7 1,-1 4 18,-2 4 1,-1 2 115,7-20-45,-9 13-12,-7 13-100,-6 11 117,-5 6 977,-1 7-1134,-2 1-2899,0 5 2826,1 2 40,-8 19-28,4 7-17,-4 17 11,9 0-11,5 3 11,10 0 17,11 1 3085,13 0-3071,-13-24 0,2 0-17,3 0 1,-1-1-9,18 15-9,-17-17 0,0 0-159,-2-1 0,-1 1-135,-1 1 0,-2 1-378,-1 2 1,-4 1-3230,-5 16 3921,-15-1 0,1-21 0,-5-5 0</inkml:trace>
  <inkml:trace contextRef="#ctx0" brushRef="#br0" timeOffset="1.18102E6">24514 12434 16656,'4'-1'3114,"0"0"-2045,-4 1-436,60 20-56,-44-2-330,15-1 0,-5 3 94,-38 11-178,-12 3-113,-4-7 28,1-7 1,-2-2 61,-11 1 61,-15 4 7,22-23-29,11-16 11,11-17 6,8-17 17,11-11-350,0 27 0,1 0 232,4 0 1,1 1-7,9-20 133,-1 9 1,4-8-1,-4 7-26,1-13-135,-4 16 1,4-5 0,-11 9 112,-17 7-12,-6 6-27,-8 7-7,-3 5-38,2 6-17,4 4 0,4 3 430,6 0-537,4 0-22,1 2 51,1 6 38,3 9-33,6 12 0,10 10 23,13 10-352,-11-21 1,3 1 331,5 2 0,1 0-1,4 1 1,1-1-6,-7-6 1,0-1-203,10 9 1,-2-1-15,1 15-103,-13-14 0,-6 3-1509,-15 22-5792,-24 2 6859,-8-11 0,5-20 0,8-14 0</inkml:trace>
  <inkml:trace contextRef="#ctx0" brushRef="#br0" timeOffset="1.18216E6">25675 11840 12405,'4'-5'8171,"0"1"-7404,-4 4 573,0 0-976,14-65-191,1 30-131,1-9 0,3 0 20,18 8-1,4 7-16,-3 11-28,-7 10 33,-6 15-10,-3 11-46,-1 13 6,0 10-28,-3 4 17,-3 3 16,-6 0-5,-4 0 23,-9-1 10,-6-3 91,-10-7 256,-9-7-212,8-13 224,-4-7-117,16-14-96,2-6-73,6-7-55,10-4-12,10 1-17,9 4 1,4 8-1,3 6-39,1 11 29,-1 8 4,2 7-9,-3 4 4,-3 4-11,-10 3 5,-11 5-39,-21 6-39,-14 1-11,4-23 0,-2-2-151,-3-3 0,-1-1-952,-27 6-2734,8-14 3921,12-25 0,17 7 0,9-11 0</inkml:trace>
  <inkml:trace contextRef="#ctx0" brushRef="#br0" timeOffset="1.18248E6">26509 11604 24351,'-9'37'284,"-1"0"0,-1 0 0,-3-1-214,-3-7 0,-2-1-14,-1 2 0,-1 1-9,-1 4 1,1-1-36,-5 11 16,5 5-6,25-29 0,10 0 18,16-8-7,15-7-22,14-11-22,-26 0 0,2-1-251,1-3 1,1-1 11,1-2 1,1 0-678,1-1 1,0-1 926,4-3 0,-2 1 0,5-2 0,-6 1 0</inkml:trace>
  <inkml:trace contextRef="#ctx0" brushRef="#br0" timeOffset="1.1829E6">27170 11721 23439,'-19'-46'746,"1"0"1,1 5 0,8 5-461,25 5-225,-2 11 51,22-7 0,-3 10-28,10 1-50,-3 5-6,3 10-34,-16 6 18,9 13 21,-15 11 1,0 18 33,-10 15-34,-17-17 1,-6 1-20,-2-3 0,-3-2-349,-3 1 0,-3-1 349,-2-4 0,-2-3 3,7-8 0,1-2-48,-3 4 1,0-2 58,-10 13-28,14-15-5,10-13 44,13-9-22,12-11 658,15-8-719,15-10-1726,-12 7 1,1 0 1640,17-8-112,-14 7 0,0-1-404,-10 7 0,0 0-554,7-6 1,3-2-3718,6-7 1,-1 0 3114,-16 11 0,-2 0 0,23-18 0,-41 30 1</inkml:trace>
  <inkml:trace contextRef="#ctx0" brushRef="#br0" timeOffset="1.18313E6">27815 11378 26906,'-17'-37'75,"-1"1"1,-2-15-65,52 81-11,8 14 0,-17-18 0,0 2 14,2 8 0,0 4-31,-6-4 0,-2 4 1,-1 2-733,-2 0 0,-1 2 0,-2 1 315,1 7 1,-3 1 0,-3-3-317,-5 3 0,-7-2 750,-12 4 0,-4-7 0,6-13 0,-13 14 0</inkml:trace>
  <inkml:trace contextRef="#ctx0" brushRef="#br0" timeOffset="1.18341E6">28869 11338 26766,'-19'44'33,"1"0"1,0 0-1,-9 9 1,-2 1 0,0-8-1487,-2-9 0,-1-3 1240,-6 9 1,-2 0-758,-3-3 1,-2-2-3947,1-4 1,0-1 4725,5-5 1,2-1 0,4-4 0,5-4 0,11-8 0</inkml:trace>
  <inkml:trace contextRef="#ctx0" brushRef="#br0" timeOffset="1.18358E6">28347 11649 22475,'35'-41'1045,"1"0"1,-10 5 0,2 10-598,32 34-314,-15 16-109,-17-10 1,0 3 4,7 15 1,-1 5-146,-3 0 1,-1 0-634,1-1 0,0 2-840,4 4 0,-2-3 1588,3 0 0,-5-7 0,-15-16 0</inkml:trace>
  <inkml:trace contextRef="#ctx0" brushRef="#br0" timeOffset="1.21163E6">19224 14639 22274,'-4'-40'786,"1"1"1,-5-24-775,-2 69 10,-8 15 34,-10 24-42,9-11 0,-1 3-795,-2 7 1,-1 3 783,1 4 0,1 2-23,4-1 1,3 0-46,4-4 1,7-2-51,7-5 0,7-4 63,7-7 1,6-5-168,8-6 1,4-6-225,7-5 1,1-5-1025,6-7 0,0-4-437,0-4 0,0-3-558,-2-4 0,-1-4-294,0-6 1,-4-2 2755,-15 10 0,-3-1 0,2-7 0,-6-2 0,-11-8 0,-5-10 4654,-11 3-168,-7 3-525,-5-4-3104,5 16 1603,0-4-1418,8 18-177,0 2-579,3 8 846,2 5-1087,3 10-51,1 0 29,9 16-1,5 2-16,20 16-210,-10-13 215,20 10-22,-13-17 5,5 4 1,-9-2 33,-15-1 78,-28 1 29,-12-8-40,-9-2 140,-5-11-2992,5-14 2914,6 4 274,2-22-252,20 8-112,-1-6 28,13-3-16,4 0-6,9-11 22,12-9-55,-4 10-40,0 5 16,-5 14-2290,-1 7 2269,-5 4 2268,13-1-2263,-13 8-12,4-2 12,-6 2 23,-7 2-12,-1 1 3415,-5 0-4239,-1 0-2660,-6 5 3473,2-1 0,-1 1 0,2-3 0</inkml:trace>
  <inkml:trace contextRef="#ctx0" brushRef="#br0" timeOffset="1.21256E6">20285 14681 21920,'26'-23'-1282,"9"2"-1200,25 13-5376,3 2 6443,-11 5 0,-20 0 0,-16 2 0</inkml:trace>
  <inkml:trace contextRef="#ctx0" brushRef="#br0" timeOffset="1.21272E6">20468 14916 13749,'-6'6'6810,"1"-2"-5561,5-4 6,0 0-1098,-15 21-123,34-28-4771,18 1 2637,15-22 2100,-3 1 0,-4 3 0,-15 8 0,16-9 0</inkml:trace>
  <inkml:trace contextRef="#ctx0" brushRef="#br0" timeOffset="1.21362E6">21428 14522 15872,'0'-4'6407,"0"2"-5511,-11-26 0,-3-5-526,6 15-138,-6-16 1,2 6-104,11 24-124,0 8 23,4 3 28,5 16-11,5 5-6,4 14 0,1 5-11,-4 2 6,-4-1 0,-3-3-12,-4-5 63,-1-9 99,-2-10 57,-4-10-78,-2-9-68,-6-12-45,-3-11-11,-2-15 6,-2-11-17,3-9-510,3-5 532,5-1-5,5 0-72,5 8 39,6 5-7,8 8 6,8 5-16,7 6 5,4 8 0,3 9 5,1 9 1,-1 15 507,-1 9-502,-3 13-22,-5 8-11,-7 3 27,-9 6 1,-8 2-1,-10-19 1,-3-2 22,-3 12 41,-17 4-52,8-29 50,-3-4 11,5-9-16,8-8-45,5-5-1,9-5 12,6-1-28,10-1 28,9 5-16,4 4-29,5 7 22,4 8 1,0 8 0,-2 6-18,-3 5 24,-9 1 27,-12 4-22,-15 3-6,-19 3-17,-15-1-223,-13-7-600,-5-9-3238,-1-11 4067,10-11 0,16-2 0,12-2 0</inkml:trace>
  <inkml:trace contextRef="#ctx0" brushRef="#br0" timeOffset="1.22127E6">19366 15945 23892,'-21'-34'50,"0"-1"1,-13-14-23,36 57 62,9 34-46,2 5-490,-3-9 1,2 3 459,-2-2 0,2-1 11,0 1 0,1-2-33,1-2 0,1-3 8,17 20 33,1-16 147,-2-16 217,-4-12 102,-5-17-129,-5-12-141,-4-18-27,-3-14-118,-6 22 0,-1-1 183,1-3 0,-1 1-231,0-1 0,0 0-25,2 2 1,1 0 272,9-23-301,3 10-106,3 14-566,3 9-1680,7 8-7462,6 5 8391,-8 5 1,-7 2 0,-16 2 0</inkml:trace>
  <inkml:trace contextRef="#ctx0" brushRef="#br0" timeOffset="1.22148E6">20131 15785 25892,'8'-34'-256,"-1"0"0,6 2 0,8 5-425,19 13 1,7 7-1404,-4-1 0,1 3 2084,-1 4 0,-4 2 0,5 0 0,-12 5 0</inkml:trace>
  <inkml:trace contextRef="#ctx0" brushRef="#br0" timeOffset="1.22164E6">20374 15984 25634,'-6'15'-44,"20"-13"-399,19-21 0,7-9-1557,-1 6 1,0 1 867,-4 3 0,-4 2 0,0 1 0,-20 10 0</inkml:trace>
  <inkml:trace contextRef="#ctx0" brushRef="#br0" timeOffset="1.22222E6">21665 15355 19518,'0'-4'4587,"0"1"-3568,0 3-957,-70-26-17,24 28-34,2-13 0,0 2-326,-12 27 343,11-2 11,-10 5-22,-2 0-23,19-3-10,10-5 46,18-1-36,8 2-3288,7 16 3300,0-5-142,4 5 1,1 1 163,1 3 26,1 0 0,-1 3 25,2 17-35,-5-20 1,-1 4-23,0 9 1,-1 1-29,-1-6 1,0 0-202,0 8 0,1-1 218,3 13-8,-2-28 0,2-3 2969,9 10-2961,10 1-5,4-15-1,19-18-27,-13-9-217,-6-9 1,1-4-1883,18-21 2121,-13 7 0,-2-1 0,5-3 0,-5-1 0</inkml:trace>
  <inkml:trace contextRef="#ctx0" brushRef="#br0" timeOffset="1.22271E6">22072 15495 21573,'-4'-2'3142,"0"0"-1623,4 2-1245,12 23-196,-4-4 12,2 15 0,-2 4-29,-3 19-39,-4-15 1,-2 2-15,-3-9 1,0-1 5,-3 5 0,-1-2-3,-3 17 23,2-7 173,6-27-73,1-19-78,2-16-28,-2-6 23,1-20-29,0-6 6,1 4 0,0-3-337,0 5 1,0-1 330,0-7 1,0 1 24,1 12 1,1 3-80,2-24 88,5 12-22,5 5-28,1 12 22,20-6-28,-4 18-6,7-2 17,2 15 6,2 23 11,3 8-25,-18-5 0,-1 3 321,-5 0 0,-1 0-330,0 1 1,-1 0-46,9 16-240,3 7-599,-11-12-4180,4 19 5099,-11-17 1,-5-7 0,-7-20-1</inkml:trace>
  <inkml:trace contextRef="#ctx0" brushRef="#br0" timeOffset="1.2229E6">22237 15895 24385,'6'-43'242,"0"0"1,13-7 0,6 7-226,25 9-99,-12 10 1,2 0-647,1 3 0,-1 3-1464,14-5-189,4 1 2381,-14 11 0,-24 6 0,8 0 0</inkml:trace>
  <inkml:trace contextRef="#ctx0" brushRef="#br0" timeOffset="1.22309E6">23068 15580 21618,'0'3'3596,"0"0"-2772,0-3-740,-14 73-40,16-39-86,-7 12 0,3 0-618,16-12-1967,0 0-7204,-1-3 7918,-4-10 1,-4-9 0,-3-9 0</inkml:trace>
  <inkml:trace contextRef="#ctx0" brushRef="#br0" timeOffset="1.22378E6">23488 15428 25713,'38'42'425,"-7"-2"-357,-31-4-12,0-5 0,-3-3 50,-1-9 40,-2-7 33,-2-7-67,-4-6-51,-2-9 1,-4-12-40,-1-14-5,3-15-9,10 11 1,2 0 8,-1-18-152,5 17 0,3 1 208,5-3-23,3 12 1,2 1-45,13-9-34,15-1 40,-1 20-29,7 8 6,5 5-12,3 13 40,2 6-23,-5 11-10,-7 5 21,-12 4-5,-14 4 23,-13 4-1,-17 2 6,-10-1-6,-11-5 324,-1-10-262,3-11 91,6-8-91,10-8-17,5-2-33,7-3-12,1 0 6,3 0-28,4 2 11,7 2 1,7 2-1,9 7 0,8 6-28,7 10 12,4 5 10,0 5 1,-5 1 11,-9 1-6,-15-1 6,-17-2-12,-18-3-61,-15-6-185,-12-6-492,-3-7-1306,-2-12 2039,-1-14 0,22 7 0,5-6 0</inkml:trace>
  <inkml:trace contextRef="#ctx0" brushRef="#br0" timeOffset="1.22425E6">24305 14989 22229,'6'-4'3299,"-1"1"-2649,-5 3-264,0 0-196,28-62-33,-11 41-110,2-14 1,2 2 25,2 23 0,0 3-17,1 2-22,0 2 22,-1 2-23,1 1-10,0 2 21,0 2 1,0 5 6,0 4 5,-3 5 11,-1 7-6,-2 7-5,-2 7 23,-2 8-1,-2 5-340,-1 6 312,0 5-14,-6-30 1,1 0-15,0 1 1,1 1 2,-1-1 0,0 1-14,0-1 1,-1 1-18,-2-1 0,0 0 6,-4 29-67,-10-7-319,-14-9-969,-17-8-2912,13-22 0,-2-2 4267,1-3 0,0-1 0,-10 1 0,16-7 0</inkml:trace>
  <inkml:trace contextRef="#ctx0" brushRef="#br0" timeOffset="1.2711E6">19755 16963 22862,'-13'-45'1338,"2"18"-1310,14 51-5,1 15 38,3 11 12,-2 7-34,-1 3-5,0-3-6,-2-3-17,1-8 6,-1-6 16,-1-11 96,-1-11 235,0-9 309,0-5-74,0-7-364,0-9-151,0-15-11,0-18-17,3-14-268,0 26 1,3 0 216,1 0 1,3 1 22,15-25-6,3 13-10,-2 12 4,-3 14-21,-2 9-6,2 8 16,4 10 469,5 9-525,5 14 18,1 8-96,2 5-916,1 2-2596,0-6 3641,-5-11 0,-18-16 0,-12-10 0</inkml:trace>
  <inkml:trace contextRef="#ctx0" brushRef="#br0" timeOffset="1.27172E6">20506 16831 25847,'9'-25'17,"-2"-2"-9,0 57 1,-1 17-54,5 3-25,-4-13 0,1 2-104,-1-7 0,-1 0-447,6 30-303,-2-6-230,-3-10 280,-2-15 622,-2-15 330,-3-21 23,-1-5 201,-3-25 175,-7-4 122,-4-16-266,5 23 1,0 0-21,-1-3 1,0 1-54,1-1 1,0 1-23,1 1 0,1 2 98,-4-23-185,6 12-78,7 9-45,10 8-5,10 5-7,12 7-27,11 6 11,10 6-11,6 13-187,-28-3 0,0 3 195,-1 4 0,-1 3-8,-1 3 0,-3 1-3,-3 1 0,-3 3-20,6 29 6,-18 3 25,-14-29 1,-5 1-18,-5-1 1,-4 0-15,-6-1 0,-3-1-8,-4-2 0,-1-3-14,0-3 0,-1-3-146,4-4 1,1-3-1423,-14-7-8207,20-26 8080,15 5 1,9-7 0,2 20 0</inkml:trace>
  <inkml:trace contextRef="#ctx0" brushRef="#br0" timeOffset="1.27214E6">21227 16790 21948,'-3'1'2409,"1"-1"-2611,2 0-307,75-46-2023,-27 25 1876,5-8 1,3 2-521,-24 17 0,-2 4-1996,28-4-1634,-26 6 1,0 2 4687,15 4 402,-7 2-284,-22 13 0,-17 7 218,-18 16 6845,-19 12-3235,1-15 1,-2 0-3057,11-10 1,-1-1 101,-12 9 0,2-1 0,1 0-426,2 4-297,18-18 73,12-8-84,10-11 62,17-10-303,17-8-261,-9 2 1,1-1-1643,7-3 0,0 0 2004,-3 2 0,-3 0 0,10-4 0,-20 10 0</inkml:trace>
  <inkml:trace contextRef="#ctx0" brushRef="#br0" timeOffset="1.27311E6">22617 16644 23629,'-19'-13'101,"8"8"-84,19 12 22,4 7 34,-6-1 151,-1 8 5,-6-2 23,-9 3 23,-7-7-113,0-5 544,-17-7-280,11-17-253,-8-10-61,14-14-78,8 6 39,7-18-45,8 20-23,7-11 7,7 20-12,8 8-12,-4 6-27,26 14 28,-9 11 8,-10-2 0,0 3-113,-5 2 0,-2 2 121,-3 4 1,-3 0 0,5 20-18,-23-4 1,-8 2-461,-7-8 0,-6 1 446,3-1 0,-4 3 0,-1-3 0,-12 11 1,-2-3 25,1-5 0,0-4 25,4-9 1,1-5 7,-10 3 102,2-36 216,27-17-233,5-22-29,21-5 7,15 4-68,-2 13-40,20 4-4,-11 23 27,22 0 0,-1 17 264,-24-1 1,1 1-512,3 2 1,1 0-837,3-1 1,0-1-2674,2-1 1,0 0 3128,-4-3 0,-4 0 1,12-1-1,-22-1 0</inkml:trace>
  <inkml:trace contextRef="#ctx0" brushRef="#br0" timeOffset="1.27334E6">23500 16420 27522,'1'-20'44,"5"19"-38,16 59-37,-12-27 0,0 0-362,1 0 1,-1 1-812,11 27-7887,2-2 9091,-4-13 0,-7-17 0,-5-13 0</inkml:trace>
  <inkml:trace contextRef="#ctx0" brushRef="#br0" timeOffset="1.27357E6">23242 16757 25422,'31'-34'90,"-1"0"1,0 0 0,5 0-1,2 1 1,-1 7-69,5 9 1,1 6-765,8-5 1,0 1 749,-4 3 1,-2 1 8,-6 2 0,-2 2 481,20-4-403,-18 4 228,-14 4-311,-10 1-326,-7 2-3271,0 0 2930,-2 0 1,-1 0-1,-2 1 1</inkml:trace>
  <inkml:trace contextRef="#ctx0" brushRef="#br0" timeOffset="1.28637E6">24288 16296 9576,'-3'-3'8076,"1"1"-4849,2 2-2751,1 6-180,4 1-83,2 7-50,3-1 0,-2 0 78,-1 0 145,-5-2 101,-1 1-16,-6-2-35,-4 0-4,-5-4 21,-2-4-49,2-8-174,3-10-113,5-12-50,2-10-16,7-5 22,5 4-23,4 9 0,3 12-33,0 10-22,4 13 16,4 12 0,3 15-11,-1 13-11,-7 10-316,-11-23 1,-3 2 309,-4 2 0,-4 2-45,-4 2 1,-3 1 19,-4 2 0,-5 0 25,-3 0 0,-2-2 8,-1-3 1,0-3 44,1-7 1,0-3 114,-14 2 12,13-25-6,13-21 22,16-13 56,13-3-73,12 4 581,8 10-687,5 9-50,4 9-40,4 10-694,4 8-7282,2 9 7162,-8-1 0,-24-11 0,-15-8 0</inkml:trace>
  <inkml:trace contextRef="#ctx0" brushRef="#br0" timeOffset="1.31365E6">9698 11544 18498,'25'-11'510,"6"-1"-504,18-6-12,-1 3-5,-6 2-73,-3 5-45,-8 3-11,-6 3 11,-9 1 112,-7 2 207,-6 2 63,-11 5-102,-10 5 1,-15 5 55,-11 4-6,-7 2 57,-2 0-3236,-1 2 3034,22-11-67,4-2-78,23-10 139,5-1 96,11-1-18,11-3-32,10-5 3329,7-2-3419,1-5-23,7-2 6,-16 5-12,6 0-16,-20 6 84,-2 2 33,-10 1-44,-13 9-6,-15 6-17,-18 10-11,-14 7 8,23-13 1,-1 0 24,-12 5 1,2-1-741,-8 3 718,-5 1-95,45-21 79,7-2 78,26-9-40,6-5-50,27-11 17,-3-2-5,0-2-51,-3 2-34,-4 3-206,-1 4 161,-19 8-5,-6 6 118,-23 11 745,-13 9-739,-31 23 32,21-19 1,-1 0 11,-10 6 0,2-1 17,-15 7 95,-3 0 0,24-15-90,4-2 45,18-10 113,33-21-164,-2 2-24,4-3 0,2-1 8,16-11-12,-16 12 1,-1-2-22,25-13-57,-8 6-509,-8 7-5624,-8 10 6195,-10 6 0,-9 4 0,-7 0 0</inkml:trace>
  <inkml:trace contextRef="#ctx0" brushRef="#br0" timeOffset="1.32683E6">21493 18284 9873,'0'-7'7987,"1"2"-6094,6-40 0,2-11-683,-5 11-1326,5-18 1,-2 0 804,-8 22 252,0 7-504,0 12-285,0 11-253,0 6 297,-1 29-174,-1 8-22,-4 30 19,-2-20 1,0 0 349,-6 18-380,4-19 0,2-1 16,2 2 1,2 4-23,11-16 79,5-14 95,10-18 61,7-14-67,8-14 17,3-14 23,0-5 16,-3-2 226,-6 9-343,-6 10-29,-9 12-27,-6 10-29,-4 10 7,1 8-1,3 11 45,1 11-17,0 11-89,-2 5-57,-1 2-520,2-1-1630,5-3-6341,7-5 8598,2-8 0,-6-13 0,-7-10 0</inkml:trace>
  <inkml:trace contextRef="#ctx0" brushRef="#br0" timeOffset="1.32713E6">22680 17925 20431,'2'-3'4016,"-1"1"-3176,-1 2-453,-42 37-986,19-16 697,-12 10 0,-4 4-54,14-13 1,1 1-23,-7 5 1,1 2-12,3-2 0,4 1-39,-10 21 214,18-8-175,21-8-5,15-7 33,22-8 17,17-6-319,-23-9 1,2-2 239,4 0 1,1 0-384,3-4 0,0-1-1577,3 0 0,-1-1 1983,-5-2 0,-3 0 0,12-2 0,-24 2 0</inkml:trace>
  <inkml:trace contextRef="#ctx0" brushRef="#br0" timeOffset="1.32795E6">23468 17936 15300,'-3'-2'7058,"0"1"-5636,3 1-1030,-26-69-140,35 40-185,-12-14 1,7 3 16,47 20-26,-12 12 1,3 2-45,-4 5 0,0 2-9,0 0 1,-2 3-6,-3 4 0,-2 4-33,9 11-6,1 12-45,-18 19 89,-25-3-2137,-5-18 1,-5-3 2137,-14 10 898,-15-1-803,11-18 308,-5-3-162,15-13-152,8-7 51,13-11 3358,10-3-3426,9-4 12,9 3 16,10 4-78,-11 6 23,12 6-7,-11 9-21,9 7-12,11 17-5,-9-1-29,0 8 34,-23-14 1,-14 8-63,-22-4-643,-18 9-4222,0-14 1,-2-2 2829,-10 5 0,-4-2 1,43-21-1</inkml:trace>
  <inkml:trace contextRef="#ctx0" brushRef="#br0" timeOffset="1.40532E6">18286 9956 24575,'0'0'0</inkml:trace>
  <inkml:trace contextRef="#ctx0" brushRef="#br2" timeOffset="1.5524E6">5593 10180 14773,'-7'0'3619,"1"0"-2804,-25 3 0,-7 1 86,4 4-697,-9-2 1,2 2-121,16 4-145,12 3 44,8-5 45,13 3 106,10-6-5,18-2-45,17-7-62,-19-2 1,-1-1-18,24-6-5,-16 1 0,-2 0 12,7-2-7,10-2 113,-33 8 196,-13 5-118,-15 1-173,-12 3 27,-18 4 6,-18 5-309,20-4 0,0 0 303,-4 1 1,1 0 35,-1 0 1,1 1-14,4-1 0,1-1 62,-17 5-90,17-4-141,18-4 57,10-3 151,16-2 555,17-3-611,24-8-37,-18 3 1,2-1-396,5-3 1,1-1 391,-1 0 1,-1 0-11,-3 1 0,-2 1 5,21-6 28,-20 7 112,-19 6 34,-12 2-235,-11 3-555,-7 3-2378,-11 7 2983,-2 1 0,6-2 0,8-4 0</inkml:trace>
  <inkml:trace contextRef="#ctx0" brushRef="#br2" timeOffset="1.60976E6">10474 11573 19586,'-26'-48'2012,"0"-1"1,2 6 0,3 7-1659,8 12-352,4 12-262,6 16 741,3 11-299,4 13-121,-1 2 48,7 15-103,2-4 0,4 6-3399,11-2 3415,-9-20-279,10-6 395,-10-19 169,10-16-77,5-18-61,-15 9 0,0-4-43,0-4 1,-1 0-37,-1-2 0,-1 1-16,-2 1 0,0 1 40,12-21-100,-2 15 2922,0 17-5324,0 21 2338,0 25 1,-9-10-1,-4 10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8T15:14:26.20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1739 1944 21262,'-50'-23'329,"-1"-1"0,-2 6 1,5 9-228,10 18 578,-15 19 435,22-2-538,10-1 1,2 2 31,-1 13-270,12 12 248,29-20-615,18-3 231,16-4-417,-22-13 1,1-2 132,1 0 0,1 0-135,1 0 0,-1-1 75,-2 0 0,-2 0-228,18 12-63,-21 2 586,-28 5-124,-30 4 99,3-13 0,-5-1-395,-8 1 1,-2-2 305,-4 1 1,0-2-24,0-2 1,1-3-52,6-2 0,2-3 565,-19-6-681,20-16-860,19-15 877,35-29 1,-12 28 0,19-7-1</inkml:trace>
  <inkml:trace contextRef="#ctx0" brushRef="#br0" timeOffset="217">2169 1877 30166,'-4'52'-322,"0"1"0,-1-1 0,2-2 0,-1 0 0,3-1-1290,4 16 1,3-4-755,-3-17 1,0 0 2311,1 14 0,0-9 0,-3-30 0,0-4 1</inkml:trace>
  <inkml:trace contextRef="#ctx0" brushRef="#br0" timeOffset="743">2068 2551 19379,'-12'-49'2058,"-1"0"0,2 5 0,2 7-1977,1 8-122,16 8 590,30 6-51,-2 7-390,8 3 0,5 2-70,-7 1 0,0 0 27,6 1 0,2-2 42,6 0 1,-6 0-119,-2-2 337,2-2-421,-40 0 101,-5-4 5,-3-4-46,-8-2-3242,-10-2 3025,-4 8 165,-2 2-161,-3 13 311,6 5-87,-1 9 200,6 4-23,16 16 3354,9-10-3383,15 6-240,-2-20 153,10-12 0,1-5-28,-8-2 15,5-4 0,-3-5 8,-18-10 139,-2-17 1,-9 12 125,-11-11 22,-6 18-416,-8 0-109,3 9 154,-14 8 224,10 14 483,-10 11 196,10 22-86,11-8-286,6 21-315,15-12-466,8 10-739,3-22 1,4-2-3703,23 16-1240,4-7 5724,-2-18 1,-27-13-1,0-3 1</inkml:trace>
  <inkml:trace contextRef="#ctx0" brushRef="#br0" timeOffset="1445">3158 2301 23595,'-57'-8'20,"11"3"247,36 36 1,7 9-473,-3 4 168,-2 9 0,-1 5-2,4-19 0,0-1-112,-3 20 1,0-1 124,2-18 1,0-2-75,0 7 1,-1-2 372,0-10 0,0-2-179,-6 23 966,3-18-959,4-32-71,4-13-2484,-1-36 2453,2 11 9,0-5 0,2-6 268,3-5 1,1-4-279,0 9 1,0-1 0,1-1 5,0 2 1,1-1 0,1 1-331,3-16 0,1 4 342,-2 19 0,2 4-9,2 3 0,2 4 6,13-9-21,9 12 2959,-11 17-2974,32 25 19,-31-5 285,24 16-261,-17 9-12,-11-1-24,3 9-22,-26 16 24,-12-26 158,-13 6 0,-7 0-157,5-17 1,-4-1-9,-12 9 1,-1-3 8,14-12 0,0-4-131,-6-2 0,2-4-725,1-7-1452,-3-8 2319,33-15 1,2 8-1,9-2 1</inkml:trace>
  <inkml:trace contextRef="#ctx0" brushRef="#br0" timeOffset="1735">4031 2029 20805,'-4'-1'4475,"1"0"-3849,3 1 81,-71-5-323,33 14-480,-9-4 0,1 4 297,9 26 22,7 11 65,11 8-65,11 4-64,18 0-302,13-6-195,17-8-398,12-12-213,-22-20 1,2-4-1262,21 3 2155,-15-9 0,-3-1 0,-9-1 0,11-1 1</inkml:trace>
  <inkml:trace contextRef="#ctx0" brushRef="#br0" timeOffset="2068">1408 3324 22462,'55'-18'134,"-1"1"0,1-1 1,-1 1-1,5 0 1,1 1-1,2 1 1,0 2-117,-9 4 0,1 2 0,1 2 0,1 0 0,0-1-979,4 1 1,1-1 0,1 1-1,0 1 1,0-1 970,-10 1 0,1 1 0,0 0 1,0 0-1,0 0 0,0 0-192,10 1 0,-1 0 0,1 0 0,-1 0 0,-1 0 190,-2 1 0,-1 0 0,0 0 0,-1 0 0,-1 1 33,-3 0 1,-1 0-1,0 1 1,-1 1 0,-1-1-52,7 2 0,-1-1 0,-1 1 0,-2 1-41,10 1 1,-1 0 0,-4 2-329,-8 0 0,-2 0 1,-3 0 293,13 3 1,-7 0 0,4 1 0,-21-3 0</inkml:trace>
  <inkml:trace contextRef="#ctx0" brushRef="#br0" timeOffset="20685">3417 4008 17232,'-53'-7'787,"-1"0"1,1 1 0,4 0-1,2 2 1,7 10-629,7 21 1,8 7-93,-9 13-36,17-9 0,5 2-459,8 20 411,7-23 0,3 1-22,5 0 0,4-1-26,4-3 1,5-2-29,4-3 1,3-4-6,2-4 0,2-5 39,0-4 1,1-5 44,-1-5 0,0-5 36,-3-5 0,-2-5 37,-2-4 0,-2-3 39,-3-4 0,-1-2 31,-4-1 0,-2 0 201,9-24 510,-10 4-566,-7 20 198,-5 7-422,-3 17-89,0 5 78,0 11-11,-1 11-11,0 11-11,5 5-6,8-1 17,9-5 11,12-9 252,10-11-179,5-14 52,0-16 87,-5-13 102,-9-11 84,-10-6 16,-10-3 85,-10-8-370,-5 20 78,-7-7-73,0 25-78,-1 2-112,2 7-207,4 10-134,2 11-35,2 2-1640,6 19-6330,9 0 7526,5 3 0,-5-12 0,-6-11 0</inkml:trace>
  <inkml:trace contextRef="#ctx0" brushRef="#br0" timeOffset="22577">4233 4148 17092,'-7'-3'3686,"2"0"-2269,5 3-28,0 0-1372,-11-37-23,18 31 34,7-19 12,36 56-46,-8-5-31,-7 3 1,-2 3-297,0 11 293,-11-11 1,-3 1 17,-3 9 27,-13 6 68,-19-16 95,-13 0 241,-21-16-23,9-21-162,2-8 396,17-23-329,13-13-258,4 9-33,11 7 0,6 1-84,14 1 12,8-4-427,25 13-50,-13 14 34,-12 3 0,1 1-762,21 4-392,-3 4 795,-13-1-588,5 1 807,-16-3 683,-1 0 4285,-17-47-3551,-10 26 134,-4-15 0,-2-1 56,-1 12-684,-1-5 181,3 12-449,9 21 0,8 8-17,12 21-22,7 9-34,1 8-50,-2 5 47,-17-20 0,-2 0 59,2 12 29,-10 12 61,-15-34 78,-7-3 40,-6-13-1,-1-18-11,5-9-50,7-11-56,7-4-40,11-1-49,10 2-85,12 2-106,12 4-163,8 5-280,5 6-235,-19 8 0,1 2-891,26-3 44,-24 3 1,-1 1 756,12-3-330,8-2 1059,-18 1 1008,1-3 1008,-16 0-683,-12 3 1674,-14-3-1473,-6 5 604,-2-1-1091,-8 4-624,7 2-160,-2 3-17,7 8 5,5 4-16,6 8 0,7-1-6,9-2 0,8-3 28,-3-7 6,16-5 17,-14-11 16,11-9 17,-17-10 34,-8-9 22,-8-3 40,-10-1 16,-7 7 11,-10 8-33,-6 11-78,-5 12-63,0 12 1,4 12-28,10 2-17,7 26 17,12-10 11,8 19-34,9-12-89,12-6 50,-3-12-246,23 0 101,-8-20 117,21-3 73,-9-20 73,-2-11 33,-6-10 12,-6-3 61,-10 4 6,-8 6-85,-8 11-55,-5 7-45,-1 8 39,2 7 23,4 7 0,2 7-6,3 7-28,-3-5 0,8 11 11,-6-11-11,8 5-6,-7-11 12,-3-6 61,-4-5 51,-2-10-51,2-7 11,1-10 1,4-5-29,2-1-11,4 2-28,2 5-5,3 7-12,3 6 12,3 5 22,2 10-22,3 5 16,0 6-16,0 3-23,-1-1 28,-1-2 0,2-5 6,1-6 0,2-11 28,-2-11 33,-2-14-33,-3-12-486,-2-12 480,-17 22 0,-1-2-6,-1-4 1,-2-2 11,-1-1 0,-3 0 30,-1 2 1,-2 1 148,-1-24 0,-7 19-150,0 17-74,-3 13 0,2 8 0,1 14 0,0 12 0,0 18 0,3 15 0,4-22 0,2 2-54,1 2 1,3 1-34,4 1 0,3-1-107,3 0 1,4-1-297,3-2 0,4-2-597,3-1 1,3-3-2116,3-3 1,1-3 3201,-4-4 0,-3-4 0,1 1 0,-22-13 0</inkml:trace>
  <inkml:trace contextRef="#ctx0" brushRef="#br0" timeOffset="22760">6693 3974 22223,'-7'-3'2627,"1"1"-1983,6 2-829,0 0-470,45-40-829,17 29-1808,-6-10 1,4 2 3291,-6 17 0,-4 3 0,-13-1 0,-5 0 0,6 0 0</inkml:trace>
  <inkml:trace contextRef="#ctx0" brushRef="#br0" timeOffset="22976">7321 3927 23248,'-10'0'2801,"2"1"-2555,-23 2 1,-3 1-119,18-2-111,-45 5 0,77-6-196,38 0-3,-21-2 0,4 0-233,14-2 0,0 1-223,-12-1 1,-1 0-1147,9-1 0,-1 0 1137,-8 3 1,-2-1 0,16-1 0,-11 3 0</inkml:trace>
  <inkml:trace contextRef="#ctx0" brushRef="#br0" timeOffset="23124">7495 4193 21366,'-6'3'5142,"0"-2"-4347,6-1-543,0 0-549,37-20-1075,3 9 1372,0-2 0,1 1 0,-1 6 0,-2 3 0</inkml:trace>
  <inkml:trace contextRef="#ctx0" brushRef="#br0" timeOffset="24450">8605 4115 21853,'1'-50'960,"-1"1"1,1-1 0,4-14 0,-9 12-519,-23 23-229,-6 19-101,-16 8-39,-12 18-62,27-2 0,1 4-1073,-3 12 0,2 3 1076,11-11 0,3 2-6,-2 11 1,5 1 631,10 8-651,18 11 353,11-21-308,20-11 5,-6-24 23,13-20 5,-10-12 6,-17 11 0,0-2 120,0-4 0,-3 0 53,7-16-173,-6 8 39,-10 17 1047,-6 13-1137,4 14 0,-1 5-2,-1 18 0,0 5 2,-1 11-668,-1 6 1,-3 6 650,-4-10 1,-3 3-12,1-8 0,0 4 1,-3 1-44,0-1 0,-2 3 0,-1 0 0,1-3-503,0-1 0,1-2 1,-3 3 315,-2 11 1,-2 6 0,-1-1 0,2-7 46,1-10 1,0-6-1,0 2 148,-2 9 0,0 2 0,-1-6 100,-5-1 0,2-11-20,2-13 73,-8-44-17,19-36-78,2 21 0,2-5-14,8-6 1,4-5 0,3 1-319,-1 10 1,1 2 0,3-4 127,4-9 1,4-5 0,1 0 0,-2 5-19,-1 6 1,-1 5 0,2-2-89,1 1 0,3-2 1,0 1-1,-3 6-74,0 0 1,0 3-542,14-17 1,2 1-267,-11 16 1,0 0-398,13-11 0,0 1 1358,-15 16 0,-1 1 342,12-12 0,-4 3 1588,-9 8-322,14-18 403,-24 22-73,2-4 1192,-2 4-2486,-7 9 1829,5 6-1862,-2 24-135,4 8-67,1 22-112,-4-7 16,-5-4 1,-2 1-50,0 3 5,-3 2 0,-2 2 73,-8 7 106,-2 2 292,-9-26-387,8-24 263,-11-31-201,10-8-130,4 6 1,0-1-135,4-1 0,2 0 132,1-2 0,1 1-8,5-19-12,6 15 0,3 3-38,3 5-12,2 3 0,3 3 11,9 8-28,12 0-28,1 9 12,2 9 27,-12 5-14,-5 10 1,-2 2 8,-2 3 115,-1 2 0,-1 2-138,-7 8 23,-2-1 22,-6 6 6,-7-8 33,-2-6 62,-2-6-11,-2-18-11,-1-11 11,-2-11-17,0-11-40,2-9 7,5-2 5,9 3-34,1 11 12,18-3-23,-3 17 0,14-5-11,1 15-11,9 7-11,5 11-12,7 12-1696,-30-7 1,-1 2 1656,13 14-201,-4 19-704,-27-18 1,-5 3-3939,-3 0 1,-3 1 3951,1-2 1,-4-2 0,-7 2 0,7-26 0</inkml:trace>
  <inkml:trace contextRef="#ctx0" brushRef="#br0" timeOffset="25642">10320 3577 25614,'-35'38'47,"0"0"0,0-1 0,2 1 0,2 0 0,8-1-44,11 0 0,6 2-1236,0 21 0,8 1 1090,6-20 0,6-1-182,8 17 0,9-3-255,10-16 1,7-8-659,8-5 0,5-6 1238,-13-9 0,1-3 0,-3-2 0,-4 1 0,-3-3 0,-2-3 0,-1 0 0</inkml:trace>
  <inkml:trace contextRef="#ctx0" brushRef="#br0" timeOffset="25844">11110 3709 23203,'-15'-41'420,"-1"1"0,1 1 0,4 11 979,9 25-1393,3 5 469,11 14-470,11 19-19,-6-8 0,1 2-328,12 25 238,-14-12 1,-4 3-363,-6-2 0,-5 3-2367,-3-4 1,-4 1 0,-2 0 2344,-7 18 0,-2-3 0,3-17 0,-2-5 0,-7 8 0</inkml:trace>
  <inkml:trace contextRef="#ctx0" brushRef="#br0" timeOffset="28750">2236 6245 11659,'0'-9'7265,"0"2"-6310,-10-32 0,-7-9 854,-12-6-2473,5-2 0,-2 2 921,-11 13 783,-13 21-945,11 22-61,-7 4 16,4 25-30,25-4 0,3 4-23,0 2 0,2 2-262,1 10 1,4 0 270,3 18-23,5-25 0,4 0-125,4-4 0,3-1 136,2-2 1,3-3 35,5-1 1,2-6 1110,21-11-900,-2-24-95,-12-5 145,-2-24 197,-10-11-152,-1-2-62,-2-4-95,-8 24-134,-3 16 886,0 14-925,-3 12 312,3 23-302,-3 4 1,-1 4-6,0 4 1,-2 4-193,-2 15 1,-1 3 87,-1-4 1,-1 1-530,2-18 0,-1 1 0,1 0 411,0 1 0,-1 0 0,1 1-27,-2-1 1,0 0 0,-1 0-43,-2 0 0,-1-1 0,-1-1-39,-9 18 0,-4-4-1129,0-7 0,-3-5 1577,2-12 0,0-6 16,-11-1 198,1-63-136,17-22-174,8 5 1,3-4-383,4 12 0,3-1 308,3 4 0,3-3 0,3 1-154,8-4 1,3 1 0,1 1 69,-6 7 0,1 1 0,4-1-374,5-1 1,5-3-1,2 2 1,-2 6-611,9-3 0,0 6 614,-8 5 0,0-1 1,2 4-3085,21-7 0,2 6 1208,-9 9 0,-1 2 2371,1-2 0,-1 2 0,1 4 0,-4 2 1274,4-2 2843,7-3 129,-12 1-1294,-12 4 42,-13 4-1409,-8 13 2779,-9 9-3798,-4 15-256,-1-1 116,-6 29-297,5-12-231,1-14 1,0 1 202,-1 19 101,0-9-29,1-15 785,0-9-22,0-21-673,-1-9-56,0-22 169,2 1-289,3-2 0,2-1-20,7-14-171,-2 13 0,2 0 149,19-13-23,9 8-22,10 8-11,7 8 22,-14 18 0,1 4-22,19 9-104,-23 4 0,-2 5 103,4 22 1,-13-4-11,-10 24 16,-19-14-3,-2-12 1,-2 0 14,-16 17 50,-2-11 45,5-16 263,6-17-252,8-20 28,4-16-17,11-17-5,7-10-48,-2 27 0,3 1-4,2 1 1,1 2 34,24-19-51,2 10 6,2 12-22,4 11-34,3 8 6,7 14-37,-30-2 0,0 3-78,0 3 0,-2 4-208,-2 2 1,-3 4-835,-5 3 0,-4 3 1151,-6 8 0,-3-1 0,-1 5 0,-7 0 0</inkml:trace>
  <inkml:trace contextRef="#ctx0" brushRef="#br0" timeOffset="29732">4359 6177 17759,'-6'-49'1979,"-1"0"0,-3-3 0,-5 9-1290,-6 21-459,-7-2 240,-9 32-268,6 20-130,-5 9-27,17-4 1,3 7-55,1 10 1,3 4-2205,1 1 0,3 2 2033,5-13 1,3 2 0,3-2-507,9 9 0,6-6 363,-2-10 0,6-4-3670,11 2 0,5-6 3993,17-2 0,-19-6 0,-22-17 0</inkml:trace>
  <inkml:trace contextRef="#ctx0" brushRef="#br0" timeOffset="29937">4934 6105 19977,'1'-8'5293,"-1"1"-4805,0 7 307,-7-62-778,6 46 16,-7-40-10,11 64-4208,14 36 4208,-5-12-484,-3 6 1,1 9 0,-3-4 426,1 18-217,-6-15 1,-2 5-1,-2-5-169,-9 16-1552,-5-7 0,-2 1 1972,3-17 0,1-3 0,1-2 0,1-3 0,-2 4 0</inkml:trace>
  <inkml:trace contextRef="#ctx0" brushRef="#br0" timeOffset="30829">2944 7472 13245,'0'-8'8457,"0"1"-7275,0 7-745,0 0-185,11-50 258,-9 59 38,5-13-338,-12 50 0,-7 27-738,4-26 1,0 3 523,-3 4 1,-1 6-1,0-2-672,2-12 1,0-3 0,0 4 445,-3 12 1,0 3-1,1 0-350,2-14 0,0 0 1,1 1-1,0-1 580,1 5 0,-1 1 0,1-2 0,1-5 0,-2 13 0,1-6 0,2-5 0,0-1 0</inkml:trace>
  <inkml:trace contextRef="#ctx0" brushRef="#br0" timeOffset="31263">2839 7924 21679,'44'-1'280,"0"0"1,4-1-1,1-1-303,1-2 1,3-1-1759,-7 1 1,2 0-1,-2 1 1005,3-2 1,-1 1 775,14-1 0,-7 0 0,-22 3 0,-1 0 0</inkml:trace>
  <inkml:trace contextRef="#ctx0" brushRef="#br0" timeOffset="32588">5002 7431 20839,'-35'-50'1212,"1"0"0,1 2 0,2 17-1072,8 33-112,2 6-6,-6 25 3,11 3 0,2 7-872,-4 4 0,1 5 837,3-6 1,0 3 0,1 0-379,0 0 1,2 0 0,0-2 353,-2 12 1,1 0-42,3-11 0,0 2 1,1 0-143,0 0 0,1 0 1,0-1 38,0 1 1,0-1 0,-1 1 40,0 3 1,0 1 0,-1-4 88,-4 2 1,0-5 78,2-14 0,-1-4 181,-24 9 68,-3-51-184,7-4-4,10-23 0,7-10-64,12 9 0,4-3-446,2 2 1,3-3-1,1 2 421,4-3 0,6 1-16,5 3 0,7-1 0,1 3-748,13-7 1,2 4 741,-16 12 0,1 1 1,1 1-33,20-10 1,0 7 231,-16 15 1,-1 3-230,-1-1 1,2 1-107,16-1 0,0 2 81,-17 7 1,1 1 46,13-3 1,-1 3-29,-13 5 1,-3 2 65,23 8-12,-21 2 1123,-4 6-1011,-17-4 3188,0 3-3082,-7-8 831,-3-3-954,-1-5 1672,1-1-1173,-2-5-314,1-6 123,-5-16-268,1 5 66,-5-14 7,0 14-24,1-2-27,-1 5-84,4 7 73,-4 3-40,3 4-22,-2 1-22,3 3 5,0-1-56,2 2 51,-1-1-40,1 1-235,1-1 157,0 5 28,1 5 11,0 7 12,0 2 5,0 2 5,0-3 1,0-2 0,0-6-6,0-1-6,0-5 40,0 1-57,0-4 12,0 4 17,0-1 5,0 7-11,2 1 0,2 5 5,0-2-10,9 6 5,0-6-17,11 5-17,4-7 29,6-4 38,7-5-21,4-7-12,-1-4 0,-5-5 56,-9-2 16,-12-3-16,-10-3 12,-10-4 10,-9-7-50,-10-2 28,-8-3-11,-5 2-45,-2 5 22,0 6-39,3 8-11,7 7-50,6 7-73,3 12-107,-1 11-470,-1 14 34,3-1-8783,3 26 9477,10-27 0,1 5 0,3-25 0</inkml:trace>
  <inkml:trace contextRef="#ctx0" brushRef="#br0" timeOffset="32936">5887 7647 22358,'-7'-6'2525,"2"1"-1527,5 5-561,0 0-404,-3 13-72,19 10-51,1 15-44,15 11-40,-11 5 62,-11 5 101,-17-2 140,-9-10 123,-7-18 56,1-17 11,6-23 28,6-18-33,6-19-112,13-12-166,-2 28 0,3 1-185,4 1 0,3 1 20,21-19-391,8 13-1273,4 16 1793,6 17 0,-25 3 0,-4 7 0</inkml:trace>
  <inkml:trace contextRef="#ctx0" brushRef="#br0" timeOffset="33387">6862 7393 20638,'1'-54'1678,"-1"-1"1,1 4 0,-2 13-1203,-2 31-297,-2 4-22,-3 16 67,-4 22-149,3-4 1,-1 4-735,-1 11 0,-1 5 667,0 9 1,2 4-511,4-17 1,1 1 0,1 0 377,2 3 1,1 0 0,2-1-223,4 0 1,2-2 0,3-1-891,3-4 1,3-2-1,5-2 1236,6-5 0,5-2 0,-3-4 0,-3-3 0,0-4 0,30 7 0</inkml:trace>
  <inkml:trace contextRef="#ctx0" brushRef="#br0" timeOffset="34103">7821 7778 17820,'-14'-59'2332,"-1"-1"0,1 3 0,2 10-1463,4 24-444,1 3-352,3 12-84,3 9 17,1 5 38,7 13 12,5 9-28,7 15-11,2 7-23,-9-8 1,-2 0-430,2 10 432,-7-16 1,-1-2-4,-4 4-3163,-5-5 3241,1-8 180,-12-13-151,1-23-67,-5-3 33,-7-21-11,4-4-39,8 3 0,1-3-15,4 1 1,2-2-403,2-11 1,3 1 404,4 13 1,4 2 2,5-9 1,4 2 1374,2 12 0,2 2-1372,4-4 1,2 1-38,3 6 1,2 4 25,17-3 0,9 10 0,-20 16-5,15 11 21,-9 14-13,-16-7 0,0 5-31,4 15 0,-3 2-200,-8-11 1,-1 2 106,4 19 1,-3 2-199,-9-15 0,-2 1-435,2 9 1,0 3-3218,-1 3 0,0-1 3434,-3-16 1,0-3-1,3 20 1,-4-40-1</inkml:trace>
  <inkml:trace contextRef="#ctx0" brushRef="#br0" timeOffset="35681">8366 7432 15827,'5'-51'2177,"1"1"0,-1 4 0,-1 8-1007,-2 11-184,-2 5-202,0 0-324,0 10-276,-2 7-150,0 6 16,-1 11 68,-2 15-56,-3 25-29,2-15 1,-1 2-520,-3 9 0,0 2 480,-1 5 1,0 2-12,0 1 1,2 1-46,1-1 0,2-1-64,2-5 0,4-2-182,3-7 1,4-3-38,3-7 0,3-4-674,23 11-718,6-19-1567,5-17-3989,3-19 7293,4-17 0,-23 12 0,-5-2 0</inkml:trace>
  <inkml:trace contextRef="#ctx0" brushRef="#br0" timeOffset="36047">8710 7755 19725,'10'-51'1469,"1"0"0,-2 6 1,-2 10-619,-5 20-341,-3 9-476,0 6 5,-5 9 28,-4 12-33,-5 17-6,-5 13-22,3 10-15,10-30 1,2 1-15,1 26-5,14-10 17,11-14 39,13-14 28,10-15 45,6-16 17,-1-14 10,-7-13 63,-11-8 38,-12-7-5,-9-3-1749,-9 20 0,-3 1 1626,-4-12 72,-12-13-16,-4 30-45,-8 0-89,-3 11-163,-1 12 39,13 8-185,2 14-257,14 9-560,10 14-1015,14 9-4032,18 4 6150,1-9 0,-10-17 0,-13-12 0</inkml:trace>
  <inkml:trace contextRef="#ctx0" brushRef="#br0" timeOffset="36455">9468 7670 20089,'0'-6'6133,"0"2"-5382,0 4-555,-60-38-62,18 43-81,-4-16 1,-1 6-32,15 25 0,5 7-33,-9 7-45,8 14-33,28-19-40,18 8 50,9-14 46,7-7 27,9-18 29,-4-15 21,11-13-160,-25 8 0,-2-2 152,-1-3 1,-3-3 2,-1-13 0,-2-1-20,-6 12 1,-1-1 19,-1-18 1,-2-2-339,-3 15 1,-3 1 387,2-9 1,-1 0 47,-1 6 0,-1 3 194,-1-20-57,-2 24-3282,-1 17 3008,2 12 182,-1 14-182,-2 17 0,1 7 0,0 4 0,-2 22 126,1-8 1,3 5-379,4-15 0,2 1 0,1-1-501,1 13 1,3 2-2055,3-3 1,2 3 0,1-7 2806,0-8 0,1-6 0,-1-1 0,-1-6 0,-2-8 0</inkml:trace>
  <inkml:trace contextRef="#ctx0" brushRef="#br0" timeOffset="36849">9963 7604 20638,'0'-4'4430,"0"1"-2072,0 3-2414,-20-37 45,15 35 0,-9-19-6,22 41 12,8 1 5,2-8 0,-1-7 16,4-4 40,-4-8 17,2-6 11,-6-10 101,-5-14-135,-8 9 96,-8-12 128,-8 11-3481,-3 4 3291,1 6 51,-4 12-107,4 13-2268,-9 9 2240,7 4-48,-6 30 13,11-5-80,6-11 1,2 2 1871,5 27-2354,6-30 1,4-1-2658,2 2 1,3-1 3253,15 21 0,-9-19 0,-7-17 0</inkml:trace>
  <inkml:trace contextRef="#ctx0" brushRef="#br0" timeOffset="37021">10566 7777 24228,'0'-4'3529,"1"0"-3160,-1 4-598,-17 26-538,5 5-2286,-14 27 1990,12-12 0,5-16 0,5-15 0</inkml:trace>
  <inkml:trace contextRef="#ctx0" brushRef="#br0" timeOffset="38045">10620 7708 22358,'9'-41'688,"0"-1"1,0 3 0,-4 8 17,-8 20-241,-1 1-274,-5 6-107,-4 11-28,-10 13-17,-9 18-14,13-12 0,-1 3-1704,-4 12 0,3 2 1679,6-13 0,1-1-3,0 14 0,3-1-14,7 3 6,13 7 11,14-14 11,19-13 12,14-12-279,6-15 287,-29-3 0,-2-4 64,24-19 45,-10-12 50,-13-9 34,-12-9-104,-14 27 1,-2-1-40,-4-3 1,-1 1-15,-2-1 0,-2 1 31,-2 2 0,-1 2 92,-12-22-50,-4 17 3171,-5 15-3289,-2 11-33,-2 13-79,1 11 344,6 11-484,9 11-156,10 7-309,17 6-571,15 1-106,-4-25 0,4-1 1311,8 0 1,0-3 0,5 4 0,1-7-1</inkml:trace>
  <inkml:trace contextRef="#ctx0" brushRef="#br0" timeOffset="38404">11489 7504 20778,'-1'-48'1785,"1"0"0,-3 6 0,-3 7-1259,-14 9-285,-9 15-135,-5 19-50,1 21-28,4 25-664,17-16 0,1 3 630,2 9 1,1 2-7,-1 6 1,2 3-254,2-18 1,0 0 0,0 1 241,-1 0 1,1 2 0,0-1-440,0 0 0,1 1 1,-1-1 270,1 1 1,-1 0-1,2 0-140,-1 1 1,1-1 0,-1 0-64,1 0 0,-1-1 0,-2 0-329,-3 6 1,-3 1-1,0-5 457,0 1 0,-2-2 227,-11 7 0,-3-9 761,-7-17 197,-1-19 693,15-41-1066,19-13 0,6-6-301,-1 12 1,3-2-123,5-6 1,2-3 0,3 2-15,7-8 1,4 2-86,-5 10 1,3-2-1,0 1-480,1 2 0,1 1 1,1 2 340,0 2 1,0 1 0,1 2-362,-1 3 0,-1 1 0,2 1 356,14-13 0,-2 5 1,4-5-1,-8 12 1</inkml:trace>
  <inkml:trace contextRef="#ctx0" brushRef="#br0" timeOffset="39304">12853 7198 16258,'0'-4'5993,"0"0"-3585,0 4-2200,-24-60-141,12 44-11,-6-17 0,-4 4 61,-6 28-10,-13-1-74,-8 5 7,-10 5-24,14 0-4,7 2-1,17 2 51,7 11-34,4-2 56,4 13 0,2 3 0,1 0-45,1-2 0,1 2 101,0 20-1777,0-16 0,-1 3 1676,1 4 0,-1-1-28,0-1 1,0 1-502,-2 11 0,1-2 490,-1 3-268,2-7 0,1 0 240,9 4-61,8 3-118,26-13-107,5-21 90,6-11-79,-22-16 1,2-5-603,6-6 1,0-5-235,1-2 1,0-3 1138,4-3 0,-5 0 0,1-5 0,-20 14 0</inkml:trace>
  <inkml:trace contextRef="#ctx0" brushRef="#br0" timeOffset="39738">13253 7385 14997,'3'-5'8666,"-2"1"-7065,-1 4-1231,9-5-84,-13 33-62,3 11-149,-6-1 1,-3 2-175,3-7 0,-1 1 129,-4 17 1,0-1-296,6-17 1,-1 0 264,-1 11 0,1-1 12,2 8 55,4-20-11,1-16 61,2-21-16,2-30-56,1 2 2,-1-1 1,1-2-542,2-26 516,-2 20 0,0-2-5,-1 9 0,1-2 25,2-20 0,2 0-28,-2 19 0,2 1 22,9-22 1,3 3-32,-8 26 1,3 4 8,9-5 0,3 6-8,2 10 36,6 9 0,0 5-20,-3 5 146,0 7 1,-1 5-180,-2 20 8,-13-9 0,-2 4-22,-1 3 0,-2 0-3,2 26-110,-9-13 1,-2 1-98,-1 2-642,-3 5 1,-2 1-3901,-4 6 4777,1-22 0,1-3 0,-2 0 0,2-19 0</inkml:trace>
  <inkml:trace contextRef="#ctx0" brushRef="#br0" timeOffset="39923">13349 7782 17955,'-4'-3'5663,"0"0"-5021,4 3-37,-4-68-521,25 34-404,-8-10 0,5 2 250,11 23 0,5 6-160,1 0 1,1 2-275,1 2 0,0 1-449,0 2 1,0 2-2316,-1 0 0,0 2 3268,23 0 0,-23 2 0,-16 0 0</inkml:trace>
  <inkml:trace contextRef="#ctx0" brushRef="#br0" timeOffset="40089">14166 7547 19552,'0'5'5337,"0"-2"-3606,0-3-1742,-28 73-303,16-25 151,-3-3 1,0 1-1412,9 7 1574,4-14 0,0-13 0,2-4 0</inkml:trace>
  <inkml:trace contextRef="#ctx0" brushRef="#br0" timeOffset="40772">14521 7405 27230,'14'36'91,"-1"0"1,-3-1 0,-6 0-92,-26 21-39,-7-4 33,-3-5 12,4-10 33,5-13 0,6-11-17,6-11 29,3-15-12,3-13-45,2-17 6,10-17-346,-1 23 1,2 0 356,4-4 1,3 0 7,2 0 1,1 0-9,1 3 0,3 1-1567,4-2 0,1 3 1561,11-10 9,-13 20 0,1 2-19,12-1-18,13-2 29,2 10 5,2 7-33,-5 15 27,-9 10-16,-9 15-6,-14 10-11,-10 9 0,-20 7 6,2-26 0,-5 1 92,-4 0 1,-3-1-57,-2-2 0,-1-1 0,1-3 0,-1-3 3272,-18 9-3219,9-14 22,12-11-33,8-11-39,8-7-17,4-5 444,7-2-455,7-1 11,10 3 17,9 4-12,8 6 18,5 5-29,5 9-33,-2 5 56,0 11-12,-7 4-5,-6 6-17,-11 4-50,-10 3-45,-19 4-134,-13 0-1803,-3-17 0,-3-1 1713,-12 7-213,9-13 1,-2-3-2387,-10-6 2935,-11-6 0,23-4 0,5-4 0</inkml:trace>
  <inkml:trace contextRef="#ctx0" brushRef="#br0" timeOffset="40987">15417 7589 21523,'3'3'4806,"-2"0"-4593,-1-3 39,9 64-168,-12-34-152,4 11 1,-2-1-795,-13-9-4454,1-5 4468,4-8 0,5-10 0,4-6 0</inkml:trace>
  <inkml:trace contextRef="#ctx0" brushRef="#br0" timeOffset="41264">16018 7229 21853,'1'-4'4621,"-1"1"-3165,0 3-1360,-63-3-68,26 25-2154,-12-1 0,1 5 2126,12 23-6,14-10 1,3 2 690,4 10-722,8-20 1,2 1-143,10 20-174,12-10-347,19-13-1395,15-13 2095,-15-12 0,-1-3 0,5-1 0,0-3 0</inkml:trace>
  <inkml:trace contextRef="#ctx0" brushRef="#br0" timeOffset="41454">16447 7577 22604,'7'0'4134,"-2"0"-3180,-5 0-590,0 0-161,-19 39-360,-2-6 53,-7 19-1543,2-3-8184,19-20 9767,-1 7 1,8-18-1,0-9 1</inkml:trace>
  <inkml:trace contextRef="#ctx0" brushRef="#br0" timeOffset="41705">16832 7360 27863,'11'53'-23,"-9"-17"1,-4-1-269,-8 9 17,-4 9-701,5-3-1136,4-13-7720,1 11 9775,2-17 0,2-9 0,0-17 1</inkml:trace>
  <inkml:trace contextRef="#ctx0" brushRef="#br0" timeOffset="41970">16840 7672 21747,'-4'-59'1247,"1"0"0,4-5 1,4 4-1005,2 22 1,4 2-365,4-5 1,4 3 243,0 9 1,1 4-24,15-11 80,14 7-3906,4 15 3759,-8 3 394,-10 11 0,-1 5-405,2 14 6,13 19-22,-23-3-17,-4 22 27,-14-5 1,-6-20 0,-3 2-54,-10 7 1,-5-1-246,-2-5 0,-4-2 229,0 0 0,-4-2-96,-5-2 1,-3-2-365,1-5 1,-2-3-558,1 0 0,1-3 1065,-3-2 1,5-4 0,3-4 0,11-6-1</inkml:trace>
  <inkml:trace contextRef="#ctx0" brushRef="#br0" timeOffset="42179">17548 7639 20862,'3'2'5064,"0"0"-3877,-3-2-1596,-26 63-1568,6-37 1977,0 13 0,0-3 0,5-23 0,4-3 0</inkml:trace>
  <inkml:trace contextRef="#ctx0" brushRef="#br0" timeOffset="42730">18053 7318 26172,'4'-50'739,"-2"9"-565,-2 35-68,-5 2-39,-6 1-33,-4 1 33,-23 4-50,8 4-11,-15 3 5,15 2 6,8-1-17,10-4 0,7-3 5,4-1 34,1-1-22,0 2 39,0 3 17,0 3-34,-2 1 34,-1 8 67,-8 20-39,2-1-62,-2 8 51,4-2-74,2-17-3318,0 29 3319,2-28-342,2 32 336,1-35-16,6 24 22,-2-30-51,11 17-78,-1-20-162,12 5 3211,-4-12-5048,28-4 621,-21-3 917,7-6 0,-2 0 0,-14 2 0,13-7 0</inkml:trace>
  <inkml:trace contextRef="#ctx0" brushRef="#br0" timeOffset="42889">17927 7651 17423,'-4'-1'7410,"1"1"-4979,3 0-2325,-10-25-122,22 16-735,13-20-419,11 25-8661,24-3 8333,-35 5 0,0 0 0,-18 1 0</inkml:trace>
  <inkml:trace contextRef="#ctx0" brushRef="#br0" timeOffset="44223">18377 7144 23965,'1'-64'274,"13"11"-173,36 37 22,8 3-16,0 7-1,-7 4 17,-11 10-5,-12 5 72,-12 10 23,-7 9 57,-10 22-214,-3-13-23,0-5 1,-2 3-591,-2 22 571,4-18 0,1 2-9,0 2 1,2 2-12,2 0 1,1 1-15,2 9 1,1-2 10,0-18 1,-1-1-9,2 11 1,-1-1-40,-9 6 8,-5-22 0,-6-1-333,-7-2 0,-7-3 381,-16 0 0,-2-3 0,-6 3 0,-6-6 0</inkml:trace>
  <inkml:trace contextRef="#ctx0" brushRef="#br0" timeOffset="47494">18868 6599 23987,'-18'22'762,"32"16"-684,28-2 1,11 3-1159,-17-8 0,2 1 0,-1 1 1091,1 3 0,0 2 1,-1 0-9,-2 3 1,-1 1 0,-2 1 9,-3 2 0,-1 2 0,-4 1-2,-4 2 0,-3 1 1,-4 2-22,-4 3 1,-5 2 0,-4 0-61,-5-12 0,-4 1 0,-2 0 0,-3 0-708,-4 2 0,-3 0 0,-3-1 0,-2 1 778,-2-5 0,-2 0 0,-2 0 0,0-2 0,4-4 0,-2 3 0,2-4 0,-1-1 0,-2-3 0,1 1 0,-1 0 0</inkml:trace>
  <inkml:trace contextRef="#ctx0" brushRef="#br0" timeOffset="57179">13248 8372 16224,'-45'-3'840,"1"-1"0,4 1 0,11 0-845,25 3 199,10-1 270,10 0-106,15-4-140,16-2-72,14-3-73,-25 4 0,1 0-421,4-1 1,2 0 442,5 0 0,1-1 0,7-2 1,3-1-511,-16 3 1,1 0 0,2 0 446,4-2 0,0 0 0,2 0-526,2-1 0,1 0 0,0-1 512,2 1 1,0-1 0,0 1 3,-1-1 1,0 1-1,0 0 8,-4 1 0,0 0 0,-1 0-2,-4 1 0,-1 0 0,-2 0-90,13-1 0,-4 0 112,-12 1 0,-3 2 102,12-4 638,-24 5-509,-14 4 1132,-9 1-466,-3 1-908,-17 2-34,2 1 1953,-35 6-1947,-4 4-3,16-4 1,-3 0-241,-5 1 1,-2 1 231,-5 0 0,0 2-457,-6 0 1,0 1 454,17-3 0,-1 0 0,-1 0-448,-2 2 1,-1-1 0,0 1 456,-1 1 1,-1 1-1,0-1-2,1 0 1,0 1 0,0-1-14,4 0 1,1-1 0,1 1-784,-1-1 1,1 1 0,3-1 793,-5 1 0,3 1-3,6-4 0,2 0-1343,-15 7 1332,29-11 334,-5 2-451,20-7 582,2-2-375,13-1 2318,14-5-2324,29-7-51,-14 1 1,5-1 687,11-4 1,5-2-708,-14 4 1,1 0 0,2 0-4,4-2 0,1 0 0,1 1-13,1-1 0,2 0 0,-1 1-40,0 0 1,0 0 0,-1 2-96,-4 0 1,0 1-1,-1 0-1770,0 2 1,1 0 0,-5 1 1461,2 0 0,-4 1 0,-8 3 0,-7 1 0,-12 2 0</inkml:trace>
  <inkml:trace contextRef="#ctx0" brushRef="#br0" timeOffset="64936">15991 8112 12629,'-3'0'1405,"1"0"3065,2 0-4258,-21-16-200,19 9 16,-11-14-62,23 15-72,2 0 38,-5 3 124,-3 2 84,-5 2 52,-13 8-153,0 0 45,-23 12 17,1-1 16,-10 4 46,0-3-107,19-8-17,6-6-123,18-5-213,1-2 347,15-6-5,15-10-39,2 0-6,2-2 0,-1-1 11,1 2-6,-2 0 1,1 1-6,12-5 157,-7 4 185,-9 5-208,-33 13-156,-7 4 33,-31 11 19,10-1 1,-2 0-6,-1 0 1,-1 1-146,-5 2 0,1 0 209,-8 3-72,19-9-112,18-7 95,16-5 95,10-5-44,14-5-23,12-4-23,-4 0 3,-5 3 1,2 0 13,14-5-16,9-3-1,-23 8 1,-1 1-23,7-3 347,10-4-84,-26 10 6,-15 3-207,-20 9-11,-20 7 72,-23 8-269,20-6 0,1-1 297,-24 7-19,26-8 0,1-2 47,-8 5-196,8-5-55,14-2 38,21-8 1,4-2-482,20-6 532,3 0 0,2-1 0,0-1 0,20-5 0</inkml:trace>
  <inkml:trace contextRef="#ctx0" brushRef="#br0" timeOffset="73809">5657 9575 17960,'-17'-46'1288,"-1"0"1,4 5-1,1 11-1551,8 24-28,3 12 307,3 12 1,6 15-123,4 15-404,8 8-996,4 2-4678,7-2 6184,-3-12 0,-9-19 0,-8-13 0</inkml:trace>
  <inkml:trace contextRef="#ctx0" brushRef="#br0" timeOffset="74183">5847 9042 18936,'-9'39'134,"1"-1"0,2 25 12,34-41 151,1-8 274,-5-7 263,-7-8-184,-7-9-269,-6-9-50,-11-12 10,-6-6 18,-11 1-46,-3 4-105,-4 8-80,0 8-16,-1 6-140,13 5-196,1 4-89,14 2-85,2 9-896,5 8-4749,5 12 6043,5 2 0,-4-11 0,-2-9 0</inkml:trace>
  <inkml:trace contextRef="#ctx0" brushRef="#br1" timeOffset="80146">5806 9435 23394,'-10'39'97,"0"0"0,1 0 0,2 1-92,5-1 1,1 0-544,-1 22-64,3-25 0,2-1 602,10 21 0,-6-17 0,6-8 0</inkml:trace>
  <inkml:trace contextRef="#ctx0" brushRef="#br1" timeOffset="81428">5711 9592 21847,'8'-44'428,"-1"1"0,-1 3 0,0 10-244,-1 21-150,-2 6-124,-2 3 113,0 8 178,5 21-128,-3-3 67,3 30-11,-6-7-314,-4 13 235,-3-4 62,-1-4-22,2-20 22,2-10 453,3-16 1004,1-7-1423,-5-14 184,-1-3-302,-4-16-11,1-4-6,-2-5-22,1-4 22,1 2 23,1 9-6,4 12-28,1 13-73,1 7 17,0 10 62,-1 12-6,-1 12 0,-1 10-11,0 4-12,2-3-212,2-2-1110,8-4-3393,10-5 4738,6-10 0,-5-9 0,-6-8 0</inkml:trace>
  <inkml:trace contextRef="#ctx0" brushRef="#br1" timeOffset="81739">6330 9442 25057,'-44'-27'308,"0"1"0,4 0 1,11 9-315,22 19 17,4 12 17,-1 18-28,0 25 0,2-19 0,-1 3-700,1 7 1,1 2 693,-1 4 1,2 0 5,2 3 0,3 0-606,2 1 1,3 0-3,4 0 0,3-1-764,1-1 0,2-1-2081,-4-2 0,-1-1 3453,-3-8 0,-4-4 0,0 10 0,-8-23 0</inkml:trace>
  <inkml:trace contextRef="#ctx0" brushRef="#br1" timeOffset="81906">5849 10700 15916,'-3'-47'1245,"-1"1"1,0-1 0,2 3 0,1 1 0,5 2-846,6-8 1,5 3-617,3 2 0,3 1 292,1 3 0,3 2-338,3 2 0,1 1 278,3 2 1,3 2-11,0 2 0,2 2-29,0 3 1,0 2-149,-1 4 0,0 2-678,-3 3 1,0 3 848,25-3 0,-28 7 0,-7 5 0</inkml:trace>
  <inkml:trace contextRef="#ctx0" brushRef="#br1" timeOffset="82354">6911 9356 21024,'-7'-63'1779,"1"0"1,1 11-1,1 11-1756,-1 27-29,3 17 62,1 14 56,0 23-42,1 5 0,0 7-1225,0 3 1,0 1 1168,0 3 0,1 1-22,0-16 1,-1 1-1,3-2-288,2 10 0,2-1-117,1-10 0,1 1 1,3-2-1605,10 14 1,6-6 2016,0-9 0,-1-7 0,2 0 0,-17-25 0</inkml:trace>
  <inkml:trace contextRef="#ctx0" brushRef="#br1" timeOffset="84538">7576 9797 17585,'0'-7'2728,"-12"-27"0,-4-8-1406,-1 4-869,-1-8 1,-1 2 179,5 13-330,5 14-292,4 12-11,2 13 61,2 24-61,0-5 28,5 25-11,5-16 0,7 7-3415,17-1 3415,-10-17 84,17-4 61,-11-18 29,11-13-62,7-14-101,-21 5 0,1-3-419,13-12 0,-1-1 399,-11 10 1,0 0 19,14-13 0,0 1-243,-14 15 1,-2 1 208,6-4 1,1 1 1364,-5 6 0,0 2-1387,29-5-45,-20 13-420,10 16-1395,-18 13-6032,6 17 7438,-9 3 1,-12-13 0,-8-11-1</inkml:trace>
  <inkml:trace contextRef="#ctx0" brushRef="#br1" timeOffset="85004">8971 9818 25629,'10'6'-9831,"-13"34"9296,-4 3 0,-4 6 1,6-38-1</inkml:trace>
  <inkml:trace contextRef="#ctx0" brushRef="#br1" timeOffset="86329">9075 9912 25281,'10'-30'280,"1"0"1,5-19-276,-16 49-10,1 3 21,3 3 12,2 7 28,0 4-11,-1 0 118,-5 17-57,-11-2-53,-6-1 0,-2 1-25,-12 7-107,4-10 1,-2-3 269,-9-3-46,3-3 135,4-15-22,15-30-118,5-16-115,9 6 0,3-5-329,4-5 1,3-3 317,3-6 0,3 0-418,2-4 1,3 2 428,-1 3 0,1 3 0,-1 7 1,-1 3 16,-3 9 0,-1 4 8,7-11-39,-9 19 0,-5 9 558,-5 8-591,1 7 1142,2 9-1097,2 15-12,1 0 17,3 33-11,-4-11-148,-1-14 1,0 0 141,7 23-11,3-4-22,5-4-6,3-1 28,4-1-12,-4-17 1,1 0-95,17 15-85,-13-18 1,2-1-812,13 6-1463,-4-1 2465,-7 0 0,-17-16 0,-6-3 0</inkml:trace>
  <inkml:trace contextRef="#ctx0" brushRef="#br1" timeOffset="86863">9706 9911 19798,'8'-8'3282,"-1"2"-2968,-7 6 470,0 0-588,59 9 0,-37 2 16,12 1 1,-4 3-50,-22 3 123,-13 13-79,-12-7-95,-13 7-5,-12-5 49,-7-8 57,1-9 22,3-16 57,10-11-1,11-17-112,14-11-67,18-9-45,7 9-17,8 8 1,4 0-364,-4 9 1,1 1 334,11-13 1,0-1 2,-4 9 1,-1 1 52,2-3 0,-3 2 12,9-12 134,-4-3 39,-26 21-112,-9-7-78,-16 1 654,-12 2-727,-8 5 0,4 7 0,5 9 0,10 6 0,8 3 0,6 2 0,3 6 0,4 10 0,7 13 0,11 12 0,-5-15 0,1 0-315,5 4 0,2 0 315,3 4 0,1-1 0,2 0 0,1 1 0,-1-3 0,-2 2-1592,-1 6 1,-5-1 1579,5 16-761,-18-14 0,-7 1 347,-11-5 0,-3-3 0,3 13 1,-11-1-1</inkml:trace>
  <inkml:trace contextRef="#ctx0" brushRef="#br1" timeOffset="93999">11269 9867 21892,'-2'-14'107,"-2"14"95,-8 45-129,0-8 5,-2-9 1,-4 1 49,-18 10-41,3-8 0,-2-1-56,10-9 0,-1-2 95,-19 9 0,1-4 36,7-8 25,6-5 1,1-6 109,5-14-84,2-12-34,14-35-89,13-4-71,-2 28 1,4 0 13,5-1 1,3 2 33,15-14-56,-4 15 1,2 2-7,11-7 3,-4 13 1,2 4-9,12 5-337,10-2 337,5 11 0,-4 4 17,-11 1 0,3 0-17,-7 1 0,-2 0 0,1 0 0,-2 0-6,22 4-16,-27-2 44,-4 0 129,-16-1 197,-11-3-51,-5-7-258,-2 1 382,-6-14-348,-6 1 11,-15-14-56,7 10 22,-14-9 40,13 17-57,1 0 23,1 6-16,8 6-24,-3 1 1,0 5-28,4 0 5,3 2-16,3 0-12,3 1 12,0 0 0,1 0-1,0 0 6,2-2-55,1 3-180,2 0-1552,4 6-2940,0 2 4744,-2 3 0,-3-7 0,-2-4 0</inkml:trace>
  <inkml:trace contextRef="#ctx0" brushRef="#br1" timeOffset="95570">11242 9860 17652,'0'-6'4055,"0"2"-576,0 4-3468,2-39 107,-5 49-17,-2-24 33,-13 62 23,-13 2-93,10-21 1,-3-1-192,-5 2 1,-2-2 184,-3 0 1,-1-1 14,1-2 0,1-3 55,3-5 1,1-2 224,-14 3-17,12-18-112,11-15-140,6-15 0,6-12-39,4-8-34,12-1 12,8 2-1,15 6 23,10 7-34,11 8-266,4 10 261,7 10-31,-31 9 0,1 2 22,1 3 0,0 3 8,2 2 1,1 3-12,0 2 1,1 0-42,1 1 1,0 0 54,0 0 1,0-1-15,-2-2 1,1-1 2,-4-1 0,-1-2-14,24 3 45,-14-7 45,-14-7 45,-10-12-23,-8-11 218,-6-13-229,-7-10 11,-11-7 12,-11 0-7,-9 5-21,-6 12-29,-8 14-27,-9 14-4,25 10 1,-1 3 108,-2 3 1,1 2-129,0 3 0,2 3 0,-22 18 0,11 5 0,10 4 0,8 2 0,6 1 0,6 1-57,7-2-783,5 1-3696,5-2 4279,2-5 1,-1-15-1,-2-10 1</inkml:trace>
  <inkml:trace contextRef="#ctx0" brushRef="#br2" timeOffset="102223">11520 9555 22363,'-4'16'577,"0"1"45,-11 14-437,1-11 19,-10 5 0,-4-1-103,-3-2-17,-2-2 0,-3-1 95,-11 3-17,14-10 1,1-2-34,-9 2 196,-8-14-241,34-6 51,-9-16-51,13-1-6,1-15-55,8 6-29,8-2-5,3 17-34,11 0 11,3 8 40,14 1 16,10 4-1698,-8 4 0,2 1 1673,0 0 0,-1 1 6,2 0 0,0 0-3,1 0 0,2 0-3,7-1 0,-1 0-6,-9 0 1,-1 0 2,3-1 1,-4 1 44,-11-1 17,-20 1 381,-4 0-291,-4-1 3369,-2-5-3420,-5-6-39,-1-2-28,-2 0 50,1 2-38,3 7 10,0 0-16,1 3-12,1 2-16,1 0-1110,1 1 1104,3 5 0,-2-4 0,2 4 0</inkml:trace>
  <inkml:trace contextRef="#ctx0" brushRef="#br2" timeOffset="105483">11375 9981 20895,'-12'-57'2426,"1"10"-2359,10 45-50,0 1-146,0 1 163,1 4 61,-1 6-45,1 0 191,-4 12-45,-3-3-112,-5 4 56,-9 6-39,-15 7-45,-4 3-197,15-16 1,0-1 191,-14 12 11,3-4-1,11-11 73,-2-5 1,-2-8-96,6-1 79,-23-4 274,16-6-347,-16-5-6,17 0 56,-12-14-61,22 10 106,-15-21-78,24 16-28,-2-7-1,10 7-38,7 0 10,1 2-16,22-15 34,1 6-4,-1 3 1,3 1-31,19-10 5,-20 15 0,2 2 9,-1 4 0,0 2 3,23-2-1,8 6 1,-22 7-23,22 11 17,-29-3 0,4 3 0,0 1-17,5 6 8,-14-6 1,1 2 5,0 5 1,-2 0-4,9 11 29,8 8-18,-21-17-10,-2-7 5,-7-5 50,9-3 45,-7-7-56,5-2 73,3-10-5,-2-8 16,8-10 17,-3-5-78,-7 5 178,2-10-122,-13 21 190,4-15-168,-10 20-22,0-5-6,-5 5-28,-3 1-23,-4-2 1,-5 1-29,-3-2-21,3 4 4,-7-3 24,-4 2 38,-8-2-50,5 4 22,-4-1-22,16 6-3308,-23-5 3314,21 6-6,-14-2 11,10 4-33,5 2-1,-7 5-5,11 0 40,-5 14 3357,4 0-3386,-6 10-11,2 1-16,0 1-85,-3 2-426,0 3-2049,0 1 2576,4-6 0,6-11 0,7-10 0</inkml:trace>
  <inkml:trace contextRef="#ctx0" brushRef="#br2" timeOffset="106665">12593 9579 14790,'1'-7'4801,"-1"2"-3172,0 5-586,0 0-993,10-59 51,-11 51 162,0-33-11,-23 77-157,6-10 0,-3 2-11,-4 4 0,-2 2-414,-3 0 0,-1 1 411,0-2 1,0-1-10,3-2 1,1-1 23,-17 16-68,18-15 22,12-4 40,13-14 44,7 4 17,9-4 795,10-2-879,0-3 62,27 3-135,-6-5-294,-11-2 1,1 0 97,-1-1 0,0-1-476,1 1 1,1-1-2135,3 0 1,-1 0 2811,-3-1 0,-3 1 0,9-1 0,-17 0 0</inkml:trace>
  <inkml:trace contextRef="#ctx0" brushRef="#br2" timeOffset="119772">13664 9806 6613,'5'3'4066,"-1"-1"-2473,-4-2-949,12 37 1740,-13-10-1883,-1 8 0,-6 5 39,-18-2 1,-6-2-390,9-7 1,-2-1 466,-16 9 1,-2-3-37,-9-3-196,17-13 1,1-2 89,-15 2-123,8-10-253,25-13 3289,3-13-3288,7-18-85,1-6-1637,8 10 0,3 0 1632,4-6-6,10-1 257,3 15-268,21-5 12,-6 5 5,4 5 0,3 2-452,-12 6 0,0 0 435,7-1 1,2-1-6,0 1 0,1 0-990,5-1 1,-1 0 1006,-12 4 0,-2-1 2,8-1 0,-6 0 2133,-8-2-1950,-14 1-118,0-2 27,-19-4 822,-10 0-878,-12-9 102,-18-5-23,2 11-56,2 4 3449,0 16-3427,-8 18-33,-2 4-173,22-4 0,1 3 100,-15 16 17,13-8-28,-6 21-17,22-18-3405,-4 22 3265,16-23-858,9 13-457,0-16 1500,11 25 0,-10-33 0,4 9 0</inkml:trace>
  <inkml:trace contextRef="#ctx0" brushRef="#br2" timeOffset="125888">15744 8078 20755,'-25'7'684,"9"-1"-231,26-5-10,10 0-101,14-8-163,14-4-129,-18 3 1,2-2-358,3 1 1,0 0 334,2-1 0,-1 0-3,-2 2 0,-1 0 26,21-6 178,-18 5 225,-17 5-163,-19 3-213,-18 3-27,-19 5-6,-18 6-20,21-4 0,-1 1 201,-1 2 0,0 0-226,1 2 0,0 0 0,3 1 0,1 0 5,2 1 1,1 0 0,-19 14 27,11-7 62,14-7 17,11-9 465,20-11-307,15-11-158,19-13-1663,-6 6 0,1 0 1537,-10 6 0,0 0-426,15-6 0,0 2-127,16 1 0,-17 4 0,-8 7 0</inkml:trace>
  <inkml:trace contextRef="#ctx0" brushRef="#br2" timeOffset="127755">13987 9437 20879,'-10'-43'823,"1"0"0,0 5 1,3 9-628,5 21-118,1 5-66,2 3-1,2 3 62,16 11 22,15 18-51,-9-4 1,3 5-820,5 12 1,-1 5 792,-9-10 1,-2 3 0,-1 1-27,-2 4 1,-2 2 0,-2 0-51,-3 2 0,-3 0 0,-4 0-133,-4-1 1,-4-1 0,-3 0-386,-2-4 1,-3 0 0,-3-2-1666,-1-3 1,-3-2 0,0-2 2240,-6 9 0,0-6 0,-6 9 0,14-26 0</inkml:trace>
  <inkml:trace contextRef="#ctx0" brushRef="#br2" timeOffset="128180">15016 9520 20162,'3'0'756,"0"-1"1608,-3 1-2219,-32 60-21,11-16-410,-4 3 1,-4 2 293,7-16 0,-1-2-312,-5 0 1,-2 0 160,-5-1 0,0-2 25,7-7 1,-2-1-169,-12 4 1,0-4 189,-5-5-21,-12-3 27,36-28 213,13-14 387,11-25-258,3 16 780,11-16-511,3 30 550,8-2-814,4 12-50,6 10-78,15 16-623,-15-1 0,2 3 390,10 5 1,3 3-893,-11-4 1,2 1 0,0 0 995,17 8 0,-4-1 0,-15-8 0,-5-1 0,6 5 0</inkml:trace>
  <inkml:trace contextRef="#ctx0" brushRef="#br2" timeOffset="132733">16923 7955 14096,'-5'2'4228,"2"0"-1813,3-2-2315,-30 19 7,23-13 50,-22 15 257,36-16-240,1-2 206,15 2-65,8-4-181,17 0-3464,8-3 3375,-1 1-23,-10-2 6,-14 2 67,-16 0 96,-13 2 5,-40 6-23,-9 1-70,8-1 1,-5 2-986,-11 2 0,2 1 932,-4 0-36,18-2 0,9-3 2238,22-4-2146,11-2 68,12 0-34,19-4-84,21-4-53,-21 2 0,2-1-148,3-1 1,0 0 152,-1 0 1,0 1 3249,18-3-3241,7 1-40,-34 6-10,3 0 21,-25 3 46,-20 6-6,-18 3-28,-26 8 22,20-8 0,-2 0 14,-3 1 0,-1-1 17,3-1 1,2-1 19,-20 4-51,26-6 23,22-4-6,23-7-28,17-5-22,7-2-31,-8 2 0,5 1-500,27-4 0,-2 1 0,0-1 0,-12 5 0,1-1 0</inkml:trace>
  <inkml:trace contextRef="#ctx0" brushRef="#br2" timeOffset="135933">5540 11742 24704,'-34'39'18,"0"-1"1,2 1 0,8 1-137,17-8 1,5 1-578,-1 2 1,2 1-3650,1 0 1,3-1 2927,5 22 1,-2-22 0,1-18 0</inkml:trace>
  <inkml:trace contextRef="#ctx0" brushRef="#br2" timeOffset="136316">5641 11527 17003,'-2'-5'4828,"0"0"-3779,2 5-1010,-1 87-39,9-41-256,-3 10 1,3 0 261,18-13 256,1-13-212,-1-12 468,-5-12-221,-3-16 89,-6-13 151,-4-17 52,-6-9-163,-10-9-90,-5 0-28,-7 2-51,-1 10 588,0 12-683,3 12-111,2 11-130,6 6-44,3 10-28,3 10-297,5 16-4468,21 10 1,7 2 4733,-13-15 1,1-1-1,11 10 1,-1-5 0,-10-15-1</inkml:trace>
  <inkml:trace contextRef="#ctx0" brushRef="#br2" timeOffset="136650">6273 11685 26984,'-15'45'22,"1"0"1,-1 1-1,0 13 1,1 3-1,5-4-1656,6 1 0,3 2 1623,-3-1 0,0 4 0,-1-3-70,0-16 1,-1-3 0,0 1-180,-2 11 1,0 1-1,-3 2-244,0-10 0,-2 2 0,-1-1 0,0-3-536,-2 5 0,-2-3 1,1-1 1040,-1-3 1,1-1 0,-3-6 197,-3-2 0,-2-12 1270,-5-20-853,-3-33-92,19-15 0,6-8-812,2 13 0,2-2 392,4-5 1,3-4 0,1 2-27,7-5 1,4 0-50,-2 8 1,2-1 0,3 1-26,2 1 0,2 1 0,2 1-4,1 2 0,3 0 0,1 2-43,1 3 0,2 2 0,1 1-194,-1 2 0,2 2 1,0 2-3803,16-8 1,-1 4 4038,-7 6 0,-4 5 0,9-3 0,-23 13 0</inkml:trace>
  <inkml:trace contextRef="#ctx0" brushRef="#br2" timeOffset="137093">7232 11505 15964,'0'-8'4767,"0"2"-1414,0 6-2788,0 0-3142,-33-33 2600,23 39 1005,-31 4-1014,31 22 0,7 10-12,-5 12 1,0 4 193,2-15 1,1 0 0,3 3-352,2 10 0,3 3 0,2-5-474,0 5 0,6-2-378,4-9 1,4 2 0,6-8 1006,17-6 0,2-6 0,-16-5 0,-1-2 0,4-8 0,0-1 0</inkml:trace>
  <inkml:trace contextRef="#ctx0" brushRef="#br2" timeOffset="138086">7655 11855 22229,'-10'-42'1243,"1"0"1,-1 2-1,4 12-991,5 24-241,-1 2 57,3 22 38,0 13-73,0-3 1,0 4-128,1 3 1,-1 2 104,-1 2 1,1 1-4,0-4 1,2 0-7,1-5 1,2-2 8,12 15 62,9-17 84,9-18 50,10-21-115,-17-4 1,0-2-248,22-19 261,-8-3 1,1-2-521,-13 9 1,-1 0 435,-2 1 0,3-2 1,-3 0-4,5-6 1,-1 2-180,-1 1 1,0 1 159,-2 4 0,1 3-20,-3 6 1,1 2-328,20-3-1053,-7 19-3509,-6 18 4909,-7 5 0,-12-4 0,-7-6 0</inkml:trace>
  <inkml:trace contextRef="#ctx0" brushRef="#br2" timeOffset="138841">9381 12037 21741,'1'-7'3327,"0"2"-3013,7-25 0,0-4 50,-3 14-272,4-15 1,-2 5-43,-6 27-72,-1 4 72,-1 5 23,-4 8-6,-6 9 17,-13 7-17,-13 5-22,-11 1-430,-5-2 441,3-6 106,12-10-5,13-12-84,13-17-28,6-14-12,8-19 12,5-18-416,-1 25 1,1-2 378,1-5 0,1-1 9,0-1 0,0-1 8,0 3 0,-1 1 102,0 6 1,-1 1-11,1-18 18,-3 18-6,-7 15 11,-1 10-112,0 7 779,-1 3-840,3 5 243,0 8-221,1 11 28,0 13-12,6 13-10,3 10-324,0-27 0,1 1 301,2 1 0,2 1-1570,7 9 1,2-2 1608,-7-13 0,1 0-22,10 11 0,2-1-272,10 7 187,-14-17 1,-1 1-104,-3-2 1,-2 0-147,-5 1 1,-3 1-967,-2 28-1069,-21-1-4706,-12-12 6574,-4-14 0,14-18 0,9-10 1</inkml:trace>
  <inkml:trace contextRef="#ctx0" brushRef="#br2" timeOffset="139353">9816 11904 23567,'29'18'860,"0"0"0,8 16-641,-60-10-74,-15 0 12,-7-4 89,-2-7 79,8-12-45,8-13-129,13-14-72,10-17-1739,14 6 1,5-1 1670,5-18 17,4 12 0,4 0-119,-6 15 1,0 2 166,3-5 0,1-1 30,-3 4 0,-1 2 107,10-19 106,-9 4-218,-10 16 73,-4-1 3252,-8 12-3297,-2-2 360,-3 3-489,-1 4 0,4 5 0,1 3 0,1 1 0,2 5 0,1 5 0,2 10 0,9 14 0,11 13 0,-4-16 0,1 1-333,6 4 1,1 2 332,3 2 0,2 0 0,0 1 0,-1 0-18,-1 0 1,-4-1-392,-4 0 0,-4 1-1179,-7-1 0,-3 0 1588,-6-3 0,-2-4 0,-3 10 0,-3-19 0</inkml:trace>
  <inkml:trace contextRef="#ctx0" brushRef="#br2" timeOffset="147257">10996 11553 18246,'-4'0'6380,"1"0"-6072,3 0-135,-18-44-44,22 22-67,-7-35-23,35 35-11,11 4-6,9 6 1,9 8-11,1 9-638,-2 7 620,-6 11-16,-9 6 11,-14 4-12,-15 4 23,-23 4 11,-18 0 1,-17 1 27,-4-6 0,2-6 79,9-11 106,8-9 11,9-9 631,7-7-703,5-6-79,3-3-28,6 0-34,9 3-16,-1 6-12,16 2 12,4 10 5,18 3-33,10 8-91,-26-7 0,-1 2 104,0 1 1,-1 1-70,22 15-17,-18 4 5,-17 2 56,-27 0 23,-21 1-17,-22-3-25,22-18 0,-2-3-146,1-2 0,0-3-871,-20 1-2106,21-18 3176,24-17 0,5 10 0,10-5 0</inkml:trace>
  <inkml:trace contextRef="#ctx0" brushRef="#br2" timeOffset="147540">12242 11427 24802,'-34'36'196,"0"-1"0,1 1 0,-1-2 0,1 0 0,1-3-129,-5 1 1,2-3-43,3 0 0,2 0-14,8-4 0,3 0 340,3 16-323,26-7 90,23-8-162,23-6-18,-4-8-675,-6-5 0,4-1-4024,-4 0 0,0-1 4249,4 1 0,-2-1 0,-12 0 1,-6-1-1,-5-1 0</inkml:trace>
  <inkml:trace contextRef="#ctx0" brushRef="#br2" timeOffset="150277">13263 11740 14577,'0'-3'5165,"1"0"-2387,-1 3-2576,10-22 100,-9 22-95,-10 12-39,-14 21-101,2-4 1,-4 1-272,0-6 0,-2-1 254,-4 1 1,-2 0-4,-1-2 1,-2-1 11,2-3 0,0-2 198,-22 5 1,16-14-96,19-18-11,13-14-27,13-16-46,6-9-5,9-5-12,3 2-10,2 6-34,-6 15 16,11-4 515,-4 18-542,17-6 33,6 12-28,7 3-128,-25 5 1,1 1 133,31-5-11,-4 1 11,-11-1 112,-14 1 134,-14 0 1,-12-3-108,-11-2 35,-7-5-51,-9-2 126,3 4-193,-16-8 33,9 8-11,-8-6-11,10 8 6,5 3-6,5 4-67,5 4-45,2 1 16,3 2 1,-2 4 17,-2 3 5,0 4-11,0 0 0,0 0 0,2-3 22,0-3-5,2-2-17,0-3-1019,1 0 565,0 2-89,1 0 291,0 3 33,1-2 96,-1-2 106,-1 0 1188,0-1-1070,-4-4-6,2 2-44,-2-3-35,3 4-1271,1 0-1478,2 2-7098,4 3 9178,0 0 1,-1-1 0,-3-3 0</inkml:trace>
  <inkml:trace contextRef="#ctx0" brushRef="#br2" timeOffset="151174">13321 11887 8550,'1'10'7999,"-1"-2"-5720,0-8 1688,0 0-3699,-2-6-38,1 6 16,-4-2 40,-1 10 0,-7 6-74,-8 6-44,-10 4-39,-11 2 0,-8 0 33,-5-2-247,1-3 236,15-9 231,-4-7-186,21-14 0,-6-8-68,16-14-27,4-9-22,6-8-7,5-3 18,4 2 298,5 6-304,2 10-23,3 7-16,3 6 0,7 2-17,8 3-11,10 3 5,5 2-11,4 5 6,-1 6-34,0 7 17,-2 7 28,-3 7-44,-2 3-1,-2 1 11,-1-2-16,-1-2 44,-1-5-11,-3-4-16,-4-5 22,-4-4 27,-4-7 18,-2-6-12,-1-9 23,-3-6 11,-4-9-17,-6-3 51,-5-3 16,-7 3-10,-6 3-18,-7 4-16,-6 4 38,-4 3-44,0 5-28,0 4 23,1 3-51,0 3 28,0 3-23,-1 1-16,-1 6 17,-1 3-45,-4 6 50,-1 6-17,-1 5-67,3 4 45,2 3 6,5 3-12,2 2-55,4 3-471,3-1-1652,5 2 2184,4 0 0,3-17 0,3-3 0</inkml:trace>
  <inkml:trace contextRef="#ctx0" brushRef="#br2" timeOffset="152334">14017 11257 22563,'-35'-26'62,"1"-1"0,-18-5-6,65 53 16,12 18-33,-6-14 1,3 2-7,3 4 1,2 2-6,2 4 0,-1 0-20,-4-6 1,-1 1-4,3 9 1,-2 5-203,-11-4 1,-3 3 0,-2 0-1165,-2 15 1,-4 0-1082,-1-14 0,-2 2 0,-5-5 2442,-13 7 0,-4-9 0,3-7 0,-2-1 0</inkml:trace>
  <inkml:trace contextRef="#ctx0" brushRef="#br2" timeOffset="154718">15059 11630 23875,'-52'-31'314,"14"48"-297,41 25-23,1 1 1,0 2 21,5 11-8,-1-24 1,1 0 92,19 17 196,14-19-101,-2-15 95,8-20 1,4-9-1497,-7-2 0,2-4 1250,-1 0 0,4-3 0,-1-2 22,4-6 0,0-2 0,-2 0-34,-7 6 1,-1-1 0,-2 1-25,-2 1 1,0 0-1,-3 1 222,7-4 0,-5 4-236,11-3-102,1 3-1489,-13 21-336,-18 11 1265,-5 24 1,-11-17 0,-1 8-1</inkml:trace>
  <inkml:trace contextRef="#ctx0" brushRef="#br2" timeOffset="168511">6472 13626 15479,'-1'-3'6016,"0"1"-4274,1 2-1529,-10-48-297,8 37 28,-7-34 101,12 56 5,4 9-11,5 11-11,5 6 11,-2 3-22,-2 0 17,-4-2-12,-4-11 113,-3 1-1,-2-18 790,0 2-426,-1-15-346,-5-8-73,-5-14-23,-9-29-387,5 11 353,6 8 1,1-1 11,3-15-46,2-10 12,8 10-28,3 13-28,4 14 17,3 10 6,4 8 16,9 5 347,8 7-335,7 6-1,6 9-16,0 7-204,-1 6 226,-6 3-11,-6 1 0,-10-2 11,-10-5 17,-8-8 78,-5-11 168,-2-6 51,-1-12-78,1 0-208,-3-16-22,1-2-6,-1-8-11,6 0-34,3 5-11,7 5 22,4 6 1,4 5 5,5 4 5,2 4 1,2 5 16,1 6-27,-2 4-1,-3 5 12,-4 2 5,-4 1 6,-3 0 11,-2 0-96,3-3-515,2-2-2430,7-4 3041,12-5 0,-17-4 0,3-2 0</inkml:trace>
  <inkml:trace contextRef="#ctx0" brushRef="#br2" timeOffset="169321">7582 13453 24475,'-11'-56'-443,"2"20"482,15 58-33,3 12-12,6 10-5,4 3-168,3 1-230,1-4-218,-1-4-359,-3-9-644,-4-9-224,-7-8 381,-3-8 476,-11-7 812,-5-5 1798,-24-18-364,7-5 45,-10-16-135,23 10 1,4-2-230,-4-20-577,8 19 0,2 0 55,2-12-234,9 6-79,8 5-44,11 6-46,13 7 1,8 7-1,8 8-10,2 12-6,1 13-6,-2 14-167,-29-8 1,-2 4 177,-3 2 0,-4 2 6,-3 2 0,-5 2-8,-7 0 0,-6 0-6,-5 0 0,-6-2 0,-5-1 0,-5-1-34,-2-3 0,-2-3-142,-2-1 0,0-4-412,1-3 0,1-3-7097,-23 1 7699,15-12 0,17-1 0,11-3 0</inkml:trace>
  <inkml:trace contextRef="#ctx0" brushRef="#br2" timeOffset="170520">7559 13553 9710,'-2'-3'8217,"0"1"-4918,2 2-2448,-25-61-509,19 42-31,-7-16 0,2 2 344,11 24-537,0 2-359,-1 4 247,1 10 145,-1 11-45,3 31-55,1 7-246,0-17 1,0 0 199,1-5 1,0-1-6,5 17 5,-1-16 1,2-2-6,-3-6 28,7 17 258,-12-34 492,-1-3-4,0-7-511,-5-10-241,0-2 46,-13-32-40,4 1-23,3 9 1,2-2 16,3 1 1,2 1-6,-1-22-14,5 24 0,1 1 13,15-25-44,-1 13 17,8 4-28,1 28 22,-7 7 12,44 9 5,-15 11 16,-14-7 0,0 2-13,-3 6 0,-2 2-3,21 15-6,-1 2 0,-14-9 1,-2 2 11,15 14-1,-23-20 1,-1 0-12,12 12-5,-23-21 22,-2-3 168,-4-5-27,-4-5 195,5-18-286,3-12-5,8-26-130,-8 21 0,0 0 91,6-24-3,-8 21 0,-1-1 39,-4 3 0,-1 1 6,0 2 0,-1 0 92,-6-25-34,-3 31-66,0 14-34,-1 5-118,5 7 297,1-1-1372,3 9 470,3 1-1960,4 17 1818,4 7 0,-2-10 0,-2 0 0</inkml:trace>
  <inkml:trace contextRef="#ctx0" brushRef="#br2" timeOffset="171280">7570 13566 20358,'-22'-42'1056,"-1"0"1,4 5 0,3 8-878,11 18-313,3 7-12,1 5 191,2 8 56,2 10-23,2 17-22,0 17-39,-3-21 0,-1 2-414,-2 4 1,0 1 412,-1 0 1,0 0-3,-1-2 0,0-1 31,-3 23 6,3-17 268,1-19 482,1-13-56,0-9-510,-2-10 609,-4-12-794,-1-15-5,0-14-37,5 19 1,1-2 2,1-4 0,1 0-197,3-2 1,2 0 196,2 2 0,2 1-11,2 5 0,1 1-17,16-15 0,1 13-16,3 11 27,6 9 6,7 7-5,5 10 5,6 10-9,-27-2 1,0 2-154,2 3 1,-1 2 164,1 2 0,0 1-6,0 1 0,0 1 0,-1-2 0,-1 0 9,-2-1 0,-2-2 370,18 13-376,-10-11 44,-12-9 253,-10-8 45,-7-9-247,-3-14 279,-3-17-329,-3-17-1722,0 20 1,-1-2 1696,-1-4 0,-1 0-9,0-4 0,-1 0-170,1 0 0,0 2 181,0 2 1,1 3 83,-6-22 40,1 18-29,2 15-61,2 11 3115,3 8-3446,3 4 401,2 3-681,1 7-481,9 9-930,10 10-3669,16 6 5635,0-3 0,-10-12 0,-11-7 0</inkml:trace>
  <inkml:trace contextRef="#ctx0" brushRef="#br2" timeOffset="171513">8734 13415 23750,'37'-37'-890,"1"1"1,0-1 0,-2 4 0,0 0-1,1 8 890,15 7 0,-3 7 0,6-4 0,-10 6 0</inkml:trace>
  <inkml:trace contextRef="#ctx0" brushRef="#br2" timeOffset="171703">9013 13593 24570,'42'-33'-478,"0"0"0,2 0 0,1 2-713,1 6 1,0 2-3210,1 0 1,-2 2 4399,-6 3 0,-4 2 0,9-4 0,-22 12 0</inkml:trace>
  <inkml:trace contextRef="#ctx0" brushRef="#br2" timeOffset="171937">9765 13161 20134,'-3'-11'4923,"0"2"-4099,3 9-835,0 0-197,-12-19 259,19 28-40,-5-5-22,23 39-112,-1 11-253,-14-24 1,-2 1-911,0 2 0,-1 0 1286,0 3 0,-1-2 0,0 4 0,0-7 0</inkml:trace>
  <inkml:trace contextRef="#ctx0" brushRef="#br2" timeOffset="172232">9911 13201 20907,'-15'-52'1370,"1"0"0,1 9 1,4 5-1035,8 4-190,9 12-96,7-2-22,36 9-22,-17 8-1,0 8 1,0 4 0,-4 7 16,23 20 12,-12 7-20,-15-14 0,-2 5 14,-1 9 0,-4 2-550,-6-5 0,-3 0 533,-2 0 0,-6-1 37,-9 0 0,-7-3-135,-5-5 1,-3-2 122,-9 6 1,-3-1-15,-3-4 1,-3-2-57,-5-4 1,2-3-191,-13 2-3148,3-17 3372,40-13 0,3 1 0,8 2 0</inkml:trace>
  <inkml:trace contextRef="#ctx0" brushRef="#br2" timeOffset="184638">18031 8084 12998,'-47'11'2315,"1"0"0,4-1 1,7-1-1745,18-3-303,7-1-234,5-3-196,3-1 72,2 0 12,4-1 201,8 1-50,13-1-68,31-5-10,-1 1-32,-15 0 1,-2 0-15,2 1-55,1 3 95,-32 6 61,-9 5-61,-22 9 11,-21 8 5,13-12 1,-3 0-259,-3 3 0,-2-2 292,-1 0 0,1 0 20,3-2 0,1-1 126,-19 6-101,20-8-112,17-8 5,24-11 62,17-9-16,22-13-12,-15 11 0,1 0-14,5-3 1,1 2 16,1-1 0,1 1 79,-1 1 1,-2 1-100,-2 3 1,-3 1 16,17-5 51,-19 9 10,-17 4-100,-22 9-16,-16 6 49,-20 10-8,15-7 1,-2 0-227,-3 3 0,-1-1 251,0 1 1,-1-2 5,3 1 0,0-2 95,-21 7-134,23-9 245,14-7-313,21-5 79,10-6 28,16-7-11,17-6-14,-18 8 0,1 0-194,2 0 1,0 0 195,-1 1 1,0 0 11,24-8 348,-10 7-1406,-14 5-2208,-14 6 3249,-10 7 0,-6-3 0,-1 1 0</inkml:trace>
  <inkml:trace contextRef="#ctx0" brushRef="#br2" timeOffset="190459">6045 15021 20028,'-5'60'-64,"0"0"1,1-4-1,3-5-776,9 9-2319,5-6 3159,3-2 0,-7-25 0,1-7 0</inkml:trace>
  <inkml:trace contextRef="#ctx0" brushRef="#br2" timeOffset="190834">6183 14729 19204,'-16'39'101,"1"0"0,1-3 0,9-6 106,33-5 107,-2-12-90,1-5 285,-7-15-44,-9-8 28,-2-13 443,-14-17-382,-7 2-324,-5 3 218,-6 8-129,6 14-134,-4 0-169,6 10-195,5 4-50,4 8-74,4 10-470,2 14-1176,8 13-4996,9 9 6945,5-7 0,-5-15 0,-7-14 0</inkml:trace>
  <inkml:trace contextRef="#ctx0" brushRef="#br2" timeOffset="191036">6693 14822 23859,'-6'58'4,"-1"-1"0,4-12 0,1 2 0,2-3-82,5 8 0,2 1-1668,-2-5 0,0 3 1,-1 1 368,0 5 1,0 0 0,0 2 1376,-2-9 0,0 1 0,0-1 0,0-5 0,0 13 0,-1-5 0,0-5 0,0 1 0</inkml:trace>
  <inkml:trace contextRef="#ctx0" brushRef="#br2" timeOffset="191199">6607 16408 19132,'-20'-33'1649,"0"0"1,-1-12-1344,6 5 0,-1-9 0,3 2-1151,5-11 0,5-3 938,3 15 1,1-4 0,2-1 0,1 2-500,1-7 1,3 1 0,1-1 436,4-5 1,2-1 0,1 6-21,1 5 1,2 4-17,4 1 0,0 4-208,14-9-894,-8 19 1,1 2-1262,12-5 1924,-7 14 0,-3 4 1,-19 10-1,9-2 0</inkml:trace>
  <inkml:trace contextRef="#ctx0" brushRef="#br2" timeOffset="191441">7201 14689 22021,'-3'-2'2728,"0"0"-2420,3 2-129,-42 85-882,36-54 1,0 3 711,-7 11 0,-5 7 1,7-3-16,13 6 0,5-1-50,1 1 0,1-1-39,1-11 0,2-2-418,6 3 1,6-4-4263,8-10 0,2-4 4775,-3-2 0,0-2 0,-1-5 0,-3-5 0,-2-5 0</inkml:trace>
  <inkml:trace contextRef="#ctx0" brushRef="#br2" timeOffset="192041">7782 15126 19921,'-5'-6'3943,"1"0"-3047,4 6-459,-39-62-303,28 44-151,-12-19 1,6 11 16,20 30 61,9 10-26,8 13-7,10 12-6,4 6-312,0 4 279,0-4 11,-4-6 33,-2-11 7,-9-11 245,8-14-38,-3-19-155,2-9 0,1-5-47,9-19-492,-4 4 1,-1-3 482,-8 12 0,-1 0 0,5-7 1,1-2-12,-2 5 1,0 0 2,-4 5 0,0 2 90,-2 5 0,-1 2-129,13-13-23,-2 12-296,1 11-5781,16 11 2566,-12 9 3545,11 9 0,-31-5 0,-2 0 0</inkml:trace>
  <inkml:trace contextRef="#ctx0" brushRef="#br2" timeOffset="192648">9266 15015 25713,'-12'-29'106,"-2"15"-44,2 52-29,-12 9-44,5-19 0,-3 0-313,-4 2 1,-2 0 331,-1 0 1,-1-1 13,1-4 0,1-2 57,-20 6 159,16-21-171,12-25 40,12-21-12,12-24-493,2 23 0,3-2 417,4-4 1,2-1 10,3 0 1,0 1-9,-3 10 1,1 1 80,5-9 1,-1 1-213,4-9 181,-9 17 1,-2 1 146,0-7 441,-7 12-419,-6 10-106,-7 8-91,-5 6-16,-8 5 836,-6 8-848,-3 7 263,1 9-279,5 5-6,7 4 6,7 3-11,12 2 0,10 0 16,13 0-10,13 1-1,-15-19 0,2-1-208,3 2 0,1 0 211,1 0 0,0 0-3,1 0 1,0 1-1667,3 5 1,-1 1 1587,9 10-126,-18-10 0,-4 1-915,-9 17 33,-7-17 0,-3 3 1092,-7 3 0,-2-2 0,1 6 0,-7-6 0</inkml:trace>
  <inkml:trace contextRef="#ctx0" brushRef="#br2" timeOffset="193224">9524 15072 16756,'3'-2'5719,"-1"1"-4683,59-10-319,-30 11-420,8-4 0,0 4 308,-12 14-90,-9 9-151,-8 4-112,-9 5-67,-11 2-67,-10 0-57,-14-1-3380,-6-6 3420,-3-7 11,3-13-22,4-15-46,7-15-2239,7-34 2234,10 12-36,8 6 0,4 0 8,9-15-6,-3 20 1,2-1 2,1 2 1,1 1 5,1 1 0,-1 1 19,11-26 12,-1 4 50,-5 6 2314,-3 8-2236,-7 9-16,-6 6-22,-5 6 3402,-5 5-3447,-1 4-40,-2 5-11,2 1-33,0 6-6,3 3 11,3 4 6,3 4-10,4 4-7,8 5-3392,21 21 3392,-2-13 0,-2-6 0,5 2-1135,2-3 1,1 0 1134,-6-4 0,0 0-103,13 10 0,-3 0 103,5 14-23,-19-17 0,-1 3-148,-7 1 1,-3 0-407,-4 1 0,-3 1-1339,-6 1 1,-3-1 1915,-6 23 0,-1-22 0,3-16 0</inkml:trace>
  <inkml:trace contextRef="#ctx0" brushRef="#br2" timeOffset="208498">10725 14604 18106,'-4'-3'4543,"1"1"-3804,3 2-683,19-60-11,1 41-28,-2-14 0,2 5-1,15 28-10,2 11-6,2 11 17,-1 10-6,-5 10-5,-11 5 27,-14 7-296,-20 2 313,-14 0-11,7-29 0,-4-2 34,0-1 0,-1-2 196,-23 15 246,7-10 140,11-13-189,13-10-254,8-16-105,12-8-34,11-10 274,10 1-319,9 5-5,2 8-12,1 9 0,2 9-11,4 7 11,8 9-22,3 6 5,1 6 1,-8 4-40,-16 5-17,-18 4-22,-23 4-100,-16-1-1846,0-20 1,-2-3 1642,-12 8-252,10-15 0,1-4-2879,-6-5 2954,1-8 1,15 0 0,10-5 0</inkml:trace>
  <inkml:trace contextRef="#ctx0" brushRef="#br2" timeOffset="208834">11897 14509 19994,'5'-2'4184,"-1"1"-2028,-4 1-1954,-71 69-85,38-38 1,-1 1-993,-2 2 1,-2 4 0,3-3 882,1-2 1,5-2 2,-6 19 822,26-16-816,14 7 22,21-6-5,25-6-1250,-7-14 0,3-3 1219,-12-4 0,0-1-17,21 1 0,2 0-384,-18-5 1,0 0-760,10 1 1,1 0 1156,3-1 0,-5-1 0,7 0 0,-11-1 0</inkml:trace>
  <inkml:trace contextRef="#ctx0" brushRef="#br2" timeOffset="212866">12669 14732 20923,'-16'-51'821,"0"1"1,4 2 0,7 3-581,21-9-6,11 3-56,4 7-61,1 9-51,-3 12-39,1 9 0,1 8-17,6 7-5,6 12-12,4 10-10,0 13 10,-9 8-205,-13 8 222,-19 5-3,-11-26 1,-6 0 5,-7 7 0,-6-2 36,-3-3 1,-2-3 69,1-2 0,0-4 356,-15 2 96,25-21-415,13-13-107,8-1 18,13-9-29,6 5-17,12-1 17,17 6-16,-2 12 199,1 4-199,1 14-3387,-2 12 3375,-9-6-9,-17-5 1,-2 2-25,-6 10 0,-15 21-62,-12-17-520,-11-10 1,-8-3 603,-8-4 0,0-5 0,-12 10 0,-5-4 0</inkml:trace>
  <inkml:trace contextRef="#ctx0" brushRef="#br2" timeOffset="218065">13569 14267 24547,'48'31'299,"-1"0"0,0 4 0,-6 2-257,-13 3 0,-5 4-1126,3 5 1,-1 3 1004,-1 4 0,-3 2-736,-4 3 1,-4 1 526,-5 2 0,-7-1-155,-9-1 1,-6-2-86,-7-3 0,-6-2-654,-6-7 1,-3-4-1169,7-12 0,-1-3 2350,-2-6 0,3-4 0,7-6 0,1-3 0</inkml:trace>
  <inkml:trace contextRef="#ctx0" brushRef="#br2" timeOffset="218450">14806 14328 24228,'-23'54'353,"1"0"0,1-3 0,2-2-314,7-16 0,0-2-527,-2 3 1,-3 0 442,-3 1 1,-3-1-116,-4 0 0,-3-2-145,-1-2 0,-2-2-84,2-3 0,-1-4-57,-23 7-47,14-19 526,12-21 79,10-19 185,4-16 252,7-12 235,4-1 16,10 6-200,5 13-191,9 15-62,10 12-72,15 14-208,-13 6 0,3 4-329,9 6 1,4 3 160,8 6 0,2 3-1369,-15-7 0,1 1 1,-2 0 1469,-3-2 0,0 1 0,-4-2 0,3 1 0,-5-2 0,4 4 0</inkml:trace>
  <inkml:trace contextRef="#ctx0" brushRef="#br2" timeOffset="285199">17113 6471 20111,'15'-43'1306,"0"1"1,0 4 0,-6 10-1116,-11 24-191,2 6 431,-2 29-369,2 30-424,1-3 379,0-15 0,1-3-6,0-3-45,-1 26 42,-9-30 1,-3 1-1,1 0 1,-4-1 10,-6 4 1,-3-4 64,-18 8-28,9-18 281,-2-11-40,5-23-208,5 1 85,-5-25 67,10-13-157,3 9 151,-1-14 6,10 30 241,-1 1-386,4 11-108,1 6-44,2 6 423,1 3-367,3 8 0,13 10 34,18 10-1728,-4-13 1,1-1 1704,21 7-11,-16-12 0,1-2-2173,24 0 2173,-1-2-1377,1-5 1410,-23-9-22,-12-2-39,10-14 1482,-17 9-11285,19-9 9184,-25 15 1,4 0 0,-15 6-1</inkml:trace>
  <inkml:trace contextRef="#ctx0" brushRef="#br2" timeOffset="305340">2308 17277 18420,'-25'-52'1497,"1"0"1,4 9-1,2 5-662,1-2-231,7 12-240,-1-1-229,5 9-214,2 11 1,7 10 89,9 15-28,13 16 11,-7-7 1,2 2 19,3 5 0,1 3-444,2 3 0,1 1 433,1 2 0,0-1-20,0-3 0,1-1 14,-2-5 1,0-3 16,-3-5 0,0-4 8,13 5 180,-10-13 234,-11-28-312,-8-1 134,-2-40-146,-5 27 0,-1-3-1,0-10 1,-1-3-31,-1-3 0,0 0-45,0 1 1,-1 0-12,1 5 1,1 1-43,1 7 0,1 3-95,5-15-185,5 23-285,7 18-444,8 21-1001,10 17-1637,-13-8 1,1 1 3159,-1 0 0,-2-2 0,9 9 0,-13-14 0</inkml:trace>
  <inkml:trace contextRef="#ctx0" brushRef="#br2" timeOffset="305574">3264 17033 22201,'-7'-3'2621,"2"1"-2319,5 2-397,0 0 39,-15-49-140,42 29-101,-14-9 0,4 0-2559,29 19 1,7 8 1959,-18-2 0,0 1-3473,12 3 0,-3 4 3802,-5 5 0,-6 0 0,-18-2 0</inkml:trace>
  <inkml:trace contextRef="#ctx0" brushRef="#br2" timeOffset="305725">3487 17349 18705,'-6'4'5462,"2"-1"-4382,4-3-1080,0 0-1289,57-79 920,-23 46-1319,4-3 0,8-7 1,-4 8 1687,-10 17 0,-2 4 0,7-5 0,-4 2 0,-8 7 0</inkml:trace>
  <inkml:trace contextRef="#ctx0" brushRef="#br2" timeOffset="306425">4698 16585 24094,'-40'1'26,"1"-1"0,-4 3 0,2 4-9,-7 17-17,17-8 0,0 0 8,2-1 1,0 0 41,-22 11-16,20-10-17,11-8-1,16-5-16,4-2 0,0 2 12,1 7-18,1-1-5,4 14 16,3 2 18,4 13 5,1 9-9,-4-11 1,0 2-20,-1-1 0,-1 0-270,1 1 1,-1 0 263,0 4 1,0-2-1,-1-6 1,0 0-21,2 5 1,1 0 19,1-5 1,1-2 39,15 16 22,2-15 22,1-15 29,3-9-152,5-16-1170,11-11 1215,-15 0 0,-1 0 0,5-4 0,2-1 0</inkml:trace>
  <inkml:trace contextRef="#ctx0" brushRef="#br2" timeOffset="307106">5390 16894 19675,'-5'-4'4928,"0"1"-4098,5 3-869,-37-44 50,31 39 17,-16-13-56,42 53 28,5 8 11,-2 15 28,-7-3-50,-7-11 0,-1 2 27,-3-6 1,-1 0-147,-1 6 1,-2-2 151,-7 19 12,-1-20 27,-9-8 191,-6-20-50,-1-8-62,-7-20-56,6-24-50,4-4-202,8 4 0,0-3 210,4 3 0,0-3-23,-2-9 1,0-2-3,2-5 0,1 1-166,2 12 1,1 3 156,1 5 1,1 2 8,2-12 5,17 8-16,7 2-194,21 2 194,7 14 10,-7 8-24,-7 11 0,0 3 8,3 5-3,5 9 0,2 4-14,-18-2 0,-1 1-436,12 11 1,-1 2 413,-9-2 0,-3 2-115,-3 2 0,-3 2-244,-3 1 0,-2 1 76,-5-9 0,-1 1-1843,1 14 0,-2-1 2165,3 16 0,-2-4 0,-6-26 0</inkml:trace>
  <inkml:trace contextRef="#ctx0" brushRef="#br2" timeOffset="307308">5504 17247 16303,'-6'-3'6004,"1"0"-4716,5 3-1164,-40-65-113,49 34-56,-16-12 0,6 1-188,28 20 1,9 6-1252,5-4 0,2 2-2277,5-2 0,0 2 3198,-3 3 1,-2 1-1,12-3 1,-26 9 0</inkml:trace>
  <inkml:trace contextRef="#ctx0" brushRef="#br2" timeOffset="307515">6288 16894 26166,'-7'42'-159,"-1"-1"1,2 0-1,4-2-1454,18 22 1260,-9-24 0,0-2 0,0 5 0,-1-1 1</inkml:trace>
  <inkml:trace contextRef="#ctx0" brushRef="#br2" timeOffset="308248">6668 16742 24200,'11'31'117,"0"0"1,10 27-56,-8-19-17,-3 2 33,-4 2 1,-6-2 33,-6-3 44,-5-7 18,-6-8 16,-2-11-4,-2-7-52,0-16-72,-1-12-45,2-20 39,2-18-271,11 26 1,1-1 225,2-3 0,0 1 3,2 3 0,1 0 0,3-24 25,4 11-33,7 10-12,8 5 23,8 5-28,5 4 22,5 4-16,4 8-23,3 5 495,2 7-490,0 8 18,-2 9-6,-4 8-17,-9 9 39,-12 7-6,-12 8 1,-17 5 22,-10 0-17,-12-6 43,-5-9 69,0-14 40,3-11 22,7-13-40,7-9-10,8-8-18,5-5-61,3 1-5,6 0-40,4 3 11,10 4-27,6 1-12,11 6 22,10 3-21,11 5-108,-25 0 0,2 1 127,1 2 0,-1 1-17,0 1 0,-2 1-14,23 13-56,-17 30 72,-29-5-22,-12-12 1,-7 0-46,-8-7 1,-5-3-76,-2 0 0,-2-4-218,0-2 0,-2-4-1936,-24 4 2308,5-22 0,23 2 0,9-9 0</inkml:trace>
  <inkml:trace contextRef="#ctx0" brushRef="#br2" timeOffset="308457">7713 16814 25976,'-7'52'-460,"0"1"1,0-3 0,-5-4 459,-4-14 0,-2-4 0,0 5 0,-2-3 0</inkml:trace>
  <inkml:trace contextRef="#ctx0" brushRef="#br2" timeOffset="308923">8460 16686 26222,'20'30'6,"0"1"-40,6 10-341,2 3-1527,-10-15 1,0 1-1065,0 2 0,-1 0 2966,12 24 0,-13-19 0,-8-16 0</inkml:trace>
  <inkml:trace contextRef="#ctx0" brushRef="#br2" timeOffset="309225">8320 16886 18817,'-18'-60'1777,"-1"0"1,4 4 0,3 5-1582,8 0 67,15-7-50,10 14-135,2 12 1,5 3-507,-2 5 1,4 4 438,9 1 1,1 4-24,19 3 6,-18 14 1,2 7-1,-6 3 1,-1 5-558,12 7 0,-1 5 560,-1 3 0,-3 4-18,-13-4 1,-1 3-1,-4-2 13,2 2 0,-5 1-37,0 16 0,-12 3-1216,-21-9 0,-8-1 1258,-1 1 1,-4-2 10,-14 5 0,-4-5-423,0-13 0,0-6 423,8-6 1,-1-3-53,-7-4 1,0-4-242,-19-10-553,27-4 1,0-5 837,-16-27 0,24 15 0,12-5 0</inkml:trace>
  <inkml:trace contextRef="#ctx0" brushRef="#br2" timeOffset="309806">9859 16690 18369,'0'-3'5142,"0"1"-3305,0 2-1904,-6-15-17,5 17 84,-5-3-543,6 34-5237,-4 18 5780,-2 2 0,1-16 0,1-15 0</inkml:trace>
  <inkml:trace contextRef="#ctx0" brushRef="#br2" timeOffset="310990">9268 16493 21724,'-22'-12'404,"7"0"-365,20 10 62,14-7-6,9-2-33,16-5-6,8-1 22,2 1-16,-1 1 11,-3 1-17,-4 1 5,-9 3-5,-10 3-16,-13 3 262,-8 8-100,-6 3 251,-1 18-206,-3 9-91,-1 17-16,2 9-432,5-27 0,2 0 306,1 3 0,3-1-9,3 2 1,2 1-14,1-2 0,1 0 10,1-1 1,1-2-143,-1-3 0,1-1 140,16 22 28,-3-8-22,-6-5 89,-10 0 73,-14 4-45,-22 9-482,3-22 1,-5 0 391,-6 2 1,-4-1-3,-3-1 0,-3-3-31,1-3 0,-1-3-265,5-5 1,1-4 264,-19-2 0,26-6 0,12-7 0</inkml:trace>
  <inkml:trace contextRef="#ctx0" brushRef="#br2" timeOffset="364299">15364 1113 27963,'38'15'-1564,"5"5"591,3 15 390,-17-15 0,0 2 228,4 3 1,0 1 104,3 3 0,0 2 78,3 2 1,-2 0-9,-6-5 1,0 1-476,7 7 1,2 1 431,4 4 1,2 2 46,-15-14 0,1 1 0,1 1 100,4 5 1,2 1-1,-3-1-11,-4-4 1,-2 0 0,-1 0-14,1 0 1,0 1 0,-1 0 1,-1 0 1,0 0 0,0 0 3,0 1 1,-1-1-1,0 1-5,-1-1 1,0 0 0,0 1 5,1-1 1,-1 0 0,0 0 17,1 0 1,-1-1-1,3 2 438,6 5 0,2 1 0,0-1-345,-3-4 0,-1-1 0,1-1 3,-1 0 1,0 0 0,1-1 104,0-2 0,1 0 1,0-1 111,10 8 0,1 0-112,-7-7 0,3 1 1,-1 1-24,1-1 0,0 0 0,0-1-25,2 1 1,-1 0 0,0-2 15,6 6 0,2-1-35,-1-2 1,3 2 0,-3-2 1,-12-10 0,-3-1 0,3 1-491,15 9 1,3 2 0,-1-2 395,-10-7 1,-1-1 0,0-1 21,1 0 1,-1-1-1,0 0 6,-1-1 0,0-1 0,1 0-196,-2-1 0,1-1 1,0 1 113,-1-1 1,0 0 0,0-1-1,-1 1 1,0-1-1,-1 1-75,18 7 0,-2 0 140,-13-5 1,0 0 21,-5-1 1,2 1 0,-2 0-16,2 1 0,0 0 32,-2-1 0,2 2 0,-2-1-31,12 5 0,-2 1 27,1 0 1,0 0 319,1 2 0,-1 1-342,1 0 1,-2 1 6,-1 1 0,0 3-1,-6-3 0,1 3 1,-2 0-11,5 6 0,-1 2 2,-7-6 1,1 2 0,-4 0 19,0 7 1,-3-1-4,-1 4 1,-2 2-51,-3 2 1,-2 2 58,-3 3 0,-2 0-9,-2 4 1,-3 1-82,-5-20 1,-2 0 0,0 0 73,-1 1 0,-1 0 1,0 1 4,-1-1 1,-1 0 0,-1 1 5,1 12 0,-1 2 1,0-3-151,-1 4 0,0 0 189,-1-2 1,-1 4-1,0-4 5,-3 4 1,1-2-96,-1-1 1,0 4 61,0-3 1,-2 4 0,1-7-21,1-10 0,0 2 9,0 0 1,-2 9 0,0 1 0,1-6-19,0-6 0,0-3 0,0 2 19,-1 2 0,0 4 0,-1 0 0,1-2 6,-3 8 1,0-1 0,1-3-8,1-10 0,0-1 1,-1 2 1,0 3 0,-2 3 0,1 0 1,0-3-219,0 0 0,0-3 0,0 3 221,0 1 0,-2 4 0,1 0 0,0-2 17,-1 6 1,1-1 0,-1-1-15,1 2 1,0 0-1,-1 0-4,1 1 0,0 0 0,0 0 5,0 1 1,1 0 0,-1 0-177,-1 0 0,1 1 0,0-1 169,0 1 0,-1 0 1,1 0 8,-1 0 1,0 0-1,0 0 4,-1 1 1,0 1-1,1-1 6,-2 1 0,1 0 0,0 0-6,-1 1 0,1 0 1,0 0-120,4-15 1,-1 0 0,1 0-1,-1 1 106,1-1 0,1 0 1,-1 1-1,1-1 1,0 1 1,0 0 0,1 0-1,-1 0 49,1 1 0,0-1 0,0 1 0,-1-1-40,1 1 0,0 0 0,0 0 0,0 0-3,-1 1 0,0-1 0,0 1 1,0 0-7,0-1 1,-1-1-1,0 1 1,-1 3 14,-1 3-1,-1 3 1,-1 2 0,0-1 0,1-4-151,-1 2 0,1-3 0,0-1 0,-1 4 139,0-1 1,0 3 0,-1 0-1,0-1 1,2-3 2,-1-3 0,1-3 1,1-1-1,-1 1-7,1 0 0,0 0 0,0 1 1,1-1 7,0-1 1,-1 1 0,2-1-1,-1 0-15,1 0 0,0 0 0,1-1 1,0 1 19,-1 14 0,0 1 1,0-1 81,1 0 0,0-1 1,0 0-81,2-2 0,0 1 0,0-2 0,0-1 0,0 0 1,1-1-1,0-1 0,1-1 0,0 1-6,1-3 1,-1 1 0,1-1 5,1-1 0,-1 1 0,1-1-2,0 0 0,1-1 1,-1 1 33,0 0 1,1-1-1,-1 1-21,1 1 1,0 0-1,-1 0-11,1 2 0,-1-1 1,0 1 132,1 2 1,-1 0 0,1-1-151,-1 1 0,1 0 1,0-1-10,0-1 0,1 0 0,0-2 160,0-2 0,1-1 0,1-1-160,0-5 0,1 0 0,0-1 0,3 14 0,1-2-12,0-5 1,1-2 437,-1-5 0,-1-2-466,1-2 1,-2-2-358,3 26-260,-4-8-8092,-6-9 8480,-1-12 1,1-14-1,-1-9 1</inkml:trace>
  <inkml:trace contextRef="#ctx0" brushRef="#br2" timeOffset="369482">20268 2072 17848,'-2'-7'3742,"0"2"-2571,-5-56-561,5 42-486,-4-43-57,5 58 6,1 14-1,2 2 136,4 44-136,1-1-44,-2-13 0,0 5 6,1 10 0,0 0-9,-2-15 0,0-1-11,1 4 0,-1-1 109,1 7-11,-3-31 711,0 4-301,-2-27-270,0-13-28,-3-18-45,-2-14-73,-3-13-268,4 29 1,1-1 175,0-1 0,2 1 14,7-25-22,3 17-12,23 3 6,-4 22-5,15-2 10,-5 15-10,4 11 5,-9 1-62,18 21-55,-16-2-35,-10-6 1,0 2-650,12 19-1450,0 3-164,-8-10 2415,10 7 0,-26-27 0,7 3 0</inkml:trace>
  <inkml:trace contextRef="#ctx0" brushRef="#br2" timeOffset="370223">21064 2120 23937,'-1'-43'526,"-1"1"1,1 4 0,1 10-482,0 22-68,2 9 29,4 11-34,5 14 50,5 14 1,1 10-29,1 9-158,-11-29 0,0-1 150,-1 2 0,0-2-3,3 25 12,-3-11 50,-2-16 123,-2-14 11,-6-12-39,-5-13 0,-7-12 294,-6-14-316,-3-12-23,0-10-274,14 26 1,0-1 214,1 0 1,2 0-20,-3-27 30,5 10-13,4 18-1,6 4 6,8 8-22,10 3-34,13 4-22,9 10 17,8 7-6,6 10 72,-27-3 0,-1 2-61,1 4 1,-1 1 2,0 2 0,-1 1-20,-3 1 1,-2 0 16,10 13-36,-11 10-25,-31 6 39,-15 2-219,0-23 0,-5-2 149,-4-7 0,-2-3-121,-2-2 1,-1-4-284,1-2 0,1-4-3671,-22-5 3395,20-9 0,19 0 1,12 0-1</inkml:trace>
  <inkml:trace contextRef="#ctx0" brushRef="#br2" timeOffset="370473">21833 1984 21763,'-4'0'1284,"1"0"-2012,3 0-746,85-54-3400,-32 37 4874,-13-1 0,6-4 0,-7 6 0,1 12 0,-8 4 0</inkml:trace>
  <inkml:trace contextRef="#ctx0" brushRef="#br2" timeOffset="370632">22051 2163 24307,'-38'26'422,"0"1"0,5-4 0,15-8-333,40-25-189,22-8-189,-13 6 0,1-1-1545,7-1 1,0 0 1833,-3 1 0,-4 2 0,3-1 0,-23 8 0</inkml:trace>
  <inkml:trace contextRef="#ctx0" brushRef="#br2" timeOffset="371972">23088 1923 13726,'-3'0'5310,"0"0"-4167,3 0-393,-10-67-616,15 43-5,2-20 0,7 3-23,23 24-50,8-2 17,2 13-17,-6 10-28,12 7-14,-21 3 0,0 3-14,19 17-20,-25-10 1,-1 1-15,5 21 74,-12 11-3270,-19-10 3364,-7-3 270,-22-12 207,-2-12-253,-1-3 342,-9-8 179,5-15-503,4-7-90,5-12-241,18 7 3369,8 0-3392,9 9-33,6 3 0,22 1 11,5 10 0,19 7 0,-14 4 0,-14-4 0,1 2-368,6 3 0,0 1 317,-1 0 1,-1 2-12,4 2 0,-5 2-44,0 16 33,-31 3 22,-17-9-83,-17-7 0,-8-3-54,7-8 0,0-1 17,-8 4 1,-1-1-1222,-2-6 0,2-5 1392,-4-5 0,0 2 0,26-8 0</inkml:trace>
  <inkml:trace contextRef="#ctx0" brushRef="#br2" timeOffset="372198">24061 1740 20015,'8'-6'3115,"-2"1"-2231,-6 5-235,0 0-514,29 51-68,-3-8-220,-5-7 1,2 2 48,5 2 0,-1-2-713,9 14-819,-11-16 1,-2 1-8196,0 13 8660,-11-18 1,-8-12 0,-4-15 0</inkml:trace>
  <inkml:trace contextRef="#ctx0" brushRef="#br2" timeOffset="372431">23984 2070 24361,'49'-19'18,"1"0"0,-1 0 0,-3 1 0,0 1 0,-3 4-15,3 6-1,-3 3 9,-3-1 1,-2 1-12,-5-1 0,-1 0-56,19-2-82,-10 1-2567,-9 0 2717,-7 0 1,-11 3 0,-7 0 0</inkml:trace>
  <inkml:trace contextRef="#ctx0" brushRef="#br2" timeOffset="373998">25053 1679 20341,'9'-31'179,"1"0"0,13-19-128,19 44 61,20 5-79,-31 4 35,28 9-35,-27 6 6,6 17 1,-15 0 16,-7 10-23,-16-16 46,-12 8 83,-19-2-33,-3-2 61,-10-1 107,11-14 101,6-8-179,11-6 307,6-8-324,8-2-79,5-6-89,3 3 38,22-3-60,-8 8 27,30-1-11,-17 9 0,0 4-20,4 0 1,1 2-4,10 7 1,-1 2-601,-6 2 1,-3 1 594,-8-4 0,-2 1 8,1 2 1,-4 3 64,-7 18 0,-22 0 28,-35 4-59,4-29 0,-3-3-147,5-2 0,-3-2 15,-19 1 1,-1-3-998,20-5 0,2-1-826,-7 0 0,2-2 1913,-6-8 0,31 2 0,3 0 0</inkml:trace>
  <inkml:trace contextRef="#ctx0" brushRef="#br2" timeOffset="377699">26356 1878 14606,'38'-27'-346,"-1"0"0,1-1 1,16-8-1,0 9 773,-16 21 0,-1 7-973,-1 1 0,-2 2 968,16 3-2242,-16 16 1706,-31 5 265,-19-1 0,-6 0 112,-14 12 826,-14-1 0,-2-2-344,2-6 72,5-3 1,0-1 1166,-2 1-921,0 2-895,23-13 420,21-5-256,23-12-192,22-7-124,18-9-337,-24 5 0,1-2 282,3-2 0,-1 0-1,0-1 1,-3-3 31,-2-4 0,-4-2 24,6-9 24,-21-14 10,-35 20-1737,-19-2 1922,-17 9 202,-3 9-163,15 5 309,5 4 251,20-1-706,5 3 400,6-1-476,14 5 3390,0 2-3409,25 17-17,1 6-20,-8-5 1,2 2-266,-1 1 1,-2 2 91,-1 2 1,-2 1-385,-3 4 1,-2 1-652,3 21-3704,-15-12 1,-3-1 3297,-2-4 1,-3 12-1,2-42 1</inkml:trace>
  <inkml:trace contextRef="#ctx0" brushRef="#br2" timeOffset="378189">27761 1786 17339,'1'-7'4744,"-1"1"-4156,5-27 0,0-6 174,-4 13-527,4-16 0,-5 4 68,-11 27-79,-18 11-163,5 6 23,-21 20 17,5 10-391,14-9 0,-1 3 315,0 6 1,1 2-303,1 5 0,3 2 293,3 0 1,3 2-28,4-1 0,5-1 2,5-3 1,6-1-75,6-5 1,5-3 59,7-3 1,5-3-4,5-5 1,3-3-159,4-2 1,1-5 191,0-3 1,1-3-9,-4-2 0,-1-1 28,24-9 490,-16-5-468,-16-11 851,-14-5-750,-12-1 130,-16 0-175,-14 3 366,-17 3-393,-9 7-85,-3 6-341,2 5-3019,6 11 3366,11 3 0,15-2 0,12-1 0</inkml:trace>
  <inkml:trace contextRef="#ctx0" brushRef="#br2" timeOffset="388975">22570 3664 19871,'-55'-17'270,"0"0"1,10-2 0,6 10-70,-1 55-72,11 1-727,10-12 1,0 2 625,1 5 0,1 3-20,1 3 1,3 2-21,2-1 1,4-1-14,4-1 0,5-2-9,5-6 1,5-3 2,6-4 0,4-5 6,6-4 0,3-5 11,4-4 0,2-4-25,1-2 1,0-4 136,-2-4 0,-1-3 568,22-10-201,-17-10 471,-18-25-634,-20 11 548,-16-14-676,-17 23-62,-12 7-39,-9 10-17,-5 11-56,23 8 0,1 2-28,-11 7-73,-5 20-218,29-4-566,3 13-1742,15 3 2627,22 1 0,-9-22 0,9-5 0</inkml:trace>
  <inkml:trace contextRef="#ctx0" brushRef="#br2" timeOffset="389815">23487 3731 22279,'-53'11'96,"-4"13"-74,30 4 0,2 4-401,-3 1 1,-1 2 394,0 0 1,1 0 118,7-9 1,1 0-136,2 3 0,2-1 147,7 0-124,3 5 111,49-13-123,5-13-78,3-2 0,2-1 6,-21-4 1,1-2-537,23 0 1,-1-1-2809,-21 0 0,-1 0 3405,9-1 0,-2 0 0,1 0 0,-18 1 0</inkml:trace>
  <inkml:trace contextRef="#ctx0" brushRef="#br2" timeOffset="390482">24729 3915 19692,'7'-4'3483,"-1"1"-2906,-6 3-280,0 0-191,-37 18-38,8 4-40,-25 10 8,21-8 0,-1 1-357,6-6 0,-1 0 343,-14 8 1,-1 0 7,8-5 1,1-3 33,4-3 1,1-2 53,-10 4 167,8-11-33,17-13 40,3-20-169,9-10-33,8-19-56,9 1-23,1 9-6,-2 16 1,2 1-34,7-5 687,13-9-687,-5 21-11,3 10 17,3 8 5,3 12 11,3 7 6,1 11-11,0 2 22,1 1-11,-9-8-5,22 5 16,-15-14 6,18 2-12,-17-10 12,-5-7 11,-5-7-11,0-7-6,3-9 23,2-3-1,-3-6 40,-6 1 39,-10-1 28,-11 2 6,-10 2-6,-12 4-17,-12 5-6,-10 5-33,-9 6 34,-16 7-90,19 5 11,-17 9-5,20 8-12,-9 9-22,2 6-17,4 5 1,12-6-46,-3 17-291,17-17-1630,-1 15 1983,19-12 0,-1-16 0,4-5 0</inkml:trace>
  <inkml:trace contextRef="#ctx0" brushRef="#br2" timeOffset="394665">24810 3388 12567,'-26'-34'1155,"-1"0"0,1 1 0,-12-15 1,1 7-669,-14 5-336,22 17 0,-1 2-479,-4-1 0,-1 2 401,-3 0 0,-3 2-411,-4 1 0,-3 2 357,-4 1 1,-4 3 7,5 3 0,-5 1 0,4 1-542,-5 1 1,-2 1 539,1 2 1,-5 1-1,2 1 3,15 0 1,2 1-1,-3 0-508,-12 2 1,-4 0 0,0 2 501,14-3 0,0 2 0,0-1 1,0 1 6,-2 0 0,0 1 1,0 0-1,0 0-2,-1 1 0,1 0 0,-1 0 1,1 1-18,0-1 0,0 1 0,0 1 0,1-1 9,0 1 0,1 0 0,-1 0 1,2 0 1,0 1 1,2 0 0,-1 1 0,1 0 7,-13 5 0,1 1 0,1 1-4,3 0 1,1 1 0,2 1 4,1 1 1,2 1-1,1 0 10,2 1 0,2 1 0,1 0-181,3 0 0,1 1 1,2 1 301,-13 12 1,4 3-94,7-3 1,6 2 41,6-1 1,6 1 342,5 0 0,7 1-374,9 2 0,6-1-16,6 2 1,8 0 278,9 3 1,6-2-324,-6-13 1,3-2 0,2 0-143,5 2 0,3-1 1,1-2 92,5 2 0,2-2 0,1 0 13,-10-9 1,1 0 0,1 0-1,1-2-267,2 1 1,1-1-1,1-1 1,0-1 297,3 0 1,0 0 0,2-2 0,0 0-288,3 0 0,0-1 0,1-1 0,1-1 312,2 0 1,0 0 0,2-2 0,0 0-23,-12-3 1,2 0-1,-1-1 1,1 0 0,0 0-10,0 0 0,1-1 0,0 0 1,0-1-1,0 0-7,1 0 1,0-1 0,0 0-1,0-1 1,0 0-3,0 0 0,-1-1 0,0 0 0,1 0 0,-1-2 25,0 1 1,0-2 0,-1 1 0,1-2-1,-1 0-193,-1-1 1,-1-1-1,1 0 1,-1-1-1,0-1 199,11-1 1,0-2 0,-1 0 0,-1-1 0,-1-2 0,-2 0 0,0-1 0,0-1-60,-3 0 0,0-2 1,0 0-1,-2-1 55,-1 0 1,-2-1 0,0-2 0,0 0-3,-3-1 0,0-1 0,-1 0 0,-1-2-6,-1-1 0,-1-1 0,-1 0 0,-1-2 12,11-11 0,-1-1 0,-2-2 154,-3-1 0,-1-2 0,-3-1-110,-4 0 1,-2-2 0,-3 0 33,-4 2 0,-3-1 0,-4-1 17,-5 4 0,-3-2 1,-5 1 11,-6-18 0,-12 1-78,-4 21 1,-5 0 0,-6 3-12,-9-2 1,-6 2 0,-4 3-36,4 7 0,-3 1 0,-3 1 0,-1 2-11,-8-1 1,-2 1 0,-2 2 0,-1 1-39,8 5 0,-2 0 1,-1 2-1,0 1 0,-1 1-157,-2 0 1,-1 2-1,0 1 1,-1 0-1,0 2-1097,-2 1 1,-1 1 0,0 1-1,1 1 1,1 1 1250,6 1 0,0 1 0,1 1 0,3 0 0,3-1 1,-11 2-1,4-1 0,5 1 0,5 2 0,0 0 1</inkml:trace>
  <inkml:trace contextRef="#ctx0" brushRef="#br2" timeOffset="401540">16328 14189 8562,'-6'0'6671,"2"0"-6,4 0-5942,-32-17-292,20 12-263,-28-12-123,21 16 5,-11 11-33,0 2 28,-22 21-14,20-10 0,0 1-507,6-5 1,0 1 463,-6 6 1,3 0-84,8 5 50,4-7-44,23 7 83,11-18 0,7 3 6,28-9-11,-8-4 22,9-3 1,6-4-24,-26 1-16,9-1 12,-26 4 978,-8 1-940,-8 2 85,-4 11-68,-4 4-22,-3 3 27,-12 9-60,9-12-29,-3 6 11,10-10-5,6-4 22,3-4 0,6 1 6,1-2 22,4 0-16,-4-1 22,2 1 5,-3 3 45,0 29-28,-14 2-28,-1-7 1,-4 1-1,-13 13 6,1-11 0,-1 0-12,-4 5-16,-6 10 0,23-26 28,15-10 5,10-7-16,10-3-6,6-4-73,7-3-358,4-1-1457,4-2-7943,-3-1 8873,-12 2 1,-11 2-1,-13 2 1</inkml:trace>
  <inkml:trace contextRef="#ctx0" brushRef="#br2" timeOffset="402455">16533 15596 21920,'-8'-36'-5,"3"15"-5425,12 55 5480,-2-4 482,1 7 1,-1 0-521,-2 0 21,-1 5 1,-1 0-17,-2-6 487,-2-1 1,-1 0-382,-2-6 152,-2 6 357,4-22 2881,2-8-3127,-2-13 326,-1-11-589,-6-31-33,1-7-537,3 17 1,1-1 491,-2-17 13,4 20 1,1-2-1498,1 1 0,0 0 1514,1 1 1,1 1-6,0-1 0,3 4 3,2-2-62,2 16-22,2 8-6,4 9 699,17 7-682,-5 3-6,4 7 0,0 3-5,1 3-14,0 2 0,1 2-48,13 13-62,-11-8 1,1 2 1392,-7-5 0,-1 1-1664,3 3 0,-3 0-1734,5 19-5197,-11-1 7337,-11-7 0,-6-16 0,-3-12 0</inkml:trace>
  <inkml:trace contextRef="#ctx0" brushRef="#br2" timeOffset="402640">16502 15898 11251,'-5'0'6716,"2"0"-5385,3 0-1404,46-82-73,-18 52-194,-3-2 0,5-6 0,1 7-879,0 14 1,2 4 1218,12-6 0,-1 1 0,5-3 0,-5 4 0</inkml:trace>
  <inkml:trace contextRef="#ctx0" brushRef="#br2" timeOffset="402882">17131 15381 18795,'-3'0'1927,"0"0"-3299,3 0 402,76-33-1484,-32 24 1274,6-9 1,2 4-5510,-2 23 4706,-18 6 1983,-9 0 0,-16-3 0,-7-10 0</inkml:trace>
  <inkml:trace contextRef="#ctx0" brushRef="#br2" timeOffset="403039">17293 15525 19389,'31'-9'-82,"1"0"0,-2 0 0,0-2-781,26-13-2868,0 1 3731,-11 4 0,-16 7 0,-14 5 0</inkml:trace>
  <inkml:trace contextRef="#ctx0" brushRef="#br2" timeOffset="403431">17948 15181 16885,'8'2'4324,"-1"0"-3354,-7-2 2418,0 0-3371,-11-13-34,4 17 17,-14-2 0,6 25-5,-2 9-18,6 4-10,6 0-29,11-2 34,9-7 17,12-7 0,9-11 50,5-7 6,1-11 16,-2-8 40,-7-10 45,-8-9 38,-10-5-27,-10-5 0,-11-1-17,-7 3-67,-7 6-84,-2 8-1037,-13 10 73,13 11-878,-10 9 1853,4 19 0,15-13 0,-6 9 0</inkml:trace>
  <inkml:trace contextRef="#ctx0" brushRef="#br2" timeOffset="404537">16517 16559 19484,'3'50'137,"-3"-17"1,1 0-121,-1 13-17,0-13 0,0 0 28,-3 6 56,-1 7 106,-2-11 286,-2-11 700,0-10-863,1-8 103,-3-13-120,0-8-16,-6-15 6,-4-27-812,7 13 596,6 8 0,1-1 75,2-13-113,3-11 46,8 8-28,7 8-33,10 9 6,6 6 16,4 10-39,4 7 5,3 8-27,1 11-34,2 8 17,-1 8-6,-3 7 6,-8 2 582,-10 4-605,-14 5 34,-17 5 22,-14 0 1,-12-2 66,-4-9 68,3-11 148,5-11-70,7-12-16,8-9-40,7-9-134,4 4-12,5-4 1,5 8-34,5-2 67,20 2-39,-8 5-5,12 2-7,-4 3-10,5 3-6,12 3-123,6 11 28,-16 2 83,-6 2-55,-22 5 39,-21 1 23,-16 11-15,5-17 0,-3-1-81,-3-1 1,-2-1-172,1-2 1,1-3-1365,-21 3-5646,15-14 7310,15-10 0,11 1 0,6 0 0</inkml:trace>
  <inkml:trace contextRef="#ctx0" brushRef="#br2" timeOffset="404780">17151 16392 18660,'-4'0'2560,"2"0"-3388,2 0-1122,59-37-1405,-20 25 3252,6-8 0,-2 2 0,-12 15 1,-8 2-1</inkml:trace>
  <inkml:trace contextRef="#ctx0" brushRef="#br2" timeOffset="404973">17265 16590 20937,'31'-16'-146,"0"1"1,17-9-135,2-3-571,0 0-605,0 0 1456,-20 11 0,-4 1 0,-2 1 0,-4 3 0</inkml:trace>
  <inkml:trace contextRef="#ctx0" brushRef="#br2" timeOffset="406498">18021 16218 11054,'-5'0'6022,"1"1"-1469,4-1-4048,-14-15-74,10 9-78,-11-12-68,12 13-94,2-2-118,0-5-1,1-7-4,5-7 10,4-10-11,8-5-56,4 1 1,3 4-35,3 10-33,0 8 6,1 10-12,0 11 6,-2 14-5,-3 14-29,-9 17 6,-11 12-350,-8-23 1,-5 0 371,-3 4 0,-3 0 28,-6 3 1,-1 0 30,-1-3 1,0 0 21,2-6 1,1-3-20,-8 14 61,14-23 130,19-15-46,18-19-94,23-12-46,-13 5 1,1-3-260,5-1 1,1-1 205,0 0 0,1 1-238,-3 2 1,2 1-3922,3 1 1,0 3 4206,17-5 0,-11 7 0,-32 10 0</inkml:trace>
  <inkml:trace contextRef="#ctx0" brushRef="#br2" timeOffset="407481">16710 17534 8237,'3'2'9119,"-1"1"-5244,-2-3-2815,-1-39-624,-4 27-301,-1-28-1,-8 37-100,-18 19-6,-11 20-28,16-12 0,0 4-117,0 5 1,1 1 102,6-2 0,2-2 3,-7 19-34,8 10-6,20-25 23,4 3-39,34-13 28,-11-17-42,3-2 0,3-3-76,-5-6 0,1-3-901,21-5 1,2-3 181,-7-1 0,1-1 876,-8 1 0,1-1 0,-6 2 0,17-8 0,-9 1 0</inkml:trace>
  <inkml:trace contextRef="#ctx0" brushRef="#br2" timeOffset="407741">17320 17350 17748,'-3'0'3310,"1"0"-3344,2 0-83,-6-25-23,14 15-594,21-27-307,7 25-2741,18-4 3782,-18 8 0,-15 4 0,-9 2 0</inkml:trace>
  <inkml:trace contextRef="#ctx0" brushRef="#br2" timeOffset="407940">17380 17577 24760,'33'-29'-2430,"12"-2"-1632,1 11 4062,3-2 0,-17 9 0,-14 5 0</inkml:trace>
  <inkml:trace contextRef="#ctx0" brushRef="#br2" timeOffset="409433">18350 16988 19820,'-33'-21'138,"0"1"0,2 3 1,2 10-111,1 32-11,-5 13-12,-2 14-323,16-22 0,2 2 304,1 3 0,1 1-11,2 2 0,2 0-12,2-2 1,4-1-17,2-3 0,4 0-48,11 17 203,12-10-152,12-13-6,18-7 112,-4-10 5,-1-6 96,-5-12 84,-14-6 145,2-6 107,-13-2 410,-10 1-612,-14 3-151,-11 3-84,-14 6 18,-11 5-1,-8 9-79,-2 6-207,4 6-482,10 1-1735,9 3 2430,10-3 0,9-6 0,4-5 0</inkml:trace>
  <inkml:trace contextRef="#ctx0" brushRef="#br2" timeOffset="411072">16769 18309 17568,'14'17'-935,"0"10"123,-4 21-45,-1 2-174,0-2-201,-1-8-443,0-7-549,-1-8 393,-3-9 913,-2-6 616,-3-6 386,-8-9 302,-5-4 387,-7-10 531,-3-6 601,1-5 224,2-5-287,4-6-385,5-1-455,4-2-408,4 2-180,5 1-83,6 2-68,7 2-129,5 6-55,4 7-35,-3 10 18,14 6-45,-15 6-84,33 7-12,-14 3-50,21 9-78,-5 1 0,-4 5 22,-7 3 118,-16 1 112,-18 3-45,-24 4-51,-17 5 17,7-19 1,-1 0-34,-1-1 0,0-1-297,-25 13-448,13-8-1793,14-9 2605,14-7 0,6-5 0,5-2 0</inkml:trace>
  <inkml:trace contextRef="#ctx0" brushRef="#br2" timeOffset="411315">17467 18126 16765,'42'-46'-2682,"-1"1"1,-2 4 0,-2 8 2681,3 19 0,-16 7 0,-12 4 0</inkml:trace>
  <inkml:trace contextRef="#ctx0" brushRef="#br2" timeOffset="411506">17621 18183 13541,'39'-28'-1604,"-1"1"0,2-1 1,-4 3 1603,2 0 0,-12 9 0,-3 1 0</inkml:trace>
  <inkml:trace contextRef="#ctx0" brushRef="#br2" timeOffset="412040">18097 17838 12494,'-3'0'5881,"1"0"-3226,2 0-2504,-26-6-185,24-2-10,-15-9 49,38-3-5,5-5-22,5 3-29,-2 6-66,-5 7 10,-5 7 29,-2 6 0,0 6 22,-2 7 16,-1 4 40,-3 2 17,-5 2 28,-2 1 33,-7 3 40,-5 1 39,-6-1 67,-2-2 123,-1-7 0,5-5-100,4-9-107,5-3-117,2-3 22,10-1-34,3 0 6,10 0-12,10 1-10,-10 2-7,9 5-21,-14 3-18,3 5-10,-4 2-46,-6 3-28,-8 5-162,-12 6-291,-11 6-431,-13 3-2095,-9 0 2435,16-20 1,1-3 0,-4 4-1,2-8 1</inkml:trace>
  <inkml:trace contextRef="#ctx0" brushRef="#br2" timeOffset="412948">17121 18803 15688,'-1'-51'1233,"0"10"-1188,-3 47-68,0-1 1346,-13 12-1161,3-5 203,-9 7-309,2-2-11,3-4 510,-11 7 5,11-12 382,-4 3-914,12-9 51,6-2-46,2 0-357,1 0 329,1 7 79,2 1-33,-1 4-18,6 6 34,1 4-145,3 4 112,3 4-18,-1-4-83,-2-5 34,2 5 89,-7-14-88</inkml:trace>
  <inkml:trace contextRef="#ctx0" brushRef="#br2" timeOffset="412948">17231 19049 12236,'5'-4'0,"37"-27"0,-21 14 0,-4 3 0</inkml:trace>
  <inkml:trace contextRef="#ctx0" brushRef="#br2" timeOffset="413130">17223 19003 10315,'-3'0'5853,"1"0"-5365,2 0-567,-2-27-50,9 16-655,16-32-493,6 25 1277,17-9 0,-25 15 0,-2 2 0</inkml:trace>
  <inkml:trace contextRef="#ctx0" brushRef="#br2" timeOffset="413398">17609 18698 11239,'-1'6'6469,"0"-1"-6401,1-5-1110,25-52-504,-1 30-107,-2-9 1,3 1 1652,15 12 0,-18 9 0,-3 3 0</inkml:trace>
  <inkml:trace contextRef="#ctx0" brushRef="#br2" timeOffset="413563">17736 18695 8114,'-5'7'6082,"2"-2"-4687,3-5-1698,0 0-571,12-5-1288,1-1 2172,15-8 1,-14 8 0,-2-1-1</inkml:trace>
  <inkml:trace contextRef="#ctx0" brushRef="#br2" timeOffset="414590">18274 18655 8780,'-5'2'3877,"0"-1"3628,5-1-7001,-12-28-303,8 17-201,-8-23-33,15 24-6,4-2 5,7-1 12,3 3-68,1 2 0,-1 4-21,-1 3-13,-3 5 46,-1 2-23,-1 6 62,-4 3 56,-2 6-28,-4 6-23,-5 4-39,-4 6 140,-4-3 113,0-4-12,1-6 95,1-6 145,2-4 259,2-4-62,3-5-145,2-3-528,1-10-72,3-2 90,2-6 56,8 0-6,-3 7-6,7-2-5,-1 8 0,7 0-23,3 4 0,0 4 135,-2 3 50,-7 4-201,-5 3-73,-6 5 61,-2 6 1,-10 3 16,-5 3 22,-10-1-44,-6-4-790,-5-6-5926,0-8 5935,3-6 0,12-5 0,8-2 0</inkml:trace>
  <inkml:trace contextRef="#ctx0" brushRef="#br2" timeOffset="415631">18743 18675 8998,'0'4'5675,"1"-1"-852,-1-3-4650,13-41-27,0 23-51,13-31 23,2 34-118,-2 5-68,12 3-21,-11 8 27,2 7 51,-13 7 123,-7 11-73,-5-6-3268,-9 14 3318,2-19 102,-10 14-141,9-19 118,-5 9-134,6-13-2185,0 5 2184,3-8 2314,0 4-2291,0-3-56,0 0 106,2-2-5,0-1 106,5 0 3359,4-1-3560,0 0-1,1 0-22,-4 0 23,-2 2 196,0 1 10,-2 4-77,-1 5-6,-1 12-168,-1 4 6,-1 2 4,0 4-94,6-1 111,1-1 1,7-1 11,3-12-22,1-5 22,1-1-17,-6-4-38</inkml:trace>
  <inkml:trace contextRef="#ctx0" brushRef="#br2" timeOffset="418981">22598 5143 13838,'-6'0'258,"1"0"-997,5 0 862,0-7-56,27-4 34,11-10-40,-6 8 1,3 0-202,-1 0 0,0 0 165,-2 1 0,-1 0-42,20-7 0,-15 6 236,-17 8-1,-17 5-212,-19 9 16,-20 8 68,-18 10-18,20-12 1,0 1-47,-1 0 1,-1 0 171,2-2 1,1 0 440,-22 8 168,18-7-141,19-7 264,14-7-701,34-14-218,8-1-235,-5 1 0,3 0-1022,-1 3 1,0 1 1245,27-7 0,-22 8 0,-18 5 0</inkml:trace>
  <inkml:trace contextRef="#ctx0" brushRef="#br2" timeOffset="456798">21495 6064 17528,'0'-3'5268,"0"1"-3984,0 2-877,-59-62-1142,40 46 809,-14-19 1,-1 9 259,13 37-300,-5 7-180,-9 16 163,2 7-23,9-5-28,3 9 103,15 4-120,12 2-224,19 6 283,-2-34 1,3-3 2,24 12-14,-11-14 0,5-1-8,3-1 0,1 1-3,-4-2 0,-2 1 16,0 0 1,-7 1 460,-17 7-412,-42 1-29,-5-11 1,-4-2-15,0-1 0,-3-1-465,-8 0 0,-6 1 0,3-2 454,-4 0 1,-1-1 0,4-1 0,-3 1 0,4-2-412,-5-1 1,5-2 371,12 0 0,3-2-1143,-26-15-4546,37-5 5073,0-9 0,19 9 0,2 8 0</inkml:trace>
  <inkml:trace contextRef="#ctx0" brushRef="#br2" timeOffset="457031">21846 5977 25152,'10'35'33,"-1"0"1,8 22-2996,1-2 1,0-1 2698,0-1-538,-6-12 0,2 6 0,-3-7 18,-2 6 783,-5-2 0,-2-2 0,-3-19 0,-2 9 0</inkml:trace>
  <inkml:trace contextRef="#ctx0" brushRef="#br2" timeOffset="457990">21830 6554 13648,'0'-7'3797,"1"-23"1,1-6-2207,4 2-1045,-3-6 0,2 1-3,4 6-353,5 8-184,-3 11-17,14 6 0,7 7-12,15 3-1721,-9 1 1,0 0 1704,17 2-1132,3 0 1,-3-2 1198,-18-3 25,2 0 0,-6-4 137,-22-6 68,-2-7-101,-6 3 2621,-9-6-2481,-6 11 3314,-10-2-3483,-6 16-66,-3 7-40,3 10-27,8-3-12,9 13 11,12-11-16,10 8 33,12-10 0,12-8-27,8-4 21,5-11 29,0-7 55,-2-9 91,-9-8 245,-9-13 74,-16-2-208,-13 0-73,-13 8-89,-9 17-79,-3 8-61,-1 10-6,1 14 12,4 13-40,4 13-28,6 10-44,7 5-119,13 3-200,11 1-119,-4-30 1,4-1 95,3-1 0,4-2 80,2-3 1,4-3 227,2-5 0,1-2 165,1-4 0,-1-4 199,28-9 61,-12-11 197,-13-10 61,-8-5 61,-8 2 230,-8 2-632,-7 13 409,-4 4-544,-3 9 55,0 8-94,-3 13-6,0 17 6,-1 17-12,2-21 1,0 1-332,1 4 0,0 1 348,1 3 1,0 1-35,2 2 1,1 2-6,0-1 1,1 1 10,1-2 1,1-2-9,-1-6 0,0-2 14,3 12 72,-4-23 24,-2-19-35,-4-22-44,-2-19 28,-1-24-34,1 21 0,1-2 39,0-6 1,0-1-48,-1-4 0,0 0-397,0 0 1,1 0 396,0 3 0,0 1-15,1 5 1,2 2-131,2 5 0,3 2 119,11-21-56,10 11 67,6 11-10,4 8 481,4 11-493,1 6 811,1 13-805,0 11-6,-1 14 1,-3 9 55,-11 5-11,-17 4-33,-26-1-130,-25-4 126,11-23 1,-4-3-37,-3-2 1,-1-2-76,2-3 0,0-2-481,-25 2-1741,20-11 2359,19-10 0,13 3 0,8-2 0</inkml:trace>
  <inkml:trace contextRef="#ctx0" brushRef="#br2" timeOffset="458205">23540 6549 26430,'38'-14'-705,"1"0"1,13-9-1,-36 23 1</inkml:trace>
  <inkml:trace contextRef="#ctx0" brushRef="#br2" timeOffset="458627">24584 6330 25808,'-16'-44'364,"-1"0"0,5 4 0,1 13-392,6 27 11,6 36-4251,1-9 4223,0 26 454,3-3-1008,3 8-286,-2-21 0,1 3-2823,1-1 0,0-1 3708,1-4 0,-1-4 0,2 9 0,-4-20 0</inkml:trace>
  <inkml:trace contextRef="#ctx0" brushRef="#br2" timeOffset="458872">24485 6655 20164,'-15'-58'880,"1"-1"1,0 1-1,2 14 1,0 3 0,5 1-500,7-12 0,8 5-1513,13 1 1183,9-7 279,14 18-307,0 20-21,-8 9 1,3 3-3,-5 6 0,0 4 3,9 4 0,-2 6-87,-6 3 0,-3 3 78,-5-2 1,-2 1-9,4 7 0,-3 1-48,7 24 20,-16-21 0,-6 3-84,-16 4 0,-9-1-25,-7-6 0,-6-4-1538,-17 4 0,-4-6 1227,10-10 0,-2-5 462,-17 2 0,4-5 0,14-2 0,-17 0 0</inkml:trace>
  <inkml:trace contextRef="#ctx0" brushRef="#br2" timeOffset="459389">21139 7274 18393,'-58'4'387,"-1"0"1,0 1 0,1-1 0,-1 0 0,-5 1 0,0 0 0,5-1 0,10-1-145,9-1 1,7-2 445,-7 1 258,41-3-701,42-7-86,3 2 1,14-1 0,2 0-1051,-8 1 0,1 0 1,4 0-1,3 0 924,-5 1 1,4-1 0,2 0 0,1 1-1,-1 0 1,-2 0-277,-1 0 1,-1 1 0,-1-1 0,1 2 0,4-1 254,-12 1 0,2 0 1,1 0-1,2 0 0,0 1 1,1-1-1,1 1 0,1 0-161,-1 1 1,2-1-1,0 1 1,1 0 0,1 0-1,0 0 1,0 0-1,1 1 1,-1-1 143,-4 0 0,0 1 0,0-1 0,1 1 0,-1-1 0,1 1 0,1-1 1,0 1-1,0 0 0,1 0-93,1 0 1,1 0 0,1 1-1,1-1 1,0 1 0,0-1 0,0 1-1,-1 0 1,-1 0 0,-1 0 0,-2 0 94,3 0 1,-1 1 0,-1 0 0,-1 0-1,0 0 1,-2 0 0,1 0 0,-1 0-1,0 1 0,4-1 0,-2 1 0,1-1 0,-1 1 0,-1 0 0,1-1 0,-1 1 0,0 0 2,0 0 1,0-1 0,1 1-1,-1 0 1,-1 0 0,-1 0 0,-2 0-1,-4 0 32,9 0 0,-3-1 0,-3 1 0,-1 0 0,1 0-32,4-1 0,1 0 0,0 0 0,-5 0 0,-8 0 547,7-1 0,-7 1-713,2-1 1,-7 0-2680,-12-1-6828,-27 0 9673,-21-1 0,10 1 0,2 0 0</inkml:trace>
  <inkml:trace contextRef="#ctx0" brushRef="#br2" timeOffset="463216">24494 6395 12668,'0'-3'7712,"0"1"-3679,0 2-3439,-17-59-174,13 42-190,-14-43-141,18 57-55,0 5 16,0 8 6,-1 9 0,-2 15 12,-2 11-29,-1 5-11,0 2 5,2-1-5,1-4 6,1-7 22,-1-8 34,0-11 145,0-10 347,0-6-447,0-6 49,-3-6-21,-1-9-68,-2-10-39,0-12-22,3-9-1,4-7 1,5 0-6,3 4-6,4 7-11,0 9 6,-1 9 0,-1 8-6,0 6-11,0 2 17,3 1 5,5-1-10,6-2-12,5 1 16,4-2-32,1 2 10,0 2 12,-4 4-18,-4 2 29,-3 1-11,0 1 5,3 1-5,1 1-1,4 4 1,2 2-6,-1 4 0,2 3 0,-3 3 0,-2 6 5,-3 4 1,-6 6 11,-6 4 0,-5 4-29,-4 1 12,-3 0 28,-2-4 0,-3-3 12,-3-7 21,-5-6 18,-4-5 10,-8-3-38,-7-3 16,-9-4-34,-6-4 1,-5-2 29,1-4-63,3-4 0,8-3 0,13 0 0,-19-15 0,29 13 0,-16-10 0,27 17 0,2 2 0,2 1 0,2 1 0,0 4 0,0 2 0,0 5 0,5 2 0,6 2 0,8 1 0,9 0 0,6-1 0,4-2 0,2-4 0,-1-4 0,-8-3 0,2-2 0,-6-5 0,22-10 0,-19 3 0,19-13 0,-23 9 0,4-6 0,-6 2 0,-6 1 0,-8 2 0,-4 0 0,-6 0 0,-5-3 0,-3-2 0,-4-2 0,-2-1 0,0-1 0,-2-4 0,5 11 0,-4-4 0,4 10 0,-4-3 0,-3 1 0,-1 2 0,-2 1 0,2 1 0,4 2 0,2 1 0,2 2 0,4 2 0,2 1 0,4 2 0,-1 1 0,-1 3-276,0 0-1303,-2 7-3524,0 1 5103,-1 2 0,3-4 0,1-5 0</inkml:trace>
  <inkml:trace contextRef="#ctx0" brushRef="#br2" timeOffset="464302">24450 6480 23282,'0'-51'935,"0"0"1,0 1-1,1 5-515,-1 10-235,1 4 44,0 15-111,-1 11-28,0 0-51,0 22-28,0-4-3341,0 42 3346,-2-23-10,0 0 0,-1 3-314,1-1 1,1-2 307,-3 23-225,5-12 1,0-3 236,1-8-1,4 20 22,-2-29 40,2 0 28,-3-11 1062,-1-7-1012,-2-8 511,1-11-572,-2-11-23,-1-32-34,0-5-336,0 19 0,1-1 315,0-18-7,1 22 1,-1 2 3030,3-16-3029,-1-2-7,1 19-13,-1 20-3,0 11 21,3 31-5,2 17 0,2 17 106,-4-24 1,-1 0-107,1 15-1545,-2-10 1,-2 0 1533,1 1 5,-2 1 1,-1-1 11,-2-4 10,-2 11 8,2-30-24,0-7 0,4-11 485,-3-9-485,-2-19 3392,0-11-3392,1-23 0,1 13-308,3 13 0,0-2 308,-1 6 0,-1 0 0,0-8 0,0 1 0,0 5 0,-1 2 0,-1-16 0,0 24 0,2 12 0,2 18 0,-1 9 0,2 27 0,0 7 0,1 6 0,-2-22 0,0 1-1388,0 5 0,0 0 1388,0-8 0,0 2 0,0 17 0,-1-3-52,1-2 52,0 11 0,0-33 0,0-12 0,0-13 0,0-5 3367,-1-16-3367,0-27 0,0 7 0,1 5 0,-1-2-271,0-2 1,1 0 270,-1 0 0,1-1 0,0-4 0,-1 2 0,1-10 0,0 24 0,0 13 0,-2 13 0,1 7 0,0 10 0,2 14 0,0 15 0,0-2 0,1 23 0,-2-2-88,-1-13 1,0 3 87,-1-8 0,0-1 0,0 5 0,0-3 0,-1 15 0,2-15 0,0-16 0,1-14 0,0-8-158,0-17-505,2-7-8898,2-28 9561,0 10 0,0 3 0,-3 20 0</inkml:trace>
  <inkml:trace contextRef="#ctx0" brushRef="#br2" timeOffset="464923">24402 6254 24122,'-12'-28'1333,"3"1"-1238,10 21 23,5-4-45,6 3 11,9-4 5,9 1 1,8-1-17,5 2-23,0 4 6,-4 2-11,-4 7-34,-11 0 28,11 12-16,-10 1 5,10 9 5,-7 1 18,-2 3-12,-2 3 6,-2 3 16,-3 4-21,-4 2 10,-4 1 45,-6 0 12,-4 1 77,-15 8-88,3-16 72,-17 13-12,2-18-21,-12 7-6,-3-2 44,-5-3-243,-3-3 216,-4-6-34,-3-5-28,1-7-6,5-6-16,10-7-40,12-4-39,10-3-179,8-2-476,6-2-935,11-1-1560,11-3 3167,20-2 0,-15 7 0,2 2 0</inkml:trace>
  <inkml:trace contextRef="#ctx0" brushRef="#br2" timeOffset="465364">24548 6358 24273,'-14'-29'493,"0"1"0,0-20-258,44 33-39,6 4-44,5 5-35,2 6-61,5 9-33,-10 1 2,-8 6 0,-1 4 9,11 15-132,-14-8 1,-1 2 153,2 26-17,-12-9 39,-16-10 1,-5 1 33,-16 13-37,3-13 1,-4-1-6,-3-8 0,-3-3-11,-2-1 0,-2-2-1,0-2 1,0-1-25,2-5 0,1-1 5,-18 5-207,11-10-1698,14-11 1866,10-11 0,7 6 0,3-5 0</inkml:trace>
  <inkml:trace contextRef="#ctx0" brushRef="#br2" timeOffset="469022">21263 8057 23870,'-54'-14'405,"1"-1"0,12 2 0,3 7-315,-17 23-18,18 10-16,-9 15-48,23-16 1,2 3-1,0 10 1,2 0 2,-4 17-6,12-16 1,6-1-45,17 7-95,17 7-209,-5-31 1,7-4-62,15-3 1,4-6-282,-5-5 1,0-3 558,1-2 0,-2-5-37,-7-4 1,-3-6-1357,-7-4 0,-2-1 1586,15-15 53,-18 4 1,-6-2 226,-6-5-162,0-7 426,-8 7-158,-2 17 453,1-2-688,-1 12-201,0 6-34,0 5 3337,1 6-3309,3 6 218,4 9-218,12 32 6,-6-13-12,5 12 23,-5-23-3414,5-9 3397,-3-5 102,10-6 21,-9-16-16,7-7 27,0-11 124,-1-7 297,-1-6 3179,-10 6-3471,-4-2-173,-7 15 28,-1-1-17,-2 5 78,-1-5-117,-1 6-12,2 4-49,0 8 4,1 2-172,1 1 156,-1 6-12,1-3 7,1 8-1,0-5-11,0 0 6,0-3-168,-1-2-1787,0 0 1966,5-1 0,-4 0 0,4 0 0</inkml:trace>
  <inkml:trace contextRef="#ctx0" brushRef="#br2" timeOffset="469798">21874 8118 23842,'-3'-3'2660,"1"0"-2072,2 3-576,-4-36 4,19 45-10,-3-20-12,13 46 18,-1 13-35,-5-2 17,-4-10 1,0 2-187,-3-7 1,-1 0 146,0 3 0,-2-1 6,-1 3 39,-6-5 39,-5-22 51,-7-6-62,2-11 123,-10-26-39,9 1-51,-1-9-3036,8-7 2975,4 24-22,8-15-90,17 16-129,10 1-268,17 4 6,-12 9-377,12 2-699,-2 2 660,-1-1 455,2-2 419,-25 3 3785,-6-5-3174,-15 2-197,-4-2 998,-14-5-896,3 9 677,-11-9-857,11 10 547,-6-3-654,10 6-150,0 1-84,3 2 61,15 12 17,6 5-28,7 8 2,-3-2 1,-1 3-19,9 18-145,-9-11 0,-1 1 111,0 15-37,-12-14 0,-4 0 37,-7 8 56,-6 10 27,-10-27 68,-3-14-73,4-9 22,0-23 1,10-7-12,6-20-56,14-2-5,12 0-3228,10 4 3115,-3 12-453,-6 16 0,1 1-1005,12 1-1006,19-2-2845,-10 11 5444,6 4 0,-26 1 0,-1 1 0</inkml:trace>
  <inkml:trace contextRef="#ctx0" brushRef="#br2" timeOffset="470689">23033 8162 17630,'7'0'6733,"-1"0"-5630,-6 0 219,0 0-1221,-60 53-56,45-37 61,-14 17 0,11-3 46,35-21-68,17 1-45,4-8-17,4-9 6,-9 0 67,8-20-16,-18 0-18,5-16 7,-16 0 66,-7 3-11,-10 7-67,-4 10 28,-6 12-50,-2 7-17,-2 14 22,-2 10-39,1 14 17,3 10-12,4 7-22,7 2-16,7-1-85,8-4 29,2-12-443,21 6 84,-3-22 156,17 2 180,-2-24 112,3-14 40,-3-13 4,-2-10-1673,-20 14 1,-1-1 1695,6-10 73,7-7 6,-16 25-68,4 2-44,-3 8 10,-1 13 18,0 10 3380,-2 12-3419,-2 8-1,-4 6-5,-1 1-6,-3-2 17,1-3-11,1-7 0,2-9 33,2-10 6,4-10-11,5-12-11,6-10 5,4-11-22,2-4 33,-1 2 45,-1 5-28,1 9-55,-11 10 21,4 7-38,-9 12 5,4 7 5,0 11 12,0 6 5,0 2 6,1-1 28,4-5-22,8-8-34,10-9 17,13-12-15,-24-5 1,0-3-257,3-4 0,-1-3 259,1-3 1,-1-5-1595,8-14 1,-3-2 1594,-13 10 0,-1-1 13,8-20 1,-4-2-180,-17 14 0,-3 0 218,2-7 1,-3 0-8,-5 6 0,-3 3-51,-7-17 0,-4 22 0,0 15 314,1 13-314,1 15 3196,-2 14-3196,-1 16 0,2 14 0,6-24 0,2 2-16,1 2 1,3 1 15,2 1 0,3 1 0,3 0 0,3-1-51,6-1 0,3-2-512,4-1 0,3-3-851,3-3 0,2-2 1414,3-1 0,-1-4 0,5 2 0,-7-7 0</inkml:trace>
  <inkml:trace contextRef="#ctx0" brushRef="#br2" timeOffset="470855">24487 8263 27807,'25'-38'-77,"-1"0"1,8 3 0,7 9 76,22 21 0,2 9 0,-30-5 0,-1 0 0,16 2 0,-1 0 0</inkml:trace>
  <inkml:trace contextRef="#ctx0" brushRef="#br2" timeOffset="471210">25498 8043 23461,'-4'0'2297,"0"0"-2017,4 0-902,68-15-1642,-34 16 0,2 1 2264,10-2 0,6-1 0,-6 2 0,-10 3 0,-3 1 0,-2 2 0,0-1 0</inkml:trace>
  <inkml:trace contextRef="#ctx0" brushRef="#br2" timeOffset="471381">25668 8474 26771,'46'-20'-170,"0"0"0,1 0 0,1 1 0,1 0 1,-5 5-1,-6 7 0,-4 1 0,27-3 0</inkml:trace>
  <inkml:trace contextRef="#ctx0" brushRef="#br2" timeOffset="474627">27103 8177 14639,'-13'-45'2319,"-1"1"0,1 0 0,-9-13 0,-3 10-1995,-20 15-150,-9 28-56,1 21-552,24-1 0,2 3 454,-1 5 0,1 3 2,3 4 0,2 2-19,2 2 0,3 2 2,5 0 1,3 2-1,4-2 1,5 0 5,7-2 1,4-2 57,5-4 1,3-3-37,19 9 152,16-12 336,-3-27-157,-3-13-56,-3-20-72,-20-14-46,-8-5-22,-6-1-22,-5 9 184,0 14-291,-3 16-55,-1 17 49,0 20-5,-1 24-34,0 4 1,0 3-282,-2-13 0,0 3 279,0 2 1,-1 5-1,-1-2-31,-1 6 0,-1 1-51,0-9 0,0 3 1,0 0-98,-1 0 0,0 1 1,-1-1-516,-1-1 0,-1 1 1,-1-3 594,-2 9 1,-3-1-8,-3-7 0,-5 1 0,0-5-103,-3-6 1,-2-3 300,-10 9 0,-1-7 11,-6-16-93,2-58 71,29 4-19,8-1 0,2-9 0,4 2-218,8-6 0,5-2 67,0 2 0,1-4 0,4 2-527,4 7 1,2 2-1,1 1-2653,2 2 0,1 2 0,-1 3 2727,6-5 0,-3 5 0,11-7 1,-30 32-1</inkml:trace>
  <inkml:trace contextRef="#ctx0" brushRef="#br2" timeOffset="475676">27568 8308 11368,'-1'3'9488,"1"-1"-6956,0-2-1171,-1-82-739,1 45-373,0-14 1,1 2 147,1 21-201,1 11-157,0 10-5,2 12-12,1 10 6,5 17 17,0 13-17,-2 8-17,-5 2 12,-2 0-1,-3 4-11,0-21 29,-4 1 116,3-28 74,-1-3-101,2-16-56,1-11-6,-1-18-34,4-12 12,2-11-217,-1 27 1,1 1 196,1-1 0,1 1 20,9-25-11,4 11-17,4 13-17,7 9 5,6 10-10,6 8-12,3 13 6,2 11 16,-3 17-5,-5 11-268,-10 8 246,-12 5 22,-11 2-12,-15-3 7,-7-7 405,-9-13-355,1-17 44,2-16 23,6-20-61,6-19-40,10-18 6,4 19 0,4 0-62,2-2 1,3 1 55,3 2 1,1 2 5,21-19 11,2 16 0,-2 14-23,2 11 6,-1 13 1,4 9-29,-2 14-17,-1 9-145,-1 8-769,-5 4-1008,-4 2-5678,-9 0 7634,-7-9 0,-10-22 0,-3-13 0</inkml:trace>
  <inkml:trace contextRef="#ctx0" brushRef="#br2" timeOffset="475909">28922 7865 19135,'0'-39'473,"0"0"0,-6-20 2185,-16 74-2557,-10 20-70,12-8 0,-1 5 372,-1 7 0,0 2-412,2 6 1,3 2 120,2 2 0,4 2-171,4 0 1,5 1-169,5-3 0,6-1-891,10 2 1,4-3 296,-5-17 1,3-2 820,16 4 0,0-7 0,-14-14 0,13 1 0</inkml:trace>
  <inkml:trace contextRef="#ctx0" brushRef="#br2" timeOffset="476136">29571 7885 20711,'-12'-47'1908,"-1"0"0,4 8 0,-1 7-1113,-10 7-358,9 16-286,3 2-95,7 14-39,7 2 39,11 23-5,10 12-29,-9-13 0,1 3-22,1 4 0,0 3-39,-1 14 0,-2 0-546,-6-16 1,-3 0-27,-3 18 1,-8 1 610,-14-13 0,-2-4 0,0 18 0,-15-8 0</inkml:trace>
  <inkml:trace contextRef="#ctx0" brushRef="#br2" timeOffset="491426">20963 9672 20263,'-22'-53'1245,"0"-1"0,4 7 1,0 10-1050,2 24-286,6 12 51,2 18 56,-2 24-17,2 7-2123,-2 8 0,0 5 2095,3-11 0,1 2-56,0-2 0,-1 4 0,2-1-176,2-5 1,1-2 0,1 1-21,2 1 0,1 1 0,1-1-161,1 2 0,1-1 1,0-2 25,2 9 1,1 1-630,-2-5 0,-1 2 1,-2-4-41,-5-3 0,-2-1 966,-2 15 1,-7-5 371,-6-25 1,-3-7 120,-17 3 165,4-26 1,-2-9 265,-13-24 513,14 4 0,3-6-1022,10-7 0,7-5-104,5-7 0,7-2-59,11-7 1,5 2-74,0 10 1,6 2 42,7 4 1,8-2 0,-1 5-49,4 2 0,3 3-9,-3 2 0,3 0 1,-1 2-40,9 0 1,-1 3-7,0 1 1,0 2-39,-1 1 0,1 1 33,-2 0 1,1 0 7,-2 0 1,-2 1-46,-4 1 1,-1 0 83,-7 3 1,-2 0 1087,9-7-751,-18 13 1918,-14 9-2137,-25 22-128,1-3 16,-26 27-39,12-5-2331,-3 12 2292,16-13-876,14 9 882,14-20-1869,13 9 1925,-2-21 41,10-4 200,-10-13 1911,6-7-1850,-4-13 1126,-3-10-886,-11-17-391,-6 16 169,-14-12-69,-3 25 3219,-9-2-3431,1 11 74,2 7-287,8 4 5,4 7-111,8 5-376,3 7-733,9 5-2308,9 1 3663,15 1 0,-14-12 0,3-2 0</inkml:trace>
  <inkml:trace contextRef="#ctx0" brushRef="#br2" timeOffset="491768">21724 9712 24951,'2'58'33,"9"3"-58,4-29 0,1 1-557,1 2 1,0 2 421,-1-1 0,-2 1 54,-2-1 0,-3-1 55,1 26 434,-16-14-164,-11-17 284,-11-15-122,-1-20-22,2-17-45,6-18-68,8-14-117,11-8-157,6 30 1,4-1 21,3 1 1,2 0-32,4 3 1,3 3-289,24-18-381,5 12-845,2 12-4666,-1 8 6217,-9 6 0,-15 3 0,-13 3 0</inkml:trace>
  <inkml:trace contextRef="#ctx0" brushRef="#br2" timeOffset="492009">22400 9421 25476,'-18'50'11,"0"1"0,0-1 1,2 1-1,0 0 0,6 0-45,8-5 1,4 0-1,1 0-749,-1 2 0,0-1 0,2 0 594,2-2 1,0-1 0,3-1-322,8 16 0,5-5-311,5-7 0,5-6-2870,5-7 0,3-6 3691,-3-7 0,-2-5 0,0 0 0,-23-12 0</inkml:trace>
  <inkml:trace contextRef="#ctx0" brushRef="#br2" timeOffset="493055">23046 10025 18722,'-4'-4'3569,"1"1"-326,3 3-3288,-20-42 67,17 40 45,-6-18-55,17 43-7,15 29 6,-13-26 1,11 26 10,-9-18-22,3 8-28,-1-8 39,-5-10 146,-2-11 112,-3-12-101,2-15-67,3-13 89,6-32-755,-4 13 598,-2 8 1,1-1 0,5-11-110,-4 20 0,2 1 59,16-16-11,4 15 28,3 14 0,1 10-22,2 12 606,2 10-607,1 12 6,-1 12-11,-17-11 0,-2 2-69,-4-4 0,-2 1 75,13 25-12,-12-9-44,-6-16 50,-2-3-84,13-10 95,-7-22 11,14-11 23,-8-14 28,6-17 5,-10 17 238,1-1-349,-13 24 22,-3 8 16,3 15-5,2 5 34,2 5 22,6 6-39,0-7 22,7 4-6,4-8-16,4-8 50,11-10-27,-13-5 60,10-10-16,-19-7 45,2-9 62,-8-10 49,-9-18-116,-7 16 88,-13-17-16,-9 28-33,-13 0-74,-7 12-27,-10 11-62,20 8-28,2 6 56,25 7-56,3 10-179,9 9-891,15 19-795,10-6-186,6-1 2107,15-8 0,-32-24 0,10 3 0</inkml:trace>
  <inkml:trace contextRef="#ctx0" brushRef="#br2" timeOffset="493469">24668 9842 20884,'-49'-25'65,"1"0"1,-2 4-1,6 13 2121,3 46-2175,3 6-3,22-15 1,3 0 973,3 12-1027,10 19 28,5-31 509,12 19-548,6-30 34,26-5 44,-2-21-11,-16-3 0,-3-3 1816,9-16-1760,-1-21-1649,-23 19 0,-4-3 1629,1-3 1,-1-3 5,-2-10 0,-2-1-275,-3 4 0,-2 1 278,1 9 0,-1 2 3,0-5 1,-1 4 242,-3-2-22,-3 1-252,0 23 2976,-3 19-2982,4 8-27,-6 27-46,6 13-8,6-4 1,1 4-141,3-5 0,2 1-316,3 11 0,2 0-858,1-10 1,2-2-3544,1-4 1,1-2 3856,7 15 1,-5-24 0,-12-24 0</inkml:trace>
  <inkml:trace contextRef="#ctx0" brushRef="#br2" timeOffset="493852">25125 9916 25730,'6'-41'546,"1"0"1,0 1 0,-5 15-558,-4 26 0,-1 6 22,1 7 0,1 2 17,2 16 0,4-9-33,6 8-6,5-11 11,6-9 0,-3-5 39,15-18 17,-13-6 33,8-17 23,-17-3 17,-6-2-67,-8 8 128,-11-10-50,-4 19-17,-9-6-67,2 18-11,-3 9-17,4 7 11,-17 32-39,22-14-8,2 5 0,3 3-32,8 14-55,7-9 0,3 2-418,6 1 1,3 0-1130,3 1 1,3-3-3275,5-4 1,1-3 3267,7 2 0,-10-13 0,-16-15 0</inkml:trace>
  <inkml:trace contextRef="#ctx0" brushRef="#br2" timeOffset="494410">26132 9748 20016,'0'-5'4940,"0"1"-3360,0 4-1244,-19-59-213,7 46-67,-21-34 6,5 73 5,-7 17-56,16-16 0,1 2-14,2 2 1,1 0-4,4 1 1,3-1-12,1 26 0,16-9 11,13-13 34,15-15-11,9-13 28,5-17 11,-2-13-17,-8-15 28,-7-11 17,-14-9-294,-9-2 350,-15 2 0,-11 7-45,-13 10-50,-6 12-28,-2 10-28,5 10-34,8 7-6,10 13-145,6 10-442,6 13-924,11 9-3709,9 5 5271,4-7 0,-6-15 0,-8-13 0</inkml:trace>
  <inkml:trace contextRef="#ctx0" brushRef="#br2" timeOffset="494760">26722 9664 26794,'-12'57'112,"0"0"0,-1 3 0,0 0-84,2 1 0,0 0-1128,2-15 0,-2 1 0,0 0 1073,-1 2 1,-1 0 0,1-1-58,0 0 0,1 0 0,-1-2-116,2-3 1,0-2-1,0 0-127,-3 12 0,-1-3-289,-1-8 0,-3-3 648,1-9 1,-1-5 185,-18 2 298,10-37 178,12-32-335,15 8 0,5-3 389,5-8 0,3-1-566,8-5 0,3 0-93,5-3 1,2 0-399,-8 17 1,0 1 0,2 1 308,0 0 0,0 0 0,2 2-76,13-15 1,3 2-584,-2 4 0,1 3-599,-4 5 1,1 3 1257,-3 2 0,-3 4 0,4-2 0,-11 8 0</inkml:trace>
  <inkml:trace contextRef="#ctx0" brushRef="#br2" timeOffset="495444">27991 9506 24301,'-15'-39'224,"-4"14"-123,-3 40-23,-15 5-33,-14 1-23,19-10 1,-1 0 7,0-1 1,-1 1-3,3-3 0,0 0 68,-14 3-1,19-5-39,14-4-39,10 0-17,3 2 33,2 6 18,5 8 27,3 11 79,2 10 23,-2 11-18,-1 11-112,-5-26 1,-2 2-375,1 3 0,-1 1 355,1 2 0,1 1-26,0 0 1,2 0-12,1-2 1,3-1 5,0-4 0,3-1-37,2-5 1,1-3-342,24 17-250,6-17-632,8-16-474,-23-15 0,1-5 1734,8-6 0,-2-3 0,6-3 0,-2-5 0</inkml:trace>
  <inkml:trace contextRef="#ctx0" brushRef="#br2" timeOffset="495900">28502 9690 20554,'2'-8'4374,"-1"0"-3729,-1 8-388,0 0-49,-1 14-124,2 1 28,-2 30-28,2 6-42,-3-16 0,-1 0-17,0 2 0,-2-1-8,-1-2 0,-2 0 44,-9 25-27,-2-14 39,1-15 106,3-15-28,2-15-89,5-15-23,2-18-6,3-17-8,3 18 1,1-2-314,1-6 0,2-1 290,2-3 1,1-2 14,2-1 0,1 0 8,1 2 0,0 2 25,0 5 1,0 3 39,9-20-45,-1 18-17,2 12-17,5 10-6,7 8-21,7 10-1,6 16-1383,-16 4 1,-2 5 1393,12 14-22,-13-4 0,-4 1-376,1 17 230,-12-21 1,-1 2-303,-4-2 0,-3 0-829,-3 0 0,-3 0 1305,-4 1 0,-2-2 0,-2 4 0,-3-6 0</inkml:trace>
  <inkml:trace contextRef="#ctx0" brushRef="#br2" timeOffset="496094">28444 9994 23539,'22'-51'41,"1"0"0,2 3 1,4 9-160,5 22 0,4 6-1443,7-1 0,0 2 934,17 0-376,-22 5 1,-1 2-4062,7 2 5064,2 1 0,-20 0 0,-13 0 0</inkml:trace>
  <inkml:trace contextRef="#ctx0" brushRef="#br2" timeOffset="496276">29277 9754 20627,'3'2'4424,"0"0"-3180,-3-2-1188,-69 82-56,50-52-1952,-6 5 0,-6 8 0,11-9 1700,14-8-1784,-4 30-2193,6-34 3912,0 13 1,3-26 0,0-1 0</inkml:trace>
  <inkml:trace contextRef="#ctx0" brushRef="#br2" timeOffset="496976">29504 9665 25830,'11'-19'269,"-3"4"-213,-3 43 62,-4 11-73,-2-8 33,-9 22-11,-1-23-3425,-1 0 3419,4-13 343,4-14-320,1-10-62,-1-1-11,3-18 6,1 6 33,1-22 3382,7-21-3418,-2 27 0,0-1-9,1 0 1,1-1 27,5-12 1,2 3-12,5-1-8,-1 9 0,2 3-30,8 10 10,9 6 34,-2 14-34,1 9 23,-7 3-11,5 16-29,-11 5 7,4 23-7,-14-1-319,-10 12 376,-10-19 5,-20 15-22,10-31 11,-23 18 5,17-31 40,-9 0-34,14-14 62,-6-16-39,12-3 336,-3-13-359,10 10-22,3 2 22,10-4-28,1 10-22,9-4-11,1 14-1,5 5 18,8 10 5,4 7-6,-6 2 17,15 17-39,-16-8-28,5 13 11,-19-9 6,-21 0 6,-19-1 16,-20-3-22,-12-4-141,1-10-357,9-6-768,14-7-2471,17-7 2928,10-1 0,4 3 0,1 3 0</inkml:trace>
  <inkml:trace contextRef="#ctx0" brushRef="#br2" timeOffset="497168">30248 9656 25842,'12'50'-1763,"1"0"0,-1-4 1,-4-8 1762,-8-14 0,0-12 0,0-5 0</inkml:trace>
  <inkml:trace contextRef="#ctx0" brushRef="#br2" timeOffset="497452">30947 9242 22145,'0'-6'3439,"0"2"-2733,0 4-426,-67-10-56,28 24-471,-8-10 1,-2 6 293,22 10 1,4 6-1563,-3 0 1,3 3 1522,2 2 1,2 1-9,4 0 0,4 1-57,3-1 0,5-1-4,9 24-124,13-8-403,16-11-893,14-8-3846,11-12 5327,-5-7 0,-19-6 0,-17-3 0</inkml:trace>
  <inkml:trace contextRef="#ctx0" brushRef="#br2" timeOffset="497644">31207 9567 26827,'-19'45'-114,"1"0"0,1-3 1,4-5-1310,8 1-8037,4-4 9460,3-12 0,0-9 0,-1-10 0</inkml:trace>
  <inkml:trace contextRef="#ctx0" brushRef="#br2" timeOffset="497926">31522 9373 22117,'0'-4'3652,"0"1"-2045,0 3-1596,9-17 0,-9 35 23,4-1-23,-11 45-17,3-29 1,0 1-128,1-2 1,0 0-41,-3 24-337,-2-9-643,-1-7-1682,-2-10 2835,0-8 0,5-11 0,2-7 0</inkml:trace>
  <inkml:trace contextRef="#ctx0" brushRef="#br2" timeOffset="498252">31532 9372 26390,'40'-27'81,"0"0"0,0 1 1,15-12-1,-4 13-58,-1 31-18,-6 10 40,-10 14-23,-12 15-16,-13 9 11,-15 9-350,-2-31 1,-4 0 329,-5-1 0,-3 0-28,-3-3 1,-4-1-74,-1-1 0,-2-3-84,-1-1 1,-1-2-141,0-2 1,0-2-312,2-2 1,0-3-9193,-21 3 7758,20-8 0,14-6 1,15-1-1</inkml:trace>
  <inkml:trace contextRef="#ctx0" brushRef="#br2" timeOffset="498460">32145 9543 14505,'8'8'4269,"-2"-1"-1267,-6-7-2767,0 0-173,-25 69-208,10-39-2197,-2 15 1,-1-1 2342,5-23 0,4-4 0,7-12 0</inkml:trace>
  <inkml:trace contextRef="#ctx0" brushRef="#br2" timeOffset="498902">32690 9175 23875,'-46'-39'140,"11"7"729,9 31-891,7 1 307,-8 5-257,5 2 146,3 1-162,-1 7 502,4 0-486,-10 17-50,9-9 44,-4 18 17,11-9-16,2 10 22,4 3 16,7 1-3318,4 9 3296,-1-17 11,3 10 23,-5-21-39,1 5-1,-1-6 12,4-2-11,6-2-208,6-6 2788,12-3-3494,-6-9-3976,16-2 4856,-13-4 0,-4 2 0,-11-2 0</inkml:trace>
  <inkml:trace contextRef="#ctx0" brushRef="#br2" timeOffset="499077">32521 9556 25343,'-34'-37'-8967,"59"4"-303,11 29 8137,0 0 1,-4 2 0,-17 1 0,-7 0 0</inkml:trace>
  <inkml:trace contextRef="#ctx0" brushRef="#br2" timeOffset="499510">32969 8923 20128,'-7'-5'4246,"2"1"-3608,5 4-195,0 0-258,-42-34-112,38 24-6,-24-25-39,53 31-17,9 2-16,-3 0 19,0 2 0,2-1 19,14 0 34,14 1-5,-23 0-34,-20 0-3375,-1 4 3352,-9 0 29,6 17 5,-8 3 28,1 20 29,-3 10-43,-4-20 0,1 2-162,-1 25 159,0-6 1,-1 1 1118,1-14 1,0-1-1151,-1 19 1,-1 0-14,1-16 0,-2-3-1477,-1-4 0,-1-4 1510,-5 13-9,-20-3-46,-3-22-623,-23 4 639,23-19 0,2-2 0,-6 1 0,2-5 0</inkml:trace>
  <inkml:trace contextRef="#ctx0" brushRef="#br2" timeOffset="500339">29016 9401 24183,'-31'29'230,"6"-2"0,-2 5-202,1 4 0,-3 6 0,1-2-1508,2-3 0,-1-1 0,-1 3 1480,-1-1 0,-3 3 0,0 1 0,1 1-131,-3 3 1,1 2 0,0 0 0,1 0-428,0-1 1,1 1 0,1 1 0,0 1 557,-2 6 0,0 4 0,2-3 0,5-8 0,1 2 0,5-6 0,7-8 0,0 1 0</inkml:trace>
  <inkml:trace contextRef="#ctx0" brushRef="#br2" timeOffset="500937">30233 9297 12797,'8'-55'2701,"-1"0"1,-1 7-1,-1 7-1440,-3 10-701,-4 17-342,-9 23-5,-15 24-112,-5 10-967,-1-1 1,-4 5 893,11-13 0,-1 1 0,-2 2-464,1-1 1,-2 2 0,0 2 0,-1 0 384,-3 3 1,0 1-1,0 1 1,0 0-256,-2 2 1,0 0 0,0 0 0,1 2 86,-2 2 0,-1 2 0,2-2 0,4-5 0,3-6 0,2-4 0,2-1 0,-5 12 0,0 0 0</inkml:trace>
  <inkml:trace contextRef="#ctx0" brushRef="#br2" timeOffset="505954">30301 9361 7531,'-8'1'4520,"1"-1"-2884,7 0 549,0 0-2113,-29 5-10,21-3 67,-22 5 240,29-1 651,1 9-298,2 1-459,0 2 96,7 1-135,2-4-22,6 5 173,10 1-39,5-5-162,3-1 151,19-6-113,6-6-366,-18-1 1,2-1 201,4-1 0,1 0-389,9 0 0,0 0 374,-11 1 1,-2-1-20,-3 1 0,-3-1 37,16 3-7,-24 0 1,4 2-39,-19-2 39,-5 1-40,-10-4-537,0 0 0,-1 0 0</inkml:trace>
  <inkml:trace contextRef="#ctx0" brushRef="#br2" timeOffset="507289">30680 10117 9397,'-5'0'5668,"2"0"-3719,3 0-1266,-42 6-201,49-8-191,-21 1-84,63-12-21,5-2 10,-2 1-39,-7 2-68,-12 4-61,-15 5 101,-9 1 101,-13 4-68,-10 7-95,-16 7 0,-17 7-45,18-10 1,0 0-114,-3 0 1,-1 0 124,2-1 0,1 0 22,-23 7 0,16-5-96,16-7 46,13-4 44,11-2 130,23-1-102,7-3-33,23-3-23,2-3 6,4-2-39,0-2 16,-8 3 85,-13 2 522,-18 4-298,-18 3-303,-21 1 6,-7 2-1,-10 4 1,-4 1-6,6-1 1,-1 2-290,-14 3 0,-1 1 295,10-3 0,3-1 27,-21 7-49,21-7-6,20-3 72,26-5-55,22-6-437,24-6-2654,-19 3 0,2 0 3085,-2 0 0,-2 1 0,13-4 0,-22 6 0</inkml:trace>
  <inkml:trace contextRef="#ctx0" brushRef="#br2" timeOffset="517013">21966 11723 15249,'0'-8'5243,"0"2"-4394,-9-27 0,-2-6 299,0 11-776,-1-14 1,0 4-32,5 25-363,3 7-174,2 5 73,1 12 123,1 12-34,0 19-246,0 14-370,1-23 1,1 0-432,0 1 0,2 0-1882,2 0 0,3-2 2963,7 20 0,-3-21 0,-5-17 0</inkml:trace>
  <inkml:trace contextRef="#ctx0" brushRef="#br2" timeOffset="517409">22170 11280 15076,'-3'-4'3192,"1"1"-2132,2 3-976,-53 66 33,47-35-42,-17 11 1,6-2 171,40-13 94,6-9 158,1-8 184,0-10-56,-5-11-111,-5-13-6,-8-11-40,-7-10-89,-12-6-56,-8-1-40,-9 4-5,-2 10-45,1 12-123,4 13-112,1 8-44,-3 19 21,7-1-139,-4 20-331,11 1-845,2 14-1357,10 7-6241,9 5 8936,4-8 0,-3-20 0,-5-13 0</inkml:trace>
  <inkml:trace contextRef="#ctx0" brushRef="#br0" timeOffset="531455">24143 11580 16168,'-4'0'5091,"1"0"-2609,3 0-2370,-24-3-90,34-4-44,-19-1-107,56-8-291,4 4-703,-13 5 0,2 1-3455,-7 2 0,-1 1 4578,29-2 0,-34 5 0,-14 0 0</inkml:trace>
  <inkml:trace contextRef="#ctx0" brushRef="#br0" timeOffset="531655">24156 11909 20762,'53'-22'259,"-1"0"1,8-2 0,-6 3-546,-9 7-2645,15-5 2931,-25 10 0,-15 4 0,-9 3 0</inkml:trace>
  <inkml:trace contextRef="#ctx0" brushRef="#br0" timeOffset="538598">22469 11479 16751,'0'-5'4716,"0"1"-3355,0 4-1366,-25-23 234,26 52-78,-17-5-95,20 18 0,8 9-550,-5 2 1,-1 0 498,-1-7 1,0 0 2,-1 16 1,0 2-30,-2-18 1,1 0-1,-1 1-1109,0 1 0,1 0 0,-1 1 799,1 8 1,-1 2 0,0-5-90,0 0 0,0-3-1016,-2 10 1,0-2 569,-2-20 1,-2-1 764,-1 3 0,-3-2 398,-11 1 28,-9-29 145,-6-33-78,3-6 395,5-9 0,0-5-275,10 8 0,2-3-199,-6-16 1,5-3-110,9 7 1,7 1-62,6 0 1,6 1-63,6 1 0,4 1-31,5 1 1,2 3-29,-4 9 1,1 1-1,15-9 0,2 3-16,-15 14 0,1 1-23,12-9 0,0 1 1059,-11 10 0,-2 1-1317,15-7-363,2 0 638,-13 7 0,-10 6 0,-6 3 0</inkml:trace>
  <inkml:trace contextRef="#ctx0" brushRef="#br0" timeOffset="538879">23147 11272 20140,'0'-5'4503,"0"0"-2856,0 5-1356,-60 144-2407,44-93 0,1 3 2111,-3-1 1,-2 7 0,1 2 0,4-5 2,6-5 0,4-3 0,5 1-23,6 4 0,5 1 1,1-4-38,-1 1 0,7-4-89,5-11 0,7 0 0,1-7-328,7-7 0,2-6-720,13 5 1,2-4 1198,6-5 0,-3-4 0,-24-3 0,-3-1 0,24-2 0</inkml:trace>
  <inkml:trace contextRef="#ctx0" brushRef="#br0" timeOffset="540742">23110 11974 14533,'-3'-5'6626,"0"1"-6223,3 4-297,4-37 197,15 41-84,3-24-1,13 53-33,-4 1-17,-2 2-50,1-1-18,-3-4 57,-1-7 442,1-8-257,-9-9 0,0-7 173,1-16-101,16-31-305,-14 17 1,-1-4-122,6-11 0,0-5 118,-7 5 0,0-3 1,-2 3-1542,0 2 0,-1 2 1454,3-16 1,-1 5 30,-2 5-16,-5 16-34,4-9-146,-8 26-89,1 0 59,-1 19-396,4 9 2372,5 12-4948,6 9 2300,8 9 0,-14-18 0,2-3 0</inkml:trace>
  <inkml:trace contextRef="#ctx0" brushRef="#br0" timeOffset="541480">24547 11726 24659,'-8'-6'17,"-2"16"-17,-2 46 11,3-22 1,-1 0-442,-3 4 0,-2 0 424,-2 2 1,-1 1-376,-3 0 1,-2 0 383,-2-2 0,-2-2 13,1-4 1,-2-3 226,2-7 1,-1-4-20,-19 0 28,11-26-44,11-23-1,11-25-121,9 18 1,3-3-280,4-7 1,3-1 248,2-5 0,3-1-14,4-1 0,3 0-20,2 0 1,1 1-4,3 3 1,1 1 0,-2 4 0,0 1 2,-2 6 0,-1 2 397,-5 7 0,-2 3-257,2-15-66,-12 16-63,-15 12-5,-9 7-5,-12 10 966,-1 4-978,5 6-11,6 1 0,9 3-17,4 3 12,3 5 5,3 4-6,6 4 17,10 4 17,13 3-17,15 1-312,-14-19 1,3 0 306,4 1 0,3 0-18,3 2 1,2-1-14,3 1 0,-1 0-12,0 1 1,-2 0-43,-3-1 1,-3 2-236,-6-1 1,-3 2-578,-7 0 0,-5 1-3866,-3 32 4757,-17-8 0,0-19 0,-3-15 0</inkml:trace>
  <inkml:trace contextRef="#ctx0" brushRef="#br0" timeOffset="542051">25094 11807 23959,'27'38'1081,"-12"-4"-958,-31-15-44,-9-2 16,-7-6 46,-2-6 32,3-14-5,7-10-33,8-17-46,8-15-1712,12 11 0,3-1 1679,3-18 2,4 17 1,2 1-88,7-7 259,3-6 27,-6 9 68,-9 4-241,-6 17 84,-7-4-5,-10 12 3173,2 2-3274,-11 3 269,10 10-320,-3 3-5,1 7 5,1 5 6,0 7 39,2 10-56,6-8 5,6 16-5,9-5 11,11 13-11,-6-19 0,3 0-128,1 3 0,4 1 114,9 9 0,2 0-500,-2-3 0,-1-2 508,0-2 0,1 1-1555,4 3 1,-2-3 1409,-2 1-157,-7-3 0,-2 2-896,-11 9-1734,-10-12 0,-3 0 2938,-7 12 0,-2-8 0,1-26 0</inkml:trace>
  <inkml:trace contextRef="#ctx0" brushRef="#br0" timeOffset="542496">26140 11428 21959,'0'-5'4263,"0"1"-2969,0 4-1232,-21-35-29,-5 47-5,-14-29-11,5 52 0,2 13-17,12-23 0,1 3-12,-8 16 1,-2 9 0,4-6-722,9-12 0,4 0 729,-3 7 0,0 5 1,7-2-11,9 1 0,7-3-151,2-1 1,5-2 164,0-4 0,7-7-3,24-7 1,3-10 13,1-3-17,2-7 1,2-5 21,-18-9 1,-3-3-11,22-9 33,-22 4 0,-5-1 29,-10 1 77,1-9-44,-22 11-45,-38-3-50,-19 11-41,13 7 0,-1 2 23,11 2 1,1 1-81,-8 3 0,0 1-4251,6 3 0,3 0 4343,3 0 0,2-1 0,-15 7 0,33-8 0</inkml:trace>
  <inkml:trace contextRef="#ctx0" brushRef="#br0" timeOffset="543164">27091 11612 25214,'-9'-32'81,"0"1"0,-7-16-13,-1 76-18,-8 8-14,5-6 1,-3 3-15,-8 8 1,0-1-360,9-10 1,1-2 341,-6 5 1,4-1-3026,0 16 3031,12-20 28,24 18-17,21-33-11,-2-6 1,3-2-169,24-4 115,-17-4 0,2-2-205,-7 0 1,1-1 246,20-3 0,-2 1 0,2-2 0,2 2 0</inkml:trace>
  <inkml:trace contextRef="#ctx0" brushRef="#br0" timeOffset="544438">28021 11525 20442,'41'-4'375,"0"-1"0,-3 1 0,-9 7-117,-21 24-28,-4 2 6,-10 2-24,-11 2-77,-18 3-93,10-16 0,-3-2-308,-6 1 1,-2-1 377,-3-1 0,-1-3 109,2-2 1,1-3 349,-25 0-179,23-17-162,18-13-40,21-17-39,17-9-11,15-5-187,-11 25 1,3 1 127,0 3 1,2 1 36,25-15-2689,5 11 2588,-19 13 5,15 6-201,-8 9 185,-12 0 0,1 0-6,5 1 0,2-1-235,4 0 1,1 0 239,1-1 1,-1-1 11,-2-2 0,-1-1 108,-8-1 0,-2-1 88,9-9 3043,-21-4-3155,-24-4 229,-14-5-290,-16-4 27,-10 0-2525,-12 3 2503,18 13 11,-9 9 5,17 19-44,-10 10-34,0 11 23,1 5-6,6 1-6,8-1-22,9-4-89,9-3 2870,11-2-5710,10-4 2109,6-3 0,-6-10 0,-4-6 0</inkml:trace>
  <inkml:trace contextRef="#ctx0" brushRef="#br0" timeOffset="545356">29068 11115 10959,'-3'0'7746,"1"0"-4615,2 0-2901,-29 0-5,22 0 15,-21 0 57,28 0 997,0 0-1132,-2-2-128,-1 1 27,-4-2-10,-3 1 5,-3-2 39,-2-1 6,2 1 11,0 0 22,3 2 17,-1-1-11,2 2-16,2-1-12,3 2-45,2 0 1216,1 0-1222,9-1-5,3 5-5,11 5-18,6 9 18,16 22-40,-11-8 0,-7-2 0,0 2-240,-8-5 1,0 0 225,5 7 0,0 3-11,-3-1 0,-3 3-129,-6 8 0,-5 0-3,-4-13 1,-5-1-455,-14 16 1,-10-1-768,-4-14 1,-7-2 961,4-3 0,-4 1 0,3-4 1,2-1-1,2-3 0,2-3 1,-1 0-1</inkml:trace>
  <inkml:trace contextRef="#ctx0" brushRef="#br0" timeOffset="548615">29921 11586 15333,'-3'-7'5949,"1"1"-5462,2 6-111,0 0-303,-27-32-34,17 34 0,-20-19 28,19 68-55,6-17 4,1 4 1,4 0 6,10 2 111,9 11 230,13-23 162,10-15-5,10-20-1873,-5-17 1,1-8 1485,-11 3 1,-2-4-64,-3 2 0,1-4 0,-3 1-285,-1-10 1,-4 1 261,-1-2 0,-1 1-23,-2 1 0,0 1-11,-3 5 0,0 2-47,11-17-153,-8 21-480,-9 19-1669,-6 20-880,-4 7 3215,-1 15 0,-1-22 0,0 0 0</inkml:trace>
  <inkml:trace contextRef="#ctx0" brushRef="#br0" timeOffset="554796">23139 13075 11665,'10'4'5220,"-2"-2"-3225,-8-2 261,0 0-2273,1-28-100,-1 24 139,1-12 101,1 41-61,0 15-40,4 9 1,-1 4-6,0-1 16,-1-4 18,-2-7 55,-2-9 90,0-10 241,-1-8 415,0-8 44,1-4-482,-3-8-319,-1-7-22,-5-12-11,-1-7-17,-2-7 11,3-2-6,0-1-16,5 3-12,0 5-11,5 5-16,3 5-23,3 6 5,5 4 18,3 6-1,3 3-16,5 3 10,4 3 1,4 5-6,5 4 12,6 7 5,4 4-23,1 2-10,-5 2 16,-8-1-5,-10-3 16,-11-3 28,-6-2 23,-6-5 84,-1-4 151,0-3 34,0-4-118,-2-5-101,-2-3-11,-2-10-33,1-6-40,2-6 0,7-4-5,5-2 5,6 1 0,5 4-11,0 8 0,2 5-22,3 7 5,5 5-56,6 7-33,5 11-29,3 10-190,-3 12-437,-4 10-1968,-6 7-4905,-5 6 7635,-8-7 0,-8-18 0,-6-15 0</inkml:trace>
  <inkml:trace contextRef="#ctx0" brushRef="#br0" timeOffset="555488">24229 13092 18016,'-2'-5'3221,"-1"1"-935,3 4-2544,-20-53-3999,30 63 4234,-21-46 760,42 86-967,-8-10-42,-7-9 1,1 0 69,4 10-207,2 11 28,-15-24 129,-1 3 381,-5-13 67,-9-7-123,-1-12 89,-11-9 3420,-4-10-3310,0-4 0,0-2-98,-6-8-20,6 4 0,3 0-3,8 6 146,-3-16-95,11 9-118,2-7-51,14-1-50,-1 15-3363,29-6 3385,-16 19 1,28-3-6,-10 10-14,-9 7 0,1 3 31,26 11-40,-26-1 1,-1 2-170,8 11 85,-3 12-5,-19-1 129,-4-7 67,-29 18-73,-17-24-11,-11 6-11,13-19 0,-2-2-96,-18 3 2514,-10-3-6161,25-11 3754,13-7 0,19-1 0,3 2 0</inkml:trace>
  <inkml:trace contextRef="#ctx0" brushRef="#br0" timeOffset="555722">24884 12969 19152,'37'-23'-636,"-1"1"1,0 0 0,7-1 0,1 1 0,-5 7-4854,21 9 4473,-22 2 0,-2 0 0,-1 4 0,-17 0 0</inkml:trace>
  <inkml:trace contextRef="#ctx0" brushRef="#br0" timeOffset="555889">25193 13056 21691,'50'-21'-1419,"0"-1"0,-10 6 0,-2-1 1419,8-4 0,-6 1 0,-10 7 0,10-7 0</inkml:trace>
  <inkml:trace contextRef="#ctx0" brushRef="#br0" timeOffset="556263">25909 12667 23170,'-33'12'126,"0"-1"0,-21 18-93,39 16-21,7-7 27,6 14-22,6-8-15,3-12 1,2 0 42,17 18-17,-5-23 0,3-5-6,14 3 31,-2-13 1,2-2 47,17-2-189,-15-3 1,-1-1 451,14-6 235,-12-4 74,-18-5-1,-11-12-302,-21-7-236,-8-3-67,-17 0-50,-5 13 281,-4 9-629,10 13 1,0 5-1452,-16 14 1782,16-1 0,3 2 0,8 0 0,3 2 0</inkml:trace>
  <inkml:trace contextRef="#ctx0" brushRef="#br0" timeOffset="557426">23575 13966 20834,'-12'5'269,"4"9"-185,13 27-28,-2 6-23,-1 2 23,-2 0 73,-5-3 73,-1-5 117,-4-9 124,1-8 207,2-11 251,3-7-206,3-5-432,0-10-157,-1-8-50,1-13-17,-1-12-5,5-8 0,2-5 22,3 0 5,2 4-5,1 8-10,0 9-35,2 7-11,1 6 0,2 8-6,2 5 1,2 7-12,1 10 28,3 7-11,0 10-17,0 8 12,-2 4 5,-2 5 22,-3-3-16,-3-4-1,-3-8 12,-5-10 28,-3-8 162,-1-6 129,0-4-134,-1-6-158,2-10-16,2-13 6,4-13-40,6-6-5,4 0 22,2 9-33,-4 11-23,-3 13-44,-7 9 10,0 6 46,6 5-79,10 6-135,10 7-257,8 7-572,9 6-2561,-19-9 1,0 0 544,13 9 3092,5 8 0,-35-28 0,-2-1 0</inkml:trace>
  <inkml:trace contextRef="#ctx0" brushRef="#br0" timeOffset="557980">24497 13897 24172,'16'-4'252,"-3"14"-190,-14 39-23,-1-12 0,-1 0-22,-1 16-2135,1-18 1,0-3 2128,-1-6 1123,3-5-607,0-17-303,0-4-22,-2-10-90,-2-9-22,-2-13 3363,-1-9-3369,2-8-6,4 17 1,0 0-17,1-12 72,3-11-33,2 30-56,2 1-79,0 12 6,5 8 22,0 8-16,13 6 16,3 10-10,11 8-1,0 7 11,1 1-11,-3-2 12,0-6-1,-2-6 12,-4-8 55,-6-8 23,-9-7 62,-6-18-101,-6 4 11,-6-23-17,-7 4-20,0 4 1,0-1-9,-9-20-16,1-5-12,9 28-123,6 7-330,3 12-1833,12 2 130,-1 5 1325,14 3 0,-14-1 0,0 2 0</inkml:trace>
  <inkml:trace contextRef="#ctx0" brushRef="#br0" timeOffset="558207">25255 13729 24760,'48'-11'-2576,"6"2"1201,-17 6 0,0 2-1655,18 3 3030,-9 3 0,-30-1 0,-3 0 0</inkml:trace>
  <inkml:trace contextRef="#ctx0" brushRef="#br0" timeOffset="558363">25310 14060 25545,'52'-29'-807,"1"-1"0,-10 5 1,-2 5 806,16 10 0,-38 8 0,9-1 0</inkml:trace>
  <inkml:trace contextRef="#ctx0" brushRef="#br0" timeOffset="558813">26216 13784 23466,'-28'-22'78,"-1"0"1,0 5 0,-1 9 778,-24 39-838,25-10 1,-1 3-12,1 2 1,1 3-15,1 3 0,4 1 0,4 2 1,4 1-6,5-1 0,6 1-9,9-1 1,7-1 16,8-2 0,5-3 11,-3-6 1,5-4-46,27 2 1,0-6-37,-2-4 73,0-8 0,0-6-4957,1-18 4415,-23 7 1,-3-1 0,8-6-1,-16 8 1</inkml:trace>
  <inkml:trace contextRef="#ctx0" brushRef="#br0" timeOffset="569725">32116 9064 7257,'-3'-7'1804,"0"2"-516,3 5 2285,0 0-2778,-51 44-16,16-6-1362,-7 3 1,-3 3 921,11-5 0,0 1-164,7-9 1,0 1-1,-2 1-78,-3 4 0,0 0 0,-1 2-441,-1 1 0,-1 1 1,1 1 350,-1 0 0,1 0 1,1 0-36,1 0 0,2-1 0,1 0-54,3-3 0,2 1 0,2-1-246,-6 13 0,4-1-844,6-7 0,4-1 1172,4-4 0,2-5 0,1 4 0,5-10 0</inkml:trace>
  <inkml:trace contextRef="#ctx0" brushRef="#br0" timeOffset="571222">32842 10063 8466,'9'-1'4493,"-2"0"-4286,-7 1 628,0 0-337,-58 5-140,22 3-240,-5-2 0,0 1 16,1 6-78,9-1-39,9-3-12,7-2-5,6-2-5,4-1-29,2-1-78,2-2 56,1 0 353,7-2 45,11-4-263,17-4-29,13-5 40,6-2 27,-5 1 130,-11 3 408,-16 5-185,-14 4-565,-19 3 11,-29 8 95,3-2 3,1 2 0,-2 1-399,-19 5 418,21-5 1,1 0 50,-24 7-196,16-3 67,21-6 224,16-2 275,18-5-129,12 0-146,18-4-1732,-6-2 0,0 0 1604,19-4 2,-13 1 0,-1-1 276,11-2-295,5-1 39,-16 3 391,-17 5-357,-15 2-135,-18 4-17,-16 4 56,-24 6-6,16-3 1,-3 1 1592,-5 1 0,-1 0-1556,-6 2 0,1-1-42,-14 4 0,5-1 38,43-11-10,5-1 358,23-7-218,11-5-134,9-1 5,20-10-39,-4 4-223,-19 5 1,1 2-941,-1 0 1,-2 1 353,19-3 0,-21 6 0,-14 4 0</inkml:trace>
  <inkml:trace contextRef="#ctx0" brushRef="#br0" timeOffset="584660">22056 15218 10018,'-3'-7'7354,"1"2"-6222,-10-27 0,0-6 469,3 8-1327,-4-9 1,1 2 286,8 24-584,3 13 130,-1 17-1,2 21-50,-2 22-65,1-22 1,0 1-480,-1 4 1,1 0 307,-1 1 1,2 0-286,2 0 0,3-2-772,1-3 1,2-1-2029,5-4 0,1-3 3265,12 14 0,-11-24 0,-10-15 0</inkml:trace>
  <inkml:trace contextRef="#ctx0" brushRef="#br0" timeOffset="585029">22250 14886 18548,'-39'44'-4,"1"0"1,3-1-1,12-5 15,22-8 107,12-1 684,3-22-399,-2-1 207,4-15-319,-8-12-5,1-15 55,-2-8 79,-4-2 63,-8 4-114,-4 8-212,-8 10-179,-5 10-107,-1 8-117,1 8-175,6 7-206,8 7-398,10 7-1104,14 6-5062,15 6 7191,4-4 0,-9-10 0,-11-10 0</inkml:trace>
  <inkml:trace contextRef="#ctx0" brushRef="#br0" timeOffset="585376">22723 14968 17008,'1'-8'1944,"1"2"-1221,-2 6-320,-47 61-235,24-3-737,4-21 1,-2 6-1,4-1 572,6 13 0,6 2-28,0 4 0,2 3-58,3-19 1,1 0 0,1 2-135,-1 1 1,2 2 0,0 0-472,0 2 1,1 1 0,-1 0 192,0 1 1,-1 0-1,1-1 198,-2-4 0,0 0 1,0-2 492,-3 12 0,-1-5 338,0-17 1,-4-5 462,-10-2-268,-6-37-57,-4-30-356,12 7 1,2-5-62,-1-8 0,3-3-127,2-7 1,3-1-87,6-4 0,3 0-59,6-1 1,4 1 156,5 3 0,4 3-375,4 3 0,3 4-213,1 5 0,2 3-642,0 5 1,2 2-2950,-1 5 1,1 1 3506,-6 6 1,-2 1 0,8-2 0,-16 9-1</inkml:trace>
  <inkml:trace contextRef="#ctx0" brushRef="#br0" timeOffset="585627">23269 14913 23366,'-43'28'173,"1"0"1,2 4 0,8 7-149,19 10 0,7 4-967,-2 4 0,1 2 939,2 3 1,4-1-52,4-3 1,6-1-115,5-7 0,5-3-353,9-8 1,6-6-1365,6-6 0,3-5 1885,-2-7 0,-2-4 0,15 1 0,-24-8 0</inkml:trace>
  <inkml:trace contextRef="#ctx0" brushRef="#br0" timeOffset="586583">23731 15331 23607,'-27'-11'151,"4"3"-90,33 59-27,-2-4-56,4 13 22,-2-26 0,1-2-371,9 14 416,1-9 296,-1-22 63,-5-11 167,14-21-364,2-12-129,-11 3 1,1-3-354,1-3 1,-1 0 307,-3 5 1,0-1 44,12-15 1,0 0-40,-7 14 0,0 0-25,4-6 0,1 0 22,2 4 1,-1 3 211,8-1-265,5-3-184,-5 19-254,-13 10-721,9 7-2190,-9 11 3366,-1 12 0,-12-11 0,-3 0 0</inkml:trace>
  <inkml:trace contextRef="#ctx0" brushRef="#br0" timeOffset="587310">25338 15251 17333,'0'-4'3926,"0"1"-2715,0 3-1088,2-18 23,-5 26-85,1-14 79,-28 53-106,-7-6-399,7-10 0,-2 0 370,-1-3 1,-1-2 42,-1-1 0,1-2 72,3-6 0,2-3 160,-17-1-61,21-26 27,13-18 12,17-22-174,2 18 0,2 0-223,0 4 1,2 0 275,12-22 0,1 0-443,-6 17 1,0-1 445,7-13 0,0-1-17,-8 17 1,-3 2 770,7-19-625,-11 15-51,-7 16-100,-9 9 262,-3 7-352,-6 5 937,-3 5-976,1 6 11,3 8 0,4 4-6,4 5-5,6 5 17,9 5 5,13 4 0,15 4 0,1-10-536,4-6 0,3-1 514,-9-10 0,2 0 22,17 10 0,2-1-25,-12-7 0,-2-1 3,-4-2 0,-4 2-99,-7-2 1,-4 2-137,7 24-275,-20 7-712,-21 3-1707,-15 0 2940,-16-8 0,15-22 0,3-9 0</inkml:trace>
  <inkml:trace contextRef="#ctx0" brushRef="#br0" timeOffset="587868">26121 15170 23601,'-21'26'434,"0"1"0,-19 14-249,15-37 44,-1-7 12,0-8-34,2-12-10,3-10-46,8-7-11,7-2-33,10-2-29,6 2 51,11-10-90,-5 17 84,8-16-11,-11 16-22,1-8 44,-7-1-11,-7 6 6,-6 6-34,-6 10-39,-4 9 6,-2 7-45,4 4 5,4 1-16,6 5-51,2 6 67,2 8 1,5 11-12,7 9 17,14 8-31,-6-20 0,2 1-351,6 3 0,3 0 345,5 3 1,1-1-12,1 1 1,1 0 10,-1-2 1,-3 1-6,-4-3 0,-4 2-159,-6-3 1,-5 2-270,-3 29-281,-18-28 0,-5 0-2985,-6 1 1,-2-1 3707,-3-3 0,1-2 0,-9 6 0,13-14 0</inkml:trace>
  <inkml:trace contextRef="#ctx0" brushRef="#br0" timeOffset="593757">26864 14887 18857,'-35'-21'1210,"6"2"-533,35-9-576,-1 11 78,9-19-61,0 15-29,7-5-72,-5 11-11,2 2 5,4 11 17,14 23-28,2 3 6,2 14-23,-22-12 0,-1 1-22,1 13 27,-6-10 1,-3 2 23,-7 20 27,-14 4 34,-10-2 89,-9-7 140,-1-12 164,3-15-1,6-11-163,9-17-117,6-9-101,12-12-34,11-2 1,12 3-18,8 6-5,5 10-5,4 7-23,-8 9-11,11 9 11,4 16-40,-1 4 15,-23-12 0,-3 2 25,2 28 6,-17-14-12,-23 19 6,-19-16-350,9-16 0,-4-1 210,-2-2 0,-3-3-463,0-4 1,1-3-1694,-18 2 2296,4-14 0,35 3 0,4-4 0</inkml:trace>
  <inkml:trace contextRef="#ctx0" brushRef="#br0" timeOffset="595383">28008 14717 19820,'6'-57'538,"-1"18"-163,-10 55-33,-8 16-2311,-5-1 0,-2 2 2053,-11 17-17,2-9 0,-2 0 263,9-12 0,-1-1-291,-4 5 0,1 0-56,5-5 1,2-1 83,-3 14 197,23-13 106,21-9-79,24-10-216,-15-7 1,2-2 1295,5-1 0,2-2-1363,2-1 0,1-1-33,1-1 0,1 0-146,0-1 0,0 0-678,-1 0 1,1-1 848,4-1 0,-3 0 0,4-1 0,-6 1 0</inkml:trace>
  <inkml:trace contextRef="#ctx0" brushRef="#br0" timeOffset="596183">29092 14615 23019,'23'-58'761,"-4"10"-6175,-17 40 5498,-2 3 1566,1-4-1583,-1 5 893,0-4-892,-1 0-1,-1-3-17,1-2 3449,0-4-3399,1-1-27,0 3 106,0 0-3217,1 3 3150,0 2 185,-1-3-197,0 9 136,0-3-192,0 6-32,0 0-29,-5 7 45,-17 28-6,-5 4-22,6-5 0,0 2 1701,1-3 1,2 2-1691,-5 11 1,2 2-643,5-7 0,1-1 628,0-1 1,4-1-144,2 22 134,12-20 7,9 6-1,23-8 1,5-13-18,15-7 12,-15-13-6,5-7 23,-15-4-6,6-12 1270,-13 0-1220,-9-3 133,-9 8-150,-8 0-10,-6 4-18,-15-6 1,-8 3-1,3 4-10,0 3-6,7 6 16,-2 3-16,-5 3-325,-2 9-493,8 2-191,3 1-5231,11 4 6251,5-8 0,3-2 0,1-6 0</inkml:trace>
  <inkml:trace contextRef="#ctx0" brushRef="#br0" timeOffset="596566">29595 14121 26234,'-29'-21'95,"-1"-1"0,-12-4-95,58 42 28,14 16-17,2 1-11,-8-7 0,3 4-6,13 19 1,1 0-764,-13-14 0,0 1 767,0 3 0,2 5 1,-6-3-16,-11-2 0,-3-2 8,2 0 0,-5 2-445,-10 21 1,-8 1-880,-3-18 0,-5 1 1163,-1 0 0,-3 3 0,1-6 1,4-9-1,0-4 0,-1-3 1,0 1-1</inkml:trace>
  <inkml:trace contextRef="#ctx0" brushRef="#br0" timeOffset="599517">30553 14365 8276,'3'-5'5831,"0"0"-3831,-3 5-623,27-60-503,-20 39-605,7-13 0,-7 4-5,-16 22-119,-12 5-27,-10 12-23,-11 6-33,-5 12-51,0 5-17,5 2 1,11 0-29,10-3-5,10-4 39,7-4 56,9-5 61,8-4 1,11-6-28,12-3-29,10-5-44,7-2 17,-1 1-6,-6-1-45,-12 4 34,-13 4 50,-10 6 50,-10 6 1,-11 4 5,-10 5-11,-10 5-62,-6 2 6,-1 0-39,3-2-56,9-8 22,11-6 68,11-7 66,10-3 29,6-4-6,8-2-17,3-1-78,0 1-34,-2 3 0,-6 2 12,-3 4 77,-6 5 68,-2 6 28,-5 5 0,-7 5-50,-5 6-56,-6 0-22,-2 2-18,3-4 6,6-6 28,9-8 151,13-8-5,12-7-185,17-13-208,16-10-423,-23 3 1,2-1 585,7-3 0,-3 0 0,6-2 0,-6 2 0</inkml:trace>
  <inkml:trace contextRef="#ctx0" brushRef="#br0" timeOffset="609814">24410 16540 8125,'1'-4'6066,"0"0"-1608,-1 4-4329,8-34 68,-6 31 324,4-9-3639,-9 45 3236,-1 7 72,-4 13-1498,2 5 1381,0 1-158,3 3 146,2-28 124,1-2 106,-1-14 2998,1-1-2432,-1-9 2144,0-4-2710,1-6 255,-3-7-468,-3-11 0,-4-25-38,2-4-131,3 17 1,2-1 168,3-22-44,3 14 44,6 1 40,9 8-102,-5 9-21,9 0 5,-7 18 0,1 1-11,9 7 236,6 14-247,3 7 22,6 17 0,-9 3-6,-8-6 1,0 8 5,-11-10 5,0 11 23,-7-15 90,-3-7-12,-2-17 107,-1-7-123,-5-10-12,-2-21-67,0 2 0,4-7 1,4-3-7,8-14-5,-5 20 0,3 1 51,21-25-23,-8 30 0,6-5-23,-8 21-10,-1 5-12,9 10 6,-6 1-17,14 12 0,-9 1-84,6 8-196,0 5 11,-8-6-929,3 9-5507,-1 0 6733,-3-4 0,-4-5 0,-10-17 0</inkml:trace>
  <inkml:trace contextRef="#ctx0" brushRef="#br0" timeOffset="610363">25287 16560 22985,'21'-49'370,"-2"30"-298,-16 41 24,1 24-24,-3-11-55,-1-1 17,-5 18 39,-1-20 22,-4 11 123,0-21 62,2-10-106,-1-13-51,0-14-39,1-13 11,1-18 6,4-15-334,4 26 0,1-2 334,0-2 0,2 1 11,0 1 0,1 2 84,6-21-50,-2 18-118,-3 17-17,0 11-17,2 9-10,6 12 610,1 3-569,6 15 1,0 4-240,1 2 214,1 4 0,2 0-16,5 0 16,10 5-6,0-13 40,4-12-1,-16-10 29,1-11 50,-20-13-11,-1-13-23,-5-16-1685,-5 8 1,-1-2 1634,-1-15 5,-1 13 1,0 0 169,-2-4-142,1-6-27,0 15-73,4 11-124,0 11-352,3 7 2316,7 5-9469,10 4 6820,5 0 0,-5 1 0,-7-1 0</inkml:trace>
  <inkml:trace contextRef="#ctx0" brushRef="#br0" timeOffset="610564">26059 16321 21713,'-3'0'936,"1"0"-3412,2 0-2408,75-35 3751,-39 24 1,5-8 0,-3 2 0,-20 14 0</inkml:trace>
  <inkml:trace contextRef="#ctx0" brushRef="#br0" timeOffset="610737">26153 16527 22711,'45'-29'-1582,"0"0"0,0 0 1,-3 2-1,-1 1 0,-5 4 1582,15-6 0,-20 13 0,-15 6 0</inkml:trace>
  <inkml:trace contextRef="#ctx0" brushRef="#br0" timeOffset="612821">26989 16254 19664,'-14'-34'389,"1"0"0,-9-23-243,27 35-63,3 3-55,2 5 40,16-2-52,-3 7-16,14 0-39,-3 8 6,1 10 16,-1 7-6,0 7-16,-5 2 17,-7 1 39,-10 0 16,-6-6 40,-13 14-23,-5-10 46,-11 8 72,-1-12 112,1-9 16,6-6-167,8-6 129,3-6-174,5-1-11,4-5-45,4 3-11,8 1-11,0 2-1,3 2 54,24 14 0,6 6-42,2 3-20,4 2 0,-3 2 9,-14 8 22,-15 1 33,-18 0-5,-18-2-44,-15-4-35,-2-8-717,-27-7-4356,16-10 4248,-12-6 0,29 1 0,12-1 0</inkml:trace>
  <inkml:trace contextRef="#ctx0" brushRef="#br0" timeOffset="614706">24701 17810 14757,'0'-5'3814,"0"0"-2973,0 5-589,17-8-90,-7 29 40,11 4-51,-12 35-73,-7-21 1,0-1-7,-2 15-2,-1-17 0,-3-3 165,-6 5 73,-5 4 118,-2-11 156,0-12-15,0-10-130,-1-15-124,2-14-139,0-17-68,5-15-42,8 19 1,0 0-156,4-4 1,1 1 180,3-1 0,1 2-9,1 3 0,3 1 25,9-16-16,0 15-90,-3 13 0,0 10 17,1 6-12,2 5-5,4 6 265,7 10-349,6 10 11,6 9-513,1 7 586,-21-19 0,0 0-28,17 24-64,-5-4 86,-8-9 6,-8-11 0,-8-10 106,-5-7 208,-3-6 541,-2-6-704,1-10 59,-3-11-109,0-36-95,1 9 13,1 17 1,1-1 59,2-13-34,1 1 44,-1 1 1,-1 4-1,0 10 23,-2 10-78,0 12-51,0 6-5,0 4-79,0 1 118,0 4-6,1-3-17,-1 3 51,1-4-84,-1 1 39,2 2 11,3 4 34,3 6-39,7 5-29,3 5-16,3 1 11,4 2-6,3-1-5,3 0 45,2-1-40,0 0-280,-4 1-1232,-5 2 1546,-6 3 0,-10-13 0,-3-1 0</inkml:trace>
  <inkml:trace contextRef="#ctx0" brushRef="#br0" timeOffset="615456">25570 17705 22363,'25'-14'639,"-5"4"-533,-4 40-111,-5 1 5,1 10 67,-5 15-45,-8 1 17,-6 0 1,-8-8-57,-1-18 118,2-9 302,4-10-308,5-9 0,2-12 17,2-12 34,-1-16 22,1 4 0,1-1-6,-1-16 98,0 2 1,-1 2-115,0 4-15,0 6 1,0 0 87,1 1-74,0-1 1,1 14-45,1 11-107,0 7-22,4 3 11,7 6 17,11 5-22,20 18 11,2 3-351,0 5 340,0 1-79,-12-9 95,14 9 12,-19-15 16,6 1-33,-24-17 22,3 1 79,-11-6 28,0-4 22,-1-9 361,0-11-439,-3-28-34,2 12-12,-1 6 1,0-1-17,1-17 17,0 10 0,2-4-62,-1 33-44,0-1-432,0 9-2997,-1 3-829,4 1 4347,2 2 0,-2-1 0,0 1 0</inkml:trace>
  <inkml:trace contextRef="#ctx0" brushRef="#br0" timeOffset="615696">26351 17502 23334,'44'-37'-3257,"0"0"1,2 1 0,-4 10 3256,-6 22 0,-6-1 0,-14 5 0</inkml:trace>
  <inkml:trace contextRef="#ctx0" brushRef="#br0" timeOffset="615864">26538 17690 16751,'-3'4'5147,"0"-1"-3181,3-3-2139,22-11-91,-3 0-923,36-19-967,-27 14 0,0 0 1475,3-2 1,-1 1 0,10-6 0,-18 11-1</inkml:trace>
  <inkml:trace contextRef="#ctx0" brushRef="#br0" timeOffset="620722">27290 17259 21293,'-8'-15'863,"0"4"-734,8 17 11,2 7-90,-1 3 40,4 20-28,1-10-1,5 11 12,2-13 45,4-7 117,11-8-129,-7-9 68,11-11-29,-8-10 63,5-11 55,-4-8 6,-7-4 67,-9-9-224,-4 18 117,-9-4-66,-5 22-68,-27 1-90,6 16-10,-13 3 38,9 17-21,7 3-12,-5 12-17,4 10 17,6 10-446,7 5 407,7 2 28,12-2 0,10-5-6,14-6-56,14-6-126,-15-26 0,3-3-619,4-3 1,2-3-3068,4-4 1,0-2 3884,-2-3 0,-4-2 0,11-1 0,-20-1 0</inkml:trace>
  <inkml:trace contextRef="#ctx0" brushRef="#br0" timeOffset="638301">22704 12311 24575,'-60'-3'0,"0"0"0,-1 0 0,1 0 0,0-1 0,-1 1 0,1 0 0,0 0 0,-1 0 0,1 0 0,0-1 0,-1 1 0,1 0 0,0 0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8T15:25:21.55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2697 2730 19860,'0'-58'995,"1"-1"1,-1 1 0,0 6 0,-1 2 0,1 11-537,4 4-375,-4 18-95,3 16-4195,15 26 4222,-1-2 270,2 4 0,1 4-280,-3-5 0,0 2 2,5 8 0,0 2 3,0 2 1,-2 1 2,-1-2 0,-2 0-9,-5-9 1,0 0-9,0 2 0,0-2 65,0-5 257,2 2 40,-7-33 3047,-1-25-3288,6-25-45,-5 16 0,2-1-93,1-6 1,1-1 55,2-1 1,0 0-7,0 4 1,1 1-20,0 7 1,0 2-18,12-16-56,0 20-218,1 20-728,7 19-1619,6 15 2627,-14-3 0,-2 1 0,4 3 0,-1 0 0</inkml:trace>
  <inkml:trace contextRef="#ctx0" brushRef="#br0" timeOffset="332">3849 2454 22946,'-5'-4'980,"2"0"-885,14-56-67,14 34-48,-5-10 1,6 3-183,34 19-98,-27 11 1,1 2-872,27 11-1114,-13 11-4834,-16 22 3663,-16-9 17,-21 20 3439,-15-13 0,2-13 0,-4-1 2778,-1 1 0,-4-1 1364,-7 4 1,-1-3-2598,-11 10-526,17-17 1,3-3 341,4-4-504,3-3-504,11-6-241,24-15-369,33-15-1037,-16 8 0,3 0 615,6-2 1,-2 1-1,7-1 1,-19 8 0</inkml:trace>
  <inkml:trace contextRef="#ctx0" brushRef="#br0" timeOffset="1007">5517 2210 21299,'-2'-2'1983,"0"0"-1362,2 2-604,-63-21-11,27 17-239,-10-6 0,-2 4 261,-6 14-6,-6 4 1,2 2 10,6-2 140,13-2-139,12-1-23,10 0 40,5 5-29,5-2 40,-3 22 376,3 0-337,-5 24-57,5-26 1,1 1-189,-1 5 1,0 2 171,0 3 0,1 2-329,-1 2 1,2 1 316,0-2 1,3-1 0,2 1 0,3-2 16,5 10 68,17-5 22,8-34-61,17-4-113,-19-12 1,2-3-650,4-3 1,2-2-1917,4-4 1,-1-2 2615,-3 1 0,-3 1 0,11-6 0,-21 8 0</inkml:trace>
  <inkml:trace contextRef="#ctx0" brushRef="#br0" timeOffset="1650">6373 2458 19182,'-9'-47'1857,"1"-1"1,0 6 0,-1 7-1208,-5 11-342,2 12-297,6 12 0,1 15 12,0 16 21,-1 21-30,2-19 0,0 2 6,-1 13 0,0 2-15,1-6 1,-1-1-1,1 0 1,-1-1-1,-1-4 1,0-3 39,-4 14 45,-2-2 201,4-19 190,-3-24-402,4-11 38,-7-28-44,3-15-54,4 14 1,1-4-901,0-16 1,2-1 888,0 17 1,2-1 7,3-4 1,0-3 0,2 6-165,4-13 153,2 9 1,2 3 11,12 5 6,11 1-18,5 13-10,16 14-7,-17 9 7,20 16-6,-20 15-270,-13-8 0,-1 4 258,-1 3 1,-1 4-290,-4 4 0,0 4 1,-2-2-720,1 9 0,-2 2-1221,-4-6 1,1 2-1,-4-3 2252,-3 0 0,-2-6 0,0 13 0,-3-25 0</inkml:trace>
  <inkml:trace contextRef="#ctx0" brushRef="#br0" timeOffset="1816">6374 2714 18632,'-6'-3'4532,"0"1"-3843,6 2-689,0 0-230,20-71-728,16 50 0,4 0-314,-10-21 1,3 0 1271,11 25 0,7 6 0,-9 3 0,-1-1 0,19-1 0</inkml:trace>
  <inkml:trace contextRef="#ctx0" brushRef="#br0" timeOffset="1999">7262 2515 22783,'0'5'2661,"1"-1"-2319,-1-4-488,-19 107-1998,14-64 1839,-1-4 1,-2 8 0,3-6 304,8 12 0,-2-28 0,2 8 0</inkml:trace>
  <inkml:trace contextRef="#ctx0" brushRef="#br0" timeOffset="2665">7654 2348 20565,'14'42'84,"1"0"0,-1-3 0,-5-3 5,-12 8 1920,-4-5-1903,-5-6 902,0-10-706,0-10 242,4-9-365,-1-13 1337,3-12-1309,-1-36-140,4 26 0,1-3-6,0-11 1,1-2-23,2 4 1,1 1-10,1 0 1,3 3-319,0 3 0,3 4 310,7-13-5,19-1-6,-3 24 29,18-6-24,-2 17 1,2 9-17,0 11-11,-3 11 0,-8 12-6,-9 9 0,-13 7-11,-16 8 17,-9-10 5,-9-9 1,-4-2 16,-12 10-3,10-16 1,0-2 8,-4-1 72,2-15-44,14-12 17,-2-18 587,11 3-588,7-26-16,6 16-17,5-6 45,10 5-56,-4 14-6,14-1-5,0 9-18,4 11 12,-6-1-11,18 18 11,-25-10 5,2 4 1,-1 3-28,-4 7 11,4 16-12,-27-1-61,-21 7-349,2-22 0,-4 0-150,-6 1 1,-2-2-933,-3 0 0,-2-2 1515,-3-3 0,2-3 0,-5 4 0,7-11 0</inkml:trace>
  <inkml:trace contextRef="#ctx0" brushRef="#br0" timeOffset="2882">8728 2544 25931,'-17'57'-1206,"0"-1"0,4-12 0,-1-4 1206,-6 12 0,12-36 0,0-1 0</inkml:trace>
  <inkml:trace contextRef="#ctx0" brushRef="#br0" timeOffset="3642">9216 2277 25763,'9'-7'95,"-5"-2"-95,18 66-5,-11-9-29,-4-17 1,-1 1-295,-3 1 0,0 0-910,-1 0 1,-2 1 517,-3 0 0,0-2 1,1 4-1,-4-7 0</inkml:trace>
  <inkml:trace contextRef="#ctx0" brushRef="#br0" timeOffset="3933">9179 2590 18364,'-3'-46'1798,"1"0"0,1 10 0,1-1-1462,0-4 0,1-4 0,0 3-275,3-2 1,2 3 159,1 6 0,2 2 9,10-21 35,4 14-237,5 14 76,7 12-76,9 11-51,-2 19 1,0 6 22,11 6-221,-14-2 1,-3 5 211,-13-5 1,-2 2-20,-2 2 0,-1 3-25,2 7 0,-4 2-17,-7 0 0,-8 1-1470,-16 6 1,-8-2 1539,7-14 0,-4-3 11,-18 11 0,-6-6-172,13-16 1,-2-4 177,-7 3 0,-1-4-17,0-6 0,1-4-123,-9-5-735,10-21-3202,41-5 3594,10-4 0,0 10 1,0 9-1</inkml:trace>
  <inkml:trace contextRef="#ctx0" brushRef="#br0" timeOffset="4139">10087 2474 22873,'-1'6'1450,"0"-1"-453,1-5-918,-6 72-275,3-44-1316,-1 21 0,-2 0 1512,0-17 0,1-6 0,2-10 0</inkml:trace>
  <inkml:trace contextRef="#ctx0" brushRef="#br0" timeOffset="4615">10765 2094 22845,'1'-3'3344,"-1"1"-2807,0 2-441,-32-36-80,6 27-16,-22-26-11,-14 45 17,27-2-6,1 2 0,0 4 5,-12 15-16,4 2-11,7 5 22,20-9 11,8-7 0,4 4-22,5 6 22,3 5-11,2-1 0,3 15 34,-5-10-23,2 6 39,-4 10-38,0-29 27,5 29-28,1-30-22,7 10 22,-3-19 11,36-3-83,-21-13-82,8-2 0,0-2-148,-1-6-564,1-2 1,-1 0-126,-3-2-2286,-1-1 1,-3-2 3265,-10 2 0,3-3 0,-16 12 0</inkml:trace>
  <inkml:trace contextRef="#ctx0" brushRef="#br0" timeOffset="4777">10540 2435 16510,'-5'0'4990,"1"-1"-1170,4 1-3848,-10-33-336,32 15-1571,-1-7 0,4 0-2981,8 12 1,3 5 3265,0-2 1,-4 1 0,1 1-1,-23 6 1</inkml:trace>
  <inkml:trace contextRef="#ctx0" brushRef="#br0" timeOffset="5525">11288 1973 26878,'-14'-48'504,"3"10"-392,11 38 252,0 0-297,3 0 22,-2 0 568,1 0-657,-9 0 0,2-1 0,-7 0 0,6-1 0,0-1 0,0 1 0,2 0 0,0 0 0,2 0 0,0 2 0,-1-1 0,2 0 0,-1 1 0,1-1 0,4 1 0,7 0 0,9 1 0,1 1 0,13 3 0,14 1 0,4 0 0,-19-4 0,0 0 0,19 0 0,0-4 0,-20 0 0,-2-2 0,-21 1 0,-1 1 0,-4 2 0,-3 0 0,0 7 0,0 7 0,1 16 0,0 12 0,1 15-332,-4-21 1,0 1 331,-2 5 0,-1 2 0,-3 4 0,-1 2 0,-2-1 0,0 1 0,0-3 0,0 0 0,1-6 0,0-1-230,2-6 0,-1 0-941,-8 21-3684,-6-9 4855,-3-14 0,14-16 0,6-11 0</inkml:trace>
  <inkml:trace contextRef="#ctx0" brushRef="#br0" timeOffset="7144">11466 2818 6943,'-1'-4'2252,"0"1"4615,1 3-5377,35-16-214,-21 9-71,27-13-57,-34 15-286,-3 0-379,-11-1-192,-7 0-56,-15 0 12,-10 1 21,-8 3-49,0 1-46,5 1-66,9 1-62,11 0-23,6 2-28,7 0 12,2 2 16,-1 2-16,0 1-34,1-2-84,3-2 17,4-2 179,9-1 33,10 0-49,14 0-46,8-3-5,4 0-84,-4-2-2936,-7 2 2155,-12 3 0,-12-1 0,-6 1 0</inkml:trace>
  <inkml:trace contextRef="#ctx0" brushRef="#br0" timeOffset="126260">4016 4719 15020,'-4'-4'5355,"1"0"-3754,3 4-1348,-30-63-186,22 47-50,-8-20 0,7 8 22,19 36 28,7 9 12,5 16 16,0 13 6,-4 9-51,-7-7 14,-8-11 1,-4 0 36,-6 12-45,2-17 0,-1-1 268,-7 2 136,3-17-298,4-13 12,1-19 111,4-30-134,1-14-470,3 19 0,1-1 350,2 4 0,2 0-3,2 2 0,2 0-140,2 4 0,2 2 190,19-22-16,2 15-57,1 13 12,1 13-17,0 17 0,-7 4 0,18 25-17,-15-5-248,-8-7 0,0 1 53,15 18-192,1-1-2876,0-3 1762,0-6-265,-1-10 304,-3-10 846,-5-13 554,-6-12 562,-7-10-125,-8-5 3651,-7-2-3130,-9 4 179,-5 6-201,-5 5-207,-3 5-219,2 6-246,2 2-134,5 3-18,5 1 23,9 3-39,2 0 67,19 1-45,-2-3-5,11-1-1,-5-6 57,-5-3 39,-4-8 22,-7-6 6,-6-6 16,-8-6 35,-10-2 44,-7 1 11,-7 6-39,-4 7-79,-1 8-38,-2 7-40,1 11-27,-3 15-35,12 0 1,0 23-6,14-7-6,5 14-5,12 0-51,10-3-100,12-5-242,10-6-587,10-8-246,-23-18 0,1-3-368,2-1 0,1-3-1097,1-4 0,0-3-275,-2-2 0,0-2 2240,-3-4 1,-2-2 736,16-18 1870,-16-3 1564,-16 0 313,-9 2-767,-8 0-1121,-3-2-85,-2 0-760,0 3-269,2 8-342,2 11-285,3 8-79,-2 13 12,2 9-18,0 15-10,1 8-1,2 5-16,3-1 5,6-3-6,7-7 23,9-8 17,6-12 28,5-10 28,2-15 16,-2-8 12,-4-11 28,-8-5 45,-6-1 55,-8 4 23,-4 6-73,-5 10-151,-1 8-89,-1 7 33,2 15 5,2 1-10,4 13-1,7-2 12,0-6 16,1-2-5,3-10-17,1-5 0,11-5 11,2-6 23,0-7 55,-5-9 46,-10-7 33,-8-9 34,-14-7 89,-8-3 12,-9 4-74,-5 10-106,-1 10-95,3 11-56,6 8-95,8 8-179,7 9-606,12 7-2066,13 7 2974,18 4 0,-16-13 0,1-1 0</inkml:trace>
  <inkml:trace contextRef="#ctx0" brushRef="#br0" timeOffset="126795">6304 4373 20414,'-5'-3'2638,"2"0"-992,3 3-1641,-14 6 374,20 16-430,-6 13-105,21 17-293,1 3-621,-3 1-935,-3-3-711,-7-3-270,-4-4 1444,-9-9 1671,-4-15 1299,-3-15 308,0-20 410,1-15-533,1-16-425,-2-13-897,4 24 0,-1-1 118,0-4 0,0 1-56,-2-1 0,1 0-76,0 1 1,0 1-91,3 3 1,0 1 86,-1-23-111,10 8-63,13 5-100,0 16-16,18 1-1,0 16 11,16 1 12,9 8-148,-26 4 0,0 4 116,10 9 1,-3 4-78,-11-6 1,-1 3 71,8 12 0,-4 4-58,-2 21 38,-16-18 1,-4 1 5,-6 2 0,-7 1-1549,-10 6 1,-6-2 1581,5-14 1,-3-1-9,-12 8 1,-3-4-280,-16 2 105,18-16 1,-1-2-1440,-22 6 1633,7-14 0,22-6 0,9-5 0</inkml:trace>
  <inkml:trace contextRef="#ctx0" brushRef="#br0" timeOffset="127894">7040 4428 9615,'-2'-2'8362,"0"1"-3248,2 1-4688,-37-55-331,27 41-81,-11-19 0,4 11 20,18 32-12,4 10 6,3 18-17,4 13-16,-2-4-29,4 13-100,1-15-216,-3-16 0,2 0-1281,12 10-3605,5-6 5236,-9-21 0,-8-7 0,-7-3 0</inkml:trace>
  <inkml:trace contextRef="#ctx0" brushRef="#br0" timeOffset="128061">7049 4240 12617,'-3'-4'4963,"1"1"-8430,2 3 3467,19-22 0,-15 16 0,15-16 0</inkml:trace>
  <inkml:trace contextRef="#ctx0" brushRef="#br0" timeOffset="128503">7384 4318 16314,'-4'-4'5741,"1"0"-3725,3 4-1988,-41-35 6,39 40-23,-24-20 0,57 51 1,8 5-18,-17-19 0,3-1-128,1 1 0,1-1 55,2 1 1,-1-1-101,0-1 0,-1-1-431,19 18-146,-15-7 44,-18-5-5,-22-8-168,-20-7-16,-19-11 407,-11-12 358,27 1 0,1-4 169,-17-13 56,20-4 1,3-4 258,2-15 22,9 14 0,2 1 621,5-12 398,5 10-1025,0 18 303,1 6-410,0 12-100,4 25-34,1 5-89,1 14-45,0-7 0,1 1-297,4 21-487,-1-16 1,0 2 794,2-5 0,0-3 0,1 3 0,0-6 0</inkml:trace>
  <inkml:trace contextRef="#ctx0" brushRef="#br0" timeOffset="128812">7878 4419 21108,'1'-47'677,"0"0"1,0 0 0,-1 2 0,-1 0 0,-2 3-432,-3-2 1,-3 0 204,-8-13 0,-1 3-353,7 21 0,0 2 78,-7-9 1,1 6-37,5 18 61,-5 0-117,8 11-72,0 5-7,5 12 12,2 16-23,5 19 3,1-14 1,1 1-429,4 6 0,2 1 419,2 4 1,2 1-59,3 2 0,2 0-118,2 0 1,2-1-289,2-1 0,2-2-684,1-2 1,1-3-2628,1-5 1,0-3 3786,-4-7 0,-3-3 0,8 2 0,-17-14 0</inkml:trace>
  <inkml:trace contextRef="#ctx0" brushRef="#br0" timeOffset="128987">7800 4248 23226,'30'-45'-1490,"0"-1"0,5 3 0,5 9 1490,1 20 0,0 7 0,15-6 0,-24 6 0</inkml:trace>
  <inkml:trace contextRef="#ctx0" brushRef="#br0" timeOffset="129211">8396 4124 20592,'-9'1'2868,"1"0"-2137,8-1-1033,0 0-213,51-35-208,-3 21-6,-3-6 0,2 2-245,-11 13 0,-1 4-3664,27 5 3889,-9 8 0,-26-4 0,-7 2 1</inkml:trace>
  <inkml:trace contextRef="#ctx0" brushRef="#br0" timeOffset="129361">8561 4317 20599,'-43'23'1377,"0"-1"1,1 1 0,18-11-1064,24-13-208,19-10-106,20-8-101,-10 5 1,2-1-1862,19-7 0,0 2 296,-13 4 0,0 1 1666,13-3 0,-4 1 0,-18 8 0,0 0 0</inkml:trace>
  <inkml:trace contextRef="#ctx0" brushRef="#br0" timeOffset="130222">9785 4075 21903,'-27'-40'446,"0"0"1,3 1 0,12 5-139,33 9-219,8-1-58,-2 10 0,2 1-14,8-2-12,9 2 1,-6 11-17,4 3-9,-11 5 0,2 3-47,20 10 2,-25-3 1,-3 3-20,2 7-50,-9 11 100,-15-2 113,-19 18 38,-6-10 51,-18 2-44,10-21 206,-6-5 286,8-10-269,4-3-89,6-7-118,13-4-72,9-2-46,2 2 0,25-1-22,1 4 6,21 0 0,1 8-382,6 4 376,-10 2-14,-13 1 0,-2 1-8,0 2-15,-5 2 1,-5 3-21,-16 7 18,-23 20-140,-34-4-79,16-22 1,-2-3-1726,-9-1 0,2-4 1983,-10-1 0,10-6 0,27-5 0</inkml:trace>
  <inkml:trace contextRef="#ctx0" brushRef="#br0" timeOffset="130487">10740 3711 22263,'0'-7'2895,"1"1"-2822,-1 6 252,0 0-286,72 79-1407,-34-28 1370,-9-13 0,5 4 0,-5-2-81,-10-4 1,-5-1-193,-1 1 1,-1-1-458,-4-2 0,-2-1-2700,3 24 3428,-6-10 0,-2-23 0,-1-9 0</inkml:trace>
  <inkml:trace contextRef="#ctx0" brushRef="#br0" timeOffset="130752">10780 4025 18229,'-45'-7'1508,"1"0"1,1 1 0,14 0-977,25 4 12,14-3-169,18-4-162,23-6-124,-16 4 1,2 1-23,5-3 0,3-1 8,14-4 1,0 0-1713,-10 3 0,-1 0 1665,-2 1 0,-3-1 31,-9 3 0,-4 1-9,10-5-50,6-2-17,-15 7-380,9 0-1373,-17 7 1770,7 1 0,-18 2 0,-7 1 0</inkml:trace>
  <inkml:trace contextRef="#ctx0" brushRef="#br0" timeOffset="132582">11986 3711 13911,'1'-2'174,"-1"-1"1697,0 3-1412,23 27-118,-11-15-10,17 21 212,-19-22 331,-5-3 34,-6-1-192,-10-4-89,-6 0-22,-9-9-84,-2-6-100,1-13-12,5-10-51,6-9-100,8-2-46,11-4-200,2 17-12,12-2-28,3 20-12,12 2-49,20 11 41,-22 10 1,1 5-4,2 3 1,-3 5-208,0 8 0,-6 5 246,-7 2 1,-7 4-416,-7 5 0,-7 3 385,-9 6 0,-7 2-549,-4-8 1,-6 1 0,2-2 590,-4 3 0,-1-2 22,2-6 1,-3-1-1,2-6 96,7-11 0,0-5 243,-6-3 0,2-8 25,-1-17-173,9-18 281,24-9-265,12-2-156,12 1-23,15-3-38,13 14-97,-12 18 0,1 5 68,-12 3 1,0 2-183,21 7 0,-1 5-2106,-13 2 1,-1 3 2304,3 3 0,-1-1 0,11 9 0,-25-11 0</inkml:trace>
  <inkml:trace contextRef="#ctx0" brushRef="#br0" timeOffset="134001">12653 3682 20823,'8'-53'-499,"16"8"239,5 35 0,6 6-333,2-3 1,0 2 160,1 1 1,-1 2-381,-2 0 0,-2 3-2912,17 10-1381,-21 11 3291,-29 13 1814,-26 9 0,-3-14 0,-4-1 197,9-8 1,-1-1 1384,-14 9 0,1 0 1768,-9 9-2166,19-15 1,1 0 432,-16 19-911,16-9-73,15-7-17,20-10-268,19-8-270,24-14-98,-19 0 1,3-3-342,11-7 0,2-2 310,-8 2 1,-2-1 39,-1 0 0,-2 0 72,11-17 108,-26 4-1,-8-11-45,-25-3 120,-5 15 1,-4 1-153,-14-12 278,9 12 1,0 2 571,-6-6 51,-4-4 850,6 4-1450,11 11-280,8 6-28,8 9-128,5 5 21,10 8 18,23 19-29,9 13-270,-12-9 0,-1 3 284,-8-8 1,-1 1-65,3 9 0,-2 3-163,-8-8 1,-2 3-1765,4 17 0,-3 1 1385,-6-14 1,-1-2 0,1 26-1,-5-40 1</inkml:trace>
  <inkml:trace contextRef="#ctx0" brushRef="#br0" timeOffset="134652">14345 3207 19294,'-4'-2'1377,"0"1"-55,4 1-1227,-74-6-32,35 8-47,-5-5 1,-2 2 78,-14 8-22,17-4-96,-17 3 226,26-4 22,6 1-18,15 0 34,-1 3 7,4 1 285,0 9-127,4 2 19,0 11-308,3 3-21,2 7-33,5 6-43,2 7-44,2 6-643,-3-11 487,0 15 88,-5-4 66,1-3 67,-1-3 89,0-24 20,0-13 815,0-6 373,0-7-1250,2-15-96,1-4 202,1-7-293,9-14-82,3 12-6,11-13 407,12 6 269,-10 13 24,14 0-58,-21 15-94,24 6-202,-12 11-56,13 8-34,-11 10-468,-5 4-101,-11-5-181,-4 17 13,-13-10-198,-10 16-513,-16-8-1469,-12-3-755,1-10 3591,-4-5 0,23-17 1,0-1-1</inkml:trace>
  <inkml:trace contextRef="#ctx0" brushRef="#br0" timeOffset="134943">14259 3216 17148,'2'-3'4156,"0"0"-3231,-2 3-303,76-49-214,-34 31-486,9-10 0,1 2 392,-7 17-56,-7 2 121,-11 4-40,-9 1 31,-9 1-204,-5 1-291,-3 0-1473,-7 5 1726,-7 5 1,5-3-1,-4 2 1</inkml:trace>
  <inkml:trace contextRef="#ctx0" brushRef="#br0" timeOffset="142506">5201 6666 16174,'0'-61'1771,"0"1"1,0 6 0,-4 10-1082,-3 26-534,-1 8-184,4 17 79,3 16-51,4 21-84,5 17-174,-1-24 0,2 0 56,2 2 1,2 0-424,2 0 1,1 1 178,1-2 1,2-1-916,-1-2 0,1 0 1361,1-2 0,0-3 0,1 4 0,-3-9 0</inkml:trace>
  <inkml:trace contextRef="#ctx0" brushRef="#br0" timeOffset="142864">5440 6273 15925,'-48'-33'267,"0"0"0,8 0 0,7 15-103,16 46 683,11 1-716,3 11 313,11-2-295,13-1-141,-1-14 257,13-4 232,-12-15 427,3-6-372,-5-9 305,-6-17-584,-6 3 190,-10-18-11,-7 9-31,-8-8-197,-3 6-252,2 9-376,4 11-487,6 8-39,4 13 199,11 11-1423,9 14 1277,19 13 0,-15-17 0,6-3 1</inkml:trace>
  <inkml:trace contextRef="#ctx0" brushRef="#br0" timeOffset="143257">6071 6213 18756,'0'-7'4125,"0"2"-2762,0 5-496,0 0-828,-28-4-83,24 21 130,-18 4-43,27 11 1,9 9-656,0 4 1,2 5 579,-1-8 0,1 4 1,3 2-50,-1-2 0,3 3 1,1 0-1,-2-2-622,0-1 0,-2-3 1,3 3 395,0 2 1,2 3-1,0 0 1,-3-3-408,-3-1 0,-1-2 0,-2 2-712,4 12 0,-2 3 1,-1-1-531,-3 0 0,-3-1 0,-3 1 37,-3 3 1,-5 0-1,-2-4 2203,-3-15 0,-2-3 0,-2-3 84,-4 15 1,-7-10 577,-8-24 1,-4-11 278,3-12 1,-1-9 233,-10-6 1,1-10-321,9-6 0,1-8 0,3-2-713,5 3 1,2-2 0,2-2-226,0-10 1,2-4-1,4 4-103,3-1 1,6 0-23,10 5 1,5-3 0,1 7-83,-2 9 1,4 1-51,5-7 0,4-3 0,4 3-479,1 8 0,3 2 0,-2 3 263,8-11 1,2 1-538,-1 6 1,3-1-1,-1 3 809,7-2 0,-4 5 0,-11 6 0,-3 3 0,-1 2 0,-1 0 0</inkml:trace>
  <inkml:trace contextRef="#ctx0" brushRef="#br0" timeOffset="143517">7021 5908 23192,'-31'32'56,"-1"1"0,1 0 0,-11 5 0,10 6-26,23 7 0,9 7 0,3-4-1732,-2-8 0,2 1 1687,1 10 0,3 6 0,4-3-34,4-13 1,3-3-1,2-1-185,0-1 0,2 0 1,3-1-3,5 0 1,3 0 0,3-7-1048,15-2 1,3-9-1402,-9-7 0,1-5 2684,8-3 0,-5-5 0,-9-3 0,-1 0 0</inkml:trace>
  <inkml:trace contextRef="#ctx0" brushRef="#br0" timeOffset="150840">8176 5969 9229,'4'0'2413,"0"1"2981,-4-1-5170,-58-13 34,26 16-118,-9-7 0,-1 3 118,-3 17 5,-1 0-4235,2 0 4129,13-5 1235,2-1-1207,18-6-168,0 0-73,9-4-442,2 0 503,0 4 3471,1 6-3414,0 7-3376,2 11 3337,-1-1 119,-1 20 9,0-15 0,-1 0-100,0 22-118,0-9 0,0-1 196,0 3 106,4 15-112,0-29 336,9-4 135,-6-17 3695,2-1-3466,-6-11-497,-2-11-175,-1-9-39,0-8 315,1-5-343,3 0-45,5 4-22,12-1-23,7 8 6,-3 6-11,15 6-11,-10 14 5,17 6 6,-3 9 5,0 6-33,-1 5-11,-5 3 10,-9 2 7,-12 2-23,-13 0-56,-17 1-196,-14-1-342,-12-3-650,-4-7-1713,4-9-6818,9-9 9164,14-9 1,8-1 0,6-1 0</inkml:trace>
  <inkml:trace contextRef="#ctx0" brushRef="#br0" timeOffset="151224">8827 5825 19736,'-9'26'1406,"-9"7"-1272,-22 10-81,15-18 1,-1 1-2820,-8 7 0,1 0 2785,10-10 1,0-1 22,-5 8 0,3-2 1446,2 3-1449,2 4 859,9-7-842,10-7 56,11-4 57,9-3 3386,14-4-3449,13-4-61,11-3-330,-22-3 1,1-1 197,3 0 1,1-1-363,3-1 1,0-1-1891,2-1 1,-1 0 2338,-4-1 0,-5 2 0,2-1 0,-24 3 0</inkml:trace>
  <inkml:trace contextRef="#ctx0" brushRef="#br0" timeOffset="151974">9464 5908 11726,'-3'-3'6800,"0"0"-4632,3 3-1664,-50-71-996,39 47 562,-14-20 0,7 1 168,29 20-177,8-3-27,3 5-29,3 6-21,3 7 16,4 4-23,4 9-16,6 7-3032,12 16 3010,-16-4-102,8 18-115,-27 5 250,-15-16 0,-4 2 47,-4-1 1,-4 0 30,-7-1 1,-3-4 156,-24 10 101,-1-11 129,1-13 84,7-11-95,8-11-146,9-8-123,9-5 3283,10-2-3412,9 3 62,8 2-56,12 3-23,7 6-22,11 2 5,6 6-10,5 8-202,1 4 202,-2 6-40,-8 5-23,-12 5 6,-16 5-11,-17 5-95,-17 4-168,-14 2-410,-12 0 74,3-10-398,-1-7 1081,-4-5 0,22-12 0,-7 2 0</inkml:trace>
  <inkml:trace contextRef="#ctx0" brushRef="#br0" timeOffset="152307">9873 5495 19630,'-4'-3'2711,"1"0"-1104,3 3-1304,-8-60-259,12 43 1,-1-45 22,38 64-27,5 12-29,-9 0 0,0 2-183,-9 0 1,-1 1 171,10 10 0,2 4-22,2 9 0,0 1-655,-7-8 1,-1 2 642,-5-1 1,1 2-1,-6 2-254,-5 8 0,-6 3-973,-4 10 1,-5 3 1260,-6-19 0,-3 1 0,-1-4 0,-2 0 0,-1-5 0,-12 12 0</inkml:trace>
  <inkml:trace contextRef="#ctx0" brushRef="#br0" timeOffset="152822">11315 5326 23853,'-18'39'13,"0"0"0,0 4 0,4 0-16,9-10 1,2 3-902,-5 3 1,-2 4 0,-1-1 645,-4 5 1,-2 1-135,1-3 0,-2 2 0,0-1-684,-6 9 1,0-4-874,2-4 0,1-4 329,7-12 0,1-3 1620,-7 15 0,17-34 0,1-4 0</inkml:trace>
  <inkml:trace contextRef="#ctx0" brushRef="#br0" timeOffset="153023">10831 5631 13911,'-3'-3'7225,"0"1"-5219,3 2-1877,123 15-1897,-75-4 1,3 2 1753,-2-3 0,6 0 0,1 2 0,-4 0-134,2 4 1,-4 2-1,0 0-2109,-2 1 0,0 1 0,-2-1 1894,11 6 0,-7-1 0,-17-7 0,-5-2 0,0 2 1</inkml:trace>
  <inkml:trace contextRef="#ctx0" brushRef="#br0" timeOffset="205720">1835 8527 12079,'-3'-3'4084,"0"0"-634,3 3-2559,-43-63-5768,13 37 4983,0-10 1,-2 4-51,2 21 1414,-6 13-1397,0 12-17,-14 13 240,22-7 1,1 2-295,0 4 1,2 1-14,1 1 0,3 2-17,5-2 0,3 1-70,-2 24 87,20-5 3220,13-6-3165,28-2-27,-10-16-28,-5-10 0,0-3-62,14-1 45,14 0 17,-1-4-17,-25-3 0,0-1-6,15 2 34,-8-1 511,-23 4-416,-19 6 66,-18 7-83,-8-2 0,-6 1-25,-1-1 1,-2 0-300,-3 1 0,0-1 263,-3-1 0,2-2-1,10-4 1,0-1-37,-4 0 1,0-1-1560,-19 0-925,26-10 1699,11-3 1,16 0-1,1 0 1</inkml:trace>
  <inkml:trace contextRef="#ctx0" brushRef="#br0" timeOffset="205962">2293 8223 16698,'-18'48'-20,"1"0"0,-1 0 0,3-1 0,1-1 0,6-4 546,9-4 1,3-2-821,3 9 0,0 1-597,-1-8 1,1-1-2090,1 8 0,1 1 2656,-2-9 1,0-3 0,1 7 0,-5-21 0</inkml:trace>
  <inkml:trace contextRef="#ctx0" brushRef="#br0" timeOffset="206956">2225 8951 9251,'-2'-8'4354,"-5"-26"1,0-5-3643,4 9 128,-4-16 0,1 0 201,4 12-261,1-2-730,0 16-10,3 9-40,3 10-6,10 5 12,24 6-45,11-1-54,-14-3 0,1-1 42,-1-2 1,-1-1 5,22 0 6,7-2 67,-15-8 107,-5-2 77,-9-10 46,-23-2-118,-7 3 185,-10-6 319,-3 6-168,-12-3-285,-2 10-135,-5 7-45,5 14 0,4 10 0,4 7-22,6 14 0,6-12 0,9 9 0,6-17 50,25 0-22,-12-9 67,28-19 33,-28-9 51,9-17-61,-19 6 83,-7-11 62,-13-5-72,-4 1-1,-10-3-22,-3 19-107,3 12-16,-10 10-34,13 11 11,-23 26-33,17 7-1,6-9 1,1 2-170,6 0 0,1 0 164,0 21-149,6-13 1,4 1-384,10 12 22,-3-14 1,5-2-1407,25 11 132,-14-27 0,1-4-1353,23 6-1484,-4-14 1,3-5 4648,-15-4 0,0-4 0,15-2 0,-1-3 873,-15-3 1,-4-4 5674,15-18-4145,-16 7 1915,-3-11-3439,-14 20 1043,6-14-1155,-11 21-448,0-2-241,-4 12 74,0 11 72,2 10 266,0 15-401,0 11-26,-2 13-55,-1-27 0,-1 1-11,-1 4 1,0 0-314,-1 1 0,-1 1 288,0 0 0,-2-1 8,1-3 1,0-1-15,-4 17 107,3-20-22,3-17 56,-4-20-57,-2-13-28,-9-20-10,-4-18 23,8 20 0,1-3-24,-1-7 1,1-2-760,1-4 1,2 0 749,2 10 1,1 0 16,3-16 1,3 2-219,2 21 1,2 2 192,3-12 1,2 1-126,16-9 125,6 13-16,4 13 430,4 11-396,3 8 1536,1 13-1587,1 11-2843,-2 13 2848,-3 10-33,-8 11-157,-13 8 207,-14 5 5,-11-30 1,-4-1-6,-5 0 1,-3-2-57,-5-2 0,-2-4-146,-3-2 1,-1-2-379,0-6 1,1-2-3470,-23 1 4066,14-12 0,18-1 0,12-3 0</inkml:trace>
  <inkml:trace contextRef="#ctx0" brushRef="#br0" timeOffset="207642">4373 8320 13502,'9'0'6576,"-2"0"-5131,-7 0-218,0 0-1048,-27-5-28,3 6-11,-29-1-28,4 10-142,-6 4 259,-3 1-55,6 1-68,8-2-44,11 1-29,9 2-5,6 4 17,4 4 11,2 5-22,4 5 27,4 5 1,5 2 11,6 4 28,6 1-29,5-1-10,4-1 176,0-5-221,0-2-6,-1-6-50,1-3-12,-1-7-10,0-6-51,-1-6-112,0-5-230,-1-8-431,2-6-863,0-9-3029,1-4 3929,-6 0 0,-7 8 0,-4 6 0</inkml:trace>
  <inkml:trace contextRef="#ctx0" brushRef="#br0" timeOffset="207839">4003 8815 15333,'-5'0'6296,"2"0"-4470,3 0-1859,-26-14-146,36 1-281,-7-14-364,51 4 118,-21 11 1,1 1-1068,3 0 1,1 0-2591,-1 1 0,-1 1 4363,23-4 0,-25 6 0,-16 4 0</inkml:trace>
  <inkml:trace contextRef="#ctx0" brushRef="#br0" timeOffset="208201">1541 10407 7933,'-40'17'1757,"-1"-1"1,1 1 0,-6 1 0,0-1 0,3-1-593,1-2 0,2-2-135,0 0 1,5-3-740,8-5 207,50-23-226,9 1 0,9-2-1431,-1 0 0,4-2 1,3-1 1232,-3 3 0,2-1 0,3 0 0,3-1-354,-3 2 0,4-1 1,2-1-1,1 1 0,-2 0 1,-3 1 286,-2 2 1,-3 0 0,0 1 0,1 0 0,3-2 1,1 1 1,3-1-1,2-1 1,1 0 0,0 1-1,-2 0 1,-3 1-147,6 0 0,-4 0 1,0 1-1,0 0 1,3 0 139,-1-1 1,3 0 0,0 0 0,1 0-1,1 0 1,-2 1-200,-1 0 1,-1 1 0,1 1-1,-1-1 1,2 1 0,-1 0 176,-4 2 1,1-1-1,0 1 1,1 0 0,-2 0-1,0 1 1,-2 0-5,8-1 1,-1 0 0,-1 1-1,-1 0 1,-1 1 6,-4 0 0,0 1 1,-2 0-1,-1 0 1,-2 1 33,15-2 1,-4 2 0,-5 0-255,1 2 1,-4 0-603,6 0 1,-3 2 837,-12 2 0,-5 1 0,1 1 0,-15 2 0</inkml:trace>
  <inkml:trace contextRef="#ctx0" brushRef="#br0" timeOffset="209364">3502 10730 15070,'-11'-46'2092,"1"-1"0,-1 1 0,-3-18 0,-2 13-1658,-6 25-640,-4 13 202,-7 20 549,-9 19-176,16-2 0,0 4-758,-4 7 1,1 3 590,-2 5 0,1 5-77,10-7 0,2 3 0,1-3 54,-1 3 0,5 0 59,1 17 0,10-2-254,9-26 0,7-3-216,5 6 0,5-2-247,8-7 1,4-4-58,6-5 1,3-4-164,2-4 0,3-4-2284,-1-6 0,4-3 0,-5-1 2962,3-1 0,-3-1 0,7-2 0,-9 0 1,-17-1-1</inkml:trace>
  <inkml:trace contextRef="#ctx0" brushRef="#br0" timeOffset="210183">4004 10548 22088,'-19'-28'-31,"0"-1"1,-12-16-5,31 49 144,2 4-58,2 10 52,3 8 82,0 10 26,0 8-90,-3 7 17,1 2-124,1-1-76,4-5 44,1-8 8,1-10-3382,0-6 3373,-5-12 200,-2-4 239,-5-6 258,1-1-577,-3-6-57,-1-1-10,-1-7 3397,-1 2-3403,2-1 17,0 0-6,-1-2 12,0-3-29,-3-5-39,-3-7 34,-3-4 22,-2-3-11,0 4 28,0 1-39,7 12 17,-2-3-1,7 8-33,0-6 11,4-3 1,6-3-7,4 0 34,6 3-33,1 8-28,1 9 33,3 7 0,3 12-11,3 9-11,6 12 22,4 6-279,3 4 257,3 0-1615,-11-10 1,0-2 1625,8 7-6,-14-13 1,0-2-1,5 0 12,-1-4 5,2 1 67,-10-9 610,-11-6-464,-9-20 3263,-9-10-3431,-5-20-22,-5-9-12,6 22 0,0-1-237,-1-3 1,1 1 222,0-2 1,0 2-15,1 3 0,1 1 12,-4-18-348,2 19 50,6 16-1365,5 16 369,4 5-5377,14 13 6665,0-3 0,-3-2 0,-4-7 0</inkml:trace>
  <inkml:trace contextRef="#ctx0" brushRef="#br0" timeOffset="210415">5035 10301 18767,'-4'0'3041,"1"0"-1074,3 0-2315,19-35-1360,34 16 476,-5-21 1232,7 30 0,-2 6 0,-21 1 0,23 0 0</inkml:trace>
  <inkml:trace contextRef="#ctx0" brushRef="#br0" timeOffset="210581">5137 10613 24575,'51'-27'-329,"0"-1"1,4-1-1,-5 4 1,-2 2 0,-4 3-1</inkml:trace>
  <inkml:trace contextRef="#ctx0" brushRef="#br0" timeOffset="211839">6486 10204 13273,'0'-6'3682,"-11"-29"1,-5-6-2770,-2 13-605,-2-15 0,-3 5 56,-8 25-173,-6 12 5,-6 19-6,-5 18-440,25-12 1,1 3 282,1 3 1,2 2-18,4 1 1,3 0 141,-4 18-144,13-17 0,4-2 25,13 5 34,12 7 73,13-27 156,7-18 157,3-17 23,-3-17 53,-6-13-81,-10-6-68,-10-2-27,-9 7-40,-7 9-78,-3 14-253,-1 13-21,0 13 33,3 19 0,3 20 0,-1-7 0,-1 4-372,2 8 0,-1 3 369,-1 8 1,0 2-326,-2-16 1,0 2 0,0 0 289,-1 5 1,0 0 0,0 1-584,-1 3 0,-1 1 0,0 1 507,0 4 0,-1 0 0,-2 0-23,0 1 1,0 0 0,-2 0 39,-1-3 0,-1-1 0,-2-2-63,1-8 0,-1-2 1,-2-4 223,-4 5 1,-4-10 567,-18-9-576,0-51-56,18-3 0,5-8 350,0-13 0,5-7-451,6 0 1,4-6-1,1 3 39,0 16 0,2 1 0,3-1-168,1-4 0,3-4 1,2 0-1,0 6-700,12-14 1,2 4-349,-5 11 0,2-1 0,0 2 1278,2 2 0,1 2 0,-3 4 0,-2 4 0,-2 4 0,15-20 0</inkml:trace>
  <inkml:trace contextRef="#ctx0" brushRef="#br0" timeOffset="212447">6871 10041 22369,'8'12'112,"6"15"-104,-1 1 1,1 3-9,8 23-2845,-8-7 1,-3 1 2833,-5-15 0,-2 0 22,2 13 0,-1-1 1432,-4 11-1130,-4-19 1146,-3-19-916,-6-15-39,-3-16-61,-4-15-146,-1-18-101,2-15-137,11 26 0,3 0 1461,-1-3 1,3 1-1449,3 1 1,1 1 45,6-26-126,5 12 92,2 11-44,3 9-24,3 7-27,3 7 6,6 7 473,5 6-468,5 10 17,4 9-45,2 13 6,-3 10 27,-7 7-21,-12 4-12,-9 1 16,-10-3 154,-10-7-108,-2-11 55,-6-11 79,0-11-39,-1-14-78,0-13-12,0-19-17,3-17-19,6 22 0,3-1-102,3 0 1,3 1 115,7-27 17,8 13-23,4 11-28,5 9 28,8 8-11,7 7-28,9 9-11,4 14-17,1 10-125,-30-5 1,-1 3 90,-2 2 0,-3 3-92,-3 4 0,-3 2-429,-4 4 1,-5 1-1922,-5 4 1,-3 1 2531,-3-4 0,0-3 0,-6 12 0,3-22 0</inkml:trace>
  <inkml:trace contextRef="#ctx0" brushRef="#br0" timeOffset="213047">8154 9535 22941,'-33'32'83,"-1"0"0,0 0 0,3-1 0,1 1 0,9 3-100,8 22 0,12 1-1349,3-7 0,4-2 1271,0-1 0,6-1-857,18 0 1,8-6-3034,-6-16 0,2-3 3565,11 8 1,-2-5 0,6-4 0,-20-14 0</inkml:trace>
  <inkml:trace contextRef="#ctx0" brushRef="#br0" timeOffset="213280">8833 9454 23668,'-14'-42'866,"-1"0"1,3 6-1,2 8-575,5 19-291,3 11 23,10 12 5,1 4-20,11 13 1,3 3-4,6 10-15,-4-7 1,3 7 0,-3-5-422,-7-10 0,0 1 210,5 15 1,3 6 0,-6-5-353,-7-14 1,-4 2 572,-2 20 0,-2 9 0,-3-12 0,-2-2 0,-6-3 0,-1 1 0</inkml:trace>
  <inkml:trace contextRef="#ctx0" brushRef="#br0" timeOffset="239689">4085 12537 13026,'-9'-44'1679,"0"-1"0,-1 0 0,1-7 0,-1 7-543,-6 4-295,8 30-678,0 4-51,3 21-11,0 21-62,1 9-17,2-5 1,1 4-544,0 0 1,0 2 528,4 15 0,1 4-499,0-19 1,0 2 0,2 0 342,2 3 1,2 0-1,1 1-317,2 0 0,1 1 1,1 0-804,2-1 0,0 0 1,2-1-2010,-1-4 0,2 0 0,-2-4 3061,3 4 0,-1-4 0,6 10 0,-19-40 0</inkml:trace>
  <inkml:trace contextRef="#ctx0" brushRef="#br1" timeOffset="245640">5341 12468 24559,'-35'8'151,"9"15"-210,25 7 0,5 4-364,0 2 1,0 0 217,2 3 1,1-2 0,0 5 0,1-6-1</inkml:trace>
  <inkml:trace contextRef="#ctx0" brushRef="#br1" timeOffset="247210">4081 12374 9167,'3'-30'0,"0"7"0</inkml:trace>
  <inkml:trace contextRef="#ctx0" brushRef="#br1" timeOffset="248952">4102 11908 5166,'0'-10'7572,"-1"2"-4560,1 8-2009,0 0-80,-24 16-755,16 1 303,-17 14-347,24-3 1173,6-3-1151,5-2 33,6-4 45,4-4 101,-1-6 263,-3-3 285,-4-5-121,-4-8-304,-4-6-96,-2-12-27,-6-5 22,-6-2 6,-5 2-22,-3 6-63,2 9-133,3 7-146,4 6-68,2 3-27,1 10-124,2 7-268,-1 11-533,5 6-1349,9 5 2380,10 8 0,-7-21 0,2-2 0</inkml:trace>
  <inkml:trace contextRef="#ctx0" brushRef="#br1" timeOffset="249189">4577 12221 19854,'-3'-7'4234,"0"2"-3562,3 5-302,0 0-225,-65 20-100,47 7-20,-17 8 1,3 8-778,27 2 0,8 5 718,-2-8 1,1 3 0,1 1-78,0 3 1,1 2 0,2 1-401,1-1 0,2 2 0,1 2 0,-1-3-1142,0-3 1,0-2 0,1 0 0,-1 1 1652,2 3 0,0 1 0,0-2 0,-1-6 0,2 8 0,-1-8 0,0 7 0</inkml:trace>
  <inkml:trace contextRef="#ctx0" brushRef="#br1" timeOffset="249377">4359 13826 15681,'-18'-47'905,"0"0"0,1 0 0,-1 0 0,3-5 0,2-3 0,2 3 0,4 4-1280,5-10 0,6 3 472,3 5 0,4-2 1,2 5-28,6 2 0,5 1-52,0 3 1,3-2 0,0 3-25,0-2 0,3 2-58,4 0 1,4-1 0,-4 6-2,-10 12 1,0 1-202,21-17 0,0 2-798,4 0-359,-21 17 0,0 1 1423,12-7 0,-19 13 0,-11 7 0</inkml:trace>
  <inkml:trace contextRef="#ctx0" brushRef="#br1" timeOffset="249917">5258 12234 19053,'8'-49'1840,"-1"-1"1,0 3 0,-2 9-972,-4 23-729,-1 5-84,0 10 146,0 21 16,0 10 0,1 4-106,-1 23-706,2 0 1,-1 5 640,0-12 1,1 2-31,0-8 0,1 2 0,0 2-21,3 7 0,1 2 1,1-2-16,2-11 0,0-1 1,3-1-42,4 1 0,2 0 0,1-6-44,3-6 1,4-7-239,11-2 1,5-7-948,7-10 0,4-7 1289,-9-4 0,2-3 0,-4 0 0,5 3 0,-3-3 0,-9-6 0,0 0 0</inkml:trace>
  <inkml:trace contextRef="#ctx0" brushRef="#br1" timeOffset="250502">6025 12594 22105,'-24'-45'1079,"1"-1"0,1 2 1,6 10-912,13 25-101,0 1 29,12 18 27,6 10-28,12 15-33,8 10-23,-5-7-9,-5-10 1,1-1-14,2-1 16,6-3 1,2-3 6,-3-9 18,-1-4 1,1-4 109,9-16-53,-11-4 0,1-4-54,-4-3 1,-2-3-365,6-8 0,-1-2 347,-4 1 1,0 1-3,1-2 0,0 1-36,-7 8 0,1 1-88,11-10 1,5 3-1934,-1 9 1,2 3 1680,-3-3 1,2 4-1123,11 5 0,-2 6-2576,0 8 4032,-13 3 0,-3 2 0,-6 0 0,-4 2 0</inkml:trace>
  <inkml:trace contextRef="#ctx0" brushRef="#br1" timeOffset="251526">7958 12177 23938,'8'-38'462,"0"-1"0,5-22-351,-12 63-60,3 9 53,5 13-48,4 13-6,0 12-16,-5 5-214,-6 3 197,-14 4-213,1-30 1,-3 0 209,-5 0 0,-2-2 20,-16 16 20,11-22 0,-1-6 153,-6-6-44,-10-14-51,18-31-28,7-25-453,12 18 1,3-3 390,1-10 1,2-2-14,1 14 1,1 0-1,1-1-284,0-2 1,1 0-1,1 0 292,0 2 0,1 1 0,-1 1 25,3-15 0,0 4-25,-2 9 1,-1 4 172,1-17 6,-5 22-112,-2 19 901,-2 9-1007,1 8 1400,-2 7-1356,1 13 255,0 19-294,4 17 5,2-22 1,1 2-268,3 3 1,2 2 272,3 1 1,3 0-4,2 1 1,4 0-437,2-3 1,3-2 393,2-2 1,2-2-40,2-3 1,1-3-54,1-2 1,1-1-224,-1-2 0,1-1-16,-1-2 1,-1 1-204,-2-1 0,-1 0-398,-5 0 0,-3 2-2658,8 23 3641,-17 4 0,-9-23 0,-6-3 0</inkml:trace>
  <inkml:trace contextRef="#ctx0" brushRef="#br1" timeOffset="252059">8538 12067 22519,'26'37'301,"-1"-1"0,0 1 1,10 13-1,-14-6 18,-35-9 777,-11-2-911,-10-2 62,-3-8 364,0-10-336,5-17 48,9-16-222,7-21-51,9-21-122,8 22 0,1-2 100,3-4 0,2-1 8,1-2 1,1 0 27,1 2 1,-1 1 16,0 4 0,-1 1-17,-2 4 1,0-1-1558,-2-1 0,-1 2 1566,0-11 67,-8-8 11,-4 28-32,-4-1-119,-3 9 446,5 10-446,4 5 3392,3 7-3392,3 9 0,0 10 0,1 15 0,9 13 0,8 9-160,0-25 1,3 0 159,5 2 0,2 0-466,6 2 0,2-1 466,4-1 0,0-1 0,1-1 0,0-1-107,-4-2 0,-2 0-702,-5-2 1,-4 1-5745,7 26 5848,-17-11 1,-10-17 0,-4-13 0</inkml:trace>
  <inkml:trace contextRef="#ctx0" brushRef="#br1" timeOffset="283595">9734 11653 10590,'-20'-52'1883,"-1"0"1,3 4 0,2 5-243,5-4-537,2 7-113,1 13-140,2 10-453,1 9-320,-2 15 263,-13 32-88,3-2-655,-1 5 1,-1 4 518,4-5 0,2 1-16,-4 13 1,3 3-10,3 0 0,3 1-20,5-3 1,5 0-32,11 2 1,3-3-131,-4-18 1,3-4-11,12 6 1,5-5-154,18-7 147,-18-14 0,3-2 6,-1-4 1,1-3-1476,3-7 1,-1-2 1447,11-4 209,2-16 117,-33 2 711,-4-10-701,-24-12-2348,-11 7 2176,-7 3 4,-20 12-34,20 16-6,-29 4-5,-1 24 5,29-9 0,2 2-6,-1 1 1,3 2-31,-13 19-28,19-9 2151,2 9-2504,13-4 1929,28-2-5526,16-12-634,12-5 4645,10-12 1,-36-1-1,1-2 1</inkml:trace>
  <inkml:trace contextRef="#ctx0" brushRef="#br1" timeOffset="285363">10683 11436 17832,'-33'24'450,"1"1"0,-2 0 0,3 2-235,6 2 1,1 2-357,-1 0 1,0 1 266,3-2 0,2-1-48,-10 21 132,14-12-182,16-12 213,15-11-56,15-7-39,19-11-102,-17-2 1,1-1-271,3-3 1,1-1 225,2-1 0,0-1-67,-3 1 0,0-1-157,-1 1 0,-1 1-423,-1 0 1,-1 0-1699,0 0 1,-2 1 1620,22-6 1,-28 7-1,-16 5 1</inkml:trace>
  <inkml:trace contextRef="#ctx0" brushRef="#br1" timeOffset="286126">11516 11395 19232,'8'7'314,"1"4"-124,2 11 85,-3 6 22,-3 4-29,-6 4 12,-8 3-11,-9 5-1758,-1-17 0,-3-1 1663,-9 11 11,5-14 0,-2-3 495,-13-1-445,6-4 118,1-10-146,19-12-83,0-8-7,1-26-100,7 13-6,2-13 3396,6 15-3395,5 0-3366,7-10 3360,-2 14-12,13-4 6,-11 19 0,18-3 0,0 6 0,14 0 6,8 1-1,4 1-5,-1 1 0,-3 0 6,-4 1 5,-6-1 3387,-7 0-3393,-5-2 12,-6-2 34,-2-4 21,-1-5 12,-1-6 34,-2-4 56,-3-4 50,-7-2-28,-7-1-34,-10 2-33,-8 5-68,-7 8-33,-7 8 6,-5 10 0,-11 15-18,14-2 1,-7 15-11,19-7 5,-4 7-11,2-1 11,3 0-16,2-2-68,5-4-297,4-2-1982,5-2 2352,9-6 0,-5-5 0,5-4 0</inkml:trace>
  <inkml:trace contextRef="#ctx0" brushRef="#br1" timeOffset="287302">11713 10888 22492,'-44'-45'135,"20"7"-102,54 32-25,7 3 1,5 3 5,2 3 0,2 3-969,15 5 0,0 4 957,-17-1 1,-1 5-7,5 12 1,2 7-1,-5 3-11,-13-6 0,-4 2 0,1 1-6,10 11 1,1 2 0,-5 0-33,-11-7 1,-4 0 0,-4-3-27,-2-1 1,-2-1-726,-2 16 0,-4-3-517,-3 3 829,-9 7 0,-3-3 0,2-26 1,-11 24-1</inkml:trace>
  <inkml:trace contextRef="#ctx0" brushRef="#br1" timeOffset="299964">6770 13854 18986,'7'-10'482,"6"13"-387,18 38 6,-1 6-23,-3 2-44,-9-11 139,-1 12 57,-10-19 246,-1 9 313,-9-18-358,0-10 466,-10-8-639,1-13-79,-7-12-33,1-18-79,1-16-39,5 4-1699,6 2 0,3-2 1679,4 16 1,3 0 13,1-15 1,4 2-55,15-11 48,2 21-16,-2 18-16,1 11 27,5 12-11,9 6 5,8 7 12,6 5-28,2 4 11,-3 5 3142,-5 3-3142,-7 6 16,-10 1-21,-10-1 121,-10-5 13,-6-10 129,-8-11-6,-2-7-101,-5-14-73,-3-10-50,-1-15 17,4-6-23,3 5 217,5-3-216,8 9-29,2 3 1,9 3 5,4 13-23,6 5 34,7 10-27,4 7-80,5 11-4,-8-1-508,-8-1 0,0 2-2388,12 10 2901,-8-7 0,-1-2 0,-2-1 1,-3-6-1</inkml:trace>
  <inkml:trace contextRef="#ctx0" brushRef="#br1" timeOffset="300482">7901 13517 18078,'-3'-4'5131,"2"0"-4341,1 4-751,-1-10-22,16 24 11,7-1-28,18 28-6,1 2-284,-4 1 128,-6 0-46,-8-1 74,-9-5 100,-6-8 107,-9-9 22,-7-11-11,-8-8 17,-6-10 251,-7-11-223,-4-13-62,7-1 50,7 1 1,2-2 84,-1-15 38,7 8 1,1 0-95,3-2-85,8-1-27,9 27-34,13 0 11,16 3-22,15 5 14,-22 6 0,3 3-12,11 6 1,0 3 2,-14-4 1,-1 1-7,12 8 1,-3 3-34,1 11 17,-3 13 34,-19 9 0,-24 8-218,-4-27 0,-5-1 203,-5 1 1,-4-2-57,-2 0 1,-2-3-152,-1-2 1,0-4-1023,-25 7-3736,8-17 4974,15-17 0,16 4 0,11-2 0</inkml:trace>
  <inkml:trace contextRef="#ctx0" brushRef="#br1" timeOffset="300717">8779 13344 21432,'49'-30'-1032,"0"-1"0,0 1 0,-6 3 0,-2 1 0,-6 7 0,2 6 0,-17 8 0</inkml:trace>
  <inkml:trace contextRef="#ctx0" brushRef="#br1" timeOffset="300882">9060 13574 19154,'-5'7'5517,"1"-2"-4531,4-5-908,0 0-173,9-21-488,25-14-1918,0 0 1,3-1 1992,-3 7 0,0 1 1,-2 3-1,-4 4 0,-5 4 1</inkml:trace>
  <inkml:trace contextRef="#ctx0" brushRef="#br1" timeOffset="301576">9831 13000 16415,'0'-2'3702,"0"-1"-890,0 3-2711,-66 25-12,38 9-206,-13 5 1,1 9 131,29-7 0,7 6 0,2-3-386,-5 5 0,4 1 363,3-5 1,4 4-1,3-8 2,4-8 1,7-4-271,12 9 1,7-5 261,-1-11 0,3-7 8,13-5 1,-1-6 5,-14-6 0,-1-4 22,8-7 1,-1-3 128,12-13 137,-24 7 1,-4-1-43,3-9 404,-20-15-365,-25 23 19,-4-5-243,-25 15-39,10 14 1,-5 6-18,-13 5 1,-1 4-1,7-3 1,0 3-180,-6 9 1,4 0-438,9 1-1800,11-4 1,2 0 2410,0 6 0,5-3 0,12-12 0</inkml:trace>
  <inkml:trace contextRef="#ctx0" brushRef="#br1" timeOffset="302537">7401 15098 16538,'-32'-46'1702,"1"-1"1,6 8 0,4 9-1306,6 18-441,13 11 55,0 17 22,5-1 52,9 45-74,-2-22 3,1 1 0,0 4-14,0-1 0,1-1 6,-1 2 0,0 0-1691,0-2 0,0-2 1685,-3-6 0,-1-3 26,2 12 47,-1-9 476,-3-10 291,-5-21-443,-2-15-229,-11-30-117,2 3 1297,-5-8 1,-1-4-1288,6 19 1,1-1 8,-5-15 0,0 2 9,0-8 160,4 0-160,8 30-68,1-3-33,5 16 5,8 5 6,18 4 11,-4 4-17,22 7 0,-20 2 6,3 4 0,1 2 44,13 11 542,9 5-581,-23-12 1,-3-1 5,3 5-17,9 6 29,-24-16 228,-8-6 36,-5-8-153,-5-8-95,-7-11 234,-8-14-257,5-1 1,1 0 5,-4-8-8,7 7 0,2 3-14,6 11-45,5-5 28,2 15 22,20 1-16,3 6 16,18 2 1,1 10-46,3 8 46,-9 2-54,-11 0 0,-1 2-110,0 4-699,1 5 0,0 2-2800,1 7 3668,-8-9 0,-1-2 0,-3-1 0,-3-7 0</inkml:trace>
  <inkml:trace contextRef="#ctx0" brushRef="#br1" timeOffset="303229">8287 14859 23752,'5'16'140,"5"10"-123,14 22-6,3 7-642,-1 0 609,-3-2 210,-5-7-126,-7-7 178,-5-8 91,-5-11 72,-5-9-162,-4-10 155,-1-7-245,-14-22-106,0-8-17,7 7 0,-1-4-347,1-2 1,1-1 388,1-2 0,1-1 59,2 2 0,2 2 173,-4-23-106,6 19-112,5 16-61,1 10-29,8 9 17,10 3 724,19 7-719,15 6-13,-19-2 0,1 1-6,2 2 0,1 0 6,7 5 0,-1-1-3,13 6-6,-20-8 1,-3-1 10,-1 0 1,-1-1 140,-13-4 134,-10-8-101,-8-12-134,-7-14-34,-6-19 11,-7-16-309,10 27 0,0-1 290,0 1 0,1 1 30,-7-20 23,4 15-17,4 17-27,3 10-136,2 7-1494,3 3-1513,13 4 3277,15-2 0,-8 3 1,6-4-1</inkml:trace>
  <inkml:trace contextRef="#ctx0" brushRef="#br1" timeOffset="303431">9136 14453 23205,'34'-32'-1405,"0"-1"1,0 1 0,9-13-1,-4 11 1,-3 21 0,-17 7-1</inkml:trace>
  <inkml:trace contextRef="#ctx0" brushRef="#br1" timeOffset="303589">9383 14667 25662,'39'-30'-5097,"9"-7"5097,-16 12 0,-2 1 0,11-7 0,-19 15 0</inkml:trace>
  <inkml:trace contextRef="#ctx0" brushRef="#br1" timeOffset="304673">10534 14030 21108,'-57'1'581,"0"1"0,9-2 0,5 5-265,14 11 0,5 4-499,-11 17 309,11-7 0,2 3-34,6-1 1,4 2-20,2 2 0,2 0-17,-1 22-20,9-23 0,3-1 9,6-2 0,4-2-12,1 0 1,4-2 19,6 0 1,5-4 7,3-11 1,0-6-6,26 1-17,-17-12 0,3-6-25,6-9 0,1-4-911,1-1 1,1-3 278,-14 4 0,2-1 1,-3 0 617,9-10 0,-5 3 0,6-6 0,-11 8 0</inkml:trace>
  <inkml:trace contextRef="#ctx0" brushRef="#br1" timeOffset="316347">3299 11632 18363,'-56'26'1741,"31"-19"-2246,47-19 0,18-7 908,5-8 0,3-2-784,-10 5 1,1-1-1,3-2 484,0 0 0,3-2 0,0-1 1,-3 3-727,-1 0 0,-2 1 1,3-2 670,0 1 1,3-4 0,-1 2-1,-4 2 208,9-7 0,-2 1-128,-11 9 1,1-1 0,-2 2 299,6-5 1,-4 4-1783,7-5 1523,-31 20 178,-38 26-207,-1 1 1,-4 3 45,-13 11 1,-3 2-86,9-6 1,-2 1 0,-1 1 48,-3 3 0,-1 0 0,0 1 19,-2 0 1,-1-1 0,0 1-104,1-1 0,0 0 1,1-1 95,3-2 0,0-1 1,2-1 60,-12 9 0,4-1-223,11-8 0,5-3 2155,-5 7-1945,36-21-418,33-25 177,-2-2 1,7-4-407,-1-1 1,6-5 0,2 0 0,-2 0 410,6-3 0,-2 0 1,4-1-73,-1 0 1,3-2 0,1 0 0,-3 2-351,0 0 0,-2 2 1,-2 2 424,-6 3 0,-1 1 0,-4 2 0,2 0 0,-5 3 0,3 0 0</inkml:trace>
  <inkml:trace contextRef="#ctx0" brushRef="#br1" timeOffset="317407">5714 17143 11004,'-43'-21'358,"1"-1"1,1 6-1,5 10 2190,-2 44-2467,18-13 1,1 3-54,-4 12 0,2 2-40,7-13 1,2 0 0,-2 14 0,3-1-34,8 10-33,12 9-1074,4-19-202,22-25 1,17-7 0,-4-4-880,-5-7 1,1-5 2168,17 0 1,8-1 0,-12-3 0,-24-1 0,-5-1 0,26-13 0</inkml:trace>
  <inkml:trace contextRef="#ctx0" brushRef="#br1" timeOffset="317956">6312 17053 8389,'0'-4'7729,"0"1"-4147,0 3-3587,-27-12 177,28 22-172,-17-1 68,36 30-57,1 8 17,0 7 17,-3 7-26,-11-30 1,-2 0 230,1 31-133,-10-9 185,-4-15 214,-6-15-57,-2-15-146,0-18-32,0-14-23,-1-20 11,2-16-124,8 25 1,0-2-248,2-7 0,2 2 214,-2-15 0,6-4-84,4 38-45,6 2-22,4 12 50,16 11-11,-6 3 11,20 14-11,-8 2-22,14 11 22,-19-12 0,0 0-34,23 11 714,-3-2-680,-13-14 0,-16-8 286,-2-1 173,-10-18-347,-8-12-50,-2-7 5,-5-21 17,-4 1-51,1 19 1,-1-1-6,-4-5 0,-1 2-11,-4-10 16,-7-4-55,17 37-202,-1 0-454,10 18-1714,17 12 685,-1-2-1117,13 7 2824,11-7 0,-24-8 0,12 2 0</inkml:trace>
  <inkml:trace contextRef="#ctx0" brushRef="#br1" timeOffset="318180">7207 16860 21926,'-1'-40'-204,"1"-1"1,7-1-1,8 8-546,43 12-261,0 0-658,-16 12 0,-1 2-275,1 2-2478,-1 5 1,-3 1 3611,-12 3 1,6 2-1,-27-3 1</inkml:trace>
  <inkml:trace contextRef="#ctx0" brushRef="#br1" timeOffset="318330">7446 17046 23366,'-7'-19'-1176,"44"-29"-90,-8 24 0,4 0-684,5-5 1,1 0 1949,3-1 0,-5 5 0,-8 6 0,9-6 0</inkml:trace>
  <inkml:trace contextRef="#ctx0" brushRef="#br1" timeOffset="318807">8433 16434 5739,'0'0'0</inkml:trace>
  <inkml:trace contextRef="#ctx0" brushRef="#br1" timeOffset="319240">8502 16495 12813,'0'-6'5931,"0"0"-4390,3-55-578,-4 41-647,1-15 1,-3 5 20,-5 25-203,-8 8-16,-7 15 39,-9 17-59,12-10 0,0 3 5,-3 5 1,0 1-349,-1 3 0,1 0 321,1 1 0,1 0-29,3-1 1,2 1-117,4-2 0,3 0 85,2-2 1,4-2 17,3 16 61,24 6-5,11-28-32,-5-10 1,4-3 0,4-9 0,1-6-3,7-4 0,2-4-565,5-4 0,0-3 517,1-3 0,-1-2-355,-1-2 0,-1-1-200,-2-1 0,-5 0 1,6-3-1,-14 4 0</inkml:trace>
  <inkml:trace contextRef="#ctx0" brushRef="#br1" timeOffset="331925">17730 1898 11908,'-9'-54'2217,"0"0"1,2 13-1,1 3-769,-6-10-647,8 30-485,-1-3-388,4 15 36,0 10 408,2 12-244,2 16 74,4 20-108,-2-18 1,1 2-269,1 6 0,1 3 256,1 4 0,1 2-650,1 3 0,0 2 680,1 3 1,1 2-143,-4-19 1,0 0 0,0 1 46,1 2 0,-1 1 0,1 1 10,1 2 1,-1 1 0,1 1-27,0 2 0,0 1 0,0 0-39,1 0 0,-1 2 0,0 3 15,-2-10 1,0 4 0,0 1 0,-1 0 0,0-3 2,0 2 1,-2-2 0,1 0-1,-1 2-321,0 1 1,1 3 0,-1 1 0,-1-1-1,0-3 332,-2-1 0,0-2 0,-1 0 1,0-1-402,0 3 1,-1 0 0,0-1-1,1 1 417,-1 1 0,0 0 0,0 0 0,0 0 23,0 0 0,1 1 0,-1 0 0,0 0 19,0 1 0,0 1 1,0-1-1,0 1-328,0 1 0,0 0 0,-1 1 0,1 0 253,-1 1 0,1 0 0,-1 1 0,-1-1-22,0 3 1,0-1-1,-2 1 1,1 0 31,0-12 1,-1 0 0,1 0-1,-1 0 1,-1 1-129,0 0 1,0 0 0,-1 0 0,0 1 0,0-1 133,0 0 0,-1 0 0,1 1 1,-1-1-1,0 0-10,0 1 1,0-1-1,0 1 1,0-1 0,0 1-1,0-1 0,-1 0 1,1 0-1,0 1 1,0-1 27,1 0 1,-1 0-1,1 0 1,0 0 0,-1 1-2,1-1 0,0 0 1,0 0-1,1 0 0,-1 1 8,1-1 0,0 1 0,0 0 1,0 0-1,0 0 1,0-1 0,0 1 1,1 0-1,-1-1 0,0 1 2,0 1 1,1 0-1,-1 0 1,1 0-1,-1 0 1,-1 0 1,1 0 0,-1 0-1,0 0 1,1 0-10,-1 1 0,-1 0 0,1-1 0,0 1 1,-1 0-97,1-1 1,-1 0 0,0 0 0,0 0-1,-1 0 99,1 0 1,0 0-1,0 0 1,-1-1 0,1 1-7,0-2 1,0 1 0,-1-1 0,1 0 0,0 0 3,0-1 0,0 1 0,0-1 0,0-1 1,0 1 32,-1 11 0,0 0 0,1 0 0,-1 0-37,1-1 0,1-1 0,-1 1 0,1-1 1,0-1 1,1-1-1,-1 2 1,1 0-19,0-4 0,1 3 0,-1-1 0,1-1 0,0-3 18,0-4 1,0-3 0,1-1 0,-1 4-9,0 1 0,1 3 0,-1 1 0,0-2 0,1-3 0,-1 9 0,0-4 0,1 2-2,0-5 1,-1 2-1,1 0 1,1 0 60,-1-1 1,1-1 0,-1 0 0,1-1-59,0 0 0,1-1 1,-1 0-1,1 0-1,-1-1 0,1-1 0,0 1 0,0-1 2,1 13 0,0 0 0,1-1 141,-1-1 1,1-1 0,0-1-142,1-1 0,0-1 0,1 0 22,-1-2 1,1 0 0,0 0-22,0-1 1,1-1 0,-1-1-1,1 0 1,0 0 0,-1 0-1,1 0 1,-1 0 0,1-1 3,-1 1 1,0 1 0,0-1 5,-1 1 0,0 1 0,-1 0 3,1 0 1,-1 1 0,-1-1 0,0 1 0,0 0 0,0-1-1,0 1 1,-1 0 0,1-1-12,-1 1 1,0 0 0,0 0-10,0-1 0,1 0 1,-1 0 12,0 1 0,1-1 1,-1 1 147,0-1 1,1-1 0,-1 1-151,1-1 1,-1 1-1,0-1 8,1 1 0,0 0 0,-1-1-2,1 2 0,-1 1 0,1-1 0,-1 3 0,1 0 1,-1 0 0,0 2 1,1-1 0,-1 1-10,0-1 1,-1 0 0,2 2-19,0-5 1,0 2-1,1-1 1,1-3 13,0-1 1,1-3 0,1 0 2,1 9 0,1 1 0,1-6 467,4-7 0,0-4-508,0-4 1,-1-1 498,-1-5 1,1-2-1690,7 20-2993,-2-12 4220,-3-13 0,-6-12 0,-3-7 0</inkml:trace>
  <inkml:trace contextRef="#ctx0" brushRef="#br1" timeOffset="333184">19451 2990 20806,'-26'-44'1049,"0"0"0,2 4 1,5 9-809,11 18-253,3 7-100,3 9 101,9 13 39,7 15 6,14 17-43,-9-18 1,0 1-353,14 21 350,-10-19 0,1 0 5,0-1 1,0-2 7,-1 0 1,0-2 0,1 0 0,-3-3 81,2 0 364,-11-12 78,-6-16-217,-5-30-230,0 2-4,-1-2 1,0-3-357,1-23 314,-1 22 1,1 0-17,1 1 0,1 2-51,4-25-5,0 20-119,8 2-1085,1 23-1798,12-1 3041,10 20 0,-16-3 0,0 5 0</inkml:trace>
  <inkml:trace contextRef="#ctx0" brushRef="#br1" timeOffset="333402">20174 2956 21847,'-5'0'1771,"2"0"-1872,3 0-101,36-43-296,5 30-135,-6-11 0,4 4-2370,23 25-5263,-9 7 7203,-17 5 0,-17-4 0,-11-5 0</inkml:trace>
  <inkml:trace contextRef="#ctx0" brushRef="#br1" timeOffset="333534">20265 3223 22436,'34'-15'-723,"0"-1"0,-3 2 1,-3 2-1,4-3 1,-19 10-1</inkml:trace>
  <inkml:trace contextRef="#ctx0" brushRef="#br1" timeOffset="334161">21386 2548 18492,'-4'-5'3103,"0"1"-1915,4 4-952,0 0-141,-64-41-28,39 33-42,-14-12 0,0 4 3,14 26 6,-8 5-6,-9 4 17,-8 1 33,-1-1 29,3-3 72,10-7-3213,12-4 3118,12-4 11,8-1-100,6 0-23,0 4 45,0 7 33,5 20 12,0 11-23,1 4 3105,2 16-3060,-1-3-356,-3-20 0,2 1 305,-1-1 1,2 2 11,6 12 0,4-2-20,-2-15 0,1-1-3,9 6 1,4-4-23,-2-18 0,3-6-151,3-3 0,2-3-639,4-3 0,1-4 790,6-5 0,-3-2 0,7 1 0,-6-7 0</inkml:trace>
  <inkml:trace contextRef="#ctx0" brushRef="#br1" timeOffset="334850">21806 2916 18767,'-3'-51'1701,"0"-1"0,-1 0 0,0 8-1309,1 24-314,0-1-50,1 16-17,2 12 34,7 19-22,-1-2-1,4 8 0,2 2-10,0 1 2,1 0 0,0 1-3,4 14-135,-7-18 0,0 0 129,-1 0 1,-1-1 24,-2 2 0,0-1 82,1 12-28,-6-9 168,-6-23-45,-4-12-72,-8-24 163,5 3-262,1-16 1,3-3-37,0-5-305,3-2 0,2-4 316,1 13 0,2 0 3,0-8 0,0-1-3,2 5 1,-1 3-383,1-23 393,1 22-11,0 15-16,3 11-23,7 4 0,23 4 16,-6 4 604,31 9-626,-10 9 6,-17-2 0,1 3-59,-1 3 1,0 2 29,-1 4 1,-1 3-3083,5 14 1,-2 1 550,-14-17 0,-2 1 2588,5 11 0,-5-4 0,-12-19 0,-1-1 0</inkml:trace>
  <inkml:trace contextRef="#ctx0" brushRef="#br1" timeOffset="335038">21947 3109 24536,'14'-50'-166,"0"0"0,18-3 0,10 11-1755,7 25 0,5 7-1771,-3-4 1,1 1 3691,5 1 0,-7 4 0,-18 3 0,-2 1 0</inkml:trace>
  <inkml:trace contextRef="#ctx0" brushRef="#br1" timeOffset="335237">22839 2789 21836,'-3'3'1950,"0"0"-1883,3-3-347,6 59-722,5-26-556,-4 8 1,1 1 1557,10 5 0,-8-22 0,-3-2 0</inkml:trace>
  <inkml:trace contextRef="#ctx0" brushRef="#br1" timeOffset="335893">23197 2639 24687,'15'3'28,"-3"0"-39,1 30 22,-5-4 23,-1 9-17,-4-1 22,-4-5 34,-6-5 84,-5-9 67,-3-8-61,-1-7-29,0-14-39,-1-11 12,-3-32-12,4-4-1763,7 19 0,1 0 1701,-1-15 23,4-7-28,4 18-16,8-5 4,5 11-4,12 8-40,8 7 11,9 6 34,12 7-40,6 7 1513,-27 6 1,0 3-1497,-1 1 1,-1 4-9,-1 2 0,-3 4-20,18 20-22,-12 5 51,-14 5 49,-17-2-27,-13 0-6,-12-6 29,-10-8 10,-5-10 56,-1-10 34,3-9 333,12-6-277,2-11-101,14-1 6,0-5-67,9 3-12,7 3-16,8 2-17,10 2 11,10 5 0,9 3-12,-4 5-5,-7 3 1,2 1-7,16 10-113,-16-4 1,0 2-106,13 14-649,-13 5-1446,-16 9-5887,-17 5 8223,-9-4 0,-1-15 0,1-14 0</inkml:trace>
  <inkml:trace contextRef="#ctx0" brushRef="#br1" timeOffset="336159">23998 2686 19193,'3'8'3775,"0"-2"-3327,-3-6-218,11 77-202,-1-39-1487,-2 8 1,0-2 994,1-14-3468,-2-2 3932,-2-3 0,-1-4 0,-3-10 0</inkml:trace>
  <inkml:trace contextRef="#ctx0" brushRef="#br1" timeOffset="336392">24380 2339 25466,'14'32'-92,"0"0"1,0 2-1,0 1-2493,4 18 1,-1 0 1640,-6-16 1,0-4 0,1 2-1,-3-8 1,-5-17 0</inkml:trace>
  <inkml:trace contextRef="#ctx0" brushRef="#br1" timeOffset="336710">24489 2474 23138,'-20'-50'657,"0"0"1,2 5-1,5 4-556,15 6 98,9 5-188,13 8-11,15 7 28,14 7-235,-20 10 1,1 4 189,5 3 0,-1 4 9,2 7 0,-2 3 2,0 5 0,-2 2-232,-3 3 1,-3 1 223,-4 1 0,-5 2 2,-4-1 1,-6 0 5,-4-1 1,-7 0 16,-12 6 1,-6-2-12,-10 13 8,-3-19 0,-3-5 4,-18-1-176,18-14 0,0-1-86,2-4 1,1-5-5609,-27-17 5858,25-3 0,11-4 0,19 9 0</inkml:trace>
  <inkml:trace contextRef="#ctx0" brushRef="#br1" timeOffset="336911">25270 2539 18795,'2'4'3916,"0"-1"-6604,5 25 1,0 7 2754,-2-11 668,3 16 0,-1 2-2757,-8-6-2439,-2-7 4461,-5 4 0,4-24 0,-1-1 0</inkml:trace>
  <inkml:trace contextRef="#ctx0" brushRef="#br1" timeOffset="337384">25813 2167 17339,'2'-4'5209,"-1"0"-2778,-1 4-2342,-25-46-89,2 34 5,0-12 1,-3 4 17,-24 27-23,16 1 11,-15 10-11,33-9 11,-9 9-5,16-6 22,2 11-39,4 6 16,4-2-5,5 11 11,-1-16 12,6 21 33,-3-2 50,1 15-22,-6-21 1,-1 1-1,2 24-62,-2-5 17,3-13-16,1-13 27,12 6-11,2-13-16,4-7 5,10-12-67,2-11-247,17-6-605,3-8-1238,-23 8 1,-1-1 2128,18-11 0,-14 6 0,-21 10 0</inkml:trace>
  <inkml:trace contextRef="#ctx0" brushRef="#br1" timeOffset="337568">25711 2495 24399,'45'-21'-2458,"0"0"0,0 0 1,13-7-1,-4 6 2350,-16 17 1,-6 4 0,-5-1-1,-18 1 1</inkml:trace>
  <inkml:trace contextRef="#ctx0" brushRef="#br1" timeOffset="337752">26364 2364 25186,'-2'45'20,"0"0"1,1-3-1,1-5-384,6-6-1248,1-1-5866,1-5 7478,-2-7 0,-2-7 0,-2-7 0</inkml:trace>
  <inkml:trace contextRef="#ctx0" brushRef="#br1" timeOffset="338052">26792 2127 23125,'0'-38'893,"-1"-1"0,0-21-405,-50 68-208,-1 17-227,22-8 1,-1 3-7,2 4 1,3 4-20,7-2 0,4 1-23,2 4 1,3 0-125,4 2 1,4 0 137,5-1 1,5-1-12,2 0 1,4-3-4,5-2 1,2-2-9,2-2 1,2-2-49,3-2 1,1-3-253,1-2 0,2-1-786,1-2 0,0-1-2025,21 1 3114,-1-3 0,-32-5 0,-2-1 0</inkml:trace>
  <inkml:trace contextRef="#ctx0" brushRef="#br1" timeOffset="338501">27176 1907 19535,'-3'-2'3859,"1"0"-2476,2 2-1327,37-45-28,-6 30-23,-6-10 1,3 2 17,28 19-7,-16 3 12,17 4-5,-15 2 16,-4 3 11,-7 5 62,-7 3 34,-5 5-11,-5 6-1,-2 5-10,-2 5-63,-2-7 102,8 24-74,-5-11-242,-2-11 1,-1 2 196,5 23-55,0 0-5,1-4 50,2-3-34,-2-5 0,-3-3-28,-7-4-62,-15-3-369,-17-2-1009,-26-1-2486,16-16 0,-3-2 3361,0-2 0,2-1 1,-16 2-1,23-6 1</inkml:trace>
  <inkml:trace contextRef="#ctx0" brushRef="#br1" timeOffset="370301">20318 4223 12494,'-35'-46'101,"8"21"2708,32 55-2624,3 20-115,-3-19 0,1 1 490,0 4 1,0 0-497,-1 0 1,-1 0-4,1-2 1,-1-1 912,2 26-727,0-14-153,0-13 288,-3-15 749,0-8-151,-3-10-315,0-10-509,-3-12-20,-3-18-97,-2 0 0,2 1 0,1-1 2834,0-21-2862,3 17 1,2 0-18,4 11 0,3 3-22,12-23 5,9 12 29,4 14-23,5 12-17,4 8 1,4 9-1,4 10 23,3 10-286,0 11 266,-25-12 0,-1 2-31,1 1 1,-2 1-57,0 2 1,0 0-116,-1 0 1,0 1-317,-1-1 1,1 0-884,0-1 1,1-1 1431,6-2 0,-2-2 0,3 4 0,0-8 0</inkml:trace>
  <inkml:trace contextRef="#ctx0" brushRef="#br1" timeOffset="371666">21428 4419 10360,'-3'-5'5808,"0"1"-3091,3 4-1037,-28-66-325,15 36-1142,-3-7 1,0 2-91,9 20-146,4 11 1,2 16 33,0-1 34,1 37-17,3-5-28,1-9 0,0-1 0,6 13 0,10 8 6,3-17-23,13 10 22,-7-17 57,-3-5 84,-15-17 520,-7-6-448,-10-10-78,-8-9-11,-12-13-22,-8-10-1759,13 15 1,1-1 1696,-13-18-162,12 7 1,3-1 217,0-12-129,7 15 0,3 1 106,8-12-33,8 11-34,1 13 3136,9 3-3159,11 6 543,-4 4-565,37 3 6,-13 13-1557,-11 0 1,1 2 1573,17 11-12,-14 2 1,0 3-208,-14-7 0,-2 1 207,10 9 1,-2 2-149,3 16 154,-18 1 23,-15-11 16,-27 19-19,0-32 0,-2-1 1446,2 1 0,-2-1-1471,-11 1 0,-1-5-186,-8 0-60,1-1-999,13-8 1267,23-9 0,2 0 0,8-2 0</inkml:trace>
  <inkml:trace contextRef="#ctx0" brushRef="#br1" timeOffset="371917">22460 4085 19081,'-7'0'2828,"1"0"-2497,6 0-668,0 0-172,16-48-432,25 25-348,-9-7 0,3 1-1952,9 17 1,1 6 2817,-5-1 1,-3 2 0,10-1 0,-22 4 0</inkml:trace>
  <inkml:trace contextRef="#ctx0" brushRef="#br1" timeOffset="372091">22674 4229 25926,'-7'5'-1104,"55"-17"-686,-10 1 1,4-1 656,12-2 1,-2 0 0,6 0 0,-26 7 0</inkml:trace>
  <inkml:trace contextRef="#ctx0" brushRef="#br1" timeOffset="379210">23936 3796 11956,'-9'-42'603,"-1"0"0,1 2 0,-4 12 1774,-4 27-2361,-2 5 63,-28 38-46,14 2-1142,5-5 0,1 2 1115,-1 13 175,12-8 1,3 1-185,7-13 1,2 0 491,-1 14 1,4 2-490,10-6 0,6-2 42,10-2 0,5-3 19,-2-7 1,4-4 39,6-4 0,1-6 235,18-11-1812,-7-12 1980,-11-10 2107,-15-29-2476,-15 16 195,-20-27-145,-10 34 731,-14-2-888,-4 16 116,-6 11-172,0 10-129,-1 15 50,20-5 3019,4 14-3713,24-10-1663,28 11-3266,19-12 5730,-15-13 0,-1-3 0,11-2 0,-16-5 0</inkml:trace>
  <inkml:trace contextRef="#ctx0" brushRef="#br1" timeOffset="379434">24870 3746 20582,'-8'35'-60,"1"0"0,3 2 1,6-2-115,22 21-3253,1-12 1,2 0 2101,-7-14 1,0 0 1324,10 15 0,-2-1 0,-1-6 0,-7-7 0</inkml:trace>
  <inkml:trace contextRef="#ctx0" brushRef="#br1" timeOffset="379617">24604 4252 19014,'22'-47'-221,"-1"-1"1,5 3-1,8 8-549,21 14 0,4 9-892,-16 1 1,0 1 1661,4 0 0,4-2 0,-9 4 0,-1 0 0,17-5 0</inkml:trace>
  <inkml:trace contextRef="#ctx0" brushRef="#br1" timeOffset="379834">25542 3620 23819,'3'5'157,"5"20"-134,5 30-1018,4-7 1,3 2 941,-4-13 0,1 1-188,8 16 0,3 2-748,-5-10 1,1-1 988,1 3 0,-2-3 0,3 6 0,-4-9 0</inkml:trace>
  <inkml:trace contextRef="#ctx0" brushRef="#br1" timeOffset="383436">26653 3814 10315,'-8'0'5590,"1"0"-4694,-22-13 0,-3-6 466,10 3-1032,-13-4 1,4-1-191,26 5-213,14 1-106,18 3-113,23 0 102,-16 6 0,2 2-306,6 1 0,0 0 207,2 1 1,0 2-121,-2 1 1,-2 2-320,-6 2 0,-2 1-1160,10 14 589,-25 7 845,-34 8 442,-29 6 163,10-18 1,-3-1-59,-5 1 1,-1-1 597,0-1 1,1-2 70,5-1 0,2-2 72,-15 8 152,24-9-431,27-8-85,42-7-425,-3-7 0,6-3-524,5 0 1,2-2 506,8-5 0,0-2-14,-10 3 0,-2-1-300,-2 0 1,-3-2 321,-5 2 1,-4-1 555,14-20-440,-24 1-40,-29-1-17,-22 3 0,-22 2 17,19 18 0,-1 2 140,0 0 0,0 0 454,-24-10-62,16 1 741,19 2-1194,16 2 650,17 2-740,24 6-3420,10 9 3330,4 7-3,-20 4 1,-1 4-347,20 20 327,-19-10 0,-1 4-9,-4 2 0,-3 3-53,-4 1 0,-5 3-168,-3 0 0,-5 1-568,-4 0 0,-4 1-4107,0 5 1,-2-3 3346,-4 10 0,2-8 0,7-37 0</inkml:trace>
  <inkml:trace contextRef="#ctx0" brushRef="#br1" timeOffset="383767">27899 3459 17501,'-4'-4'2910,"1"0"-392,3 4-2131,89-50-1803,-34 52 1475,-14-11 1,6-3 0,-5 10 100,-5 22 0,-5 9-110,1 3 1,-2 3-15,-3 2 1,-3 2-53,-2 2 0,-3 1-166,-3-1 1,-3 0 41,-2-2 0,-2 0-92,-2-2 1,-2-2-229,-1-2 1,-1-1-1522,-1 2 0,-1-3-1205,1 9 2646,-3 1 1,0-31 0,0-2-1</inkml:trace>
  <inkml:trace contextRef="#ctx0" brushRef="#br1" timeOffset="383986">28173 3869 21241,'40'-45'113,"0"0"0,-7 16 1,2 2-1,1 7-85,9 11 0,0 6-99,-2-2 1,-4 2-1634,11 2 360,-30 4 0,-3-2 0,-11 2 1</inkml:trace>
  <inkml:trace contextRef="#ctx0" brushRef="#br1" timeOffset="398802">21054 5987 10830,'-5'-3'2913,"1"1"3232,4 2-5630,-50-40-258,39 23-215,-16-5 0,7-1 93,30 6-29,7 2-11,9-2-16,16 4-68,-10 5-11,19 7 5,-12 10-10,15 11-234,-24-5 0,0 4 242,2 3 0,0 3-343,2 4 0,-2 2 331,0 4 1,-2 3 2,-4 2 1,-2 2-20,-4 2 0,-4 1-59,-3-1 0,-4 2-362,-3 6 1,-2 0-415,-1-11 0,-2-2 20,-1-2 0,-1-3 87,-1 20 0,0-36 0,0 5 0</inkml:trace>
  <inkml:trace contextRef="#ctx0" brushRef="#br1" timeOffset="398987">21279 6625 13126,'-7'-53'349,"-1"1"0,5 2 0,7 9 1955,24 8-2573,23-2-403,-17 19 0,3 1-2265,3 0 1,2 0 2936,4 0 0,-4 2 0,5 1 0,-20 6 0</inkml:trace>
  <inkml:trace contextRef="#ctx0" brushRef="#br1" timeOffset="399395">22305 5975 21198,'-22'6'851,"-9"15"-610,5 17 0,-3 5-81,2-6 0,-2 1-654,-9 10 1,2-2 543,14-18 1,3-2 28,-10 20 122,36-25 1,20-10-106,23-5-79,-17-7 0,3-1-54,23-2 1,2-1-15,-23 2 1,0-1-199,23-1 0,-2 0-1913,2 3 2162,-21 1 0,-2 1 0,4 0 0,-9 0 0</inkml:trace>
  <inkml:trace contextRef="#ctx0" brushRef="#br1" timeOffset="401601">23735 5837 8506,'0'-5'2408,"0"1"-385,0 4-1245,-60-45-588,41 33 45,-16-13 1,4 4 397,25 20-28,0-1-163,4 0-279,2 0-264,0 0 45,1 0-67,3 1-6,1 0-61,4 1-74,-1 1-50,-1 3 297,-4-1 68,0 5 10,-6-2 1,-1 3-23,-3 0 23,-2 0-62,1-3 28,2 0 28,2-3 101,1 0 112,1-1 431,1-1 101,1-1-588,-3 1-113,-1-1 1,-1 0-45,2 0 73,0 2 17,0-2 22,1 1 61,0 0 74,1-1-6,-1 0-34,-1 0 1,-1 0-18,-6 2-5,-3 2 84,-11 5-219,5-1 95,-12 8-21,7 1-24,-10 7 18,-1 9-62,12-9 0,1 2-50,-9 11-9,10-8 0,2 2 3,-1 13-22,2 15-20,14-24 0,3 0-9,5 13-2,10-12 0,4-4 8,5-5 6,2-4 0,5-2 41,0-6 1,1-2-6,1-1 1,2-1-238,5-1 1,-1-2 262,10-3 184,-2-5 146,-22-5 11,-3-5 11,-13-12-251,-16 1-57,-12-6 383,-3 11-450,-18-3-22,1 7-15,7 4 1,-2 2-14,-23-2-29,-3 3-10,28 4-208,9 6 112,17 0-319,3 12-768,14 5 1216,30 17 0,-22-18 0,18 4 0</inkml:trace>
  <inkml:trace contextRef="#ctx0" brushRef="#br1" timeOffset="411112">24673 5817 18800,'-41'48'309,"9"-14"-287,8 1 1,0 2-791,2-6 0,-1 0 698,-7 11 0,-2 1-110,0 0 1,0 1-695,-6 4 1,1-1 226,13-17 0,1-1-1854,-7 4 0,0-4 2568,-3-7 0,10-6 0,5-8 1</inkml:trace>
  <inkml:trace contextRef="#ctx0" brushRef="#br1" timeOffset="411295">23948 6157 17804,'3'-41'741,"1"1"0,-2 2 1,4 12-664,14 27-44,-1 5-1,35 13-25,-21-7 1,2 2-883,17 6 1,4 1 766,-12-6 1,1 1-1,3 0-964,1-1 1,3 0-1,1 0 1,-4-1 136,1 0 1,-3 0-1,2-1 934,-2-1 0,4 1 0,-4-1 0,-8-2 0,16 3 0,-3-1 0</inkml:trace>
  <inkml:trace contextRef="#ctx0" brushRef="#br1" timeOffset="424119">20979 8404 7436,'0'4'-509,"1"0"113,-1-4 0,0 0 0</inkml:trace>
  <inkml:trace contextRef="#ctx0" brushRef="#br1" timeOffset="524847">16628 9500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ADE6-C31B-1E4E-DAE1-1C4B006ED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B2B70-164D-D70F-7C6F-94BC12799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AF3A3-82C9-CE5B-A077-B98489110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D467-2CEA-2F4B-B496-7D2268DF34C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97444-4E23-F3C5-A34E-EF06A0280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B6EBD-25A4-59F7-7B87-75067610F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9896-F18D-974E-96FC-5FFB1ABB0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16811-4E0C-F4B5-E31E-1857537C3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9269-053B-B127-4633-B78CCA495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98EBD-CFA6-501A-C3BC-AFF993F71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D467-2CEA-2F4B-B496-7D2268DF34C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BE033-E715-D984-8143-8B6C29B33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43E1-D84A-FF68-6A50-82563895C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9896-F18D-974E-96FC-5FFB1ABB0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028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F48DE-3353-8E51-AE71-3D69C172A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A929D-3D4E-786E-F185-89AD416CA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8D993-FFC0-8B50-0E4A-3F856BFD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D467-2CEA-2F4B-B496-7D2268DF34C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67C87-E428-005C-D3E2-FD631E5F0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ABACE-56AE-D353-BD56-83AB310A3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9896-F18D-974E-96FC-5FFB1ABB0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22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2EF73-788E-4219-51B7-C1C6BED30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36870-14D5-D782-516B-BD6E92231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20F3F-53F6-43CC-9268-AB872E38D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36F77-F46A-67B6-9364-B06140883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D467-2CEA-2F4B-B496-7D2268DF34C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8A069-A01F-61B4-8631-767CA5FFC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FC551-6524-BC9B-61C6-11740F0D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9896-F18D-974E-96FC-5FFB1ABB0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10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801B4-32CE-621B-6EE7-2133F5DED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1524B-E1AD-0A05-8C03-5880C2C58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3F2B0B-373D-CC4F-5666-CB5FD80C6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C4BF3-3324-8497-4543-5A3414A2F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A8A94F-A2C5-28DB-9B5A-9630F81714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4E5C38-6EB5-71C7-63D1-7694CF990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D467-2CEA-2F4B-B496-7D2268DF34C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E7AA52-20A5-EBE7-448E-D3741817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9D282C-B8FD-82B0-A573-B15BA5B4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9896-F18D-974E-96FC-5FFB1ABB0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50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736EA-C1BB-3C21-49BF-DD3A3832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5A70C9-5361-9810-1BF0-B4398CD3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D467-2CEA-2F4B-B496-7D2268DF34C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F913E5-3DF8-7C5D-DD1C-E7884D6C4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F62688-46CC-32D0-78F6-378A9838C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9896-F18D-974E-96FC-5FFB1ABB0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95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3633A3-BA0F-E53E-5299-B812B5E8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D467-2CEA-2F4B-B496-7D2268DF34C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DC226B-672E-BB31-29B4-0A8E4AE6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4178F-5CA1-9E8F-4269-5FFF107BA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9896-F18D-974E-96FC-5FFB1ABB0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03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F58D-3671-E122-2073-81D0BF67D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79F0F-50B3-35E6-3924-0374EC02E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726C9-E9D6-88BA-D52D-E3EEC4AE7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E43B4-1DD7-CD70-4411-BCF269FA2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D467-2CEA-2F4B-B496-7D2268DF34C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15633-4B63-1F44-8C60-EF6B6030E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178B2-0386-76D9-6E4C-6C22791E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9896-F18D-974E-96FC-5FFB1ABB0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68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0780B-D8C6-6CF0-CD83-87F80E17A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8760C2-369D-D8B1-2981-FD8DB7AF65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7E704-D040-80B5-F645-FE3BBE147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C2863-F02D-BDBB-0C0D-EE729CACA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D467-2CEA-2F4B-B496-7D2268DF34C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727DE-8E09-E3C4-6FA1-BC428383A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C3BF6-F73F-64BF-DF53-55F4B29F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9896-F18D-974E-96FC-5FFB1ABB0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02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92EA6-7BD1-B7DA-2D5A-AE722800C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1600F9-DFD4-687B-F029-6B3A24D0A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2E6C8-5CC1-7C77-EA68-C08F7D1D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D467-2CEA-2F4B-B496-7D2268DF34C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B9706-79E3-2047-B909-00898C45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206D5-268D-DDA8-7F18-33BD54771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9896-F18D-974E-96FC-5FFB1ABB0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9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6B9DD8-534E-731B-3EBA-4F6D29ABA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FCBC8-46BE-48DF-D99B-12B260653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7690C-A575-090B-731A-B67E11DE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D467-2CEA-2F4B-B496-7D2268DF34C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765D4-7F5E-9841-48AA-113EE7877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AF6E8-2A50-2554-6055-413DED0B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9896-F18D-974E-96FC-5FFB1ABB0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10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7E645E-C698-BF24-80C0-220A9A8EA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2899B-1135-A47C-37AA-D7DC0EAE8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C2F8B-C93C-2B6C-4834-453C464402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3D467-2CEA-2F4B-B496-7D2268DF34C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7B4CC-C9F4-C607-11A2-F846F01D9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09B9F-8AEA-7E99-04B5-30DC0B08C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3C9896-F18D-974E-96FC-5FFB1ABB0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61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blue and white background with black text&#10;&#10;AI-generated content may be incorrect.">
            <a:extLst>
              <a:ext uri="{FF2B5EF4-FFF2-40B4-BE49-F238E27FC236}">
                <a16:creationId xmlns:a16="http://schemas.microsoft.com/office/drawing/2014/main" id="{82219024-44EC-40D1-759E-F9DA20EF23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E0D27C2-9642-6BAB-9789-152F2D580F6E}"/>
                  </a:ext>
                </a:extLst>
              </p14:cNvPr>
              <p14:cNvContentPartPr/>
              <p14:nvPr/>
            </p14:nvContentPartPr>
            <p14:xfrm>
              <a:off x="1952640" y="6720840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E0D27C2-9642-6BAB-9789-152F2D580F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43280" y="67114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895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522208C7-683B-1DB3-5E2A-91188CB735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2B702B6-AA07-2182-F63D-BD4CB6AAC00A}"/>
                  </a:ext>
                </a:extLst>
              </p14:cNvPr>
              <p14:cNvContentPartPr/>
              <p14:nvPr/>
            </p14:nvContentPartPr>
            <p14:xfrm>
              <a:off x="858240" y="209520"/>
              <a:ext cx="7570440" cy="2830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2B702B6-AA07-2182-F63D-BD4CB6AAC0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8880" y="200160"/>
                <a:ext cx="7589160" cy="284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0196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0D1846-37D5-4B4F-78A0-6F37F2996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3942651-C867-865A-4DF0-92C950BCE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D6181023-D024-CCED-51E1-65A66221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9AD2B54-AE69-5B78-F20F-E86432CE8556}"/>
                  </a:ext>
                </a:extLst>
              </p14:cNvPr>
              <p14:cNvContentPartPr/>
              <p14:nvPr/>
            </p14:nvContentPartPr>
            <p14:xfrm>
              <a:off x="345960" y="66240"/>
              <a:ext cx="11271240" cy="6791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9AD2B54-AE69-5B78-F20F-E86432CE85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6600" y="56880"/>
                <a:ext cx="11289960" cy="681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3011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FB7A0-2D7B-5797-D52D-A65D158FB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E52873-2D4E-B05B-7782-EDA348DE4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5911EE1E-687A-F30C-A001-E4974078B4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14BB047-0550-C0CD-2DFE-3E712F26053A}"/>
                  </a:ext>
                </a:extLst>
              </p14:cNvPr>
              <p14:cNvContentPartPr/>
              <p14:nvPr/>
            </p14:nvContentPartPr>
            <p14:xfrm>
              <a:off x="263160" y="367200"/>
              <a:ext cx="11713320" cy="6184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14BB047-0550-C0CD-2DFE-3E712F2605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3800" y="357840"/>
                <a:ext cx="11732040" cy="620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9564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0674F5-78CA-C22F-E0D9-586C8DEF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B17108-D76E-997E-653C-5E867C68C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201C0647-9CEC-673A-D4AF-005B0EA23F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962DA82-9DC2-F0B1-A236-A69ADCA9494B}"/>
                  </a:ext>
                </a:extLst>
              </p14:cNvPr>
              <p14:cNvContentPartPr/>
              <p14:nvPr/>
            </p14:nvContentPartPr>
            <p14:xfrm>
              <a:off x="338040" y="228600"/>
              <a:ext cx="11169720" cy="6558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962DA82-9DC2-F0B1-A236-A69ADCA949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8680" y="219240"/>
                <a:ext cx="11188440" cy="657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8427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FC46D3-FB67-10FD-C034-23F4ADA99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B35302-AF4E-7CE7-D2BD-27E8822AA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3CEC314E-14FF-32FD-5BAB-6DBBFECC0A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B5996AA-05FA-A265-8E26-91AD8C2A7983}"/>
                  </a:ext>
                </a:extLst>
              </p14:cNvPr>
              <p14:cNvContentPartPr/>
              <p14:nvPr/>
            </p14:nvContentPartPr>
            <p14:xfrm>
              <a:off x="465840" y="400680"/>
              <a:ext cx="11507400" cy="6457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B5996AA-05FA-A265-8E26-91AD8C2A79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6480" y="391320"/>
                <a:ext cx="11526120" cy="647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7065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D281F7-24E1-FBA0-1F71-ABFEE8C23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B9A2D5-11A2-3031-95FC-B2BE072FD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AA5A5DB0-DD52-8662-BC63-6C82A21B5A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99247E-578C-C207-14DB-5F8652C806C6}"/>
                  </a:ext>
                </a:extLst>
              </p14:cNvPr>
              <p14:cNvContentPartPr/>
              <p14:nvPr/>
            </p14:nvContentPartPr>
            <p14:xfrm>
              <a:off x="396360" y="582480"/>
              <a:ext cx="9907920" cy="5747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99247E-578C-C207-14DB-5F8652C806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7000" y="573120"/>
                <a:ext cx="9926640" cy="576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6530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2025-11-28T10:26:06Z</dcterms:created>
  <dcterms:modified xsi:type="dcterms:W3CDTF">2025-11-28T15:36:09Z</dcterms:modified>
</cp:coreProperties>
</file>