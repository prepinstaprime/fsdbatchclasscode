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13:39:38.7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1661 2522 21646,'3'-62'1456,"1"1"1,-1 6-1,-2 9-980,-3 12-224,-1 15-201,0 11-46,2 14 6,0 5-5,0 44-34,0 5-709,0-11 1,-1 3 540,-1-1 0,0 0-241,1 3 1,-1 1-477,0-1 0,1-1-1526,0-4 0,1-1 2439,0-2 0,1-4 0,0 3 0,0-11 0</inkml:trace>
  <inkml:trace contextRef="#ctx0" brushRef="#br0" timeOffset="275">1537 2641 16829,'-19'-44'3069,"1"-1"1,3 5-2603,-4-15 1,5 1-204,19 20-108,15-9-66,25 20-59,-12 15 0,5 4-519,8 6 1,3 5 495,7 5 1,0 5-315,-15-1 1,0 3 0,-1 3 280,1 2 1,-2 3 0,-2 2-45,-2 1 0,-3 2 0,-3 2-96,6 18 0,-9 2 50,-12-1 0,-11-1 73,-14-1 0,-10-4 42,-12-2 0,-5-4 5,3-10 1,-4-2-14,-2-5 1,-4-1 0,0-4-455,-16-2 0,0-6-2232,3-1 0,1-6 2694,8-9 0,9-6 0,18-11 0,14 5 0</inkml:trace>
  <inkml:trace contextRef="#ctx0" brushRef="#br0" timeOffset="1033">2701 2653 20470,'1'-51'1562,"-1"0"1,1 6 0,-1 9-1003,0 20-560,0 13 73,-1 32-56,1-3 0,1 8 0,-1 3-12,1-3 1,-1 0-352,1 12 0,0 3 343,-2 0 0,0 1-14,-1 10 0,-1-3 6,1-18 0,1-2 0,-2 9 0,1-4 5,1-7 34,2-6 28,-1-27-56,-1-13 6,-4-35-1,-5-14-676,3 16 0,-2-5 673,-1-5 1,-3-3 6,1 9 1,-3 0-1,0 0 13,-5-11 1,-1 2-6,0 4 0,0 3 262,5 12 1,3 4-263,2-14-2887,6-9 2870,22 8 17,7 24 0,6 3-276,18-7 267,-3 13 1,4 5-1,-11 7 1,-1 2-4,11 4 1,1 3-3,-2 3-1,-2 5-8,-4 5 1,-4 6 146,-2 13 1,-6 3-162,-10-13 1,-4 3-37,-4 14 0,-9 2-154,-12-14 1,-5-2-30,-5 9 1,-5 0-728,-15 7 0,-4-3-243,4-8 1,-1-2 1208,-2 0 0,2-5 0,0-3 0,19-14 0</inkml:trace>
  <inkml:trace contextRef="#ctx0" brushRef="#br0" timeOffset="1341">1544 3780 20235,'-50'14'621,"0"0"1,0 0 0,3-1 0,2-1-250,-11 3 1,11-2-77,29-7-38,23-7-157,28-7-57,15-5 1,9-3-1331,-14 5 0,4-2 0,4 0 1249,0 1 0,5-1 0,3-1 0,1 1 0,-1-1-45,-5 2 0,0 1 1,-1-1-1,3 0 0,4 0-270,-9 2 1,4 0-1,2-1 1,1 0 0,1 1-1,-2 0 1,-3 0-1,-4 2-626,5-2 0,-3 2 0,-2 0 1,-1 1-1,2-1 978,5 0 0,4-1 0,-1 1 0,-5 1 0,-10 1 0,1 1 0,-10 3 0,-2 1 0</inkml:trace>
  <inkml:trace contextRef="#ctx0" brushRef="#br0" timeOffset="1599">1726 4126 19266,'-48'15'470,"1"1"0,0-1 1,-10 5-1,0 0 1,5-1-110,6-3 1,4 0-85,-4 1 0,8-1 362,15-3-309,33-14 213,42-11-370,-14 2 1,7-2 0,5-2-773,-1 1 0,6-2 0,3 0 0,1-1 1,-2 1 618,-2 0 0,0 0 1,0 1-1,0-1 0,0 0-15,3 0 1,0 0 0,0 0-1,0 0 1,-1 1-383,-2 0 1,1-1 0,-2 2-1,-2 0 1,-3 1 392,8-2 1,-6 2 0,4-1-187,-3 0 0,4 0 0,-1 0 0,-5 1 133,14-1 1,-8 2-2103,-16 5 1,-6 4 2138,-6 4 0,-17 3 0,-19 0 0</inkml:trace>
  <inkml:trace contextRef="#ctx0" brushRef="#br0" timeOffset="6549">1408 4187 6882,'-9'1'4094,"1"-1"-2469,8 0-578,0 0 409,-28 12-112,13-6-520,-20 8 632,22-9-1148,8-3-246,1-1 61,5-1-39,3-1 252,27-10-252,0 1-45,16-4-5,-11 3 8,17-4 0,6-1-28,-22 7 0,2-1-237,7-2 1,6-2-1,-5 2 234,-2 2 1,-2 1-1,0 0 0,0 0 0,-1 0 0,-2 1-263,20-4 258,-21 4 0,0-1 10,11-2 6,-14 4 1,0-1 5,19-2-17,-2 0 1,-2 2 38,-5 0-5,-3 2 28,-7 1-17,-10 2 179,3-3-50,-10 2 676,9-3-732,-6 1 276,0 0-298,-1 2-35,-2 0 18,-4 0 0,-4 2-23,-2 0-6,0 0-16,2 0-34,-1 0 6,5 0-6,-4 1 1,3 0-18,-5 1-5,-2 0-23,-3 0-16,-2 0-23,-2 0-17,-3 3-335,2 1 425,-4 7 0,4-7 0,-1 3 0</inkml:trace>
  <inkml:trace contextRef="#ctx0" brushRef="#br0" timeOffset="9833">1119 3998 7363,'-3'-1'2958,"0"0"-85,3 1-1574,-14-15-615,10 8-34,-11-9-230,14 12-325,1 2 59,3 1-83,2-1 385,35-5-135,13-2-184,-16 2 0,1 1-182,2-1 1,0 0 175,-5 1 1,2-1-27,20-4 1,2-1 5,-12 3 1,1 1-374,-5 0 1,1 0 0,-1 0 243,6 2 0,-1 0 2,2 2 1,0 0-14,-1 2 0,0 1-12,-1 0 1,-1 0 9,-1 1 0,-2 0-307,-10 1 0,0-2 424,15 0 1,0-2 5,-15 1 0,-1-1 25,15-2 1,0-1 98,9-3-71,-19 2 1,-1 0 107,9-4-106,-14 4 0,-1 1 285,12-4-70,-14 4-402,0 2 427,-16 3-4648,1 2 4365,-9 1 0,-3 0 0,0 0 0</inkml:trace>
  <inkml:trace contextRef="#ctx0" brushRef="#br0" timeOffset="16017">4012 2260 12528,'1'-8'6306,"-1"2"-5455,5-26 1,0-6 290,-2 8-691,2-12 1,-2 2 349,-6 20-353,-1 10-437,-1 7-39,0 7 101,-14 32-1,-7 19-357,5-8 1,-1 7 302,6-13 0,0 6 1,0 0-1,2-2-480,0 4 1,3-2 0,0 2 456,1-2 1,-1 2 0,3 0 0,3-4-27,7 13 1,6-5-94,4-4 1,5-3-638,5-7 1,5-4-780,5-4 0,3-5-3376,5-4 1,1-5 4334,-9-6 1,-2-2 0,15 0 0,-32-9 0</inkml:trace>
  <inkml:trace contextRef="#ctx0" brushRef="#br0" timeOffset="16640">4765 2497 16314,'-1'-6'2344,"1"-31"0,2-6-1840,3 10-269,-1-12 0,0 3 102,3 21-275,-4 11-152,-1 7 90,-1 11 78,2 23-33,0 28-23,-3-24 1,-1 2-402,-1 5 1,0 0 386,-2-6 1,1-1 2,0-2 1,-1 0-12,-2 25 0,1-18 67,0-2 308,3-24 247,-2 1-180,-5-38-285,0-6-20,-2-16 0,2-5-98,2 11 1,2-1-62,-1-17 0,1 0 58,3 13 0,4 2-252,7-12 0,3 1 241,-2 17 0,2 1-11,9-6 0,3 6 14,21 3-99,-4 16 76,-6 11 1,1 6 5,17 13-14,-13-2 1,-1 5-7,-7 4 1,-3 7-43,6 19 1,-8 8-6,-15 4 0,-13 5-166,-10-11 1,-9 2 0,-3-4 123,-1-8 1,-4-3 0,-6-3-361,-16 1 1,-7-3 0,6-7-1232,10-9 1,2-5 1688,-4 0 0,6-6 0,18-10 0,13-3 0</inkml:trace>
  <inkml:trace contextRef="#ctx0" brushRef="#br0" timeOffset="17092">5434 2486 22520,'52'35'-320,"0"0"1,4-1 0,-4-10 106,3-26 319,-4-8 85,-14-16 549,-14-23-186,-8 10 902,-1-12-924,-10 31-409,-10 21-61,-5 24-34,-8 26-28,2-5-474,4-1 0,0 3 401,4-9 0,0 0-67,-2 8 0,1 3-1767,1 13 0,1-4-2988,3 4 4895,1-10 0,1-6 0,3-20 0,0-2 0</inkml:trace>
  <inkml:trace contextRef="#ctx0" brushRef="#br0" timeOffset="18716">6216 2550 23892,'-9'26'583,"1"5"-536,1 4 1,1 5-18,2-6 1,1 0-25,-3 22 22,4-7 17,1-37 639,1 2-427,0-29-218,0-11 6,0-23-22,1 7 16,5 6 0,1-1 23,10-14-34,-4 16 0,3 1 22,12-10-11,0 11-28,8 13-27,-1 17 4,11 23 4,-24 5 0,-3 6-37,0 3 0,-3 1-96,-3-3 1,-2 0-138,3 4 1,-1-3-82,2-7-643,18 18-235,-1-31-86,17-3 354,7-19 837,-19-6 1,-1-5 193,13-12 50,-18 5 0,-1-5 467,-2-6 1,-3 0-202,-6 11 1,-2 1 228,6-11 1,-6 5-222,-14 16-302,-8 7 152,-41 26-164,6 3-50,7-2 1,-2 3-12,8 2 1,4 2-1,-11 18-23,20-12 1,3 0 6,4 4 163,19 16-181,6-32 12,8 2 11,0-15-11,17-13 123,3-19-34,-19 10 1,0-2 38,-2-7 1,-4 0 11,4-12 280,-8 0 0,-3 1-241,-3 6 8,-1-2 1,-2 3 388,-9 12-414,-1 4-162,-10 16 0,-2 15-45,-6 16-84,3 12-22,6-6-384,8-4 0,3-2-127,5 4-764,6-1 0,4-2-1716,14-7-2061,15 4-2207,17-39 8182,-14-11 793,-17 1 1,-1-6 2206,-3-8 0,-4-5-1767,0-2 0,-2-1-966,0-2 0,-2 1-415,-6 6 0,-3 5-165,-1 0-364,-9 18-106,-2 16 73,-12 34-29,0 4-16,-6 13 2,8-21 0,0 0-42,3-4 1,0 0 10,-8 25 34,7-16 388,12-36-265,1-6 0,6-13-67,6-16 1,3-6-46,11-19-287,-4 9 1,0 1 281,4 2 6,3 3 5,-7 20-34,1 6 0,-7 11 12,-7 12-17,1 33 11,-6-5 16,0 3 1,1 1-17,-1 6-11,3 7 50,6-29 552,0-12-569,9-15 12,2-15 16,-3-6 1,0-5-26,2-1 0,-1-1-11,1 0 0,-2 2-8,14-15-46,-22 34 68,1 25-16,-7 6 10,9 31-22,-5-17 34,22 14-1,-9-28 34,14-3 124,0-33-96,-10-4 28,13-27-11,-13 2-17,-3 3 17,-7 9-50,-12 17 33,-3 8-117,-4 5-6,0 13 22,-1-1 6,0 33-173,1 16-231,5 2-136,-2-27 0,2-2-2211,11 3 2751,4-10 0,-9-13 0,-2-8 0</inkml:trace>
  <inkml:trace contextRef="#ctx0" brushRef="#br0" timeOffset="18866">8483 2215 22767,'-6'-4'2161,"2"0"-2194,4 4-1054,0 0-1210,-9-11 2297,27 29 0,-22-23 0,25 26 0</inkml:trace>
  <inkml:trace contextRef="#ctx0" brushRef="#br0" timeOffset="19140">9006 2435 25743,'-45'7'170,"-1"-1"1,1 0 0,-18 6 0,7 5-151,23 5 0,5 3-747,-14 17 738,21-7 0,5 1-11,3 13-11,8-14 0,6 0 260,17 11-428,18-10-482,13-14-889,-18-14 0,1-3 1550,28-2 0,-20-2 0,-16-2 0</inkml:trace>
  <inkml:trace contextRef="#ctx0" brushRef="#br0" timeOffset="19906">10168 2409 22063,'0'-53'987,"0"1"0,-1-1 1,0-2-1,-1 6-964,-2 11 1,-3 9-122,-1 22 79,4 14 214,-3 56-186,3-23 0,1 4-760,-1 1 0,-1 4 0,1 0 747,-1 2 1,0-1-1,-1 6-49,2-5 0,-2 6 1,1 2-1,0-2 1,0-6-9,1 3 0,0-4 1,0 2 23,0 2 1,-1 4 0,1-3 0,3-12 445,3 0-609,3-25 38,9-64 115,-7 15 1,0-3-559,0-5 0,1-4 0,-1-1 616,-1-1 0,-1-1 1,0-4 17,-1-6 0,-1-5 1,0-3-1,0 2 7,-1-1 1,0 0-1,-1 0 1,1 0-19,-1-1 0,1 0 0,-1 1 1,1 3-4,-1 7 1,-1 2-1,1 2 1,1 2 17,3-4 1,1 3 0,1 4-321,3-5 1,4 3 272,2-8 0,10 8 607,11 24 0,7 13-647,8 18 1,0 16 87,-11 7 0,-1 9 0,-4 2-454,-6 0 1,-3 2 0,-7 3 422,-4 7 0,-6 4 0,-15-2-10,-16-7 0,-14-1 0,-4-2 0,3-4 9,5-5 0,1-5 0,-4 2-11,-7 1 1,-5 3-1,-1-3 1,6-8 669,1-8 1,3-7-3359,3-7 1,3-4 2119,-1-7 1,9-6-1,23 4 1</inkml:trace>
  <inkml:trace contextRef="#ctx0" brushRef="#br0" timeOffset="20640">10749 2328 25181,'25'25'-22,"0"0"0,1 2 0,-1 0-23,16 13 25,-17-7 0,-5 5-1,-13-2 1,-6 1 36,-5 4 0,-4-1 9,-3-8 0,-5-5 118,-24 0 244,12-49-205,13-3-83,1-23-95,14 14 2,23-19-17,-2 24-12,12-2 1,8 1-29,9 6 1,3 4 13,-2-2 1,3 1 15,-11 7 1,2 1 0,-3 2 11,-3 3 1,-3 1 30,23-7 18,-24 5 144,-21 5 1,-9 1-162,-5 2 27,-24 14-39,2 4-11,-12 7 0,7 21 11,17-18-11,0 34-16,19-25 4,10-5 1,6-2 22,17 1 3,-11-14 0,2-4 26,10-10 21,-5-12 18,-6-11 139,-5-32-168,-12 17 9,-8-4 0,-6-1 14,-10 0 11,-8-17-56,-1 28 73,-18-3-141,-6 19-4,8 1-80,-3 19 24,29 5-768,0 23-740,17-2-2509,8-2 0,5-1 4117,18 10 0,1-6 0,-21-22 0</inkml:trace>
  <inkml:trace contextRef="#ctx0" brushRef="#br0" timeOffset="21017">12151 2414 24717,'-59'-6'80,"-1"0"0,6 2 0,6 12-63,14 22 0,7 9 57,5-1 1,4 2-78,0-7 1,7 1-85,16 17 0,11-6 87,11-16 33,-6 1 1,5-9 75,6-29 1,1-16 279,3-19 1,-2-10-153,-9 19 0,1-2 0,-2 0-342,-1-6 0,-2-1 0,-4 4 304,-3 1 0,-3 6 140,-1-2-328,-6 65-6,-3 7 1,-2 10-12,-1-1 1,-3 8-1,0 3 1,0-1-381,-1 3 0,-1 1 1,0 1-1,-3 2 92,0-4 1,-2 3 0,0 1-1,-2-2 1,-1-3-876,-1 1 0,-1-2 0,-2-2 0,-1-1-1289,-1-4 0,-1-1 1,0-3-1,0-5 1581,-9 9 0,2-8 1,7-14-1,4-7 0,6-10 1</inkml:trace>
  <inkml:trace contextRef="#ctx0" brushRef="#br0" timeOffset="22040">12653 2568 17148,'1'-59'2304,"0"-1"0,2 10 0,-5 8-1520,-15 18-167,5 10-152,-2 1-415,6 5-112,4 6 46,4 6 10,11 24-22,4 10 36,-1-6 1,1 3-336,2 1 1,-1 2 312,-1 5 0,0-2 17,-3-7 0,-2 0-12,-2 4 1,-3-1 2,-11 17 107,-23-7-17,0-20 6,-11-29-45,22-11 179,2-43-191,17 19-36,1 4 1,5 1-38,23-8-21,17 4-83,-14 18 0,3 1 15,8 1 0,2 1 37,-7 3 0,2 1-172,13-1 0,3 1-352,2 1 0,0 1 364,-11 2 0,1-1-196,-2 1 0,2-1 0,-7 0 33,16-6 390,-24 6 0,-2-1 243,2-8 158,-23 5 111,0-5 365,-13-2-550,-2 7 633,-18-12 224,1 16-917,-17-4-125,0 16-78,-3 9-16,0 12-18,10-1 1,-5 25-23,18-8 0,8-1 1,5 2-40,10 9 39,6 4-6,24-31 46,-4-18-1,6-5 101,10-28-11,-18-4 45,9-20 28,-19 3-6,-10-1-84,-5 11 353,-8-12-263,0 27-39,-3-9-219,3 24-50,1 8 89,3 13 17,0 2-151,3 35-168,3-4-5,3 12-964,0-21 0,0-1-855,3 3 2160,3-2 0,-1-2 0,-5-16 0,6 7 0</inkml:trace>
  <inkml:trace contextRef="#ctx0" brushRef="#br0" timeOffset="22625">13926 2528 21439,'3'-47'1450,"0"-1"1,0 8 0,-2 6-1328,-2 17-89,-2 10-101,2 11 72,-2 10 23,1 16-5,-2 17-1,-4 12-285,4-26 0,0-1 269,-2 1 0,1-2 5,-6 27-22,4-17 27,-2-4 29,6-25 146,-1-4-152,7-23 0,4-16 543,1-2-543,3-2 0,0 0-16,2-6 10,4-4 1,4-3-4,-3 14 1,1 2-17,6-4 0,1 1-30,17-8 21,-3 28-5,-11 25-17,2 11-27,3 29 38,-12-11 0,-10 5 1,-3 2 16,-4 2-11,-3-11 0,-2-1 0,-3-6 22,-3-6 90,2-16-44,0-6-57,3-16 45,7-42-23,6 3-8,-3 14 1,3-2 32,6 4 1,3 2-31,9-9-16,10-1-12,-14 34-17,16 12 45,-8 10-39,12 13-40,-17 9-100,-9 9-275,-7 5-683,-7 5-1764,-7 0 2873,-6 1 0,2-25 0,-1-5 0</inkml:trace>
  <inkml:trace contextRef="#ctx0" brushRef="#br0" timeOffset="23407">14817 2499 26032,'45'-21'162,"-10"19"-78,-41 53-11,-5 10-51,1-23 1,-3 1-18,0-2 1,0-2 2,0-2 1,1-3 19,-7 13 56,11-28 62,4-8-29,3-15-72,7-11 0,4-18-28,3-1 2,2 1 1,1-1-515,10-18 506,-7 17 0,1 1 29,10-13-260,8 5 220,-9 20-5,21 4-1,-18 27 1,7 12-12,-20 18 22,-7 9 12,-10 7-22,-7 0 5,-2-4-6,0-9 6,4-12 62,12-20 501,17-28-524,10-14-6,2-5 9,-14 14 0,-1 1 31,7-7-28,11-9 280,-12 19-320,-7 10 1,-3 7 5,-1 11 17,5 17-28,-6-3 0,8 19-17,-8-12 23,5 6-6,-1-5 11,4-7 11,-8-10 18,8-7 4,-10-7 113,22-19-39,-7-9-60,-7 6 1,-1-3-87,0-5 1,-3 1 128,7-14 0,-3 0 141,-15 27-242,-4 10 0,0 0 0,-9 25 0,0 7 0,-3 8 0,2 25-35,4-23-167,3 2 1,4 1-226,8 3-1185,13 13-3486,6-20 5098,-3-12 0,-9-9 0,-9-8 0</inkml:trace>
  <inkml:trace contextRef="#ctx0" brushRef="#br0" timeOffset="23591">15925 2008 24402,'45'22'-1698,"-7"-2"1,-12 13 0,-11-15 0</inkml:trace>
  <inkml:trace contextRef="#ctx0" brushRef="#br0" timeOffset="24358">16321 2349 26446,'-45'33'73,"21"11"0,6 3-67,11-3 10,3 5 1,3 0 17,8-7-6,0-9 106,4-6 169,5-29-219,-1-4 56,25-35-73,-7-3-393,-13 17 1,1-1 339,0-5 0,0 1 11,-3 5 1,1 1-137,8-9 1,1 2 127,-6 8 0,-1 2-17,18-13-17,-3 20 6,-17 13-45,15 9 649,-11 14-655,6 14 20,-11-5 0,-2 3-56,-3-3 0,0 0 42,12 29-151,-9-25 0,0-3-22,4 2-343,4-1 1,7-1-362,4-15 1,2-4 775,-7 3 0,2-3-3,20-11 1,-2-10-312,1-17 507,-15 5 1,-2-2 47,4-13 246,-14 5 1,-6-2 279,-9-7 77,-5-11-564,-32 31-95,-2 18 6,-23 21 5,18 6-31,9-3 1,1 1-26,-8 22 12,8 2-7,11-1 505,12-5-499,7-11 34,12-5 40,5-15 139,15-12 62,-3-14-106,-2-6 419,2-20 224,-3-3-419,-3 3-23,-4 6-336,-18 34-17,-5 9 51,-9 49-37,2-23 0,0 1-317,-2 7 1,0 2 302,-2-1 0,-2 3 1,1-5-471,2-6 1,-2 1 444,-7 14 1,-4 5 0,2-6 5,4-15 0,-2-1-211,-8 11 1,-6 5-1,0-5-896,-1-7 1,-1-4-883,-7 9 0,-1-3 1997,2-11 0,4-5 0,6-5 0,0-3 0</inkml:trace>
  <inkml:trace contextRef="#ctx0" brushRef="#br0" timeOffset="24908">17802 2057 32767,'1'-54'0,"0"0"0,-3 5 0,-2 5 0,-8-15-6426,-3 19 6057,3 15 1557,7 12-1527,3 8 1007,3 9-2876,11 17 2302,12 29-531,-4-8 0,2 5 519,-4-7 0,0 2 0,0 2-102,0 7 1,0 2 0,-2 1-91,0 2 0,-2 1 1,-5 4 77,-7-11 1,-4 3 0,-2 2 0,-1-2 0,0-4-28,0 5 0,0-4 0,-6 2-74,-4-3 1,-5 5 0,-3 0 0,-1-3 0,1-9-2383,-16 8 1,-2-6 2555,7-5 0,-2 1 1,4-6-1,5-9 0,3-6 1,-3 1-1</inkml:trace>
  <inkml:trace contextRef="#ctx0" brushRef="#br0" timeOffset="25332">18605 1914 18257,'0'-4'4252,"1"1"-2981,-1 3-1187,-39 15-39,22 0 11,-11 9 0,1 2-28,14 4 0,4 1 0,4 1 11,12 0 34,6 10 123,6-20 179,1-10 23,0-8-106,2-13-63,1-8-22,0-11-44,-4-5-23,-4-1-28,-8 3-51,-3 9 59,-5 1-164,-3 14-84,-4-2-172,-7 15-552,-5 8-1349,-5 15 2201,9 1 1,0 0 0,0-1-1,-1 14 1</inkml:trace>
  <inkml:trace contextRef="#ctx0" brushRef="#br0" timeOffset="25600">18664 2519 24385,'-25'42'143,"-1"-1"1,4-3 0,9-5-43,20-13 229,15 3-99,-6-12 138,5 0 1,-10-8-141,-6-10-94,-1-8-79,-3-13-6,0-8-22,-4-4-106,0 5-1356,-1 9 1434,-2 12 0,4 7 0,0 6 0</inkml:trace>
  <inkml:trace contextRef="#ctx0" brushRef="#br0" timeOffset="30449">5016 3470 14530,'-43'4'1347,"-1"1"0,0-1 0,-7 2 0,9-2-1218,10-1 337,41-1-147,27 0 0,14-2-271,-5 0 1,4-1 0,4 1-1112,-5-1 1,3 0-1,3 0 1,2-1 993,4 0 1,4-1 0,2 1 0,-2-1-1,-4 0 23,-8 0 0,-3 1 0,0-1 0,6 0-260,-6 0 0,5 0 0,3-1 0,1 0 0,0 1 0,-3-1 0,-4 0-43,11-1 0,-4 0 1,-2 0-1,3 0-328,-4 1 1,2-1 0,0 0 0,0 0 0,0 0 676,-1 0 0,2-1 0,-1 0 0,-4 0 0,-9 1 0,4 0 0,-4 0 0,-1 0 0,-1 1 0,1-1 0</inkml:trace>
  <inkml:trace contextRef="#ctx0" brushRef="#br0" timeOffset="31192">11488 3458 11586,'-46'-1'1261,"-1"0"1,1 0 0,-10 0 0,6 0-52,2-4-1081,31 2 167,18 2 203,18-1-224,7 1 122,19-1 1,8-1-1599,2 1 1,5 0 1244,-14 0 1,4 0 0,3-1 0,-1 1-24,5 0 0,0-1 0,1 1 0,2 0-473,-7 0 1,1 0 0,1 0 0,1 0 0,1 0 451,4 0 0,1 0 0,1 0 0,1 1 0,0-1-292,-7 1 1,0 0 0,1 0 0,1 0 0,0 0 0,0 0 277,3 0 1,1 1 0,0-1 0,1 1 0,-1-1 0,1 1-167,-7 0 0,-1-1 0,1 1 0,0 0 0,1 0 0,-1 0 0,0 0 161,1 0 1,-1 0 0,1 0-1,0 1 1,0-1 0,0 0 0,-1 1-22,0-1 1,0 0 0,0 0 0,0 0 0,-1 0-1,-2 0 1,-1 0 32,8 0 0,-4 1 1,0-1-1,1 1 1,2-2-16,1 0 0,4 0 1,0-1-1,1 0 1,-4 0-1,-3-1 6,3 1 1,-5-1 0,0 0-1,3-1 49,-7 1 0,2 0 0,3-1 0,-2 0 0,-2 0 0,-4 1-63,15-2 0,-6 0 0,3 0-92,-3 0 0,4 0 1,-2 0-1,-7 0-13,3 1 1,-1 0-310,-4 0 0,7-1 0,-1 1 1,-8 0-1914,2 0 1,-5 1 59,11-1 1,-5 0 2296,0 1 0,-38 2 0,-8 1 0</inkml:trace>
  <inkml:trace contextRef="#ctx0" brushRef="#br0" timeOffset="108289">6366 3532 14919,'-46'-10'1632,"0"0"0,6 2 0,8 1-921,18 1-700,9 4-78,5 1 185,16 2 66,37 3-128,-13-2 0,2 0-37,-2 0 1,3 0 21,-2 0 0,4-1 1,-3 1-6,2-1 0,2 0-553,7 0 1,6 1 0,-1 0 536,-1 0 1,0 0-1,-1 0-17,-9 0 1,-1 0 0,4 0 6,5 1 0,5 0 0,0 1 0,-6-1 1,9 1 0,-1 0-4,-15-1 0,4 0 0,2 0 0,-2 0 17,0-1 1,0 1 0,-1-1 0,-2 1-3,3-1 0,-2 0 0,3 0-4,8 1 0,6 0 0,-1-1 0,-6 1-6,-11-1 1,-4 1 0,4-1-31,6 1 0,6 1 0,-1 0 0,-7-1 4,-1 1 0,0 0-3,5 1 0,6 0 0,-3-1 7,-13-2 1,-1 0 0,3 0-706,4-1 1,5 1 0,0-1-1,-4 0 715,0 0 0,-4 0 1,3-1-5,9 0 1,3 0 0,-8 0-422,-11 0 0,-3 0 422,11 0 0,2 0-34,-13 0 1,0 1-1,1-1 29,0 1 1,-1-1 0,1 0 3,0 1 0,-1-1 1,2 0-18,5 1 1,1-1 0,-4-1-11,-3 1 1,1-1 106,13-1 1,6-1 0,-6 1-100,-7-1 1,-1 1 12,1-2 1,4 1 0,-1 0-4,-7 0 0,0 1 0,-3 0-1,13-1 0,0-1 50,-11 2 1,2 0 0,-3 0-49,4 0 1,0 0-29,15-1 1,-2 1 1001,-19 1 1,-1-1-997,18 0 0,-2 0 979,-4-1-1007,-19 2 1,-2-1-348,2 0-2322,5-2-1497,-12 2 3692,-2-2 1,-16 4-1,0-2 1</inkml:trace>
  <inkml:trace contextRef="#ctx0" brushRef="#br0" timeOffset="138142">5376 6637 9463,'-58'-1'510,"-1"0"1,1 1 0,12-1 0,1 0 0,4 0-245,-7-1 0,7-1 155,3-2 285,0-5 372,25-3 228,24-8-522,20 4-516,2 7 1,4 2-599,1 4 1,3 1 410,7 0 1,2 1-32,6 1 1,3 0-16,-16 0 1,1 1-1,1 0-616,3 0 0,1 0 0,1 0 594,3 0 0,1 0 1,1 0 10,4 0 0,0-1 0,1 1 8,-12 0 0,0-1 1,0 1-1,1 0 25,2-1 1,1 1-1,0-1 1,0 1 30,1-1 0,0 0 1,2 1-1,3-1 56,-6 1 1,3-1 0,3 1 0,0-1-1,1 1 1,0 0-55,-4 0 1,-1-1-1,1 1 1,0 0-1,2 0 1,1 0-1,1 0-321,-3 1 1,2-1-1,2 1 1,1-1 0,0 1-1,0 0 1,-1 0-1,-1-1 1,-1 1 248,6 0 0,-1 0 1,-1 0-1,0-1 1,-1 1-1,0 0 1,1 1-237,0-1 1,1 1 0,-1-1 0,1 1 0,-2 0 0,-1 0 0,-3 0 230,8 0 0,-2 0 1,-2 0-1,-1 0 1,2 0-90,-10 0 0,-1 0 1,0 0-1,1 0 0,2 0 1,3-1 96,-2 1 0,2-1 0,3 1 0,1-1 0,0 1 0,-1-1 0,-1 0 0,-2 0-78,6 1 0,-2-1 0,-1 0 0,0 0 0,1 0 0,4 0 62,-7 0 1,3-1-1,1 1 1,2 0 0,-1 0-1,-1-1 1,-1 1-1,-4-1 70,5 0 0,-3 0 0,-2 0 0,0 0 1,1 0-1,3-1-68,-8 1 0,3-1 0,2 1 0,-1-1 0,1 0 0,-2 1 0,-1-1 0,-3 0-13,12 0 0,-4 1 1,-2-1-1,2 0 1,3-1-37,-5 1 0,4 0 1,1 0-1,1-1 1,-1 1-1,-2-1 1,-4 0-256,1 1 1,-3-1 0,-1 0 0,-2 0 0,2 1-53,-1-1 1,0 0-1,1 1 1,-1-1-1,1 0-1618,4 0 1,3 0 0,-1-1 0,-4 1 0,-5 0 1848,-3 0 0,-6 1 0,0-1 0,26-1 0,-11 0 0,-24 2 1</inkml:trace>
  <inkml:trace contextRef="#ctx0" brushRef="#br0" timeOffset="139173">4900 6575 7760,'0'-5'9320,"0"0"-4942,0 5-4334,-28-59-59,21 51 99,-20-44 78,31 79 1,7 18-91,-1-6 1,0 1-706,2 9 0,0 2 681,-1-7 1,0 1 0,-2 0 4,-1 12 1,-2 1-32,0-13 1,-1 2-1,-1 1 8,-1 7 0,-2 2 0,0 0-2,-1 7 0,-1 0 0,1-2-23,-1-14 1,1-2-1,-1 2 7,1 1 1,0 2 0,0-1 0,1-6 12,0-3 0,1 0 26,1 8 1,1 10 0,0 0 0,1-7-999,-1 1 1,1 2 961,0-6 1,1 8 0,1 4 0,-1-4-1,0-8-1,0 7 0,1-1-186,-2-11 1,2 7-1,0 3 1,0 1-1,0-3 198,2 8 1,-1-1 0,1 1 0,0 3 6,-1-9 1,0 3-1,0 2 1,0 0 0,0-2-1,0-3-354,-1-1 1,1-2 0,-1-2 0,0 1 0,0 2 347,0 1 0,0 3 0,0 1 0,0-2 0,-1-4 0,-1-6-2,1 16 1,0 0-7,-2-10 0,1 7 0,0 3 0,0 0 0,0-7 64,-1 6 0,-1-5 1,1 4-74,-1-12 0,1 4 0,-1 1 0,0 1 0,1 0-1,-1 6 0,1 2 0,0 1 0,0-3 0,-1-4-167,1 8 0,0-6 0,0 5 155,-1-10 1,1 6 0,0 0 0,0-3 0,0-5-4,0 0 1,0-6-1,0 4-155,0 2 0,1 3 0,0 1 0,-1-2-155,2 4 1,-1-1 0,1-1 184,0-3 1,-1-1 0,1-3-4786,4 10 1,-1-8 4071,3-3 0,-1-4 0,-8-32 0</inkml:trace>
  <inkml:trace contextRef="#ctx0" brushRef="#br0" timeOffset="140298">13417 6429 22386,'0'-23'700,"1"5"-650,0 23 1,1 4-7,3 6 18,7 14-23,2 3 23,11 26-29,-7-18 29,-4-1 0,0 4 16,-3 2 0,-3 3-5,-2-1 0,0 3 0,-1-1-533,-1-3 1,-1-1 0,-1 1 489,0 4 0,-2 0 0,0-4-2,0-2 0,1-2-293,0 15 0,1 2 324,0-7 0,0 1-22,0-8 1,0 2-1,0 2-557,1 11 0,0 3 0,-1-1 559,1-6 0,-1-1 0,0-1-26,0 0 0,0-1 1,0 1 8,-1-4 0,0 2 1,-1-1-1,1-6-5,-1 8 0,1 0 2,-1 2 1,0 7 0,0 4-1,0-3 9,1-6 0,0-1 0,0 0 0,0 0-10,0 3 0,0 1 1,1-1-1,-1 0-11,1-3 0,0-1 0,0-1 0,0-2 9,2 6 1,0-1 0,0-3-15,-1-8 0,0-2 0,0 4-8,1 3 1,0 4-1,-1 0 1,1-1 5,0 7 0,0-1 0,0 1 5,-1-8 1,1 1-1,-1-1 1,0-4 1,-1-4 1,1-4-1,-1 5 8,0 1 1,0 6 0,0 1 0,-1 0 0,1-6-9,-1 1 1,0-3 0,0 3-3,0 10 1,1 5 0,-1 2-1,-1-4-299,-1-11 0,0-1 0,-1-2 0,0-4 297,0 15 0,0-1 104,-2-4 0,0 4 1,-2-4-111,-1 1 0,-1-4-3,-1 2 1,0 1-29,-2 5 1,-1-1 1,1-14 1,1-2 121,1-10 0,0 0-311,-3 11 0,0 2 221,2 1 0,1-2 0,0-11 0,2-1 0,-3 28 0</inkml:trace>
  <inkml:trace contextRef="#ctx0" brushRef="#br0" timeOffset="141840">5637 12363 7822,'-8'-2'6442,"3"0"-5114,5 2-432,0 0-555,-62-11 208,44 6-252,-44-8-208,62 9-77,4 2-7,0 0 34,5 3 1,4 1-40,35 3-17,4 0 5,-9-2 1,1 0-429,-12-1 0,0-1 443,24 2 0,3 1 5,-14-2 1,1 0 7,0 0 1,2 1 0,-2-1-9,2 1 1,0-1 26,5 0 1,3 0-1,-4 0-931,-9 0 1,2-1 955,3 0 0,7 1 0,3-1 0,0-1 17,0 1 0,1-1 0,1 0 0,1 0-549,-3 0 0,3 0 0,0 0 1,0 0-1,-2 0 479,-6 0 1,-2 0 0,-1 0 0,2-1 0,2 1 21,2-1 0,5 0 0,0 1 0,0-1 0,-5 0 0,-7 0-455,1 0 0,-8 0 0,8 0 503,-1 0 1,7-1-1,4 1 1,1-1-1,-3 1 1,-7 0 47,7-1 0,-5 1 0,2 0-53,2-1 1,3 0 0,2 0 0,0 1 6,-7-1 1,0 1-1,1 0 1,-1-1 0,-2 1-115,-1 0 1,-2 0-1,0-1 1,4 1 62,0 0 1,4 0 0,2 0 0,1 0 0,-3 0 0,-6 0 10,0 0 1,-4 0-1,-2 0 1,4 1-22,9-1 0,1 0 0,4 1 0,6-1 3,-15 1 0,5 0 0,3-1 0,3 1 0,-1 0 0,-1 0 0,-4-1 0,-6 1-9,11-1 1,-7 1 0,0-1 0,7 0-6,-11 1 0,6-1 0,3 0 0,2 1 0,0-1 0,-3 0 0,-4 0 0,-7 0 12,8-2 1,-7 0-1,-3 0 1,-2 0 101,2 0 1,-4 0-1,3-1-114,7 0 1,2 0 0,-7 0 333,-8 1 0,-3-1-339,3 0 1,-1 0-3,18-1-17,-24 2 1,-1 0 951,15 1-946,0 2 6,-3 0 7,-14 3 1,0 0 8,17 2-8,-17 0 0,0 0-9,26 7 12,-27-6 0,1 0 1361,0 0 1,2-1-1374,13 3 1,-1-2 8,-13-1 0,-1-2 1021,3 2 1,2-1-1017,0 0 0,-2-1 9,19 0-6,-15-1 1,2-1-1,-9 0 0,1-1 3,12-3 0,-2 1-8,10-1 13,-10-1 1,-3-2 2,-7 0 17,11-3 141,-7-2-119,-16 5 102,13-6-79,-15 4-22,10-2 5,-6 1 40,-4 4 117,-5 1-135,-8 3-128,-3 0-207,-3 1-433,2 0-7112,7 0 6943,-1 1 0,2-1 0,-5 0 0</inkml:trace>
  <inkml:trace contextRef="#ctx0" brushRef="#br0" timeOffset="143449">11199 9003 20033,'-7'-43'1107,"0"1"1,0 0 0,-7-24-1,1 15-1028,6 34-6,-17 42-57,15 6-10,0 4 0,1 3-898,0-1 1,0 0 871,1 4 1,0 6-192,1 9 0,-1 7 0,2-1-323,3-7 0,0 0 1,1-1 265,0 0 1,0 0 0,3-4-847,4 13 0,3-9-2808,7-9 3128,8-4 0,-12-22 0,0-14 0</inkml:trace>
  <inkml:trace contextRef="#ctx0" brushRef="#br0" timeOffset="143940">11258 8963 1721,'-3'-47'2457,"-1"1"1,1-1-1,1-2 1,-2 1 254,-6-9 1,-1 7-2321,3 13 546,2 0 1,3 3-883,7 15 754,17-13-805,2 20 12,28 1 0,9 3 396,-13 5 1,1 0-418,-4 0 0,2 0 1,-2 0 8,6 3 1,-1 2-17,-3-1 0,2 0 0,-2 1 2,-2 0 1,3-1-1,6 1 1,9-1-1,1 0 1,-4 0 13,-3-2 1,-3 0 0,1 0-3,3 0 1,1 1 0,-3-1-6,-8-1 0,-2-1 1,-6 1 518,16 0-383,-17 0 331,-9 3-90,-32 5-95,-2 4 6,-7 17 1406,4-8-1513,-4 34-44,8-8-68,1 2 0,1 4-45,2-6 1,0 0-12,0 0 0,2 3 0,2 2 0,1 3 1,0-3-720,1 3 1,1-2 701,-1-5 1,0 2-1,0 1-7,0 2 0,-2 0 0,-6-2 44,-11-8 1,-6-3 0,0 1-15,2 4 0,-2 0 0,-3-5-213,-19 7 1,-11-10 178,9-21 0,-6-6 0,-3-3 1,1 0-115,4-1 1,1-1 0,-2-1 0,-2 0-1170,-7 1 0,-3 1 1,-2-1-1,1 0 1,4-1 1299,1-1 0,3-1 0,3 0 0,3 0 0,-18 0 0,15 0 0,26 0 0</inkml:trace>
  <inkml:trace contextRef="#ctx0" brushRef="#br0" timeOffset="145807">6726 10417 13798,'-4'-52'960,"1"1"1,-1 0 0,0 0 0,-1-3-1,0 2 1,0 0-803,0 0 1,0 1 0,0 3 40,-3-5 1,2 7 512,-2-12 277,3 3-782,3 25 288,4 26-383,2 12 140,8 30-67,4 23-138,-8-29 1,0 4-226,-1 17 1,0 8 0,-2-4 185,0-6 0,-2 5-424,-1-4 0,1 9 0,-1 5 1,-1-1-1,0-4 396,0-1 0,-2-4 1,1 1-1,-1 5-30,0-6 1,0 2 0,-1 3-1,1 2 1,0 1 0,1 2-734,-1-12 0,1 2 0,1 3 0,-1 0 0,1 1 0,-1-2 0,1-1 0,0-2 1,-1-4 623,1 13 1,1-5-1,-1-2 1,1 0 0,-1 2-1,1 0 1,-1 5-1,1 1 1,-1-4 0,2-8-1,0-13 1,7 17 0</inkml:trace>
  <inkml:trace contextRef="#ctx0" brushRef="#br0" timeOffset="146157">8168 9621 24990,'-6'48'220,"1"0"0,0 0 0,0-1 0,0 10 0,1 0 0,0 3 0,1 2-966,1-8 0,1 2 1,0 2-1,0 1 1,0 1-1,0 1 711,1-1 1,-1 2 0,0 2-1,1 0 1,-1-1 0,0 0-1,0-4-174,1 0 1,-1-3 0,0-1 0,0 0 0,0 1 0,-1 1 208,1 0 0,0 3 0,-1 1 0,0 0 0,1-2 0,-1-5 0,1-5 0,-1 17 0,0-9 0,0-2 0,0-9 0,0 0 0,0 1 0</inkml:trace>
  <inkml:trace contextRef="#ctx0" brushRef="#br0" timeOffset="146931">6827 9669 11004,'-50'0'2003,"-1"0"1,4 1-1,4 1-1029,-5 3-526,15 1 298,6-1-287,22-4-33,6 0 89,14-1 45,19-4 0,10-2-1255,1-1 1,6-1-1,3-1 710,-7 1 1,2 0-1,2-1 1,1 0-23,-3 1 0,1-1 1,2 0-1,-1 0 0,0 0-77,7-1 0,-1 1 0,1-1 0,-1 1-402,0 0 0,0-1 0,-1 1 0,-3 0-1172,5 0 0,-3 1 0,-1-1 1658,-1 1 0,0-1 0,-9 2 0,8-1 0,-4 0 0</inkml:trace>
  <inkml:trace contextRef="#ctx0" brushRef="#br0" timeOffset="148559">6171 5120 19720,'-40'14'688,"1"0"1,-8 9 0,4 5-457,21-3 1,1 3-727,-12 13 0,-7 6 629,8-9 1,-4 5 0,-1 0 0,0-1-939,4-4 0,0-1 0,0 1 0,-3 2 836,-2 2 1,-4 4-1,-1 1 1,1-1 0,0-2-15,-2 3 1,0-1 0,0-1-1,1-1-119,-1 1 0,0 0 1,0 0-1,2-1 96,3-3 0,1-1 0,0-1 0,3 0-43,-6 5 0,3-1 1,4 0-537,7-3 0,3 1 1,7-5-6492,4 24 7074,23-15 0,13-42 0,-6-7 0</inkml:trace>
  <inkml:trace contextRef="#ctx0" brushRef="#br0" timeOffset="149665">6508 5289 11239,'-54'-4'199,"0"0"1,-1 0 0,11 1-390,26 4 100,-1-1 281,18 3-57,7-2 276,13 3-114,-4-3 1250,47 4-740,-7-3-959,-7 1 0,5-1 349,-3 0 0,0-1-101,-9 1 1,6-1-696,6 0 0,10 0 0,2 0 0,-6-1 660,-6 1 0,-4-1 0,5 0-28,-2 0 0,5 1 1,3-1-1,0 0 1,-3-1-179,5 1 1,-3-1-1,1-1 1,4 1 327,-13-1 1,2 0-1,3 0 1,1 0-1,-1 0 1,0 0 0,-2-1-389,0 1 1,0-1 0,-2 1 0,1-1 0,-1 0 0,2 1 234,3-1 1,0 0 0,1 0 0,0 0 0,1 0 0,-1-1 44,4 0 1,1-1 0,1-1 0,-1 1 0,-3-1-1,-3 1-282,6-1 1,-5 1 0,0 0 0,5-1 217,-10 1 0,4 0 1,2-1-1,1 0 1,0 0-1,-4 1 0,-5 0 176,6-1 0,-6 0 0,0 1 0,5-1-169,-7 0 1,4 0 0,1 0 0,2-1 0,-2 1 0,-1 0-127,5-2 1,-1 1 0,0 0-1,-1 0 1,1-1 119,-1 1 0,1 0 0,-1 0 1,1 0-1,1 0 5,4-1 1,1 0 0,1-1 0,-3 2 0,-3-1 46,-7 2 0,-3 0 0,-1 0 0,4 0-41,5-1 1,5 0-1,0-1 1,0 1-1,-5 0-14,-5 0 1,-4 2-1,0-1 1,3 0 10,0-1 0,4 1 0,0-1 0,-3 0 0,-6 1-3,12-1 1,-3-1 3,3 0 1,5 0 0,-1-1 345,-5 2 1,-1-1-1,3-1-344,2 0 1,4-1-1,0 0 1,-4 1-16,-3 0 1,-3 1-1,0-1-210,-5 0 1,3 0 0,-3 1 0,-10 1 208,12-3 722,-16 3 1,1 0-701,14-2-34,0-1 1727,-11 4-1732,-12 2 597,-4 0-598,2-3 3331,4-2-3324,-4 1-3245,4-1 3244,-10 4 6,19-3 17,-3 4-12,-5 0 12,3 3-17,-20 1-22,3 0 44,18 0 3359,-10 0-3381,12 0-6,-14 0-10,2 0-108,-4 0-88,-1 0-52,-10 1-301,-9 1-1329,-2 3-727,0-1 2621,0 2 0,1-3 0,1 0 0</inkml:trace>
  <inkml:trace contextRef="#ctx0" brushRef="#br0" timeOffset="150112">13870 4742 20755,'16'-51'896,"-3"11"-627,-17 57-16,-2 12 170,-8 16 0,-2 9-163,1-5 0,-1 2-645,3-11 0,0 2 1,-1 0 477,-1 3 0,0 1 1,-1 2-450,0 5 0,-1 2 0,0 2 442,-1 1 0,0 2 0,0 2-47,3-10 0,-1 1 1,1 2-1,-1 1-10,2-4 0,0 1 0,-1 2 0,1-2 0,1-3-15,0 0 0,0-3 0,1 0 0,-1 2-9,-2 10 1,-1 4 0,0-2 0,2-6-8,3-8 0,0-4 0,2 0-613,0 8 1,0 0 0,2-3-3170,0 0 1,2-2 3339,1 6 1,1-7 0,4-18 0,1-15 0</inkml:trace>
  <inkml:trace contextRef="#ctx0" brushRef="#br0" timeOffset="155507">5500 5756 8024,'-6'-1'4178,"1"1"-2794,5 0-1033,-13-5-1,19 6 32,-4-1-26,27 7-106,9 2 100,3-1 1,4-1-116,-1-2 0,1-1-829,12 2 0,3-2 677,-8-2 1,2-1 25,-4-1 0,3-1 0,2-1-1,7 0 0,1-1 0,1 1-87,-15 0 0,0 0 1,0 0-1,0 0-6,-1-1 1,0 1 0,0-1 0,-2 1-9,9-1 1,-2 1-1,-3 0 4,2 0 1,2 0-3,-8 1 1,6-1 0,0 1 0,-5 0-255,6-1 1,0 1 252,-1-1 0,7 0 1,1 0-1,-6 0 1,-9-1 1,-3 1-1,1-1-433,12 0 1,3 0 0,-4 0 431,2-1 1,-1 0-4,-6 2 1,2 1 0,-2-1-9,5 1 0,-1 0-3,-9 1 1,1-1-1,-1 2-173,14 1 0,-4 1 198,-11-1 1,-1 1-9,10 0 0,3 1 0,1-1 1,-1 0-7,-10-1 1,-1 0-1,14 0 1,1 0 11,-2-1 0,1 0 13,2-1 1,0 1-28,0 0 0,-3 0-1,-10 0 1,-3 1 5,-10-1 1,-2 1 5,2 1 0,2 0-11,13 0 0,3 1 8,-7-1 0,-1 0 3,6 0 0,-4 0-8,5-1 50,-5-1 0,0 0-17,-3-1 8,1 0 1,2 0 1238,17 0-1179,-6 0-68,-23 0 1,-2 0 442,2 0-437,18 1-34,-13 0 1,19 1 2,-19-1 0,0-1-3,-7 0 0,1 0-6,11 0 1,0-1 5,7 0 9,-14 0 0,1 0 2,16-1-36,-16 1 0,0 0-25,23-2 33,0 2 6,1-1 656,-30 1 1,1 0-657,1 0 0,-1 0-921,2 0 1,-1 0 931,21-1-3,-21 1 1,-2-1-420,6 0 425,5-1 0,3 0-6,-8 2 1,0-1-15,6-1 1,0 0 2,-6 2 0,-3-1-32,8 0 40,-7-2 159,8 1-164,3-2 1121,-16 3 0,2 1-1124,3-1 0,-1 1 3,24-2 6,-1 2 0,-17-2-6,2 1-6,-2-1 6,1 0 0,0 0 11,1-1 610,-9 1-593,19-2 90,-3-2-79,1 0 6,5-3-39,-17 2-23,20-3 17,-20 5 5,-3 1 1,-2 1 0,-11 2-12,21-1-11,-28 3 0,0 0 1,-6 1 32,-3 1 63,1 0-3426,20 0 3341,-9-1-920,22-2 915,-23 1-1,15-1 1,-9 1 17,-2 0 16,-4 0 1,-6 0 2907,0 0-2941,8 0 1404,1 0-1387,1 0-12,23 0 17,-16 0-11,9 0 34,-7-2 67,-16 0-84,3-2-23,-10 0-28,9-6 57,-9 4 16,13-5-45,-16 8-234,2 0-192,-6 3-1310,-1 0-8089,-5 0 9442,2 0 0,-3 0 0,5 0 0</inkml:trace>
  <inkml:trace contextRef="#ctx0" brushRef="#br0" timeOffset="156770">7565 5438 21801,'13'-40'295,"-1"1"0,1 0 1,-6 16-251,-12 33-174,-13 45-555,8-16 1,0 5-1426,-3 14 1,1 0-2808,3-5 1,0-5 4463,4-13 1,1-4-1,-1 1 1,4-24 0</inkml:trace>
  <inkml:trace contextRef="#ctx0" brushRef="#br0" timeOffset="157374">10657 5327 14878,'3'-10'3338,"10"-28"0,3-4-2777,-6 16 183,7-21 1,0 1-206,-10 24-120,0-5-245,-4 15-189,-2 6-177,0 15 89,-1 14-7,-4 25 34,1-15 0,-1 6-400,-2 6 0,-1 7 0,1-2 40,1-5 0,1-1 0,0 0 0,-4 18 0,2-5 1,4-25-1,1 0 0</inkml:trace>
  <inkml:trace contextRef="#ctx0" brushRef="#br0" timeOffset="158248">6809 6020 19544,'3'-49'1352,"-1"0"0,1 0 0,1-11 0,-1 10-1270,2 15 486,-1 19-990,-3 9 124,0 7 171,0 33 45,-1-3 0,-1 4-598,1 27-849,-4-19 1,-3 9 0,1 2-1,0-9-135,1-6 0,0 1 1664,-4 18 0,-2 9 0,3-16 1,4-20-1,-1 0 0</inkml:trace>
  <inkml:trace contextRef="#ctx0" brushRef="#br0" timeOffset="158749">9026 6052 17520,'8'-54'1702,"1"-1"1,-1 9 0,-3 20-1265,-4 30-348,3 49-68,-2 3-44,0-12 0,-1 4-553,-3-1 1,-1 0-426,-2 4 0,0 1 810,-2 7 1,-1-3 0,-1 6 0,3-6-1</inkml:trace>
  <inkml:trace contextRef="#ctx0" brushRef="#br0" timeOffset="159232">12088 6028 18194,'3'-55'2639,"0"-1"1,-1-6-1,0 11-2594,0 29 367,-2-12-451,0 30-98,0 11 27,3 29 18,-2-1-190,1 21 1,-1 9-1120,-3-8 1,-1 4 1187,0-5 0,0 3 1,-1-5-1,0-2 0,0-6 1,0-13-1,0 0 1</inkml:trace>
  <inkml:trace contextRef="#ctx0" brushRef="#br0" timeOffset="164698">13866 4764 7033,'5'-5'8183,"-1"1"-6340,-4 4 302,0 0-1635,1-12-381,0 9-168,0-8-40,-1 11 96,0 0 73,1 3 33,6 9-78,0 0 5,3 6 73,-2 8-50,-1-4 5,2 10 34,1-7-67,-1-5 17,5 5 5,2 4-39,-1 1 0,2 9-23,-8-14 18,0 16-6,-5-12-17,2 13 16,3 4 12,5-2-22,7 9-6,-3-16-17,-4-6 23,-8-14 5,-4-2-11,-1-1 0,-1 0 11,0-2-5,0 1-12,0 7 6,0-8-5,2 13 5,1-12 11,0 9 0,-1 9-17,0 4 6,0 12 0,-1-9-5,0-2 10,1 0-5,0-10 0,4 8 0,-1 4 12,-1-8-1,-1 12-11,-3-19 5,0 13-10,0-12-1,0 13-5,-2 3 11,2-7 6,-2 8 5,2-11-6,5 10 1,-1-8-3,4-1 0,1 1 2,0-3-10,7 18-12,-11-29 28,8 30 6,-2 11-6,-4-26 0,0 1 0,0 0 1,-1 1-1,3-1 0,1 1-3,2 4 1,1-1-7,-2-5 1,0 0 5,4 10 1,0 0 27,-4-8 1,-1 2-1714,2 13 1,0 1 1681,-3-12 1,-1-1-64,0 10 1,-1-2 91,0 4-15,-1-14 1,0 2 5,1 6 0,1 1 11,0 4 1,0 0-12,0 0 1,-1 1 32,0 13 1,-1-2-188,-3-23 1,-1-2 150,0 12 1,-1-1-6,0-14 0,0-2-3,0 9 0,0-1 8,0 15-86,1-2 0,1 1 78,-1-16 0,0-2-9,1 7 1,-1-2 0,3 20 0,-1-2 13,-1-19 1,0 3 27,-1 5 1,1 2-966,0-1 1,0-3 934,0 16-1,0-3 1749,0-10-1759,0 14 32,-1-13-46,0-5 0,0-2 19,1 0-6,-1-1 1,2 3 16,0-7 1,1-1-6,1 17-1021,1 4 1,0-2 1009,-3-16 2,0 2 0,-1 1 1888,-1 1-1896,0 13-6,-1-12 229,-1-12 1,0 1-213,0 13-2,0-14 0,0 2 19,0 18-17,0-3 127,0-11 0,1 1-116,2 24 3,-2-14 1,1 0-18,-1-13 1,1-2 1657,-2 0 0,1-1-1666,0 27-34,-1-20 45,0 6 261,0-11-261,0 2 11,1-1 17,0 1 17,2 17-39,1-3-6,-1-3 34,0-11 0,-1-2-34,-1-7 17,2 34-28,-3-43 23,0 18-18,1-20-10,2 17 5,1-18 28,1 4-17,-1-9 45,3 6-23,-2-1 1,2 6-17,-1 4 5,-2-2 1,-1-2-1,-1-4-11,0-8 0,-1-4 57,2 8-35,-1-3 18,1 9-18,-2-7 29,0 5-17,-1-2 16,0 10-33,0-5-22,0 0 50,0 15-45,0-20 23,0 28-6,0-23-28,0 4 0,0 2 28,0-5 0,0-1 33,0 14-22,-2-13-16,2 7-1,-3-12 62,0 7-61,0-10 55,-1 20-56,2-19 1,0 6-6,2-11-1,0-3 24,0-2-29,0 0 11,0-1-11,0-3 17,0 1 0,0-1 28,0 3 0,-1 1-33,1 2-1,-1-3 1,0 2-23,1-4 28,-2 4-17,0-3-73,-2 1-2643,-4-2 2705,-3-2 0,3 0 0,0-2 0</inkml:trace>
  <inkml:trace contextRef="#ctx0" brushRef="#br0" timeOffset="165181">13461 12291 13183,'-6'0'6615,"2"0"-4538,4 0-861,-46-1-723,41-4-465,-35-1 11,75-8-16,6 4-15,-6 1 1,2 1-15,23-3-294,-20 5 1,6-2 0,-4 2 307,-5-1 1,2 0-395,7 0 1,7-3 0,2 1 0,-4 0 390,-5 0 1,-2 1 0,2 0-6,1-1 0,4-1 0,0 1 0,-3 0 9,4-1 1,-3 0-1,-2 0 6,-3 1 0,-1-1 0,-3 1-287,4 0 0,-2 0 330,6-3 1,-4 1 76,0 0 72,8-2 809,-36 8-697,-10 4 1510,-5 0-1768,-2 1 122,-18 9 0,14-7 0,-14 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13:43:39.3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1776 2412 20767,'-55'-2'864,"0"0"1,15 1-1,4 0-399,-4-4-314,33 3-22,4 0-101,23-2-84,18-2 0,10-1-1187,9 1 0,4-1 1166,-17 3 1,2-1-1,3 0-307,6 1 0,7 1 1,-2 0-1,-7 4-213,6 4 1,-5 4 418,-2-4 1,1 0 0,-21 9-195,-40 38 341,-25-21 0,-14-1 128,0 0 0,-7 0 0,-2 1 197,6-5 0,-2 2 0,0-1 0,2-2-164,-3 2 1,3-1 0,-1 1 140,-8 3 0,0 2 0,14-7-165,10-3 90,-2 9 68,78-29-264,-3-3 561,0-4 1,6-4-665,12-6 0,8-6 1,-3-1-331,-8 0 0,-1-1 0,1-2 415,-2 3 0,4-2 0,-2 0 0,-6-2-871,-4-5 1,-4-1 0,-8 0 910,-6 2 0,-10-3 67,-15-25 0,-10 1 85,-8 5 55,-7 1 1,-8 5 321,3 25 1,-2 5-182,2 0 0,1 2 401,-27-8-575,32 15 945,16 6-1063,29 20-31,4 3 1,5 2 1108,-3-1 0,1 1-1167,20 18 0,-1 0-14,-21-19 0,-2 3-222,5 10 1,1 7-1,-5-4-215,-8-7 0,-4 2 462,-2 14 0,-3 6 0,-4-9 0,-6-2 0,-5-10 0,0 1 0</inkml:trace>
  <inkml:trace contextRef="#ctx0" brushRef="#br0" timeOffset="3724">4148 2653 22145,'-15'-42'709,"1"0"0,1 3 1,2 11-223,5 24-487,2 7 51,1 11 33,6 42-62,4-1-14,-2-13 1,1 1-9,2-10 0,1-2-23,10 27 1,18-8 140,15-36-23,0-20-28,-22-12 0,-4-6 23,1-17 67,-11 7 0,-3-1 263,-2-24-235,0 5-107,-12 18-16,-15 59-57,4-3 1,-3 13 0,4 7-34,10-5 0,7-1 8,14 7 0,6-3 20,-8-9 0,5-5 6,20-8 0,6-12 52,-4-17 1,-2-11 70,0-9 0,-1-4-505,-2 8 0,-5-5 465,-11-15 1,-13-2-6,-17 16 0,-8 1-84,-5-2 0,-3 1-17,3 8 1,-4 6-127,-11 10 0,2 12-1498,-2 34-471,8 2-3052,30 19 4384,23-23 1,-3-12 0,-8-11 0</inkml:trace>
  <inkml:trace contextRef="#ctx0" brushRef="#br0" timeOffset="4768">5213 2162 25076,'-34'5'104,"0"-1"1,13 27 0,12 14-104,12-1 0,9 7 1,3 3-1,-2-2-1246,2 10 0,0-2 0,-1 0 1237,-1-2 1,-1-1 0,-2-7-10,-3-7 0,-1-5 1277,4 12-1019,0-35 197,0-37 0,1-17-329,3-7 0,1-4-33,-1 5 1,1-1 0,1 2-49,8-9 0,0 6-28,-8 15 0,3 11 151,23 23-151,-19 22 11,11 20 2371,-12-5-2388,-8-8 1,2 1-40,14 17 17,-1 0-14,0-25 0,4-9-20,25-27 45,-21 1 1,0-4 21,-9-3 1,-3-3 2,-3-6 1,-4 0 13,1-11 28,-7 7 1,-1 0-40,0-2-22,-1-3 11,-10 36 17,-3 13-6,0 8 0,-2 9-17,7 13 18,2-18-24,20 7 1,-6-26-11,32-4 22,-15-19 0,-1-4 0,18-3 14,-16-4 0,-5-6 103,-13-26-66,-4 17 49,-13 4 1,-9 5 56,-15 14-123,-4-7 5,-20 35-28,23 4-1699,-1 11 1,0 3 1693,5 5-107,1 9 1,3 3 27,7 12-9,3-14 1,3-1-59,8 9-420,13-14 0,6-2-532,22-5 770,-16-6 0,5-4-471,20-17 1,3-11 458,-16-7 1,-2-2 403,12 2 0,-4-3 1484,-17-2 0,-5-4-1140,-5 1 1,-3 0 302,9-15-23,7-13-152,-20 26 220,-4 5-628,-7 15 40,-2 6 94,-3 38-217,1-11-15,-1 14 1,1 4 1139,11 15-1174,-5-23 1,5-4-3355,26 5 3374,-9-32-15,5-26 1,-1-9 20,-3-2 8,2-5 1,1-3-187,-7 12 1,-1 2 194,17-18 0,-6 17 0,2 6-12,4 9-33,-4 12 0,0 6 2769,8 18-2870,-1 11-2764,-21 9 0,-5 2 2865,-2-2 0,-3-9 0,-2-5 0,-9-22 0</inkml:trace>
  <inkml:trace contextRef="#ctx0" brushRef="#br0" timeOffset="5476">8985 2839 23719,'4'-49'666,"0"-1"1,0 1 0,1-12 0,-3 11-231,-10 20-341,0 22 68,-6 54-76,10-5 1,2 9 0,1 5-545,1-9 1,-1 4 0,1 2 0,0 2 0,-1 2 337,0 1 1,0 3-1,-1 1 1,0 1-1,0 0 1,0-1-269,-1 1 1,0 0-1,0-1 1,0 1-1,-1-3 1,1-2 17,-1 1 1,0-2-1,-1-2 1,0-3 0,0-3 410,-4 14 1,0-5 0,4-24-626,5-29 745,3-27 1,2-29-1,0-3-3,-3 6 1,-1-4 0,0-1 0,0 1-484,0 2 1,2 1 0,-2-2 0,-2-4 467,-1-2 1,-3-6 0,0-3 0,-1 0-1,0 3 1,1 6-540,0 1 0,0 6 0,0 0 0,0-3 433,0-3 0,-1-5 0,0 0 0,0 2 0,1 7 21,1-1 1,0 5 0,2-1 76,1-10 0,0-2 1,5 3 152,4 9 1,4 1 0,2 0-289,0 3 1,1-3-1,4 3 1,4 8-6,12 4 0,5 8 1,1 10-88,19 11 0,-1 21-3,-17 12 1,-3 13 0,-6 1 40,-9-5 1,-6 1 0,-3 3 31,-3 12 1,-5 4-1,-12-4 79,-16-10 0,-11-4 0,1-3 131,0 7 0,-5-4-182,-10-10 1,-8-4 0,4-7-224,8-10 0,3-4 963,-3 5 1,2-8-748,10-16 0,7-5 0,12 7 0,2-20 0</inkml:trace>
  <inkml:trace contextRef="#ctx0" brushRef="#br0" timeOffset="6150">9523 2181 25152,'51'18'88,"0"1"1,0 0-1,0-3 1,-3 3-89,4 20 0,-10 4-972,-16 2 975,-10-14 0,-4-1 327,-7 6-179,-18 1-72,3-21 409,-16 3 218,5-30-578,5 0-77,7-16 449,19 4-523,26-9 6,-5 14 1,4 0 16,-1 1 0,2 0 11,4 0 0,1 2-17,-5-1 1,-2 1 39,9-6 5,1-3-22,-31 14 61,-7 6 28,-12 9-44,-11 26-73,0 3 22,5-1 0,4 0 23,3 5-45,15 14 11,33-12 0,-12-22 0,2-3 50,5-1 0,0-9 124,-1-17 0,-6-10 33,-2-33-182,-20 25 0,-6-2 36,-10-7 1,-7 1 34,-23-9-85,0-2-28,-3 27 0,-3 9-190,-10 12 123,19-3 0,3 6-1635,-6 33 912,31-15-4620,15 32 5427,7-27 0,3 0 0,-9-16 0</inkml:trace>
  <inkml:trace contextRef="#ctx0" brushRef="#br0" timeOffset="6616">10781 2165 22375,'1'-48'1430,"0"1"0,0 1 0,-1 9-848,-2 19-122,-3 3-457,2 11 76,0 38 27,5-8-88,2 9 0,-1 3 47,5 5-28,0 7 0,1 1-925,0 4 879,-4-11 0,1 7 1,-1-7 11,1 6-11,-2-2 1,1-3 5,-1-19 41,-1-7 255,1-23-312,-3-9 50,2-26 495,1-3 1,2-3-505,0 8 1,2-1-10,1-10 0,3 2-3,12 4 1,3 27-18,9 12 17,9 14 0,8 11-11,-9 4-6,-10-1 1,-2 2-6,3 3-9,-2 3 1,-2 2-26,-9 12 34,-2-2-6,-25-9-67,-48-13-73,-9-10 42,14-4 1,-4-5-486,-11-14 1,3-6 134,23 8 1,2-4 464,-13-15 0,10-3 0,24 13 0,-1-9 0</inkml:trace>
  <inkml:trace contextRef="#ctx0" brushRef="#br0" timeOffset="7850">11437 2686 27589,'20'-50'18,"1"0"1,-1 0 0,-2-1-1,0-3 1,-1-2 0,-2 1-15,-1 2 0,-1 0 0,-2 0 1,1 1-925,-1 3 1,0 1 0,-1 1 0,-4-1 949,-3-15 0,-6 0 0,-1 11 1055,-6-7-976,-5 12 0,-4 10 535,2 29-622,-9 14-5,14 24 0,6 11-1,-1 1 1,3 7-23,7 2 1,3 9-1,2 1 1,0-7-335,0 8 1,6 0 265,0-14 0,5 7 0,3 3 0,1-4 1,-2-8-250,2-3 0,0-7 0,2 0 20,3 9 1,1 0 0,0-7 933,0-3 1,-2-15-716,-2-30 148,-11-16 1,-3-8 322,2-13 0,-2-1-236,-2 12 0,-2-1 423,2-12 0,-4 7 682,-7 21-1211,1-4-29,-5 29-32,8 14 16,3 0 5,30 24 6,-5-21 1,20 9-24,-23-20 29,4-10 34,-9-27 83,-3-27-1727,-14 19 1,-2 0 1676,-4-26 24,-16 4-108,3 37 0,-13-5 0,-9 29 0,9 6 0,-2 16 0,2 10 0,13 4 0,6 5 0,0 10 0,4 1 0,4-10 0,9-3-352,24 5 1,11-10-425,3-18 1,5-9 235,-6-3 0,3-3 1,-3-3 435,9-1 0,-3-10 31,4-19 1,-9-13 307,-19-1 0,-7-4 255,4-2 1,-3 0 41,-6-2 0,-6 4-252,-6 1 213,-12 23-393,0 22-27,-4 13 3372,2 15-3417,2 5 50,-1 18 79,4-16-121,2 5 0,1 4-13,7 18-23,-3-26 0,0-2 11,7 5 101,-1-37-34,1-41-10,3-24-52,-7 32 1,1-3 9,5-14 0,1 2-26,3 9 0,10-16 0,-1 40 0,-6 11 0,16 18 0,1 8 0,-2 7 0,1 1 0,-2 0 0,-12-1 0,-5-3-13,-1 5 26,-7-16-13,8-6 0,11-48 0,6-7 0,-9 13 0,4 0 0,7 4 0,3 5 0,1 8 0,1 4 0,-1 2 0,-1 4 0,-4 11 0,-3 5 0,6 21-287,-8 7-603,-10 5-1917,-11 4 1959,-18 0 0,9-25 0,-6-7 0</inkml:trace>
  <inkml:trace contextRef="#ctx0" brushRef="#br0" timeOffset="9110">15243 1992 27830,'-14'-41'222,"0"0"0,0 1 0,-13-6 0,-8 19 865,-5 39 0,-7 23 1,2 3-876,6-4 1,3 4-1,-1 1-538,-2 2 1,0 1-1,5 3 209,8 3 0,4 2 0,9-1-236,14 12 1,7-2 92,-10-4 0,10-4-112,20-8 1,12-2-1,5-12 408,0-18 0,3-9 0,1-2-380,3 6 1,2-2 0,-1-4-78,0-9 0,0-5 0,-6-4 499,-3-8 0,-7-5 83,-2-8 1,-6-2-7,-8 6 0,-6-2 446,-2-17 1,-10 1 23,-17-1-822,-2-2-71,-24 50 163,20 13-78,-7 12 0,0 6-362,2 16 498,6-7 1,3 2-304,7 8 42,19 18 181,14-24 45,7 5-145,1-28 0,2-6 848,15-4-590,-5-15 0,-1-5 14,-1-6 41,-11-11 1,-5-3 70,-9-7-84,-7 11 0,-2 0 106,-2-15-90,-5 14 1,-1 8 84,-6 9-191,3 8-28,-5 4 6,1 16-40,-2 13-179,3 4 1,3 6-617,5 3 1,4 2-147,0 0 1,4 0-743,6-4 1,7-6-2549,5-14 0,2-5 1829,14 3 2889,0-23 1,-1-8 4453,-1-14-2678,-9 3 1,-3-4-407,-13-1 1,-5 0-1001,5-13 365,-9 8 0,-3 0 44,-2 3-930,0-4-201,-3 34-28,0 24-28,5 40-16,-2-8 16,3 10 5,1-9-10,-1-26 16,1 6 50,0-22 51,11-25 62,22-28-82,-16 15 1,2-3-534,8-7 0,1-1 531,-3 5 0,-1 1-15,1 2 1,-1 2-40,-4 4 1,0 4-32,29-8 6,-25 18-324,9 29-1485,-29 9 0,-5 6 1798,3 0 0,-2 0 0,3 28 0,-10-29 0</inkml:trace>
  <inkml:trace contextRef="#ctx0" brushRef="#br0" timeOffset="9790">18020 2096 22985,'1'-51'879,"1"0"0,-1 1 1,-2-3-1,-2 0 1,-3 11-281,-14-1-515,1 19-51,5 48-13,14 7 0,5 8 2,0 7 0,0 5 1,0 0-1281,1 11 1,1 1 1255,-2-6 0,0 3 1,0-5-5,-2-7 0,-1-2-11,3 17 1,0-2 289,0-22 1,1-3-255,1 0 1,2-4-3,5-7 16,2-48 1,0-16-20,-5 10 0,1-2-144,8-23 1,1 0 140,-8 18 0,-1 1 9,8-14 0,1 2-15,8-7-2,-10 19 0,3 3 25,27 3-28,-18 32 0,1 5 1909,18 4-1918,-15 19 1,-5 10-20,-16 0 0,-9 4 11,-10 12 1,-7 1-12,-3-7 0,-8-5-1,-16-6 0,-6-9-30,6-16 1,-1-6-24,1-4 1,1-9-490,-1-20 0,5-10-396,15 2 1,6-4-2410,7-20 1,11-1 3375,11 15 0,4 4 0,12-14 0,-8 26 0</inkml:trace>
  <inkml:trace contextRef="#ctx0" brushRef="#br0" timeOffset="10143">18993 2093 23343,'-39'46'959,"0"0"1,0 3 0,13-8-708,26-18 23,11 3-23,52-25-202,-18-6 14,8-10 1,-2-4-9,-11-3-118,-2-8 1,-2-4 145,-6-12-1644,-12 11 1,-1 1 1666,-4-10 257,-15-2-213,-17 25-33,-17 0-43,1 21 1,-4 10-1118,3 11 1,1 4 1044,0-7 0,3 4 1043,4 23 1,10 5-1086,12 10-40,7-15 1,4 0-134,12 12-1222,12-18 0,6-4-5282,6 0 6716,-1-8 0,-5-4 0,-20-15 0,-4-3 0</inkml:trace>
  <inkml:trace contextRef="#ctx0" brushRef="#br0" timeOffset="10967">21367 2463 21442,'6'-54'574,"1"0"1,-1 0 0,1 6 0,0 1 0,-6 4-43,-10-3 0,-6 4-1178,-1 11 0,-5 2 825,-12-10 1,-5 6-108,9 15 1,-3 6 81,-22 3 0,0 6 510,-3 8-622,-3 10 0,0 8-37,28-2 1,3 2 11,-13 13 0,3 1-12,15-11 1,5 3 11,-2 20 0,9 4-34,14-19 0,9-1 28,15 17 1,14-9-20,0-28 1,7-8-1,-1-3 322,10 2 1,2-8-321,-3-13 1,3-9-1,-10 1-816,-18 6 1,-3-4 847,8-11 0,3-7 0,-7 0-18,-8 1 1,-5-4 75,0-1 0,-1-5 0,-4 3 16,-4-5 1,-5 3 42,-5 2 0,-5 7-76,-12 6 203,-8 39-231,-3 51-48,18-24 1,1 3 641,-2 13 1,2 2-626,4-5 0,3 2-22,2 9 0,4-1 14,3-9 0,3-2 69,3 3 1,6-4-73,9-11 0,6-6 3,6-8 0,2-5 3,1-5 0,1-8 25,10-18 0,-3-9-17,-1-11-3,-16 0 1,-7-1 13,-10 2 51,3-23 22,-10 18 146,-5-8-208,-5 25 521,-10 7-538,-9 43-27,6 3 0,2 3-28,-9 22-59,12-10 0,5 0-322,14 8-578,4-15 0,5 1-881,2-9 0,2-2 1879,4 0 0,0-4 0,3-3 0,-12-11 0</inkml:trace>
  <inkml:trace contextRef="#ctx0" brushRef="#br0" timeOffset="11151">21948 1853 20431,'-7'-9'3366,"1"3"-2722,6 6-2201,0 0-1434,-5-5 2991,38 34 0,-30-27 0,31 29 0</inkml:trace>
  <inkml:trace contextRef="#ctx0" brushRef="#br0" timeOffset="11476">22323 2080 27208,'-3'56'30,"-1"1"0,10-3 0,6-2-11,9-4 1,7-7-15,1-15 1,1-11 28,18-16 44,-10-41-2168,-22 5 1,-4-2 2112,6-17 443,-7 0 0,-2-1-595,-3-5-1523,0 23 0,1 4 913,1 3-9092,30 37 9721,-15 7 1,11 3 0,-23-7 0</inkml:trace>
  <inkml:trace contextRef="#ctx0" brushRef="#br0" timeOffset="11685">22961 2127 27639,'14'6'213,"-3"0"-230,-28 51-44,6-11-21,4-13 1,1 0-372,4 20-679,13-5-1987,12-11 3119,14-10 0,-15-14 0,0-8 0</inkml:trace>
  <inkml:trace contextRef="#ctx0" brushRef="#br0" timeOffset="11859">23207 1890 24979,'-47'-37'-378,"1"0"0,-7 10-1560,81 66-309,-1-6 1,4 1 1959,4-3 0,0-2 1,6 4-1,-5-5 0</inkml:trace>
  <inkml:trace contextRef="#ctx0" brushRef="#br0" timeOffset="13051">23743 2210 26654,'-51'-14'168,"1"0"0,-1 0 0,-11-6 0,5 13-157,13 30 0,7 11-420,13-8 0,3 2 387,-7 28 73,13-4-84,20-8 21,5-15 181,38-9-147,-13-26 0,1-5-11,-4 6 1,-1-3-1560,20-24 1,-6-7 1597,-11-4 2,-10 7 1,1-7-1,-2 1-537,-3-5 1,-2-1 538,0 3 0,0-5 0,-1 0 136,-2-2 1,-2-2 0,-1 4-96,-2-6 1,-2 3-96,1-3 0,-7 21 0,-13 46 0,3 16 0,2 27 0,3 9 0,3-17 0,1 0 657,0 0 0,2 4 0,0-2-862,4 14 0,2-1-785,3-2 1,2-2 706,-3-14 1,2-2-1113,6 9 0,6-5-640,-1-19 0,3-6 1562,5 0 0,2-7 702,19-9-713,-26-21 0,-3-6 2046,5-18 62,-7 1 0,-2-5-658,-8 5 0,-2 0-801,2 3 1,-4 2 2797,-12-15-2644,-9 40-291,-3 7-6,0 13 3353,11 12-3380,4 7-12,12 4-33,10-1 33,2-9-11,25-1 39,-13-14-11,15-5 0,-16-15 6,-10-11 44,-10-29-33,-10 18 19,-8 2 1,-3 1 13,-9 5 0,-10-8-5,-32 31-56,23 8-1237,-2 9 1,3 5 1241,8 8-22,5 6 0,2 2-17,6 4-36,11 6 0,5-1 8,13-7-279,13-1 0,9-4 108,-5-18 1,2-4-76,17 6 0,7-4 20,-5-8 0,3-5 1,-4 0 272,-2 1 1,0-4 43,8-4 1,4-2 0,-11-2 32,4-8 89,-5-4 0,-4-6 128,-26 0 1,-5-1-123,3 0 0,-4-1-212,-11-4 1,-7 3 210,-10-2-2213,-23 3 2146,10 19-94,-22 12 0,-5 7 38,1 15-42,-1 4 1,8 9-62,30 7 0,15 3-82,17-5 1,7-2 131,-7-2 0,5-7 904,21-10 1,6-12-866,-9-16 1,-1-7 13,-5 2 1,-1-3 1362,9-11 1,-6-10-1302,-13-11 0,-7-9 0,-2 4-263,0 7 1,-1-1 217,-1-4 0,-1-6 0,-3 6 126,-4 9 1,-3 4 83,-2-1 0,-1 1-182,1 6 1,-3 2 5,-13-24-73,10 45 0,-6 9 0,4 31 0,2 7 0,2 10-295,3 2 0,2 6 1,1-2 294,-2 8 0,3 1-95,3-14 1,3 5 0,0-1 0,2-5-3376,6 13 0,1-5 3470,0 7 0,-1-3 0,-3-18 0,-3-7 0,-4-9 0</inkml:trace>
  <inkml:trace contextRef="#ctx0" brushRef="#br0" timeOffset="13859">3404 4630 23523,'-15'-48'899,"0"-1"1,4 9 0,-2 7-429,-19 14-365,10 24-61,-10 14-17,14 19-28,8 11-56,11-14 0,3 0-67,6 14-754,14-2 0,8-3-2203,18-6-1836,-10-7 1,1-5 3207,6-9 1,-16-10-1,-24-5 1</inkml:trace>
  <inkml:trace contextRef="#ctx0" brushRef="#br0" timeOffset="14217">3595 4236 16768,'-38'-51'2470,"0"0"0,11 9 0,-1 10-2078,-31 22-140,22 20-129,-4 9-95,14 13-6,14-4 40,16 26-62,6-26 17,6 4 0,6-1 16,19-2-16,-10-10 0,3-3 11,-2-8 0,0-4 67,29-9 93,-29-11 0,-4-4 69,2-18 29,-9-18 84,-45 3-303,8 23 45,-32-6-101,28 30-67,-29 13-353,15 38-409,19-6 0,3 4 401,3-8 0,5 2-4148,18 20 0,8-5-4419,2-12 8305,-2-10 1,-3-4 0,-7-12 0,-5-7-1</inkml:trace>
  <inkml:trace contextRef="#ctx0" brushRef="#br0" timeOffset="14808">3996 4513 26978,'-1'-38'146,"1"38"-129,6 60-40,-2 0 23,5 2-20,3-14 1,1-3 8,4 1 16,-4-3 1,1-6 17,0-23 16,-2-17 90,14-23-12,2-10-50,-10 8 1,0-2 18,-2 1 1,-2 0 3,7-19 13,-3 9 1,1 1-59,13-2-26,-11 14 1,1 4-14,8 10-12,0 25-1696,-8 9 1,1 2 1706,10 10-124,1 2 1,3-3 118,7-4 6,-10-11 0,1-2-12,14-4 9,-1-17 0,1-6-3,-18-1 0,0-3-17,18-8 0,-2-7 22,-15-10 1,-7-3-6,-6 14 0,-5-4-229,-2-8-1,-4-7 1,-4 1 249,-9-15 0,-3 1-12,3 1 0,-2 0-1,-4 16 1,-3-1 0,0 8 2937,-10-10-2875,5 16 0,-2 5 138,-17 9 174,9 17-348,4 15-22,21 18-1521,6 5 0,4 2 1509,2 18 0,2-7 0,3 10 0,-1-6 139,-1-13 1,1 1-174,3 9 0,5 9 0,0 1 1,-1-8-135,4 5 0,0-2 65,-2-4 0,2 3 1,-3-6-78,-1-8 1,1-4-2073,4 11 1,0-3 2251,7 9 0,-11-18 0,-2-5 0,-7-17 0</inkml:trace>
  <inkml:trace contextRef="#ctx0" brushRef="#br0" timeOffset="15265">5121 4501 21757,'-35'-25'843,"0"0"0,0-1 0,-20-12 0,11 9-524,24 19-240,1 0-68,25 7 390,9 3-409,14 5 0,6 1-2020,1-1 0,3 1 2014,5 3 0,6 0-38,-5-2 0,8 1 1,-1 0-1,-4-1-154,8-1 0,0-1 198,1 2 1,4 2 0,-4-5 60,-1-5 0,-7-5 56,-13-4 1,-4-2 226,22-16-84,-35 2 2836,-48 11-2906,-6 27 0,-3 9-143,-11 14 901,13-2 0,7 5-923,20 2 0,10 1-6,15 17-14,-5-27 1,8-3 18,35-6 1,6-10-11,-5-1-159,-10-8 1,7-2 0,-8-4 219,8-15-8,-17 3 0,-5-4 120,-6-30-92,-35 11 0,-12-1-85,-11 1 1,-6 4-107,-7-2 1,-2 5-1644,4 12 1,2 5 1147,-9 8-9232,8 11 7595,22-2 0,-2 4 0,21-5 1</inkml:trace>
  <inkml:trace contextRef="#ctx0" brushRef="#br0" timeOffset="16199">8271 4264 22897,'-30'-48'827,"0"-1"0,0 6 1,-6 11-498,-13 23 1,-4 13-143,9 2 1,0 5-172,0-1 0,4 5 52,-1 25-53,53-10 1,13 0-6,1-4 1,4-1-223,4 0 1,4 0-1,0-2 211,5 0 0,2-2-353,3 0 1,3 2-1,-3-2 353,-1-1 0,-1 0-2,-6-2 0,2 1 1,-5-2 6,17 10 62,-35 1-5,-41-11-17,-31 3-26,0-13 1,-7-2-3,4-1 0,-3-2-533,-1-4 1,-6-3-1,7-2 457,2-6 1,4-3-80,-5-1 1,12-5 56,21-19-821,45 9-39,7 15 0,8 1 67,8 1 0,3 2 440,3-1 0,3 2 331,-3 2 1,2 1-1,-2 0 485,0-1 1,-2 1-215,9-2 0,-3 0 291,-16 0 1,-5 1 588,11-8 368,8-6-676,-20 7 1572,-9 5-1825,-15 10-28,-7 12-39,-11 33-3,7-10 0,2 5-415,6 8 1,7 1-6,11-1 1,9-5 21,12-9 1,5-10-1615,1-15 0,-1-7 1631,-11-1 0,-5-6 76,-6-14 0,-7-4 28,-10-12-28,-1-16 28,-18-2-84,-1 15-33,-9 0-314,8 23-1602,2 16 658,8 12-8539,5 6 8926,3-3 0,-2-9 0,-2-3 0</inkml:trace>
  <inkml:trace contextRef="#ctx0" brushRef="#br0" timeOffset="16634">9466 4051 17997,'1'-8'3361,"0"0"-653,-1 8-2042,0-63 520,-2 46-1158,0-43 585,-2 77-602,3 5 9,1 18 1,1 14-1,1-6 496,-1-15 1,1 0-534,2 27 0,0 11 1,1-13 5,3-4-6,0-7 0,0-1-33,5 6 38,-3-14 46,-1-9-23,-7-26 23,0-11-23,-1 0 28,5-47-22,5 5-12,-1 9 1,4-2-3,12-1 0,7 5 2,1 11 1,3 5-1211,-5-3 1,1 9 1193,9 22 0,-3 14-12,-17 5 1,-4 6-1,9 20 1,-3 4 19,-10-19 0,-7 0-31,-12 14 1,-10-6-12,-10-18-129,-17-3 1,-7-4-177,12-12 0,-1-4 736,-19 0 1,-1-4-387,4-6 0,6-2 0,-8-3 0,11-2 0</inkml:trace>
  <inkml:trace contextRef="#ctx0" brushRef="#br0" timeOffset="17359">11213 4828 22821,'14'-50'554,"1"1"0,-1-1 0,0 0 0,1 3 0,-2 2 0,-3 4-206,-4-7 0,-7 10-149,-11 14 168,-33 11-335,19 14 57,-10 35 1,4 14-77,20-22 1,3 4-1319,-3 16 0,-1 10 0,3-7 1310,6-10 1,2 1-8,1 0 1,1 7 0,0 2-1,0-2-399,3 13 0,0 0 0,0-1 376,0-1 1,0 0 0,0 1-201,1-7 1,0 1 0,1-2 0,-1-8 173,0-8 1,0-3 2,1 16 1,0-5-127,1-11 2141,-3-20-2068,0-38 95,-4-15 1,-2-5 8,1 1 0,0-1 1041,-2-11 0,-2-5-1030,0 8 1,-1-4 0,0 2-449,1 4 0,0 1 0,0-6 447,0 5 1,0-6-1,-1-2 1,1 1-1,0 4-1,1-1 1,0 4 0,0 0 0,1 0-572,-1 1 0,1 0 1,0 2-1,0 2 566,1 0 1,0 2-1,0 2 4,-1-14 1,2 0-518,2 6 0,2-2 1,0 4 499,-1-2 1,5 1-459,13-17 0,8 13 453,6 33 293,23 10 0,3 6-299,-4 14-4,-17 1 1,6 4-1,-8 2 10,-10 2 0,-4 4-38,8 11 1,1 9-1,-4 0-3,-10-5 0,-4 2 0,0-1 42,5 0 1,1 0 0,-11 2 5,-17 8 0,-13 2 0,0-11 10,-20 5 1,1-17 1,-10 1-1,2-7-13,3-13 1,2-5-23,-4 5 0,2-3 655,11-5 1,5-7-2174,1-22 499,16 1 1047,13-19 0,6-2 0,-1 16 0,6-1 0,-1 0 0</inkml:trace>
  <inkml:trace contextRef="#ctx0" brushRef="#br0" timeOffset="18015">11707 4002 13530,'4'-2'9830,"-2"0"-8491,-2 2-987,30 2-83,6 20-195,13-4-38,-18 5 0,-2 5-384,-5-5 1,-1 2 364,9 15 0,-1 3-9,-10-7 0,-3 0 17,-1 7 1,-7-2-3022,-12 5 3035,-10-6 146,-35-5-17,15-19-50,-15 4 151,25-27 11,15-9-163,1-4 0,15-11 1,8-3-56,14-12-997,-8 12 1,1 2 957,19-8 822,-3 11 0,2 2-842,-10 8 0,2 0-23,18-11 0,3 1 23,-11 10 0,-2 2 19,-7 2 1,-1 1 156,20-9 213,-33 11-297,-28 11 3081,-18 7-3092,-9 10-2508,3 2 2435,3 6 56,-4 30-56,17-10-5,5-8 0,4 0-6,11 5 0,26 10 5,5-20-11,-8-10 1,5-2 16,12-7 0,1-4-5,9 1 19,-10-12 0,-3-5 20,-11-12 28,-8-8 0,-3-4-28,-2-20-26,-9 14 1,-4-1 13,-10-23-16,-6 1-11,-11 8 11,-14 11-34,-13 14-6,4 12-5,12 13 0,1 4-22,-5 5-202,2 12 0,2 7-426,9 13 426,5-11 0,4 1-448,17 9-8788,35 14 9488,-9-22 0,12 11 0,-25-32 0</inkml:trace>
  <inkml:trace contextRef="#ctx0" brushRef="#br0" timeOffset="18508">13037 3969 19761,'22'-54'1928,"0"-1"1,-1 7 0,-8 6-452,-17 11-1113,-7 20-292,-5 15-66,3 12 16,6 13 28,4 16 1,2 5-34,0-9 0,0 2-92,0 2 1,1 4 0,0 1 68,-1-1 1,1 1-1,1-3-397,-1 5 1,1-2 396,0 9 1,2-6 78,3-6-57,0-25 63,3-22-40,-5-10 310,9-36-243,-3-1-53,-2 11 1,1-2 461,1-4 1,2-1-424,8-1 1,2 1-90,-5 10 0,3 4-15,6 3 1,1 7 11,15 12 0,7 16-5,4 12-129,-24-4 1,-2 4 124,-1 3 1,-3 3 8,0 0 0,-5 4-31,-6 9 0,-8 1 3,-18 16-14,-7-23 0,-8-6-14,-26-5-31,0-15 1,-4-8-589,6-7 1,2-4 634,-1 5 1,0-5-631,10-7 0,1-6 0,8-1-5385,0-23 6055,8 12 0,6 1 0,16 3 0,6 14 0</inkml:trace>
  <inkml:trace contextRef="#ctx0" brushRef="#br0" timeOffset="20051">13583 4488 19871,'2'2'6783,"0"0"-5910,-2-2-761,68-74 45,-42 25 0,0-7-1552,-2 5 1,4-6 0,-1-1 0,-4 4 1396,-5 3 0,-3 3 0,-2-4 10,-2-4 1,-1-4 0,-1 1-1,-3 7 75,-1-3 0,-2 3-44,1 4 0,0-1 0,-2 3 576,-5-1 0,-1 6-518,-2-4-77,-6 14-24,-1 39 0,2 3 0,-4 14 269,1 23 0,2 10-269,5-8 0,1 3 0,0 5 0,1 6 0,2-5-681,4 1 1,4 0 616,5-1 1,4 3 0,1-5-55,5-1 1,3-2-34,-3-5 1,2 3 0,3-6-259,13 8 1,3-12 1205,-6-20 1,0-8-832,-2-2 1,-3-9 78,10-45 28,-22-16-6,-12 24 0,-2-2 164,-1 0 1,-1 0-87,0 2 1,-2 1 2622,-1-28-2393,-5 28-58,1 9-289,-1 23-17,24 23-11,-3-7 9,16 16-15,7-10-1419,-7-9 0,1-1 1425,13 5 0,-11-7 0,-3-8 45,-6-23-40,-2 5 46,-13-41-6,-15 15-3,0 12 0,0-1 2,-6-10 52,-5 3-40,5 20 29,-18-4-85,13 15 3392,-30 15-3392,22 16 0,2 5 0,-16 14 0,14 4 0,6 4-35,13 8-13,5-18 1,6 1-180,15 2 0,5-3-470,-3-11 0,4-3 383,11 6 0,2-6-61,10-7-250,-9-15 1,2-8 380,1-10 1,-1-10 416,4-12 1,-3-9 103,-5-5 1,-8-4-322,-14 9 1,-6 0 412,-7 0 1,-4 5-129,0 12 1066,-1-10-943,-1 30-324,0 1-29,0 9-11,1 11 17,1 15-17,0 1-3,3 3 0,0 1 356,1 4-353,1 3 0,0 2 0,2 9 17,-1 0 22,-1-12 73,-1-30-89,-1 0 5,2-13-3376,3-12 3376,-1 0-78,5-13 0,2-7 89,-1 3 0,1-1 6,5-10 0,0-1-31,-5 12 0,0 2 30,14-16-32,-7 20-6,11 0 5,10 22-33,3 25 16,-7 6 1670,-18 5 1,-5 4-1643,-8 1 1,-3 0 264,7 24-287,-12 1-23,-6-32 51,0-11-6,1 0 68,4-18-72,3-6-3410,13-34 3392,-4 15-132,3-5 0,3-2 132,18-17 0,2 2 0,-10 21 0,-1 4 0,4 4 0,23 14 0,-23 21 0,17 14 0,-16 9 0,-8-7 3261,-7-1-3261,-4 5 395,1-5-395,3 2 0,10-15 0,3-18 0,22-19 0,-7-9 0,-16 7 0,0-5 0,3-17 0,-4-5 0,-6 3 0,-2-1 0,1 0 0,-3-1 0,-10-2 0,-5 5 0,-6 8 0,-3-13 0,0 29 0,4 11 0,1 5 0,3 8 0,5 24 0,0-5 0,1 4 0,3 6 0,9 22 0,2 2 0,-3-12 0,1 0-212,-2-6 0,-1 2 0,0-4 212,0-8 0,-3-3 0,3 24-1575,-26-2 1513,-16-17 1,-5-3 0,-1 2 0,4-19 0,0 0-1</inkml:trace>
  <inkml:trace contextRef="#ctx0" brushRef="#br0" timeOffset="22801">16856 4401 27275,'-7'-28'-1072,"0"5"1,8 24-1</inkml:trace>
  <inkml:trace contextRef="#ctx0" brushRef="#br0" timeOffset="68450">984 7108 20543,'0'-55'1814,"0"1"1,-2 4 0,0 7-1389,-2 3-409,0 17-6,0 28 90,4 29-79,-1-9 6,1 9 0,0 5-14,0-2 0,0 0-17,0 8 0,-1 0 25,1-4 1,0-4 431,-1 2-213,8-59-174,-1-22-34,5-19-5,-4 7 31,-3 4 0,-1-2-23,0 16 1,-2 1-1341,2-16 1,-1 3 1348,-1 4 84,-1 17-141,1 23-2509,3 26 2521,-1 11-115,-1 19 0,0 5 106,-1-22 1,-1 0 5,1 21 1,1 0 4,-1-20 1,1-2-19,3 26 684,-2-27 0,0-1-10499,4 19 8938,-2-12 1,-1-18-1,-3-19 1</inkml:trace>
  <inkml:trace contextRef="#ctx0" brushRef="#br0" timeOffset="68750">1580 7193 20582,'-5'1'5422,"2"-1"-4504,3 0-789,-13 3-101,51-10 11,-17 4-33,37-8 33,-2-1-39,-34 7 0,12-2-89,-30 5-231,-3 2-1556,-3 5 1876,-5 5 0,3-4 0,-2 3 0</inkml:trace>
  <inkml:trace contextRef="#ctx0" brushRef="#br0" timeOffset="70039">3114 7319 19350,'-3'-50'3324,"1"0"0,-2-2-3148,1 1 1,-1 4-42,1 24-85,1 24-28,1 5 46,2 40-46,0-16 0,0 3-16,1 6 0,-1 1-9,1-1 0,0-2 25,1 17-10,-1-22 49,1-2 163,-2-27-101,2-11 23,1-41-68,-3 7 1,0-6-29,1 4 0,1-3 1,1 0-20,1-1 1,1 0 0,2 1-15,6-16 0,7 6-26,5 17 1,7 13 2,2 19 1,2 14-1,6 17 1,-2 14-12,-16-5 0,-2 6 0,-3 2-8,-3 3 1,-3 2 0,-3-1 16,-3 16 0,-7-5 61,-2-18 0,-3-6 9,-7-4-18,8-38 12,3-50-28,6-1-14,-4 24 0,4-2 126,11-15 0,4 4-365,6 1 267,-3 7 0,2 5-14,0 18-6,18 9-16,-20 12 16,29 21-10,-31-2-18,0 9 0,-2 5-1703,-10-1 0,-2 0 1614,1-2 0,1 3-3938,0 18 0,1-2 4033,2-7 0,3 14 0,-7-43 0</inkml:trace>
  <inkml:trace contextRef="#ctx0" brushRef="#br0" timeOffset="71958">4249 7238 18244,'-6'-45'952,"2"10"2028,2 31-2896,2 3 1494,-1 0-1573,0 4 799,1 3-798,-1 2 2958,3 8-2953,2-4-11,2 2 6,8-2-1,-4-7 34,35 0 17,0-15-33,6 2 33,-20-9 0,-4-4 17,-8-7-1,7-19-44,-23 18 28,-11-9-16,0 17 105,-30-21-33,-13 25-87,19 10 1,-1 3-10,-19 10-22,24 16 1,6 8-12,11-1 1,5 4-1686,0 10 0,5 0 1685,2-8 1,8-2-361,17 3 0,10-6-125,4-10 1,4-6-146,7 4 1,5-3-116,-5-11 0,2-4 0,-3-4 661,3-6 1,-2-6 312,6-6 1,-6-4 0,-7-14 28,-21 0 795,-17-7-582,-6 15-235,-2-13 3560,-9 16-3399,3 17 643,-3-3-923,3 14-77,4 4-12,-1 4 0,-1 28 0,3-4-27,0 25 10,6-13 0,9 15 1,0-20-12,5 3-17,-5-27 40,-2-7 22,3-19-11,-6 2 67,6-20-45,-8 10 87,3-11 0,0-1-31,1 0-6,1-3 1,1 1 129,8-3-135,-2 7-62,8 14-5,-1 38 11,5 19-23,-13-12 1,-1 1-23,7 17 12,-2-10-23,5-21 78,7-26 1,7-18-40,-10-7 19,-10 1 1,-2-1 3,1-2-12,10-18 12,-6 28-17,-2 14-12,11 13-10,2 21 5,3 9-14,-14-6 0,0 2-14,10 15 11,5 4 17,-4-13-67,6-10-40,15-8 63,6-16 66,2-10-17,-24-4 1,-1-4 22,11-14-17,-3 1 107,-15 0 57,-23 22-175,1-2 0,-20 30 0,1 3 0,-4 16 0,14 12 0,9-11 0,13 10 0,11-23 0,10-8 0,-8-12 0,2-6 0,-3-6 0,-1-6 0,6-6 0,-4-5 0,-12 0 0,-5-2 0,-5-3 0,-4-1 0,-9-19 0,-15 3 0,-14 19 0,-10 5 0,-14 7 0,-2 5 0,12-1 0,2 4 0,-5 6 0,9 9-1984,29 30 1136,9 1 0,-3-1 0,6-12 0</inkml:trace>
  <inkml:trace contextRef="#ctx0" brushRef="#br0" timeOffset="72367">6797 7067 17054,'2'-8'4475,"0"2"-2913,5-26 1,0-5-1243,-5 19 213,6-22 0,-3 11-499,-20 49 530,3 5-626,-8 24-559,7 11-51,6-17-712,5 5 1384,13-12 0,-8-20 0,8 7 0</inkml:trace>
  <inkml:trace contextRef="#ctx0" brushRef="#br0" timeOffset="72541">6959 6605 19764,'-53'-3'0,"10"2"0</inkml:trace>
  <inkml:trace contextRef="#ctx0" brushRef="#br0" timeOffset="74284">7232 7071 12976,'-5'-10'9830,"1"2"-8772,4 8-251,0 0 0,-7-84-606,17 51-168,-11-15 1,5 3 50,26 23-33,7 10-29,4 2-22,-1 8 0,-2 13 6,-8 8-12,6 16-11,-19-8 1,-3 3-1700,-5 3 0,-4 1 1705,-3 1 0,-4-1-3,-5-2 1,-5-1 24,-10-1 0,-1-4 0,-6 6 6,-9 1 129,18-25 78,7-3 156,-3-11 3226,11-6-3511,4-4 101,14-9-74,3 11-10,25-6-106,-16 12-6,17 9 5,-24 5-3391,18 20 3386,-19-8-69,15 34 63,-24-4 1,-2 1 2,-16-15 0,-8 0-22,-9-3 0,-4-2 25,8-3 0,0-2 0,-7 2 0,3-5 28,4-11-6,12-20-16,3 1-17,25-33 5,18-5 885,-8 12 1,3-1-855,7-5 1,0 0-18,-6 8 1,1-1-4,5-3 1,4-2-1,-3 3-431,-4 4 0,1 1 431,0-1 1,3-2-1,-4 3-46,-2 5 0,-4 2 232,17-17-2451,-21 18 2361,-10 7 1038,-33 12-1089,-5 10 732,-20 9-749,3 14-16,0 12-9,16-4 1,2 2-9,8-9 0,2 1 41,-4 8 0,7 0-86,17 13 39,14-18 1,31-8 27,-17-28 1,2-7 2,-5 0 0,-2-3-3,5-9 1,-5-3-6,-2-11-1,-6-1 35,-4-6 44,-1-11-22,-3 11-55,-4-4-18,-9 36 0,-3 1 0,-5 17 0,-5 11 0,-9 27 3392,6-9-3392,0 23 0,11-19 0,11-8 0,6 0 0,13 9 0,-2-18 0,4-4 0,23-7 0,2-12 0,-18-12 0,-1-6 0,14-15 0,-19 6 0,-2-6 0,-5-12 0,-2-4 0,-1 1 0,-1-1 0,-2-1 0,-2 3 0,4-13 0,-15 42 0,-3 16 0,0 1 0,0-3 0,0 0 0,0-11 0,0-8 0,0 3 0,0-9 0,0 7 0,0 0 0,-1-5 0,0 10 0,-2 0 0,0 6 0,1-2 0,1-1 0,0-17 0,2 6 0,1-15 0,0 22 0,1 3 0,-3 11 0,0 15 0,3 9 0,0 22 0,4 16 0,-3-22 0,0 1-579,-1-6 0,1 1 579,1 20 0,1 5-101,2 1 0,3 1-1750,0-10 1,1 1 0,2-2-3066,3 12 1,2-5 4158,-1-16 0,-1-7 0,-2-14 0,-10-14 0</inkml:trace>
  <inkml:trace contextRef="#ctx0" brushRef="#br0" timeOffset="74642">8671 7000 26861,'44'-29'9,"0"0"1,0-1 0,3-8 0,-2 6-5,2 19 1,-3 4 50,14-12 51,-38 13 94,8-5 387,-26 12-140,-6 0-140,-9 10-256,-1 5-52,-6 15 0,12 2 0,3 3-29,-1 24-61,6-17 0,5 1-761,11-1 0,5-2-1180,-4-12 1,2-1 1351,6 4 1,-1-5 0,-7-11 0,-12-11-1</inkml:trace>
  <inkml:trace contextRef="#ctx0" brushRef="#br0" timeOffset="74850">9294 6614 23019,'-26'-42'1067,"0"-1"1,6 6 0,0 9-1051,-7 20-218,15 28-203,6 5-481,23 24-1025,5-18 0,4-1-2016,13 14-990,-14-18 1,-1-3 4284,-2-2 0,-10-11 1,-6-4-1</inkml:trace>
  <inkml:trace contextRef="#ctx0" brushRef="#br0" timeOffset="75207">9790 6795 27617,'-27'-1'162,"1"15"1,0 8-163,1 2 0,1 4 8,-5 10 0,5 2-36,10 15 6,18-5 5,17-11-28,20-12 17,-1-12 14,-3-11 0,0-4 20,2-4 19,-1-5 0,-2-6 121,-2-22-96,-1-2 6,-17-5 79,-23-19-74,-1 21 73,-8-5 1,-4 1-56,-3 9-65,-4 3 1,-5 4-15,-20 13 0,0 7-197,5 25-1181,37 38-1417,25-20 0,6 1 2795,-6-1 0,2-3 0,6-5 0,0-6 0,-7-7 0</inkml:trace>
  <inkml:trace contextRef="#ctx0" brushRef="#br0" timeOffset="75540">10309 6868 28070,'-7'41'24,"0"0"1,0 10-1,3-5-24,8-1-5,0 8-1,3-21 40,3-3-18,-5-15 74,9 0 0,5-39-1,8-12-8,1-2 1,1-3-54,-11 15 1,3-1-29,7-4 0,4-3 0,-2 7 0,21-7 0,-11 17 0,0 7 0,-6 16 0,-1 45-281,-23-7-652,-4-11 1,-1 2 932,-5 27 0,1-28 0,-4-4 0</inkml:trace>
  <inkml:trace contextRef="#ctx0" brushRef="#br0" timeOffset="76625">987 8572 23909,'-3'-30'806,"6"11"-722,18 38 40,6 11 44,-11-3-73,-2 0 393,-22 0-220,-3-17 7,-9 3-6,-1-17-62,1-8-84,1-13-39,2-9-31,9 4 0,3-2-13,2-24-1,12-1-56,21 29-45,3 29 34,13 19 12,-14 5-12,-7 4 0,-2 3 22,-1 7-273,-6 11 1,-8 5 269,-15-17 1,-5 0-1612,1 9 1,-4 0 1616,-5-10 1,-7 0-21,-5 1 1,-5 3-1,1-5-294,1-1 0,-1-1 341,0 1 0,-4 2 1,3-10 78,5-14 1,2-10 3,-7-12-96,5-13 17,19-6 341,10-26-357,11 20-29,12-18-6,4 34-61,36 13-48,-22 11 1,2 4 8,-2-4 0,1 1-544,16 9 0,1 1-4249,-4-4 1,-2-2 3742,-11-1 1,-1-1-1,2 0 1,-8-3-1,-20-4 1</inkml:trace>
  <inkml:trace contextRef="#ctx0" brushRef="#br0" timeOffset="76825">1851 9007 25466,'-5'-3'2341,"2"2"-1635,3 1-706,-22-38-23,44 23-912,9-26 84,2 39 1,3 5 0,13-4 0,-24 7 0</inkml:trace>
  <inkml:trace contextRef="#ctx0" brushRef="#br0" timeOffset="77833">3312 8680 25881,'2'-35'-6,"25"2"1,30 20-617,-23 5 1,2 0 531,4-1 1,2 0-471,12-1 0,2 0 154,-12 1 0,1 1-2569,18-1 1,-5 2 3071,-13 4 0,3 0 0,-33 3 0</inkml:trace>
  <inkml:trace contextRef="#ctx0" brushRef="#br0" timeOffset="78017">3732 8598 25511,'-32'42'40,"1"0"1,8-4 0,2 4 0,6-5-30,6 19-49,4-12 1,1 6 0,1-6-78,4-12 0,2 0-944,4 14 1,4 6-1,1-7-963,0-14 1,2-3 2021,12 21 0,1-6 0,-7-20 0,0-1 0</inkml:trace>
  <inkml:trace contextRef="#ctx0" brushRef="#br0" timeOffset="78409">4411 9056 22034,'-24'-37'813,"0"0"1,1 0 0,-8-11 0,-1 14-669,-29 37-83,11 19-40,6 15-16,7 13 5,14-7 0,12-7 0,4 1-22,4 11 11,4 9 460,26-12-471,-7-28 47,23-12 1,5-11 13,5-20-278,-10 8 0,-1-5 384,-11-11 1,-5-2 179,3-13-179,-11 15 1,-2-1 134,-4-11 239,-7 11-391,-4 16-3102,-1 9 3018,-1 8 302,-8 12-346,-3 8-18,-11 28 17,9-12-134,7 6 0,4 2-331,12 3 221,-5-13 1,4 0-3795,29 18-1879,-11-28 5906,20 9 0,-30-24 0,0-3 0</inkml:trace>
  <inkml:trace contextRef="#ctx0" brushRef="#br0" timeOffset="78857">4877 8724 21930,'1'-57'1135,"0"1"0,0 10 1,0 7-301,-1 11-297,0 16-199,0 6-322,5 25 11,8 16-6,-2-4 1,0 6-1610,5 15 1,1 2 1600,-6-16 0,0 3-7,-2 9 1,-2 7-1,-2-3 78,-4 0 1,-3-2-75,1 13 0,-3-5-1101,1-21 1,-1-10 1308,-5-13-113,4-58-78,2-4 11,-2-17 1010,6 25 1,3 1-977,7-12-37,-3 15 1,4 1-48,13-6 22,23 6-28,-5 19 23,17 7-17,-12 19-23,-3 11-5,-7 11 16,-11-4 23,-9 3-11,-9 3 0,-20 20-3,-7-20 0,-6 0-23,-12 3 1,-4-2-1,6-10 1,-3-4-703,-20-2 0,2-8-3333,6-13 4072,13-1 0,5-2 0,12-6 0,13 1 0</inkml:trace>
  <inkml:trace contextRef="#ctx0" brushRef="#br0" timeOffset="79217">5679 8773 25761,'-15'46'39,"1"0"0,-1 0 0,-6 6 0,10-5 293,23-3 1,12-8-300,5-20 1,3-4 19,0 5 0,2-5 6,3-13 0,-3-7 86,5-21 63,-10-13-63,-11-9-27,-9-9-6,-9-3 142,-5 1-209,-4 7-11,0 13 67,1 14-325,3 14-1673,3 17-1172,8 15 11,0 5 3058,7 10 0,-10-25 0,0-1 0</inkml:trace>
  <inkml:trace contextRef="#ctx0" brushRef="#br0" timeOffset="80174">6162 9244 27362,'27'-55'121,"0"0"1,1 0-1,-1 2-93,-7 12 0,0 0-812,4-10 1,1-4 794,-7 13 0,-1-2 0,0 0-1027,1-5 0,-1-1 0,-2 2 1032,4-12 1,-3 1-6,-5 14 0,-2-1 1,-2 5 492,-2 7 0,-2 1-485,-2-17 1,-5 3 19,-10 5 5,-10 4-44,3 32 651,-9 28-634,6 17-29,7-7 1,1 3 1088,-1 11 1,2 4-1084,0 9 1,3 2-12,3-10 1,2 2-11,3 3 1,1 5 0,4-4-53,4 5 1,4-1-81,0-5 1,2 4-1,2-6-54,5-3 1,5-5-757,13 0 0,7-7-398,-6-13 1,5-6-909,-3-4 0,5-2 0,-2-5 1233,11-3 0,-1-7 1283,7-5 0,-5-7 140,-20-1 0,-2-5 1456,10-14 0,-1-7 53,-6-5 1,-4-4-729,1-5 1,-3-1-962,-5 10 1,-10 3 644,-30-16-673,-5 48 1214,-32-2-1281,21 13-22,-7 9 0,0 4-2565,-7 14 2506,5 2 1,4 6-7,15-3 1,7 3-29,5 9 1,5 0 14,6 12-1,19-26 1,6-7 16,1-13-2,7-6 0,2-5 2,5-12 23,9-4-12,-18-5-35,-7-8 1,0-3 247,0-2-182,-2 4 1,-4 1 155,-10 8-220,-7 15 0,0-1 0,-4 29 3207,2-5-3207,-2 31 0,2-20 558,8 21-558,16-4 0,12-4 0,6-8 0,-7-22 0,3-6 0,17-3-188,-10-6 1,1-5 187,-14-1 0,-2-3 0,3-7 0,-3-3 0,7-13 0,-16 8 0,-1-6 0,-3-10 0,0-7 0,-1 2-798,2-2 0,-1-2 798,-4 7 0,2-6 0,-2-1 0,-3 5 0,0-16 0,-5 4-192,0 3 0,-3 3 192,-4 6 0,-4 8 0,-11 10 0,-20 39 0,8 22 0,-7 19-295,21-10 1,3 4 294,2 1 0,2 2 0,0 15 0,1 1 0,1-12 0,3 3-26,8-4 1,3 7-1,2 0 1,-1-7-331,4 7 1,2 0-7,-3-10 1,2 5 0,1-1 0,0-8-967,6 2 1,0-7 377,10 15-4847,-4-17 5147,-8-19 0,-9-8 0,-1-3 1</inkml:trace>
  <inkml:trace contextRef="#ctx0" brushRef="#br0" timeOffset="80516">7805 9122 23097,'-55'-25'1041,"1"-1"1,6 4 0,9 4-918,22 7-18,10 6-84,14 3-22,3 1-16,28 0-52,16 1 29,-3 0 0,3 1-580,-16-1 0,2 0 624,4-1 1,4-2 0,-7 1 11,12-4 11,3-7 0,0-5 114,-26 0 1,-4-1-42,6 2 0,-3 0 156,3-18 561,-24 18-353,-4 6-269,-1-1-139,-4 9-57,-1 2 1227,1 1-1227,-1 1 0,-1 9 0,0-1 0,-2 37 0,3-21-125,5 32-1941,1-14 318,1-7-1887,-2 4 3635,-6-19 0,2-9 0,-3-2 0</inkml:trace>
  <inkml:trace contextRef="#ctx0" brushRef="#br0" timeOffset="80666">8441 8728 21248,'-1'-9'2011,"0"2"-2195,1 7-2080,0 0 2264,-30-7 0,23 6 0,-23-6 0</inkml:trace>
  <inkml:trace contextRef="#ctx0" brushRef="#br0" timeOffset="81074">8921 8762 25522,'-35'0'753,"-1"0"1,-23 9-693,30 6 1,2 3-17,-5 12-23,6 3 17,14-3 1,4 3-12,2 12-12,1-13 1,5 0 67,27 16-33,5-23-1,20 7-28,-12-20 23,-2-7 140,14-19-73,-20-4 11,15-18-16,-32-3-18,-7-5-3374,-14-18 3313,-1 20 8,-11 10 0,-5 3-41,-8 10-12,-13-7-17,14 22-212,0 12 56,13-1-2028,-3 30-7018,50-3 3442,-13 0 5794,25-10 0,-32-22 0,-4-1 0</inkml:trace>
  <inkml:trace contextRef="#ctx0" brushRef="#br0" timeOffset="81400">9354 8835 25079,'2'-3'2146,"-1"1"-1827,-1 2-302,-13 88-34,8-51-298,0 4 1,-1 8 0,2-7 303,2 3 246,4 12-235,0-31 123,5-11 68,4-18-34,12-12 78,13-16-81,-11 8 0,1 0-20,19-16 233,1-1-367,-14 16 0,-1 3 0,7-6 0,3 5 0,1 6 0,1 25 0,3 6 0,-23 17 0,-18-1 0,-4-7-163,-2 2 163,-15 29 0,10-33 0,-10 20 0</inkml:trace>
  <inkml:trace contextRef="#ctx0" brushRef="#br0" timeOffset="82658">11799 6781 25567,'-14'-46'571,"0"-1"0,3 3 1,-2 16-432,-3 35 5,-5 22-67,8-1 1,0 5-15,-3 10 1,1 8-1100,5-7 0,-1 7 0,2 0 1,0-4 1034,-3 15 0,4 1-21,1-8 0,0 8 0,5-1 0,9-6-627,14-5 1,10-6-1,2-1 648,-1 5 0,3 0 0,1-5 0,-3-9 0,1-4 0,-1-6 0,2-10 0,0 0 0</inkml:trace>
  <inkml:trace contextRef="#ctx0" brushRef="#br0" timeOffset="83242">12849 6736 25662,'10'-50'259,"0"1"1,22-3 0,5 13-238,7 28-15,-5 3 1,8 1 0,-4 0-56,-1 4 0,-1 1-229,7-2 1,6 1-3001,7 2 0,6 2 0,-9 0-1639,-24 0 1,0 0 4249,15 1 1,6-1 0,-17 2 0,-26 0 0,-6-2 0</inkml:trace>
  <inkml:trace contextRef="#ctx0" brushRef="#br0" timeOffset="83432">13342 6692 26911,'-10'32'21,"-1"0"0,4 11 0,1 6 0,4-7-155,5 16-676,0-15 1,1 5 0,4-5-849,5-9 0,3-3 987,10 11 1,0-3-1,4 5 1,2-10-1</inkml:trace>
  <inkml:trace contextRef="#ctx0" brushRef="#br0" timeOffset="83784">14015 6980 27275,'-49'12'124,"1"0"1,0 0 0,-11-10 0,12 9-100,31 36 0,15 6-14,5-16 11,8 1 1,6-2-34,15-5-291,1-9 0,4-6 302,25-9 11,-31-7 1,0-4 7,-1-7 1,-4-5 70,12-18 170,-4-4-67,-18 1 1,-7-5-90,-11 10 0,-5-1-104,3-9 0,-6 2 49,-6 8 0,-6 5-49,-8 7 0,-1 6 0,-6-3-595,-23 15 670,49 39 0,-8-19 1,22 16-1</inkml:trace>
  <inkml:trace contextRef="#ctx0" brushRef="#br0" timeOffset="84423">14569 7421 23943,'5'-42'809,"0"-1"0,0 0 1,2-7-1,-3 3-423,-4 12 1,-2 6-202,-1 4 128,-5-7-262,3 33-23,-3 18-17,4 8-6,-1 13 1,1 10 12,2-7 1,0 3 0,1-2-247,-2 12 1,0 3 213,3 0 1,1 4 0,0-10-31,3 10-54,1-2 0,2-2 19,0-12 79,2 4 17,-5-40-11,-4-19 16,0-20 17,0-18-28,0 12 1,0-5-330,-1-11 1,1-6 0,-1 3 322,1 2 1,-1-2-334,1 2 0,1-7 0,-1-1 1,1 7 343,2-9 1,0 3-15,-1 10 0,1-1 0,0 3 3,1-3 1,2 3 11,3-2 0,0 3-12,3-6-8,6 9 1,4 6 2,8 22 800,11 0-809,-13 27 1,-2 8 8,10 24-6,-13-17 1,-2 2-4,-4 7 1,-5-1 1898,-2 10-1890,-9 5 0,-4 0-5,-7-7 2,0-6 0,-5-3-8,-22-5-415,-19-4-895,-1-6-8510,-6-14 9490,27-14 0,15 1 0,11 0 0</inkml:trace>
  <inkml:trace contextRef="#ctx0" brushRef="#br0" timeOffset="85582">16240 7356 23948,'-5'-55'433,"0"0"0,-1 0 1,1 0-1,0 0 1,1-3-1,0 2 1,0 2-1,-4 2-2232,-6-9 0,-4 4 0,2 5 1858,3 4 0,1 4 847,-1-8 0,1 4-582,-2 3 542,1 3-861,5 46-5,5 16 8,0 12 1,1 9 2,2 1 0,0 5 1,2 4-316,2 6 0,0 6 1,2 2-1,1-1-41,-1-4 1,1 0 0,1 0 0,1 2-754,0-5 0,2 3 0,0-1 0,0-3 0,0-7 185,0-3 0,-1-6 0,1 0-2669,8 23 1,-3-11 867,-11-30 3974,-10-17 2176,-14-26 1,-4-13-1544,-12-11-1345,7 7 0,-5-6 0,4 5 45,8 11 1,1 1 231,-7-11 1,-4-6-1,5 5-1368,9 9 1,2 0 802,-7-8 1,6-1-366,17-15 116,10 26-55,19 7 1,9 5 40,-2 8 0,3 3 3,21-4 0,4 1 404,-3 4 1,2 1-420,-13 1 0,1 0 0,-2 0 6,12-2 1,-3 1 1069,-4 1 0,-3-2-1058,-8-2 0,-4-1 1967,7-3-1460,-18 24-10,-20-1-287,-22 12 0,-9 4 39,-9 19-196,12-17 0,2 1 1703,-7 17-1745,18-12 0,10-1 3,28 1-11,1 7 22,-2-34 0,3-8 11,19-12 59,-9-8 0,0-3 3,9-11 5,-17 3 1,-6-6 83,-17-6 0,-6-1-134,8-18-8,-19-2 1,-13 2-49,-4 33 0,-5 2 0,2-8 0,-3 3 0,-12 12 0,0 8 0,8 5-169,-28 10-358,42 4-2845,-4 19 3372,22-7 0,-1-2 0,3-8 0</inkml:trace>
  <inkml:trace contextRef="#ctx0" brushRef="#br0" timeOffset="86257">18108 6822 23019,'3'-44'887,"0"-1"0,0 0 0,0-3 0,0 0 0,-2 9-511,-2-1-119,0-6-195,-2 29 5,1 15-50,1 19 22,4 21-22,2 16 0,3 9-17,-3-10 0,0 4 0,1-2-1131,0-6 0,-1-2 1,1 4 1127,-3 0 0,1 4 0,-1-2 0,-1-7 6,-1-3 0,-1-4-60,1 13 1,-1-4 107,-2-10 78,1-50-68,1-25-44,-1-5 37,4-11 0,2 0-54,2 6 1526,-1 5 0,2 1-1526,10 1 103,11 6-103,-3 8 0,25 15 0,-14 24 0,-3 4 0,0 3 0,6 11 0,-9-1 0,-4 3 0,-4 12 0,0 6 284,-43-3-284,-20-21 0,6-14 0,-5-4-266,-1-3 0,0-4 266,6-2 0,2-1 0,-29-6-79,25-6 0,4-2-963,1-7-1730,-5-15-807,47 18 2780,21-2 1,-14 13 0,1 0 0</inkml:trace>
  <inkml:trace contextRef="#ctx0" brushRef="#br0" timeOffset="86632">19099 6872 25466,'-40'19'556,"1"0"0,0 0 0,-5-2 0,7 4-500,10 21 0,13 5-9,15-8 1,6-1-37,-5-4 0,3 0 14,15 9 1,7-5-15,13-9 17,-11-11 0,2-3 22,9-4 146,7-15 192,-13-46-388,-18 19 0,-5-6 0,-7-5 0,-3-6 0,-3 5 0,-1 0 0,-5 3 0,-5-13 0,-8 4 0,-6 21 0,-2 5 0,-17-10-757,-15 30-5,42 17-7382,33 47 8144,10-32 0,5 6 0,-14-22 0</inkml:trace>
  <inkml:trace contextRef="#ctx0" brushRef="#br0" timeOffset="86875">19764 6611 24027,'0'-53'1109,"0"1"0,0 5 0,-2 6-460,-1 10 19,-4 9-668,2 10 0,-1 57 0,5-3-769,3 12 0,2 14 0,0-3 769,0-20 0,0-4 0,1 3 0,0 15 0,1 4 0,0-1-122,1 3 1,0-1-1,-1-4-363,-1 3 1,-1-1-52,0-6 1,0 3-1,-1-7 158,-2-5 1,1-5 377,2-1 0,0-7 0,-1-13 0,3 3 0</inkml:trace>
  <inkml:trace contextRef="#ctx0" brushRef="#br0" timeOffset="87274">19752 7037 20431,'-49'-35'1768,"-1"-1"0,6 2 0,7 5-1600,13 8-5694,20 2 5543,16 12 1398,33-2-1483,3 7 1,3 1 268,-10-1 0,3 1-455,13 1 0,7 0 0,-5 0-881,-4 0 0,-2-1 519,-2 0 0,3-1 0,-4 0 80,-6 0 1,-2-2-501,17-11 0,-4-7 1364,-24-1 0,-2-2-12,9 1 0,-5-3 1667,-14-15 0,-12-2 252,-27-11-1888,11 22 0,-1 2-869,-23-5 774,14 23 1340,-2 9-1474,6 32-62,-1 11-56,12 20-6,8 2-4,6-22 1,3 6 0,-1-4 643,-2-5 0,2 1-713,8 19 1,4 8 0,-3-9-29,-8-23 1,0-1-76,7 16 0,-1-3-383,-4-2-4351,-6-4 1,-2 0 2678,1-5 1,0 22 0,-7-52 0</inkml:trace>
  <inkml:trace contextRef="#ctx0" brushRef="#br0" timeOffset="87741">20607 7162 23523,'-26'-39'636,"1"-1"0,-1 1 0,1 0 1,1 0-1,7 7-345,6-2-179,15-9-93,23 26 1,7 5-14,14-7-1,0 13 1,10 4 0,-8 1-891,-17 2 1,-1 0 884,18 0 0,7 0 0,-6 1-9,-13-1 1,-2 1 39,15 0 0,-1 0-40,-15-1 1,-3 0 41,20 2-5,-28 1 292,-47 16-197,-2-4-17,-7 0 1,-2 5-12,4 11 0,3 3-84,-8 18 657,17-13 0,9-1-618,30 1-39,19-6 17,1-18 0,3-4-31,-9-3 1,0-3 216,10-1 0,0-6-150,-12-10 0,-4-6-3360,5-13 3357,-4-24 3,-34 16 1,-8-1-57,-2 5 1,-2 1-4,1-2 1,-5 2-20,-8 6 0,-2 6-294,-3 10-403,-5 5 1559,45 51 0,-3-26 0,20 24 0</inkml:trace>
  <inkml:trace contextRef="#ctx0" brushRef="#br0" timeOffset="88300">21691 6961 23271,'0'-5'4525,"0"2"-4357,-3 2-67,1 46-84,2 8-15,1-18 1,1 1 8,4 21 124,0-34-74,-3-10 51,-1-13-44,-1-12 10,2-22-56,0 2 1,0-2 10,1 2 1,-1 0-31,3-7 1,1 2-4,1-1 0,10 3 0,7 23 0,19 27 0,-9 1 0,-12 7 0,-1 6 0,5 19 0,-4 1 0,-3 3 0,-14-16 0,-3-14 0,-4-7 0,1-12 0,-1-30 0,8-10 0,-1-7 0,12-8 0,0 21 0,6-3 0,0 13 0,11 20 0,-14 7 0,19 32 0,-20 17 0,0-7-267,-14-10 1,-5-2-451,-3-10-131,-19 26 0,13-39 0,-9 7 0</inkml:trace>
  <inkml:trace contextRef="#ctx0" brushRef="#br0" timeOffset="88567">22235 6359 27191,'7'-37'560,"-1"0"0,12-13-380,3 75 0,4 23-180,-4 0 0,0 8 0,0 1-1152,-3-13 0,1 2 0,0 0 0,-2 3 1152,2 7 0,-1 3 0,-2 1 0,-3 0-46,-4 1 1,-2 1 0,-3-1 0,-3-4-466,-1 1 1,-3-3 0,-5 0-315,-1-5 0,-3 2 0,-3-2 1,-3-8 644,-17 5 0,-2-10 1,10-12-1,2-4 1,-9 1-1</inkml:trace>
  <inkml:trace contextRef="#ctx0" brushRef="#br0" timeOffset="89999">10865 8622 24911,'14'-56'989,"0"1"1,0 3 0,-6 16-912,-8 33 29,-11 33-40,2 5 0,-2 9 0,0 1-45,1-1 1,0 0 0,0 4-538,0 2 0,0 4 0,0 1 0,2-2 503,1 6 1,2-2 0,2-1-826,3 1 1,3-1 0,1-2 776,-1-11 1,1-2-1,6 1-661,12 11 1,8 0-1,4-6 481,-1-15 1,3-5 0,-1 1 0,8 16 0,0-4 0,-6-22 0,0 1 0</inkml:trace>
  <inkml:trace contextRef="#ctx0" brushRef="#br0" timeOffset="91142">12234 8883 20890,'6'-52'994,"0"-1"1,0 1 0,-1 5 0,0 1 0,-2 4-343,-5-1 1,-2 5-356,0-3-202,-4 10-78,5 38-1,2 5 18,3 33 0,3 12-32,-1-19 1,0 3-13,0 5 1,1 6 0,-1-2 12,1 15 0,-1-4-3,-1-19 0,-2-1 2,-2 22 1,-3-6 9,-2-13 55,-5-6 0,0-3 45,1-17 123,-8-2-162,11-30-23,2-15 1,2-15 10,14-12-1757,5 18 0,3 1 1713,12-13-28,3 13 0,7 7 8,-9 18 0,2 6-20,17 4 1,1 8 25,-5 13 0,-5 7-12,-8 1 1,-5 4-1,-9 0 1,-8 1 8,-19 11-11,-7-11 3392,-14-5-3387,-6-10 1,-6-4-46,-1-6 1,-2-2 2,-6 3 1,1-6-295,3-9 1,9-9-2393,10-28 1886,27-9 0,5 17 0,14 12 0</inkml:trace>
  <inkml:trace contextRef="#ctx0" brushRef="#br0" timeOffset="91507">13193 8871 26049,'-48'41'351,"0"1"0,11 2 0,10 1-354,18-4 0,8-2 17,9-1 0,8-6 28,17-10 0,5-7-284,8 4 259,-10-10 0,-2-5 44,3-15-3137,5-15 3160,-10 2 165,-12-9 1,-6-1-155,-8 4-22,-6-4 0,-4 1-23,-9 6-5,-15-1 0,-8 1 41,-6 11 0,-3 4-254,-3-6 0,1 5-9663,-11 20 7997,39 2 0,35 9 0,-11-16 0</inkml:trace>
  <inkml:trace contextRef="#ctx0" brushRef="#br0" timeOffset="92157">13875 8927 23971,'1'-55'775,"0"0"0,-1 0 0,1 1 0,-1 1 0,-1 18-657,-1 24-135,-1 2 50,-1 34 1,0 19-37,2 4 1,-1 3-212,0 3 1,0 3 89,4-3 1,2 3 0,1-4-1197,3-4 0,2 0-641,3 3 1,1 4 0,1-5 1960,1-3 0,-1-4 0,1-5 0,-2-6 0,-3-10 0</inkml:trace>
  <inkml:trace contextRef="#ctx0" brushRef="#br0" timeOffset="92532">13730 9279 24200,'-31'-45'143,"0"1"1,3 7 0,9 6-200,21 13-255,58-3-454,-3 9 1,4 1 484,-9-1 0,3 1-584,2 2 0,4 1 0,-4-1 228,1-3 1,-4-3 1140,-13 1 1,1-2 0,-4-2 1229,10-11 1,-11-4-692,-19-1 1,-8 0-155,-12-16-241,-15 14-380,7 22 118,2 6 273,5 18-615,4 16-3426,2 8 3409,4 13-1174,2-7 1,-1 1 1134,3 14-152,-2-9 1,2 8 0,-1-7 28,2 13-208,-3-17 0,1 6 1,0-6-1692,-3-8 0,0-3 1201,1 1 0,-1-1 832,5 12 0,-10-36 0,2-2 0</inkml:trace>
  <inkml:trace contextRef="#ctx0" brushRef="#br0" timeOffset="93016">14557 9301 19899,'-27'-33'1660,"0"-1"1,1 1 0,-6-10 0,5 7-7199,11 18 5578,23 8 1212,51-1-1314,-16 5-25,4 0 1,5 0-153,-8 2 1,0 0 106,1-1 0,2-1 3,16-3 1,-3-3 251,-23 3 0,-5-2 3263,25-10-2921,-58 10 84,-35 27-420,-2 7-79,-6 20-27,24-2-12,10 1 1393,10-9-1416,24 10-8,5-28 1,4-3 8,-1 2 0,1-2-784,4-3 0,-1-4 806,9-7 135,4-17 302,-21-15-292,-13 6 1,-7-4-76,-14-7 1,-9 1-54,0 6 0,-2 1-14,-5-1 0,-1 4-31,-3 2 1596,2 8-1798,-2 10-750,7 17-3511,13 24 4480,27 7 0,0-2 0,6-19 0</inkml:trace>
  <inkml:trace contextRef="#ctx0" brushRef="#br0" timeOffset="93584">15499 9040 24239,'0'-3'3014,"1"1"-2017,-1 2-941,-3 17-56,2-1 16,-2 39-16,4-14 23,3 18-12,3-21-11,2-10 0,-2-11 11,-4-9 135,0-14-146,-2-2 28,0-15 19,0-8 1,2-5-1753,5-7 1,1-2 1709,-3 2 1,2 2 0,3 2 0,3 5-12,10 5-11,26 5-6,-16 23 1,1 5 22,0 1 0,-2 6 6,1 9 0,-4 7-18,-8 9 1,-4 0 11,4 7-17,-11-8 1,-4-2 21,-8-13 6,-5 10 3387,-3-20-3353,-2-1 29,3-25-74,2 3 0,19-43 0,7 16 0,-2 11 0,2 1 0,11-7 0,22 3 0,-24 20 0,16-1 0,1 18 0,5 16 0,0-2 0,-19 5 0,-3 2 0,-5-1-121,-4 3 0,-5 5-9710,-22 22 9538,1-7 1,-12-8 0,8-31-1</inkml:trace>
  <inkml:trace contextRef="#ctx0" brushRef="#br0" timeOffset="94032">17768 8831 18908,'-2'-61'905,"0"-1"1,-4 19 0,-4 6 1476,-11-3-2276,-12 76-66,18 25-38,5-23 1,2 1 396,2-2 1,2 4-402,3 3 0,1 4 0,1 1-206,3 5 0,1 1 1,0 3-1247,1 0 1,0 4-1,0-1 1,2-3 1446,2 3 0,1-3 0,0-5 0,0 8 1,0-12-1,2-16 0</inkml:trace>
  <inkml:trace contextRef="#ctx0" brushRef="#br0" timeOffset="94508">17788 9511 4358,'-23'-43'1638,"0"0"0,0 0 1,0 0-1,-1 0 0,0 3 1,0 1-660,-2-1 0,-1 1 1,0 3-152,-11-2 1,2 7-408,3 2 652,6 7 0,3 3-675,11 8 587,38 2-988,20 10 0,11 3 8,-10 0 1,4 1 0,0 0 663,-2 0 1,1 0-1,0 0-673,3 1 1,1 2-1,-4-2-5,2 0 1,-1-1 2,11 2 1,1-1 8,-7-2 0,-2-1-1219,-4-1 1,-5 0 1210,7-1-1130,-15 7 1169,-34-1 235,-28 31-73,-13 8 159,16-14 1,3 2-339,5-3 0,10-1 2747,34 10-2770,3-18 9,2-18 0,2-5 31,3-9 72,13-8-11,-24-1 224,-4-20-89,-17 5-34,-3-16-112,-9 15 112,-18-15-123,-4 19-23,-19-10 1985,10 23-2023,-2 6-52,-13 11-839,-1 18-6133,-6 6 7012,18 8 0,23-12 0,11-10 0</inkml:trace>
  <inkml:trace contextRef="#ctx0" brushRef="#br0" timeOffset="94966">19819 8944 25029,'3'-43'546,"0"-1"0,0 1 0,-5-23 1,-5 15-402,-7 33 90,-30 14-173,20 55-59,13-11 1,1 7 0,3-2-283,1 7 1,5 2 265,3-6 0,2 5 1,2 0-1,0-8-7,1-5 1,1-2-50,2 8 0,3 5 0,-1-4-122,1-4 1,2 0-630,-2-2 1,3 2-1,-1-2-4038,5 2 1,-1-4 4857,-1-2 0,-1-7 0,1-9 0,-12-21 0</inkml:trace>
  <inkml:trace contextRef="#ctx0" brushRef="#br0" timeOffset="95448">19808 9534 15938,'-35'-45'1792,"-1"0"0,6 11 1,-1 0-1,5 7-1118,-7-1 77,0 2 0,2 2-404,12 9-144,-4-6-158,49 14-51,0 4 4,13 0 0,12 1 1,-5 1-2,-10-1 0,1 1-1111,16 0 1,8-1 0,-9 1 1115,-16 1 1,-2-1 2,8 0 1,5 0 0,-6-1 57,21-1-55,-3-1 1,-4 0 19,-17-1 196,14-1 0,-42 4-123,-4 1 3442,-18 7-3369,-11 4-85,-2 2-3369,-21 14 3303,23-12-1453,-15 22 1452,29-18-995,6 22 956,11-23-1438,9 8 1460,24-7 1468,14-8-1403,-13-6-1,1-3 1253,13-4-941,-3-24-264,-44 10 1340,-11-41-1417,-6 31-4,-7-5 0,-5-1 37,-28-5-73,3 3-84,0 12 0,29 20-218,9 12-852,9 15 488,4-1-4250,18 11 1,5-2 3525,-5-9 0,2 0 0,-3-4 0,-17-16 0</inkml:trace>
  <inkml:trace contextRef="#ctx0" brushRef="#br0" timeOffset="95917">20809 9350 17266,'10'-8'4733,"-2"2"-1388,-8 6-2695,0 0 109,24-27-720,-12 53-50,22-2 11,-22 18 0,-4 8 193,0-11 1,1 2-183,5 19 0,0-2-2248,-3 1 2231,-1-18 1,-2 3-82,-5-1 0,-2-3 59,-4 10 14,3-13 0,-2-4-3,-4-12-16,0-12 21,3-6 74,-8-23-68,-1-21 3332,-1-6-3312,2-11 0,3-9 1,4 17 0,3-3 0,-1-1-525,0-4 0,1-1 0,0-1 508,3-5 0,1 0 0,2 5 16,3-2 0,2 5-234,1 6 0,2 3 228,-2 8 1,2 4-15,13-15 12,2 22-1,-5 16-5,2 8-50,15 24 1667,-14-2-1626,4 27 1,-1 12 22,-13 3 0,-5 4-949,-1-12 0,1 1 1,-4-2 925,0 11 1,-8-4-205,-10-4 0,-10-10-3562,-26-13 3208,-8-2 0,15-27 0,23-15 0</inkml:trace>
  <inkml:trace contextRef="#ctx0" brushRef="#br0" timeOffset="96174">21324 8629 28115,'38'32'92,"-1"-1"1,1 0 0,0 0-1,-3-1 1,-2-1 0,0 0-93,2 2 0,0 0 0,-3 1-655,4 9 0,-6 5 628,-6 2 1,-3 6-1,-13 3-528,-18-8 1,-13 3 0,-3-1 0,3 0-2723,5 10 0,2-1 0,-13-4 3270,-5-19 0,-11-1 0,-3-4 0,1-3 1,9-6-1,0-3 0,5-4 0,-4 1 1,1 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13:45:29.1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1512 2351 22655,'39'-38'63,"0"0"0,-7 5 1,2 8-411,4 16 0,6 8 83,6-1 1,6 1 0,-4 1-794,1 2 1,0 1 591,2-2 1,4 1-1,-15 8-2820,-10 33 2433,-53-4 888,-14-9 1,-13 0 461,-5-6 1,-7-2 0,2-1-416,12-3 0,1-1 0,0 0 171,-7 2 0,-1 0 0,6-2 235,8-2 0,3-1 521,1-1 1,4-2 252,0 0-1179,-7 2 11,42-13 18,26-7-130,27-10-13,-10 1 0,9-4 0,-2 0-221,-11 4 0,-1-1 0,3 0 245,-2-1 1,4 0-1,-1-2 1,-5-1 37,0-4 0,-4-2 0,-5 1-108,-1-2 1,-7-1 159,-4-6 0,-12 1 201,-36-6 180,-27 6-104,18 19 1,-1 2 52,-23-5 6,3 5 818,3 2-1014,27 5-179,-7-1-28,33 12-6,6 2-1304,5 7 1304,17 12 76,15 9-162,-13-10 0,3 5 1,-2 4-744,-5 5 0,-4 4 0,-1 2 718,0 2 0,-2 3 0,-4-3 0,-1 6 0,-9-5 0,-19 10 0</inkml:trace>
  <inkml:trace contextRef="#ctx0" brushRef="#br0" timeOffset="501">3489 2742 19439,'-11'-50'1047,"1"-1"0,-1 1 1,1 5-1,0 1 1,0 4-684,-1-4 0,-1 5 331,-7-18-488,6 22-96,5 17-60,7 41-46,2-1-36,5 22 1,0 5-21,2 5-76,-1-11 0,1 7 1,1-1-844,1-2 1,1 0-1,0 0 247,-1-1 1,1 0 0,0-1-600,1 2 0,1-1 0,-2-5-7197,7 19 7797,-8-21 0,-7-20 0,-3-13 0</inkml:trace>
  <inkml:trace contextRef="#ctx0" brushRef="#br0" timeOffset="668">3445 2813 15737,'-8'-55'991,"1"1"0,-1 0 1,1 0-1,-1 0 1,-3-10-1,1 4 1,4 2-875,4 3 1,3 2 0,6 8-216,9 12 0,2 4-23,-4-1 1,3 4-665,18 6 1,2 9-184,-3 9-774,-1 6 0,0 4-1641,-3 9 3383,10 14 0,-26-16 0,-1 0 0</inkml:trace>
  <inkml:trace contextRef="#ctx0" brushRef="#br0" timeOffset="975">3435 2704 23388,'53'-33'-1200,"-1"1"0,0-1 1,-3 3-1,-2 1 0,-5 7-564,17 7-9,-27 7 0,-2 0 1829,1-7 628,0 2 5118,-10-16-1332,-8 0-3792,-2 1 330,-4 2-195,-6 19-662,-2 2-112,-3 20-101,0 8-195,0 21-4659,4-1 1,1 1 4679,2 9 1,-1-18 0,0-4 0,0-17 0</inkml:trace>
  <inkml:trace contextRef="#ctx0" brushRef="#br0" timeOffset="1176">4233 2109 15672,'-36'-40'106,"-1"0"1,6 4 0,7 10 2334,17 22-3185,17 22 1553,-1-2-4864,7 13 0,0 1-4800,-2 0 8855,8 19 0,-17-36 0,-2-6 0</inkml:trace>
  <inkml:trace contextRef="#ctx0" brushRef="#br0" timeOffset="1643">4437 2188 24225,'0'-7'3379,"0"1"-2393,0 6-143,0 0-421,-12-15-908,13 26 435,5 26 0,2 9-4,0-10 1,2 3-282,6 23 1,-2-3 173,-5-2 74,-6-21-299,-4 20-74,-1-29 624,-2 15-123,3-36 201,-1-8-224,8-33-194,-1 7-1233,5-7 1,2 0 1217,2 6-727,5-2 1,1 2 734,-1 9-9,26-12-62,-25 25 277,28 1-27,-27 10-1,20 10 29,-17 8-57,5 10-50,-4 5 1797,-8 10-1713,-27 7-2280,-2-15 2255,-10-15 0,-5-4-310,-21-2 102,9-7 1,-3-2-639,0-3 0,1-5-2840,3-3 1,3-5 4246,-14-10 0,33 0 0,11 6 0</inkml:trace>
  <inkml:trace contextRef="#ctx0" brushRef="#br0" timeOffset="2118">5056 2049 28254,'0'55'-69,"1"-1"0,-1 1 0,2 2 0,1 0 0,3-5-57,4-3 1,3-4-2393,-2-2 1,-2-5 2441,-3 1 1347,-5-12-1292,0-5 937,-1-3-878,0-12 42,0-9-56,0-7-460,5-22 442,-2 7-1123,4-7 0,1-1 1106,1 1-663,4-2 1,2 2 654,0 8 18,9 0 0,2 3-5,-2 9 1594,21-5-1571,-11 16 2343,10 14-2366,-2 7 1,1 16 3047,-23-7-3059,-5 20 28,-17-15-6,-9-5 1,-3 0-6,-12 4 0,-19 2-22,13-18-1758,-5-2 0,-2-3 1701,-2 1-1394,-2-4 0,3-5 902,20-11-9260,0-36 7921,20 21 1,4-16 0,-1 31-1</inkml:trace>
  <inkml:trace contextRef="#ctx0" brushRef="#br0" timeOffset="2459">5953 2239 25132,'-39'24'252,"1"1"0,-1-1 1,-9 4-1,7 3-154,14 5 0,8 2-25,2 18-51,6-16 0,4 0-5641,12 8 5630,7-8 1466,16-9-1438,13-5 210,-12-12 1,3-3-239,1-2 0,4-5 45,12-6 0,1-6 3,-15 0 0,-1-3 56,10-10 0,-6-6-29,-18-3 1,-7-1-221,9-22 167,-18 19 1,-8-2-4,-14 1 1,-5 3-42,-8-16-56,-5 15 0,-2 8-129,1 11 196,-13 11 0,3 2 0,22-3 0,-30 8 0</inkml:trace>
  <inkml:trace contextRef="#ctx0" brushRef="#br0" timeOffset="3617">6502 2390 20442,'-2'-7'2472,"-4"-28"1,1-4-2108,3 17-54,-3-18 0,2 5-216,4 30-50,4 13 50,11 36-50,1 16-17,-5-7 0,0 2-17,-5-11 0,-1 0-116,0 7 1,-1-3 110,-3 10 5,-1-24 0,0-3 40,-3 1 10,1 2 365,0-24-208,0-19-123,3-14-11,2-21-22,3-17-37,-2 25 0,1 0-171,1-1 0,1 1 168,1 1 0,2 2 109,3 2 1,2 2-110,9-10 12,8 10-51,-4 20-73,19 16-83,0 10 47,-17-3 0,0 3-328,-4 3 1,-1 1 181,2 2 1,0-1 226,18 16-798,-4-12 0,5-2-504,8-7 0,0-4 914,-7 2 1,-1-1 334,4-4 0,-3-8 274,-13-12 1,-4-2 80,3-2 206,0-9 1,-4-5 415,-11-5 252,1-25-559,-18 16 625,-16-9-928,-7 23-90,-15 8-3212,-3 17 3061,5 9 32,6 7 0,0 3-60,-8 13-1019,9 7 0,3 3 1008,4-1 0,9 19-17,24-33 2195,24-2-2184,9-4 23,-15-11 0,1-3 225,15-7-192,6-12 28,-15-8 1718,-15 1 1,-1-2-1696,5-10 89,-13 2 0,-5 0 96,-5-3-34,-3-10-29,-5 20-88,-2 11-80,-3 12-44,3 6-5,-1 14-40,6 9-173,10 25 83,0-12-294,7-3 1,4-1-1095,10 7-592,-7-13 1,1-1-7554,6 3 8820,-3-10 0,-18-15 0,-3-3 0</inkml:trace>
  <inkml:trace contextRef="#ctx0" brushRef="#br0" timeOffset="4283">8445 2301 23075,'5'-60'1118,"0"0"0,2 3 1,-11 17-604,-55 44-342,7 13-109,2 6 1,1 3-338,21-7 1,3 3 272,-6 15 0,5 1-28,7 3-1599,12 14 0,4 2 1537,8-4-1255,12 8 1,6-2 1064,8-22-1223,14-2 0,5-5 562,3-12-890,-12-10 1,6 0 0,-4-4 368,-3-4 0,-1-3 1409,16-2 0,-1-3 266,-22 1 0,-2-3 1625,9-10 0,-3-2-925,0-2 325,2-6 0,-2-2-515,-7 3-63,12-16 2467,-18 9-1211,-3-16-1541,-6 15 888,-8-12-916,-16 30 3450,-18-7-3635,3 9 59,-5 1 26,5 4-135,11 6-84,-2-2 11,7 2-56,3 4 28,-2 0 17,-2 6-10,2 0-13,2 5 16,4-4-29,1 1-1,0-4 65,1 0-118,-1-1-5527,-1-1 5586,6 0 1,1 0 0</inkml:trace>
  <inkml:trace contextRef="#ctx0" brushRef="#br0" timeOffset="4884">9334 2212 19748,'-4'0'4463,"2"0"-1785,2 0-2432,-35-29-128,22 19 78,-35-26-135,29 28 231,-33 5-1819,15 16 0,0 5 1806,-22 3-137,25 1 0,5 1 95,12 0-184,5 7 0,3 4-272,2 15 230,5-8 0,5 1-146,20 13-2262,4-14 2141,7-7 986,3-12 0,4-3-888,-8-6 1,1-2 53,21 8 1,2-4-46,-5-10 1,-4-4 109,-14-1 0,-1-3-43,9-4 1,-3-4-36,7-16 69,-9-4 0,0-6 59,-5 0 1,-1-1 117,-2 1 1,-2-1 4,-4-4 1,-6 2 285,-7-7-274,0 0-12,-13 16 57,-6 15-79,3 6 113,-8 0-225,5 14 0,-1 1 0,-12 43 0,10-4 0,3-6 0,0 1 0,4 12 0,6-4-231,10-3-334,6-1 2260,11 10-8164,3-11 6469,-2-12 0,-10-15 0,-9-9 0</inkml:trace>
  <inkml:trace contextRef="#ctx0" brushRef="#br0" timeOffset="5051">10021 1915 24844,'-2'-5'2392,"0"1"-2661,2 4-9562,-30 18 7373,25-7 0,-24 9 1,31-14-1</inkml:trace>
  <inkml:trace contextRef="#ctx0" brushRef="#br0" timeOffset="6108">11247 2211 24802,'1'-53'881,"1"0"1,-2 14 0,-2 4-1264,-4 0 171,-13 24 927,-14 10 0,-6 7-2094,4 4 0,0 2 1927,-9-1 1,3 5 200,6 13 0,9 6-562,16-4 0,5 2 24,-4-2 0,6 2-1318,27 21 1,11-4 1193,7-7-335,-4-12 0,9 3 1,-5-6-331,-13-12 0,0-1 191,9 3 1,4 2 0,-7-1-671,5 14 431,-2-3 2595,-85 5-1311,-1-22-441,3-2 1,-10 1 0,3-2-354,-3-1 1,0 0 290,3-2 1,-2 0 0,4 0 35,2-1 0,4-4 1205,0-4 1,5-4-1549,11-4-4981,13-27-4699,26 18 9029,14-10 0,-14 22 0,-4 3 0</inkml:trace>
  <inkml:trace contextRef="#ctx0" brushRef="#br0" timeOffset="6492">11745 2339 27811,'-51'27'405,"-1"1"0,9 1 0,10 0-403,14 11-88,34 9-363,0-31 475,12-2 1,3-2-8,2-7-55,2-3 1,2-3 161,12-13-1689,-11-4 1,-2-1 1709,10-13-55,-16 4 1,-5-2 398,-2-14-295,-13 4 1,-5-2-166,-10-14-101,-4 20 0,-6 4-194,-24 2 3,5 13 209,3 13 0,-1 6 35,-4 13 58,7-1 1,3 3 112,3 17-134,9 21-10,13-19-729,16-2 1,9 7 0,0-6-519,14 14-521,-5-14 1,8 5-1,-3-9 1714,-6-13 1,-2-4 0,22 14 0,-22-15 0</inkml:trace>
  <inkml:trace contextRef="#ctx0" brushRef="#br0" timeOffset="6908">12592 2554 14330,'11'-51'1746,"0"0"0,-3-2 0,-5 7 713,-10 7-2309,-14 13 1,-7 7 43,-33 19-107,27-2 1,0 3 495,-8 13 0,3 6-430,-7 17-847,19-4 0,2 1 781,-2 15 987,16-8 0,7 0-987,15 2-174,12 16-137,16-27 76,10-13 79,3-16 160,-2-17-2018,-5-11 2144,-13 0 140,-1-7 58,-14 9-194,-1 0 2177,-10 11-2543,-16 20-50,-16 24 64,-8 14 1,-2 8-16,4-1 1,1 2 54,8-17 1,0 0 0,4 2 87,-4 22 1,11-3 1262,15-22 1,5-2-1273,0 7 1,9-6-28,26-12 0,9-13-40,-11-11 1,2-7-83,-3-1 1,3-4-1,-4-2-99,-2-3 0,-2-1-1247,9-8 0,-1 1 882,-15 7 0,-2 2 1,19-14-1,-21 14 0</inkml:trace>
  <inkml:trace contextRef="#ctx0" brushRef="#br0" timeOffset="7983">11862 2439 17384,'-60'-17'2509,"9"10"-218,42 35-2112,4 0 522,0 8-606,6-5 383,7-4-377,2-1 156,11-1 1315,1-15-1264,1-8-101,3-13 113,7-30-242,-13 12 45,-5-6 0,-3-2 51,-8-5-23,-3-18-31,-8 27 1,-3 3-82,-4-5 40,-11-11-35,15 34 80,-8-6-85,9 13-6,-4-3-27,4 16 11,-4 9 0,-7 17-29,-4 18 18,11-20 0,1 0-2339,-7 26 2333,10-21 0,2 0-12,1 24-99,3-1 102,5-26 1,5 0-104,12 1 0,4-1-59,-1-5 0,5-3-1202,9-3 0,6-2 1,-3-5 1016,-8-6 0,1-4-2378,30-2 1,-5-4-6469,-20-6 9033,16-5 1,-42 7 0,-5 1-1</inkml:trace>
  <inkml:trace contextRef="#ctx0" brushRef="#br0" timeOffset="8449">11913 2380 24239,'-23'34'406,"0"1"0,-12 10-221,44 7-112,0-35 208,23 10 262,3-24-190,5-13-264,-7-5-5,-14-11 135,-10-13-107,-5 1-17,-6-24-23,-5 24 1,-4 0 6,-13-20-9,-1 2 19,1 28 5,9 22 44,-1 0-73,-8 15 59,5 8-3417,-11 16 3373,11-2-32,1 6-2,8-7-1184,5 18 1,1 4 1050,5-1 80,-2 0 1,8-1-97,12-17 0,7-5-467,10 1 1,5 0-743,8 4 0,5-1 1309,-11-12 0,3-3 0,-5-3 0,-7-2 0,-4-3 0,29 5 0</inkml:trace>
  <inkml:trace contextRef="#ctx0" brushRef="#br0" timeOffset="9057">12933 2439 21164,'13'-48'1690,"0"-1"0,-1 1 0,-5 12-1450,-9 27 124,-5-1-313,0 19-18,-4 2 7,1 12 49,-10 31-83,7-17 2,-1 13 1,3 4-21,12 7 15,-4-23 0,6-2 53,34 13-28,-13-36 84,14-6 0,1-6-34,-6-7 3,1-4 1,-2-4 13,-11-4 81,-2-9 1,-2-6-3485,-1-22 3319,-5 24 0,-2-1 56,-4-3 1,-3 4-141,-2 8-22,-1-6-275,-2 24-302,2 9-1233,6 15 858,3-4-7074,30 25 8121,-9-21 0,-2 1 0,-20-16 0</inkml:trace>
  <inkml:trace contextRef="#ctx0" brushRef="#br0" timeOffset="9741">13588 2471 26519,'2'-23'532,"1"5"-515,1 16 33,34-10-16,-2 0-17,16-6 27,-18 1 1,-2-2-11,-4-2 5,-2-2 0,-2-2 17,-10-10 34,-3-7 95,-33-2-157,5 20 0,-22 4 103,-16 25-35,18 2-1750,-12 20 0,2 5 1654,16 0-17,1 2 0,6 1 12,18-3-21,6 6 1,5 2-31,12 19-1121,-8-19 0,4-1 1030,17 5-99,14-8 19,-18-20 0,5-3-168,28 1 1,6-7 318,-4-15 0,0-7 110,2 0 0,-5-5-12,-15-5 0,-9-4 40,-13 1 0,-5 1 27,2-7 102,6-24 133,-7 4-189,-3 11 246,-4-3-241,-8 41 2100,-1 1-2217,-3 31-12,0-3 8,0 6 1,0 4-12,0-2 1,1 0 38,-1 4 1,2 2-43,4 1 1,2-4 78,6-2-22,4-5 3526,17-49-3479,-14-2 0,2-5-56,12-11 0,2-2-47,-5 4 0,-1 2-12,-1 2 0,1 6 12,23 3-28,-14 17-6,3 8 0,-16 11-96,0 8-150,0 4-1456,18 21 1730,-16-28 0,0 0 0,5 14 0,3-19 0</inkml:trace>
  <inkml:trace contextRef="#ctx0" brushRef="#br0" timeOffset="10568">15249 2254 25242,'8'-40'1086,"0"0"1,4-20-857,-40 58 128,-27 30-325,29-10 1,0 5-12,-7 10 1,4 4-9,13-6 0,5 1-31,0 20-83,26 3-119,9-21-70,-3-10 1,4-2-667,11-5 0,1-3-246,17 4 13,-11-10 0,2-3-334,-5-5 1,0-3 1476,2-2 0,3-4 644,14-7 0,-1-5 87,-18 1 0,-2-3-25,5-4 1,-3-2-102,-14 5 0,-2-1-41,-2-4 1,-2 1-123,4-9 846,-3-9-1080,-19 35 147,-2-5-203,-10 16-2630,-14 13 2545,5-3 259,-12 21-309,18-3 11,5 15 34,24-4 5,14-6-16,8-15 3380,0-12-3369,4-9 22,0-8 23,10-17-34,-21 3 22,-15-9 0,-7-3-10,-11-7-3427,-2-19 3415,-25 18-2190,-23 25 2185,9 1-7,-13 17-27,21 19 28,2 9-23,-4 17 1,9 10 13,20-10 1,4 1-21,1 11 12,4-19 0,7-1 1106,10-7 1,5-4-1107,18 7-20,-5-8 0,2-3 9,13-9 2,-6-10 1,1-4 0,-13-2 0,2-4 26,7-6 1,4-3 0,-5-1-116,-5 1 0,-2-2 103,9-9 0,-2-5 1305,-2-15 0,-6-3-1281,-11 16 1,-2-3-23,2 0 0,1-3 0,-6 0-8,-6-11 0,-6 4 0,-1-8 0,-5 19 0,-3 4 30,-1 16-30,-3-1 0,5 13 0,0 5 0,2 16 0,3 3 0,5 20 0,4 8 0,4-2 0,4 3-410,0 1 1,3 3-1,1-1 410,-2-8 0,1-2 0,0-1 0,8 9 0,-3-1-463,-2 3 1,-6-4-994,-8 1 927,-17-4 0,-5-2 0,0-19 0,-18 7 1</inkml:trace>
  <inkml:trace contextRef="#ctx0" brushRef="#br0" timeOffset="11267">3174 3823 19905,'-49'-7'142,"-1"-1"1,1 1 0,-4-3 0,7-1-198,-11-5-432,67 1 62,33 8 307,-7 3 0,6 0-646,11 2 1,5 1 845,-11 0 0,2 1 0,3-1-349,-6 1 0,0 0 1,3 0-1,6 0 490,-5 0 0,6 0 0,2 0 1,3 1-1,2-1 0,-1 0 1,0 1-343,-4-1 0,1 0 0,0 0 0,1 1 0,0-1 0,0 1 1,1-1-1,-1 0 163,-1 1 0,1-1 0,-1 0 0,1 1 0,-1-1 0,2 0 0,-1 1 1,2-1-161,-2 1 1,1-1 0,1 0 0,0 1 0,1-1-1,-1 1 1,-1-1 0,-1 1 0,-3-1 169,4 0 0,-2 1 1,-2-1-1,0 0 1,0 0-1,2 1 1,2-1-107,-3 0 0,2 0 0,1 1 1,1-1-1,0 0 0,1 0 1,1 0-1,-1 0 0,1 0 69,-6 1 0,0-1 1,-1 0-1,0 0 1,1 0-1,1 0 1,1 0-1,2-1 0,1 1 1,3-1-31,-12 1 1,3-1-1,2 0 1,1 0-1,2 0 1,1 0-1,0 0 1,1 0-1,0-1 1,0 1-1,-2 0 1,0 0-1,-1 0 1,-2-1-1,-2 1 1,-3 0 14,12 0 1,-3 0 0,-2 0 0,-2 0 0,-1-1 0,0 1-1,0 0 1,1 0 0,3-1 0,2 1-1,-8-1 0,2 1 1,2-1-1,0 1 1,2-1-1,1 0 1,-1 0-1,1 0 0,-2 0 1,1 0-1,-2 0 1,-2 1-1,-1-1 1,-3 0 8,12-1 1,-3 1 0,-3-1 0,0 1 0,-2 0-1,1-1 1,-1 1 0,1-1 0,2 0 2,-3 1 1,-1-1-1,1 1 1,0-1 0,0 0-1,1 1 1,0-1-1,1 0 1,1 0 0,1 1 2,-2-1 0,0 0 0,0 0 1,1 0-1,1 1 0,0-1 1,1 0-1,1 0 0,1 0 1,1 0-1,1 0 0,1-1 2,-9 2 1,1-1 0,2 0 0,0 0 0,2 0-1,1 0 1,0 0 0,0-1 0,1 1 0,0 0 0,-1 0-1,0 0 1,-1 0 0,0 0 0,-2 0 0,-1 0-1,-2 0-12,7 0 1,-2 0 0,-1 0 0,-1 0 0,-1 0-1,0 0 1,-1 0 0,0 0 0,1 0 0,1 0 0,0 0-1,2 0 1,1 0-5,-7 0 0,1 0 0,1 0 0,1 0 0,1 0 0,0 0 0,1 0 0,0 0 0,0 0 0,0 0 0,-1 0 0,0 0 0,-2 0 0,-1 0 0,0 0 0,-3 0 0,-1 1-4,11-2 1,-3 1-1,0 0 1,-2 0-1,-2 0 1,0 0-1,-1 0 1,1-1-1,-1 1 1,0 0-1,1 0-4,3 0 0,0-1 0,-1 1 0,0 0 0,0-1 0,0 1 0,1-1 0,0 1 0,1-1 0,2 0-99,-8 0 1,1 0-1,2 0 1,0 0-1,1 0 1,1-1 0,-1 1-1,0-1 1,-1 1-1,0-1 1,-2 1-1,-1-1 1,-2 1-280,8-1 0,-2 0 0,-1-1 1,-2 1-1,0 0 0,-1 0 1,1 0-1,1-1 0,1 0-601,1 0 1,1 0 0,3-1 0,0 0 0,0 0 0,-2 0 0,-1 1 0,-4-1 0,-3 0 0,-6 1 641,21-4 0,-8 1 1,-5 0-1,-4 0 1,1 0-1,-5 0 1,-11 1-1,-3 0 1</inkml:trace>
  <inkml:trace contextRef="#ctx0" brushRef="#br0" timeOffset="11793">17640 1968 25079,'4'-40'342,"0"1"0,-3-25-303,-14 65-16,-11 9 15,-26 26-27,18-11 3,-12 18-11,28-18 79,15 10-30,2-11 5,14 2 123,8-19 41,2-4 81,17-11 353,-1-12-301,-8-2-27,-16-5 1,-5-2-79,-7-12-125,-2-14 61,-8 25-120,-8 15-120,-12 19 356,2 2-1428,-5 14 1,2 5-8705,-5 17 8375,-7 7 0,25-21 1,10-20-1</inkml:trace>
  <inkml:trace contextRef="#ctx0" brushRef="#br0" timeOffset="12057">17831 2358 22638,'9'5'2703,"-2"-2"-2456,-36 2 0,-13-1-152,18 2-52,-18 1 1,4 3 26,28 2 170,8 6-118,8-6 242,24 5-266,-10-12 378,36-1 6,-22-25-359,4-2-73,-20-16-122,-18 9-707,-12 5 779,-17 10 0,13 7 0,-5 7 0</inkml:trace>
  <inkml:trace contextRef="#ctx0" brushRef="#br0" timeOffset="14393">4219 5099 18392,'21'-44'1414,"0"-1"1,0 1 0,-2-7 0,-2-2 0,-4 5-1051,-7 7 0,-4 2-78,-3-7 0,-4 6 83,-14 10-206,-12 20-91,-11 25-1732,7 8 1,1 9 1701,-3 12 0,3 8-40,9-3 0,1 5 0,6 0-764,8-6 0,4 0 1,3-1 758,-3 16 0,15-8-108,19-23 0,12-7 1,0-7 96,2-11 0,3-7 19,2 3 1,4-3 0,-3-6 24,12-19 1,-7-6-12,-16 10 1,-4-4 19,5-13 1,-8-3 2134,-14-17-2113,-17 3 1,-6-1-43,1 23 1,-3 0 1289,-8-11 0,-5 3-1253,-24 4-17,-8 8-31,12 14 1,-2 4-107,4 6 0,1 5-493,2 7 0,2 4 133,-4 10-9373,20 19 8251,17-21 1,1 0 0,1-14 0</inkml:trace>
  <inkml:trace contextRef="#ctx0" brushRef="#br0" timeOffset="15166">5916 4900 25534,'-10'-62'856,"-1"0"1,3 6 0,1 16-846,4 36-5649,2 17 5661,1 5 717,1 19 1,1 4-741,-1 2-8,0 15 0,-1 3 164,-2-29 1,0 0-163,-1 13 0,0 0-11,0-7 1,0-3 10,0 14 45,1-9-22,3-27 28,0-14-11,2-19-35,2-15 0,0-4 23,1-18 13,-1 12 1,-1-8-1,0 7 1532,-1 14 1,-1-1-1540,0-9 0,0-7 0,-1 7 57,-1-16-85,-4-3 766,0 43-766,-1 23-3279,-8 35 3279,5-8-1135,-2 13 1,0 5 1134,5-18 0,2 2-759,-1 21 1,2-1 758,5 4-5,6-2 5,4-33 0,4-11 0,-2-6 1514,9-30-1514,-9-26 0,-7 18 0,-1-3 0,-1 4 0,-3-1 1036,-7-16 1,-2 2-1037,0 7-1097,-2 2 1,-1 5 1096,3 22 2205,-1 5-2205,1 31 0,2 8 0,3 0 0,1 4-843,3-5 0,2 1 843,1 14 0,1-3 0,3-1 0,-2-2 0</inkml:trace>
  <inkml:trace contextRef="#ctx0" brushRef="#br0" timeOffset="18609">7365 5066 20134,'7'-58'1773,"0"1"1,0-7 0,-1 8-811,-3 24-772,-1-5-174,2 28 151,2 34-101,-2-3-4223,5 34 4240,-5-2 174,-2-8 0,-2 3-247,-2 0 0,0-1-11,0-1 0,-1-3 5,0-8 1,0-4 45,1-1 139,1-15-5,1-16-112,0-17 3166,1-16-3194,0-15-12,0-13-27,0 7 8,-2 17 0,-1 1 611,-1-11-592,-1 2 1,0 1-23,-1 3 68,-5-21-85,8 54-5,-1 13 11,2 31 0,2 2 11,2 11 0,2 3-17,-1-18 1,0-1 5,3 21 0,0 0-6,0-13 1,-1-3 22,3 9 11,-2-6 117,-6-47-117,-6-17 34,-4-23-15,-3-1 1,-2-2-45,3 9 0,0-1-154,-3-15 0,1 1 159,7 19 1,1 4-4,0-13-16,4 16-3294,1 17 3294,0 7-23,2 26 17,1-2-100,3 38-96,1-20-680,-2-1 0,2 2-4023,0-4 1,1-1 3834,6 27 0,-3-18 1,-8-31-1</inkml:trace>
  <inkml:trace contextRef="#ctx0" brushRef="#br0" timeOffset="20101">8817 4922 18039,'-3'0'6083,"0"-1"-5294,3 1-542,10-11-74,-7 13-10,8-9-95,-11 14-12,0-2 212,0-2-21,0-2-12,-1 1-117,-1-1-29,-1 1 62,-13 3 17,-5-1 23,1 2-79,3-5-11,12-3 212,3-23-268,1 7-3381,0-33 3381,2 20-103,3-11 0,3-2 91,4-6-27,-1 11 0,1 2-12,8 6 6,2 15-11,21 32 0,-7 12-6,9 14 11,-17-1-5,-12-7 0,-2 1 3287,2 11-3313,-4 11 1,-8 6-34,-17-10 0,-8 1-364,6-10 1,-2 1 0,-4-1 390,-6 2 0,-5 0 0,1-5 26,-5 2 0,0-5 36,-6 1 1,2-6-2829,-9-7 2887,6-7-1119,12-42 1080,23 1 20,6-15 0,9-3-20,13 11 0,4 2-25,-2-5 0,3 3 358,9 8 1,4 11-423,4 20 0,-1 8-88,-6-3 1,-2 2 1192,6 8 1,-1 0-1745,12 11-4227,-11-12 1,-1-2 3158,5 2 0,-11-6 0,-4-3 1,-17-10-1</inkml:trace>
  <inkml:trace contextRef="#ctx0" brushRef="#br0" timeOffset="21467">10187 4933 17199,'-5'-4'3117,"-17"-34"0,1-9-2736,12 8-272,-8-14 0,6 2-42,23 20 40,20-5-62,-7 18 5,10 2 0,4 2-27,11 5-21,-10 4 1,1 5-14,11 18-34,-4 14-22,-8 9 34,-13-6-96,-11 23 95,-19-15 45,-4 8 51,-16-7-17,6-22 364,-22 14-3611,21-23 3432,-9 3 521,13-20-550,6-1 68,-3-9-23,8-5-184,16 4-51,-4 1 40,35 18-29,-7 8-22,19 14 1696,-20-2 0,-2 4-1702,-4 1 1,-3 3 5,-5 8 0,-7 1 0,-14 22-62,-26-29 1,-12-5-637,-5-7 1,-5-5-4219,-2 0 1,0-3 4634,3-4 1,5-3-1,0-3 1,20-4-1</inkml:trace>
  <inkml:trace contextRef="#ctx0" brushRef="#br0" timeOffset="22909">12428 4649 24178,'-47'4'462,"14"0"0,2 1-378,2 2 61,-31 4-82,29-7 63,-5-1 0,0-2-59,5 0 174,-28-3-174,45 1 106,-3-2-145,15 2-28,0 2 51,5 21-29,-1-7 12,2 29 16,-2-8 6,-4 13-45,-1-11 62,-4 18-50,3-30 66,-4 32-10,7-36-51,-2 6 285,4-20-145,0-7-22,0-3 128,5-9-117,5-13-118,0 1-3336,16-20 3314,-12 25-1915,27-16 1903,-21 23-795,31-3 795,-27 13-10,35 17-1,-33-2 0,4 11 1,-1 7-12,-3 16 11,-10-21 1,-2 2-6,-5 23 2021,-18-19-2050,-20 17-4,0-16-175,-8-9 1,-3-2-208,-2-5-3160,-7-4 1,-1-2 3585,3-6 0,-5 0 0,32-6 0</inkml:trace>
  <inkml:trace contextRef="#ctx0" brushRef="#br0" timeOffset="24142">13845 4833 25830,'5'-53'448,"-2"12"-425,-16 63 55,-6 16-25,2-3 1,0 6-7,-4 13 1,0 3-846,2 0 1,3 1 780,1-3 1,10-2 160,17-5 0,12-7-197,12-12 0,8-7 64,12-5 0,3-8 9,-8-10 0,-3-9 10,-8-6 1,-8-6 42,-9-16-51,-13-3-10,-10 7 27,-23-23-28,-8 11-173,6 14 1,-3-1 178,2 5 0,-1 2-1034,-1 0 1,1 1 1039,-15-12-1,17 12 0,2 0 62,-2-7-11,-4-13-17,19 13-5,10 5-35,6 7 277,11 1-282,-2 11 3352,16-4-3358,20 10-13,-15 8 0,2 7-20,13 18 0,-3 8-642,-11-3 0,-5 6 594,-2 14 1,-10 3-340,-18-11 1,-7-2-1505,-4 2 1,-3-2 1331,-2-5 0,0-4 0,-6 10 0,9-22 0</inkml:trace>
  <inkml:trace contextRef="#ctx0" brushRef="#br0" timeOffset="25491">15347 4742 26038,'21'46'50,"-9"16"-812,-16-5 0,-4 4-4036,2-9 1,0-1 3665,-1-1 0,0-5 0,1 0 0,5-32 0</inkml:trace>
  <inkml:trace contextRef="#ctx0" brushRef="#br0" timeOffset="25967">15896 4848 24133,'-5'-56'724,"0"0"1,2 5-1,3 8-617,5 14 10,12 3-55,8 12-23,27 2-16,2 7-18,-18 8 1,-2 3-6,13 7 0,-17 7 0,-2 5-17,1 17 3,-10-11 0,-4 4-11,-14 9 0,-7 0 19,-1-12 0,-3 0-1151,-6 8 0,-3-3 1168,-9-3 90,-8-1-39,20-21 262,-9-1-212,17-14 146,0-21-45,15-14-174,-1 5-2614,19-1 2569,-8 29 1616,42 10-1608,-27 11 1,-1 2 0,1-5 0,-1 2-12,6 13 1,-7 6-48,-11 23 6,-5-7-1104,-45 0 0,-14-4-1921,16-26 1,-2-3 2695,-11 8 1,-6 2 0,9-6 0,-3-3 0,0-1 0</inkml:trace>
  <inkml:trace contextRef="#ctx0" brushRef="#br0" timeOffset="32575">2978 7197 18852,'-4'-60'1676,"-1"-1"0,1 15 1,0 6-1106,-2-7 118,-4 32-633,4 14 163,-2 61-163,9-12 0,3 4-346,-3 3 0,1 4 287,2-13 0,0 4 1,1 1-1,-1-7-487,0 3 0,-1 3 381,0-3 0,1 8 1,-1 5-1,0 0 0,-1-5-230,-1-5 0,-2-3 1,0-1-1,0 4-433,0 0 1,0 2 0,0 1 0,-1 0 0,-4-2 274,-2 5 0,-2-1 0,-3-2 0,-3-4 659,-10 2 0,-4-4 1,-1-4-23,-7 8 0,-4-11 134,-5-21 1,3-16-29,3-37-22,21-8 0,5-6-134,7 17 0,4-4 5,3-8 0,3-9 0,4-3 0,4 4-80,5 3 1,6 2-1,1 0 1,1-2-277,-2-6 1,1-2 0,1 1 0,2 3 252,10-4 1,2 3 0,0 8-10,0 6 0,-1 6-22,-3 3 0,0 1 819,-1 2 0,2-1-797,-2 0 0,3-1 0,-3 1 39,-1-1 1,-1 1-834,2-1 1,-6 2 894,-8 2 752,-14 5-668,-3 11 308,-9-3 1650,-9 28-2014,1 4 49,0 20-116,18 23-188,16-5 132,0-1 8,8-31 0,2-6 9,-5-7 151,30-2 179,-24-32-162,-1 2 201,-12-9 0,-4-5 219,-5-20-359,0-5-151,-9 18 3381,-3 26-3348,2 7-380,1 11-34,5 7 17,0 6-156,7 6-2774,8 13 12,-5-12 2350,9 17 0,-15-29 0,-1 0 0</inkml:trace>
  <inkml:trace contextRef="#ctx0" brushRef="#br0" timeOffset="32948">3944 7444 19505,'3'-6'5204,"-2"1"-3814,-1 5-1390,10-45 266,-7 53-271,9-38 151,-8 90-138,-1-22 1,-1 2-20,0 10 0,1-1 8,-1-5 0,0-5 414,2 14-367,3-41-3402,0-14 3392,3-8 234,20-39-172,-13 19-46,0 2 0,0-2 118,3-12 17,1 1-39,4-6-96,-1 10-33,-2 13-11,-2 12-6,2 10 3375,19 27-3431,-5 1-37,-12-3 1,0 1-317,10 14-515,-2-1-8407,18 1 8483,-16-17 0,-3-4 0,-25-16 0</inkml:trace>
  <inkml:trace contextRef="#ctx0" brushRef="#br0" timeOffset="33391">4888 7448 19092,'24'-34'3540,"0"0"0,-18 6-3353,10-5 1,-7 5 64,-44 30-162,3 8 44,-16 27-100,20-2-15,9-7 1,2 2-17,5 7 0,3 2-6,3-4 0,2 1 0,0-1 0,3 0-17,3-2 1,6-1-37,15-3 0,4-2 11,12 12-1701,15-18 0,2-9 1740,-4-15 23,7-8 0,0-5-232,-28 1 1,0-2 250,18-15 1,-1-6 33,-9-7 0,-5-1-48,-4 7 1,-3-3 27,-4-4 1,-2-6-1,-4-1 125,-7 5 1,-3-1-1,-1 1-43,2 2 1,-1-1 0,-2 2 52,-3-21 0,-5 10-89,-6 19-96,-2 17 0,6 17 0,0 16 0,4 18 0,4 9 0,2 8 0,2 3 0,-3 0 0,3 3 0,2-6 0,2 1 0,-1-6 0,5 18-130,-2-13 1,3 7 0,-3-8 2225,4 10-2892,-7-17 1,1 6 0,-4-8-4296,-6 8 5091,-3 9 0,-3-35 0,2-13 0</inkml:trace>
  <inkml:trace contextRef="#ctx0" brushRef="#br0" timeOffset="33700">5597 7699 18610,'-14'-37'3924,"0"0"0,1-1-3768,-2-2 1,2 3 56,7 14 5,13 4-218,14 9 12,22-2-40,0 9-2151,2 3 0,1 0 2168,3-1 356,4-1 0,0-2-334,-1-6 3,-17 2 0,-2-3 37,6-14 89,-13-6-40,-12 5 494,-8-17-348,-6 23 187,-7-19-433,0 26 3308,-3-2-3308,5 11 253,2 3-253,-5 18 0,-3 25 0,4 2 0,0 2 0,1-11 0,2 1-242,1 22 1,2 2 241,2-14 0,1-3 0,0-9 0,-1-3 0,2 30 0</inkml:trace>
  <inkml:trace contextRef="#ctx0" brushRef="#br0" timeOffset="34282">3165 6934 18078,'0'-3'6537,"0"1"-5719,0 2-689,-45-30-4274,16 32 4201,-10-8 0,-2 7 393,12 17 0,4 9-1018,-6 10 1,5 2 568,10-5 0,4-2 0,-9 14 0,24-29 0</inkml:trace>
  <inkml:trace contextRef="#ctx0" brushRef="#br0" timeOffset="35717">6316 6889 20789,'0'-4'3159,"0"1"-3310,0 3-1642,-16-16-6009,11 29-661,-12-18 7615,16 28 0,1-15 0,0-3 0</inkml:trace>
  <inkml:trace contextRef="#ctx0" brushRef="#br0" timeOffset="36084">6718 7178 25875,'-47'13'98,"1"0"1,-1 0 0,-1 6-1,2 2 1,8 3-94,11 4 1,6 3-2233,-3 3 1,5 0 2248,8 12-842,26-17 1,7-2 835,4 12-323,26-15 0,6-9 319,-2-14-85,6-8 1,0-7 139,-31 1 0,-3-4 70,11-7 1,-4-2 1099,-5-13-988,-19 7 1,-8-3-105,-9 2 1,-3 1-116,4 0 1,-3-1 1056,-16-13 1,-6 6-1071,-11 6-31,17 10 0,-1 5 351,-18 15-432,22 13-62,-5 9-1898,0 39-3132,29 1 5187,-2-22 0,2-2 0,16 7 0,-3-27 0</inkml:trace>
  <inkml:trace contextRef="#ctx0" brushRef="#br0" timeOffset="36408">7226 7253 27684,'11'-3'-6,"4"50"18,-9 13-12,1-4 0,-3 1-9,-3-22 1,-1-3-3,2 26 50,-4-15 6,13-57-17,0 2 44,27-39-19,-15 24 1,0-1-24,1 0 1,2-1 45,4-2 1,3-2 0,-2 4-41,-6 5 1,2 1 11,12-7 1,7-2-1,-4 9-34,-8 13 0,0 6-25,12-3 0,-2 7-11,0 28-76,-27-1 0,-3 7-1210,-3 10 0,-2 5 1308,-2 8 0,-2-3 0,1-16 0,-1-5 0,-5 8 0</inkml:trace>
  <inkml:trace contextRef="#ctx0" brushRef="#br0" timeOffset="37526">9897 7069 22229,'-14'-42'707,"-1"0"0,0 0 0,-3-16 0,-6 13-363,-7 30 1,-2 10-227,-6 3-2836,-10 19 0,2 10 2762,12 17-19,8-6 1,3 6 251,10 4 0,5 4-249,0 8 0,1 4-17,3-11 0,0 4 1,1 3-65,2-9 0,0 5 1,1 1-1,0-2 1,0-4-10,0 5 0,1-3 1,-1 4-174,1-3 1,0 5 0,0 3 0,-2-2 0,-1-6-588,-5 8 1,-3-6 0,0 0 484,0 0 1,0 0 0,-4-4 295,-2-6 0,-3-3 0,-2-12 461,-30-14 1046,4-49-1031,28-5 0,3-11 1,3-2-56,2-9 1,4-3 0,3-1-702,2 11 0,2-2 0,2 0 1,1 4 336,0-5 1,3 3 0,5 4-17,15-6 0,5 10 2028,4 8-2181,4 12 0,10-1 0,-5 3 74,-13 8 1,1 0-102,22-5 1,9-3 0,-9 5 17,2 2 350,-13 5 1,0-1-401,7-1 178,-19 1 0,0 1 74,13-5 413,12-14 73,-35 12 2647,9-10-2455,-9 0 144,2-3-257,-3 0 650,-3 4-959,-6 12-307,-6 8 56,-5 27-34,-2-2-11,-2 14 0,0 2-17,-2 4-213,0 7 1,1 5-3528,4-7 0,0-1 934,-1-5 0,0-1 2823,4 3 0,0-7 0,0-18 0,1-4 0</inkml:trace>
  <inkml:trace contextRef="#ctx0" brushRef="#br0" timeOffset="37708">10358 6935 25309,'-33'33'-954,"7"-3"1,29 2-1,-1-14 1</inkml:trace>
  <inkml:trace contextRef="#ctx0" brushRef="#br0" timeOffset="38175">10749 6988 19993,'2'-40'507,"-1"0"0,1-22 2044,-2 63-2512,0 18 6,4 43-29,-2-15 1,1 4 437,0 5 1,-2 4-461,-1-10 1,-1 2 0,-1-4-18,0-4 1,-3 0-1,-2 2 1,-1 2 0,0-6 33,-4 10-20,1-9 1,2-4 785,4-14-760,0-5 2426,7-27-2392,10-33-40,-3 3 67,9-19 1,2-4-49,-7 25 1,0 2-1381,5-16 0,-1 2 1395,6 1-1140,2 14 1112,-10 16-707,20-1 685,-17 20-1,20 12 0,-16 0 6,6 12 0,0 4-16,3 22 21,-9-17 1,-5 1-29,-15-1 1,-6-3-40,-8 5 1995,-25 8-2157,-2-26 321,4-10 0,-2-6-4573,-18-20-660,2-3 5136,30-23 0,20 26 0,1 1 0</inkml:trace>
  <inkml:trace contextRef="#ctx0" brushRef="#br0" timeOffset="38633">11110 7028 19085,'49'-36'1807,"-1"0"0,-2 3 1,-10 16-1000,-27 28 228,8 39-612,-9-16-91,1 21 0,0 7-246,-5-15 0,0 0-424,0 6 1,1 0 352,-3-1 1,0-2-12,-1-18 1,0-1-87,-3 8 1,0-1 69,-1-3 0,-2-1 11,-9 24 28,3-24 123,1-11-67,9-28-34,4-9 6,7-17 34,7-11 22,7-7-78,-3 7 8,-3 11 1,0-1 724,9-7-767,-4 9 0,0 2 411,5 1-411,28 2 0,-16 29 0,6 0 0,-3 30 0,-26-13 0,11 32 0,-23-10 0,-1 1 0,-14-7 0,-19-5 0,7-13 0,-13-1 0,-2-4-7,2-7-522,-9-3 0,-2-4-3857,-5-13 3707,17 5 1,3-1 0,-2-5-1,16 5 1</inkml:trace>
  <inkml:trace contextRef="#ctx0" brushRef="#br0" timeOffset="39223">12266 7408 26082,'-2'-40'557,"-1"0"1,-2-22-261,-7 66-264,2 5 29,-12 21-23,1 8-33,1 4-23,-1 16 17,17-23 0,4 0-6,0 14 14,15-13 1,9-6-31,22-17 33,-11-5 0,3-6 64,3-15 1,-1-9 151,-9-7 0,-3-4-141,-2-2 1,-5-2-28,-10-3 0,-10 0 14,-11 0 1,-6 4-74,-4-9 0,-8 14 0,-1 6 0,2 15 0,-36 1-337,20 29 23,4-6-2228,16 32 1694,42-16 0,-11-2 0,13-11 0</inkml:trace>
  <inkml:trace contextRef="#ctx0" brushRef="#br0" timeOffset="39483">13047 6801 25976,'-18'-49'636,"-1"0"1,7 11 0,-3 7-329,-22 9-129,9 30-56,-7 19-39,13 11 0,3 10-971,6 5 0,3 7 1,2 2 886,2-11 0,1 2 0,2 1 0,1 0 0,1 4 0,2 0 0,1 0 0,5-1-131,3-1 1,4 1-1,3-3 1,2-4-458,3-1 0,2-4 1,4-1-366,5 2 1,3-2 0,2-5-3964,12-3 1,-1-8 3452,-12-9 1,-3-4 0,10-1 0,-32-13 0</inkml:trace>
  <inkml:trace contextRef="#ctx0" brushRef="#br0" timeOffset="40100">13608 7454 22658,'14'-55'784,"1"0"0,-1-1 0,-2 11 0,-1 2 0,-3 7-392,-1-6-364,-7 31-5,-1 10 252,0 17-241,0 17-12,1 3-5,2 5 0,1 3-292,-2-10 1,0 0 299,2 16 1,-1 1-32,-1-11 1,0-2-9,-2-4 0,0-1 233,-2 19-191,0-25 336,0-14-296,12-52-24,-2 12-10,2-10 0,3-3 2,-3 10 0,1-2 23,6-19 0,2-3 5,1 4 1,0 0-21,-1 4 1,2 3 3,0 8 0,1 7 479,2 5-527,29 12 0,-18 22 0,14 4 0,-23 8 0,-3 4-488,9 20 314,-7-10 0,-2 0-167,7 17-1611,-3-13 0,1-2 1133,7 5 0,4 5 0,-22-32 1</inkml:trace>
  <inkml:trace contextRef="#ctx0" brushRef="#br0" timeOffset="40334">14715 6809 26687,'-18'-47'362,"1"1"0,-1 1 1,9 9-139,22 23-180,0 2 34,23 22 1,5 10-45,-1 5-293,7 10 1,0 11 263,-23-4 1,-5 4 0,-1-2-327,6 3 1,-4 3 14,-9 1 1,-3 8 0,-3 2 0,-8-7 305,-11-4 0,-7-4 0,2 0 0,9 0 0,2 0 0,-4-5 0,-15 2 0,0-1 0</inkml:trace>
  <inkml:trace contextRef="#ctx0" brushRef="#br0" timeOffset="41141">15833 6667 25612,'-22'-26'182,"-1"1"0,-32-6-143,23 47 34,-19 16-62,18 0 28,6 24-16,40-9-1,6-4 14,27-23 1,6-8-3,8-2-162,-12-3 1,0-2 166,1-2-34,-18-3 1,-10 0 112,-12 0-12,-4 0 56,-6 2-111,-5 1 50,-30 17-57,10-5-19,-16 12 1,-5 5-24,12-2 1,1 2-6,-7 3 1,2 1-1592,12-7 0,5-1 1594,6 2-16,19 2 21,26-7 23,14 0-25,-10-17 0,2-4-3,-1-4 0,-1-2 5,30 1 1,-14-1 22,-19 7 28,-16 8 67,-42 34-67,6-17 0,-2-1 1657,-2 1 0,-1 2-1691,-13 16 1,4-1-18,8 4-8,7-17 1,4 1-26,16 16-6,17-24-207,16 6-924,14-20 1165,17-13 0,-28-2 0,0-4 0</inkml:trace>
  <inkml:trace contextRef="#ctx0" brushRef="#br0" timeOffset="42540">8723 9177 25416,'-18'34'24,"0"1"0,-1 7 1,3 1-311,8-2 0,3 0-1626,0 1 1,2 0 1911,1 1 0,3-5 0,2-2 0,2-18 0</inkml:trace>
  <inkml:trace contextRef="#ctx0" brushRef="#br0" timeOffset="42875">8901 9008 24508,'-39'27'30,"0"1"0,4-11 0,12 2-47,37 31 17,13-27 11,14 0 68,8-12 262,6-21-150,-19-2 336,-4-21-225,-24 12 308,-9-17 1,-3-3-538,-1 12-57,-2-5 1,-3 3 17,-3 20-51,3 6-448,-16 19-722,11 11-169,-6 10 1356,11 19 0,7-34 0,2 10 0</inkml:trace>
  <inkml:trace contextRef="#ctx0" brushRef="#br0" timeOffset="43090">9572 9149 26838,'-17'41'96,"1"0"1,-1 0 0,-6 18 0,4 2-69,11-17 0,3 1 0,0 2-795,-1 4 1,0 1-1,0 6 671,-1-2 1,0 6 0,0 2 0,-1 0 0,1-3-272,-1-2 0,1-3 1,-1 0-1,0 4-967,-1-8 1,0 4 0,0 2 0,-1-2 0,0-3 0,0-5 1333,-3 8 0,1-6 0,-1-2 0,-5 17 0,1-10 0,2-15 0</inkml:trace>
  <inkml:trace contextRef="#ctx0" brushRef="#br0" timeOffset="43207">9005 10976 21472,'9'-51'389,"0"0"0,0 0 0,1 1 0,-1-1 0,2-4 0,1-3 0,1 2 0,0 1 0,0 5-796,5-7 0,1 5 1,3-2 448,2 0 0,4-3 0,0 0 0,-1 5-44,-3 4 0,0 4 0,5-2-723,3 7 0,7-4 0,3 1 1,-3 4-1,-5 6 725,2 0 0,-2 4 0,7-4 0,4-3 0,-11 10 0,-15 12 0</inkml:trace>
  <inkml:trace contextRef="#ctx0" brushRef="#br0" timeOffset="43640">10636 9292 16529,'-7'-48'770,"-1"1"0,1-1 1,-1-4-1,1 7 1912,-7-2-2530,7 42 1296,0 18-1403,-7 20-48,5-5 0,1 5-9,0 11 1,0 6 0,1-1-120,-1 11 0,3 2 28,3-6 1,1 2-1,4-4-432,7 4 0,6-6 329,5-5 0,7-5 206,9-5 0,1-6 0,5 4 0,1-15 0</inkml:trace>
  <inkml:trace contextRef="#ctx0" brushRef="#br0" timeOffset="44016">11345 9437 25909,'6'-44'524,"0"0"1,0-1-1,-2 20-496,-4 29 0,0 13-5,4 44 5,-1 1-17,0-17 0,-1 4-11,-1 1 0,0-2-347,-2-14 0,0-2 355,0 6 1,1-5 172,-2-9-125,2-12 6,1-9 139,23-29-145,-8 7 12,19-27 91,-9 2 1,0-2-71,-7 12 1,1-1-98,1-2 1,1-3 0,-1 5 7,11-18 0,-3 13 0,2 13 0,-11 12 0,27 7 0,1 41 0,-22-14 0,-1 2-237,0 4 0,-2 4-660,-2 8 1,-4 0-8935,3 16 8995,-9-22 0,0-1 0,-4-1 1,-5-22-1</inkml:trace>
  <inkml:trace contextRef="#ctx0" brushRef="#br0" timeOffset="44540">12593 9300 24850,'15'-40'620,"0"0"0,-1 4 0,-5 10-284,-7 19-185,-2 5-101,-1 19 51,-7 7-51,-2 11-2,-6-4 0,-4 0 8,-13 16-2174,9-12 1,0-1 2117,-7 6 882,6 4-871,19-24-5,12 4-34,22-16-146,25-8-1966,2-6 1,2-3 1607,-21 4 0,1-1 532,12-3 0,6-2 0,-12 2 0,-8 2 0,-4 1 0,0 0 0</inkml:trace>
  <inkml:trace contextRef="#ctx0" brushRef="#br0" timeOffset="44800">13372 9187 27466,'-56'2'252,"33"-2"-5879,44-2 5638,22-1 1363,-7-2-2111,19-4 1,2 0 327,1 1 409,-14 1 0,6 0 0,-12 2 0,-12 2 0,11-1 0</inkml:trace>
  <inkml:trace contextRef="#ctx0" brushRef="#br0" timeOffset="44999">13571 9408 23343,'-5'0'3535,"0"0"-2147,5 0-1511,6-13-17,12 7-633,30-15-283,-17 15 1,2 0 915,10-2 1,-1 1-1,5-2 1,-9 2 0</inkml:trace>
  <inkml:trace contextRef="#ctx0" brushRef="#br0" timeOffset="45458">14183 9312 22167,'2'-7'4369,"-1"1"-6606,7-40 1,1-10 2527,-2 15 332,0-3 0,1-9 1,-1 11-624,-2 8 886,0-6-886,-3 28 0,-2 10 0,0 11 0,-1 15 0,-1 5 0,-2 7 0,1 2 0,-2 6 0,1 8 0,0 1 0,2-6-1765,2-5 1,3 0 1764,9 10 0,-4-16 0,2-8 0</inkml:trace>
  <inkml:trace contextRef="#ctx0" brushRef="#br0" timeOffset="45716">14667 8717 25590,'-6'-57'1027,"0"0"0,-1 8 0,5 16-1027,6 30 0,4 18 0,18 37 0,-1-6 0,1 1-131,-5-8 0,0 1 131,0 2 0,2 4 0,-4-1-772,-1 17 0,-3-2 772,-1-9 0,-2 1 0,-4-5 0,-3 2 0,-5-1-715,-15 13 1,-6-4-1599,6-8 1,-3-1 2312,-4-9 0,-4 1 0,4-9 0,-5-2 0,-2-2 0</inkml:trace>
  <inkml:trace contextRef="#ctx0" brushRef="#br0" timeOffset="47725">16003 8991 19117,'-3'-3'4151,"1"0"-1862,2 3-1376,-15-45-407,10 34-500,-8-17-1,35 71-38,-5-4 87,8-2 0,6 1-147,-7-10 1,1 0 2,1 7 1,-2 0 89,11 13 493,-32-13-487,-12-26 50,-29 2 162,5-20-173,-3 2 78,15-33-95,26 5-22,10-17-60,9 21 1,7 2-294,8 5 0,3 3-154,1-1 0,1 2-580,4 7 1,0 4-250,-12 4 0,-2 1-1294,3-1 0,-2 0-451,19-2 1016,-19-1 1,-4 0 2994,-3-2 3365,15-11-1607,-30 9 4279,4-14-6105,-12 14 1729,1-16-2244,-6 20 179,0-4-257,-2 10-191,0 1-73,1 1 6,-1 7-17,1 5 33,0 14-16,0-3 0,0 3-6,0-13 28,-1 1-33,1-10 11,-1 2 184,2-4-121,-1-2-80,1-4 0,-2-5 0,1-2 0,0-3 0,1 5 0,0-2 0,0 5 0,0-2 0,-2 3 0,1 0 0,-1 2 0,2 2 0,0 0 0,-1 6 0,1-2 0,1 11 0,6 13 0,-2-10 0,8 14 0,4-17 0,-2-2 0,13-3 0,-6-7 0,8-8 0,3-8 0,-13 0-3392,2-20 3392,-16 17 0,0-19 0,-7 11 0,-4-4 0,-2 5 0,-15 9 0,-23 20 0,11 2 1696,0 12 0,4 9-1696,12 15 0,6 5 0,-1-8 0,5 1-252,5 15 0,10-3 252,7-22 0,6-5 0,4-2 0,3-3 0,4-4 0,2-5-46,24 3-1808,4-19 1,0-5 1808,-2-4 39,-12-2 1,6-4 0,-8 0-26,6-11 53,-15 4 0,3-5 1,-5 2-340,9-17 354,-16 16 1,2-6-1,-3 2 5,1-8 0,-2-3 10,-1-3 1,-1-5-1,-1 3-5,0-2 1,-4-2-39,-9-3 1,-3-6 0,-7 9-10,-7 21 0,-3 3 0,0-14 0,-3 7 317,-9 19-317,3 36 0,-2 39 0,1 0 0,12-3 0,3 11 0,2-4-560,4-2 1,2-1 559,-1-2 0,-1 2 0,2-4 0,2-5 0,2-1-477,1-5 1,1 3 0,2-3-4440,8 9 1,0-1 3647,-2 7 0,0-4 0,12-2 0,-24-48 1</inkml:trace>
  <inkml:trace contextRef="#ctx0" brushRef="#br0" timeOffset="48184">17584 9042 26413,'-1'-42'110,"0"-1"0,-3 4 0,9 8-194,49 16-50,-1 8-371,-9 1 1,3 2 380,-9 3 1,-1 1 23,18-1-12,4-1 100,-17-6 340,-5-2-132,-7-3 262,-19 2-66,-5 1-28,-6 4-67,-7 3 609,-18 12-771,4 5-102,-5 7-16,15 0-17,8 8 11,10 3-22,9-3 0,6 0 5,5-5 1,3-3 5,-2 2 0,4-4 16,18-3 1,1-8 8,-17-9 1,-1-5 41,10-2 0,-4-5 68,4-19-51,-28-13-34,-14 7-15,-4-1-59,-4 2-93,-3 7-1199,-3 9-516,6 15 303,3 8-1546,7 9 3075,5 1 0,-4-5 0,1-1 0</inkml:trace>
  <inkml:trace contextRef="#ctx0" brushRef="#br0" timeOffset="48549">18675 8831 24178,'2'-3'3282,"0"1"-2308,-2 2-940,8 22-6,-8 10-37,4 1 1,0 2 8,-3 14 8,2-10 1,2-4-3,2-7 27,11 18 6,-9-34-5,3 2 29,14-44-63,-7 0 0,1-1 0,0-3-153,-4 5 1,0-1 152,1 0 0,2 1 0,3 1 0,0 2 0,15-6 0,-4 12 0,-11 17 0,11 29 0,-4 10 0,-4 10 0,-3 3 0,-9-13 0,-2-1-18,2 11 1,-7-1 17,-14-12 0,-2-5 0,5 1 0,-16 1 0</inkml:trace>
  <inkml:trace contextRef="#ctx0" brushRef="#br0" timeOffset="50409">18830 8907 9766,'-1'-6'8614,"0"1"-1780,1 5-6117,-18-50 235,5 29-459,-8-33-415,12 45-78,7 8 17,2 1 0,2 4 22,8 7-22,11 11-12,4-3 1,4 2-12,9 7 1,3 1-544,3 2 0,1 0 549,0 2 0,-2 2-6,-5 2 1,-7 2-217,-13-5 0,-4-1 222,0-2 0,-8 0-24,-23 4 1,-10-4 7,-14-4 18,5-6 1,-1-3 20,-19-10-18,15-9 45,16-22 1,4-9 61,7-18-51,5 4 1,6-5 58,19-6 1,8 2-65,1 8 0,2 2 478,0-1 1,2 3-518,7 10 0,-2 7 484,-3 8-563,6 3 0,0 2-22,-5 7-138,26-1-327,-28 13-543,0 3-2319,-13 17-6420,-16 0 8307,-4-2 0,-4-10 0,4-10 0</inkml:trace>
  <inkml:trace contextRef="#ctx0" brushRef="#br0" timeOffset="50850">18775 8969 24256,'1'-44'687,"0"-1"0,-1 5 1,6 7-403,14 15-89,1 8-61,4 6-1,15 17-117,-8-1 30,11 18 1,2 5-45,-18-11 0,-1 1-1411,17 17 1,-1 1 1424,-4 5-9,-20-20 1,-3-1-20,-4 2 16,-10 30 29,-28-26 27,-4-11 1,-3-6 11,-17-12-11,-8-13-6,37-14 56,11-6 0,4-6-54,11-8 1,6-3-45,7-13 0,7 2-22,1 20 1,4 2 0,1 4 1108,5 0 1,1 7-1234,5 6 0,0 7-422,7 7-463,-14 3 1,1 2 1016,25 14 0,-24-10 0,-16 5 0</inkml:trace>
  <inkml:trace contextRef="#ctx0" brushRef="#br0" timeOffset="51216">19988 8878 28597,'26'0'74,"-2"32"-74,-16 4 0,-4 11 0,0-1 0,3 6 0,0-2 0,1 3 0,-1-8 0,1-10 0,0-25 0,0-21 0,4-2 0,11-21 0,7-7 0,-4 5 0,4-3 0,7-2 0,1 1-429,-3 5 1,0 4 428,-5 6 0,-2 6 0,3 10 0,-6 16 0,-5 2-15,9 14 1,2 8-430,-5 6 0,-2 1 0,1-7 0,-1-2 0,-9-1 0,0 0 0</inkml:trace>
  <inkml:trace contextRef="#ctx0" brushRef="#br0" timeOffset="52391">21154 8945 25394,'5'-52'-145,"-6"33"1,-2 30-1,-3 15 1</inkml:trace>
  <inkml:trace contextRef="#ctx0" brushRef="#br0" timeOffset="52583">21300 9576 25189,'-35'45'-197,"0"-1"1,0 1 0,1 4 0,3-9 0,-2-8 0</inkml:trace>
  <inkml:trace contextRef="#ctx0" brushRef="#br0" timeOffset="56417">7570 11950 25618,'10'21'-107,"8"22"0,-5-14 1,1 2-295,5 25 1,-1 0-288,-7-21 1,-2-1 603,-1 21 0,-6-4 67,-12-11 464,-10-1 1,-6-7 645,-14-16-231,-6-25-722,25-22-39,23-27 11,18 10 24,5 11 0,5-2-195,2 4 0,3 1-317,6-3 1,0 5 229,-11 14 0,0 5-901,28-3-2506,-18 9 0,1 1 3553,20-4 0,-26 5 0,-5 1 0,-13 1 0</inkml:trace>
  <inkml:trace contextRef="#ctx0" brushRef="#br0" timeOffset="56951">8360 11994 25424,'-12'-35'73,"8"8"-4609,22 30 4542,0-1 1426,21-1-1410,-6-12 901,4-4-873,-6-10 288,-17-3-243,-7-3 174,-12-9-191,0 17 3460,-16-1-3499,3 25-28,-11 12-5,7 6-1697,2 10 1,2 4 1696,1 8-168,0 9 0,6 6 128,12-15 1,3-2 19,-3 3 0,4-2-6,5-7 1,6-4-71,31 1 42,-16-19 1,4-2-9,23-1 0,4-6-408,-8-6 0,0-3 458,0-1 1,-2-6 24,-1-14 1,-4-8 1045,-12-1 1,-4-2-1041,3 1 0,-3-1-1148,-7-2 0,-4 3 1174,-1-11 31,-4 10 0,3-7 0,-2 4-234,-2 7 0,0-1 211,4-11 1,3-4 0,-4 6 220,2-8 802,-3 0-1082,-11 29 597,-6 17-597,-3 25 0,0 21 0,0 5 0,2-5 0,0 3 0,1-2 0,1 2-19,0 3 0,0 4 0,1-3-104,1 3 0,1 0-303,1-2 0,0 3 1,3-4-2643,4 3 1,1-2 3067,2 5 0,-1-3 0,1 1 0,-9-34 0</inkml:trace>
  <inkml:trace contextRef="#ctx0" brushRef="#br0" timeOffset="57432">9324 12144 22245,'-42'-35'468,"0"1"0,1-1 1,2 5-1,1 0 0,19 5-457,28 4-22,9 9-73,42-5 45,-26 12 0,2 1-62,23-2 0,5-1 39,-21 2 1,1 0-1,-2 0-2089,13-2 1,-3 1 2136,-8-1 0,-3-3 791,-8-5 0,-4-1-626,5-5-11,10-11 911,-35 18-737,-8 5 321,-5 4-400,-4 1 3336,-8 7-3498,1 4 84,-11 22-107,11 0-50,-2 15 34,26 7-40,9-17 17,8 1-11,-1-21-5,9-8 10,-13-3 46,28-17 33,-24-8-62,5-7 40,-9-7-12,-12 16-3263,6-25 3247,-9 24 61,3-20-78,-8 31-45,0-4-17,-2 11-515,1 2-3590,-1 0 4150,5 3 0,-3-1 0,4 2 0</inkml:trace>
  <inkml:trace contextRef="#ctx0" brushRef="#br0" timeOffset="58150">10231 11705 21814,'-9'-10'4722,"2"2"-3949,7 8 403,0 0-5400,-27-47 4241,20 37 854,-3-12-860,22 41-3,6 7 1,1 2-20,12 18-280,0 1 263,-13-18 0,0 3 1515,-2 4 0,-1 0-1515,6 21 28,-2 1 39,-25-39 17,-4-15 17,-9-11-39,4-4 10,2-9 482,4-6-503,5 2 32,5-13 1,7-4-79,10 10 0,4 2-89,0-11 0,2 2 22,2 14 1,5 6-670,18 1 0,3 4-460,-9 2 1,2 1 1052,-3-2 0,3-2 0,-5 3 359,-4 2 0,-5 0 272,9-9 555,-39 12-79,-3 0 358,-3-3-761,-1 4-505,0 1 12,1 19 0,-1 21-40,2 0-2,1 0 0,1 0 8,1-2-42,5 7 1,1 0 2,2-5 11,6 12 22,-7-33 1,-3-10 16,5-9 57,7-19-62,-1 0 55,11-28-66,-7 11 1,1 0-7,-2 7 0,1-1-275,6-11 1,0 4 274,12 1-3210,6 15 3210,-14 14-2,30 29 2,-25 10 0,-5-3 0,-2 4 0,-8 0 0,-5 1-886,0 8 1,-3 2 885,-7-3 0,-1-3 0,0 18 0,-8-21 0</inkml:trace>
  <inkml:trace contextRef="#ctx0" brushRef="#br0" timeOffset="59860">13369 11209 24883,'-43'-18'266,"0"0"1,0 1 0,-9 10 0,-1 7 0,7 8-223,6 16 1,6 10-611,2 0 0,0 4 0,6 3 567,8-1 1,5 1 0,2 0-1599,-3 13 0,3 0 1594,2 1 1,3 1-12,3 2 0,2 4-384,1-13 0,1 6 0,0 1 0,1-2 283,-1-5 0,1-2 1,0 1-1,-1 2-319,2 11 1,0 4 0,-1-1 0,1-5 169,-1-4 1,0-5 0,-1-2-283,-1 7 1,-2-4 517,-1-10 0,-4-5 247,-17 5 1311,-3-24-1222,-7-28-28,4-42-160,16 11 1,2-6 749,2-10 0,2-4-848,2 17 0,2-1 1,2-2-248,3-12 0,3-3 0,3 2 210,0 8 0,2 2 0,3 0-15,4-6 0,3-1 1,1 7 1027,3 3 0,4 6-1056,6 7 0,6 2 1,-1 5 51,5 3 0,1 4 6,5-6 0,2 3-6,-1 9 1,-5 5 39,-8 2 33,14-5 135,-27 3-146,-11 5 44,2-4 113,-11 6-67,6-4 3243,-6 4-3255,3-1 376,-6 3-191,0 1-184,-1-2 133,0-3-100,0-1 23,0-1-34,0 3-51,0 1 174,0 2-269,0 7 12,4 8 5,1 16-3398,1 0 3376,-2 8-68,-3-4 0,0 1-55,-1 4-432,3 7 0,0-1-1607,5-4 2156,8 17 0,-9-34 0,3-6 0</inkml:trace>
  <inkml:trace contextRef="#ctx0" brushRef="#br0" timeOffset="60065">13635 11243 25590,'-19'29'-999,"1"-12"0,23-6 0</inkml:trace>
  <inkml:trace contextRef="#ctx0" brushRef="#br0" timeOffset="61475">14003 11584 20394,'2'-52'1609,"0"0"1,1-1 0,-1 6-849,0 1 130,0 5-857,-3 23 37,1 15-54,0 14 41,-1 22-58,0 15 11,0-12 1,0 2-18,1 3 1,-1 4 1,1-3 0,0 3 0,-1-1-4,1 9 0,-1-1 47,1 0 1,-1-3 50,-4 9 5,2-44 118,-2-4 67,-2-40-218,4 8-18,-3-23 40,5 2-28,9 4 0,3-2-48,-1 6 1,1 1-6,3-6 0,4 3-3378,22-8 3386,-14 24-36,9 7 0,3 3 41,11 6-10,-15 3 0,-1 3 10,7 12 7,3 28-23,-16 3-1152,-10-11 0,-4 2 1107,-10 13 1090,-23-6 0,-13 0-1137,-9-10 0,-5-3-99,-2 6 1,-2-3-411,-2-10 0,4-8-3331,-3-13-5899,21-6 9255,13-5 1,14 5 0,2 2-1</inkml:trace>
  <inkml:trace contextRef="#ctx0" brushRef="#br0" timeOffset="61949">14850 11180 27169,'1'60'41,"0"1"0,0-1 1,-1-3-1,0-2 1,1-5-51,2-9 1,-1-4-1,-2 0 1,-1-2 8,-4 25-5654,-3-20 5665,-1-14 1650,-4-13-1532,7-16 836,-4-12-752,17-38-168,0 10-3,2 5 0,4-1 64,9-16-58,-7 22 0,1 1 13,17-20-10,13 11 3352,-13 21-3409,5 13 1,0 8-7,3 15 12,-7-2 0,-3 4 0,2 26-11,-11 7-6,-11-10-16,-9 10-1,-9-23-39,-15 18-39,-13-13-193,-3-11 0,-3-2-70,10-8 0,-1-3-311,-9 1 0,2-6-2445,-2-16-6700,14-9 7995,13 2 1,9 4 0,3 11 0</inkml:trace>
  <inkml:trace contextRef="#ctx0" brushRef="#br0" timeOffset="62308">15509 11290 26956,'-4'53'48,"0"0"1,1 5 0,0-4-651,2-2 588,4-17 0,7-2-20,28 4 45,6-8 6,3-10 245,-2-18-178,-13-12 129,4-8 552,-7-32-569,-23 19 0,-7-3-121,-11-7 1,-6 1-59,-3 6 1,-3 4-1664,-3 7 0,-1 5 1646,-12 3 67,3 10-196,16 4-397,-7 6-667,22 7-1271,5 8 2464,12 2 0,-4-8 0,4-3 0</inkml:trace>
  <inkml:trace contextRef="#ctx0" brushRef="#br0" timeOffset="62542">16107 11027 20917,'-3'-42'708,"-1"0"1,-19-5 1645,-12 86-2315,2 8-28,18-13 1,2 4-1,2 12 1,3 5-14,4-9 0,0 4 0,2-1-280,1 0 1,2 0 0,2 0 146,2 3 1,4-1 0,4-5-404,11-3 0,6-6-544,4-2 1,3-4 1081,6-4 0,-2-4 0,6 4 0,-4-11 0</inkml:trace>
  <inkml:trace contextRef="#ctx0" brushRef="#br0" timeOffset="63182">16588 11468 23153,'-4'-55'1323,"-1"1"1,2 5 0,-2 8-518,-2 17-554,2 15-246,-1 2 5,6 27 6,6 14-14,0-3 0,1 1 2,6 16 0,-3-13 1,1-1-11,5 8 16,3 3 6,-5-13 56,-5-15-34,-5-10 101,10-31-28,5-17-89,-6 10 0,0-4-23,7-13 0,-2 1 0,-6 16 0,0 1-111,9-18 0,3 3 111,10 3 0,2-1 0,2 25 0,-12 22 0,8 15 0,0 17 0,-15-3 0,-2 3 0,5 17 0,-12-12 0,-1 0-634,-4 13-178,-3-21 0,2 0-7349,3 26 8161,2-15 0,-3-19 0,-1-14 0</inkml:trace>
  <inkml:trace contextRef="#ctx0" brushRef="#br0" timeOffset="63400">17659 11120 27510,'7'-39'580,"0"-1"1,5-15-581,-14 65 0,0 20 0,-1 5 0,-1 4-289,1 7 1,0 2 288,3 10-1580,3-22 1,1-1 1360,4 17-705,11 2-607,1-18 1531,6 7 0,-13-23 0,-5-8 0</inkml:trace>
  <inkml:trace contextRef="#ctx0" brushRef="#br0" timeOffset="63565">17559 11451 26906,'-10'-44'179,"0"0"0,3 3 0,10 7-6102,45 10 5631,-6 9-366,-2 6 0,2 2-657,-9 3 0,1 0 1315,13-1 0,-2 0 0,6-1 0,-6 0 0</inkml:trace>
  <inkml:trace contextRef="#ctx0" brushRef="#br0" timeOffset="63766">18360 10944 28059,'14'-39'306,"0"-1"0,9-11-306,-25 62 0,-7 52 0,4-31 0,0 2-680,-2 7 1,-1 3 679,-1 15 0,2 3-1308,4-4 0,2 1 1308,1 2 0,0-4 0,2-12 0,1-7 0,5-11 0</inkml:trace>
  <inkml:trace contextRef="#ctx0" brushRef="#br0" timeOffset="64024">18676 10690 18103,'-25'-50'705,"-1"-1"1,1-2 0,3 6 2084,9 12-2790,2 0 1409,32 26-1409,14 24 0,-4 1 0,3 7-176,-3 6 0,0 6 0,-1 2 176,-4 0 0,-1 0 0,-1 3 0,4 11 0,-1 2 0,-5-2 0,-2 4 0,-5-2 0,-3-1 0,-4-2-68,-7-2 1,-4 0-467,-4-1 0,-9 0 534,-10 1 0,-8 3 0,3-7 0,10-9 0,0-3 0,-19 5 0,0-1 0</inkml:trace>
  <inkml:trace contextRef="#ctx0" brushRef="#br0" timeOffset="64566">19755 10733 24811,'0'-4'2145,"0"1"-1641,0 3-241,-2 20-179,6 34-78,-4-3-141,5 3 1,0 2-681,-3-14 0,0 0-1224,1 7 1,-1 1 2038,-1-4 0,0-6 0,-1-3 0,1-10 0</inkml:trace>
  <inkml:trace contextRef="#ctx0" brushRef="#br0" timeOffset="64750">19634 11211 21399,'-22'-37'2549,"0"1"0,4 4-2169,-6-9 1,3 1 62,15 17-191,16-4-219,5 12-11,24 7 1,8 4-43,-13 4 1,1 1-130,23 1 1,1 2-474,-15 1 1,-2 1 621,1 2 0,-3 0 0,5 0 0,-11-1 0</inkml:trace>
  <inkml:trace contextRef="#ctx0" brushRef="#br0" timeOffset="66032">15769 13383 20757,'-7'-49'1081,"0"1"0,0-1 0,-4-15 0,-6 10-615,-21 16-198,-9 19-178,7 17 50,-3 32 0,3 15-121,18-8 1,4 5-867,-5 6 0,-1 7 1,4-1 849,10-4 1,4 0 0,1 0-6,0 4 0,1 2 0,0 4-81,1-11 0,0 3 0,0 2 1,1 2-1,-1-1-192,0 3 1,-1 1-1,1 1 1,0 0-1,-1-1-393,0-2 1,0 1 0,0-1 0,-1 0 0,-1-2 374,-1 10 1,-1 0-1,-1-3 1,-3-7 97,-1-9 1,-2-6 0,-3-3 755,-9 7 1,-5-9-186,-6-19 0,-1-10-78,-13-14 74,17-36 1,8-12 120,17 24 0,5-4-379,0-21 0,3-11 0,3 8-69,4 15 0,4 1-3,2-10 1,4-5 0,4 6 882,6 4 0,5 5-957,-4 8 0,1 0 1,3 3-132,15-10 1,5 4-628,0 10 0,5 2 1,-3 3 111,-4 1 1,2 1-748,-7 6 1,5-1 0,0 0 0,-6 2 183,3-4 1,-3 2 1080,12-4 0,-4-1 261,-16 5 0,-3-1 1697,18-20 1591,-10 0-440,-16 9 0,-4-1-2131,1-4 817,-8-12-721,-11 31-673,-1-1 1061,0 9-821,0 4-397,0 9-39,2 12-17,1 18-50,3 16-102,0 11-278,-3-28 0,0 1-696,0 6 0,-2 0-851,1 15 1299,-3-20 0,-1-5 0,1-14 0,-3 5 0</inkml:trace>
  <inkml:trace contextRef="#ctx0" brushRef="#br0" timeOffset="66200">16439 13273 24323,'-48'24'-1145,"5"-20"1,52 23 0</inkml:trace>
  <inkml:trace contextRef="#ctx0" brushRef="#br0" timeOffset="66665">16593 13350 22979,'14'-60'1557,"0"0"0,-4 16 0,-1 5-1461,2-2 10,-5 49-75,0 18 0,1 11-12,2 19 1,0 4-26,0-8 1,-1 0-425,0 6 1,-3-2 432,-3-18 0,-2-2-1579,0 1 1,-2 1 1564,-2 14 0,0-1 11,-4 11 5,-6-2 35,4-51 38,1-36-11,8-4 0,3-4-39,2-3 0,3 0 289,2-3 0,6 3-278,26-8 3342,-10 20-3381,6 16 0,2 7 6,5 13 5,-8-1 0,0 6-8,-4 11 0,-4 3 8,7 8-20,-12-6 1,-5-1 3,-11-5-3393,-1 6 3381,-25 4-117,-31-5-275,12-15 0,-4-6-4212,-9-12 0,2-7 4621,11 1 0,5-4 0,-12-17 0,35 18 0</inkml:trace>
  <inkml:trace contextRef="#ctx0" brushRef="#br0" timeOffset="67166">17434 13178 27818,'31'25'555,"-3"22"-539,-23-16 1,-2 2-405,0 0 0,1 1 390,-2 9 1,1-1 2,-2-8 1,-1 1-17,-4 26 0,-1-1 16,3-27 1,-1-2 125,-4 12 1,0-7-137,0-23 136,1-5-109,0-22-10,3 1 27,9-44-17,0 23 6,8-22 31,2 15 1,3 2-60,11-14 0,-9 15 0,3 2-2987,20 0 2987,-15 22-18,10 6 1,3 5 17,9 13 0,-11-1 0,-1 5 0,3 27 0,-12 8 0,-12-7 0,-12 10 0,-10-23 0,-15 15 0,-25-9 0,12-18 0,-3-3 1687,5-2 1,-1-2-1688,-7-6 0,2-4 52,2-4-52,-25-16-74,37 7-503,-8-13 79,32 14-4521,40-18 5019,-11 15 0,2 2 0,20-12 0,-2 8 0</inkml:trace>
  <inkml:trace contextRef="#ctx0" brushRef="#br0" timeOffset="67483">18238 13395 27880,'-26'32'297,"2"21"-303,5-7 1,6 9-74,30-1 12,5-19-2794,-1-10 0,1-2 2855,12-8 1421,10-8-1381,-5-16 920,-2-7-842,-5-15-39,-19 4 145,-8-24-145,-6 23 35,-8-31-108,-4 21 0,-12-14 3392,8 20-3438,-6 0-229,16 25-1578,1-1 1853,15 13 0,-7-4 0,7 5 0</inkml:trace>
  <inkml:trace contextRef="#ctx0" brushRef="#br0" timeOffset="68067">18929 13093 27718,'-8'-42'317,"-1"-1"1,6 5 0,-5 12-318,-32 36 0,8 21 0,9-4 0,0 5-2126,3 6 0,4 1 2126,3-6 0,2 1 159,1 11 1,5 1-160,9-3 0,3-1 0,-2-6 0,2 0-127,10 7 1,6-5-1004,20-1 239,-13-17 1,3-4-1068,3-4 1,1-5-2886,1-4 1,0-4 115,21-5 5706,-15-14 0,-4-3 3160,-5-4 511,1-10 1,-1-7-3061,-13 5 1,-3 0-1079,-2 6 1,0 0-90,1-6 0,-3 4 198,-8 12-122,-3 2-432,-4 12 265,-1 9-315,-1 6 3408,-8 46-3430,5-19 2,0-1 0,0 3-14,2 6 1,1-2 27,-1 6-14,1-7 0,2-2-8,5-2 17,1-8-1,3-3 12,-1-12 0,2-16-12,-1-2-3384,21-34 3379,-12 16 0,2-4 0,2-2 0,9-9 0,-6 11 0,0 0 0,11-7 0,-9 15 0,-1 3 0,-6 9 0,20 5 0,-24 9 0,7 6 0,0 14-1071,1 6 225,1-1 846,3 3 0,-21-25 0,5 3 0</inkml:trace>
  <inkml:trace contextRef="#ctx0" brushRef="#br0" timeOffset="68366">20333 13180 28671,'8'17'0,"2"12"0,-7 1 0,-2 4-74,7 28-436,-3-6-229,-1-11-499,-13-5 930,2-18 0,-14-3 342,13-16 240,-5-1-145,11-6 62,0-10-5406,9-1 5215,0-4 0,2 8 0,-4 5 0</inkml:trace>
  <inkml:trace contextRef="#ctx0" brushRef="#br0" timeOffset="69999">17571 11236 14192,'56'-20'1633,"1"-1"1,-4 1 0,-5 2 2023,1-3-3260,-19 6 596,-30 15-909,-11 3 574,-17 7-498,-9 3 0,-5 1-82,6-2 0,-1 1 515,-8 2 0,-1 1-543,9-4 1,4 0 0,-6 1-180,-19 6 174,27-8-45,2-2-11,20-6 67,37-8-34,22-6-16,-9 1 0,3-1-350,3-2 0,2-2 338,0 1 0,0-2 12,-4 1 0,-2-1 93,-6 0 0,-4 1-83,11-7 108,-16-4 44,-33 7-140,-12 1 5,-30 6-16,4 9-6,-8 3 993,-6 5-987,-4 3-1660,20-1 1,-1 1 1648,-14 5-1,10-2-5,32-6-5,10-4 22,23 0 142,-2-1-159,28-7 0,9-3 0,-18 2 0,2-2 924,2 0 0,4-1 0,-3-1-933,1-1 1,-4-1 10,-5 2 1,-3-1 37,12-7 21,-19 6-22,-14 6 57,-12 6-74,-14 5 0,-19 6-16,-1 4 301,-3 1 1,-4 4-303,3 0 1,1 1-160,-1-1 0,1 1 159,0 2 1,4 1-11,0 6-1,8 2 6,16-9-6,27-10-8,22-14 0,8-7-6,-6 1 1,1 0-1632,12-5 1,0 0 1647,-16 2 0,-2-2 35,9-7 0,-3-1-27,2-1 1,-8 3 0,-4-1 55,-16 3-50,-8 7 17,-17-3 3288,-18 13-3316,-27 7 0,10 4 0,-2 3 6,13-4 0,-1 3-68,-5 2 1,-3 3-1,6-2 68,-14 8-1616,2 1 0,3 1 1616,14-5-23,-10 9-5,29-8 10,9-7 7,5 3-1,21-8 0,8-6 1,6-4-6,16-3 0,6-3-372,4-1 1,2-2 382,-18 0 0,0 0 0,-4 0 1431,-1-1 1,-2-1-1424,1-2 1,-5-1 24,-6-1 7,0-2-24,-47 15-16,-2 7 20,-9 2 0,-5 2 421,1 1 0,-1 1-439,-11 4 1,-3 0 2,9-1 1,-2 0 0,1 0 2,-10 4 1,2 0-7,-5 1 1,3 0-3,19-5 0,4-2-11,-7 2 11,19-6-11,16-5 22,28-1-3179,20-5 3160,-7-1 1,7-4 0,0 0 7,-5 0 0,-1-2 0,0 1-598,3-1 0,1-1 0,-5 1 603,2-4 1,-6 1 11,6-10 27,-22 4-27,-1 0 28,-33 9-39,-20 8 8,-6 4 0,-4 1-14,11 0 0,-1 1 1137,-23 4 0,-3 1-1118,10 2 1,2 0-18,3 0 1,1 0 1693,4-1 0,6-1-1696,3 2 12,23-7 38,19-2-39,22-5-8,-3-1 0,3 0-17,-3 0 0,1-1-17,3 0 0,2-1-756,14 0 0,4-1 787,4 1 0,0 0 0,-11 1 0,-2 0 0,-9 2 0,0 0 0</inkml:trace>
  <inkml:trace contextRef="#ctx0" brushRef="#br0" timeOffset="71592">20442 13356 20761,'-59'-3'1241,"0"-1"1,0 0 0,13 2-576,33 0-436,12-5-207,13 0-4,18-4 1,7-1-661,-4 3 1,2-1 648,17-4 0,3-2-5,-7 4 0,-2 1 8,-4 0 0,-3 1 534,17-6-343,-28 8-146,-32 2-40,-25 7 18,-26 5-29,20-1 1,-1 1 11,-5 2 0,1 0-12,7-1 1,0 0 30,-11 4 1,3-1-20,1 2-9,5 0 0,2 1 970,7 4-978,5 3 22,50-8-16,23-12-1,-5-4 1,3-2-471,1-4 0,-1-2 459,2 0 1,-1 1 19,-5-1 0,-3 1 14,-10 2 0,-3 1 123,6-2 12,-21 5-79,-43 5-56,-15 6-14,4-1 0,-7 1-90,-2 3 0,-5 1 0,3 0 87,-8 1 0,1 1 289,8-2 0,-2 1 0,5-1-283,6 0 0,6-1-34,-3 1 34,15-1-12,28-9 7,6 0-1,25-6-22,21-6 8,-13 0 0,3 0-488,6-2 1,3-2 482,-13 3 1,1-2 0,-3 2 15,2-1 0,-3 1 31,6-4 1,-7-2 229,-13-8-225,-9 8 7,-25-4-29,-11 17-19,-24 3 0,-7 3-489,14 2 1,-2 1 507,-24 3 1,0 1-12,21 2 0,2 2 567,3 1 0,4 1-584,-10 9 6,16-4-5,16-7-6,8-4 33,3-4-56,13 1 943,29-5-1223,-1-3-462,-1 0 0,4 0-4140,5-1 1,-1 0 3394,-11 1 1,-2 0 0,4 1 0,-8 0 0,-19 2 0</inkml:trace>
  <inkml:trace contextRef="#ctx0" brushRef="#br0" timeOffset="72024">21142 13099 26906,'-5'-45'54,"0"0"0,-2 8 0,7 5-54,25 12 0,6 7 22,14-2-19,-7 7 0,-1 3-3,5 6 11,6 16 0,-31 10-11,-3 15-5,-13-3-3393,-12 1 3409,-17-5 1,-7 0 2,-1 0 0,0 1-75,-2 1 1,0-1 65,3-2 1,8-5 5,15-10 6,5 3-17,20-15-50,18-5-85,7-6 1,2-1 2990,20-4-3007,-18 3 0,2-3-989,1-2 0,1-2 1140,7-5 0,-2 0 0,-9 6 0,-3 0 0,-6-2 0,-1 1 0</inkml:trace>
  <inkml:trace contextRef="#ctx0" brushRef="#br0" timeOffset="72257">21692 12550 23293,'-4'-6'4156,"1"2"-3887,3 4 313,0 0-392,23-1-66,19 43-531,9-6 409,-20 7 0,1 11 0,-5-3-515,-5-9 1,-2 2 489,2 10 0,1 7 1,-7-3-194,-8 1 1,-9 1-507,-5-15 1,-3 4 0,-2-1 0,-1-2-1703,0-2 1,-1-3 0,-4 0 2423,-10 13 0,-4 0 0,3-10 0,-6 0 0,-1-5 0</inkml:trace>
  <inkml:trace contextRef="#ctx0" brushRef="#br0" timeOffset="177411">4210 5720 12275,'-3'1'8055,"1"0"-12556,2-1 4859,-49 17 1343,43-13-1544,-34 13 926,74-23-1010,12-3 0,5-1-280,-18 3 0,2 0 220,7 0 0,4-2 0,-5 3 26,21-2-39,-5 2-1958,-18 3 2166,-33 3-91,-19 5 1,-47 11-51,8-3-609,5 0 1,-3 1 630,15-4 1,0-1 53,-7 3 0,-1 0 797,7-2 1,1-2-577,-16 4 1966,26-6-2302,12-4 16,19-4-27,3-1 78,50-18 2663,-4 3-2755,-9 2 0,3 0 2,-10 4 1,-3 1 17,22-6-18,-21 8 1,-2 1-29,4 2-223,8-1-936,-27 12 1182,-9 7 0,-6-3 0,-2 1 0</inkml:trace>
  <inkml:trace contextRef="#ctx0" brushRef="#br0" timeOffset="177964">5888 5739 16437,'-7'1'5725,"1"1"-4768,6-2-341,0 0-4341,-71-7 3854,50 7 104,-20-3 0,4 2-216,31 5 16,-2 1 29,15-1 16,11 0-44,4 0-29,9-2 1,3-2-6,21-1 1367,-14-1 1,0 1-1390,20-4 11,-17 3 889,-19 1-788,-29 2-79,-10 3 28,-38 6 1,11 0 88,-10 1 1,-4 0-296,17-4 0,0 1 354,-14 1 1,3 0 221,-6-2 276,30-7-668,40-15-65,21-1 1,9 1-281,-2 0 0,4 0-1008,-4 3 0,3 0 0,-1 2 1336,16 2 0,-6 3 0,-22 1 0,-2 1 0,25 0 0</inkml:trace>
  <inkml:trace contextRef="#ctx0" brushRef="#br0" timeOffset="178506">7486 5821 25478,'-37'-2'-23,"9"0"40,49 2-11,7-1-34,15 0 28,-5 1 28,-9 0-17,-13 0-6,-11 1 29,-16 3-12,-14 4 23,-8 1 0,-4 0-1674,5-1 0,0-1 1671,-2 1 0,1-1 334,-8-1-259,34-4-122,11-3-1018,29-3 1,10-2-2120,10-1 3142,1 0 0,-4 1 0,-23 2 0,0 2 0</inkml:trace>
  <inkml:trace contextRef="#ctx0" brushRef="#br0" timeOffset="179022">9001 6054 14973,'-8'0'5282,"2"0"-2568,6 0-1729,0 0-4439,-35-4 3471,30 1 908,-12-8-908,56 0-12,16-3 1,8 0-6,-4 1 0,0 1-12,4-2 1,-2 2 13,-15 4 1,-9 2-8,-17 3 10,-18 3 7,-36 8 7,-22 4 1,-12 3 19,16-4 1,-3 2-1,0-1 417,-1 0 1,-1 0 0,2-1-407,5 0 1,1-1-1,8-1 40,-17 2-74,29-6 1,29-3-22,12-3-245,30-5 1,11-2-927,-9 2 0,2-1-790,-5 1 0,4-1 0,-2 0 1966,15-1 0,-8 0 0,-7 2 0,-1 0 0</inkml:trace>
  <inkml:trace contextRef="#ctx0" brushRef="#br0" timeOffset="179529">10586 5884 17339,'-45'4'1586,"1"0"1,0 0-1,-7 1 1,7-1-557,-5-3-772,36-1-34,-4 0 141,11-2-231,3 1 56,2-3-190,5 1 6,32-9 5,-5 4 3,7 0 0,7-2-17,17 0 1,1 1 4,-19 2 1,0 1-13,4 0 1,2 0 0,-9 1 20,-7 3 12,7-1 27,-35 3-11,-41 4-3414,10-1 3392,-33 3 36,20 0 0,0 0-113,-11 2 105,5-1 0,-1 0 67,-1 2-34,0 0-44,17-4-51,16-3-28,14-1-162,21-1-1756,12 0 0,6 0-4674,15-1 6637,-12 1 0,-4 0 0,-16-1 0,-9 0 0</inkml:trace>
  <inkml:trace contextRef="#ctx0" brushRef="#br0" timeOffset="180078">12022 5728 23052,'-52'-9'647,"0"-1"1,8 1 0,7 3-457,10 8-180,18-1 17,8 2-6,28-2-4251,30-2 4229,4-2 8,-11 0 1,4 0 162,6-1 0,-1 0-174,-10 0 0,0 2 8,-5 0 1,2 0 0,-8 1-6,6 0 0,2 3-354,-54 3 354,-31 5 8,3-3 1,-3 0 5,4 0 1,-3 0 11,-5-1 0,-5 2 0,5-1-12,8-2 0,0 1 4,-9 1 1,-5 1 0,8-1 2928,-10 3-2941,-6 2 785,41-7-685,17-2 576,7-1-508,39-4-107,12-4-52,-19 1 0,5 0 0,-2-1-119,2 0 0,0-1 79,6 0 1,5 0 0,-6 3 24,-8 7 0,-4 0 0,5-5 0,-5 2 0,-4 12 0</inkml:trace>
  <inkml:trace contextRef="#ctx0" brushRef="#br0" timeOffset="182246">14133 5945 16387,'-44'3'885,"0"-1"0,0 1 0,-6 0 0,2 1-435,8 1 1,5 0-59,1 1-285,6-1 296,34-1-241,23-5 1,8-2-113,25-2-437,-20 1 0,5-1 0,-2-1 429,11-2 0,0-1-497,-8 2 1,1-1 0,-1 0 462,8-1 1,-1 0 7,-12 1 1,2 1 0,-5 0 101,17-3-31,-19 5 0,-13-1 25,-26 4-90,-60 11-16,4-2 153,-3 3 1,-1 1-146,26-4-1,0 0 33,-10 2 1,-6 2 0,3-1 20,2 0 1,0 0 21,-16 4 1,3-1 2,23-5 1,5-1 1503,-9 2-1579,22-5 72,27-3-21,23-6-1604,11-2 0,3-2 1539,-10 3 0,2-1 12,5-1 0,4-2 0,-5 2 247,-7 1 1,1 1-241,10-2 0,6-1 1,-6 2 55,12-1 79,1 2-118,-103 18-17,-3-1 1,-8 2-465,10-2 1,-2 1 0,-1 0 493,-6 1 0,0 0 1,0 0 14,1 0 0,0-1 0,3 0 1339,-14 4 1,5-3-1379,17-3 0,9-2 6,10 0-6,56-14-42,4-1 0,9-2-1005,11-2 0,7-2 0,-2 1 741,-15 3 0,-2 0 0,5 0 278,11-1 0,8-1 0,-2 2 0,-13 1 0,-15 2 0,-4 1 0,20-1 0,-1-1 0</inkml:trace>
  <inkml:trace contextRef="#ctx0" brushRef="#br0" timeOffset="183179">16191 5760 17232,'-53'6'805,"1"-1"1,-1 1 0,0-1 0,1 0 0,0 1 0,4-2 0,-4 2-600,3-2 0,-6 2 0,0-1 0,3 1 0,10-2-30,0 0 1,11 0 36,12 5-179,42-7-595,14-3 1,13-2-1,-1 0 578,-7-1 0,0-2 0,3 0 1,7 0 0,3-2 0,3 0 0,1-1-18,-7 1 0,1 0 0,1 0 0,-1-1 0,-2 1 0,-1 0 0,-2 0 0,-1 1 0,0-1 7,18-3 1,-1 0 0,-15 3 3,-17 1 374,-38 1-391,-21 7 1,-12 4 14,0-1 1,-4-1-1,-3 2-655,-10 2 0,-2 2 0,-2 0 657,11-2 0,-2 1 1,0 0-1,-1 0 19,-1 1 1,0 0 0,0 0 0,3 0-1,-4 0 0,2 0 0,0 1-7,-5 1 1,0 2-1,9-2 11,-12 5 50,6 4 1091,87-14-1122,5-7 0,9-3-18,9-2 1,8-2 0,1-1-611,-17 2 0,0-1 0,0 0 0,0 0 580,3 0 1,0-1-1,0 0 1,-1 1-8,1-2 1,0 1 0,-1 0-1,-2 0-19,2 0 1,-2 0 0,-1 0 508,0 0 1,0 1 0,-3-1-4007,18-5 0,-13 0 2947,-32 5 0,9-3 0,-43 12 1</inkml:trace>
  <inkml:trace contextRef="#ctx0" brushRef="#br0" timeOffset="190513">12313 4061 20613,'-11'-54'1021,"1"1"0,0-1 1,0 12-585,5 27-409,1 1 132,2 15-116,5 20 32,1 12-64,2 23-235,-2-9 226,-3-6 0,0 1-26,-2 16 23,-1-17 0,-1 0 17,-5 15 65,-3-17 103,-17 0-112,12-28 78,-21 3-33,10-25-18,-10-10 205,7-3-227,7 1 1,2-2 45,-5-10 38,-8-14 12,14 17-34,8 11-90,4 10-67,5 6 12,1 6 5,9 15 16,5 8-10,10 17 0,0-8 13,1-6 1,2-2-407,19 6 393,-10-10 0,2-2-6,-3-7 0,1-4 0,1-2 0,1-3-40,7-4 1,-1-4-39,16-3-177,-19-1 0,-3-4-1549,6-5 990,9-5 0,-25 9 0,-7 4 0</inkml:trace>
  <inkml:trace contextRef="#ctx0" brushRef="#br0" timeOffset="191228">13943 3714 20252,'-3'-7'3595,"0"2"-3023,3 5 699,0 0-1142,-11-18-90,12 28 17,-7 7 6,13 38-51,-4-19 0,-1 2-8,-2 0 0,-3 1 11,-3 6 0,-1-2 8,-5 14-5,1-22 0,-1-3 45,-6-3 66,-6 0 57,1-12-73,4-9 191,-11-10-3443,3-15 3224,1 1 0,3-9 128,9-3 24,5 2-164,-1 0 46,6 7-107,3 24 17,5 7-22,4 17 3397,9 7-3403,0-4 6,4 0-12,9-3 17,13-2-1707,-3-13 0,4-2 1696,-14-3 0,1-3 5,17-4 1,-1-6-168,11-12 190,-23 3 0,-1-3-6,-5-1 1,-1-3-102,-1-5 1,-3 0-1843,-2-3 1921,-25 4 0,-5 23 0,-13 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13:49:03.04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A020F0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13100 1696 24861,'-46'-25'158,"0"1"1,2 7 0,7 14-117,21 31 1,5 11-1479,-3 7 0,0 5 1442,1 9 0,2 4-20,3-17 1,2 2 0,0 1-99,1 5 0,1 0 0,0 2-426,1 2 0,1 1 1,0 0-1411,1 1 1,0 1 0,1-2 1947,2-6 0,0-3 0,0-3 0,-1 1 0,2-7 0,3 6 0</inkml:trace>
  <inkml:trace contextRef="#ctx0" brushRef="#br0" timeOffset="333">12651 3281 20050,'-22'-40'999,"-1"0"1,0 0 0,-5-17 0,7 1-779,13 10 0,6 1-564,7 2 0,5 2 374,3 2 0,5 2-37,4 1 1,4 3-26,3 0 0,4 2-395,4 0 0,2 2 286,4-1 0,2 2-14,3 1 0,1 0 28,-1 2 0,-1 0 28,-2 2 0,0 0 241,0-1 1,-2-1 226,-6 1 0,-3-1 201,-7 2 0,-3 0 141,5-15 355,-22 10-479,-5 8 676,-2 4-922,0 6-191,0 5-123,-1 6-39,-2 9 17,-1 12-23,0 16-129,1 12-3494,9 1 1,1 0-1800,1 8 5439,2-11 0,1-7 0,-4-25 0,-1-2 0</inkml:trace>
  <inkml:trace contextRef="#ctx0" brushRef="#br0" timeOffset="533">13757 1975 16272,'-22'-38'456,"1"0"1,0 0-1,-3-3 1,3 6 2013,-5-1-2650,19 32 1214,5 17-2177,2 12-2332,9 19-6047,-1-7 9522,5-1 0,-8-23 0,-1-6 0</inkml:trace>
  <inkml:trace contextRef="#ctx0" brushRef="#br0" timeOffset="983">14037 1813 22260,'0'-7'3691,"0"2"-2748,0 5-545,0 0-258,-19-12-123,12 40-1,-4 10 1,1 6-17,6 4 0,3 3-192,-1-4 1,0 1 0,0-2 193,-2 2 1,0-3-9,0-6 1,-1-1 103,2-5 1,0-3-43,1 1 16,7-20-44,2-21 28,10-25-5,1-10-21,-5 15 1,0-2-1571,1 0 0,0 0 1613,14-24 436,-4 16-487,-5 16-27,-2 13 5,1 11-6,5 11-5,14 20 0,-1 5 5,-2 5-84,-7 3 56,-16-7 6,-6 9 17,-32 7-43,1-28 1,-6-2-56,-3-2 0,-2-2-104,-4-3 0,-1-5-952,6-7 0,4-5-8666,-10-10 9127,13-2 0,23-1 0,6 10 0</inkml:trace>
  <inkml:trace contextRef="#ctx0" brushRef="#br0" timeOffset="1492">14634 1762 20338,'3'-7'3120,"0"1"-1405,-3 6-1049,0 0-476,0 88-728,4-28 569,-2-13 1,0 9 0,0-5-18,1-6 0,-1-2 8,1 15 1,-3-2-4,-2-20 1,-1-1 243,-2 1 0,-1-2-157,-9 5 879,3-16-750,2-10-84,3-17-144,5-20-7,0 2-1215,6-13 1,2-2 1214,3 3 0,-1 2 0,3 1 0,9-2 0,5 2 0,22-6 0,0 14 0,13 7 0,-8 19 0,-13 6 0,11 28 0,-24-1 0,-12 0 0,-6 2 0,-18 12 0,-10 3 0,-27-18 0,14-19 0,-2-1 1696,0 0 0,-2-2-1696,-4 0 0,-1-4-287,-18-7-676,24-13-5176,20-18 6139,22 3 0,4 2 0,0 14 0</inkml:trace>
  <inkml:trace contextRef="#ctx0" brushRef="#br0" timeOffset="1800">15289 2127 26738,'-42'43'298,"1"0"1,1 7 0,12-4-249,28-10-61,10 13 11,18-22-23,15-13 23,7-10 40,2-12-12,-14 0 151,9-20-84,-26 12 247,18-29-90,-27 15-167,0-15-85,-22 10 0,-13 4 0,-16 3 0,-9 4 0,7 8-2051,-12-3 1203,31 10 0,-4 0 0,22 6 0</inkml:trace>
  <inkml:trace contextRef="#ctx0" brushRef="#br0" timeOffset="2467">16215 1656 21819,'-7'-36'2042,"0"0"0,-8-3-1813,2 3 1,-3 6 6,-14 20-12,-7 31-115,15 1 0,0 5-943,-3 12 1,1 6 877,-2 11 1,3 5-526,9-16 1,0 3 0,3-1 472,1 4 1,1-1 0,3 1-53,1-1 0,3 0 0,3-1-284,3-4 1,3 0 0,4-3-1800,12 18 1,6-6 2142,2-10 0,1-5 0,-8-14 0,-2-4 0,8 2 0</inkml:trace>
  <inkml:trace contextRef="#ctx0" brushRef="#br0" timeOffset="4333">17005 1737 18013,'0'-5'6192,"0"1"-3469,0 4-2649,-26-29 11,1 39-17,-30-8-38,29 23 0,1 10-693,-4 5 1,0 2 636,6-6 0,2 0 16,0 1 1,3 3-298,3 9 0,6 3 259,8-2 1,6 1-26,3 6 0,9-3 3,13-9 0,6-9 42,-5-15 0,3-6 28,18-3 0,-1-6 34,-2-3-79,-13-2 0,-3-6 291,1-30-38,-17 1 44,4-23-23,-27 12 1111,-2 11-1166,-29-6-2773,-1 21 2635,7 7 1,-3 2-4,2 6 1,1 3 31,-31 7-81,10 6-46,12 9-246,16 7-890,13 4-265,14-5 1463,32 4 0,-20-20 0,16 2 0</inkml:trace>
  <inkml:trace contextRef="#ctx0" brushRef="#br0" timeOffset="4565">17641 1534 27331,'-15'32'426,"21"28"-396,19-6 1,7 5-837,-13-18 1,-1 2 0,0 1 769,2 9 1,0 1-1,-6 0-192,-5-7 0,-3-2 1,-6 1-1082,-5-1 0,-4 0 1,-4-2 837,-9 14 0,-3-6 0,5-15 0,-1-6 1,-9 6-1</inkml:trace>
  <inkml:trace contextRef="#ctx0" brushRef="#br0" timeOffset="15326">14919 3016 12782,'-5'-49'1150,"-1"1"0,1 5 0,1 5 2065,0 9-2794,1 11 1156,1 8-1611,1 7 849,1 11-799,0 3 46,6 43-45,-1 3 1360,-1-11 0,1 3-1377,-1-3 0,-2-1-3,1 1 1,-2 0 4,1-3 1,-2-1-3,1-5 0,-1-1-85,0 22 101,-1-17 24,1-16 150,0-14 112,0-9-117,0-14 529,0-14-669,0-19-3288,0 0 3271,-2 2 0,0-2-11,1 13 0,-1-1-1,-1-12 0,0 0 51,-2-17 90,3 11-62,-1 22-56,2 9-95,-1 17 73,2 31 5,0 24-22,0 4-3,2-16 1,0-1 3373,5 12-3376,5 9-1,3-13 62,-1-15 17,-2-15 78,-4-11-28,-4-17-45,-2-12 46,-1-34-85,-2 13-14,-1 9 0,0-1-2,-2-9-12,0-4 34,2 15-6,1 14-95,-1 12 28,1 5-11,-1 9 16,1 11-386,0 20-2710,-2 20 3119,1 4 0,0-20 0,1-15 0</inkml:trace>
  <inkml:trace contextRef="#ctx0" brushRef="#br0" timeOffset="21702">11174 3634 8287,'-10'2'4022,"2"-1"-3557,8-1 1473,0 0-1417,21 1-34,12-1-22,29 0-527,-23-1 0,2-1 244,5 0 0,2 0-653,6-1 1,2-1 612,5 0 0,1 0-492,-17 1 0,1-1 0,1 0 437,5 1 0,0-1 1,2 0-33,4 0 0,0 0 0,4 0-15,-1 0 0,3 1 0,0 0 0,-4 0-531,0 0 1,-4 0 0,4 0 510,-10 1 1,3 1-1,2-1 1,-2 0 0,-3 1 13,10 0 0,-3 0 0,1 0-25,-4 1 0,3-1 0,0 1 0,-1-1-16,-2 1 1,1 0 0,-1 0-1,1 0 6,-2 0 0,0 0 0,0-1 1,-1 1-8,1 0 0,-1 0 0,-1 0 0,1 0 0,-1 0 1,-1 0-1,1 0 1,-1 0-1,-1 0 0,0 0 1,0 0-1,0 0-6,15-1 1,0 1-1,-1 0-2,-2 0 1,0-1 0,2 1 3,-8-1 1,1 0 0,0 0 0,-4 0 12,-2 0 1,-4 0 0,3 0 1,-2 0 0,4 0 0,-2-1 0,-3 1-196,11-1 0,-2 1 197,-10 0 0,1 0 0,-1-1-4,17 1 0,-3-1 75,-5 2 1,-1-1-82,-5 0 1,0-1 285,-3 1 0,-1 0-286,-1 0 1,-1 0 10,0 0 1,-1 0-12,0 1 1,-1-1-6,0 0 0,0 1-15,6-2 1,-1 1 8,17 0 650,-21-1 0,-1 2-656,9-1 6,12 0 1005,-3 1-1008,-24 0 1,-2-1-14,14 1 66,-13 0 0,-1-1-96,15 1 12,10 0 48,-25 1 0,2 0 19,-2 0 1,0-1 904,32 2-905,-15-1 9,-17-3 0,0-1-130,17-2 97,-5 0 0,1-1 175,-10 1 0,-2 1-172,0-1 0,-1 1-11,24-4 490,-16 3-510,-9 2 0,1 0-3362,14 0 3320,0 2-6,-21 0-152,-1 0 68,-1 0-947,13-1-543,-1-2 437,1 0 3437,-4-2-3140,-7 2 420,-1-2 492,-10 1-329,0 1-494,-8 2 835,7 0 0,-8 1 0,3 1 0</inkml:trace>
  <inkml:trace contextRef="#ctx0" brushRef="#br0" timeOffset="24058">17827 3434 15468,'-56'-4'1284,"0"1"1,10 0 0,5 0-316,1 3 190,15 0-745,6 0-207,7 0 80,19 0 66,11 1-202,6 0-3,10 1 1,3-1-82,-2-1 0,2 1-564,22-1 1,4 0 522,-20 0 0,2-1 1,0-1-458,7 1 1,1-1 0,1-1 441,5 0 0,1-1 1,0 0-3,2-1 0,0 0 1,-1 0-1,-2-1 0,0 0 1,-1 0 20,1-1 0,1-1 0,-5 1-5,0 0 0,-3-1 31,8-1 0,-7 0 6,-11 3 61,-7 1 0,-1 0 67,5 0-44,12-1-68,-18 4 862,-5 1-1439,-7 4 877,-6 4 0,-7-3 0,-4 2 0</inkml:trace>
  <inkml:trace contextRef="#ctx0" brushRef="#br0" timeOffset="32475">11098 3868 25079,'-19'-48'651,"4"10"-612,17 44 22,5 10 12,4 15 0,4 13-11,-2 10 5,-5 3 17,-5-2 22,-8-10 6,-2-11 112,-1-14 168,4-11-89,2-14-152,2-14-39,3-15-6,1-17-61,-1 19 0,1-1-177,-1-3 0,-1 0 177,1-1 0,-2 0-1,1 4 1,-1 1 62,0-18-23,0 17-39,-1 16-40,0 10-16,-1 13 22,0 13-5,-1 17-6,0 14 0,1 10 58,1 3-52,4-4 0,0-8 10,1-13 12,-2-14-28,-2-11-22,0-8-51,-1-4-3394,0-1-6364,0-4 8108,0 2 1,0-3-1,0 4 1</inkml:trace>
  <inkml:trace contextRef="#ctx0" brushRef="#br0" timeOffset="33342">10975 4726 17315,'-2'-41'800,"1"0"1,0 3 0,-1 10 2116,-2 19-2765,-7 14-102,-6 13-5,-6 23-28,3 2-1,7-8 1,1 2 341,1 0 0,0 2-370,0 4 1,-1 3 0,0 0-561,-2 15 1,-1 0 464,1 0 1,-1 0-509,4-16 1,-1 1 0,-1-3-1082,-2 1 1,-2-1 1202,0 9 1,-4 0-4,-12-2 0,-3-9 1516,-10-12-609,15-11 1,3-8 123,2-25 227,20-27-101,17-4-449,-1 14 1,2-1-95,15-22 77,-4 21 1,5-2 0,-2 4-196,16-15-36,-8 14 1,6-5-1,-2 6-56,-4 9 0,-1 3 44,7-6 0,0 1-30,0 3 0,-1 1 1329,-4 2 0,-2 2-1223,22-14 136,-25 15 1,-5 0 59,-6 2 420,-3-5-11,-10 6 0,-3 0-95,-3 3 928,0 3-1012,0 0 244,0 5-547,-1 3-134,-3 10-6,-2 11-16,0 4-34,-2 20-79,3 1-313,1 15-1095,5-22 1,1-2-799,3 14 2324,7 6 0,-7-43 0,1-2 0</inkml:trace>
  <inkml:trace contextRef="#ctx0" brushRef="#br0" timeOffset="33541">11441 4701 18092,'-41'-41'-8956,"12"17"9588,34 68 1,0-18 0,-1-11 0</inkml:trace>
  <inkml:trace contextRef="#ctx0" brushRef="#br0" timeOffset="34007">11713 4625 28115,'-6'-34'73,"12"47"-70,1 15 0,1 7-1,1 4 1,-2 3-780,-2 18 0,-5 0 752,-3-17 0,-3 0 11,-1 20 0,-2-2 22,0-26 1,1-4 7,-6 15 523,6-31-472,5-14 237,1-10-254,1-14-22,2-2 73,10-35-28,4 14-23,-4 12 1,1 1-28,7-7 762,10-2-785,-7 21 0,14-1 0,-2 17 0,6 14 0,-7 2 0,15 27 0,-17-5-18,-10-9 1,-3 3-95,-3 29 84,-13-18-50,-25 16-107,-15-24 3,10-11 0,-2-2-194,-1-3 1,-2-3-445,0-2 0,2-3-839,-15-1 1659,2-19 0,30 9 0,-2-9 0</inkml:trace>
  <inkml:trace contextRef="#ctx0" brushRef="#br0" timeOffset="34476">12217 4604 19960,'1'-3'5231,"1"0"-3180,-2 3-1799,9 45-4302,1 14 4066,-3-24 1,1 3 5,4 13 1,-1 1-24,-3-13 0,-1 0 1,2 7 0,-2 0-42,-3-5 0,-2-4 42,-8 10 11,0-18 56,-3-9 3005,4-16-3021,1-3 1303,3-24-1259,4-7 113,6-23-112,11-1-18,1 18 0,4 2-22,14-14-36,-12 22 0,1 4-9,2 8 7,14 7-25,-15 15-10,16 9-5,-11 16 5,-4 10 6,-10 7 0,-10 3 22,-17-1-22,-13-4-1,-15-4-55,-10-10-28,6-12-342,-20-9-218,23-19-879,-10-10-2427,26-15 3961,10 0 0,8 10 0,2 9 0</inkml:trace>
  <inkml:trace contextRef="#ctx0" brushRef="#br0" timeOffset="34815">12907 4883 27202,'-22'56'69,"0"0"0,3-13 1,5-4-65,16 12-5,12-24-17,15 3-11,12-11 28,8-9 28,-10-9 40,11-17 49,-20-4 51,8-15 23,-18-2 21,-8-6-38,-11-1-56,-13 2-85,-3 12 12,-33 0-34,6 17-218,-19-1-807,17 16-6888,12 8 7054,11 4 0,11-3 0,5-5 0</inkml:trace>
  <inkml:trace contextRef="#ctx0" brushRef="#br0" timeOffset="35316">13543 4648 22263,'-1'-6'4682,"1"2"-3926,0 4-661,-17-26 17,1 43-42,-8 9 0,1 7-59,9 9 0,4 6-395,0-4 1,1 3 0,5-2 329,7 6 1,10-3-2712,10-8 0,8 0 0,-1-3 2262,2 1 0,2-4 1,8 1-1,-3-6 1,-11-13-1</inkml:trace>
  <inkml:trace contextRef="#ctx0" brushRef="#br0" timeOffset="36059">14282 4812 26788,'-10'-41'409,"-8"8"-320,-3 32-27,-10 1 28,-7 1-46,8 0 40,-6 0-11,8 1 50,-7 2-78,12 0-34,5 0 1,11 1 4,4 1-4,2 4 4,1 6-4,4 5-7,4 14 12,3-1-11,3 13 10,-5-14 7,-3 5-23,-3-20 33,-3 2-10,0-15 122,0 1-61,1-5 349,0-1-433,2-6 0,0 1 0,4-9 0,18-10 0,-8 6 0,22-9 0,-12 16 0,0 3 0,10 9 0,-16 4 0,18 15 0,-9 16 0,-7-5 0,-11 1 0,-5 1 0,-6-3-108,-11 27-379,-20-13-123,-6-2-572,-15-4-1507,7-22-7142,4-12 7901,15-7 0,10-2 0,11 2 0</inkml:trace>
  <inkml:trace contextRef="#ctx0" brushRef="#br0" timeOffset="36299">14434 4520 28671,'38'13'0,"1"0"0,-7-5 0,-3 7 0,-4 24 0,-4 13 0,-3-4-847,0-8 0,-2 0 847,4 10 0,1 6 0,-3 0-431,-9-10 0,-2-1 0,-3 0 147,-1 1 1,-3 0-1,-3 0-678,-5 5 1,-4 0-1,-4-6 629,-11 4 1,-4-7 0,9-14-1,1-5 1,-9 4 0</inkml:trace>
  <inkml:trace contextRef="#ctx0" brushRef="#br0" timeOffset="38552">15874 4865 25550,'-5'-42'500,"0"0"1,1 1-1,-2 16-461,0 28 6,3 16-22,1 4-12,2 10 0,0 4-45,3 25-311,0-14 0,0-1 60,4 16-1958,0-18 0,2-2 2243,1 5 0,3 4 0,-9-33 0</inkml:trace>
  <inkml:trace contextRef="#ctx0" brushRef="#br0" timeOffset="38833">15625 5090 20273,'-5'-3'4392,"0"0"-2460,5 3-1787,71-49-10,-17 36-334,-17-2 1,4-5-1,-1 6 244,2 12 0,-1 4 2,0-2 1,-1 0-4,-3-1 1,-2 0 425,27-2-263,-15-3-17,-11-2 185,-14 3-269,-2-2-179,-14 6-688,1-2 941,-16 9 0,6-5 1,-6 4-1</inkml:trace>
  <inkml:trace contextRef="#ctx0" brushRef="#br0" timeOffset="62424">10964 6062 13849,'-1'-3'8794,"0"0"-6464,1 3-1814,-6-63-348,5 45-93,-2-19 1,1 9-14,5 30 22,0 10 16,2 16-21,0 20-1747,-2-9 0,-2 2 1676,1-4 1,-2 0-1,0-1 0,-1 0-1131,0-1 0,-1-4 1123,1-3 17,-2 11 157,2-23 95,0-11-174,1-2 2263,0-19-2280,0-10 1,-1-16-12,-2-15-23,0 15 1,-1-1-11,-1-17 5,1 20 0,0 1 141,2 2-119,-1 8 3376,0 10-3443,2 23 6,-1 3-5,1 20 5,0 11 17,0 21-17,2-24 0,0 2-234,1 7 1,1 0 233,-1-7 0,1-2 11,4 26 0,-4-24-11,-1-21-3147,0-3 3191,-1-12 24,1-14-24,-2-14 313,1-15-312,-3-14-23,1 23 1,0-2-71,-1 0 0,1-1 104,-1-2 0,1 2-17,0-10 3340,1 9-3273,0 27-78,-1 7-22,-1 8-1,0 15-10,0 2 159,2 20-787,-1 21-173,1-11 731,3-6 1,0-4-1,-2-17 1,5 12 0</inkml:trace>
  <inkml:trace contextRef="#ctx0" brushRef="#br0" timeOffset="64599">8052 6720 12735,'-53'2'1545,"-1"0"1,4 0 0,14-2-879,32-2-533,5-2 521,27-6-10,17-1-323,-6 2 0,6-1-764,-2 2 0,4-1 0,2 1 572,8-2 1,3 0 0,3 0-60,-11 2 1,4 0 0,1 0 0,-1 0-1,-1 0-31,3 0 1,-2 1 0,0-1 0,1 1-410,-6 1 1,1 0 0,1 0-1,-1 1 1,-4 0 398,16-1 0,-4 1 0,0 0 1,2 0 1,1 1 0,0 0-341,-16 1 1,1 0 0,0 0 0,0 0 317,0 0 1,-1 0 0,1 0 0,0 0-1,15-1 1,0 0-1,-1 0-5,-1 0 0,0 0 0,-1 0 9,-2 0 0,-1 0 0,0-1-2,-3 1 0,-1 0 0,0 0-2,-4 1 1,-1-1-1,0 0-203,-4 0 0,-1 1 0,0-1 191,16 0 1,-2 0 16,-4 0 0,-1 0 0,-3 2 0,-1 0-3,-2 0 0,0 0 391,-4 1 0,3 0-394,11 1 0,-1-1 3,-15 1 1,-2 0 1004,10 0 0,-4 0-1005,-1 0 28,14 1 12,-14 2-32,-11-2 1,1 2-20,26 0 1706,3 0-1704,-30-2 1,0 0 1212,31 0-1204,-1 0-11,-4 0-6,-15 0 23,13 0 0,-20-1-11,14 0-18,-8 0 18,5 0-3333,8-1 3293,7-2 17,-29 1 1,1 0-40,0 0 0,0-1 56,-1 1 0,0 0 5,27-2 12,-6 1-6,-7-1-11,-5 0-5,0 0-1,3-1 6,4 2-2097,1-1 2102,1 1-44,-5 1 50,-3 0 2216,-5 2-2216,-3-1 91,-4 1-74,0-1 3358,2 0-3358,5-1 209,22-2-187,-22 1 56,-3 0 1,0-1 162,7-1-157,-1 0 106,-3 1 17,-20 2 51,3 0-1,-4 0-33,1 0-61,1 0-57,3-2-44,4 1-12,1-1-22,-1 1-22,-3 1 22,1-1-50,-8 2 22,5-1-11,-7 2 11,3-2 17,-2 0-12,-3 0 1,-2 0-45,-4 0-90,-2 2-1283,-3-2 1384,-5 1 0,3 0 0,-2 0 0</inkml:trace>
  <inkml:trace contextRef="#ctx0" brushRef="#br0" timeOffset="66423">7906 6840 15905,'-8'-7'6218,"1"2"-4914,7 5 730,0 0-1597,-14-28-275,10 21-100,-11-21-34,15 33 11,0 7-6,3 12-5,0 12 6,0 9-23,-1 5 0,-2 0 23,0-4-12,0-10 29,0-11 111,0-12 12,0-7 391,-1-8-374,-1-9-62,-2-13-40,-3-14-5,0-14-22,-1-7 11,2 0 22,1 10 6,2 14-57,1 18-44,1 12 17,0 16-22,3 13-12,1 15 11,2 13 1,2 5 10,-2 0 6,1-6-5,-2-12 16,-2-14 34,0-12 118,-2-13-135,-2-23 12,0-11 5,-1-23 0,3-4-27,6 1-29,3 13 0,1 15 0,-1 17 0,-3 14 0,0 17-3416,0 35 3119,-1-6-2125,-3-1 0,-1 1 1854,-3 12 1,1-8 0,-1-22 0</inkml:trace>
  <inkml:trace contextRef="#ctx0" brushRef="#br0" timeOffset="79883">7360 7812 24066,'-15'-39'750,"0"0"1,-12-15-633,7 78-68,3 7-14,4 2 1,1 5-650,0 1 0,2 4 588,-2 14 1,1 9 0,0-5-1817,0-1 1,0 1 1544,3-12 0,0 5 1,0-1-1,1-8-365,1-3 1,-1-1-2617,-4 14 0,-2 7 0,-1-6-261,-2-8 1,-1-3 4349,0 15 0,-4-6 3397,-4-27 1,1-9-2586,1-12 757,-19-12-476,21-19-980,2-23-491,20 8 0,4-1 2216,7-19-2536,5 17 1,4 2 20,16-5-113,-12 21 1,1 0 350,0 4 1,2 1-433,8-1 0,2 1-171,4-1 1,-2 1-22,-4 2 0,-2 1 172,-2 2 1,-2-1-101,12-11 232,-13 4 0,-2-1 93,13-10 83,-14 7 1,-5 2 101,-10 8 593,2-8 858,-8 12-494,-2-3-728,-2 7-352,-2 4 386,-1 3-477,0 2-89,-2 5-22,-1 8 5,-2 14-61,2 12-541,2-1 0,2 2-2484,0 20-1841,2-20 1,0-3 3662,-1-3 0,2-14 0,-2-15 0</inkml:trace>
  <inkml:trace contextRef="#ctx0" brushRef="#br0" timeOffset="80067">7879 7748 25741,'-32'-18'-608,"13"20"0,24 10 0,3 8 1</inkml:trace>
  <inkml:trace contextRef="#ctx0" brushRef="#br0" timeOffset="80567">8138 7802 28160,'-20'-30'39,"6"25"-45,15 31 1,5 14-1,1 20-699,-3-6 0,0-1 694,-4 6-256,-3-17 1,-3 5 0,-1-5 266,0-8 0,-3-3 3,-3 13 0,-1-4 504,-2-2-468,7-19 6,6-27-39,3-3 687,8-40-654,3 6 6,5-9-1187,-1 18 1,-1 4 1164,-1 4 21,10-16-38,-15 37-12,2 1 1,-1 5 10,8 4 1,12 10-17,3 6-6,12 10-39,-8 2-62,-6 2-16,-13 12 95,-14-15-34,-23 15-67,-17-17 17,-3-1-255,2-11 0,0-2-25,-2-3-849,0-3 0,3-5-8579,11-13 9091,-3 0 1,24-2 0,5 8 0</inkml:trace>
  <inkml:trace contextRef="#ctx0" brushRef="#br0" timeOffset="81025">8650 7696 22361,'7'-7'3887,"-2"1"-3556,-5 6 470,0 0-622,-19 74-106,14-21-60,0-12 0,-1 7 0,3-4 19,4-5 0,2 0-18,-2 24 0,0-2-9,-2-28 1,0-2 0,-1 9 0,-2-4-18,-3-6 102,4-20 72,1-1-74,13-35-15,4-5-8,-1 3 0,0-2-4,9-13 65,-4 12 0,0 1-85,6-5-41,11-9 0,-10 23 0,-1 12 0,1 9 0,-1 13 0,-1 11 0,7 29 0,-12-8 0,-7-14 0,-5 0 0,-11 12 0,-4-11 0,-35 10 0,-3-18-219,10-9 0,-2-2-159,2-5 0,-1-5-1154,-1-3 0,1-3 1532,-23-8 0,23 1 0,18 0 0</inkml:trace>
  <inkml:trace contextRef="#ctx0" brushRef="#br0" timeOffset="82218">9374 8036 19378,'0'-5'4693,"0"1"-3830,0 4-740,-32 17-78,17 2-3,-9 10 0,-1 7-23,15 3 1,4 0-6,-2-1 0,2 0-17,5-1 0,6-5 26,14-3 55,10-14 7,7-10 217,10-22-162,-13 1 219,5-22 44,-21 2-84,-3-14-61,-12-7-51,-11-1-93,-2 27 1,-2 1-53,-8-8 0,-10 2-3432,10 25 3370,-4 3-50,-4 11-130,6 8-27,4 4-846,7 9-4884,16 9 5937,3-4 0,3-2 0,-2-17 0</inkml:trace>
  <inkml:trace contextRef="#ctx0" brushRef="#br0" timeOffset="82435">9842 7731 25359,'-13'-47'780,"1"1"1,3 4 0,-1 12-613,-2 26-123,0 21-2135,-1 13 1,0 4 2089,-6 23-17,7-2 0,0 13 1,3-6-156,3-4 0,3 0-187,0-12 1,1 4-1,2 0 1,1-5-2454,7 16 0,3-5 2812,3-10 0,0-4 0,6 8 0,-5-27 0</inkml:trace>
  <inkml:trace contextRef="#ctx0" brushRef="#br0" timeOffset="82833">10331 7946 21192,'-3'-8'5036,"2"2"-4190,1 6-29,0 0-800,-49-19-17,32 29 6,-40 6-18,49 39 12,3-14 0,4 2-39,12 0 0,3-1 22,3 18 3,4-32 0,4-8-3383,14-17 3413,1-12-32,-2-8 111,-2-28 56,-14 8-39,4-6 151,-9 5-21,-8 11-242,0 6 0,-5 14 3376,-5 13-3376,-3 22-3342,-4 19 3342,2-6-7,1-3 1,3 1-1357,8 7-322,1 10 1685,15-4 0,-13-33 0,5 5 0</inkml:trace>
  <inkml:trace contextRef="#ctx0" brushRef="#br0" timeOffset="83050">10805 7739 28671,'-7'-23'0,"16"63"0,1 1 0,2 7-226,0-4 1,-1 3 0,-4 6-224,-6-6 1,-4 5 0,-2 2 0,-1-2 0,1-4 21,-2 5 0,-1-3 0,-1 0 0,1 0 0,-2 3 0,0-4 0,-1-10 0,-13 6 1</inkml:trace>
  <inkml:trace contextRef="#ctx0" brushRef="#br0" timeOffset="88798">12272 8059 22066,'-6'-40'2355,"1"0"1,-2 2-2186,2-1 1,-1 4 255,1 20-196,3 19-191,1 3 0,0 11 28,1 30-56,0-13-5,1 1 0,-1 2-79,1 18-655,1-11 0,0 2-1507,-1-7 0,1 0 1556,0 2 1,-1-4-1,1 2 1,-2-20 0</inkml:trace>
  <inkml:trace contextRef="#ctx0" brushRef="#br0" timeOffset="89048">12007 8252 27068,'12'-35'84,"0"0"0,30-1 0,8 11-281,-12 20 1,3 4 197,10-2 1,6 0 0,-6 0 79,-13 1 1,-3 0-68,22-1 0,-2-1-78,-21 1 0,-4 0 81,28-4-17,-30 3-50,-10-1-2240,-8 4-4364,-4-1 6654,-2 1 0,-3 1 0,-1 0 0</inkml:trace>
  <inkml:trace contextRef="#ctx0" brushRef="#br0" timeOffset="93066">7914 9040 18207,'0'-7'6912,"0"2"-5915,0 5-297,-16-60-437,11 44 101,-11-45-302,16 60-79,0 1-17,0 3 34,0 7 51,4 19-40,0 9 6,2 19-17,-3-15 22,-2 17-16,-1-13-15,-1-14 1,0 0-3,1 12 0,-2-10 83,2-21 40,0-10 208,3-14-287,0-1 79,5-37-22,-5 1-45,2-10-1702,-5 15 0,-2 3 1691,-1-2-1,0 5 1,0 1 145,-4-1-172,1 8-7,2 10 0,1 17 0,2 12 0,-1 27 0,1-3 0,-1 10 0,0 4 1696,1-16 0,0 0-1696,-1 14 0,-1-1 0,2 10 0,0-3 0,1-32 0,0 1 0,3-29 0,1-3 0,1-12 0,1-10 0,2-21 0,-1-2 0,0-6 0,-4 29 0,-2 8 0,0 18 0,-1 2 0,-6 30 0,3-7-499,-1 12 0,2 3-1635,4 0 2134,5 26 0,-2-40 0,1-1 0</inkml:trace>
  <inkml:trace contextRef="#ctx0" brushRef="#br0" timeOffset="94557">6148 9636 18857,'-42'3'1241,"0"-1"1,3 1 0,11-2-626,24-1-67,3 0-471,6-3-39,9-2-5,18-4 5,1 1-6,8 0 1,3 1-548,-6 2 0,2-1 556,20-2 0,4 0-666,-3 1 0,0 1 654,-15 1 0,1 1 0,0-1-6,5 0 0,0-1 1,1 1-7,3 0 1,1 0 0,0 0-10,1-1 0,0 1 1,-1 0-9,0 0 1,-1 0 0,0 0 5,-4 1 1,-1-1 0,0 1-7,-3 0 1,-1-1 0,0 1 2,-4 1 0,0-1 0,0 1-301,19-2 0,0 0 297,-2 2 0,0 0 5,-2 1 1,-1 0-9,-13 2 0,0-1 17,13 0 0,-1 1-3,-20 0 1,-1-1-7,14 1 1,0-1-166,-13 1 0,-1 0 160,0 0 0,0 0 5,0 0 1,-1 0-6,22 0 14,-16 0 0,1 0-2,18 0-890,-15 0 0,1 0 884,-8 0 0,1 0 8,1 0 0,1 0 211,1 0 1,-1 0-223,1 0 0,0-1 64,0 1 0,-1-1-67,22-1 3,-16 0 0,1-1-6,-13 0 0,1 0 14,14-1 1,2-1-10,-9 1 1,-1-1 2,0 1 1,0 0 8,-1-1 0,0 1-17,0 0 1,-1-1-4,1 2 1,0 0 5,0 0 0,0 0-3,1 1 0,-1 1 6,1 0 0,-1 0-3,1 0 0,1-1 14,-1 1 0,-1-1 0,1 0 0,-1 0-14,-1-1 0,-1 0 16,-1 0 1,-1-2-3,-1 1 0,0 0 76,-1-1 0,1-1-76,0 0 0,0 1-3,1-1 0,0 0 0,0 1 1,0-1 7,-2 1 1,0 0 25,28-4 11,-8 1 2894,-8 2-2877,-10 1 735,-10 2-684,-10 1 588,-7 1-633,-7 1 138,-1 0-217,2 0-173,2 0-4292,3 0 3617,-1 0 0,-2 0 0,-4 0 0</inkml:trace>
  <inkml:trace contextRef="#ctx0" brushRef="#br0" timeOffset="95864">5956 9887 21220,'-8'-46'1366,"1"-1"1,1 6 0,0 8-756,1 20-348,3 7-162,1 3-140,1 3 17,0 7 44,2 7 0,3 14-5,0 13-17,1 10 11,-3 4 45,-3-1-56,0-8 0,0-11 62,0-14 235,0-11 196,0-9-253,1-11-178,0-14 22,-1-14-11,1-15-12,-1-7-220,0-2 237,0 8-28,0 17 113,0 10-118,0 18-107,0 1-16,0 20 94,1 0 7,4 25-23,3 3-17,3 13 0,2 0 17,-2-6 11,-1-8 216,-2-13-176,-4-11 100,-1-10 62,-2-9-3482,-5-20 3280,-1 1-28,-8-32 40,3 5-6,-1-10-1,6 8 53,3 17-69,2 14 0,0 13 3392,0 8-3399,0 9-32,6 25-303,2 11-546,0-10 1,1 0-2167,7 20 3054,-5-21 0,-1-5 0,-1-4 0,1 0 0</inkml:trace>
  <inkml:trace contextRef="#ctx0" brushRef="#br0" timeOffset="97241">5913 10875 12191,'0'-7'7971,"0"2"-5226,0 5-2124,-13-60 382,3 37-662,1-11 1,-3 3 78,-7 24-347,0 13-3381,-5 16 3342,5 6-211,-6 27 179,14-11 1,3 4-9,-1 6 1,1 2-413,2 1 0,1 2 364,4-7 0,1 4 0,1-2-264,1-6 1,1-1-1,-1 2-787,0 7 1,-1 2-1,0-2 722,1-6 1,-1-2-1,-2-3 245,-5 5 1,-5-6 2293,-12 9-1865,-16-25 39,10-32-67,-6-25-84,13-16-45,13 3 1,3-4 147,7 5 0,3-1-254,7-8 0,3 3-23,-1 17 1,4 3-9,15-9 1,1 4-10,6 1-5,8-3 1,2 0-1,-4 5 17,4-4 0,0-1 28,-9 3 5,-4 2 1,-2-3 181,-12 7 1,-3 0 53,13-16 3936,-1-14-3650,-23 32-308,0-4 218,-6 14-34,-2 8-330,0 2-79,-1 12 577,-2 8-610,-1 6 6,-3 38-466,4-4-336,3-19 1,0 0-2857,6 24-1932,1-25 5595,3-5 0,-6-21 0,-1-2 0</inkml:trace>
  <inkml:trace contextRef="#ctx0" brushRef="#br0" timeOffset="97424">6445 10711 26357,'-28'-23'-1619,"1"0"0,-16 9 1619,51 53 0,-5-5 0,5-8 0</inkml:trace>
  <inkml:trace contextRef="#ctx0" brushRef="#br0" timeOffset="97874">6643 10652 23500,'0'-6'3193,"0"1"-2768,0 5-391,-7-9-17,12 35-12,-2 10-16,10 23-23,-5-3 1,-3 3-398,-4-14 0,-2-1 431,-1-2 0,0 3 0,-1-3 2,-4 8 1,-2-5-9,0-5 1,0-3 0,-3 9 77,3-14 52,7-24 284,1-10-307,6-19 0,4-19-45,2 0 42,-1 3 0,2-1 36,6-12-61,-5 17 0,1 0 22,6-3 818,2 14-885,4 11-23,9 9-10,-3 5-6,25 14 5,-16 2 0,-11-5 1,0 2-40,11 13 0,-11 0 17,-15-5-28,-20 10-39,-21-10-241,-24 11-340,15-21 0,-3-2-330,-4-1 1,-2-1 1005,-5-1 0,4-1 0,-9 1 0,11-4 0</inkml:trace>
  <inkml:trace contextRef="#ctx0" brushRef="#br0" timeOffset="98408">7337 10553 24335,'0'-3'3209,"0"0"-2957,0 3-168,3 62-50,2-29-15,2 23 1,1 5-417,-2-29 1,0 0 399,2 14 0,0 2-17,-5-10 0,-1-1 106,-1-2 0,-3-2-86,-2 21 11,-3-17 89,2-18 140,2-11-10,1-10-152,-2-11 535,-1-12-595,-1-15-24,2-9 0,3-3 11,6 4-11,1 10 0,12 4 0,-3 16 0,18 1 0,2 12 0,16 3 0,7 10 0,2 7 0,-4 12 0,-7 5 0,-13 6 0,-16 1 0,-17-1 0,-25-1 0,-6-10-18,-9-9 1,-6-2-167,11-6 0,0-2 131,-14 4 0,1-2-255,-14-1 73,24-6-1143,11-13-891,22-4 2269,14-18 0,-4 16 0,10-2 0</inkml:trace>
  <inkml:trace contextRef="#ctx0" brushRef="#br0" timeOffset="98748">7998 10808 20240,'7'-5'5007,"-1"1"-4636,-6 4 1085,0 0-1344,-58 75-84,41-36-23,-14 10 1,5-1-6,29-15 11,25 3-11,-5-21 3,9-4 0,3-3 8,6-8-1685,-8-6 1,-1-2 1661,-1-5 80,2-21-12,-23 14 179,1-26-73,-14 14-55,-9-13-12,-13 15-56,-10 9 3370,-2 9-3432,2 6-122,8 8-398,13 5-1378,16 4-6924,16-1 8845,8-4 0,-6-3 0,-6-3 0</inkml:trace>
  <inkml:trace contextRef="#ctx0" brushRef="#br0" timeOffset="98975">8500 10475 28227,'-49'10'136,"0"0"0,2 5 1,6 9-120,16 11 1,7 10-18,4-1 0,3 4 0,3-1 0,2 6 0,6 1-18,5-4 1,3 3 0,3-8-389,3-11 1,3-4 147,11 7 1,4-4-1849,21-3 2106,-13-14 0,-1-4 0,6 3 0,-3-11 0</inkml:trace>
  <inkml:trace contextRef="#ctx0" brushRef="#br0" timeOffset="99574">8934 10725 26579,'-28'-46'127,"-1"1"0,6 1 0,14 10-99,40 19 115,2 3-149,11 8 60,13 15-60,-26-3 1,0 3 5,7 7 0,-1 1-799,11 14 793,-22-11 0,-2 1-16,5 14 81,-4 8-76,-14-7 28,-17-6 11,-17-4 23,-5-12 6,-2-5 111,0-8 107,8-9 190,-7-7 658,10-2-959,5-5-158,10 9 0,3-1 0,5 6 0,15-1 0,0 4 0,38 14 0,-25-1 0,0 3 0,0 3 0,8 12 0,6 10 0,-9 9 0,-17-8 0,-16 2 0,-13-17 0,-19 1-147,-18-6-659,-7-2 33,0-4-9058,-6-15 8897,34-1 0,-7-3 1,27 4-1</inkml:trace>
  <inkml:trace contextRef="#ctx0" brushRef="#br0" timeOffset="99799">9500 10328 21982,'2'-2'4067,"0"0"-2886,-2 2-1029,41 62-1498,-18-32 1,1 2 1378,6 12 1,4 2-8,-7-12 0,2 1 1,-2-3-27,-2 0 0,0-1-20,9 14 1,-4 3 331,-11-11 0,-7-1-1006,-6 0 0,-9-1 694,-11 0 0,-5-2 0,-2 3 0,-12-6 0</inkml:trace>
  <inkml:trace contextRef="#ctx0" brushRef="#br0" timeOffset="100375">10939 10553 25696,'8'-45'690,"0"-1"1,-1 1 0,-1 18-618,-5 35-45,1 12-23,2 7 35,3 20-46,1 2-445,0-1 0,3 4-4094,2-5 0,0-1 3866,1 4 1,-1-4-1,7 5 1,-12-33 0</inkml:trace>
  <inkml:trace contextRef="#ctx0" brushRef="#br0" timeOffset="100632">10750 10786 26637,'-32'-48'263,"58"9"-244,3 36 1,7 7-703,5-5 0,5 1 0,-2-1 688,7-1 1,0 0-1,11-1 1,0 0-15,-4-2 1,-3 0 16,-7 0 1,-1-2 5,-8 1 0,-2-2 403,25-6-1112,-14 0-3388,-10 2 4083,-9 3 0,-14 4 0,-7 3 0</inkml:trace>
  <inkml:trace contextRef="#ctx0" brushRef="#br0" timeOffset="101340">11085 9433 25382,'-21'-22'353,"55"-6"-1165,-2 17 1,6 3 846,5-2 1,4 1 0,-1 0-545,11 2 0,1 0 539,-7 0 0,2 1 0,1 0-376,2-1 1,1 1 0,-1 0 367,2 0 0,0 0 1,-1-1 16,-1 1 0,-1-1 0,0 0-208,-5 1 0,-1-1 0,-1 1 261,11-3 0,-3 0 231,-14 2 0,-4 0-76,7-1 976,-24 4-1139,-15 3 1668,-10 2-3376,-8 7-8207,-11 7 8678,5-1 1,2-3 0,12-7 0</inkml:trace>
  <inkml:trace contextRef="#ctx0" brushRef="#br0" timeOffset="105157">6666 12218 19328,'1'-8'2814,"1"-35"0,0-6-1800,-1 10-818,1-10 0,0 3 594,-5 19-600,2 19-156,-3 1-45,3 13 11,-2 39-6,-1 9-210,0-9 1,-2 3 218,0-6 0,-1 0 0,-1 0 0,0-2 5,0-4 0,2-2-8,-3 17 12,5-19 66,5-18-11,1-9 84,10-25-89,2-8 61,8-21 34,-5-6-348,-11 24 0,-1-2 244,-2-1 1,0-1-10,-3-1 1,0 1 11,0-17 538,-2 0-521,1 34-61,-1-2-12,1 19 0,0 20 0,-1-2 0,2 32 0,0-16 0,0 4 0,0 2-337,0 18-836,1-15 0,1-1-8658,4 22 7991,0-20 0,0-16 0,-4-21 1</inkml:trace>
  <inkml:trace contextRef="#ctx0" brushRef="#br0" timeOffset="106715">4654 12682 9134,'-48'6'2457,"0"0"1,0 0-1,-18 2 1,10-2-639,14-4-1147,16-2-240,22 0-259,3 0 416,1 0-466,8-1 17,17-5-106,0 0 11,13-3 16,-5 3 1,3 1 22,2-1 0,2 1-727,7-1 0,5-1 732,3 1 1,6-1 0,-2 1-44,-9 0 1,-1 1 0,5 0-18,-2-1 0,6 0 0,2 0 0,0 0 0,-3 0-456,1-1 1,-3 1 0,0-1 0,3 0 442,1 0 1,5-1 0,0 0 0,-2 0 0,-6 1-10,4-1 1,-6 0 0,3 0 1,-1 0 1,3-1 0,-1 0 0,-5 2 1,-5 1 0,-4 1 1,3 0 3,2 0 0,4-1 1,1 1-1,-3 1-10,6 0 1,-1 1 0,-2 0-3,-2 0 1,-2 0 0,1 2 7,3 0 0,1 2 1,-5 0-4,2 1 1,-3 0-9,12 0 0,-1 0 8,-12 0 0,-4 1-99,-11-2 1,1-1 95,14 1 1,1-2-6,-7-1 0,-1-1-1128,6 0 0,-1-1 1134,13-4 5,-25 4 0,1 0-507,6 0 0,-1 1 496,21-1 361,-17 1 1,0 1-357,3 2 119,12-2-113,-2-3 6,-1-1-12,-12-1 1,-11 0 0,1 0 16,26-8 0,1 1-14,-27 6 1,-1 1-26,12-4 25,-13 5 1,0-1-20,11-3 11,16-1 0,-37 7 2184,15-1-2184,-20 3 3231,2 1-3377,-2 0-383,-2 2-5297,2 1 5826,-2 1 0,-6 0 0,-3-1 0</inkml:trace>
  <inkml:trace contextRef="#ctx0" brushRef="#br0" timeOffset="107884">4338 12914 13099,'-3'-4'7175,"2"2"-5265,1 2-1355,-4-67-119,11 43-316,-6-13 1,4 3-20,12 25-23,-1 8 12,1 10 5,0 11-22,0 14 11,-2 9-28,-4 7-6,-4-1 1,-2-5-12,-1-8 45,-2-11 174,-1-11 408,0-8 107,-1-4-397,-2-9-225,-5-8-50,-7-13-17,-8-9 22,-3-7-39,-2-1 23,3 1 5,5 5 11,5 10 6,6 10-67,4 9-56,1 6-34,2 10 45,0 12 45,-2 15-45,0 18-11,-1 12-200,3-28 0,0 0 205,-1 0 1,2-1 16,1 27-82,3-14 66,1-15 44,0-15 56,0-12 28,3-15-89,6-14-34,6-19 14,-8 14 0,-1-2-3,0-4 0,-1-1 9,0-1 0,-2 1 13,2-19 68,-3-2 441,-5 33-531,-2-1-28,-1 20 52,-3 12-58,-7 10 18,-4 15-23,0 2-1151,9 17 0,5 3-1425,8-3 1925,4 5 1,2-5-1,1-28 1,2-2 0</inkml:trace>
  <inkml:trace contextRef="#ctx0" brushRef="#br0" timeOffset="108549">8599 12342 22683,'-32'-3'764,"-1"-1"0,-20-1-708,60 5 40,13 0-24,23 0-38,-7 0 0,1-1-387,-3 0 1,3 0 380,7-2 0,6 0 0,-3-1-614,8-1 0,1-2 604,-3 1 1,4-2 0,-1 0 9,-9 1 0,-2-1 0,1-2 9,7-1 1,0-2-1,-4 0-29,3 1 1,-2-1 41,9-3 1,-5 0 117,-9 1 118,-6 2-90,-21 7-381,-18 5-1456,-15 9-8190,-13 5 8363,3 1 0,4-3 1,15-7-1</inkml:trace>
  <inkml:trace contextRef="#ctx0" brushRef="#br0" timeOffset="110450">4063 13870 25586,'-9'-34'280,"0"0"0,-5-20 83,16 74-335,2 14-4076,1 26 4037,-2-6 146,-3-6 0,-3 2-463,1-13 1,0 0-466,-1 17 1,0-1-648,3-11 1,0-4-880,5 17 2319,11-6 0,-8-34 0,3 2 0</inkml:trace>
  <inkml:trace contextRef="#ctx0" brushRef="#br0" timeOffset="110789">4043 13950 16885,'-14'-47'2378,"1"-1"1,-2-5 0,1 6-1802,4 9-118,-2-9-173,8 22-4341,3 8 4077,2 8 854,12 3-870,7 4 0,7 0 5,15 2-2257,15 3 2251,-9-1-10,-11 2 0,-3 1 5,-7 0 2274,3 2-2156,-24-4 112,-6-2 156,-2 0 3060,0-1-3345,-9-4-5,0 0-107,-2-3-62,1 1-946,2 3-1944,-1 2 2963,0 10 0,5-5 0,2 5 0</inkml:trace>
  <inkml:trace contextRef="#ctx0" brushRef="#br0" timeOffset="111099">4231 13699 9761,'-2'-2'3786,"0"0"-5663,2 2 1877,-11-5 0,8 3 0,-8-3 0</inkml:trace>
  <inkml:trace contextRef="#ctx0" brushRef="#br0" timeOffset="111499">4201 14077 9996,'-3'2'9259,"0"-1"-3513,3-1-5152,-30 5-443,22-3 169,-23 3-192,31-5-49,0 0-18,3-2-27,5-5-23,10-6 0,13-4 1,6-2-12,0 2 11,-6 4 11,-10 4-16,-11 4 39,-5 3-45,-4 1-1817,-1 1 0,0 0 0</inkml:trace>
  <inkml:trace contextRef="#ctx0" brushRef="#br0" timeOffset="111982">4594 14076 19602,'-1'-5'4441,"1"1"-2402,0 4-1411,-3-64-180,2 45-328,-1-17 0,0 6-30,2 27-140,-1 2-74,0 5 102,1 9 5,0 3-240,-2 32-847,-1-6-456,1-10 1,1 2 1559,1 24 0,1-26 0,1-6 0</inkml:trace>
  <inkml:trace contextRef="#ctx0" brushRef="#br0" timeOffset="112173">4756 13804 24738,'-30'-17'-1300,"0"1"1,-16-12 1299,62 71 0,-9-29 0,6 11 0</inkml:trace>
  <inkml:trace contextRef="#ctx0" brushRef="#br0" timeOffset="112634">4950 13676 21528,'0'-7'4622,"0"1"-3939,0 6-364,0 0-353,-8-22 34,10 46-5,-2 0 10,6 13 1,3 6-265,0 2 0,0 0 259,-1 1 0,-1 0-3,-1-3 1,-2-1-4,1 20 11,-4-28 1,-1-4-6,0-3 62,0 1 39,0-21-28,0-14-34,-1-8 490,0-12-479,4-18-28,1 13 23,9-17-11,2 21-12,8-4-5,3 8-17,2 7-11,1 8 16,2 7-21,-1 11-7,1 5 23,-4 8-22,-4 5 11,-10 10-1,-10-11-32,-17 14-102,-17-13-252,-16 4-514,-11-6-1060,24-16 0,-1-2-3259,-10 1 5231,-2-10 0,36 1 0,1-4 0</inkml:trace>
  <inkml:trace contextRef="#ctx0" brushRef="#br0" timeOffset="113107">5531 13575 26514,'6'34'115,"1"0"1,2 9 0,-1 2-97,-3 0 1,-1 0-23,1 0 0,-2 0 11,-3-4 1,-2-2 14,-5 13-1,-2-13 40,2-16 178,3-12 68,3-10-162,1-10-40,0-17-10,5-6-4185,4-14 4178,2 14 911,6-6-922,-1 10-22,6-2-34,1 7-10,3 10-35,13 9 3410,-11 8-3393,16 10-28,-14 3 29,10 16-18,-15-10-10,-2 20 22,-21-22-6,-11 21-6,-14-13-67,-1-9 1,-4-1-331,-25 9-248,20-15 0,-1-3-183,-9-2-3642,0-7 4493,20-7 0,6 2 0,9-1 0</inkml:trace>
  <inkml:trace contextRef="#ctx0" brushRef="#br0" timeOffset="113434">6050 13783 20940,'9'-2'4011,"-2"1"-3815,-7 1 56,-2 77-101,0-29-134,1 3 0,2-2-23,5-5 40,8-20-6,2-10-3347,8-7 3448,-3-7 139,12-15 29,-5-4 185,2-14-202,-12 5 661,-4-31-549,-20 10-247,-5-14-121,-16 22-24,-3 21 3392,6 11-3769,-8 10-2333,15 10 2710,-3 4 0,13-3 0,5-4 0</inkml:trace>
  <inkml:trace contextRef="#ctx0" brushRef="#br0" timeOffset="113957">6534 13694 24519,'8'-45'786,"0"1"0,0 0 1,-3 13-468,-5 25-202,-2 0-72,-1 12-6,-7 11-22,-1 5 0,-2 12 0,-1 4-17,3-4 0,2 2-6,-1 5 0,1 4 1,3 0-704,5 13 1,5-1 445,-2-9 0,6-1-2784,20 5 0,8-8 2282,11-7 0,-4-1 0,-30-30 0</inkml:trace>
  <inkml:trace contextRef="#ctx0" brushRef="#br0" timeOffset="114317">7031 13852 20246,'-5'-8'5181,"1"2"-4447,4 6-236,-34-68-179,24 43-255,-10-15 1,5 2-42,21 21-7,9 1-21,4 5 16,27 3-17,-5 9-10,19 11-1,-13 14-6,-11 13-1665,-24-6 1,-6 2 1687,-2 15 0,-12-12 0,-5-1 11,-19 9-3,11-20 1,-1 0-9,-19 17 11,11-11-22,12-11 5,10-9 17,11-7 3384,13-3-3552,19-9-812,21-6-244,-21 2 1,0-1-169,-5 2 1,0-1 1380,14-5 0,-5 1 0,-10 4 0,14-6 0</inkml:trace>
  <inkml:trace contextRef="#ctx0" brushRef="#br0" timeOffset="114524">7660 13537 26895,'-22'-43'573,"0"1"1,1 3-1,6 11-545,13 23-28,2 9 9,10 13-9,11 19 0,-3-7 0,1 3-399,5 9 1,-1 3 398,1 8 0,-2 2-476,-5-10 1,-3 4-63,-7 3 0,-5 5 0,-4-3-3534,-11 8 0,-5 0 4072,4-9 0,-2 3 0,0-7 0,-3-6 0,-1-7 0,-7 6 0</inkml:trace>
  <inkml:trace contextRef="#ctx0" brushRef="#br0" timeOffset="115974">8702 13700 23147,'-5'-44'946,"0"-1"1,1 3 0,1 7-493,1 20-309,0 3-105,1 19 16,0 18-12,3 19-32,3 17-10,-1-26 1,2 1-48,1 1 1,3 0-738,6 7 1,2-1-1807,0-7 1,0-1 1908,3 0 1,-1-3-1,3-3 1,-11-13 0</inkml:trace>
  <inkml:trace contextRef="#ctx0" brushRef="#br0" timeOffset="116243">8417 13966 20246,'-2'-3'3960,"-1"1"-2868,3 2-974,79-68-1241,-36 47 1156,-3-3 1,9-6 0,-3 8-385,-1 12 0,0 5 404,11-4 1,2-1 7,5-1 1,-1 0-9,-16 2 0,-2 1 206,-2 0 0,-4 1-159,-4 0 63,-13 3-90,-15 3 473,-2 0-1689,-1 2 1385,0 5 0,-1-4 0,1 4 0</inkml:trace>
  <inkml:trace contextRef="#ctx0" brushRef="#br0" timeOffset="118981">4785 15013 25926,'-7'-38'240,"0"0"1,-5-24-286,12 65 45,0 2 23,3 24-6,-1 7 16,1 9-36,-2-9 1,-2-2 7,-1 3-2,0 1 0,0 0 8,-2-7 39,0 6 264,3-25 112,1-12-292,0-7 12,2-27-68,-1-6-47,0 8 0,0-2-1,-1 1 1,0 1-14,0-22 61,0-3 169,-1 23-163,0 8-84,-1 12-34,0 20 17,0 9 29,0 16-18,1 14 12,4 10-6,4 3-12,5-4 12,0-15 28,5 0-22,-9-23 78,2 1 45,-8-18-40,-5-12-49,-5-13-18,-3-15 34,-2-9 17,5-2-27,3 4-46,4 14 0,0 13 0,0 12 0,-3 18 0,-4 19-802,-5 25-2845,3-17 1,1 3 2967,1-2 1,0-1 0,-3 13 0,7-21-1</inkml:trace>
  <inkml:trace contextRef="#ctx0" brushRef="#br0" timeOffset="128548">3518 15393 15440,'-42'7'1729,"0"-1"0,5 0 0,10-2-1517,21-3 388,6-1 218,19 2-353,7 0-107,25 1-3481,10 0 3224,-7-2 53,-3 0 0,2-2-398,-10 0 1,2-2 285,-1 1 1,4-1 0,0 0-13,-3-1 0,0 0 0,1-1-325,3 0 1,2 0 0,0 0 318,1 0 1,2 0-1,0 0-313,-1 0 1,1 1 0,-1 0 308,-1 0 1,0 0-1,-1 1 6,-2-1 0,-1 1 1,0 0-11,-1 0 1,0-1 0,-3 1 794,8 0 1,-1-1-792,-2 1 1,3 0 0,-5 0-19,-9 1 1,0-1 8,14 0 0,8 0 1,-6 0-10,-6 0 1,-1 0 2,-3 0 1,3 1 0,-3-1 5,9 1 1,-3-1-18,-12 2 0,1-1 28,15 0 1,-1 0-20,-17 0 0,-1 0 8,16 0 0,0-1-3,-12 1 1,-2 0-9,0 0 0,0 0 282,0-1 0,-2 0-282,22-1 0,-13-1 0,1 1 414,-13 0 1,1 0-415,15-1 0,2-1 11,-10 2 1,-2 0-12,-1 0 0,1 0-684,4-1 0,-2 1 678,14-2 6,-18 2 0,-1-1 490,9 0-490,12-1 0,-2 0 22,-4 1-22,-4 0 12,-3 1-1,-1 0-17,-2 1 119,1 0-107,0 0-68,3-3-184,2-1-465,2-2-2275,-2-2 3060,-9 2 0,-16 4 0,-10 2 1</inkml:trace>
  <inkml:trace contextRef="#ctx0" brushRef="#br0" timeOffset="129782">3329 15530 13172,'-3'-5'6749,"0"2"-6072,-16-29 1,-1-7 409,9 5-695,-10-10 0,3 2-95,17 20 218,4 5-341,1 12 5,3 10-22,3 15 28,0 18-51,1 16-542,-7-20 0,-1-1 441,2 22-2,-3-14 0,1-2 30,3 10-41,-2-16 0,0-1 8,5 6 16,-2-10 7,-2-13 521,-1-8-236,-3-14 805,-4-22-1029,-5-11-50,-2-6 78,-5-11-218,3 9 218,-2-8 22,4 11-44,4 14-45,3 14-51,2 11-33,0 14 28,1 14-6,2 18 218,0-1-218,0-5 0,2-1-22,0 2 11,1 0 0,1 1 0,0-1-11,4 10 11,-7-23-6,0-8 12,-3-10-1003,1-3-3445,-6-10 4442,2-1 0,-3-1 0,4 6 0</inkml:trace>
  <inkml:trace contextRef="#ctx0" brushRef="#br0" timeOffset="130239">2953 16629 21719,'-1'-6'3215,"0"2"-2173,1 4-980,-13-46 5,10 60 0,-8-17-50,9 33 0,5 15-23,-2 0 0,0 2-518,0 1 1,-1 0 27,0-1 0,0 1-958,0-4 1,1-1-3463,0-5 1,1-3 3317,1 11 0,1-20 1,-3-20-1</inkml:trace>
  <inkml:trace contextRef="#ctx0" brushRef="#br0" timeOffset="130456">2969 16684 20510,'-15'-41'873,"0"1"1,0 0 0,-4-12 0,3 3-706,8 14 0,3 4-101,0-9-22,20-10-84,7 22-118,18-6-151,5 20-285,2 9-483,-3 16-1528,-8 14-1026,-13 4 2239,-9 11 1,-11-23 0,-1 1 0</inkml:trace>
  <inkml:trace contextRef="#ctx0" brushRef="#br0" timeOffset="130643">2929 16880 11468,'-4'8'5747,"0"-2"-2727,4-6-2561,0 0-482,61-50-201,-17 29 108,3-9 1,3 1-807,-19 19 1,-1 3-4299,26-8 5356,-14 4 0,-19 5 0,-12 3 0</inkml:trace>
  <inkml:trace contextRef="#ctx0" brushRef="#br0" timeOffset="130806">3421 16631 25847,'4'3'163,"-1"10"-253,-3 12-397,3 9-1552,2 2 2039,4 1 0,-5-17 0,1-4 0</inkml:trace>
  <inkml:trace contextRef="#ctx0" brushRef="#br0" timeOffset="131016">3619 16362 14925,'-4'-7'3770,"1"1"-2352,-11-22 1,-3-5-1218,7 11 359,-8-13 1,3 5-650,11 24 606,3 8-1139,1 15 1406,2 11-7191,2 17 5561,1 1 1,-2-16 0,-2-11 0</inkml:trace>
  <inkml:trace contextRef="#ctx0" brushRef="#br0" timeOffset="131490">3841 16361 26934,'6'2'16,"3"18"-8,0 14 1,0 5 2,5 22-1098,-7-2 0,-3-1 1093,-2-5-15,-2 1 1,-2-1 636,-5-10-617,-2 3 391,3-18-150,3-16-174,2-12 40,1-17 1183,1-9-1172,1-16-3353,7-18 3297,2 9-45,1 4 28,4 12-34,-1 13-11,10-2 1,14 6-7,1 8 6,1 6 1,3 12-46,-6 6 34,11 9-37,-22-3 1,-2 2 3389,3 4-3392,-12 20 0,-26-27-40,-22 14-111,-8-8-309,-15 1-677,21-16 0,-1-3-8655,-19-2 9128,8-5 0,26-5 1,15 3-1</inkml:trace>
  <inkml:trace contextRef="#ctx0" brushRef="#br0" timeOffset="132000">4623 16295 24693,'0'-4'2571,"0"1"-2073,0 3-486,0-4 10,1 12 62,3 16-31,1 7 0,-1 4-335,1 1 0,-1 1 301,1 8 1,-1 1-6,-2-7 0,-2-3-187,-3 0 0,-2 0 178,-3 3 1,-1-2-6,-6 11 0,0-4 45,8-25 101,4-13-62,0-7 564,4-11-626,1-8 465,5-20-454,-2 12-7,5-11 0,2 0-26,0 8 0,2 0 0,2 0 0,14 4 0,21 4 0,-11 7 0,-7 18 0,0 3 0,-6 3 0,23 18 0,-20-2 0,5 17 0,-15-5 0,-12 6 0,-21-11-13,-4-7-82,-19-1-207,-3-9-233,8-7 0,-2-4-3198,-2-6 0,2-4 3733,-17-4 0,16-7 0,29 10 0</inkml:trace>
  <inkml:trace contextRef="#ctx0" brushRef="#br0" timeOffset="132373">5268 16461 26659,'-22'55'132,"0"1"1,4-9 0,5-3-122,2 12-11,18-18-11,8-9 11,13-12 22,11-8 9,-8-15 0,1-3 14,16-9 16,-20 2 1,-2-4 162,-4-14 22,-11-2 1,-9 0-68,-12 2-90,-10 3-27,-11 5-56,-7 5-1,5 9-150,-13 5-40,23 5-1669,-10 10 56,25-3 1798,7 12 0,2-12 0,4 2 0</inkml:trace>
  <inkml:trace contextRef="#ctx0" brushRef="#br0" timeOffset="132639">5868 16069 25590,'-1'-7'1892,"1"2"-1746,0 5 280,0 0-314,-60 76-1324,39-17 1230,-1-18 1,-4 5 0,7-4-16,12-6 0,4 0-12,-1 17 1,1-2-102,4-17 1,2-2-20,4 13 0,5-3-329,6-14 0,4-5-730,7-5 1,3-3 1187,7-5 0,-1-3 0,7 1 0,-5-6 0</inkml:trace>
  <inkml:trace contextRef="#ctx0" brushRef="#br0" timeOffset="133399">6544 16408 24760,'-3'-54'821,"-1"0"1,1 5 0,2 9-352,3 15-190,1 11-173,-1 8-63,0 9-4,2 10-18,0 14 0,0 12 1,-1-1-6,-7 25-1,0-21 12,-4 14-39,4-24 11,1-13 56,2-9 39,0-9-33,-2-11-28,-3-12 5,-1-15 11,-1-15-44,3 6 17,3 9 0,1 1-23,2-10 0,2-13 0,0 28 0,-1 14 0,-1 10 0,-1 9 0,0 4 0,3 24 0,-1 6 0,2 27 0,-3-32 0,0 2-4,-1 0 1,1 0-255,3 4 1,1-1-163,2 9-1355,15 4-6482,2-31 8257,5-2 0,-11-10 0,-6-5 0</inkml:trace>
  <inkml:trace contextRef="#ctx0" brushRef="#br0" timeOffset="133633">6846 15979 28356,'47'1'63,"0"0"1,1 8-1,-3 9-85,-5 21 0,-5 13-1906,-10-7 0,-3 5 0,-3-3 1835,3 4 1,-8 2-339,-10-1 0,-6 6 0,-9-5 384,-8-9 1,-7-3 0,1-3 0,3 6 0,-1-3 0,-7-4 0,-1 0 0</inkml:trace>
  <inkml:trace contextRef="#ctx0" brushRef="#br0" timeOffset="135899">7449 15102 11760,'-7'0'6363,"2"0"-4677,-55 0 201,22 1-1660,1-1 1,2 0 617,2 1-167,22-1-258,2 0-235,5 0-34,6 0-95,2 0 112,14 0 17,19-2-115,-4-1 0,3 0-745,14-2 0,6-1 696,-11 1 0,4-1 0,1 0 0,-3 1-10,2-1 0,-2 0 0,4 0 0,7 0 0,6-1 1,0 1-1,-3 0-912,2 0 1,-2 2 0,1-1 911,-5 0 0,3 0 0,0 0 1,1 0 2,-8 1 1,2 0 0,-1-1-1,-1 1 1,-4 0-8,10-1 1,-5 0 0,3 0 6,-4-1 0,4 0 0,-3 0 0,-10 1-59,-10 1 0,-3 0 62,18-2 0,-5 1-17,-19 2-56,-5 1-287,-17 10 901,-8 0-2910,-13 17 2352,-13 2 0,11-8 0,-2-1 0</inkml:trace>
  <inkml:trace contextRef="#ctx0" brushRef="#br0" timeOffset="136390">8133 16293 21825,'1'-56'1344,"0"1"1,-1 8-1,1 8-789,0 11-258,-1 17-241,0 8-45,0 14-11,-2 26-59,2-3 0,-1 1-471,0 29 437,2-28 1,1-1-647,5 23-740,4 0-1848,-2-18 0,0-1 3327,4 22 0,-3-20 0,-8-20 0</inkml:trace>
  <inkml:trace contextRef="#ctx0" brushRef="#br0" timeOffset="136689">7881 16414 22817,'-41'-7'705,"0"-1"1,0 1 0,17 3-454,31 4-39,3 1 157,23 0-177,2-1 0,3-1-98,25-1-470,-21-2 0,5-1 1,-3-1 427,-3-1 0,-1-2-8,19-3 0,-1-1-1467,-15 2 1,-2 0 1477,-3 1 0,-2 0-11,15-4 101,-1 2-90,-30 7-39,1 1-79,-17 7 195,-3 8-9964,-5 7 9293,1-2 1,-1-3-1,3-9 1</inkml:trace>
  <inkml:trace contextRef="#ctx0" brushRef="#br1" timeOffset="161699">5063 17565 11838,'4'-7'9746,"0"1"-8171,-4 6-131,0 0-558,6-68-466,-3 47-303,1-16 1,-1 5-34,-2 27-67,-1 5-12,0 6 35,0 8-1,0 15-45,-5 27 1,1 2-142,-1-20 0,1-1 164,1 13-28,0 8-17,5-17 56,2 4-6,2-9-11,-1-16 45,-1-7 151,-3-11-5,-1-8-84,0-18 198,-4-12-260,-2-26-40,0 11-179,3 5 0,1 0 213,0-2-14,1 0 1,1 3 36,1 9-51,0-5-5,-1 29-28,0 9-6,0 18 28,0-3-16,0 37-12,0 7 180,0 1-168,0 1 5,4 1-12,0-25-5,0 1 1,2-1 16,0-9 17,2 7 5,-6-23 56,1-5 1,-3-21-68,1-8-11,-1-9 22,-2 0 1,0-1-6,-1-5-15,0 2 1,0-2 59,0-4 252,-1-5-286,1 22-17,0 13-16,2 17-1,-2 27-27,1 7 10,0 0 1,1 3-4,0-2 1,0-1-1671,2 1 0,-1-2 1696,2 15 0,2-18 40,-1-18-7,0-3 6,0-15-39,-3-6 0,1-17 23,-7-18 10,-1-8-13,2 19 0,-1 0 2,-3-18 3376,2 11-3382,3 18-49,0 11-6,3 10 27,-1 4-1914,-2 35 1078,-1 3 0,0 2 0,2-14 0</inkml:trace>
  <inkml:trace contextRef="#ctx0" brushRef="#br1" timeOffset="177673">9278 15981 18425,'0'-10'6156,"0"2"-5448,-1-24 1,-2-1-457,0 17 12,-9-39-180,0 80 0,-8 23-79,4 0-713,3 3 0,1 2 713,-1 6-67,4-12 1,0 8 0,1-6-43,3-14 0,1 0-609,-2 16 0,1 7 0,0-4-982,2-5 1,-1-1-166,1-3 0,0 2 1,-3-1-192,-3 16 0,-6-5 4019,-4-11 1,-4-5-577,0-5 0,-3-8 303,-29-17-1129,21-25 207,15-15 0,4-6 157,4-27-1060,6 15 0,4 0 267,3 14 0,4 2 62,5-5 0,4 1-87,4 4 0,3 0-79,13-20-75,2 12 0,1 3-75,0 6-175,8-1 1,4 2 216,-21 15 1,-1 1-75,13-6 1,-1 0 36,16-6 101,-18 6 588,-5-2-342,-13 5 495,0-9-120,-7 5 1223,-2-2-1060,-7 8 601,-1 2-859,-1 3-224,-2 5-123,0 2-157,2 16-5,-1-3-12,2 36-78,-2-7-347,2 23-1226,-3-7-4835,0-2 6492,0-11 0,0-17 0,0-13 0</inkml:trace>
  <inkml:trace contextRef="#ctx0" brushRef="#br1" timeOffset="177864">9686 15802 25068,'-40'49'-2458,"7"-14"0,37-17 1,-3-12-1</inkml:trace>
  <inkml:trace contextRef="#ctx0" brushRef="#br1" timeOffset="178324">9880 15850 27292,'15'-1'45,"3"36"-28,-11 20-23,-2-12 0,-1 2-548,-2-4 0,-3-2 520,-1 3 1,-2-3-1,-4 21 163,0-27 0,0-3-101,-2-3 190,-1 1-100,4-25-51,5-14 34,2-14 490,3-2-490,10-18 61,11-11-38,3 0-59,-11 25 0,1 2 2,16-11-55,-11 19-1,9 6 6,-10 18 27,0 3-38,13 26-51,-11 1 6,9 20 0,-14-14-12,-10 21 12,-17-19 28,-12 17-28,-14-16-247,-9-8-929,-6-9-7411,-4-8 8626,7-10 0,18-4 0,14-3 0</inkml:trace>
  <inkml:trace contextRef="#ctx0" brushRef="#br1" timeOffset="179125">10631 15866 26267,'3'-1'207,"-1"15"-184,-1 43-9,-1-14 0,1 0-14,-1 18 19,-2-18 1,-2 0-444,-7 6 463,-7 6 11,-2-13 341,3-12-200,7-16 117,5-11-163,5-15-5,2-11-16,4-17-1566,2 8 1,1-1 1491,6-14-14,-1 13 1,0 2 36,6-4-40,4-1-16,0 12-6,2 13-5,2 7-12,5 13 3398,4 8-3397,1 14-12,0 9 3,-18-11 0,-2 1-8,4 12-4,-10-10 1,-6 0-8,-17 10 21,-15 11-138,3-28 1,-5-2 104,-2-1 0,-2-4-22,0-2 0,-1-4-112,-25 3-219,13-14-358,15-15-499,17-15-1752,24-10 3007,22-10 0,-11 23 0,5 4 0</inkml:trace>
  <inkml:trace contextRef="#ctx0" brushRef="#br1" timeOffset="179447">11396 16025 21716,'-26'34'49,"1"0"0,-1 0 0,-9 7 0,10-2 1733,28 7-1787,11-13 670,12 5-709,21-6 60,-6-13 24,-1-7 477,-14-18-259,-11-9 1428,-2-21-1277,-8-14-308,-6 6-56,-6-2 50,-7 10-6,-2 3-66,-18-1-163,-1 16-157,0 10-3237,0 15 3534,16 0 0,4 0 0,8-3 0</inkml:trace>
  <inkml:trace contextRef="#ctx0" brushRef="#br1" timeOffset="180257">9025 15069 8864,'-6'0'7887,"2"0"-2757,4 0-4698,-41-8-46,43 2 62,-14-9-89,70 3-211,-16 6 1,2 0-665,9 1 0,2 0 583,-13 2 0,1 0 1,1 0-24,5 1 1,1-1 0,1 1-497,5-1 1,1 0 0,1-1 465,-10 2 0,0-1 0,0 0 0,1-1-605,3 1 1,0-1-1,0 0 1,1 0 597,0-1 0,0 1 0,0-1 0,0 0 4,-2 0 0,0 0 0,-1-1 0,-1 1-283,11-2 1,-2 0-1,-2 0 274,-8 1 0,-2-1 0,-2 1 191,8-1 0,-4 0-188,-13 2 1,-3 1 891,12-1-931,-19 3 2558,-9 4-3033,-6 4-3800,0 7 4309,0 1 0,-4-5 0,-2-2 0</inkml:trace>
  <inkml:trace contextRef="#ctx0" brushRef="#br1" timeOffset="181257">10677 15977 19636,'-5'-47'1155,"0"0"1,1 8 0,0 7-787,1 7 242,2 14-175,-1 2-156,1 3-268,0 3-52,1 3 63,-1 11 33,-2 6 33,-6 25-49,-1-4 10,-4 8-33,4-19 5,0 0 12,4-14 342,2-2-136,2-6 270,2-15-443,0-1 28,1-23 12,3-4-26,0 7 0,0-2 48,4-20 28,2-4-84,-5 29 39,-1 9-96,-2 12-413,-2 5 218,-2 11-1530,-1 19-2016,-2 9 3725,-1 19 0,3-28 0,1-1 0</inkml:trace>
  <inkml:trace contextRef="#ctx0" brushRef="#br1" timeOffset="182106">10025 15845 9167,'-3'-1'3176,"1"0"123,2 1-2913,-12-4-223,8 2-180,-8-2-364,7 4 258,2 0 45,-2 0 453,2 0 935,1 0-778,0 0 992,1 1-852,-1-3-168,0-1-319,-2-3 369,-2-5-156,1 0-208,-1-4 433,-2-6-399,4 10 425,-2-15-290,5 14-74,-1-4-111,2 10-169,0 3-61,0 3 101,3 13-11,0 3-23,1 13 0,-2-6 40,-2 12-51,0-17 33,0 15-27,0-22 195,0 3 309,0-12 123,0-2-252,-1-6-286,-5-7-67,0-3 68,-10-23-63,5 10 29,-4-13-40,8 19 29,3 6-124,3 12-11,1 4 61,3 5-128,7 13-2201,11 21 2352,9 13 0,-10-13 0,-2-9 0</inkml:trace>
  <inkml:trace contextRef="#ctx0" brushRef="#br1" timeOffset="182648">11973 15971 22324,'10'-48'1262,"0"-1"0,-2 7 0,-1 5-528,-1 7-264,-4 13-290,-2 11-119,-4 13 46,-6 13 38,-10 25-81,6-12 1,-1 3-151,-3 10 1,1 0 85,3-7 0,0 1-510,-1 21 0,4 1 451,7-22 0,3 0-249,2 16 0,7-2-1069,7-15 1,7-6-3540,7-4 1,2-4 3956,17 6 0,-10-16 0,-27-12 0</inkml:trace>
  <inkml:trace contextRef="#ctx0" brushRef="#br1" timeOffset="184924">12565 16084 16936,'0'-6'6178,"0"1"-4017,0 5-1930,-31-54-142,17 44-44,-30-32 28,19 66 16,-6 16-21,-4 11-195,19-22 1,1 1 137,2 0 0,3 1-11,7 7 0,5-1 6,15 11 0,24 0 16,15-34-11,-23-13 0,0-3 9,1-4 0,0-2 30,-3-4 0,-2-2 141,18-22 72,-18-7 0,-14-5-11,-14-3-53,-10 16 0,-5 1-104,-13-10-48,6 18 1,-2 4 8,-15 7-67,1 8-23,3 9 158,3 6-925,9 7-5091,6 15 5892,12-6 0,2-1 0,5-13 0</inkml:trace>
  <inkml:trace contextRef="#ctx0" brushRef="#br1" timeOffset="185192">12924 15794 23215,'0'-5'3797,"0"1"-3035,0 4-751,2-30 32,21 47-43,9-15 2,-10 18 1,-1 7-295,8 6 1,-1 2 277,-5 0 0,-2 2 0,2 10 0,-4 6-57,-11-9 0,-5 3 0,-1-2-431,-3 2 1,-5 0-145,-6-3 0,-5 2 0,-4-4 227,-16 5 1,-1-5 0,13-10 0,1-3 0,-3-3 0,0 0 0</inkml:trace>
  <inkml:trace contextRef="#ctx0" brushRef="#br1" timeOffset="203138">12645 16759 24575,'0'0'0</inkml:trace>
  <inkml:trace contextRef="#ctx0" brushRef="#br1" timeOffset="232288">10741 17168 9929,'3'-4'6816,"-1"0"-1456,-2 4-3814,9-18-1215,-7 12 279,7-14-134,-9 18-196,0 1-89,-2 2-17,-5 7-124,-1 1 40,-14 20-62,4-1-28,-8 15 11,7-5-17,5 0 18,5-3-7,5-9 23,6 4 28,8-13-39,10 7-34,9-8 34,8-4-6,4-3 12,-2-4 10,-12-3 208,4-7-28,-15-3-34,6-10 0,-10-3-22,-1-5-17,-4 1 39,-3-1-22,-2 0-39,-5 0-62,0 5 112,-8-7-107,1 10 23,-5-6 0,1 6-45,-1 5-27,0 2 4,-1 3 29,1 1-45,1 0 0,1 2 45,0-1-11,2 3-23,2 0-6,-3 2-27,4 0-34,-4 1 22,5-1 40,0 1-23,2 0-56,1 0-11,1 0-117,2 0 78,0 0 33,0 1 12,-3 2-1,0 2-100,-3 0-308,0 1-1177,-1-3-1792,3 0 3456,0-2 0,4-1 0,0 0 0</inkml:trace>
  <inkml:trace contextRef="#ctx0" brushRef="#br2" timeOffset="240282">9094 15104 7722,'-4'1'4739,"1"0"2139,3-1-5809,-1 2-850,6-3-74,2-3-38,9-1-18,5-4-38,5 2 5,3 0-6,0 1-5,-4 1 28,-4 1-23,-4 1 12,-4 1 10,-2 1-10,0 0 0,3 1 38,18 0-44,-1 0-11,20-1-6,-2-2-16,9-1-278,-26 1 1,1 0 262,1 0 0,1 0 3,-1 1 1,2-2-63,14-1 1,5-2 63,-12 2 0,1-1 0,-1 0-10,12-1 0,1 0-256,-3 0 0,4 0 0,-6 1 264,-8 1 0,-1 1-3,18-1 1,-1 0-1,-17 3 1,-4 0 2,21 0 17,-23 2 567,-19 1-455,-11 0-16,-6 0-522,0-1-945,3 1-7518,-1-1 8861,2 0 0,-2 0 0,-1 0 0</inkml:trace>
  <inkml:trace contextRef="#ctx0" brushRef="#br1" timeOffset="259523">6005 14571 19983,'-1'-23'1136,"1"5"-699,0 20-196,0 16-62,0 0-61,0 15-39,2-4-23,0 1-11,2-2-6,-1-2 6,1-4-17,0-4 5,-1-6 130,-2-5 318,0-4 858,0-2-1093,-1-7-55,-3-5-23,-1-10-23,-4-7-27,1-5-17,1-3 6,2-1-18,2 4 18,1 6 21,1 9 1,0 8-123,0 6-17,0 4 11,0 5 0,1 5-17,0 9 28,1 18-11,0-9 6,1 18 10,-1-17-4,2 6-1,2-7-11,-1-8 5,-1-7-5,-2-5 68,0-5 200,-2-3-223,0-11 17,-3-5-34,-1-17-6,-2-3-11,3-3 6,1 4 6,2 7-12,0 9 17,0 9-34,0 5-27,0 6 27,0 9 6,0 11-11,0 26-6,1 0 11,-1 2 6,2-5-5,-1-16 5,1 4 22,0-10-22,-1-9 28,1-5 123,-1-5-117,0-20-34,-2 6 22,1-23-5,-1 4 6,1-13 27,0-4-22,0 1-11,0 3 11,0 16-23,0 7-21,0 15-18,0 4 6,-1 7 28,1 0 22,-1 24-22,1-10-5,1 25-23,0-12 22,2 8 1,0-5-1,2-7-5,-1-8 28,-2-8 39,0-8 16,-2-3-55,-4-23-6,0 9 1,-7-29-1,0 3-1679,3 5 0,0-2 1690,-1-13 40,0-13 67,8 38-96,0 4-22,1 12-22,0 10-11,2 17 22,3 6 3403,2 18-3403,0-11 0,3 12 0,-2-10 0,4 14 11,-4-12-16,-1-7-107,-5-7-1104,-4-4-3517,-2-1 4733,-4 4 0,5-17 0,0 0 0</inkml:trace>
  <inkml:trace contextRef="#ctx0" brushRef="#br1" timeOffset="274505">9603 12244 7559,'-6'-3'2717,"2"2"3422,4 1-5518,-1 0 57,5 2 61,9 0-128,18 0-230,24-2-266,-18-3 0,1-1-247,-4 1 1,2-1 226,22-5 0,2-2-36,-10 1 0,-1 1-42,1-1 0,1 1 22,-2-1 0,-4 2 28,9-2-28,-22 5 1,1 1 49,25-4 34,-5 4 6,-8 1-11,-7 3-17,-11 0 251,-8 0-256,-11 0 10,-4 0-151,-4 0-247,2-2-794,0 0 1086,8-4 0,-7 3 0,5-2 0</inkml:trace>
  <inkml:trace contextRef="#ctx0" brushRef="#br1" timeOffset="274948">10324 12220 13250,'-2'-4'6514,"1"1"-2475,1 3-3810,-1-33-106,3 30 197,5-15 16,3 49 0,1 19-188,-7-19 1,-2 1-337,-2 5 1,-3 1 276,-1 2 1,-1 0-48,-3 1 0,0-1-11,-1-3 0,0 0 11,1 2 0,0-3-31,-1 11-11,2 2-179,8-30-1793,5-3 1972,4-8 0,-2-6 0,-2-2 0</inkml:trace>
  <inkml:trace contextRef="#ctx0" brushRef="#br1" timeOffset="275938">10109 13408 18235,'-10'-35'2742,"1"0"0,-4-2-2507,3 1 0,-2 2 493,-3 13-325,4 13-245,-2 5-97,0 14 18,-2 14-35,-1 20-44,0 15 0,9-24 0,2 2-427,0 5 1,1 1 252,1 4 0,2 3-534,0-7 1,0 3-1,1-1-757,-2 13 1,-1 2-271,-2-9 1,-2 2-1,-2-4 1049,-3-2 0,-4-3 1263,-3 0 0,-6-9-684,-25-14 947,17-23 558,-3-35-362,27-10-358,7-17-485,7 29 1,4 1-266,2-1 1,4 1 101,3 0 1,2 2-37,4 0 1,2 2-23,3 1 0,3 2-6,3 2 1,1 2-1,0 3 1,2 2 2,2-1 0,0 2 31,-9 4 0,-2 1 497,20-7-457,-17 5 3261,-12 2-2893,5-8 251,-9 2 148,-2 0-135,-8 5 149,-2 4-417,-3 3-225,-1 3-139,0 2-29,0 10 22,0 7-27,1 4-12,1 12-167,3-1-1698,4 18 78,-2-16 945,4 12 0,-7-34 0,0 4 0</inkml:trace>
  <inkml:trace contextRef="#ctx0" brushRef="#br1" timeOffset="276132">10523 13225 24083,'-40'19'-1338,"12"-3"1,33 0 0,1-7-1</inkml:trace>
  <inkml:trace contextRef="#ctx0" brushRef="#br1" timeOffset="276615">10869 13198 22576,'0'-5'3686,"0"1"-3367,0 4-280,-2-3 34,4 28-62,0-5-11,2 17 0,1 8-9,-3-4 1,0 0-244,1 0 1,-1 0 248,-3 4 0,-1-4 3,-1-7 6,-6 15 39,2-21 117,1-7 107,2-10-118,2-20-117,2-1 525,-2-19-503,2 8 118,6-31-23,8 8-95,3-6-23,7 13-21,-3 18-40,6 6 28,4 7-23,5 7 23,11 13 34,-5 5-73,7 17 33,-25-12 17,-4 18-16,-27-14-18,-15 11-56,-1-19 1,-6-3-560,-7 1 0,-3-2-3698,4-3 1,1-3 3487,-23 2 0,35-12 0,18-2 0</inkml:trace>
  <inkml:trace contextRef="#ctx0" brushRef="#br1" timeOffset="277148">11461 13079 24189,'-3'-3'2689,"1"1"-2236,2 2-386,-17 4-5,13 16 5,-11 13-33,19 20-12,2 6-235,-3-27 1,-1 0 201,2 30 5,-3-5 6,-1-9 17,0-11 5,0-15 6,0-11 202,0-9-129,4-13-79,-1-1-2910,10-27 2916,-5 14-56,4-5 1,1-2 89,7-6-12,10-15-39,-2 16 1,-4 12-7,-2 6 29,22 8-40,-9 10 3332,22 5-3343,-10 24-16,-7 13 22,-8 5-12,-15 2 1,-26-9 5,-14-1-3305,-19-3 3165,-11-5-72,-2-10-533,0-9-1160,18-18-1886,12-7 3808,20-9 0,6 8 0,2 6 0</inkml:trace>
  <inkml:trace contextRef="#ctx0" brushRef="#br1" timeOffset="277482">12100 13206 21282,'6'-1'3792,"-1"0"-2593,-5 1-1009,-53 77-139,37-47-375,-15 25 1,3 1 323,24-21 0,6 13 245,13-19-251,13-8 159,8-10-114,3-7 17,-1-11 51,-3-9 50,-4-11 83,-3-8 40,-6-7-17,-8-4-134,-6 9 179,-13-13 188,-11 23-482,-7 7 0,-5 3-350,-19 4-4580,10 10 1,1 3 4760,-2 6 0,8 1 1,22-2-1</inkml:trace>
  <inkml:trace contextRef="#ctx0" brushRef="#br1" timeOffset="278722">12504 13198 23999,'17'-59'879,"1"0"0,2-4 1,-1 11-455,-4 25-223,3-4-28,-9 29 66,-1 26 1,-3 26-126,-3-12 0,-2 2-542,-3 9 1,-2 1 440,-2 5 0,-1 0-8,0 0 0,-1 1-18,1-2 1,5-1-129,8 3 0,3-3-42,-2-18 0,4-3-748,11 6 1,8-7 929,30-7 0,-20-5 0,2-11 0</inkml:trace>
  <inkml:trace contextRef="#ctx0" brushRef="#br1" timeOffset="289213">13410 13206 18498,'-1'-4'5523,"-1"0"-4066,2 4-1407,-24-30-16,16 31-6,-18-14-12,24 47-32,1 13 27,3 7 0,1 0-11,3-4 17,1-8-17,-1-14 56,-2-10 151,-2-10 0,-1-12-112,0-11-22,1-14 39,0-12 56,0-13 11,-2-5 40,1 0-12,-1 7-22,-1 13-51,-1 16-95,-2 15-27,-1 11-1,-3 15-6,1 1 15,-3 19 0,0 4-20,2-6-3,0 3 0,2-2-3,7-4 1,3-6 22,2 0 5,0-13 51,0-9-12,0-16-44,3-12 67,2-15-28,-2-12-39,1-3 28,-4-1 16,0 10 51,-1 11-28,-2 16-84,-2 10 12,0 12-24,-2 9-10,0 14-112,0 12-46,-1-5-1354,9 26-4185,8-20 4871,7 12 0,-6-30 0,-5-11 0</inkml:trace>
  <inkml:trace contextRef="#ctx0" brushRef="#br1" timeOffset="289440">13761 12804 27712,'46'13'196,"8"20"-193,-22 8 0,-2 8-1171,-1 2 0,-4 2 907,-6 5 1,-8 1-567,-11-17 0,-5 1 0,-3-1 338,-7 16 0,-5-5 0,4-15 0,-2-5 1,-8 7-1</inkml:trace>
  <inkml:trace contextRef="#ctx0" brushRef="#br1" timeOffset="299038">12055 14079 16051,'0'-5'6139,"0"2"-4381,0 3-1707,4-31-23,-2 28 61,5-16 23,-2 42-39,2 12 11,-2 8-45,-1 5-5,-2 0 11,1-3-40,1-7-5,1-9 11,0-10 152,-1-8 223,-2-7-60,1-9-153,-2-7-27,0-12-6,-4-10 11,-2-8-28,-4-4 0,-3-1-11,-1 5 23,3 8-40,1 13-101,5 10 6,1 13 6,2 5 22,0 30 0,1 1-34,-1 24-5,1-7-6,3-4 1,2-7 21,3-8 1,0-12-1,-2-11 35,0-10-12,-2-12-6,1-8 0,-2-6 57,1-26-23,-9 5-28,3 12 0,-1-1 73,-8-21 27,1 8-60,4 16 105,-1 8-156,4 15-28,0 6 5,1 8 1,0 25 5,2 4-28,4 20-17,5-2 11,5-3-16,1-7-1,0-9 40,-4-11 28,-5-10 22,-3-7-16,-3-13 10,-6-9-10,-5-13 10,-8-13 6,-3-9-11,2-3 28,6 4 17,5 12-22,5 14-40,1 13-22,2 10 11,0 10-96,0 10-727,1 16 823,-2 15 0,1-22 0,-1 2 0</inkml:trace>
  <inkml:trace contextRef="#ctx0" brushRef="#br1" timeOffset="342105">7586 11616 21573,'3'8'1602,"-1"5"-1361,-2 2-95,0 4-73,1 1 27,1 2 18,-1-3 420,-1-3-118,-3-6-236,-1-6-4,-3-2-35,0-2 225,-9-1-17,-6-14-202,2-2-33,4-15-6,11 3-62,5 4 135,19-20-151,-4 24-1,13-14-27,-8 23 5,0 6-11,6 3-11,4 3 11,4 8 0,3 5-11,-1 7 5,-4 7-16,-9 23 33,-21-5-28,-8-11 0,-6-1 17,-8-5 0,-5 0-608,-14 11 1,-2-1 607,12-12 0,-1 1-8,-12 10 0,0-2 13,-3 0 29,-6-2-29,22-16 29,3-20 16,11-13 107,-6-24 1170,8 12-1226,1-3-112,13 24 11,5 7 22,15 8-22,17 6-22,21 4 8,-23-8 0,3-2-1250,12-1 0,1 0 300,-16-3 1,-1 0 963,9 0 0,-6-1 0,-16 0 0,-2-1 0</inkml:trace>
  <inkml:trace contextRef="#ctx0" brushRef="#br1" timeOffset="347799">11888 9320 16622,'-6'1'3542,"1"-1"-1040,5 0-1723,-5 1-414,15-2 583,37-7-794,-15 2 0,4-1-657,20-4 0,4-1 326,2 0 1,0-1 221,-11 3 1,4-1-2,4 0 0,5-1 0,-2 1-115,-13 4 0,-2 0 1,3 0-414,3-1 0,3 1 0,1-1 0,-2 2 396,-6 1 1,-1 1 0,-1 0-1,0 1-38,15-1 0,-1 1 1,0 0-1,-5 1 1,0 1-1,-2-1 18,-8 1 1,0-1 0,-3 1-229,11 0 0,-5-1 305,-13 0 0,-5 0 664,7 0 134,-21 0 577,-13 2-1602,-4 0 653,-7 8-395,-4 7 0,2-4 0,-1 3 0</inkml:trace>
  <inkml:trace contextRef="#ctx0" brushRef="#br1" timeOffset="366283">12896 9266 7747,'-6'-6'4017,"1"2"-1797,5 4 1202,0 0-2282,-61-5-776,42 5-6,-17-2 0,4 2-28,26 3 167,0 0-88,5-2 145,3-1-268,0 0 381,11-1-370,5-2-34,16-3-67,7-2-45,11-1-89,-5 1 19,-1 1 0,5-1-523,-11 3 1,2-1 456,0 1 0,2 0 0,0-1-569,15-1 0,0 1 562,3 0 1,-3 0-1,-12 1 1,0 0 6,-3 1 0,2 0 0,-3 1-7,3-1 1,0 1-11,-3-1 0,2 1 0,-1 0 30,9 0 0,-2 1-14,1-1 0,0 1-246,0-1 1,0 1 267,0 0 1,0 0-34,0 1 0,-1 0-6,-1 0 0,-2 0 3,-3 1 0,1 1 3,3 1 0,-1 1 794,15 1-794,-14 0 0,-3 1 1174,-6-2-1175,-4 0 1,0-1-3,9 0 17,13-2 28,1-3-28,1-1 98,1-1-115,-29 2 0,0 0-6,0 0 0,1 0 6,-1 0 0,0 0 3,0-1 0,-1 1 3,31-4-12,-2-1-307,0-2 296,-1 0-28,0-1 28,2 0 11,-29 6 1,0 0-12,1 1 1,0-1-1558,0 1 0,1 1 1574,-1-1 0,0 1-11,-2-1 0,1 1 308,28-4-297,-4-1 0,-14 2-17,20-4 6,-19 5 16,19-4 1,-13 5 5,-4 1-5,0 1 5,-2 2-22,1 0 0,0 0 11,0 1 203,-3 0-198,-4 0 3405,-2-1-3394,0 2 6,1 0-11,0 3-11,-3 0-5,-9-2-35,7 4 24,-5-2-892,16 2 908,1 1 0,-17-4 0,-4 0 0</inkml:trace>
  <inkml:trace contextRef="#ctx0" brushRef="#br1" timeOffset="367117">16371 8914 8903,'0'3'7316,"-1"0"-2981,1-3-2587,80 20-1031,-21-14-1997,-17 0 1,7 3 0,-5-4 1343,-6-4 1,0-1 8,5 0 0,4 0 0,-3 0-747,8 0 0,-1 0 691,9-1 0,4 1-474,-8 0 0,3 0 0,-8 0 476,-12 0 1,-1-1-58,9 1 0,6 0 0,-7 0 122,16 0 1391,-5 0-1273,-1 1 2026,-35-1-1763,8 1 2881,-24-1-2953,0 1-516,-5-1 123,-5 1 0,4-1 0,-3 0 0</inkml:trace>
  <inkml:trace contextRef="#ctx0" brushRef="#br1" timeOffset="372900">16982 9129 9425,'8'-9'6340,"-2"2"-4593,-6 7 5098,0 0-5927,-3-46-228,0 33-214,-1-33-219,1 43-150,2 3-74,0 5-5,1 9-16,0 15 10,0 14-16,1 10 33,-1 3-22,1-1-34,0-4 22,-1-8-10,0-15 5,0-6 123,0-13 95,0-4-111,0-6 89,5-27-146,-2 9 23,1-31 17,-3 11 16,-1-12 0,0 2 51,0 6 50,0 11-67,0 12-56,0 10-15,0 6-69,0 4 0,-1 7 0,0 10 0,-1 4 0,0 30 0,3-9 0,5 17 0,3-16 0,4-10 0,-2-12 0,-3-11 0,-5-7 0,0-13 0,-1-10 0,1-17 0,-1-13 0,-1-11-326,0-2 326,-1 7 0,0 13 0,-1 16 0,-1 15 0,-1 7 0,-3 11 0,-4 11 0,1 3-253,-13 39-1584,8-4 1752,5-9 1,2-1-1,0-1 1,6-2-1</inkml:trace>
  <inkml:trace contextRef="#ctx0" brushRef="#br1" timeOffset="373685">16540 9810 23551,'-24'-48'797,"0"0"0,1 5 0,-3 12-466,-15 26-141,-1 16-106,6 16-33,3 18-40,19-14 0,1 3-225,-1 4 0,2 5 193,0 6 1,2 6 0,0-2-639,3-8 0,0-2 0,1 3 308,-1 14 0,0 4 0,2-2-521,2-7 0,2-1 1,0-5 557,1 3 0,-1-2 64,1 13 1,-4-7 272,-12-5 758,-15-6-80,-22-36-483,13-18 3,15-10 0,3-7 278,9-26-374,7 17 0,4-1 37,6-1 1,5-1-82,2 2 1,4 0-46,4 0 0,4 2-30,2 2 0,3 2-15,2 2 1,3 3-4,1 3 1,1 3-6,2 4 1,0 1 2,0 3 0,0 1 11,-1 0 0,-1 2 590,-2 0 0,-2-1-570,24-9 5,-9-5 40,-10-3 139,-9-1 327,-8 3 138,-9 5 394,-5 7-590,-4 4 63,-1 5-326,-1 2-117,-1 1-73,-2 5-12,-4 8 7,-2 13-7,-3 12-66,1 10-1985,7-14 0,1-1 1435,-1 14-380,2 7-8840,8-12 8524,-3-20 1,3 6 0,-3-24 0</inkml:trace>
  <inkml:trace contextRef="#ctx0" brushRef="#br1" timeOffset="373868">16876 9890 20520,'-3'-6'3719,"1"1"-3573,2 5-4307,-23-14 4161,20 22 0,-19-19 0,25 23 0</inkml:trace>
  <inkml:trace contextRef="#ctx0" brushRef="#br1" timeOffset="374351">17238 9860 22134,'-3'-5'3937,"2"1"-2867,1 4-986,-16 12-56,12 5 5,-11 30 29,16 6-40,-1-10 1,0 0-40,1 16 25,-2-20 1,-2-1-9,-4 3 39,-3 3 39,0-11 113,3-16 33,2-12-157,7-10 17,5-14 123,18-29-3543,-6 14 3381,10-19-64,-2 15 58,-10 15 6,15-11-51,-12 23 23,13 3-12,-1 12 3328,4 10-3333,-11 3 191,0 12-202,-10 0 22,0 18-22,-10-15-12,-26 21 6,1-32-22,-3-1 0,-6-1-174,-30-2-151,0-4-543,-1-16-2504,29-17 2563,16-9 0,10 8 0,5 6 0</inkml:trace>
  <inkml:trace contextRef="#ctx0" brushRef="#br1" timeOffset="374842">17780 9777 27505,'1'52'118,"0"-1"1,-1 1 0,1-3 0,-1-1-1,-1-6-93,-2-3 1,-1-4-15,-5 20 8,2-23 1,-2-1 31,-6 21-51,0-5 28,4-8 72,8-23-16,2-10 73,7-10-105,12-19-52,4-6 0,8-17 0,0-9 0,-10 18 0,4-6 0,-6 16 0,7-4 0,3 4 0,5 5 0,-10 15 0,6 6 0,6 25 0,-9-8 0,9 27 0,-23-11 0,0 10 0,-6-2 0,-12-1 0,-12-5 0,-14-3 0,-10-9 0,-4-9-343,3-12-32,13-6-2919,8-20-6537,17 2 8704,3-3 0,5 12 0,-1 9 1</inkml:trace>
  <inkml:trace contextRef="#ctx0" brushRef="#br1" timeOffset="375218">18496 9997 27317,'-20'38'28,"1"1"0,0-1 0,-7 15 0,7-6-28,12-8-5276,22 12 5265,-5-31 1413,21 12-1374,-16-28 919,19-9-925,-11-9 160,10-10-115,-13 2 3499,-2-16-3448,-12 10 5,-4-13-49,-15 9-74,-9 3 0,-7 5 0,-2 7 0,5 6 0,5 5-214,11 4-677,6 4-1220,14 3 2111,13 2 0,-8-2 0,4-2 0</inkml:trace>
  <inkml:trace contextRef="#ctx0" brushRef="#br1" timeOffset="375517">19070 9880 21855,'0'-3'4330,"0"0"-2050,0 3-2280,-23-58 68,17 43-68,-20-39 34,18 69-34,-12 19 0,5-7 0,-2 4-189,-4 8 1,-1 2 188,-1 4 0,1 2 0,3 0 0,2 0 0,6-4 0,3-1 0,6 17 0,13-25 0,7-2 0,21 3-113,10 5-979,-10-27 0,3-5 1092,-6-5 0,-2-2 0,27 3 0,-19-7 0</inkml:trace>
  <inkml:trace contextRef="#ctx0" brushRef="#br1" timeOffset="376225">19270 10118 20285,'-4'-6'2100,"-3"-25"1,3-6-1312,12-1-646,-10-1 1,4-1 427,33-8-465,-14 25 90,31-11-151,-17 25-17,16 3 6,0 22-23,-11 8 11,-20 2 1,-5 4 16,-9 24-268,-11-18 0,-6 1 265,-6-4 1,-6-2-15,-3 0 1,-2-2-1611,0-2 0,1-1 1605,-19 16-11,16-12 22,17-11 73,13-9-34,8-5 403,21-8-453,1-3 0,4-2-107,15-2 1,2-2-26,-5 0 0,1 1-431,16-4 0,-4 1-259,-27 6 0,0 1-2357,22-6 0,0 0 3162,-17 3 0,-4 1 0,14-3 0,-32 8 0</inkml:trace>
  <inkml:trace contextRef="#ctx0" brushRef="#br1" timeOffset="376451">20013 9708 21775,'-5'-6'4867,"2"2"-4015,3 4 206,0 0-1013,11-21-45,7 26 39,30 8-39,-19 12 0,0 9-572,7 9 1,0 1 554,-8-7 0,-3 2-218,-6 0 0,-3 4 0,-6-1-776,-6 2 0,-8 1 1011,-2 0 0,-4 4 0,-1-7 0,0-10 0,-2-4 0,-22 24 0</inkml:trace>
  <inkml:trace contextRef="#ctx0" brushRef="#br1" timeOffset="393276">17952 11010 13189,'0'-6'8748,"0"2"-6580,3-58-1261,0 35-562,-1-10 0,0 3-60,0 19 124,-1 7-219,-1 6-128,1 1 50,-3 27-84,0-7-11,-2 25 39,0 5-34,0 10-217,2-20 0,1 1 195,0 0 0,1-1 0,0-1 0,0-2 23,-1 26-23,0-15 44,0-17 141,0-16 50,1-10-84,0-14-67,0-25 340,1 4-393,1-1 0,1-3 8,5-23-1665,-2 10 0,2-1 1704,-2 8 1,-1 1-12,2-4 0,-1 3 12,-1-4 61,-3 10-6,-2 20-61,0 4-56,-3 21-45,-2 14 3386,-1 21-3358,0 14 5,5-26 1,0 2-1,0-1 1,0 1-12,2 4 1,0-2-6,0 10 17,1 4 10,-2-33 18,0-3 22,0-16-49,-4-16-7,-1-19 0,-1-2 0,2 6 0,1-1 0,0-27 0,1 20 0,1 0 0,1-11 0,-2 4 0,1 37 0,-2 0 0,1 12 0,-5 18 0,2 8 0,-2 23-71,7-16 1,2 1-504,3-3 0,3 1-4342,7 13 1,2-2 2457,6 2 0,3-4 1,-22-36-1</inkml:trace>
  <inkml:trace contextRef="#ctx0" brushRef="#br1" timeOffset="394734">17071 11612 12584,'-59'6'2122,"-1"0"1,16-1 0,3-1-851,-21 5-556,34-5 23,2 0-71,13-2 99,8-1-560,3-1 303,2 0-309,1-3-156,0 1 11,4-4 11,6 0 23,9-1-6,11-2-6,7 3 1,3 0-1337,13-3 1258,-14 3 0,4 1 28,-1 0 0,-2 0-684,16 0 670,-4-1 0,3 1 11,-16 2 0,0 0-22,10-1 0,2 1 11,0 0 0,0 0-6,-1 0 1,-1 2-7,-11-1 1,-1 0 3,7 1 0,1 0-9,1-1 0,2 0 17,12 0 0,1 0-667,0 1 0,-3-1 656,-11 0 0,-2 1 13,-3 0 1,-3 1-184,-8 0 0,1-1 173,6 1 0,1 0 2,-2 0 0,0 0-5,-2 0 0,1 0 2,7 0 1,0 0-3,-6 0 0,-1 0 2,-1 0 1,-1 0 8,0 0 0,-2 0-3,25-1-6,-15 1 1,1-1-6,16 0 6,-12 1 0,-3-1 10,-6 1-19,-2 0 1,0 0 918,12 0-905,-12 0 1,1 0-12,12 0 11,-7 0 0,-2-1-17,-4 0 303,-2 0 0,0-1-303,7-1 1,9 2 10,0 0-10,-12 1 1570,-7 0-1565,-3-1 416,-4-1-875,10-2-2201,5-3 2660,5-4 0,-19 6 0,-3-1 0</inkml:trace>
  <inkml:trace contextRef="#ctx0" brushRef="#br1" timeOffset="395892">16777 11953 13800,'3'-9'9248,"0"2"-6167,-3 7-1352,0 0-4165,1-64 2758,-5 38 154,2-11 0,-1 0-432,-6 19-178,0 3-491,3 4 66,1 3-113,2 4 3290,2 2-2948,1 10 167,0 9-4,-1 16 164,-2 15 2,-3 11-127,2-25 0,0 0 133,0 0 1,0 0-12,0-2 1,1-1 27,-1 23 6,2-11-22,2-14 95,0-14 151,0-8 0,2-14-146,0-11-67,1-15 273,0-14-287,-1 12 1,-1-1-4,0-13 3,0 13 1,-1 1 30,0-4-17,0 3 140,0 7-151,0 20-11,-1 1-45,0 15 33,-5 10 7,-2 15-7,-1 11 18,-1 7-35,5 0-10,2-2 28,5-8-12,2-9 6,3-11 62,-1-16-29,-1-17-16,1-17 17,2-19-12,0-13-5,-2 21 0,0 0 41,-2 9 1,0 0 8,3-24 96,-5 27-57,-2 19-82,0 2-24,-1 7 0,-1 10 0,-3 11 0,-4 16 0,0 13-7,3 9-206,4-19 0,1-1-623,3 16-3620,2-14 1,-1-2 4455,3 2 0,-1-5 0,-3-17 0</inkml:trace>
  <inkml:trace contextRef="#ctx0" brushRef="#br1" timeOffset="404441">16317 12927 24990,'-10'-39'493,"1"0"0,-9-19-471,9 75 6,-5 21-17,4-7 1,0 2-645,-1 9 0,0 3 579,-1 5 1,0 3-84,2 3 0,1 2-253,1 2 1,2 0-331,1 1 0,2 1-322,2-2 1,0-1 161,-1-3 1,-1-2 784,-1-9 0,-2-3 1249,-13 17-12,-7-31-268,-3-34-409,-1-25-157,2-24-476,17 20 1,2-2 299,2-2 0,3-1-46,3 1 1,5 0 402,2 4 1,4 2-412,20-21-50,9 11-160,6 11 132,3 4-5,4 5 10,2-2-16,1 0 0,0-4 33,-2-2 6,-4 0 40,-7 3 212,-10 6 352,-11 5 120,-8 5 551,-7 5-810,-3 4 129,-2 2-600,-4 8 218,-3 6-240,-3 13-56,-2 8-17,4-4-694,1 19-1065,4-14-6329,0 13 8161,3-18 0,-1-13 0,1-8 0</inkml:trace>
  <inkml:trace contextRef="#ctx0" brushRef="#br1" timeOffset="404634">16787 12775 26183,'-34'-10'-3332,"7"13"3332,29 44 0,-1-20 0,3-3 0</inkml:trace>
  <inkml:trace contextRef="#ctx0" brushRef="#br1" timeOffset="405102">16936 12820 22851,'0'-7'3315,"0"2"-2402,0 5-644,0 0-241,11-11-22,2 39-6,11 5-6,-11 4 0,-3 6-1732,1 10 0,-3-1 1716,-2-16 0,-1 0-4,-2 12 1,-2-4 8,-4-6 29,-6 21 88,2-36 74,-3 2-51,4-32-33,3-18 33,0-16 11,8-12 3331,1 10-3348,6 7 1,4 1-39,5-2-40,10-13-22,-4 29 16,-3 14-33,9 2-44,4 13 44,4 10-28,3 11 0,-1 7 11,-6 3-6,-13 2 18,-15 0-29,-35 7 23,2-16-20,-2-12 0,-4-3-170,-16-3-208,-11-3-806,5-14-3597,11-13 4812,17-7 0,13 7 0,9 5 0</inkml:trace>
  <inkml:trace contextRef="#ctx0" brushRef="#br1" timeOffset="405586">17603 12795 23999,'0'-3'2935,"0"0"-1989,0 3-896,-1 30-5,8 7-34,-1 5 1,2 2-18,5 13 3,-3-8 0,-1-2 3,-4-8-6,-2-4 1,-1 0 16,-6 2-4189,-1 6 4200,0-19 1011,1-9-910,4-19-83,0-3 16,1-16 11,3-6 28,4-12-60,12-14-35,-5 18 0,12-10 0,-5 24 0,-1 1 0,7 5 0,8 11 0,24 16 0,-4 7 0,-24-1 0,-1 4 0,-8 6 0,-3 0 0,3 8 0,-7 17 0,-24-32 3392,-16 10-3392,-27-6-52,-7-6-144,22-9 0,0-3-3248,-21-17-192,27 2 3636,10-14 0,21 15 0,1 1 0</inkml:trace>
  <inkml:trace contextRef="#ctx0" brushRef="#br1" timeOffset="405941">18351 13036 26717,'-18'45'28,"0"0"0,0 3 0,9-7-22,18-18 102,8 5-92,15-13 60,4-11-65,-7-4 95,5-18 86,-19 0-80,2-7 407,-9-10-239,-10 8-56,-5-11-56,-9 11-116,-5 4-52,4 8 0,-4 4 0,5 7-102,2 1-514,4 4-1031,7 5-16,4 1 1663,8 7 0,-5-9 0,4 2 0</inkml:trace>
  <inkml:trace contextRef="#ctx0" brushRef="#br1" timeOffset="406192">18683 12882 26771,'6'-49'0,"-8"23"901,-15 53-901,-6 24 0,16-19 0,1 1 15,1 1 1,2 1-16,4 4 0,5-2-264,15 16-828,14-10-2493,7-4 3585,-5-10 0,-12-11 0,-13-9 0</inkml:trace>
  <inkml:trace contextRef="#ctx0" brushRef="#br1" timeOffset="406458">19273 12915 28671,'-16'-36'0,"1"0"0,-10-17 0,27 70 0,1 18 0,1 19 0,-1-23 0,0 2-213,0 1 1,-1 0 200,1-2 1,0-1-1423,3 26-3839,1-11 5273,-3-12 0,-1-16 0,-3-10 0</inkml:trace>
  <inkml:trace contextRef="#ctx0" brushRef="#br1" timeOffset="406708">19492 12714 28671,'36'-35'0,"6"27"0,-10 56 0,-10-13 0,0 2-560,-3-5 0,-1 1 560,7 22 0,-2 1-298,-11-17 0,-3 1-61,2 17 0,-5-1-187,-7-22 0,-6-1 546,-12 8 0,-3-5 0,4-10 0,-14 9 0</inkml:trace>
  <inkml:trace contextRef="#ctx0" brushRef="#br1" timeOffset="407476">17716 14347 23047,'2'-56'1155,"0"0"1,-1 8 0,0 9-944,1 15-172,-2 25-18,0 10 12,0 28-29,2 9-25,-1-14 1,1 2-292,1 3 1,1 1-351,2 1 0,1 0-3974,-1-1 1,1-1 3814,5 15 0,-6-20 0,-4-25 1</inkml:trace>
  <inkml:trace contextRef="#ctx0" brushRef="#br1" timeOffset="407734">17477 14610 22246,'-1'-8'3904,"0"2"-3378,1 6-375,-6-61 40,12 38-163,-3-12 0,6 2 11,32 18-17,-11 9 1,4 1-329,7-2 0,3 1 314,5 1 0,1 1-5,1-1 0,-1 1 2,-4 2 1,-1-1-3,-7 0 0,-3 1-20,17-2 34,-20 0 11,-18 2-67,-9 2-409,-4 0-2941,-1 0 3389,-1 2 0,1-1 0,0 1 0</inkml:trace>
  <inkml:trace contextRef="#ctx0" brushRef="#br1" timeOffset="409724">17676 14711 17031,'16'-44'1386,"1"1"1,-1 0 0,-1-2 0,-2 0 0,-2 2-976,-1-8 1,-3 2-351,-2 2 1,-1 3 571,2-8-17,-2 19-498,-2 19 18,-2 14-108,0 17 17,-2 17-12,1 22-582,0-19 1,0 1 550,1-6 1,0 2 8,0 19 1,2 1-118,0-19 0,1 0 103,2 14 1,1-1-10,9 13 186,-4-24 39,-2-19-101,-6-31-79,-5-21-16,-2-25-6,2 21 1,-1-2 102,0-6 1,0-1-87,1-3 0,0 0 2,0 1 1,1 2 11,1 4 0,0 3 505,-1-14-295,-1 13-179,-1 29-90,-1 3 17,-1 23 6,-1 17-15,1 7 1,0 2 3,-1 23 200,3-21 0,0 3-195,2 2 0,1 0-3,0-8 0,0 0 0,0 15 1,0-3-4,0 4 12,-1-11 38,-3-27 18,-3-9-17,-9-22-6,-6-23-25,7 10 0,0-4-247,-1-6 1,-1-1 249,0-5 0,1-2-6,0-1 0,2 0 8,2 3 1,1 2 0,4 5 0,2 3 13,-1-11 486,5 20-525,1 16-28,1 13 68,8 13-23,5 21-28,7 19-266,-9-21 0,0 3 280,-2 3 1,-1 2-4,0 1 0,-1 0-2,-1-2 0,-1-2 13,0-4 1,0-2 495,2 19-496,0-21 35,-4-18 4,1-19-38,1-19 5,2-23-11,-4 12 0,0-4-167,1-8 0,-1-1 172,-2 6 1,0-1 11,-1-4 0,0-3 0,0 3-1,-1 1 1,-1 0 2,0-16 1,0 2-3,-1 24 1,0 5-18,-3-10 0,1 20 0,0 12-3078,3 17 3078,0 16 312,2 26-312,0-15 0,0 4 0,0 8 0,1 2-351,-1 5 1,1 1 350,0 1 0,-1-1 0,0-5 0,0-2-44,0-8 0,0-2 44,1 16 2843,0-23-2843,1-19 422,1-19-422,2-18 0,3-24 0,-4 13 0,-1-2 189,0-10 0,-2-2-189,0-6 0,0-1-377,-2-2 0,1 1 377,-1 2 0,0 3 0,0 8 0,0 4 0,-2-14 0,0 27 0,-4 19 0,-2 20 649,-6 20-649,-4 26 0,7-17 0,0 2 73,3-6 1,0 1-74,2 4 0,0 5 0,1-4 0,2 3 0,0 0 0,0-6 0,0 4 0,2-5 0,2 2 0,3-6 0,2 16 0,4-25 0,-2-17 0,-4-22 0,-2-19 0,-4-27 0,-1 18 0,-2-3-3,-1-9 0,-2-2 3,-2-9 0,0 1 0,1 10 0,1 1 0,-2-10 0,2 2 0,4 15 0,0 3-1560,1 3 1,-1 4 1559,1-11 0,2 38 0,1 23 0,6 19 0,4 25 0,1-2-50,0-2 1,0 3 49,-3-16 0,1 1 0,3 17 0,1 0 0,-3-16 0,0-5 1535,-1-7 1,0-4-1536,4 7 0,-5-21 0,-4-27 0,-3-23 0,-3-26 0,0 21 0,-2-2-63,0-7 1,-1 0 62,-1 0 0,0 1 0,2 3 0,-1 3 0,0-19 0,2 26 0,2 22 0,0 22 0,1 17 0,3 22 0,-1-18 0,2 3 436,1 5 1,2 0-437,-2-7 0,2 0-1597,7 19 1,2 1 1596,-1-11 0,-1-3 0,-1-1 0,0-3 0,6 10 0</inkml:trace>
  <inkml:trace contextRef="#ctx0" brushRef="#br1" timeOffset="410401">20385 13135 23892,'-5'-48'1055,"1"0"0,0 7 0,1 7-882,2 17-16,0 11-157,1 13-5,3 14 33,4 18-23,2 17-30,-3-22 0,-1 0-320,0 1 1,0 1-228,-1 0 1,1 0-1364,0-1 0,1-1 1935,4 18 0,-3-20 0,-2-17 0</inkml:trace>
  <inkml:trace contextRef="#ctx0" brushRef="#br1" timeOffset="410608">20366 13229 27180,'-33'-38'123,"17"6"-100,55 28-7,11-1-144,10 0-806,-28 2 0,1 1 934,4 0 0,-2 0 0,5 0 0,-6 0 0</inkml:trace>
  <inkml:trace contextRef="#ctx0" brushRef="#br1" timeOffset="411668">19865 11537 8814,'-11'0'3237,"-23"-2"1,-7 1-1132,-5-1-1678,-3 1 0,-1-1 804,-5 1 51,17-1-70,15 0-597,14 0 70,20-4-496,2 2 34,16-2 0,5-1-100,9 1-657,6 0 0,7 1 603,-7 1 0,4 1-44,-8 1 1,5 0-1,3-1 1,1 0-572,-3 0 0,3 0 1,1 0-1,0-1 1,-2 1 544,6 0 0,-2-1 0,1 1 0,3-1-11,-1-1 1,4 0 0,0 0 0,-3 0 0,-6 0 2,-3 0 1,-6 1 0,4-2-178,7 0 1,4 0 0,1-2 0,-2 0 189,-8-1 1,0-1 0,-2 0 0,-2 1 1,8-2 1,-3 2-1,2-3 0,-3 0 0,2-3 0,-3 1 0,-7 2-7,-9 1 0,-1 0 11,7 0 0,4-1 1,-7 3-24,4 1 23,-6 3 1,-2 2-7,-14 4 763,10 5-762,-22-2 2993,2 5-3004,-9-7 1089,1 1-4674,-3-1 3590,-1-1 0,0 0 0,1 0 0</inkml:trace>
  <inkml:trace contextRef="#ctx0" brushRef="#br1" timeOffset="415558">21283 11527 24861,'-20'-58'869,"5"12"-763,14 51-5,2 5-62,1 4 56,6 12-11,3 2-45,5 12-39,1 4-184,-2 6-1855,-5 6 2039,-9-21 0,-1-4 0,2-2 0,-4-4 0</inkml:trace>
  <inkml:trace contextRef="#ctx0" brushRef="#br1" timeOffset="416359">21493 12708 21747,'-13'-44'949,"1"-1"1,-1 0-1,-5-16 1,-4 13-597,-16 20-225,6 14 40,-6 10-89,10 17-46,-1 15 7,9 25-29,14-18 0,1 4-592,2 7 0,2 2 595,2 6 0,2 3-52,0-6 1,2 2 0,1 0-1061,0-6 0,0-1 0,1 1 915,1 10 0,0 1 0,0-3-77,-2-8 0,-2-2 1,0-1-77,1 7 0,-3 0 128,-9 12 1,-4-4 308,-12-3-28,5-20 0,-3-9 44,-16-18-5,2-28 603,6-20-631,12-2 1667,12 2 1,3-3-1618,6 11 1,1-1 1,3-14 0,3 0-80,2 8 0,4 2-40,1 1 1,2 2 6,15-17-29,-2 16 0,2 3-5,5-2 14,7 1 0,3-1-9,-21 14 1,0 1-350,12-8 0,0 1 355,8-7 16,-19 11 0,-2 1-4,4-4 27,6-6-11,-23 16 619,-6 2-530,-7 8 1028,0-4-825,-2 4 196,0-1-376,-1 3 95,0 1-207,-3 10-6,1 0-22,-5 27-3465,2 8 3381,2-1-72,1 2-3110,3 6-856,0-24 4122,3 21 0,-2-39 0,1-1 0</inkml:trace>
  <inkml:trace contextRef="#ctx0" brushRef="#br1" timeOffset="416551">21901 12573 21741,'-3'-7'2963,"2"2"-2756,1 5-1153,0 0-510,-13-17-477,12 21-3321,-7-11 4406,16 29 0,-3-11 0,0 1 0</inkml:trace>
  <inkml:trace contextRef="#ctx0" brushRef="#br1" timeOffset="417008">22075 12623 21814,'0'-6'3972,"0"0"-3592,0 6 371,0 0-734,17-37-12,-3 52-3380,19 3 3392,-18 38-6,-5-12 0,-2 2-288,-4 17 271,-2-24 0,-2-1 9,-1-2 0,-2-3 3,-2 15 22,-5-4 39,5-27 140,-2 0-33,6-21 3164,0-11-3271,2-14 410,5-13-410,5 7 0,3-1 12,12-17-65,-11 23 0,2 3 31,14-4-40,2 13 1,1 6 5,8 11-39,-8 13 28,0 11-22,-1 7-23,-4 16 34,-18 8-29,-20 2-2,-7-28 0,-3-3-30,-21 7-172,2-13 0,0-4-108,-4-2-3877,-6-5 0,1-5 4229,12-10 0,-12 1 0,39-1 0</inkml:trace>
  <inkml:trace contextRef="#ctx0" brushRef="#br1" timeOffset="417491">22670 12504 24385,'2'-6'2213,"0"1"-1351,-2 5-733,-4 66-4302,3-19 4201,1 5 0,0 2-17,1-19 0,1-2 366,0 1 1,0-1-367,1 27-5,-6-8 5,-1-11 28,-2-15 73,3-13 62,2-11 3255,2-13-3401,3-12 191,6-12-169,6-10 17,6-4 12,7 1-431,4 3 380,3 9-6,0 9 6,-2 13-28,-3 9-11,-1 13 6,-1 10-7,-1 13 7,-4 8 10,-7 7-21,-8 5-7,-14 1 6,-14-3-27,-17-8-35,-13-11 23,6-14-59,11-11 1,0-5-200,-5-9-118,-8-13-1327,28-12-1899,22-8 3658,17-5 0,-6 21 0,4 5 0</inkml:trace>
  <inkml:trace contextRef="#ctx0" brushRef="#br1" timeOffset="417841">23365 12661 27578,'-44'31'48,"0"1"1,5-2-1,9 0-37,21 15-5671,6-2 5671,12-4 1387,4-7-1404,6-6 877,-1-10-837,0-7 16,0-14 62,7-18 3325,-7 2-3292,5-21 12,-12 9-6,-2-10-5,-4 4-55,-5 6-91,-10 7 0,1 12 0,-5 5-147,-3 10-547,4 5-1608,-2 6 1454,11 6 0,3-7 0,4-1 0</inkml:trace>
  <inkml:trace contextRef="#ctx0" brushRef="#br1" timeOffset="418085">23919 12530 28541,'-50'25'0,"0"-1"0,4 2 0,8 5 0,23 4 0,7 3 0,-1 0 0,4 1 0,4-1 0,5 0-213,3-2 0,5-2-837,3-3 0,5-3-56,7-1 0,-1-5 1,4 3-1,0-9 1</inkml:trace>
  <inkml:trace contextRef="#ctx0" brushRef="#br1" timeOffset="418824">24148 12768 18000,'3'-4'6654,"-1"2"-5125,-2 2-1411,15-24-51,-16 24 39,2 5-66,-14 25-29,-4 20 11,11-10-5,8-3 0,16 2 0,-2-14-6,9-4 45,3-12 56,-5-8 11,10-9 202,-3-20-168,-12 5 201,1-18-11,-14 12-95,-4-7-67,-8 2-45,-7 3-133,-11 3-7,6 11 0,-3 3 0,1 10 0,2 4-13,-9 8-558,4 7-1394,5 11 1965,9 7 0,7-14 0,5-2 0</inkml:trace>
  <inkml:trace contextRef="#ctx0" brushRef="#br1" timeOffset="419059">24663 12519 24789,'-4'-41'90,"1"0"0,-1-20-90,12 100 0,0-9 608,0 1 1,1 4-609,2-2 0,0 2 0,2 2 0,0 3 0,2 10 0,0 2 0,0-2 0,-5 3-36,-6-11 0,-4 2 0,-4-2-1069,-9 13 1,-9-1 1104,-5-7 0,-6-1 0,2-5 0,3-9 0,0-5 0,-6-2 0,0 1 0</inkml:trace>
  <inkml:trace contextRef="#ctx0" brushRef="#br1" timeOffset="420018">21875 11387 14376,'-6'0'4901,"0"0"-3843,-26 0 1,-8 1 28,3 0-617,-9 0 1,0 0 369,16 1-179,11 0-106,10-1-51,9 0-168,11-6-252,3 0 50,26-12-56,-4 5 1,5 0-788,8-2 0,5 1 727,-5 2 1,4 0 0,1 1-844,6 1 1,1 0 0,-1 1 828,-8 0 0,0 1 0,5 0 2,-2 0 1,6 0 0,3 0 0,-1 0-1,-4 0-5,0 1 1,-3 0-1,0-1 1,4 1-346,-6 0 1,2 0 0,3-1 0,-1 1 0,-1 0 0,-3 0 347,0 0 1,-3 0-1,-1 0 1,-1 0 0,1 0 25,10-2 1,0 0 0,-1-1 0,-3 2-222,2-2 0,-2 1 0,-5 1 249,9-3 1,-6 2 326,-15 2 0,-6 4-312,-11 6 1538,5 0-1572,-19 5 2713,-4-4-2702,-2 0 1995,-2-2-2090,1 0-588,0 1 633,3-2 0,-2 0 0,2 0 0</inkml:trace>
  <inkml:trace contextRef="#ctx0" brushRef="#br1" timeOffset="425150">21640 14234 21075,'3'-5'5108,"0"1"-4173,-3 4-722,26-52-67,-21 45-57,14-29-10,-34 66-51,0 1-6,-9 19 6,7-6-1719,9-10 1,2-1 1690,3 11-11,18-11 0,6-3-11,17-9 22,-6-6 0,1-3 22,16-13 56,3-22 85,-15-9 94,-4-17-100,-17 13 90,-6-12-190,-7 4-57,-11-7 3392,-8 13-3392,-8 14-192,-14 18-2541,-5 5 2733,-6 3 0,16-1 0,14 2 0</inkml:trace>
  <inkml:trace contextRef="#ctx0" brushRef="#br1" timeOffset="429784">15619 11371 19412,'0'-49'1319,"-1"-1"1,1 2 0,-1 9-597,1 19-186,0-3-117,0 5-4228,2 3 3881,-1 8 820,0 2-876,-1 13 39,0 10-23,0 18-5,-1 16-1151,-1-13 0,0 0 1123,0 16 3,0-16 0,1-3 2260,6 4-2252,0 4 0,5-7 34,-4-17 67,-2-7 313,-3-10-346,-7-33-23,-2 2-28,-3-20 0,-3-5 28,2 4 61,0-9 23,2 7 12,3 16-74,3 14-106,1 12 28,2 10 11,1 14 0,1 13-22,3 31 6,0-14 10,0-4 1,1-1-6,0-7-6,7 25 3393,-3-30-3387,0-2 16,0-6 119,-6-17-96,1-3 6,-3-16-23,0-11 51,-2-16-39,-2-14-26,2 16 0,0-1-203,-1-17 226,1 19 0,0 3 86,0 4 7,0 4-96,-1 16-23,-1 17 1,1 6-6,-2 24-6,1 11-1601,1-5 1,0 1 1606,-1 17-1135,2-11 1,1-3 1140,2-9-1,5 20-16,1-35 22,0-3 12,-1-13 2273,-3-16-2262,-1-27-9,-3-3 0,-1-3-20,1 12 1,-2-2 16,-2-19 1,-2 0-9,1 21 1,-1 3 119,-6-26-55,4 18 10,3 26-83,2 12-6,-1 11-17,-2 14-100,1 34-107,1-11-1025,7-8 0,4 0 1249,7 6 0,1-7 0,-4-18 0</inkml:trace>
  <inkml:trace contextRef="#ctx0" brushRef="#br1" timeOffset="433326">8987 8928 8259,'-2'-3'6302,"0"1"-393,2 2-4800,-13-34-319,11 18-325,-6-29-185,18 25-118,8-1-67,6-1-27,5 2-35,6 4-44,2 6 17,1 6-6,0 9-28,-4 6-34,-3 8 40,-10-3 16,-3 11 12,-11-8 33,1 11 22,-12-7 7,-5-1 32,-8-3 80,-4-3 111,0-6 146,2-4-208,6-4 331,4-3-330,7 0-101,0-3-90,5 2-33,3-2 5,9 1-22,5 1 0,7 2-6,4 6 28,4 3 12,4 6-40,-1 3 0,-5 2 17,-9 1-11,-12 0 11,-9-5 11,-27 7-56,-10-8-173,-23 6-623,0-7-6244,4-3 7085,14-3 0,17-3 0,12-4 0</inkml:trace>
  <inkml:trace contextRef="#ctx0" brushRef="#br1" timeOffset="450367">13887 6338 12274,'-3'0'4545,"1"1"1399,2-1-4702,-45 6 383,34-5-555,-33 5-307,44-6 335,0 0-775,4 0-147,2-1 213,4 0 39,17-5-353,0 2-36,15-2-1,-1 1 84,2 1-14,2 0-165,1 1-226,-10 2 98,20-1-64,-15 0 41,21-1 26,-9 0 28,2-1-300,4 1 442,1-2 32,3 1 6,-1-1 2,-1 2-30,1 1-18,-2 2-2,-3 0-156,-7 1-64,-2 0 40,-5 1-3253,13-1 3274,-18-1 25,22-2 44,-17-1 26,14-2 129,2-1-1050,-23 3 1,0 1 1077,13-2-852,-8 2 0,-2 1 682,-4 0 1511,28 1-1552,-23 0-31,10 0 13,-3-1-5,-3 1-8,-2-1 156,-1 1-116,1-1 2283,0 1-2262,3 0 9,3 0-5,2 1-32,4-1 20,1 1 303,0 0 3412,-13-1-3032,17-1 7,-15-1-274,-12 1 0,0 0 290,12-2 30,9 1-11,3-1-420,1 0-42,-24 1 0,0 0-1889,0 1 1,-1 0 1657,13-1-239,15 1 214,-31 0-114,25-1 9,-18 1 95,14-3 25,-13 1 22,-2-1-85,0 1 3291,-1-1-3326,2 2 424,1-1-284,5 1-40,2 0-17,0 1-118,-2-1 5,-4 1 11,-5 0-28,-3 1 46,-3 0-98,-2 0 5,0 0 38,-1 0 71,1 0 79,0 1-21,-2 1-93,-2-1 29,-2 1 47,-3-2-191,0 1-265,-6-1-9237,4 1 8863,-9-1 0,2 1 1,-6-1-1</inkml:trace>
  <inkml:trace contextRef="#ctx0" brushRef="#br1" timeOffset="452902">17699 6332 8707,'5'-7'7691,"-1"1"-5226,-4 6 1674,0 0-3176,3-25-722,-1 15 184,4-25-212,-2 24 454,5-10-40,-4 9-408,0 0-96,-3 8-140,-2 4-11,0 4 34,0 0 33,0 14-33,0 6-1,0 1 1,2 8 5,2-11 23,3 10-29,-1-12-5,3 8 34,-6-19 89,2 3 420,-3-11-84,-1-2-179,-1-6-224,1 0 62,-1-14 39,-2-10-68,1 0 29,0-2-45,-1 16-45,1 10-34,0 4-67,-1 3 1,2 5 60,-1 0 24,1 17-7,2-1-10,-1 6-40,4 0 22,-1-8-5,2 4 28,-2-9 40,-1-5 16,-2-8 141,0-1-197,-1-3 0,0-12 0,-3-14 0,1-5 0,-1-1 0,0 15 0,2 10 0,-1 7 0,1 7 0,1 7 0,0 1 0,0 16 0,2 10-321,1 6 321,1 16 0,-2-32 0,-1-2 0</inkml:trace>
  <inkml:trace contextRef="#ctx0" brushRef="#br1" timeOffset="460233">17239 6800 11995,'0'-5'8940,"0"2"-6084,0 3-2088,-15-60-326,4 42-325,0-16 1,-4 6-11,-7 29-45,-7 10-1,-3 14-27,-2 16-252,17-14 0,3 2 220,-1 6 1,3 2-17,1 3 0,3 2-54,0 3 1,3 1-608,1 1 1,2 1-9,2-1 0,1 0-320,2-2 0,1-2 355,0-11 1,0 0-202,1 3 1,-1-2 758,-2-1 129,-6 4 459,-10-24-319,-10-9 945,-4-10-676,-2-9 155,8-3 511,1-20-341,16 7-229,5-17-225,15 9-151,13 0-78,10 2-62,-3 11-3,-4 10 0,1 3-14,14-3-19,-12 6 0,1 0-26,20-4-16,-1 1-18,-4-3 63,-12 3 5,0-5 61,-13-3 79,-3 0 124,-7-3 240,-9 8-174,-4 3 572,-1 0-493,-3 6-129,-1-2-90,-1 6-139,1 2-51,-1 4 17,-1 8-17,-3 10-28,-2 12-140,1 8-286,3 2-45,2-9-4010,3 9 4509,3-15 0,-2-2 0,2-12 0</inkml:trace>
  <inkml:trace contextRef="#ctx0" brushRef="#br1" timeOffset="460408">17551 6845 17081,'0'-6'4643,"0"1"-3892,0 5-1081,-4-38-897,3 41-8604,-3-14 7646,4 35 0,1 2 0,-1-20 0</inkml:trace>
  <inkml:trace contextRef="#ctx0" brushRef="#br1" timeOffset="460909">17821 6909 17225,'0'-5'4436,"0"2"-1440,0 3-2962,-1-37 480,5 37-475,2-19 248,4 53-248,-2 14-11,-2 10-39,-8 5 574,-4-2-552,-3-9-11,-1-13 22,3-14 102,2-12 139,3-7-22,2-8-174,-1-2 336,1-16-325,-1-1-16,1-16-17,6-1-17,3-3 0,9 1 5,5 6-16,2 9-11,1 9-12,-1 9 0,1 9-5,-3 9-6,0 10 6,-4 6-28,-7 3-28,-4 1 22,-12 0-33,-9-2-258,-21 6 89,6-13-649,-20 6-975,18-16-5925,-3-1 7796,12-8 0,12 0 0,6-3 0</inkml:trace>
  <inkml:trace contextRef="#ctx0" brushRef="#br1" timeOffset="461417">18222 6779 16185,'2'-3'6828,"0"0"-4358,-2 3-2201,23-13-62,-14 22-84,17-3-55,-19 29-29,-1 7-34,-2 4 7,-4 2 16,-9 7-17,2-19 17,-7 4-6,6-23 17,0-1 342,4-7-202,2-6 191,2-10-280,0 1 50,3-13-28,3-1-12,5-9-10,5-3 33,8-8-100,-6 14-1,10-5-5,-6 16-6,11 0-22,-4 7 11,-4 7-6,-3 10 34,-8 9-28,4 10 11,-5 8-61,-5 14 50,-5-15-6,-12 13 6,-8-21-5,-12 4-40,-16-5 17,15-11-353,-14-5-571,29-18 79,-2-1-2808,18-18 3681,14-3 0,-6 8 0,5 1 0</inkml:trace>
  <inkml:trace contextRef="#ctx0" brushRef="#br1" timeOffset="461786">18824 6822 26536,'-21'37'147,"1"0"1,2-3-1,3-1-102,3 5-34,7-6 1,4-9 4,11 0-10,-2-14 50,19 4-17,-7-12 40,11-8-35,-11-1 7,-2-6 139,0-12 45,-6-9-106,0-6-22,-9 2-63,-6 16-10,-2 5 5,-12 4-151,-13 4-302,5 1-801,-1 9-2252,21 7 3467,3 1 0,3-2 0,0-3 0</inkml:trace>
  <inkml:trace contextRef="#ctx0" brushRef="#br1" timeOffset="462016">19194 6714 28087,'-34'-25'191,"0"19"-208,5 53-11,4 9-95,10 3-230,14 0-515,16-6-1054,15-9-4217,11-10 6139,-2-11 0,-14-11 0,-11-6 0</inkml:trace>
  <inkml:trace contextRef="#ctx0" brushRef="#br1" timeOffset="462598">19561 6779 18492,'-3'0'5546,"1"0"-3149,2 0-2050,30-66-218,-11 44-87,2-15 0,2 3 25,4 26-33,0 4-12,2 4-10,-1 7-12,-7 1-17,8 18 0,-13-1-11,3 11-6,-13-4 40,-12-1-12,-1-9 29,-19 6-6,13-16 167,-19 6 74,18-13 44,-6-2-33,9-7-62,4-3-89,3-3-51,5 0-39,5-1-17,6 1 6,1 4 11,12 1-33,-7 9-1,8 5 0,-5 9 12,-1 6-23,-6-2-28,-1 12 34,-9-9-34,-4 10-33,-5-11-17,-3-5-84,-2-8-191,0-6-420,-1-8-1344,-3-9 2134,-1-12 0,6 9 0,2-1 0</inkml:trace>
  <inkml:trace contextRef="#ctx0" brushRef="#br1" timeOffset="462866">20265 6460 23455,'-4'-3'3641,"0"1"-2168,4 2-1434,-26-20 0,32 28-22,-20-16-14,32 28 1,13 12-4,-9-9 0,0 2-396,10 13 1,1 1 381,-8-3 0,-2 0-96,-5-1 1,-5 2-756,-6 0 1,-8 0 864,-16 6 0,-5-4 0,1 4 0,-20-2 0</inkml:trace>
  <inkml:trace contextRef="#ctx0" brushRef="#br1" timeOffset="465275">17760 6222 11189,'-4'0'4228,"1"0"1850,3 0-5518,-11 0-257,8 0-68,-7 0 45,15 2-6,6 2-78,8 3 12,14 0 44,20-3-154,-14-2 0,5-2-913,15-4 0,6-2 841,-13 0 0,3 0 0,2-2-482,-10 1 0,2-1 0,0 0 0,1-1 461,2 0 1,0 0 0,1 0-1,-1 0 0,-1 0 1,-1 0 0,1 0 0,-1 0 9,2 1 0,-1-1 1,0 1-1,-5 1-9,17-3 0,-4 2 5,4-1 0,-9 2 0,-19 4 12,13 1-270,-27 6 247,6 3 0,-19-1 0,-2 0 0</inkml:trace>
  <inkml:trace contextRef="#ctx0" brushRef="#br1" timeOffset="468025">19371 6040 6938,'-9'0'5623,"1"0"-3730,8 0 1031,0 0-1849,-64-3-167,43 2-550,-14-1 1,4 0 89,26 2-112,4 0-112,10-1-17,8 0-61,20-1-23,17 0-87,-20 1 1,3 1-498,6-1 0,2 0 480,5 1 1,2-1 0,6-1 0,3 0-475,-17 1 1,1 0-1,2-1 457,3 0 0,2-1 0,0 1-707,4-2 0,1 1 0,1-1 695,4 0 1,0-1 0,1 1-7,-15 0 1,1 0 0,0 1 0,0-1-273,0 0 1,1 1 0,-2-1 0,1 0 283,13 0 0,-1 0 1,-1 0 1,-4 0 0,-2 0 0,-1 0-95,-6 1 0,-2 0 0,0 0 97,12-1 0,-3 0 84,-2 1 0,-3 1-73,10-2 1634,-1 3-1657,-36 1 1340,-1 2-1809,-11 2-3043,-6 3 3524,-3 2 0,-1-4 0,0-1 0</inkml:trace>
  <inkml:trace contextRef="#ctx0" brushRef="#br1" timeOffset="468993">19398 7474 22615,'-8'-24'555,"2"10"-342,6 36-107,-1-2 73,1 13-33,1 0-29,2 19-49,0-9-18,2-1 34,-2-18 22,-1-11 734,-2-7-257,0-6-314,-1-8-112,-3-10-56,-3-13-12,-2-10-66,1 3-1,3 6 1,0 0 49,1-12 18,0-16 33,4 24-72,0 15 21,0 8-72,0 10 12,0 6-1,0 6-11,0 19 0,0-9 22,0 15 17,0-9-44,1-5-62,-1 12-247,0-16-1126,2 6-8391,3-11 9239,0-4 0,0-4 0,-2-2 0</inkml:trace>
  <inkml:trace contextRef="#ctx0" brushRef="#br1" timeOffset="469792">18723 7854 8231,'-4'0'7428,"1"0"-1968,3 0-4361,-46 0-886,35 0 162,-35 0-246,46 0-1,1 0 57,8 0-45,13 0-78,2 0 72,23-3-50,6-1-507,5-1 458,-20 2 1,6-1-1,1 0-15,13-2 1,2 0 0,2 0-746,-1 0 0,2 0 0,1 0 727,-10 0 1,4 1 0,-2-1 0,-3 1 1,0 0 0,-3 1 0,-1-1-153,0 1 1,-1-1-1,1 1 145,5-1 0,1 0 1,-4 1-372,2-1 1,-1 0 368,-8 1 1,2 0-1,-4 0 14,-2 1 1,-1-1-59,10 0 0,0 0 47,-12 2 0,-1-1-8,15 0 0,-3 0 22,1 0-14,3 0 0,0 0-19,-10 1 39,3-1 0,0 0-890,3-1 873,8-2 155,1-3-161,-18 1 518,17-4-540,-11 2 407,-12 2-379,27-3 3215,-32 5-3204,29-4 415,-29 5-437,5-1 162,-5 0-167,-10 2-108,0 1-962,-5 3 1086,-1-1 0,-3 1 0,-6 0 0</inkml:trace>
  <inkml:trace contextRef="#ctx0" brushRef="#br1" timeOffset="470693">18574 8012 15659,'-2'-4'5539,"0"1"-2150,2 3-3031,-12-53-72,11 37-130,-9-38-71,14 52-18,1 9-39,-1 0 28,4 13-5,0 2-12,9 16-39,-1-5-6,1-2 23,-1-3 0,-8-15 22,1 3 146,-6-10 190,-3-4-173,1-1 156,-1-7-291,0 2 146,-4-20-157,3 8 50,-5-21 12,4 1-6,0 1-34,1 4 68,0 13-56,-1 12-51,1 1-28,-1 7 0,-1 7-5,-2 9 5,1 0-22,-1 19-6,3-18-241,4 29-761,8-19-6592,10 13 7611,3-13 0,-6-11 0,-7-10 0</inkml:trace>
  <inkml:trace contextRef="#ctx0" brushRef="#br1" timeOffset="471225">18571 8635 18616,'-1'-6'5114,"0"1"-3165,1 5-1725,-19-39-151,14 38-17,-13-23-17,17 52-11,4 7-39,-1-5-163,5 22-173,-1-14-639,3 17-739,-4-12-1249,0-6-3579,-1-7 6553,0-10 0,-2-11 0,-1-4 0</inkml:trace>
  <inkml:trace contextRef="#ctx0" brushRef="#br1" timeOffset="471432">18501 8656 22390,'-2'-44'442,"0"0"1,4-2-1,6 9-358,13 21-47,16-5-334,5 12-593,7 4-147,-7 5-6205,8 5 7242,-18 2 0,-6-2 0,-12 0 0</inkml:trace>
  <inkml:trace contextRef="#ctx0" brushRef="#br1" timeOffset="471610">18628 8786 15098,'-4'1'7629,"0"-1"-6201,4 0-1512,39-40-72,-19 26-477,10-11 0,3 1 633,8 12 0,-12 3 0,-4 2 0</inkml:trace>
  <inkml:trace contextRef="#ctx0" brushRef="#br1" timeOffset="471899">19212 8388 22246,'-5'-8'3607,"0"1"-2974,5 7 11,0 0-392,-23-10-157,4 22-22,-22 1-23,12 28-56,4 9-16,8 3 11,8-10-23,18-9 1,5-1-40,4-2-109,9-2 0,5-2-1085,25-8-430,-18-10 0,2-2 1697,-3-3 0,-2-2 0,11-2 0,-21-2 0</inkml:trace>
  <inkml:trace contextRef="#ctx0" brushRef="#br1" timeOffset="473167">19507 8372 23511,'2'-11'527,"2"5"-415,4 11-23,0 3 1,0 1-17,-2 1 11,-4 1-28,0-3 185,-5 4-62,-2-5 22,-2 1-77,1-5 347,-2-2-191,3-5-62,-1-5-117,3-3 50,2-16-117,3 5-1,4-8-5,4 8-5,4 8 5,1 7-34,2 6-28,3 8 40,4 6-17,3 9-17,-1 5-6,-4 3 29,-9 2 10,-8-7-16,-16 8-39,-21-1 50,-5-2 0,-8-1 145,12-17-72,16-6-34,6-4-28,10-1 1,4 0-18,5 0-22,9 0-50,12 0-163,8 0-442,10 0-1155,5-3 1159,-16-2 1,-1 1 0,1-1-1,4-3 1</inkml:trace>
  <inkml:trace contextRef="#ctx0" brushRef="#br1" timeOffset="473416">20062 8209 27001,'-26'-22'61,"1"0"1,-9-5-56,57 53-6,-1-3 0,18 22-23,-9-6-50,-12-13 1,-2 2-161,-2 1 1,-3 0-743,1 31-1736,-20 0 2711,-6-28 0,-2-3 0,-3 4 0,-6-4 0</inkml:trace>
  <inkml:trace contextRef="#ctx0" brushRef="#br1" timeOffset="474666">21404 7626 11973,'-43'0'2121,"0"0"0,6 1 0,8-1-1482,22 0 346,6 0-150,10-1-57,13-4-161,25-3-323,1 1 0,7 0-181,-10 2 1,2 0 0,2 0-742,1 0 1,2-1 0,0 1 655,1 1 0,0-1 0,0 0-12,-1 0 1,0-1 0,-2 0-274,-7 2 1,-1 0 0,-1-1 264,19-2 1,-3 0 5,-11 2 0,-5 0-3,9 0-179,-1 0-275,-26 3-1982,-18 7 2425,-13 1 0,0 0 0,2-1 0</inkml:trace>
  <inkml:trace contextRef="#ctx0" brushRef="#br1" timeOffset="475492">21972 7740 12029,'0'-4'9040,"0"1"-7729,0 3-336,-8-68-259,3 43-422,-1-15 0,0 4 160,-1 23-219,1 6-167,4 4-62,-1 3 38,3 15-21,0 6 5,1 19 28,3 4-45,4 4 6,2 2-6,-1-12 17,3 6 28,-6-23 174,1 3 173,-5-17-112,0-14-157,-1-10-27,1-14-46,-1-10-10,1-9 27,-3-2 40,-2-4 16,0 18-27,-2 6-91,3 23-44,0 7 34,2 9 11,-1 1-17,1 12 5,0 10-5,1 1-5,1 4 27,2-10-22,1-7-73,0-4-274,-1-4-1154,-1-1 1501,0 0 0,-2-5 0,0 0 0</inkml:trace>
  <inkml:trace contextRef="#ctx0" brushRef="#br1" timeOffset="476576">20569 8275 14079,'0'-4'7365,"-1"1"-4536,1 3-2605,-5-50-196,4 37-22,-3-32-12,4 58-22,1 11-73,3 10-117,2 8-241,2 2-359,4 0-527,0-4-1214,0-8-2006,-1-9-2784,-5-8 7349,-2-8 0,-3-5 0,-1-1 0</inkml:trace>
  <inkml:trace contextRef="#ctx0" brushRef="#br1" timeOffset="476843">20515 8405 4300,'-5'-4'8609,"1"1"-1050,4 3-7463,-22-28 805,28 19-834,-9-21 422,38 25-338,27-4-62,-11 1-30,-18 3 0,-2 0 1561,7-4-1413,-10 2 34,-9 0-12,-9 2-66,-5 1-376,-4 3-3730,0-1 3943,1 2 0,-1 0 0,1 0 0</inkml:trace>
  <inkml:trace contextRef="#ctx0" brushRef="#br1" timeOffset="481859">22037 8302 7906,'-2'-7'5523,"-1"2"-4005,3 5 4901,0 0-5511,-23-25-544,14 18 487,-22-21-509,24 25-270,-2 0 1,2 5-84,0 8 11,-6 21 6,3-5-12,-1 28-11,8-10-56,6 17-31,1-28 1,1 0-130,1 1 1,0 0-311,5 20-387,-3 8-896,-10-10 779,-7-3 486,-6-7 461,-3-21 139,4-10 151,-5-7-89,6-11-28,-4-1 488,-1-20-158,6 3-157,-2-5 258,6 0-90,6 5-162,6-12-218,6 6-23,11-2-11,0 15-78,12-1-146,0 5 61,1-1-173,0 2 1,1-2 139,6-6 198,-8 5 1,-1-1 260,4-11-100,-16 9 251,-5-3 28,-11 10-5,-2-3 78,-1 2 74,0 1-298,1 4 376,-1-3-331,0 5-23,0 0 7,-1 3 430,1 2-683,-1 0 74,0-1-80,0-1-61,0 0 56,0-1-50,-1 0 16,0-1 23,0 2-34,1 1-3725,0 1 2337,5 3 262,0-1 471,5 1 576,-5 0 394,0-2 10,-4 0-45,0-3 124,0-2 139,2-4-218,0-1 823,5-8-413,-4 4-58,3-6-60,-3 5-102,-3 2-78,0 2-83,-1 3-85,0 4-90,0 1-56,0 3-156,-3 2 22,-2 7 45,-10 19-34,3-4-5,-9 25 5,9-9-39,1 10-28,6 1-23,13-6-145,8-6-359,13-8-441,7-10-494,5-11-1115,3-9-5466,1-10 8099,-7-3 0,-15 2 0,-11 3 0</inkml:trace>
  <inkml:trace contextRef="#ctx0" brushRef="#br1" timeOffset="482060">22614 8235 24251,'-2'-20'78,"1"9"-67,6 27-22,2 9-415,1 7-2251,-3 3 2677,-3 5 0,-1-18 0,-2-3 0</inkml:trace>
  <inkml:trace contextRef="#ctx0" brushRef="#br1" timeOffset="482333">22885 8158 26558,'-15'-35'8,"0"-1"1,-8-17 25,30 64-12,7 9 6,11 12-17,6 11-17,-12-17 1,-1 1-253,0 2 0,-1 1-137,-2 1 0,-2 1-1019,-4-1 0,-5 1 1414,-7 1 0,-3-2 0,0 4 0,-10-6 0</inkml:trace>
  <inkml:trace contextRef="#ctx0" brushRef="#br1" timeOffset="485675">19795 8973 23926,'-15'-45'560,"3"8"-549,12 38 39,4 7-5,-1-2 17,7 19-40,-6-12 23,3 17-17,-5-3 28,-1 1-67,-1-3 50,-1-5 45,1-12 28,0 2 594,0-8-420,0-19-124,0-1-5,0-19-62,-1 12 168,-2-15-179,1 21 135,-4-17-163,4 24 78,-2-6-134,3 14-22,0 1 39,4 19-1,0-5-21,4 20-1,-4-15 29,2 17-23,-4-17 0,1 14 16,-2-21 52,0 1 44,0-7-62,0-6 23,-1-10-56,1-4-29,-1-7-10,1 2-101,0 10-202,0 3-1395,0 8-447,2 1 2167,6 6 0,-5-4 0,4 3 0</inkml:trace>
  <inkml:trace contextRef="#ctx0" brushRef="#br1" timeOffset="486299">19709 9123 20711,'-37'-1'655,"-1"-1"0,-24 2-458,58 1 128,-3 3-191,4-3 230,-2 2-258,2-3 734,1 1-599,12-2-123,0 1 78,32-6-107,-3 0-36,-7 1 1,2-1-272,0 0 1,2 0 239,5-2 1,1 0-9,-7 1 0,2-1-550,23-4 1,3-1 537,-19 3 1,1 0-7,-5 1 1,4 0-1,-4 0-320,5-3 0,-4 2 335,-6 0 1,-1 1 10,26-8-22,-25 6 34,8 1-40,-28 7 1,8-1-1,-14 4 350,2-1-814,-3 1 718,-4 0-248,1 2 0,-4-1 0,1 0 0</inkml:trace>
  <inkml:trace contextRef="#ctx0" brushRef="#br1" timeOffset="487633">19576 9141 8604,'-4'0'8547,"1"0"-3175,3 0-4683,-8-19-80,5 12-189,-7-13-113,8 16-172,1 3 77,0 1-67,0 0-44,-1 0-34,-5 1-16,-3 0-18,-6 1 6,-3 1 12,-3 0-28,2 1-6,3-1 16,3 1 1,4-1 16,3 0 45,1-2-67,3-1 23,-3 0-12,-1 0 17,-3-1-45,-4 0 0,3 0 17,0 0-16,6 1-12,2 0 128,2 0-122,7-1-6,5-1 0,12-1-28,15-1 39,-8 1 0,14 0-11,-20 1 12,1 1-7,-10 0 6,-9 1 29,-5 0-46,-10 1 6,-2 0 28,-11 1 6,-7 0-29,8-1 18,-10-1-7,10 0-4,-15 0-12,-2 0-6,5 0 6,8 0 11,16 0 0,5 0 23,4 0-28,7 0 10,-2 4 1,10 5-22,-4 3-7,-1 2 7,1 4 5,-3-2 22,0 6-11,-2 0-5,-3 1 0,-2-8-1,0-3 51,-1-8 101,0-3 95,0-1-73,1-2-95,-1-6 0,0-7-11,-3-6 50,-4-8-61,0 8 33,0 1-28,4 13-61,2 4-12,-1 2 12,2 1-17,-2 3 16,1-1-10,0 6 5,1 0 11,0 2-6,1 1-10,2-1-40,1 1-22,1-4-992,0 5 1059,2 0 0,-4-4 0,2-1 0</inkml:trace>
  <inkml:trace contextRef="#ctx0" brushRef="#br1" timeOffset="488482">19580 9455 14656,'0'-3'6564,"0"0"-4586,0 3-1917,-1-23-38,0 19 16,0-10-5,3 29-12,1 10-39,4 7-106,0 4-835,4 11-2649,-1-5-3288,-2-4 6895,-4-14 0,-4-15 0,0-5 0</inkml:trace>
  <inkml:trace contextRef="#ctx0" brushRef="#br1" timeOffset="488675">19577 9534 21377,'-7'-45'44,"1"-1"1,1 3 0,8 9-347,19 19-851,22-3 520,-12 8-1614,14 2-2906,-22 11 4090,0 2 0,-11-1 0,-8 0 1</inkml:trace>
  <inkml:trace contextRef="#ctx0" brushRef="#br1" timeOffset="488908">19616 9554 13093,'-3'-1'4761,"0"0"-2907,3 1-1719,35-25-230,-23 19-1833,36-18-1119,-36 24 3047,10 0 0,-15 0 0,1 0 0</inkml:trace>
  <inkml:trace contextRef="#ctx0" brushRef="#br1" timeOffset="489426">19985 9354 23500,'-1'-46'1109,"0"9"-1053,-4 37-39,-2 5-12,0 1 7,-4 11-1,2 13-45,3 4-83,5 8-331,12-7-1087,9-3-3411,12-5 4098,0-8 0,-10-8 0,-10-6 0</inkml:trace>
  <inkml:trace contextRef="#ctx0" brushRef="#br1" timeOffset="490385">20292 9365 23707,'-35'-32'1384,"9"6"-1312,24 26-94,2 1 11,0 5-90,3 6-392,1 7-1220,4 5-3889,3 2 5602,0-4 0,-3-8 0,-3-7 0</inkml:trace>
  <inkml:trace contextRef="#ctx0" brushRef="#br1" timeOffset="490626">20370 9263 25180,'13'-18'101,"4"13"-101,10 43-62,-2 7-206,-9 4-920,-8 2-4671,-16-2 5859,-2-8 0,-1-17 0,5-11 0</inkml:trace>
  <inkml:trace contextRef="#ctx0" brushRef="#br1" timeOffset="491165">20498 9062 21640,'59'-16'202,"-1"0"0,0-1 0,-3 2-158,-5 3 1,-4 1-34,-14 3 1,0 0 2,9-2 0,-3 1-3,0 0-61,6 2-34,-20 3-62,-8 3 146,-13 11 0,-1-7 0,-2 7 0</inkml:trace>
  <inkml:trace contextRef="#ctx0" brushRef="#br1" timeOffset="492125">21069 9263 5728,'-2'-9'8743,"1"2"-7998,1 7 3687,0 0-3323,-4-15 68,2 10-640,-3-11 148,2 15-343,1-1 808,0 2-987,0 0-68,-2 0-56,-3 2-11,-3 2-22,-2 5-1,-1 5 12,3 5-6,3 5-5,4 7 5,4-5 6,8 11-45,8-5-160,0-4 1,2 1-670,17 23 47,-13-21 1,-2-1-1526,8 16 917,-12-13-5942,-20 7 6512,-8-20 0,-2 1 0,4-14 0</inkml:trace>
  <inkml:trace contextRef="#ctx0" brushRef="#br1" timeOffset="492295">20931 9713 22925,'16'-49'227,"-1"1"1,1 3 0,1 9-217,7 20-61,20-4-588,-10 8-3221,16-4 3859,-15 7 0,-15 3 0,-10 4 0</inkml:trace>
  <inkml:trace contextRef="#ctx0" brushRef="#br1" timeOffset="492615">21373 9276 15356,'0'-3'7500,"0"1"-5433,0 2-1995,1-23-16,-3 21-16,-3-14-7,-3 31-5,-2 5-17,1 6-22,5-3-112,4 14-84,8-10-314,7 11-812,7-9-1753,6-5-6745,1-5 8432,-8-8 1,-7-5 0,-10-5 0</inkml:trace>
  <inkml:trace contextRef="#ctx0" brushRef="#br1" timeOffset="492975">21676 9377 24626,'-39'-28'241,"6"10"-225,22 34-16,0 4-4246,4 9 4241,2-11 836,6 9-836,7-14 16,7 3-22,1-8-6,14-2 23,-10-6 3380,5-3-3352,-3-10 44,-11-2 196,1-13-162,-9 10 68,-8-6-29,-5 11-83,-8 0-52,-1 2-21,3 6-270,5 1-644,6 3-1697,5 1 2616,9 0 0,-5 0 0,5 0 0</inkml:trace>
  <inkml:trace contextRef="#ctx0" brushRef="#br1" timeOffset="493232">21828 9266 15355,'-6'-8'5057,"2"2"-2349,4 6-1716,0 0-126,-14-20-838,12 17 451,-5-10-434,22 27 1420,10 9-1470,6 6-1,3 5-16,-1 4-247,-6 5-823,-10 2-3059,-14 2 3303,-11-6 0,0-16 0,0-12 0</inkml:trace>
  <inkml:trace contextRef="#ctx0" brushRef="#br1" timeOffset="514883">15944 7373 10948,'-6'0'5584,"2"0"-1680,4 0-3081,-2-11-89,2 8-156,-2-7-147,1 10 465,0 1-739,-1 1 39,0 0 28,-3 2 28,-2-2 296,-10-2-278,2-5-29,-3-7-40,9-8-61,5-3-45,6-3-27,6 1-40,8 2-12,4 7 7,5 4-23,0 7-6,3 8 6,2 8-22,2 10-6,0 9-23,-7 10-27,-9 9 16,-17 13-350,-9-26 0,-4 1 367,-8 4 0,-4 0 28,-6 2 1,-3-2 21,0-2 1,-2-2 27,4-6 1,0-3 84,-18 5 16,12-19-11,14-23-5,10-14 33,7-9-11,13-4-39,8 4 707,14 7-769,11 11-39,13 11-62,-19 7 1,1 3-561,4 4 1,1 2-2816,2 4 1,-1 2 3436,-4 1 0,-5-2 0,2 0 0,-22-11 0</inkml:trace>
  <inkml:trace contextRef="#ctx0" brushRef="#br1" timeOffset="522800">12418 5653 7537,'4'-5'5775,"0"2"1181,-4 3-5903,15-19-4627,-11 15 3939,9-14 634,-18 18-954,-5 0 0,-8 2 0,-7 3-17,-7 3 0,-6 2 3397,-2 0-3374,1-2-12,5-1 34,8-4-6,7-1 11,7-2 68,5 0 5,3 0-5,1 0-29,2-1-61,-1 0-44,1 4-1,0 4-17,-1 2 23,2 10-17,0-4 22,1 8 18,1-6-18,1-1-5,-1-3 11,0-2 11,-2-3 28,0-2 107,0-3 156,0-2 17,2-1-134,3-2-118,5-3-33,7-3-17,7-2-12,4 2-21,1 2-1,-1 2 6,0 4-29,9 8 12,-11-2-11,5 6-78,0 7 55,-8-1 6,5 8-73,-15 3 68,-9-10-46,-13 10-72,-12-10-3560,-11 4 3100,-7-4-4021,-10-5 2353,16-6 2279,-6-10 0,30 1 0,-3-3 0</inkml:trace>
  <inkml:trace contextRef="#ctx0" brushRef="#br1" timeOffset="523049">12435 5662 13735,'4'-3'5271,"0"1"-3407,-4 2-1315,69-22-89,-36 15-270,8-5 1,-1 1 144,-9 7-48,-8 2-175,4 0-243,-2 9-1953,-10 4 2107,-3 5 1,-11-5-1,-1-4 1</inkml:trace>
  <inkml:trace contextRef="#ctx0" brushRef="#br1" timeOffset="533317">18472 3370 6044,'-49'-13'-6,"10"2"2090,39 11-2095,1 1 1481,2 3-1436,3 2 887,3 4-826,2 0 3448,3 0-3403,5-1-22,6-1 11,10-2-6,12-3-17,13-2-53,-24-2 1,0 0-409,3-1 1,1 0 387,1-2 1,-1 1 2,0-1 1,0-1-4,-3 1 1,0-1-1560,-1 1 1,-1-1 1558,-2 0 1,1 0-1027,7-2 0,-2 0 1021,15-2-95,-14 2 0,-2 0 90,14-1-12,-20 3 1,0 0 49,26-2 268,-9 2-318,-10 3 2117,-11 3-2156,-8 2 3219,-7 2-3213,-2 1 452,-1 1-397,-1-1 167,-1-3-71,0-1-23,0-2-145,-2 0-522,0 0 561,-1 0 0,-3 0 0,0 0 0</inkml:trace>
  <inkml:trace contextRef="#ctx0" brushRef="#br1" timeOffset="534991">19204 3366 11575,'-31'-13'3226,"7"2"-3108,17 11-79,2 2 23,-2 0-34,2 3-23,-1 0-21,2 2-1,3-1 34,0-1 44,1 1 68,0-3 61,2 1 225,1 0-90,2-1 11,2 0-157,-2-2 107,2 2-28,0-3 66,7 4-116,2-1-52,11-1-88,-6-1 38,15-1-39,-6-4 0,3 0-33,26-3-292,-11-1 1,0-1 279,1 0-1590,-15 3 1,0-1 1628,11 0 12,13-3-200,-23 6 1,1-1 151,-2 1 0,0 0-14,-2 1 1,2-1 4,12 0 1,-1 0 154,5 0-166,6-1 1,-1 0 0,-8 0 22,0-1 0,-1 0 17,-4-1 34,12-5-23,-29 5 418,0-5-457,-13 7-28,16-8 5,-14 8 164,22-5-186,-2 5 28,16 2-11,-17 2 0,1 1-12,25 3-352,-3 0 381,-10 5-99,1 0 143,4 0-14,-17-4 1,-1-1-4,16 0 40,-1-2 0,0 0-323,7-1 287,-10 0 0,7 0 1,-3 0 949,1-1 1,0-1-977,-2 1 0,4 0 1,-1 0-5,-7-1 1,-1 0-1,0-1-13,0 1 1,1-1-1,0 0-2,0-1 1,1 1 0,-2-1 7,8 0 0,1-1 7,-10 1 1,2 0-1,1-1 6,3 1 0,0-2 0,2 1-9,2 0 0,0-1 0,2 0-521,9 0 0,1-1 1,-2 0 521,-8 1 1,-1 0 0,0 0 1,2 1 1,0-1-1,-2 1-4,-10 1 1,-2 0 0,3 0 1,4 0 1,3 1 0,0 0 0,-6 0-487,6 0 0,0 0 482,8 0 1,7 0 0,-2 1 5,-11 0 1,-1 0 0,-2 1-8,-8 0 0,-1 0 0,4-1 7,6 1 0,6-1 0,-2 0 0,-7 1-2,-2 0 1,0 0-2,2 0 0,8-1 1,0 0-1,-5 0 7,11 0 0,0-1-2,-2 1 1,4 0-1,-3-1-541,-9 1 0,-2 0 0,1 0 535,0 0 1,0 0 0,-2 0-1,9 0 0,2 0-73,-6 0 0,4 0 0,-4 0 73,4 0 0,-1 0 153,-3 0 1,3 0 0,-3 0-157,-3 0 0,-1 0-4,0 0 1,2-2-1,-2 1 15,4-1 1,0 0-12,-2 0 0,3 0 0,-2 0 3,-8 0 1,-2 1 0,0-1 3,1 1 1,-1 0-1,1 0 2,0 0 1,0 0-1,0 0 74,-1 1 0,0 0 1,0 0-86,0 0 0,0 1 0,-1 0 2,20 0 0,-1 0-20,-2 1 1,0-1 16,-1 1 1,-1 0 7,-1 0 1,0 0-6,0 0 0,0 0 0,0 0 0,0 0 5,2-1 1,-1-1-3,2 0 0,-1-1-6,0 0 0,1-1 6,-1 1 0,-2-1 2,-12 1 1,0 0 8,18-1 0,-2-1-3,1 1 0,-6 0 0,3 0 3,-13 1 0,0 0 745,1 1 0,1 0-759,7-1 0,-1 0 393,-10 1 1,-1 0-422,1 1 0,0-1 16,-1 0 1,1 0 19,-1 1 1,0-1-9,-1 0 0,-1 0 11,-1-1 0,-2 1-11,18-2 505,-20 0 1,-2 1-433,5-2 1024,9-2-1030,-24 3 773,-11 1-986,-6 1-388,-3 2-1331,2 0 684,1 1-3854,10 3 442,-1 1 4593,5 2 0,-9-4 0,-5-1 0</inkml:trace>
  <inkml:trace contextRef="#ctx0" brushRef="#br1" timeOffset="538291">28333 3000 10130,'-3'0'6638,"1"0"537,2 0-6358,-14-40-206,10 27-264,-10-29-223,14 40-124,0 1 0,0 7 16,0 1-4,2 15 10,1 5-11,3 11 12,-2 2 10,-1-2-5,-2-3-5,0-9-7,-1-8 29,0-8 207,0-6 639,0-3-695,0-17-51,0-6-38,-2-22-18,-2-7 6,-3-4 6,-1 6 22,1 10 34,1 14-140,3 14-39,-1 7 22,2 12 33,-2 8-27,-1 14-1,1 10 1,0 6-6,2 2 6,2-1-23,0-7 17,0-9 22,0-11-11,0-10 62,0-6 34,0-6-35,2-9-21,0-11-46,1-13 12,1-6 35,0 0-52,-1 7 0,0 9 0,-2 11 0,-1 7 0,0 5 0,0 3 0,0 6 0,1 7 0,1 14-293,4 11-2680,5 13 2973,1-4 0,-3-16 0,-3-14 0</inkml:trace>
  <inkml:trace contextRef="#ctx0" brushRef="#br0" timeOffset="551666">26896 3579 14516,'0'-6'4147,"-2"-27"1,0-4-3700,-1 17-115,0-18 1,-2 5 58,-2 27-241,-3 4-33,-16 24-51,-3 12-322,7-4 0,0 3 272,-11 20-9,12-16 1,0 2-21,2 5 1,0 1-3,3-9 0,1 2-50,1 5 1,0 3 0,2-3-444,2-3 1,2-2 475,-2 9 0,1-1 6,3-10 0,0-4 42,-2 4 27,-3-1 52,1-16-12,-2-10 518,-3-18-580,6-1 899,-1-23-904,12-16-12,1 8-5,8 6 0,3 1 6,11 0-6,6-5-6,13 7 1,-18 17-43,8 1 0,1 2-36,0 2-160,9-1 1,1 0-3,-2-1 5,-3 1 0,2-1-11,9-8 260,-18 5 1,-2-2 137,12-12 139,-8-3-78,-21 13 303,-6 1 364,-5 5-583,-1 3 342,-3 0-409,-1 8-117,-1 1-91,0 4 12,-1 2 17,-4 26-34,2-11-11,-5 42-28,7-34-1979,2 5 1,0 0 1300,1-6-9125,2 26 8958,1-35 0,1 3 0,-2-18 0</inkml:trace>
  <inkml:trace contextRef="#ctx0" brushRef="#br0" timeOffset="551849">27377 3511 18784,'-2'-6'5108,"0"1"-4878,2 5-2173,-22-30-7888,17 35 9363,-17-28 1,22 37-1,0-9 1</inkml:trace>
  <inkml:trace contextRef="#ctx0" brushRef="#br0" timeOffset="552339">27488 3484 21489,'3'-8'4330,"-2"2"-4022,-1 6 90,19-62-241,-13 46-96,15-42 34,-15 72-5,3 18-40,2 23-36,-6-17 0,-1 0-223,-1-4 1,-1 1 208,-7 27 0,-4 2-533,1-19 0,-2 0 525,0-4 1,-1 3-1,-1-3 8,-2 2 0,0-4 6,-5 13 16,2-15 169,9-22-6,1-8 281,4-18-366,8-18-10,6-16-51,2 4 20,3 7 0,2 1 47,8-9-67,-7 14 1,2 2-12,13-4 1084,0 12-1112,-8 9 12,5 8-12,2 17 5,1 6-10,5 16 21,-9 3-16,-9-7-28,-3 19 0,-19-17-5,-14 17-1,-7-22-162,-6-11 0,-4-3-739,-17 1-211,14-7 1,0-3 1145,-18-13 0,23 2 0,10-7 0</inkml:trace>
  <inkml:trace contextRef="#ctx0" brushRef="#br0" timeOffset="552826">28098 3490 21231,'3'-4'4230,"-1"1"-2920,-2 3-834,4 50-392,-5-22-28,2 14 0,-1 3 17,-3 14-609,1-21 0,0 2 538,0-3 1,0 1 14,0-2 0,0 0 13,-4 23-18,1-12 16,1-16 61,1-13 68,1-10-39,3-15 732,5-12-822,5-17 0,9-14 17,7-6-91,-11 27 1,2 2 113,17-20-208,1 10 174,-4 13-40,0 10 12,0 7 0,3 12-1,1 9-22,-3 11 17,-5 10 485,-9 5-469,-10 4-10,-17 0 5,-6-10-17,-10-11 1,-5-3-45,-23 7-154,13-10 0,-2-2 94,8-7 1,1-2-395,-20-5-481,21-15-813,21-11-2957,23-14 3952,7 2 0,-4 13 0,-4 11 1</inkml:trace>
  <inkml:trace contextRef="#ctx0" brushRef="#br0" timeOffset="553182">28809 3705 27012,'-36'52'123,"-1"0"0,6-5 1,7-2-91,13 7-5,15-8-5,10-6-18,11-10 6,5-9 34,1-9 0,-1-12 11,8-29 6,-12-3-29,-11 6 1,-2-2 16,0-18 12,-3-1 39,-4 5 11,-2 9-17,-5 9-67,-5 10-34,-4 8-67,-5 5-330,-4 10-762,1 5-1708,2 8 2873,10 6 0,4-11 0,4-1 0</inkml:trace>
  <inkml:trace contextRef="#ctx0" brushRef="#br0" timeOffset="553473">29487 3536 28283,'-49'-18'308,"2"23"-300,26 23 1,4 10-2837,0 9 1,2 0 2824,5-14 1,3 0 374,4 19 1,6-2-737,18 2 669,-11-21 1,5-2-1774,16-1 1,5-6-1978,10-4 3445,-5-6 0,-1-3 0,-9-7 0,-3-6 0</inkml:trace>
  <inkml:trace contextRef="#ctx0" brushRef="#br0" timeOffset="553840">29969 3682 16804,'0'-6'7971,"0"2"-5566,0 4-2321,-14-39-45,7 38 201,-15-11-178,10 56 25,-1 15-76,9-19 1,5 0-7,7 12-10,13 4-12,5-39 266,4-13-254,4-17 21,4-12 29,4-14-22,2-6 19,-18 18 0,-1 0 8,9-8 124,6-4 38,-24 27-87,-2 1-125,-7 15 0,-6 3 0,0 19 0,-2 8 0,-4 17 0,1 8 0,1-21 0,0-2-102,1 15-492,3-17 1,1-1-7989,2 7 8582,2 2 0,-2-18 0,-3-11 0</inkml:trace>
  <inkml:trace contextRef="#ctx0" brushRef="#br0" timeOffset="554099">30638 3304 24402,'-3'-4'2437,"1"1"-887,2 3-1505,79 81-34,-52-48 0,1 3-1050,12 10 0,5 5 1,-6-3 1035,-8-4 0,-4 0-163,-5 0 0,-3 4 0,-3-5-89,-6-8 0,-4 0-1689,-6 7 1,-4 3-1,-4-5 1944,-8-6 0,-4-6 0,-15 23 0,9-25 0</inkml:trace>
  <inkml:trace contextRef="#ctx0" brushRef="#br0" timeOffset="557066">27587 4563 24630,'12'-55'667,"-3"15"-706,-10 46 84,-3 15 12,0 9-36,-1 17-215,-2 9-696,4-23 0,1 1 733,0 7 1,0-2-1,0 6 1,2-2-1</inkml:trace>
  <inkml:trace contextRef="#ctx0" brushRef="#br0" timeOffset="558073">25170 5007 18470,'-33'3'947,"1"0"0,-9 2-589,62-4-224,5 1 96,16-2-1,4 1 17,15-5 1,4 0-1227,-23 2 1,2-1 1009,12-1 0,7-2 0,-6 2-19,-14 0 0,3 1 7,10 0 0,10-1 1,2 0-1,-8 1-678,2 0 1,0 0 659,-13 1 0,8 0 0,1-1 0,-2 1 0,-8 1 0,7-1 0,0 0-5,-2 1 1,8-1 0,0 1 0,-8 0 4,5 0 0,0 0-7,-10 0 0,7 0 0,0 1 0,-4-1-3,1 1 1,-3 0 0,2 0 5,8 0 1,1 0-1,-2 1 2,-10-1 0,-1 0 1,-1 1-3,2 0 0,1 0 0,-7 0-2,-9 0 1,-2-1-12,20 2 1,3 0-198,-13-1 1,1 1 188,8-1 0,3 1-3,7 1 0,-1-1-241,-11 0 0,-1-1 260,5 1 1,-3-1 2,10-1-632,-19 1 0,1-2 622,15 0 13,-15 0 0,-1-1 1187,10-2-1198,-14 0 0,0 0 8,2-1-25,5 1 0,1-1 9,-5 2 19,-4 0 0,3 0-25,23-2 28,1 0 342,-2 0-351,-21 1 1,-3-1 570,0 1-565,1-1 0,0 0-14,-6 1 3,2-1 0,1 0 3,1 0-23,-2 0 1,1 0-90,11 0 47,-12 1 1,1 1 7,22-2 35,3 2 16,-15 0 17,-11 1 6,18-1-6,-24 0 2,6 1 1,1 1-14,6-1-11,18 0-23,-23 2 2922,2 0-9100,-10 0 5396,-1 0 0,-10 0 0,-8 0 0</inkml:trace>
  <inkml:trace contextRef="#ctx0" brushRef="#br0" timeOffset="558766">30111 4913 15356,'0'-4'6178,"0"1"-3545,0 3-2241,-15-44-236,10 32-150,-10-33-6,14 51 50,1 10 29,1 14 5,3 14 0,2 10-28,3 5-17,-1-1-84,-1-4-453,-3-6-6907,-2-7 7405,0-10 0,-2-14 0,1-8 0</inkml:trace>
  <inkml:trace contextRef="#ctx0" brushRef="#br0" timeOffset="559682">25201 5100 22554,'-24'-31'263,"0"0"0,-19-7-156,30 71 10,4 4 1,0 4-62,3-9 0,2 1-2093,0 16 1,3-2 2098,5-5 994,6 3-631,-6-32-66,0-1 319,-3-10-376,0-9-123,-2-19-60,-1-10-14,-2-20 5,-1 3 3358,2 9-3319,0 1 34,2 18 23,0 0-166,0 14-61,1 7 28,-1 13-39,4 18-193,1 9-1308,0 0 1,1 3 1531,2 18 0,-1-5 0,-3-29 0</inkml:trace>
  <inkml:trace contextRef="#ctx0" brushRef="#br0" timeOffset="560649">25166 5930 16012,'-3'-48'2300,"1"0"0,-2 0 0,-1 5-1443,-7 6-532,-1 5 257,-14 5-408,9 18-118,-11 6-23,6 21-16,5 5-3,1 14 0,1 6-17,3-4 1,2 3-1138,0 0 0,0 4 0,1 0 1102,3-1 1,0 1 0,2 0-51,0 4 0,1 0 0,1 1-582,0 1 1,1 0 0,1-2 506,-1 11 1,2-2-499,1 6 1,1-3 360,-1-21 1,0-1 37,-4 8 1,-3-4 155,-14 9 1854,-20-20-2778,-7-37 212,-6-18 717,27 3 1,1-2 161,-13-18 236,18 6 0,3-2 2276,5-15-2033,7 13 1,4 0-70,10-9-121,5 16 0,5 1 115,24-16-205,-3 11 1,5 2 133,-6 6 0,1 2-257,9-1 1,-1 2-4,-10 7 1,-2 2 16,18-6 105,-21 7 1,-1-1 56,3-3-50,10-6-162,-25 9 56,-5 3-67,-7 4 20,-3 3-742,-2 1-1672,-3 3 2304,3 0 0,-2 0 0,1 0 0</inkml:trace>
  <inkml:trace contextRef="#ctx0" brushRef="#br0" timeOffset="561573">25608 5661 17630,'4'-8'5921,"-1"2"-4869,-3 6-312,0 0-622,16-45 61,-23 52 11,5-18-134,-10 33 0,-4 18-28,0-2 0,1 2-392,1 4 0,3 0 361,1 1 0,3 0-33,3-1 0,4-2-110,6-2 0,5-1-562,6-4 1,5-2-668,8-4 0,4-4 1375,9-1 0,-1-4 0,7 1 0,-3-7 0</inkml:trace>
  <inkml:trace contextRef="#ctx0" brushRef="#br0" timeOffset="562100">26032 5817 24519,'3'-46'190,"0"0"1,0 4 0,5 8-96,18 17-11,8 5-56,-10 6 5,9 8-21,-10 9 4,9 11-32,-1 10-29,-3 7 28,-10 3 23,-13 3 33,-19-1 11,-16-2-1693,5-19 1,-1-3 1709,-11 6 129,-8-3 79,26-17 16,2-4-89,10-7-90,5-6-34,11-6-56,3 2-10,5 0 3402,7 7-3408,1 5-18,12 3 7,4 8 5,3 8-6,-3 8-5,-4 3-6,-11 1-5,-10 0-34,-18 3 5,-7-10-105,-20 6-208,-1-12-735,-13-3-3521,-2-6 3772,8-10 0,14 1 0,12-3 0</inkml:trace>
  <inkml:trace contextRef="#ctx0" brushRef="#br0" timeOffset="562341">26523 5560 21875,'0'-5'2986,"0"2"-1143,0 3-1748,87 40-1326,-62-19 1,1 4 1234,12 2 0,6 3 0,-7 2-27,-9 10 1,-7 2-85,-3 1 1,-6 1-456,-9 1 1,-7 1-1078,-11 1 1,-6-1 1297,-4-6 0,-2-3 0,6-11 0,0-5 0,-6 3 0</inkml:trace>
  <inkml:trace contextRef="#ctx0" brushRef="#br0" timeOffset="564124">27693 5743 24447,'-19'11'100,"5"15"-114,14 4 0,5 5-101,-2 1 1,2 0-203,1 2 1,1 0-289,4 21-1949,-2-17 0,0-2 2554,3 9 0,0-1 0,-6-28 0</inkml:trace>
  <inkml:trace contextRef="#ctx0" brushRef="#br0" timeOffset="564400">27492 5965 23562,'32'-28'473,"0"-1"0,8-15-336,12 37 1,7 9-827,-21-4 0,0 0 770,9-1 0,2 1-33,-5-1 0,-1 0 245,-4 1 1,-1 0-257,0 1 0,-3 0-20,6 0 240,-6 1-291,-29 0-1321,-5 0 1355,3 1 0,-3-1 0,2 1 0</inkml:trace>
  <inkml:trace contextRef="#ctx0" brushRef="#br0" timeOffset="566216">27721 5731 4769,'-6'2'7859,"1"0"-2153,5-2-4071,-12-39-533,9 25 23,-10-42-254,13 38-434,-2-9 830,0 11-751,-1-2-297,2 11-259,-1 0-55,2 6 111,0 14-4,0-3 22,2 22 22,0 9-23,0 7-27,-2 10-6,0-10 0,0-13-11,0 7 33,0-20-5,0 1 241,0-14 178,0-9-262,2-16 84,-1-18-158,1-14-44,-1-9 129,-5 2 11,1 14-162,-2 11-146,2 17-79,3 14-357,9 11-2751,8 16 3299,5 5 0,-6-8 0,-6-9 0</inkml:trace>
  <inkml:trace contextRef="#ctx0" brushRef="#br0" timeOffset="568840">25682 7219 8612,'0'-4'7803,"0"0"-4319,-6-58-1933,3 26-1241,0-2 1,0-1 709,1 0-236,2 14-190,-1 1-185,1 10-381,0 8 5,0 9 23,0 12-16,0 15-18,-1 17-11,-1 9 6,0 5-14,2-26 0,1 0 30,4 19-33,1-6 23,1-16 94,-3-18 466,0-3-303,-2-16-140,-2-13-89,-2-4 44,-5-18-28,-4 0-39,-1-3 70,2 4 0,1-1-211,-1-4 180,-1-17 40,8 34-51,3 17-45,-1 2-5,1 33-1,1-8 12,1 35-6,0-12-39,0 14-101,-1 2-714,1-23 1,1-1 842,7 23 0,-3-16 0,2-18 0</inkml:trace>
  <inkml:trace contextRef="#ctx0" brushRef="#br0" timeOffset="570574">25047 7525 9150,'-48'6'1520,"1"0"0,-1 0 0,1 1 1,1-1-1,8 0-484,-2 1-543,7 1 55,19-4 332,21-2-73,14-1-231,19 0-184,19-1-87,1-1 1,5 1-897,-10-1 1,2-1 642,-2 1 1,3-1-1,-1 0-745,-5-1 1,-1 0 0,1-1 699,9 0 1,2-1-1,2 0-13,-12 2 1,2-1-1,1 0 1,0 1-11,3-1 1,1 1 0,1 0-1,1 0 1,-4 0 1,3 1-1,0 0 1,-2 0 0,-3 0-540,-5 0 1,-3 0 0,-1 0 0,3 1 557,9-2 0,3 1 1,-1 0-1,-8-1 4,7-2 1,-5-1-211,-11 2 1,0-1-1,-1 0 208,12-2 0,-3 0 177,-5 0 0,-3 0-214,-4 2 0,-1 0 555,-7 2 0,-1 0-1896,17 0 1372,-14 2 0,-18 1 0,-6 0 0</inkml:trace>
  <inkml:trace contextRef="#ctx0" brushRef="#br0" timeOffset="571389">24693 7788 10082,'0'-7'9130,"0"2"-10559,4-28 1,0-6 1960,-2 17 598,2-19 1,-1 3-498,-3 30 336,0 1-958,0 7 311,0 5-261,0 14 3376,2 11-3403,0 19-1705,1-12 0,1 1 1699,2 16 0,-2-16 0,1-1-11,3 4 22,-1 4 23,0-14 139,-4-11 589,-2-12-588,-1-6 3347,0-13-3488,-3-10 35,-5-31-46,-1-6-275,4 27 0,-1-1 255,2-2 1,0 2 59,0-18 28,1-3 16,3 14-11,0 16-112,0 12-11,0 10 12,0 11 449,0 2-467,3 18-10,0 4-80,3 16-396,2 8-1928,-2-19 0,2 1 2420,4 18 0,-1-8 0,-6-32 0</inkml:trace>
  <inkml:trace contextRef="#ctx0" brushRef="#br0" timeOffset="571851">24602 8773 23903,'-44'12'123,"0"0"0,2 8 1,10 6-2952,25 5 1,7 4 2821,-4-3 1,2 3-259,2 15 1,3 6 0,1-5 97,-1-11 0,0-1-255,1 7 1,1 4 0,0-1-2857,1-2 0,0-1 0,0-6 2211,-2-7 1,-1-2-1,5 23 1,-3-9-1,-4-33 1</inkml:trace>
  <inkml:trace contextRef="#ctx0" brushRef="#br0" timeOffset="572040">24267 9527 19361,'7'-51'793,"0"0"1,2-1-1,4 7-355,26 0-843,-16 21 1,2 1 460,6-4 0,3 2-42,-3 4 0,1 3 29,-1 0 0,1 1-203,0 1 0,-1 3-47,15-8-3143,-13 10 1,-2 0 3349,3 0 0,-1 0 0,-27 10 0</inkml:trace>
  <inkml:trace contextRef="#ctx0" brushRef="#br0" timeOffset="572349">25077 8835 16992,'0'-4'5808,"0"0"-3680,0 4-1977,-16-28-106,7 31 45,-16-3-113,16 37 29,0 18-79,13-3-268,10 1-539,12-1-3706,-3-23 0,3-3 4586,14 10 0,-3-8 0,-22-20 0</inkml:trace>
  <inkml:trace contextRef="#ctx0" brushRef="#br0" timeOffset="572732">25368 8819 22105,'-8'-43'500,"1"0"1,1 4 0,6 7-266,19 14-56,5 5-106,-2 6 72,10 6-111,-11 11 5,7 10 17,-7 15-22,-6 8 16,-6 5-5,-10 0-11,-5-11 50,-11 4-3196,-15-1 3235,9-11-11,-6 2 224,16-20-201,5-6-96,1 1-17,5-5-5,3-1 3392,8 0-3465,12-4-45,4 0-280,5-5 0,3-1-1467,20-7-2604,-13 2 0,0 0 4452,15-7 0,-22 7 0,-16 6 0</inkml:trace>
  <inkml:trace contextRef="#ctx0" brushRef="#br0" timeOffset="572991">25825 8481 26082,'27'-11'185,"6"15"-157,10 40-11,-22-14 0,-2 3-607,-2 5 0,-2 2 565,-4 4 0,-5 1-59,-3 2 0,-5 0-482,-5 0 0,-5-1-418,-3-1 1,-4-1-3933,-2-3 1,-2-4 3735,-10 15 0,9-21 0,17-23 0</inkml:trace>
  <inkml:trace contextRef="#ctx0" brushRef="#br0" timeOffset="573666">26650 8586 22565,'-6'-43'950,"0"1"1,1 6-1,1 9-877,2 19-34,1 17-28,2 13-16,4 14 10,5 11-33,0-6-1848,2-7 1,2 0 990,9 17-381,-5-15 0,0-1-1805,6 8 3071,-2-6 0,-15-24 0,-1-2 0</inkml:trace>
  <inkml:trace contextRef="#ctx0" brushRef="#br0" timeOffset="573874">26540 8787 17809,'-5'-3'5697,"1"0"-4527,4 3-828,-1-60-57,23 38-184,-9-12 1,4 1 43,40 20-86,-26 7 0,1 1-126,0 0 0,-1 1 128,31-3-66,-7 4-169,-7 1-2139,-2 7 2313,-9 1 0,-13 0 0,-10-2 0</inkml:trace>
  <inkml:trace contextRef="#ctx0" brushRef="#br0" timeOffset="575240">25469 9726 19356,'-17'-46'1478,"0"0"1,1 3-1,4 7-1354,7 19-40,2 4 28,3 12-34,1 1-11,5 6 12,3 6 10,2 10 34,-2 20-95,-4-11 90,-3 33-62,-1-33 22,1 18-22,0-32 219,0-4 179,0-12-96,0-4-162,1-7 17,-1-15-84,-2-5-101,-2-3 67,-4-3 6,0 6 11,0-8-22,3 3 10,5 4-66,0 12-6,2 5-34,-2 12 23,1 6 17,1 12-6,0 24-11,0-7-17,-2 23 16,-1-18-4,1 7-24,0-13 57,1 3-34,-2-23 107,1 4 100,-1-16-218,-1-18-196,0-6 34,0-5-1782,0-5-637,0 22 2581,0-4 0,0 13 0,0 0 0</inkml:trace>
  <inkml:trace contextRef="#ctx0" brushRef="#br0" timeOffset="576840">24987 10006 8884,'-42'-8'1301,"1"-1"0,3 2 1,11 0 1459,24 3-2560,15-1 1320,5-1-1319,33-7-102,-17 6 1,3 1-39,18-4 1,3 0-15,-9 2 0,6 0 178,2 1 0,8-1 0,2 0 1,-4 1-199,-3 0 0,-3 0 0,6 0-392,-8 1 1,6-1 0,2 0-1,-3 0 1,-5 1 357,2-1 1,-5 1-1,2 0-4,-2-1 0,2 0 1,-1 0-1,-7 0 13,1 1 0,-1-1-26,8-2 1,6-1 0,-11 1-68,1 0-602,-11 2 0,-6 0-837,-18 5 1529,-9 2 0,-7 1 0,-6 2 0</inkml:trace>
  <inkml:trace contextRef="#ctx0" brushRef="#br0" timeOffset="577583">24882 10135 10153,'-8'-9'8457,"3"2"-6608,5 7-483,0 0-811,-12-64 588,15 38-1040,-9-10 1,3 3 170,11 22-145,-4 13 39,3 10-84,-2 5 140,2 34-162,-5-17 8,0 7 0,-1 3-270,1 7 222,0-15 1,0 0 27,7 10-33,-2-15-11,3-6 397,-5-14 85,0-3-320,-3-9 28,-1-22-112,-1-5-51,0-9 85,-1-24-51,0 27 28,0-2 0,0-1 90,1 5 22,0-6-123,0 23 133,0 9-217,-2 9-6,0 8-83,0 12-51,1 0-1619,6 30-8072,4-12 8469,2 6 0,-2-22 1,-5-18-1</inkml:trace>
  <inkml:trace contextRef="#ctx0" brushRef="#br0" timeOffset="578349">25086 11120 14083,'3'-8'5388,"-2"0"-4392,7-27 0,0-7 422,-4 4-871,3-11 0,-6 2 516,-18 13-915,-1 14 307,-19 7-697,19 12 158,-27 27 16,23 5 48,5-2 1,1 5-34,5 13 0,4 2-464,1-13 0,1 0 295,0 24 1,1 1-459,3-18 0,2 0-930,2-2 1,1 4-1,1-2-51,2 8 1,1-2 766,3 1 1,1-5 787,2-1 240,-8-19 34,-17-18 62,-18-14 33,-5-10 319,-8-16-117,16 3 762,4-13 246,12 4-784,3 1 56,15 3 0,7 1-571,14-12-478,-8 15 1,3 0 295,5 4 0,3 3-46,-4 4 1,2 0-1347,15-7 1,1 1 1208,-15 9 1,-1 2-2379,9-4 1,-2 3 2568,-5 2 0,-6 2 0,-13 5 0</inkml:trace>
  <inkml:trace contextRef="#ctx0" brushRef="#br0" timeOffset="578590">25464 10868 24967,'-18'-18'449,"2"5"-225,1 62-179,6-7-43,3-10 1,1 2-36,8 21-431,13-4 329,4-15-459,6-12 1,2-4-532,6-1 1125,4-2 0,-1-3 0,-14-6 0,11 1 0</inkml:trace>
  <inkml:trace contextRef="#ctx0" brushRef="#br0" timeOffset="578865">25825 10867 16476,'0'-3'7276,"0"0"-5915,0 3-1165,-6-13-50,4 18-45,-2 2-90,8 14-3397,6 16 3352,-2-17-436,10 26 10,-8-21-5241,8 30 5701,-12-30 0,1 4 0,-6-20 0</inkml:trace>
  <inkml:trace contextRef="#ctx0" brushRef="#br0" timeOffset="579139">26165 10718 20588,'-1'-4'4822,"1"1"-3041,0 3-1758,-26-39 55,24 34-56,-13-22-10,37 52 21,8 15-22,-3-2-14,-7-2 1,-1 2-252,-7-8 0,-2 0 228,3 6 1,-1 1-112,-6 1 0,-6 0-1096,-7 3 1,-6 1 1232,-4 3 0,-1-1 0,4-9 0,-1-5 0,-13 9 0</inkml:trace>
  <inkml:trace contextRef="#ctx0" brushRef="#br0" timeOffset="582524">26973 10847 17988,'0'-4'4683,"0"1"-3596,0 3-1087,3-17 22,-2 26-39,4-3-89,-3 34-202,0 11-370,1 2-700,1 1-1792,4-5-4251,4-9 6573,0-11 0,-4-15 0,-3-7 0</inkml:trace>
  <inkml:trace contextRef="#ctx0" brushRef="#br0" timeOffset="582717">26980 11100 10903,'-6'-5'7141,"1"1"-5023,5 4-696,-64-49-463,42 30-646,-14-9 1,4 1-6,24 18-213,7 4-50,11 2 0,13-1-12,22-2-28,-14 1 1,4 1-37,18-2 1,3-1-108,-5 0 1,0 1-312,-1-1 1,0 1-1648,-6-1 1,-5 1 2095,7-3 0,-15 4 0,-22 3 0</inkml:trace>
  <inkml:trace contextRef="#ctx0" brushRef="#br0" timeOffset="583356">26572 9915 19955,'-54'-31'1383,"17"6"-907,54 23-111,19-2-155,3-1 0,5 0-68,17-3 1,4 0-592,-16 3 1,1-1 0,0 1 457,-4 0 0,-1 0 1,3-1-5,0 1 1,3-1-1,1 0 1,-2 0 3,11-2 1,0-1-1,-1 1-303,1 0 0,1 0 0,-2 0 297,1-1 1,-1-1 0,-8 1 7,-10 0 0,-3 0 3,5-1 0,-2-1 26,17-8-108,-20 5-94,-22 6-964,-8 4 302,-11 4 1,-1 1 0</inkml:trace>
  <inkml:trace contextRef="#ctx0" brushRef="#br0" timeOffset="584439">27989 10472 10920,'-4'-8'6184,"0"1"-4033,4 7 1181,0 0-2912,-10-29 79,5 41-309,-8-23 62,7 61-162,1 11-163,3-28 0,0-1-34,1 0 1,1 0-687,3 4 1,1-2-2053,4 11-3803,4 14 6648,-5-27 0,-3-15 0,-3-9 0</inkml:trace>
  <inkml:trace contextRef="#ctx0" brushRef="#br0" timeOffset="584607">27961 10625 11210,'1'-49'1712,"0"1"1,0-1 0,0-16 0,0 7-828,1-2-695,0 19 42,2 16-636,5 10 238,2 8-3111,25 7 181,-11 4 3096,20 6 0,-29-4 0,-1-1 0</inkml:trace>
  <inkml:trace contextRef="#ctx0" brushRef="#br0" timeOffset="584823">27908 10646 24077,'37'-26'-88,"0"1"0,11-3 1,0 5-792,8 7-2126,-14 6 0,-1 0 3005,14-5 0,-21 7 0,-17 3 0</inkml:trace>
  <inkml:trace contextRef="#ctx0" brushRef="#br0" timeOffset="585056">28695 10180 15941,'-1'-3'5634,"0"0"-2837,1 3-2707,-24-8 505,11 25-539,-19 3-50,18 32-34,4 6-252,4 3-135,13-3-728,11-5-2766,13-9 3909,2-13 0,-10-13 0,-10-11 0</inkml:trace>
  <inkml:trace contextRef="#ctx0" brushRef="#br0" timeOffset="585423">29133 10275 25942,'-47'13'48,"0"0"1,4 0 0,10 6-32,24 40-12,7-23-16,7 9 0,11-26 0,4-2 5,7-1 17,-1-8 57,-3-7 16,-3-9 22,-2-10 34,-6-9 0,-3-10-28,-5-5 17,-3 0-68,-3 10 63,-4 1-113,-2 19-123,-2-1-359,3 10-963,3 5-307,2 1 1741,6 7 0,-5-8 0,3 3 0</inkml:trace>
  <inkml:trace contextRef="#ctx0" brushRef="#br0" timeOffset="585656">29363 10152 23315,'-4'-4'3075,"1"1"-2447,3 3-606,10-16-11,35 57 0,-8-13-42,-8 14 1,-6 8-821,-13-6 0,-9 1-2840,-8 5 0,-7-1 3691,-1-4 0,-3-3 0,-12 13 0,8-26 0</inkml:trace>
  <inkml:trace contextRef="#ctx0" brushRef="#br0" timeOffset="586266">27904 9746 8450,'-3'0'6967,"0"0"-1584,3 0-4431,29-4-313,12-3-410,5 1 1,12-2 0,-1 1-943,-7 1 1,-1 0-1,5 0 735,3-1 1,5 0-1,2 0 1,-3 1-334,-7 0 0,-1 2 0,-1 0 1,1-1 328,1 1 0,0 0 0,0 0 1,-1 0 4,-3 0 1,0 1 0,-1-1 0,-1 1 13,9-1 0,-2 0 1,-3 1-98,10-2 0,-6 0 29,-17 2 0,-7 0-546,1 0-750,-27 5 1327,-15 3 0,2-1 0,-2 0 0</inkml:trace>
  <inkml:trace contextRef="#ctx0" brushRef="#br0" timeOffset="600456">27369 7429 7542,'-7'-1'3680,"2"1"-2296,5 0 5662,0 0-5640,-13-4-1115,22-2-78,2-5-68,31-3-38,15 0-362,-25 8 0,2 0 314,4 0 0,0 0 5,5 0 1,-2 1-40,-6 1 1,0 0 38,21-2 0,0 0-22,-17 1 0,0 1 6,16-2 0,0 1-9,-14 1 0,-4 0 17,15-1 45,2 1-73,-34 3 123,6 0-5,-22 1 5,-1 0-202,-3 0-1853,3 0 1904,1 0 0,0 0 0,0 0 0</inkml:trace>
  <inkml:trace contextRef="#ctx0" brushRef="#br0" timeOffset="601532">27830 7517 24279,'-4'-39'669,"0"1"1,-2-23-626,5 59 40,1 10 107,1 9 33,4 19 0,1 18-132,-1-20 1,-1 1-211,-1 4 0,0 1 176,-1 9 1,0 0-48,-1-16 1,-1 0-10,0 10 1,0-3-8,0 3-68,-1 4-582,1-11-3238,6-11 3893,2-8 0,0-9 0,-2-6 0</inkml:trace>
  <inkml:trace contextRef="#ctx0" brushRef="#br0" timeOffset="602266">27807 8323 16432,'2'-9'6256,"-1"2"-5934,1-23 0,-2-4 994,-8 6-1014,6-10 1,-3 7-123,-14 28-85,2 24-50,-6 24-20,11-13 0,0 3-14,-5 18 1,0 6-647,5-14 1,-1 2 0,2 1 534,-2 3 1,2 0 0,0 1-101,1 0 1,2 0-1,1-3-435,2 11 1,3-4 494,1-14 0,4-3-68,6 3 1,0-5-218,-5-12-584,-3-2-105,-25-40 408,-10-17 493,0-10 364,6-5 45,10 11-729,8-15 1250,9 18-134,10-16 78,4 19-493,9 5 0,5 2-67,22-11-353,-12 10 0,3 1 252,-5 7 0,1 2-42,5 0 0,2 1-619,4-1 0,-2 1-25,-11 4 0,-2 0 109,0 0 1,-3 0 576,-7-2 0,-10 6 0,-1 1 0</inkml:trace>
  <inkml:trace contextRef="#ctx0" brushRef="#br0" timeOffset="602507">28248 8270 25478,'-36'-5'308,"4"11"-286,17 32-11,4 9-44,5-7-206,7-7 1,3 0-927,10 12-331,-3-13 1,4-1 1495,23 12 0,-16-20 0,0-7 0</inkml:trace>
  <inkml:trace contextRef="#ctx0" brushRef="#br0" timeOffset="602733">28571 8348 27029,'-6'-32'67,"-1"-1"0,-3-10-39,9 58-5,1 12-23,2 7-96,1 6-3660,3 3 2530,2 1-135,-2-10 1361,0 6 0,-4-27 0,0 5 0</inkml:trace>
  <inkml:trace contextRef="#ctx0" brushRef="#br0" timeOffset="602999">28903 8080 21142,'0'-5'4890,"0"2"-3238,0 3-1585,0-24 62,30 37-95,-2-15-32,0 22 1,0 8-146,-6-3 1,-2 3 100,-3 3 0,-4 3-76,-4 3 1,-5 1-603,-9 4 1,-6 0 561,-11 7 1,-3-3 0,-5 6-1,-8-4 1</inkml:trace>
  <inkml:trace contextRef="#ctx0" brushRef="#br0" timeOffset="619922">30114 5639 15336,'-42'-8'142,"1"-1"0,2 12 0,9 8 2372,20 30-2511,5-4 0,2 2-51,2-7 0,1 1 395,1 10 1,1 3-852,1 2 0,1 2-1477,2 12 1,0 0 723,-2-21 0,0 0-1474,1 10 1,-2-3 220,-4-6 3268,-7-4-193,-7-18 3737,-10-20-2924,-5-15 709,-1-15 736,-1-13-141,5-6-738,9-6-639,9 0-795,12 23-1,4 0 208,2-10-549,23-9-123,1 24-78,19-4-278,-23 17 1,2 2-139,3 1 1,1 2-958,1 1 1,1 0 1405,4 1 0,-3 0 0,6 0 0,-8 0 0</inkml:trace>
  <inkml:trace contextRef="#ctx0" brushRef="#br0" timeOffset="620198">30591 5613 24663,'-43'-17'560,"11"5"-82,11 52-428,11 0 12,1 12-118,12 1-235,13-2-600,1-22 0,5-1 891,7-2 0,1-3 0,10 11 0,-1-13 0</inkml:trace>
  <inkml:trace contextRef="#ctx0" brushRef="#br0" timeOffset="626166">30840 5732 13620,'-7'1'6335,"1"0"-5647,6-1 1312,0 0-1512,6-51-119,-1 24-1869,2-10 0,0 1 1595,2 13 40,7-3-51,2 17-51,12 2 7,9 6-35,8 8 1,3 9 16,-7 9-11,-14 8 34,-17 4 11,-22 7-11,-22 0-20,8-21 0,-2-1 3395,-22 10-3378,15-12 0,2-1 14,-3-1-28,0 3-5,24-15 72,15-4-22,10-2-45,17 0-45,18-1-59,-19 0 1,2-1-130,3-1 1,0 0-247,0-1 0,0-1-879,-1-1 0,-1 0-2801,-1-2 0,-2 0 4131,19-9 0,-20 6 0,-15 4 0</inkml:trace>
  <inkml:trace contextRef="#ctx0" brushRef="#br0" timeOffset="626374">31475 5436 26038,'-17'-35'156,"-1"-1"1,4-13-84,50 67-54,-8-2 1,2 4-9,4 6 1,1 4-1212,1 6 0,-3 4 1102,-6 4 0,-4 4-319,-7 2 0,-8 3-1268,-12 2 1,-7 0 1684,-4-6 0,-2-4 0,2-13 0,0-5 0,-7 6 0</inkml:trace>
  <inkml:trace contextRef="#ctx0" brushRef="#br0" timeOffset="628399">30978 6487 24363,'2'-35'487,"-1"1"0,0-20-296,-1 63-101,-1 31-34,-2 3-37,0-9 1,1 1-9,-5 20 23,1-2-23,0-5-17,0-8 12,2-9 39,2-15 123,1-6 0,1-15-62,2-10 0,1-16-10,0-13 4,1-12-21,-3-5 5,0 5 95,-1 10-5,1 18-96,-1 14-72,-1 10 5,-2 13 22,-1 11-21,-1 13-12,0 10-68,3 7-268,4-17 0,2 0-380,2 12-2119,2-12 1,2-1 2834,3 1 0,-1-5 0,-6-13 0</inkml:trace>
  <inkml:trace contextRef="#ctx0" brushRef="#br0" timeOffset="628839">30322 6914 19731,'-50'-6'1381,"0"-1"1,4 2-1,9 0-1252,17 2 106,11 1-95,15 2 112,18 1-151,1 0 0,13 1 0,9 0-1215,3-1 0,6 0 0,-2-1 1112,-9 1 0,-1 0 1,2 0 4,13 0 1,3-1 0,-2 0-378,-13 0 1,-1-1 0,0 0 369,5-1 0,0 1 0,3-1-6,-7 0 0,2 0 1,2 0-1,-1-1-3,4 0 1,2-1-1,-2 0 1,-2 0 12,4-1 0,-3 1 0,-2-1 0,-3 1 0,-3-1 0,-3 0 2,2 0 1,-6 0-25,11-1-118,-9 1-442,-11 3 2565,-19 3-1983,-5 3 0,-4-1 0,0 1 0</inkml:trace>
  <inkml:trace contextRef="#ctx0" brushRef="#br0" timeOffset="629599">30152 7026 17468,'-1'-6'5377,"1"1"-3859,0 5-1339,2-38 56,0 49-5,1-16-107,0 60-34,-1 5 12,0-3-39,0-4 11,0-9 6,-2-9-12,0-10 151,-1-11 185,0-7-39,1-12-201,0-10-68,0-17 0,0-14-72,0 3 19,1 7 0,1 0 53,0-13-34,0 16 1,-1 0 106,0-5-34,-3 13-89,0 13 17,-2 7-62,2 8 17,-6 18-45,1 11-163,-3 23-503,5 7-1191,6-28 0,2 1-7946,2 18 9762,6-8 1,-6-30 0,-2-7-1</inkml:trace>
  <inkml:trace contextRef="#ctx0" brushRef="#br0" timeOffset="630198">30498 7764 22744,'-46'-4'172,"1"-1"0,4 4 0,8 10-158,20 24 0,8 10-23,-3-2 1,2 2-34,0 5 0,1 1-31,0-9 0,2 2-422,0 1 1,1 5-1,0-4-992,1 4 0,-1 0-690,1-4 1,-1 3-1,-1-5 1208,1-2 0,-2-3 465,-3-1 0,-3-5 3722,-20-1-961,-9-17-1591,6-16 741,4-29 43,21-3-254,1-1-249,12-11-186,11-5-553,8-2-116,-7 23 0,2 2-109,20-17-62,7 4-33,-7 9-305,-6 10 0,1 0-1236,15-10-1260,-14 10 1,0 0 2527,10-8 1,-18 13-1,-12 8 1</inkml:trace>
  <inkml:trace contextRef="#ctx0" brushRef="#br0" timeOffset="630416">30802 7762 25567,'-35'29'392,"10"-11"-381,17 26-78,6 5-269,6-8-84,1 9-9411,21-2 9776,-8-24 1,4 3 0,-13-19-1</inkml:trace>
  <inkml:trace contextRef="#ctx0" brushRef="#br0" timeOffset="630640">31154 7813 26984,'-2'-18'73,"3"17"-135,8 45-207,1 5-89,-1-9-4801,4 14 5159,-7-23 0,3 1 0,-7-20 0</inkml:trace>
  <inkml:trace contextRef="#ctx0" brushRef="#br0" timeOffset="630889">31438 7675 22475,'-1'-6'3960,"-1"1"-2879,2 5-1025,0-33-34,13 42-27,4-14-18,12 61-2,-15-22 0,-1 2-423,-2 4 1,-2 1 268,-3 4 0,-3 0-353,-6 2 0,-5-1-1474,-5 1 1,-3-2 2005,-3-6 0,0-4 0,-8 9 0,11-23 0</inkml:trace>
  <inkml:trace contextRef="#ctx0" brushRef="#br0" timeOffset="631689">31701 6915 22032,'4'-8'2045,"44"-5"-3434,10 4 1445,-1 0 0,4 0-31,-15 1 0,1 1-408,12-3 0,0-1 391,-4 0 1,-1-1 8,4-2 0,-5 1-15,-17 4 1,-3 0 14,7-2 0,-4 1 531,-2 2-542,2 0 11,-14 5-23,-9 1 701,-8 4-734,-3 0 749,-1 4-3416,-2 1 1858,-1 0 0,1-3 0,0-2 0</inkml:trace>
  <inkml:trace contextRef="#ctx0" brushRef="#br0" timeOffset="632432">32557 6894 11536,'1'-4'9354,"0"2"-6066,-1 2-3053,3-31-33,-3 29 89,3-15 0,1 52-241,-1-6 6,6 26-100,-2-14-371,-1 14-2010,-5-3 2425,-8 1 0,3-25 0,-2-5 0</inkml:trace>
  <inkml:trace contextRef="#ctx0" brushRef="#br0" timeOffset="632916">32656 7404 16327,'-47'-7'472,"0"-1"0,4 2 1,5 7 2202,2 24-2596,6 13-57,11 13-17,11-19 1,1 1-37,1 6 1,1 1 201,-1 5 1,2 0-615,0 2 1,1 0-1001,1 1 1,1-1-2182,2-3 0,0-2 0,0-3 1,0-3 3325,-1 24 298,-10-17 2545,-8-17-2545,-9-13 0,5-12 2727,-5-21 1458,14-5-336,-2-13-458,11 2-1392,2 1-800,5 1-465,7-2-331,9-2-246,11-2-146,13-1-368,-16 20 1,1 0 0,4 1 1,1 1-1256,3 0 1,0 0-3306,0 3 1,-2 1 3978,15-5 1,-18 7 0,-23 10-1</inkml:trace>
  <inkml:trace contextRef="#ctx0" brushRef="#br0" timeOffset="633405">32947 7489 15720,'-4'-5'4179,"0"1"-3485,4 4 292,0 0-572,1-10 85,2 6 571,2-10-617,-1 10 35,-1-3-371,-3 4 85,0 0-45,0 1-23,-1 0-11,0 1-11,-1-2-16,2 1-46,-1-1 34,1 0 6,-1 0-17,1 0 44,0-1-66,0 1 162,0-1-45,0 0 112,0 0-213,0 1 101,1 3-123,-10 6-34,3 1 22,-14 13-21,4 4 4,-4 11-27,3 15-101,7-4 6,3-1-891,14 5 268,0-25-6076,25 21 6805,-10-28 0,2 0 0,-12-13 0</inkml:trace>
  <inkml:trace contextRef="#ctx0" brushRef="#br0" timeOffset="633756">33206 7608 26211,'-15'-55'151,"-1"18"-128,2 66-40,3 1-22,1 8 0,6-14-90,11 2-22,6-8 22,10-1 90,10-7 50,-10-7 50,4-10-10,-17-1 22,2-4 352,-8-27-274,-8 12 17,-6-22-100,-2 28 27,-5 1-45,5 8-246,0-1-17,6 7-722,6 2-1697,9 3-1283,2 1 3915,8 0 0,-10 0 0,-1 0 0</inkml:trace>
  <inkml:trace contextRef="#ctx0" brushRef="#br0" timeOffset="633966">33438 7274 27376,'38'33'73,"-13"-7"0,0 3-113,-4 1 1,-2 2-778,4 8 1,-4 2-111,-7-3 0,-4-1-2451,-6 24 2673,-7-27 0,-3-4 0,-2-7 1,-1-1-1</inkml:trace>
  <inkml:trace contextRef="#ctx0" brushRef="#br0" timeOffset="634440">31892 7672 23350,'24'8'11,"-6"-15"317,-15 36 1,-5 12-1500,3-1-2932,-1 10 4103,2-10 0,-2-17 0,0-12 0</inkml:trace>
  <inkml:trace contextRef="#ctx0" brushRef="#br0" timeOffset="634648">31849 7889 18303,'12'-38'168,"0"1"0,0 3 0,4 6 2470,20 16-2565,3 1 1213,1 1-1386,-4 3-1872,-6 2-2996,-14 4 5151,-5 3 0,-11 0 0,0 0 1</inkml:trace>
  <inkml:trace contextRef="#ctx0" brushRef="#br2" timeOffset="648274">25759 11946 17893,'0'-6'6240,"0"0"-5686,-3-54 668,4 23-965,-1-1 1,0 0 95,5 6-230,-1 16 123,3 1-184,-3 10 28,5 3-68,-4 20 17,1 16-28,-2 3 9,-7 3 0,-3 1-9,-3 20-225,2-18 1,-1 0 224,-1 13 29,5-19-12,2-18 72,6-12 7,3-17 16,5-10-56,-1-3 196,5-28-201,-8 21 25,0-4 0,-2-1-20,0 6 568,3-25-635,-6 35 0,1-3 0,-3 15 0,-1 5 0,3 15 0,-1-2 0,4 26-741,4 3-3006,5 17 2899,1-4 0,-4-19 0,-5-15 0</inkml:trace>
  <inkml:trace contextRef="#ctx0" brushRef="#br2" timeOffset="649016">28470 11563 25713,'4'-51'431,"-9"20"-364,-18 58-22,-4 12-39,1 4-18,9 3 7,7-11-6,19 6-6,10-21 17,14 3-11,4-17 55,-1-11 96,-4-9 51,-9-12 94,-6-8 40,-9-4-56,-4-2-67,-7 4-68,-3 7-50,-3 8-95,-1 8-180,-1 7-604,-2 11-5265,-8 7 6060,0 3 0,10-6 0,6-5 0</inkml:trace>
  <inkml:trace contextRef="#ctx0" brushRef="#br2" timeOffset="650649">26042 9309 18477,'13'-13'510,"-2"13"1477,-11 31-1797,0 10 680,1 4-669,-1-3 393,-1-6-364,-2-9 1258,0-10-978,0-7 230,2-7-443,1-4 128,1-13-240,2-6-28,2-17-45,1-5-23,1-3 18,-1 2 16,-2 6-17,-3 11-27,-1 9-102,0 10 29,-2 11 0,-1 9 10,-1 14-4,-1 9-29,2 6 11,1 2-5,2-4 0,2-7 11,2-9 11,1-10 45,-1-7 17,-3-7-34,0-10-28,-1-3 23,0-26-17,-1 3 16,-1-20 18,-1 10 10,1 7 12,2 14-39,-1 12-51,1 8-6,-1 19 18,4 4 10,3 18 7,5 1-7,-1 3-10,1 1-1,-2-2-11,-1-4-5,-4-8 50,-1-9-17,-2-9 0,-1-9 0,-1-10-22,-2-13 6,1-13 16,-1-11 28,2-5-33,5 2 16,0 10 12,0 15-34,-2 13-28,-2 8 33,-3 23 6,0 2-11,-2 20 12,2-3-12,2-9-34,2 8 23,0-17-12,1 3-16,1-13-73,-3-6-4452,1-3 4564,-1-7 0,0 4 0,0-4 0</inkml:trace>
  <inkml:trace contextRef="#ctx0" brushRef="#br2" timeOffset="651565">28335 9287 17167,'0'-3'6937,"0"0"-5945,0 3-163,-1-62-344,1 35-323,0-10 1,-1 2 70,1 17-97,0 9-166,0 5 11,1 4 22,1 8-49,4 6 24,1 11 5,0 7 17,0 2 5,-3-2-10,0-5 5,-2-8 39,0-5 51,-2-9 10,0-3-32,-2-11-29,-2-9 0,-3-13 23,-1-10-23,1-6 17,3 2 56,2 8-28,2 13-67,0 13-40,-1 9 18,0 11-7,1 10 1,2 12 0,3 7 5,3 2 18,2-4-12,-1-7 33,-3-8 6,-2-9 12,-2-7 16,-2-8-39,-2-7-17,-2-9 17,-3-7-5,1-1-23,0 3-196,2 8-1148,0 7 1344,0 8 0,2 1 0,0 2 0</inkml:trace>
  <inkml:trace contextRef="#ctx0" brushRef="#br2" timeOffset="652698">26194 6727 15832,'0'-4'5797,"-1"1"-4273,1 3-1395,16-49-34,0 38-45,16-31-38,-11 50 44,7 24-6,-14-1 6,1 17 11,-17-4 6,-11-1 5,-12-1 23,-8-5 50,-2-6 62,5-7 34,9-9 61,11-8 487,7-4-571,21-14-95,7-1-73,24-11-33,7 3-23,-24 9 0,1 2-351,2-1 1,0 2 159,22-5-2218,-14 6 1,-1 1 2408,7 1 0,5-1 0,-34 5 0</inkml:trace>
  <inkml:trace contextRef="#ctx0" brushRef="#br2" timeOffset="655649">31280 8863 15648,'0'-6'6233,"0"0"-5599,0 6 861,4-61-890,-3 44-325,3-44-157,-4 60-62,0 1 7,0 5-12,1 6-6,1 9-16,1 6-1,2 10-33,-2-13 11,1 14 6,-3-25 107,0 3 218,-1-12-51,0-6-235,0-2 39,0-11 17,0-18-6,0-5 51,1-12 17,1 14 5,-1 10-28,1 12-89,-2 8-79,0 7 6,-1 9 16,0 10-38,-1 13-29,0 8-95,2 6-380,7 3-1245,9-1-1517,3-10 2451,8-2 0,-15-23 0,0-1 0</inkml:trace>
  <inkml:trace contextRef="#ctx0" brushRef="#br2" timeOffset="656249">32970 8541 13491,'0'-3'6716,"0"0"-3272,0 3-3399,-23-9-11,10 21-6,-18 0-11,17 26-1,5 1 24,6-1-7,11-5 34,8-6 90,7-10 78,5-6 90,2-11 112,-1-10 84,-5-9-17,-6-11-61,-8-5-107,-10-2-123,-11 4-101,-11 7-45,-10 10-62,-7 7-173,-2 10-492,7 7-1805,10 8 2465,10 7 0,9-9 0,4 0 0</inkml:trace>
  <inkml:trace contextRef="#ctx0" brushRef="#br2" timeOffset="657681">31453 6420 12685,'-2'-4'8098,"1"0"-4910,1 4-2735,-6-48-296,4 36-129,-5-36 17,7 56-12,0 10 63,-1 34-63,0-6-19,0-13 0,0-1-25,0 10-11,1-7 22,0-11 134,0-7 219,0-12-11,0-3-163,0-13-33,-2-11-45,0-13-23,-1-11-11,0-5 23,0-1 67,2 8 22,-1 11-50,1 13-79,0 10-50,-1 8 11,0 9 0,0 9-5,0 11 0,2 7-6,0 4-6,1-1 0,1-5 6,2-7 23,-1-10 38,0-7 46,-2-7-23,0-9-28,-1-8 11,2-7 28,-1-2 34,-1 2 0,0 6-40,0 6-38,0 5-90,-1 2-561,1 4-1035,8 10 1635,8 4 0,-4-2 0,2 0 0</inkml:trace>
  <inkml:trace contextRef="#ctx0" brushRef="#br2" timeOffset="661248">28566 4452 13976,'-21'-45'627,"7"6"1882,22 32-2509,10-3 1406,13 0-1414,10 2 1116,6 4-631,1 7 3306,-6 8-3407,-12 8-99,-14 7-178,-16 4 164,-17 2 117,-21 4-186,8-12-187,-12 2 62,25-17 492,-3 1 255,13-7-112,0 0-244,8-3-597,10-4 263,4 1-90,14-2-35,3 3-70,6 9-120,2 5-288,-2 7-17,-4 3 403,-9-3-371,-11-3 154,-9-4 121,-11-2 13,-9 0-63,-13-1-134,-12-1-2137,-6-2 2508,4-2 0,17-2 0,11 0 0</inkml:trace>
  <inkml:trace contextRef="#ctx0" brushRef="#br2" timeOffset="664316">18449 1869 21674,'-42'1'381,"0"1"0,0 0 0,18-1-504,27-2 151,16-1-6,22-1-22,4-1-62,7 0 1,4-1-561,-15 3 0,1-1 541,17 0 0,-1-1-12,-19 3 0,-4 1-64,10 6 141,-29 6 55,-34 14 19,-11-4 1,-8 0 42,-13 5 1,-2 0-565,-4 1 1,-1 0 641,2-3 0,3-3-1,17-6 1,4-3 976,-10 6-1039,21-10 454,19-6-109,20-11 29,25-8-286,-8 3 0,3-1-292,7-4 1,3 0 249,2-2 1,-1-1 31,-4 0 0,-4 0 251,-7 1 1,-5-1 489,8-17 1142,-21 4-1606,-19 4-443,-11 3-286,-11 6 329,-4 6 256,0 4 242,5 5-571,6 2 0,9 3 222,4 0 380,4 1 563,8 5-911,10 7-188,12 13-208,8 12-484,-2 12-208,-10 9 204,-18-27 1,-3 2-390,-6 1 0,-3 0-961,-1 1 0,-1-1 2037,-8 22 0,5-21 0,5-18 0</inkml:trace>
  <inkml:trace contextRef="#ctx0" brushRef="#br2" timeOffset="664865">19500 1728 32767,'-43'36'0,"0"0"0,3 0 0,8 1 0,13 22 0,8 1 0,16-6-613,13-7 222,10-21 1,5-4 186,23 3-365,-15-11 1,1-5 215,15-14 640,-6-7 361,-13-9 324,-12-2 2,-13-4-767,-12-3-207,-13-5 0,-11-6-583,-12-4 218,13 21 1,0 0-9,-2 0 1,1 1-769,-15-13 912,14 14 1,2-1 37,-1-5 182,-3-13 151,20 11 203,14 2 482,8 4 252,10 6-2322,18 8 2738,-11 9-319,24 11-1142,-11 10-34,-16-5 0,0 2 0,-2 3 0,-1 3 0,-4 3 0,-3 1 0,-5 4 0,-4 2-1069,-6 2 0,-5 2-247,-5 0 1,-4 1-535,-2-1 1,-2-1 1813,-3 1 0,1-3 1,-3 3-1,5-7 1</inkml:trace>
  <inkml:trace contextRef="#ctx0" brushRef="#br2" timeOffset="665165">19475 2357 25216,'-45'18'959,"0"0"0,0 1 0,-9 2 1,7-2-546,10-1-39,25-11-88,12-5-654,14-3 45,43-13-935,-6 3 923,2-3 0,3-1-144,-12 3 1,0 0-66,11-2 1,1 1-55,-4 0 1,-1 2-569,-5 3 0,-2 2-562,-7 2 0,-2 1-1727,19 5 1481,-23 2 1301,-12 3 0,-15-4 1,0 0-1</inkml:trace>
  <inkml:trace contextRef="#ctx0" brushRef="#br2" timeOffset="665407">19374 2657 20398,'-45'15'1257,"1"-1"0,2 0 1,11-4-680,26-9-414,1 0 36,24-8-34,32-9-742,0 0 626,-6 2 0,3 0 11,-13 3 1,0 0-1557,18-6 0,-1 0 1505,-18 6 0,-1 0-989,16-6 1,-5 1 1034,-10 2 40,23-8-63,-28 12 206,4 0-889,-8 5-9181,-6 3 8557,-10 2 0,-4 1 0,-5 0 0</inkml:trace>
  <inkml:trace contextRef="#ctx0" brushRef="#br3" timeOffset="703359">2525 3303 21047,'-2'-4'3640,"-1"1"-3600,3 3 4,-9-20 12,8 16 62,-3-12-34,10 21-34,3 3-16,-3-1 89,-1 2 51,-3-3 123,-1 1-78,-1-4 352,-3-4-409,-4-7-22,-6-8-61,-2-13-46,1-9-10,6-4-35,7 2 7,9 9-1,8 6 29,13 6-1,11 6-33,11 5 16,6 11-10,5 14-18,-33-4 1,-2 5-3,-3 4 0,-4 5-176,-6 4 1,-6 4 147,-11 5 0,-8 2-1662,-8 7 1,-6 1 1652,2-13 0,-3-1 1,0 1 12,-3 0 1,-1 1-1,-1-2-183,2-2 0,-2-1 0,2-2 260,-10 8 0,-1-5 76,4-10 0,2-6-43,-7-5 85,1-25-85,26-7 79,-1-38-67,18 9-42,2 13 0,4 0 218,20-14-246,-3 28 0,2 4 2864,13-3-2873,-6 12 1,1 4-68,22 7-47,-19-1 0,1 2-85,1 1 1,1 1-950,-1-1 0,1 0 1154,1-1 0,-3-1 0,5 1 0,-8-3 0</inkml:trace>
  <inkml:trace contextRef="#ctx0" brushRef="#br3" timeOffset="703781">3071 2562 17411,'-28'-38'411,"0"1"0,1 1 0,12 15 2244,26 35-2538,10 11-10,9 17-35,3 11 233,-15-24 1,-2 2-295,0 0 1,-1 1-4,-2-1 1,-1 0 19,6 24 873,-8-9-867,-5-14 2709,-4-12-2469,-5-18-229,0-8 0,-6-11 44,-6-34-10,4-1 102,4 12 1,1-2-126,5 8 0,1 1 56,7-26-33,5 13-18,20 8-50,1 20-1596,1 12 0,1 4 1591,10 9-23,-5 2 0,1 3-407,-10 0 0,0 3 46,7 4 0,2 2-639,-4 3 1,-2 2-553,-1 3 1,-2 3 1230,2 6 0,-3 0 0,2 5 1,-2-2-1</inkml:trace>
  <inkml:trace contextRef="#ctx0" brushRef="#br3" timeOffset="704041">2533 4078 23321,'49'-32'25,"-1"0"1,1 1-1,-1-1 1,0 1 0,0 1-1,1 1 1,-2 2-77,10 0 1,0 3 0,-1 1-354,-1-1 0,0 2 0,2 0-807,-8 5 0,1 1 0,0 0 0,-5 2 676,19-3 1,-5 2 0,-1 0 0,-10 4 0,-20 11-1</inkml:trace>
  <inkml:trace contextRef="#ctx0" brushRef="#br3" timeOffset="704307">2854 4204 10648,'-55'29'1260,"1"0"0,0-1 0,-1 1 1,9-4-1,0-1 0,3-1 1,4-2-727,-10 4 1,9-4 288,-1-2 1499,44-27-1824,33-19-308,-2 4 1,5-1-362,10-4 0,4-1 247,-12 7 1,1 1 0,1-1-18,3 0 1,1 1 0,0-1-19,2 0 0,0-1 0,1 1-10,-1 0 1,1 1 0,0-1-12,9-4 1,0-1 0,-3 2-10,2 0 0,-2 0 19,-10 3 0,1 0 0,-6 1 12,-8 4 0,-3 1-9,7-4 1,-1 0-95,9-4 518,-14 7-2013,-21 12-3601,-14 8 5157,-7 3 0,4-1 0,-3 0 0</inkml:trace>
  <inkml:trace contextRef="#ctx0" brushRef="#br3" timeOffset="707675">3994 1738 9163,'-48'-26'542,"0"0"0,1 0 0,-4 3 1,-2 2-1,0 8-246,1 10 1,0 8 0,-1 2-246,-7 1 0,-1 2 0,-1 2 145,13 0 0,-1 1 0,1 2 0,0 1-228,-2 0 1,1 2 0,-1 2-1,1 0 138,-1 2 1,1 1-1,0 1 1,0 2-29,-1 2 1,1 1-1,1 1 1,0 2-19,-2 2 0,1 2 0,1 2 0,0 1-24,9-4 0,0 0 0,1 1 0,-1 2 0,2 0-126,-2 3 1,1 1 0,0 1-1,1 1 1,1 0 127,-1 3 0,2 1 0,0 1 0,1 0 0,1 1-5,1 0 1,2 2 0,0 0 0,1 0-1,2 1-114,2 0 1,1 1-1,2 0 1,1 0-1,2 0 102,1 0 0,2-1 1,2 1-1,1 0 0,1-1-5,3 0 1,0 0 0,2-1 0,1 1 0,2-1-2,2 10 1,2-1-1,3 1 1,2-2-12,2-3 0,3 0 0,2-1 1,3-2-35,2-4 1,4-1-1,1-1 1,4-3 30,1-2 1,2-2-1,4-2 1,6-4 27,7-2 0,7-3 0,4-2 0,1-3 0,-2-3-11,2-1 0,0-3 1,1-4-1,4-1-37,-9-4 0,4 0 0,1-2 0,1-2 0,-2-2 0,-2-3 32,0-3 1,-2-4-1,-1-2 1,-1-2-1,1-1-6,1-1 1,0-2 0,0-2 0,-1 0 0,0-2 7,1-2 1,-1-1 0,-1-2 0,0-1 0,0-1 13,-1-2 0,-1-2 0,0 0 0,0-2 0,-2-1-27,1-2 0,0-1 0,-2-2 0,0-1 0,0-1 21,-8 5 0,0-1 1,0-1-1,0-1 1,-1-1-1,-1 0-58,2-3 0,-1 0 1,-1-2-1,0 0 1,0 0-1,-1-2 54,1-1 1,-1-1 0,-1-1 0,0-1-1,0 0 1,-2-1-1,0 0 1,-1 0 0,0-2-1,-1 1 1,-1-1 0,-2 0 2,-1 1 0,0 0 1,-2 0-1,-1 0 1,-1 0-1,-2 0 13,2-7 0,-2 1 0,-2 0 0,-2 1 0,-3 0-7,-3 5 0,-1-1 0,-2 2 0,-3 0 0,-3 1 61,-5-7 1,-2 2 0,-5 1 0,-5 2-83,-4 3 0,-4 3 0,-4 1 0,-4 4-47,-5 1 1,-5 3 0,-3 3 0,-3 2-101,5 8 0,-1 1 0,-3 3 0,-2 1 0,-3 3 140,2 3 0,-5 3 0,-3 1 0,-1 1 0,2 0 0,3 2 0,6-1 0,-4-2 0,6 1 0,1 1 0,-3 1 0,-12 4 0,-1 0 0,1 0 0,-1 0 0</inkml:trace>
  <inkml:trace contextRef="#ctx0" brushRef="#br3" timeOffset="733231">1525 14275 11599,'43'-5'297,"1"0"0,-4 1 0,-8-2 14,-13-5 174,-4 0 162,-2-2 337,-3 0 125,-1 0-251,1-3-208,3-1-200,3-5-256,-2 3 100,13-18-172,-4 7-27,15-16 44,0 3-318,-16 20 0,1-1 260,2-2 1,0-1-8,3-1 0,0 0 129,2-3 0,1 0-24,2 0 1,1-1 3,1-1 0,3 0 10,1 0 1,3 0-74,-7 6 0,3 1 0,0 0 27,14-9 1,0 2-703,0 2 0,1 0 683,2 1 1,0 3-157,-6 4 1,0 0 6,-8 5 1,1 0-1,1-1 11,-1 1 1,1 1-1,-1-1-13,1 1 0,0 0 0,-1 0-4,1 1 0,0-1 0,-1 1 12,0 0 1,0 0-1,0 1 1,-1 1 1,0 0 0,-1 1-500,17-5 1,0 0 626,-3 3 0,-1 1-5,-4 1 1,0 1-6,-2 1 0,-1 1-217,0 1 0,-1 0 209,0 1 1,0 1-98,0 0 0,0 2-17,-1 0 1,1 1 2,0 1 0,-1 0-220,-1 1 1,-1 1 103,-2 1 1,0-1 17,-4 1 1,0 0 420,-2 1 0,-1 1-489,30 0 159,-2 4 13,0-1 33,1 1-6,-20-3 0,-1 0-21,17 1 27,-14-1 1,0-1-115,17 1 140,-22 0 0,1 0 600,-2 0 1,-2 0-390,20 4-113,-18-1 0,-1 1 280,14 1-292,-14-2 0,2 1 4,-8-3 0,1 0 73,1 0 0,0-1-96,1 1 0,1 0-85,0-1 1,0 0 6,1 1 0,-1-1 6,2-1 1,0 1 19,0-1 1,0 1-4,2-2 0,-1 1-87,1-1 1,-1 1-1,1-2 0,-1 1-2,1-1 1,-1 0-12,0 0 0,1 0 10,-1 0 1,0-1 0,2 0 1,-1 1 116,1-1 0,0-1 117,2 2 0,0-1 68,-1 1 0,0 0-37,-2 2 0,0 1-37,-4 1 1,-2 0 154,28 10-101,-7 4-92,-3 2-294,1 4-301,4 0 227,-27-11 1,0 0 25,1-1 1,1 0 58,6 3 0,2 0 7,-1 0 1,1 1 1,1 0 0,-1 0 140,-2 0 1,-1 0-91,-7-2 0,-1 0-1364,5 5 0,-1-1 1150,10 7 78,-14-7 1,0 0-236,7 5 6,11 6 91,1-1 18,0-1 257,0-2-153,7 5 121,-18-10 113,3 4-1,-7 2-25,-2 5-61,1 0-9,3 14-49,-19-25-1891,21 24 1913,-20-24 2316,13 16-2287,-12-12 27,7 18 57,-9-14 13,6 13 79,-9-16-2229,8 14 2198,-8-14 2251,6 9-2259,-1-6-30,-2-4-65,8 7 17,-6-9-14,5 6 3338,10 4-3376,-9-11 2,15 7 63,-7-13 83,26 6 2,-18-9-17,-2-4 0,1-1 46,8 0 21,10 0 11,-2 0-12,-9-2-17,11 1-36,-2 1-8,-1 2-28,-2 0-25,1 3-18,0 1-2,-21-5 0,1 1 9,21 5-18,-16-5 0,-2 0-18,6 2 15,5-1 31,-3-1-7,-16-4-96,22 4-11,-20-3 59,14 0-46,-14-2 60,20-1-79,-26-2 88,10-1 0,2 1-99,-5-2 120,3 0 0,1 0 10,-5-1 16,23-3-5,-8-1-11,12-1 11,0-1-6,-1 1 3,-21 3 1,0 0-212,12-1 206,-14 3 0,0 0 2,25 1-11,5 1-198,-26 2 1,1-1 186,26 4 0,0 3 0,-15-1-1601,-13 1 0,-1 1 1607,1 2-20,2 2 0,0 2 25,5 5-11,6 4 0,-6 1 6,-8-2-1,9 7-11,-15-11 1,0 1 5,21 12 0,-2 0 11,-2-6-11,1-1 17,3 0-17,-2-1 0,5 1 17,-16-6-2136,18 7 2119,-20-10-5,9 4 88,7 1-77,4 1 0,-2-1 5,-2-1 17,6 1-16,-9-3-7,-7-3 1,-2 1-17,-5-3-9,2 4 0,0-1 26,-6-1 0,14 8-18,-4 1 63,7 1-40,9 3 0,4-4 0,-19-11 1079,-8-5 0,2-1-1079,22 4-8,-23-4 0,1 0 184,12 3-176,-16-3 3349,2 4-3354,-11-3 242,17 9-232,-11-5-16,1 1 0,26 16 6,-20-6-1699,-2 0 0,0 2 1709,3 12-59,-2-1 43,-15-7 0,-2-1 11,-2-1-11,0 3 0,-2 1 0,0 6 0,3 14 0,2 6-5,-4-11-92,-2-9 0,1 2 86,5 20 11,-5-15 0,0 1 3,-3-7 0,0 0-1070,-2-1 0,0 0 1061,0 4 0,-2 1 0,-1 3 1,-1 1 27,-6 15 1,-1 0-29,0-16 1,-1-2-3,-4 6 0,-2-5-26,-8 3 34,2-11-6,-1-9 1,-4 0 27,-16 11-16,-1-4 0,-2-1 5,15-13 0,-1-1 8,-17 8 1,-2-1-9,13-9 1,-1 0 766,-10 4 1,-3 1-765,0-1 0,-1 0-8,-2 1 0,0-1 5,-2 1 0,-2-1-19,10-5 1,-3 0 0,0 0 3,-4 0 0,-2-1 0,1 0 440,-3 0 1,1-1 0,-1 0-439,-2 0 0,1-1 0,0-1 2,7-1 0,0-1 0,1 0-4,-2 0 0,1 1 1,-1-1 1,1 1 0,-1-1 0,1 0-6,0 0 1,0 0 0,0 0 5,1 0 0,-1 0 0,1 0-374,-1 0 1,0 0 0,0-1 371,0 1 0,0 0 0,0 0 15,0 0 1,-1-1-1,0 1-9,1-1 0,-1 0 0,0 0-8,0 0 0,-1 0 1,1-1 1,-1 0 0,0 1 1,0-1-1,-1 0 0,-1-1 0,1 1 0,-1 1 1,0-1-1,0 1-425,0-1 0,0 1 0,0 0 414,0 0 0,0 0 1,0 0 2,1 0 1,0 0 0,0 0-160,0 0 1,1 1-1,-1-1 167,1 0 1,0-1-1,1 1 76,0 0 0,0-1 0,1 1-74,0-1 0,1 0 0,0 0-6,1 0 1,0 0 0,0-1-12,1 1 0,0 0 1,0 0 8,1 0 1,-1 0 0,1 0-3,0 0 1,0 0-1,0 0-1,0 1 0,1-1 0,-1 1 13,1 0 0,0 0 0,1 1-11,-1-1 0,1 1 0,0-1-6,1 0 0,-1 0 0,1 0 80,0-1 0,0-1 1,1 0-73,-21 3 1,1-2-4,0 0 1,1-1-6,2-2 1,0 0 16,1 0 0,1-2 11,1 0 0,-1 0-17,5-2 1,-4 0-1,3 0 120,-9 0 0,-1-1 100,9 1 0,-3-1 0,3 0 104,-6 1 0,2 0 6,-2-1 0,2 1-6,12 0 0,-2 0-129,-5 1 0,-6-1 0,7 0 121,13 0 1,-1 0-102,-20 0 0,-9 1 0,10-1 13,24-1 1,0 0-119,-7 1 0,-5-1 1,2 0 543,2 0 0,-1 0-483,-12 1 0,-1-1-18,14 0 1,-2 1-64,1 0 1,-4 2 0,3 0 68,-6 2 0,0 0 73,2 1 0,-2-1 0,0 2 20,8-1 0,0 1 0,1 0 36,-1 0 1,0 0-1,0 1 293,-21 3 1,1 1-58,0 0 0,1 0 12,15-2 0,-1-1-215,4-1 1,-3 0 0,2 0 147,-3-1 1,1-1-170,2 0 0,-3 0 0,2-1-252,-10 1 1,2-2-43,0-1 0,0-1 0,2 0 0,0-1 0,-1 0 0,2-1-100,11 0 1,-1 0 33,-19 0 0,-2 1 23,18-1 0,0 0 24,1 1 1,-3-1 0,2 0 13,-11 1 1,1-1 21,0-1 1,0 0 18,1-1 0,1-1 27,2-2 0,0-1-66,3-2 0,-1-2-99,3-1 1,0-3-863,-10-7 0,2-2 676,17 7 0,-1-1-44,-13-10 1,0-2-2,16 8 1,1 1-50,-9-7 1,-1 0-116,1 1 1,-1 0 2,0 1 0,1 0 96,-2 0 0,1 1 100,0-1 1,-1 0 104,-7-7 0,0-3-101,2-4 1,2-3 91,0-2 0,3-2-151,5-3 0,3-1 32,7 5 0,1-1 163,7 9 0,-2-3 1,3 3-146,-2-3 1,0 1 117,2 1 1,-1-1 0,2 2-75,-1-3 1,0 1 134,-6-11 1,0-4 73,5 13 1,0-3 0,1 2-9,-7-13 0,2-1 53,6 13 1,0-1-1,1 0 18,0 0 1,1-1 0,1 1-178,-4-15 0,1 1 133,3 13 1,1-1-1,0 2-18,-2-11 0,1 1 829,-1 1 1,0 0-826,0 2 1,0 1 9,-1 2 1,0 0-108,0 2 1,-1 1 112,-1 3 0,0 1 16,1 2 0,-1 0 7,1 2 1,2-1-1,0 0 1,3 0-4,3-2 1,2 0 8,2 0 0,3 0 8,4-1 1,2 1-4,0 2 1,2-1 16,2 3 1,1-1 265,-2 2 1,0-1-287,1 3 1,-1 0 0,-1 1 0,-1 0 1391,1-30-1248,-3 3-7,-4 4-24,-1 2-4,-3 3-12,1 2 7,2 2-1969,7-6 2013,1 17 595,10-13-489,-1 16 47,7-10 4,1 0 27,3 2 8,4-1-129,6 1-60,7 2-352,9 8-3218,4 11 3404,-8 9 0,-17 9 0,-14 1 1</inkml:trace>
  <inkml:trace contextRef="#ctx0" brushRef="#br3" timeOffset="743124">14424 10848 14708,'-13'-38'294,"1"-1"0,1 2 0,3 3-40,7 0 395,3-4-135,0 7 451,7-11-321,-2 13-142,4-13-1,-3 4-24,2-2-121,-1 7-106,6-16 109,-4 25 119,20-30-5,-6 22 90,16-14 33,-3 8 82,4 1-312,1 0 339,5 0-203,3 1-313,-24 18 1,1 0-70,1 1 1,1 1-88,2 0 0,0 0-47,2 1 1,1 0-38,1 0 1,1 1-330,1 0 0,2 0 298,0 0 0,1 1-19,0-1 0,1 0 27,1 1 0,0 0 34,0-1 0,1 0 29,1 1 1,0-1 71,-1 0 1,1 0 170,1 0 0,-1 0-6,1 0 1,-1 1-29,-10 3 0,1 0 3,16-4 1,1 0-13,-16 5 1,-1-1-4,17-3 0,0 0 8,-12 2 0,-1 0-50,-1 2 1,0-1-158,-2 0 1,-1 1-66,0 0 0,-1 0 71,-1 0 0,-1 0 17,0 0 1,0 1-108,1-1 1,-1 0-4,2 0 1,0 0-1,1 0 1,0-1-170,0 1 0,1 0 174,-1 0 0,-1 0-114,18-3 90,-17 5 1,-2 2-180,8 1-141,15-1 243,-26 5-498,13 1-53,-10 2-29,18 3 22,-6 2 7,5 1-90,1 1 320,3-1 1,5 0 296,1 0-15,0-2 107,-1 2-2890,-1 0 3117,-1 0 332,4 0-213,-31-4 1,2 0-11,1 0 0,0-1 0,3 1 1,-1 0 3,2-1 0,0 0-18,1 1 0,0 0-57,-1-1 1,1 1-106,-1 0 1,-1-1-1091,-1 0 0,0 0 1021,-2 0 1,-1-1 4,-1-1 1,0 1 245,31-1-238,-31-1 1,0 0-4,1 0 0,0-1 1148,0 2 0,2-1-1099,7 3 0,-2-1 81,16 3-102,-19-1 0,-1 1-59,5 4-49,9 3-34,-4 1-25,-5 1 3264,-3 1-3312,-4 0 32,-4 3-80,-2 2-40,-2 3-56,0 1 30,-1 1 26,0-3-3077,-1 0 3158,1-2 87,-1-3 23,2-3 109,2-4 157,2-1-37,-5-4 58,19 2-39,-10-3-5,17 3-32,-11-1 53,-4 1 3346,-4 1-3451,0 1-33,1-2 1,4-1 1,5-2 39,18-3-29,-17-1-61,-12-1 0,1 0-2,9 0-6,12 0 12,-5-1-24,1 1-22,-16-1 2,6 2-44,-14 2 93,11 2 5,6 1-2,7 0-3,5 1-8,1 0 0,-1 3 8,-5 0-113,5 5 12,-20-4 37,18 7-34,-14-2-6,9 2-20,10 5 5,-10-8-371,10 4 520,-16-7 6,9 2 9,-16-5 1,1 0-16,24 8-2,-21-7 0,-2 1 19,8 5-9,-4 0-41,0 1 11,-8-5 1,2 1 48,0-1 0,1 0 2,-2 0 1,1 0 8,-1-1 1,-1 1 25,9 5-6,11 6 29,-5 3 413,-4 3-440,-15-7 1,-2 0-92,15 12 2,-15-11 1,1 0-28,16 10 2,6 5-125,-23-16 0,1 1 129,1 3 0,-1 1-233,-1 3 0,0 2 245,-1 1 0,-1 1-2,-1 1 1,-1-2 23,-1-1 1,-1-2-1553,3 1 0,-1-3 1533,7 5 121,8 1 67,-15-22 108,18 0-141,-2-6-18,11-4-19,-13-3 199,8-2-176,-10-1 292,-1 0-336,11-2 3388,-16 3-3393,19-1-40,-21 3-12,10 0 12,-10 5 19,6 3-45,-7 2 44,18 23-64,-24-14-32,22 25 15,-14-5-10,3 3 7,6 7 8,-13-18 27,9 3 11,-6-8-2,15 14 10,-5-6 21,4 7 27,-4 4-13,-14-10 0,-1 2-62,-5-8 1,0 0 9,6 12 1,-1-2-238,-2-4 237,5 4 0,-5-9 20,7 10-17,-4-5 36,10 20-13,-14-19 24,9 14-28,-9-16 22,10 16-25,-12-24 10,15 20 6,-3-12-6,1-1 227,-2-2-215,-4-2 39,-3 5-6,0 3 0,2 9-17,-7-6-33,-2-8-3426,9 16 3404,-9-23 25,20 28-20,-17-30 17,20 23 5,-16-20 6,8 11-11,-14-13 3419,3 12-3392,-7-9 4,5 12 8,-1-6-28,-2-5 0,7 6 17,7 3-28,1 2-6,6 7 17,-7-7-11,-6-8 11,1 8 22,-3 7-44,-4-7 5,-4-6 0,0 1-39,1 7 28,4 7 6,2 6 5,-5-17-5,4 15 5,-4-14 23,-1 3-6,-5-13 5,-1 3 118,-3 5-11,-7-1-39,0 19-3431,-7 2 3347,4-16-6,0 4 0,5-12-39,-1 10 11,-1 1 6,-1 5 17,-3-10 3397,0-7-3426,-15 21-21,-3-8-370,5-7 1,-3 0 413,0-1 0,-2 0-3,-4 2 0,1 0 6,5-8 0,-1-1 2,-5 5 1,-2-1-25,7-7 1,-2-1 35,-6 3 0,-5 1 0,4-2-392,1-1 1,-1-2 381,-1-1 1,-4 1 0,1-1-3,-9 2 1,1-3-4,7-2 1,0 0 3,-7 2 0,-2 1 13,-3 1 1,0-1-20,4-2 0,-2 0-335,3-1 0,-4 2 1,1-2 335,6-3 1,0 0 0,0 0-224,-3-1 1,0 0 0,1-1 221,-8 3 0,-2 0 3,2-3 1,-5 0 0,4-1-15,-6-1 0,2-1 13,12-2 0,-1 1 0,-1-2-1,-9 0 1,-2-1 0,6-1-2,9-1 0,-2 0 8,-2 0 1,-8 2-1,-2 0 1,6 0 2,6 0 0,3 0 0,-3 1-11,-3-1 0,-2 2 0,-2 0 0,2 0-533,-9 1 1,2 1 0,0 0 508,-2 0 0,-1 1 0,3-1 5,11-3 0,2 1 1,-3 0-23,0-1 0,-4 0 1,1 0-1,4 0 16,2-2 1,3 0 0,-2 0 10,-1 0 0,-3 1 0,0-1 0,2-1-70,-3 1 1,2-1 0,0 0 77,0 0 1,0 0 0,1 0 6,-2 0 1,1 0 0,2-1-2,-10 2 0,0-1 11,0 0 0,-3 1 1,2-1-122,14-1 1,2 0 0,-2 0 109,-18 2 0,-4 0 0,2 1-2,9-2 0,2 0 0,0 1 2,-1-1 0,0 1 0,1-1-6,-1 1 1,1-1-1,1 0 2,-1 0 1,1 0-1,2-1 184,-8 2 0,-2 0-177,5-2 1,-3 0 0,2 0 13,-2 0 0,-1 0 220,4-1 0,-4 0 0,2 0-237,10-1 0,2-1 0,0 1 1,-1-1 1,0 0 0,0 0-4,-1 0 0,0-1 1,0 1-96,-1 0 1,0-1 0,-1 0 96,0 0 0,0 0 0,0-1 0,0 0 0,-1 0 0,1-1 5,0 0 1,1-1 0,-1-1-3,2 0 1,-1-2 0,1 0 73,0 0 1,1-1 0,0-2-77,2 0 1,-1 0 0,2-2-4,0 0 0,0 0 1,1-1 12,-19-8 0,2 0-11,1-2 0,1-1 3,0-1 0,2-2 5,-1-1 1,1-1-9,0-2 0,0-1 2,-1 0 1,1-1-3,18 10 0,0-1 0,0 0-2,0-1 0,1 0 1,1 0-46,-16-14 1,2-2 29,2-2 0,2-1 14,3-1 0,2-2 17,3-1 0,1-1-11,3-2 0,1 0 5,1-3 1,1 2-1,8 10 1,-1-1 19,1 2 0,-2-4 0,2 3-6,-3-4 0,-1 1-59,2 3 0,-2-4 0,1 3 45,-7-10 1,2 1-18,1 1 1,2 0 11,0-1 0,2 0 5,2-2 0,1 0 139,1-1 0,2 0-133,1-1 0,1 0 0,0 1 0,0 1-14,2 1 0,-2 1-3,0 1 1,-1 1-4,0 2 0,-1 0 210,-1 1 1,-1 2-211,4 10 0,-1-1-19,-8-15 0,-2-2 25,9 16 0,0-1 3,-8-16 0,0-2-6,8 11 0,0 0 6,3 0 0,0 0 13,2 0 1,1 0-6,0 1 1,2 0-1,0 1 0,1-1 260,0 2 0,0 0-268,1 0 0,-1 0 2,-1 0 1,0 0-3,-1 0 0,0 1 2,-2-1 1,0 1 10,-1 1 1,1-1 8,-2 1 1,2 0-4,-1 1 1,2 0-12,-1 1 1,2-1-4,0 2 0,1 1 3,0 1 1,1 0-10,0 2 1,0 0 1031,-7-28-1028,0 0 5,-2 0 17,0 0-967,6 26 1,1 0 938,-5-11 6,-3-13 495,9 20-484,-1-9 5,3 2 1,4 1 255,2 2-262,4 1 129,6 1-133,8 0 4,10 1 1,10 0-11,9-1 1523,-19 19 0,2 1-1526,2-1 0,1 0 158,1-1 0,-1 0 0,0 1 1,-1 0 33,18-15-653,-15 13 543,-22 13 1,-7 7 0,-9 6-1</inkml:trace>
  <inkml:trace contextRef="#ctx0" brushRef="#br3" timeOffset="752798">23532 9894 13726,'-14'-56'2095,"3"11"-885,6 13-505,-1 5-48,-4-13-189,-1 2-92,-3-10-291,5 14 55,-4-14-59,8 25 88,-3-27 26,5 13-27,0-18 12,5 7 43,2 0 28,1-1 40,2 0-15,2-2-1854,-2 19 0,1-1 1743,3-11-276,-1 11 1,1 0 238,7-12 10,7-11-18,3 3-216,-6 14 159,-4 12 0,1 1 76,9-10-173,-6 9 0,1-1-49,15-20 36,-18 22 1,0-2-952,5-7 1,-1 0 1063,12-15-38,-11 16 1,1 2 1974,11-12-1984,-12 18 0,0-2 108,1 2 1,1-1 2,0 2 1,0 0-5,1 1 0,-2 2-49,15-11 6,-14 14 0,-1 1 506,8-4-6,15-10-293,-22 14 0,-1 0 250,10-6-264,-8 5 1,0 0-1553,20-11 1768,-8 5-107,15-7-326,-21 16-144,11-4 311,0 5-50,1 2-79,0 3-43,1 2-37,12 4-233,-6 1-134,-2 3 24,-2 0 1865,-10 2-2169,11 1 39,5 4 30,-18-1 179,8 3 61,-19-1 3590,7 2-3149,-1 2-52,0 2-28,1 4 79,2 2-132,-6-2 29,14 8-6,-13-7-3429,20 12 3181,-23-14 82,9 3 97,-12-8 142,9 3 56,2-1 7,3 3 9,1 1-24,2 0 29,0 2-135,4-1 11,5 1-78,1 1-8,-1 0-30,-8-1-34,-8 0-50,-13-4-65,2 18 3186,-14-12-3459,9 29 13,-8-23-3,2 10 37,1-8-14,-4-5 109,2 2 69,-6-11 298,0 1 74,-2-5 6,0 3 4,0-1 8,0 1 46,-1 0 11,0 1 2,-1 1 27,0 6-21,1-7-39,4 14-126,-1-14-72,29 31-5,-5-19 87,-4-5 0,4 1 38,5-2 1,2-2 120,19 11-95,-12-9 1,0 1 13,-10-5 1,-1-1-266,0 0 1,2 2 327,5 2 0,-1-1 101,9 5-264,-13-7 0,1-1 66,14 6-34,-9-6 0,2 1-453,-6-4 0,0-1 449,0-1 0,0 1-314,-3-3 0,0 0 430,20 5-1210,-13-3 1,0-1 1199,15 5-330,-13-4 0,0 0-96,7 2-33,10 1-14,-2-3-13,-7-5 181,-18-3 1,2 0-10,8 0 0,-1-1-218,17 1 433,-7-2 0,-2-1 6,-5 0-8,-3-1 0,1 1 25,12-1-44,-16 0 1,2 0-19,-7 0 1,-1 1 160,27 0 284,-6 2-16,10 1-36,-12 0-197,-5 0 0,-1-1 241,-4-1-175,8 1 0,0-1 235,-5-1-339,-1-1 0,2 1-136,12-2-43,-13 1 0,1 0-725,-10 0 0,0 0 717,5 2 1,-2 0-82,7 3-124,-12 2 0,1 1 62,18 5 836,-13-4 1,1 2-749,-5-2 0,-1 1 0,2-1 0,-1 1 6,-1 1 0,-1 0 122,-2 0 0,1 0-116,2 4 0,0 0 0,-1 3 1,0 0 30,2 4 0,-1 1-109,11 11 782,-11-3-718,-14-4 433,-2 3-482,10 23 0,-3-2-37,-9-19 0,0 1 105,-2-2 0,0-2 3133,9 20-3093,-6-11 1,-2 1-29,4 15 54,-7-21 0,-2 1 15,-3 6 1,-2 0-9,-2 20 1,-2-25 1,-1 0 3,-4 17 32,-3-12 0,-2 1-162,1-10 1,0 0 139,-5 20 0,-1 0-11,-5 6 11,7-21 0,-2 1-9,-3 3 1,-1 1 4,-1 3 1,-1 0 5,-6 8 1,0-1-6,0-7 0,-1-1 2,-3 0 1,-1-1-1,7-9 1,-2 1 2,-15 13 1,-2 0-1,13-13 1,-2-1-282,3-1 0,-3 2 0,2-2 290,-10 9 0,1 0-536,-1 2 0,1-2 524,8-9 0,-1 1 6,-1 0 1,-1 2 0,2-4-10,6-6 1,-1 0 6,-6 5 0,-8 5 0,0 1 0,6-7-4,2-3 1,1-1 5,-13 9 1,-5 3-1,6-6 8,15-13 1,-1-1 16,-9 5 0,-5 3 0,2-3-1246,-4 1 1,0-1 1224,2-2 0,-3 2 1,1-2-14,-11 4 1,1-3-264,-1 0 0,0-2 277,-1 0 0,0-1-105,0-1 0,-1-1 91,0 0 0,0-2 16,-1-1 1,-1 0-3,0-2 0,-1 0-7,20-4 1,-1-1 0,1 1-1,-1-1 0,0 0 1,-2-1-5,-9 2 1,-1-1 0,3 0 13,-3-1 0,0 0-16,6-2 1,-2 1 0,3-2-5,2-1 1,1 0-4,-12-2 1,-2 0 5,3-1 0,1-2 5,13 1 1,-2-2-307,3-2 1,-4-1 0,3-1 316,-2 0 1,-1-2 3,3 0 1,-4-1 0,3 0 523,-9-4 0,1 0-516,0-2 0,-1-1-9,2-1 1,0 0-9,-1-2 0,2 0-5,11 5 0,0-2 390,-16-10 1,0-2-366,11 1 0,0 0 80,-1 1 1,1-2-98,0-5 0,3-1 22,15 9 1,1-1-12,-8-8 1,-1-2-15,2-2 0,-1-1-3,-2 0 1,1-1-1,-1 0 1,-1 0 2,6 9 0,-1-2 1,2 3 812,-3-2 0,1 0-819,2 3 1,-2-2 0,2 2 5,-1-1 0,1 1 448,-7-10 0,-1-1-457,3 0 1,0-1 2,6 9 1,0-3 0,2 3-324,-2-2 1,0 0 320,2 3 1,-3-2 0,2 3 10,-2 0 0,0 1 0,-8-9 0,-3 0-6,0 2 1,0 0-1,-2 0 0,1 1 3,8 9 1,0 0 19,2 0 1,-2-1 0,2 1 10,-1-3 0,1-1-18,3 2 0,-2-3 1,3 1 3,-4-9 0,3-1-6,1-1 1,1 0 7,2 0 1,-1 0 5,1 0 1,1 0 13,-1 1 1,0 0-9,0 1 0,0 1-40,0 1 1,-1 1-17,2 2 0,1 0-28,2 2 0,2 1 124,4 1 0,3 0-998,8 1 0,4 1-3211,12-18 4127,23 1 0,-18 30 0,3 2 0</inkml:trace>
  <inkml:trace contextRef="#ctx0" brushRef="#br3" timeOffset="755681">29498 7315 6098,'0'-8'1193,"0"1"-482,0 7 2123,0 0-1977,-2-37 39,1 19-22,-3-31-107,1 27-212,-1-2-264,0-2-146,2-1-21,0-5-12,2-4 62,0-16-118,0 13 39,-3-18 0,-1 15-342,-5-13 348,-3-4-34,0 0 0,0-2 0,6 2-50,2 3 0,8 1 0,3 2-17,7 0 0,3 0 0,3-3 11,-4 12-1654,1 2 0,0 1 1637,0 1 14,2-1 1,3-1-167,8-4 163,2-1-1065,4 5 1,2 2 1071,2 1 7,4-1 1,2 1-188,-17 16 1,0 2 203,9-6 1,1 0 990,2 0 0,-1 2-977,0 0 0,1 2-238,-1-1 1,1 1 206,-2 1 1,1 0-15,-1-1 1,1 1-6,0 0 0,0 0 0,2 1 0,0 0 5,3 2 1,1 1-6,1 0 0,1 2 6,3 1 0,0 0-9,2 2 0,0 1 0,1 1 0,-1 1 3,0 1 0,0 1-6,-1 2 1,-1 0 2,-1 1 1,0 1-1,0 2 0,-1 0 3,-1 0 0,1 2 3,-2 2 0,1 1-6,-2 0 0,1 1 0,-2 3 0,0 1 1354,-2 1 0,0 0-1349,-2 2 1,0 1 149,-1 1 0,0 1-158,-1 0 1,0 3-9,-1 0 0,-1 2 85,0 1 1,-1 1-39,-1 0 1,0 1-8,-2 0 0,1 1-1395,6 6 0,-1-1 1403,-11-8 1,-1-1 2,12 10 1,1 0 192,-12-8 0,-1-1-212,9 7 0,2 1-52,-2-1 0,0 1 32,0 1 1,0 0-192,0 0 1,0-1 168,-2 2 1,0 1-8,-2-1 0,1 1 25,-3 1 1,-1 0 19,0 2 0,-2 0 25,0 0 0,-2 2-8,0-1 0,0 2-5,-2-2 1,1 1 2,-1 0 1,1 0 0,6 10 0,0-2-31,-9-13 0,0 0-3,9 13 1,-1 1-23,-10-15 0,-2 0 8,5 9 0,-1 1 14,-3-2 0,-1 1 4,-2 0 1,-1 1 4,-1-2 1,0 0 8,-1-1 0,0 0 3,2-2 0,-2 0-9,-6-1 0,-1-1-5,1 0 0,-1 0-740,-7 7 1,-1 0 753,3 15 5,0-16 0,0-1 2015,0 15-2020,0-20 0,0 1 5,0 0 0,0 0-8,0 0 0,0 1-11,0 0 0,0 0 8,0-1 0,0 1 122,0-1 0,0 1-111,0 11 1,0 2-4,0-12 1,0 1 5,0 10 1,0 1-4,0-12 1,0 0 63,0 1 0,0 1-69,0 2 0,0-1-3,0 2 0,0 0 5,0 0 1,-2 1-1,-8 0 1,-4 0-3,1-1 0,-3-1-6,-8 0 0,-1-1 3,1-3 0,1 0-3,-1-2 0,0-1-3,0-1 1,-1-1 2,1-2 1,-1 0 13,1-1 0,-1-1 8,-1 1 1,0-1-3,-3 1 0,-1 0-6,-5 2 0,-2 0 0,-12 7 1,-3-1-4,16-11 0,-1-1 1,1-1-15,-11 7 1,3-3 2,3-3 0,3-2 17,-18 7-115,27-15 1,-2 1 128,-6 1 1,-3-1-1032,-8 0 1,1-2 1002,14-4 0,1-2 6,-13 2 0,0-1 215,-16-1-199,14-3 1,-1-1 759,15-1 1,0-1-772,-13 0 1,-2-2-4,5-2 0,2-1-14,6 2 1,-1-1 22,-16-4 0,1-1 2,17 1 1,0 0-9,-8-2 0,-1-2 100,3-1 1,0-2-98,-6-4 0,1-1 1397,15 6 0,0-1-1403,-11-7 1,0 0-1,-13-9-11,19 11 0,-1 0 11,-1-1 1,1 0-18,8 5 1,-1 0 25,-15-8 0,-1 0-304,13 7 0,0 0 287,-14-7 0,0-1-3,9 4 0,2 1-6,2-1 1,-1-1 5,-5-4 1,0-1-4,6 4 1,-1-1 5,-12-7 0,-1-1 5,12 8 1,0 1-4,-7-3 1,-1 1-11,6 3 0,1 2 5,-2-1 0,0 0-1122,-9-5 0,2 0 1113,14 8 1,1-1-6,-11-8 1,2-1-89,-6-10 99,18 13 1,0-1 10,1 0 1,1-2 13,1 1 1,0-1 25,1-2 0,0 0 16,0 0 1,1-1 8,-1 1 0,0-2-917,-5-8 0,1 1 883,8 11 1,0 1 75,-7-13 0,2 0 278,-2-18-329,11 19 1,1-3-20,3-3 0,2-3 575,3 5 1,3-3 0,0-2-614,1-13 1,2-3 0,0 3-217,-1 13 1,2 2-1,-1-1 239,2-12 0,1-2 1,-1 4 34,0-1 0,0 3 527,0-3 0,0 1-606,-1 4 0,1 1-115,-1 0 1,1 4 0,-1 2-1432,0 8 0,0 3 1549,0 10 0,-1 3 0,0 14 0</inkml:trace>
  <inkml:trace contextRef="#ctx0" brushRef="#br3" timeOffset="768656">4132 7415 12741,'41'-25'738,"0"0"0,0 0 0,0 1 0,12-8 0,0 2 0,-3 2-398,-10 7 1,-3 3-1,2-1-769,1 0 1,1 0 0,0 0 843,2-1 1,-1 0 0,1 0-119,1 0 0,0 0 0,-1 0-72,1 0 1,0 1 0,1-1-411,-1 1 1,0 1 0,0 0 529,1 0 1,0 1 0,-1-1-158,1 1 0,-1 1 1,0-1 0,0 0 0,0 1 0,1 0-7,-2 0 0,1 0 1,-1 1-141,1 0 0,0 0 1,0 0-86,0 1 0,0 0 0,0 0-14,1 0 1,0 0 0,1 1-8,-1 0 0,0 0 0,1 1 6,-1-1 1,0 2-1,0-1 7,0 1 0,-1 1 0,0-1-8,-2 2 1,0 0 0,0 0-47,20-3 1,-1 2-72,-2 0 1,0 1 140,-1 2 1,0 1-16,-2 0 0,0 1-13,-2 2 1,0 1-21,-3 0 0,0 1-3,-1 0 0,-1 1 6,2 1 0,-1 0 10,1 0 1,1 1-72,3 0 0,0 1-322,4 0 0,0 0 263,-13-1 1,2 1 84,-1 0 0,3 0 0,-1 0-52,14 3 0,-1 0 122,1-1 0,0 1 121,-20 0 0,1 0 1,-4 0 37,-1 0 0,1 1 126,22 5 1,0 0-10,-18-3 1,-3-1 1,7 2 1,2 0 33,2 1 1,-1 0-62,-5-2 0,1 2-179,-3-1 1,2 0 0,-1 1-210,11 3 0,-3 0 79,-1 1 1,-2 1 2,-2 0 0,-1 0 404,-2 1 1,-2 0-408,0 0 0,-1 1 44,0 0 1,-1 0-71,-9-5 1,0 2 18,17 7 0,1 0 103,-16-6 0,1 0-102,15 7 1,1 1 28,-11-5 1,1 0 113,-4 0 0,2 0 0,-1 0-3,6 2 1,0 0-2,13 7 0,-1 0 44,-18-10 1,-1-1-28,-1 1 0,-1 0 224,-1-1 0,-1 0-230,0 0 0,-1 1-4,1-1 1,-1 0-77,2-1 1,-1 1 22,2-1 1,0 0 2,0 1 1,1-1 1,1 1 0,-1 0 6,-1 1 0,1 1-10,-2-1 0,0 1 539,0 0 0,0 2-557,12 9 1,0 1-33,-10-6 0,0 0-186,10 8 1,0 1 143,-12-10 1,-2 0-6,2 1 0,0 0 1,1 1 0,-1 0 10,2 0 1,-1 1 49,1-1 0,0 0 27,0 0 1,0-1-9,-1 1 0,0-1 1,0 1 1,-1 0 0,0 1 1,-2 1-17,0 0 0,0 0-15,-2 2 1,0 0-19,-8-7 1,0 1-15,10 12 0,1 1-6,-9-10 0,1 1 11,11 13 1,0 1 4,-4-6 0,-1 1 15,1 2 0,-1 1-3,0 1 0,0 0-3,-1 2 1,-1 0-15,0 1 0,-2 2-73,0 1 1,0 1-190,-1 3 1,0 1-1086,2 4 1,-1-1 1404,-2-3 1,-2-5 0,-6-13 0,-3-5 0,4 7 0</inkml:trace>
  <inkml:trace contextRef="#ctx0" brushRef="#br3" timeOffset="769839">24384 4378 5630,'-11'-47'-34,"1"0"0,3 1 1,7 3 2231,34-10-2176,-14 23 1,2-2 50,3-3 0,1-1 546,2-3 0,0 0-437,2-3 0,2-1 233,1-2 0,2 0-163,-5 6 0,2 0 1,2-1-138,4-2 1,2 0 0,1 0-72,2-1 1,0 0 0,1 1 339,2 0 1,2 1 0,-2 1-367,-5 6 1,0 1 0,0 1-8,1-2 0,1 1 0,1 0-2,0-1 1,0 0-1,2 1 0,1-2 1,0 0-1,2 0-11,2-1 0,2 0 1,-3 2 1,-9 5 0,0 1 0,2 0 54,5-2 1,4-2 0,2 0 0,-1 2-510,-4 3 1,1 2 0,0-1 0,0 1 512,0-1 0,-1 0 0,1 1 0,1 0-29,6-2 0,2 0 0,-1 2 1,-3 2-140,-3 2 1,-4 3 0,3-1 349,-4 2 0,1-1 0,1 0 0,0 1 8,-1 2 1,0-1-1,-1 2 1,1 0-4,0 0 1,0 1 0,0 0 0,0 2-189,0-1 0,1 1 0,-1 1 0,1 1 191,0 0 0,0 0 1,0 1-1,1 1-10,0 0 1,0 1 0,1 0 0,0 0-31,0 1 0,1 1 1,0-1-1,0 2 38,1 0 0,-1 0 0,2 0 0,1 1-88,-4 0 1,3 1 0,1 0 0,-2 0 0,-3 0 115,12 1 0,-4 0 0,3 0-93,-1 1 1,5 1 0,-1 0 0,-5 0 362,-3 1 1,-5 1 0,3 0-344,-6 0 0,3 0 0,0 0 0,-1 1-1,-2-1 1,0 1 0,-1 0-1,0 1 95,15 1 0,-1 1 0,-1 1 171,-1-1 0,-1 2 0,0 0 500,-1 0 0,-1 1 1,-2-1-756,-11-1 1,-3 0 0,3 0 82,16 6 0,3 2 0,-4 0-194,-15-5 1,-4 1 0,4 1-44,7 3 0,5 3 0,0 0 1,-5 0-31,1 2 1,-5-1 0,1 1-30,-3-1 1,1 0 0,-3 1-238,12 12 1,-4 0-142,-13-6 0,-1 0-33,8 8 1,0 2 112,-14-8 1,1 1-1,-2 0-177,8 7 1,-1 0 39,-3-2 1,-1 0 71,-3-5 0,0-1 79,-5-8 0,0 1 88,6 4 0,0 1 75,-2-2 0,-1 1-1824,1 5 0,-4 1 1826,7 15 0,-9-7 0,-18-25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14:06:22.688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1219 2275 16174,'8'-49'2524,"0"1"0,-1 5 1,-3 5-1786,-1 10-465,-3 12 45,-1 7-207,0 8-89,-1 8 10,0 11 12,1 13-22,-1 0 27,-2 27-33,1-26 3,-1 3 0,0 0-15,-1-8 40,-6 20-23,8-34 398,-3-2-352,5-16 10,1-19-5,6-16 16,4-21-27,1 4-6,-3 18 0,1-2 14,1-1 0,0 0-204,1 2 1,-1 1 189,1-2 0,0 5 0,4-1-34,-4 16-16,-1 12 11,32 25-12,-21-4-2,7 5 0,0 3 2,0 11-21,6 9 4,-6 1 18,-10-8-23,-5 1 430,-9-8-396,-1-6 16,-3-5 287,0-15-270,-2-15-5,1-8-23,-1-6 45,5-8-27,10-2-29,4-1 6,9 1-29,-2 18-16,1 11 23,0 11-1,-6 5-5,12 21-28,-10-1-101,10 15-213,-5-5-397,-1-2-505,1-2 499,-6-12-1132,9 1 1585,-15-15 197,22-5 403,-16-15 286,10-10 201,-8-7-359,-7 5 421,-2-1 191,-6 7-601,-1 3-206,-4 6-174,-1 9-6,-1 1 6,4 8-50,0-3-17,10 12 5,-5-10-5,16 5 22,-13-8 12,17 0 5,-12-9 5,6-5-16,-10-3 78,0-18 12,-8 3-46,0-5 113,-7-8-1,-3 19 23,-6-9-123,0 19 50,-11 7-83,1 14-35,-10 10-27,3 15 27,4 10-27,8 7-28,9 0-51,14-1-151,8-6-185,15-7-17,9-9 124,12-11 140,-5-8-208,16-11 179,-3-17 57,-4-7 330,-5-11 107,-25 2 16,-8 0-11,-7 1-6,-4 4 6,-3 7-89,0 8-147,-2 8-49,-1 6 274,3 9-253,2 8-4,4 11 10,3 6-33,3 17-6,-4-14 17,0 5-11,-6-23 28,-1-8 67,1-6-51,-2-6 23,8-14-11,0-6 11,6-13 0,-1 2-34,2 0 6,0 3-11,-1 7-11,-4 9 22,6 6-39,-4 10-12,9 7 18,-4 9-1,1 5-5,-3 3-6,-2-2 11,-1-1 18,-2-5-1,0-6-11,1-5 5,1-9 1,3-8-12,-5-2 57,11-23-34,-13 17 5,10-22 0,-9 21 6,0 0-28,-1 9-11,-2 12 6,-1 12 5,3 10 0,1 9 5,5 3-5,2-1-11,4-3 28,3-4 0,5-6-40,3-9 12,5-5 5,-9-8 29,11-17-1,-16-3 1,7-13 21,-13 2 12,-5-1 6,-5 2 16,-4 6 23,-2 8-45,-3 9-39,-7 11-11,-6 13-6,-6 10 5,-1 12-5,7-7 6,8 14-29,13-17 23,8 7-22,12-14 0,5-7 33,3-8 17,-4-12 0,-5-9-17,-8-9 6,-6-5 16,-7-4-21,-7-3 4,-6-2-4,-4-1-18,-4 4 12,1 6-34,-1 9-129,2 8-291,2 7-571,5 8-1088,4 8-2978,9 10 5085,2 0 0,0-5 0,-3-8 0</inkml:trace>
  <inkml:trace contextRef="#ctx0" brushRef="#br0" timeOffset="209">3932 1871 22004,'0'-4'4414,"0"2"-2958,0 2-1428,-6-22-16,5 29-108,1 16-128,6 25-112,0-13 0,-1-1-436,3 4-3076,-2 3 3848,-3-18 0,-2-7 0,-1-11 0</inkml:trace>
  <inkml:trace contextRef="#ctx0" brushRef="#br0" timeOffset="368">3948 1632 23019,'-34'-10'-1939,"2"-3"1,41 22 0</inkml:trace>
  <inkml:trace contextRef="#ctx0" brushRef="#br0" timeOffset="1560">4291 1790 21254,'-4'-3'3949,"1"1"-1810,3 2-2049,-5-60-56,16 39-15,-2-14 1,5 4-15,25 25-10,3 5 5,4 12-23,-6 11 46,11 14-60,-25-6 1,-2 1-190,5 14 234,-17-3 0,-7-1-13,-9-5 10,-5-4 1,-3-1 16,-12 0-22,-14 4 12,12-15 32,-6-6 63,17-13 22,0-8-23,6-6 283,6-8-266,9-3-5,13-5-102,0 9 7,16-3 5,4 15-28,1 5 11,7 11-33,-12 13 22,-9 0-17,0 15 11,-13-3-22,-9 26 17,-18-7-130,1-22 0,-3-1 152,-24 13-5,8-15-6,-5-5 28,11-19 5,5-9-27,8-6 5,23-28-16,1 16 5,24-28-6,4 12-312,-5 9 0,3-2 307,-4 4 0,0 2 8,-1-1 0,1 1 3,-1 1 0,0 1 3,-8 4 0,1-1-22,7-6 0,-1-1 24,8-9 29,-6-2-1,-28 25-16,-1 0 11,-9 8 693,-9 4-676,-3 1 330,-10 7-340,-1 5-35,-6 12 0,6-1 0,-11 28 0,20-21 0,4 5 0,4 1 0,8 3 0,14 12 0,6-24 0,23-6 0,11-11 0,-9-5 0,-10-9 0,-2-4 0,-2-11 0,6-7 0,-9-18 0,-15 19 0,6-22 0,-11 16 0,-1 7 0,-3 5 0,-3 16 0,1 4 0,-5 12 0,4-2 0,-3 19 0,6-1 0,9 10 0,1-8 0,14-8 0,5-2 0,2-5 0,7-2 0,3-2 0,15-11 0,-21-4 0,1-2 0,19-9 0,-19-9 0,-4-6-532,-12 2 1,-4-4 531,8-18 0,-5-5 0,-8-5 0,-6-1-1014,-4 17 1,-1 0 0,-2 1 1013,-3-20 0,-2 3 0,-1 9 0,-3 6-10,-6-13 10,-12 18 0,11 28 0,-6 0 709,11 13-709,0 17 3386,5 13-3386,0 27 0,8-19 0,3 2-525,4 10 0,3 0 525,-1-7 0,4 1 0,5 2 0,4 4 0,0-3 0,3 3 0,1-2 0,-4-3 0,2 2 0,-2-2-62,1 2 0,-4-3-361,-6-7 0,-2-2-1386,2 16-3736,-9-22 5545,-3-17 0,-2-11 0,0-2 0</inkml:trace>
  <inkml:trace contextRef="#ctx0" brushRef="#br0" timeOffset="1901">5681 1907 25018,'-49'-34'623,"0"0"1,6 4 0,10 3-535,25 11-72,10 7-22,32-1-29,12 6 12,14 1-6,-9 1 0,1 0 8,-15 0 0,1-1-405,14-2 1,0-1 424,-14-1 0,-3-3-17,-4-1 0,-3-1 248,18-16-147,-12-2 0,-15 7 409,-10-3-40,-7 13-27,-4-4-253,1 10 599,-3 3-772,3 3 0,0 3 0,1 8 0,-1 10 0,6 16 0,5 10-194,3-7 0,3 2-556,8 17-183,-7-21 1,-2-3-6053,2-3 6985,-7-14 0,-5-10 0,-3-6 0</inkml:trace>
  <inkml:trace contextRef="#ctx0" brushRef="#br0" timeOffset="2077">6365 1355 25214,'-44'4'-5315,"19"12"-4516,58 30 9166,-8-12 0,-7-12 0,-13-17 0</inkml:trace>
  <inkml:trace contextRef="#ctx0" brushRef="#br0" timeOffset="2783">6773 1538 18806,'2'-4'6173,"0"1"-4062,-2 3-1971,-72 0-72,37 23-49,-10-10 1,2 5 19,18 37-5,14 1-23,18-3-22,14-6 11,16-8 44,9-11-4,7-12-18,-1-16 17,-7-18 12,-8-17-1,-14-15 40,-10-9-9,-13 22 0,-4 0-47,-3-14 2,-3 19 0,-3 2 60,-12 1-57,0 1-17,-11 7-16,14 15 5,-8 3-50,12 12-96,4 11-3520,10 10 3218,14 8-335,15 3-494,16-3-828,12-4-50,-21-20 1,1-3-1022,5-2 1,0-3 848,3-1 1,-1-4 2407,0-4 1,-1-4 1621,-5-1 0,-2-4 6555,18-22-2836,-21-17-4328,-14 16 368,-14-13-3056,-9 21 1847,1 5 519,-3 4-621,8 14-134,0 1-22,2 8 28,2 9 5,2 16 3370,1-1-3387,4 33 6,-4-19-6,2 17 6,-5-23 112,0-13-5,-2-13 268,1-14-274,4-16-28,8-17-16,8-13-85,9-4 0,6 3-238,4 11 238,2 13 0,0 13 0,-1 18 0,0 15 0,-8 6 0,-9 1 0,-2 4-1789,-8-1 0,-2 0 1624,3 0 0,-2 0-720,-8 5 0,-6-2 831,-18 14 1,10-14 0,-8-6-1</inkml:trace>
  <inkml:trace contextRef="#ctx0" brushRef="#br0" timeOffset="3450">1270 2713 18201,'-43'-4'1011,"-1"1"0,1-1 0,-14 0 1,12-1-368,23-1-370,17 1-89,18 0-4045,44-3 4000,-4 3-14,4 1 0,8 0-389,-24 3 0,1 0 0,3 0 307,0 0 1,2 0 0,4 0 0,2 0-16,5 0 0,5 0 0,3 0 0,-1 0 1,0 1-22,-12-1 0,-1 0 1,0 1-1,1-1 1,1 0-1,2 1-238,1-1 1,4 0-1,0 0 1,1 0-1,0 0 1,-3 0-1,-2 0 235,4-1 1,-3 1 0,-1 0-1,0 0 1,3-1-160,-8 1 1,3-1 0,0 0 0,1 1 0,0-1 0,-2 0-1,-1 0 151,11-1 1,-2 0 0,-1 0 0,1 0 0,4-1-1,-11 1 0,2-1 0,3 0 1,0 0-1,0-1 0,0 1 1,-3 0-1,-3-1 1,10 1 1,-4-1 0,-2 0 0,1 0 0,5-1-18,-5-1 1,5-1-1,3 0 1,-1-1 0,-2 0-1,-5 1 1,-7 1 21,7-3 1,-8 1 0,5 0 18,-1-1 1,6 0-1,2-1 1,-2 0 0,-6 1-20,4 0 1,-5 0 0,4 0 46,1 1 0,5-1 1,0 0-1,-3 1-48,-11 1 1,-2 1 0,0 1 0,1-1 140,3 1 1,1 0 0,-1 0 0,-5 1-144,12-1 0,-3 2 464,6 0 1,-4 2-465,-16 0 0,-1 2 614,16 0 0,0 0-586,-12 1 0,-1 1 0,6 0 0,-4 1-11,15 1-9,-24-1 1,0-1 782,-6 0 0,2-1-789,17 2 1,2 0-9,0 1 1,-1 0 8,3 0 0,-4 0 687,-15-1 0,-3 0-712,12 0 166,-31-2-2256,-4-2 2112,-5 0 0,-3 0 0,0 0 0</inkml:trace>
  <inkml:trace contextRef="#ctx0" brushRef="#br0" timeOffset="7159">13809 2077 18702,'-13'-47'1550,"-1"0"0,1 1 1,-1-12-1,0 12-1193,-1 19-293,9 23 50,-1 5 346,-1 21-351,-1 11 0,1 5-59,1-8 0,0 3-604,-1 6 1,0 6 0,1-1 543,-2 11 0,2 1-18,1-8 1,0 4 0,1-1-87,1 3 0,1-1 1,0 3-300,0-9 0,1 3 1,-1-2-1,1-2 26,0 17 1,-1-2 229,-1-12 1,-1 1 0,-3-8 113,-14 11 106,-14-8 294,-18-35-120,7-28-154,4-11 96,17-26-314,20-4 179,7 20 1,4-2-35,5-1 0,5 1-40,11-5 1,5 3 23,-9 13 0,2 3-28,13-8 1,2 5-40,-9 12 1,0 2-18,7-3 0,3-1 12,-1 3 0,2-1 44,5-3 0,-2 2 40,13-9 50,-24 10 0,-5-2 129,-4-6 106,-1-4 2237,-8-2-1620,-7 6-639,-2 5-11,-5 8 201,-1 6 165,0 4-557,0 0-95,0 11 40,-2 19-35,2-1-106,0 26-431,4-9-3088,0-9 1,1 0-1389,3 12 5000,2 8 0,-7-40 1,0 0-1</inkml:trace>
  <inkml:trace contextRef="#ctx0" brushRef="#br0" timeOffset="7333">14304 1924 14334,'-18'38'-497,"2"-23"0,18 12 1</inkml:trace>
  <inkml:trace contextRef="#ctx0" brushRef="#br0" timeOffset="7859">14591 1898 19111,'-1'-7'5028,"-1"2"-3348,2 5-1088,0 0 26,-8-47-650,6 49 446,-6-35-344,8 65 0,3 18 15,-2-1 55,0-4 1,1 4-125,-2 1 1,0-3-109,1 15 76,-1-19 0,-1 6 0,1-7 48,-1 11-176,1-16 1,-1 1-23,2 7 238,-1-24 24,2 7 178,1-29-178,2-11-77,6-23-81,-2 2 31,2-12 0,2-5 39,-2 16 1,0 0 219,0-7 0,1 1-217,3 7 0,1 6 6,3 6 111,6-1-128,13 14 6,-15 8-28,24 8 5,-8 18 17,-7-2-28,-10 3 0,-2 3 11,-5 12 17,2 18-17,-23-9 12,-18-4-1764,-5-21 0,-4-2 1584,-18 7-140,9-14 1,0-4-1591,-7-7 442,3-2 1473,13-18 0,24 9 0,1-9 0</inkml:trace>
  <inkml:trace contextRef="#ctx0" brushRef="#br0" timeOffset="8342">15250 1855 18943,'10'55'120,"0"1"1,0-1-1,2 8 1,-2-5 1074,-3-17 0,-2-3-1190,-1 2 1,-2-2 5,2 21 3,-2-18 0,-1-3 3,-1 5 1535,0-19-1232,-1-12 850,-1-13-1114,0-5 3376,-5-27-3371,3-6-55,0 8 1,2-2-7,4-29 0,2 13 0,9-3 185,9 16-185,3 5 0,12 8 0,13 16 0,0 11-329,2 2 329,1 15 0,-13 3-17,-2 1 17,1 20 0,-25-12-17,-1 13 0,-26-9-6,-16-4-27,-18-7 277,-12-8-356,11-9-896,-13-10-902,34-9-4978,-4-10 6905,28-3 0,3 7 0,5 6 0</inkml:trace>
  <inkml:trace contextRef="#ctx0" brushRef="#br0" timeOffset="8676">16060 2081 21752,'9'-2'3810,"-3"1"-3312,-6 1 437,0 0-744,-39 66-113,22-23-61,-6 10 0,2 1-6,13-9-6,11 9 7,11-28-12,13 3 0,-2-11 106,19-5 40,-14-15 55,11-8 18,-13-17-7,-5-12-16,-8-13-50,-7-7-45,-9-3-83,-9 5-18,-11 10 0,-9 13 0,-12 11-130,-5 12-962,0 13 244,5 13 0,20-5 0,8 3 0</inkml:trace>
  <inkml:trace contextRef="#ctx0" brushRef="#br0" timeOffset="9333">16397 2084 24686,'14'-43'1090,"0"0"0,1 1 0,4-15 1,-5 12-398,-9 28-664,-4 10-88,-2 12 81,-4 14 78,-4 22-67,1-10 0,0 2-187,2-3 1,-1 3 129,-4 27 1,2 3-679,5-16 1,1 1 644,1-3 1,1 3 0,3-1-46,6 9 1,7-3-230,6-4 1,7-3-659,7-3 0,6-5-2258,7-4 1,1-4 3202,-2-7 0,-4-4 0,16 3 0,-28-13 0</inkml:trace>
  <inkml:trace contextRef="#ctx0" brushRef="#br0" timeOffset="10309">16579 1792 28343,'15'-37'287,"1"0"0,0-1 1,-6 17-425,-10 21-386,-2 5 587,-4 13-71,0-2 36,-6 22-82,3-15-3400,-7 37 3428,8-24 1,-1 6 0,6-25 0</inkml:trace>
  <inkml:trace contextRef="#ctx0" brushRef="#br0" timeOffset="11810">17226 2003 25501,'-12'-32'230,"0"0"1,-8-15-236,-4 67 900,-6 16-663,8-9 0,-1 4-918,-3 7 0,1 1 665,-2 5 1,2 3-36,0 11 0,3-1 50,7-18 1,4 0 20,1 10 0,6-3 314,18 1-706,13 4 8,16-15 318,9-14 55,8-15 28,3-15 57,-3-12 129,-10-11 112,-14-6-7,-15-1-94,-11 1-72,-15 3-79,-7 6-16,-11 4 22,-17 8-56,1 7-17,-2 3 982,-1 11-981,8 3 4,-10 8-161,5 7-930,5 11-1978,16 2-2458,12-1 5511,17-4 0,-4-19 0,1-1 0</inkml:trace>
  <inkml:trace contextRef="#ctx0" brushRef="#br0" timeOffset="12016">17809 2462 27191,'4'49'-372,"0"1"1,0-9 0,-2-3 371,-12 10 0,8-31 0,-8 10 0</inkml:trace>
  <inkml:trace contextRef="#ctx0" brushRef="#br0" timeOffset="15299">18659 2046 23987,'-16'-58'1165,"-5"13"-1030,-12 49-51,-3 5-28,0 10-28,7 4 0,9 5-22,9-6-6,9 13 0,13-10 17,12 12-23,18-8-118,-14-14 0,2-1 107,4 1 0,0 0 11,1-1 1,-1 1-12,21 12 0,-19-4 22,-21-2 29,-24-4 0,-20 1-17,-20-3-6,20-8 0,-2-2-14,-1-1 1,0-1-77,-26-3-207,13-9-660,15-9-1092,17-8 2038,17-7 0,0 14 0,6 2 0</inkml:trace>
  <inkml:trace contextRef="#ctx0" brushRef="#br0" timeOffset="16042">19141 1984 25601,'-11'-45'666,"0"1"0,2 4 1,0 9-393,3 19-206,2 8-91,2 12 40,1 4 0,1 27-17,1 12-12,0-15 1,0 3-246,1 3 0,1 2 111,0 1 1,0 0-205,1 0 0,-1 0-291,1-3 0,0-3-247,1-5 0,0-2-866,6 11 825,-2-20 794,-3-18 309,-6-16 369,-5-12 326,-5-11 105,-6-9-16,-5-4-96,1 0 291,2 5-637,5 7-158,4 11-145,6 7-157,1 8-45,9 5-11,11 2 0,19 1 6,17 2-312,-21-1 1,2 0 280,2 1 0,1-1 5,0 0 1,-1-1-40,-3-1 0,-1-1 64,18-5 12,-16-2-6,-17 3 62,-10 2-23,-8 3 572,-6 1-589,-3 1 164,-16 8-135,5 1-29,-10 9-16,7 6-3409,10 0 3392,3-1 0,12 1 0,10-6-22,11 1 5,8-5 22,5-6 18,-2-8 22,-5-8 3408,-8-8-3358,-7-8 17,-8-4 12,-8-3 4,-5 0-94,-2 7 117,-9-4-84,5 14-39,-2-4-28,6 11-128,4 4-556,2 7 102,2 1-1944,5 12 2526,6 3 0,-4-6 0,3-1 0</inkml:trace>
  <inkml:trace contextRef="#ctx0" brushRef="#br0" timeOffset="16360">19832 2115 27942,'-1'7'11,"5"11"-6,16 34-66,1 6-34,-5 0 27,-6-4 18,-13-8 72,-10-11-5,-1-17 45,-1-11 5,10-21 23,3-13 22,9-16-23,7-11-22,7 0 17,5 4-67,-3 12-84,-2 13-168,-2 10-51,-5 9-2324,16 7 2610,-3 8 0,-3-3 0,-6 2 0</inkml:trace>
  <inkml:trace contextRef="#ctx0" brushRef="#br0" timeOffset="16767">20219 2246 27214,'37'11'431,"3"0"-358,-15-8-6,11-1-34,-8-5 141,22-18-3448,-26 1 3346,10-10 91,-24 1 5,-9 3-2279,-11-10 2111,1 13 0,-16 1 0,-3 15 2269,5 2-2269,-9 10 0,14 7 0,-4 12 0,3 10 0,7 5 0,6 6 0,15 1-589,4-18 1,5-1-2779,23 16 3375,-15-22 0,-1-2 1,4-2-1,-12-10 0</inkml:trace>
  <inkml:trace contextRef="#ctx0" brushRef="#br0" timeOffset="17032">20759 2025 26547,'36'1'-1064,"0"-1"0,16 0 0,-2 1-1299,8 0 2363,-11 2 0,-7 0 0,-22 0 0,4 2 0</inkml:trace>
  <inkml:trace contextRef="#ctx0" brushRef="#br0" timeOffset="17200">20895 2227 27443,'39'-8'-1458,"0"0"0,-4 1 0,0 2 1458,11-1 0,-3 1 0,-2 1 0,-7 1 0</inkml:trace>
  <inkml:trace contextRef="#ctx0" brushRef="#br0" timeOffset="17733">21580 1888 24525,'-2'-3'2532,"-1"1"-2196,3 2-146,-62-16-100,36 14-71,-12-3 1,2 4-31,21 13 22,5 5-22,6 0 22,7-2 45,7 4-50,1-4-6,15 3-23,7-3 23,-5-3-11,13 3 5,-26-9 6,2 1 51,-17 8-40,-5-6 0,-7 12-33,-35 16 27,17-13 6,3-2 1,2 0-7,5-1 1,12 0-6,8-7 17,12 2-23,7-5 6,2 0-39,6 1 28,-4 0 11,-3 0 0,-6-1 17,-11 3-12,-6-5 12,-13 17 5,1-7-10,-8 8 4,8-5-10,4 0-6,5-7-11,4 3-23,10-2-16,7-1-253,14-1-705,8-8-3226,24-6-466,-17-3 4310,14-5 1,-41 3 0,-1 0 0</inkml:trace>
  <inkml:trace contextRef="#ctx0" brushRef="#br0" timeOffset="18360">22173 1930 25746,'37'-26'63,"0"0"1,-2 2 0,-4 7-36,3 17-17,-3 0 6,-3 2 0,-7 2-29,-9 3 24,-7 4 44,-14 7 22,-14 6 17,-15 7 40,-11 5-40,8-5 28,12-8 0,1 1-16,1 5-40,-5 9-6,23-15 7,15-5-7,12-3-22,13-1-16,9 0-23,2-2 5,-10-3 18,6 5-18,-19-5 1,3 6-6,-15-3 45,-8 1-12,-8 3-5,-5 2 0,-5 1-5,0 1-1,3 1-11,3 1-11,4-1-11,3-4 0,1 7 28,2-7 0,1 8-12,1-7 29,1-1-34,0-4 0,3-3 5,0-3-33,8-2-84,-4-4-750,3 1-7411,-6-2 8273,-7-2 0,1 1 0,-2-1 0</inkml:trace>
  <inkml:trace contextRef="#ctx0" brushRef="#br0" timeOffset="19311">22727 1785 19944,'-7'-5'5208,"2"1"-4283,5 4 223,0 0-879,-46-49-90,43 35-45,-23-34 12,66 58-76,-10 2 0,-1 3-45,-1-1 0,0 5-425,2 8 0,2 5 0,-3 1 411,2 10 1,-4 4-16,-2-2 0,0 5 1,-6 1-27,-7-4 0,-6 1 0,-4 1-648,-6 3 0,-6 0 1,-5-1-1989,-6 3 0,-7-1 0,-1-2 2304,-2-6 0,-2-1 1,0-4-1,-4 2 1,3-6-1,-10 4 1</inkml:trace>
  <inkml:trace contextRef="#ctx0" brushRef="#br0" timeOffset="21818">14671 3329 23097,'6'5'941,"0"18"-913,-7 30-20,-1-13 1,-1 0-653,1-4 0,-1 2-2135,-1 22 1,1 2 2169,1-16 1,0-2 0,1-3 0,0-6-1,1-7 1</inkml:trace>
  <inkml:trace contextRef="#ctx0" brushRef="#br0" timeOffset="24001">10364 4066 11256,'-30'-21'750,"17"5"-554,37 17 315,35 2-332,-19-2-530,14 0 0,7 0 488,-16-1 0,2 0-478,1 0 0,3 1 0,-2-1 428,4 0 0,2-1 74,-9 1 0,5-1 0,0-1 0,-5 1-44,8 0 1,2 0 44,-9-1 1,9 0-1,2 0 1,0 0 0,-6 1 31,8-1 0,-4 0 0,4 0-502,-11 1 1,4-1-1,2 0 1,-1 0-1,-3 1 383,6-1 1,-2 1 0,-1-1 0,1 1-16,1-1 0,1 1 0,-1-1 0,-2 1-25,5 0 1,-3-1 0,3 1 11,-7-1 1,1 1-1,2-1 1,0 0-1,2 0 1,2 0 0,0 0 0,1-1-450,2 1 0,0-1 0,1 1 1,2-1 415,-6 0 1,2 1-1,1-1 1,-2 1 0,-4-1-7,-5 1 0,-4 0 1,0 0-1,2 0 8,9-1 1,1 0 0,2 1 0,-1-1 23,3 1 1,-1 0 0,2-1 0,-1 1-7,-11 0 1,1 0 0,-1 1 0,1-1-1,1 0 26,6 1 1,1-1-1,0 1 1,-1-1 0,-2 1 41,3 0 0,-2 1 1,-2-1-1,1 1-282,-1 0 0,0-1 0,-1 1 1,-2 0 225,3 0 1,-3 0 0,3 0 46,1 0 1,3 0 0,1 0 0,-5 0-102,0 0 1,-3 0 0,3 0 46,2 0 0,4 0 0,0-1 0,-1 1-10,-7-2 1,-1 1-1,-2-1 1,0 1-12,5-1 1,-1 0 0,2-1 2,-4 0 0,2 0 0,1-1 0,-2 0-5,8 0 1,-2-1 0,4-1-52,-9 2 0,4-1 0,3 0 0,-2-1 0,-1 1 37,-8 0 0,-1 1 1,-1-1-1,0 1 1,2-1 0,6-1 0,0 1 1,1-1-1,0 1 0,0-1-23,-2 1 0,1 0 0,0 0 1,-3 0-1,-2 0 8,12-1 1,-5 1 0,4 0-15,-14 1 1,4 0 0,0-1-1,-1 1 1,-4 1-580,9-1 0,-4 1 0,3 0 605,-1 0 0,4 0 0,-1 1 0,-6-1 0,11 0 0,-6 0 0,-5 1 0,0 0 0</inkml:trace>
  <inkml:trace contextRef="#ctx0" brushRef="#br0" timeOffset="60632">10312 4115 24049,'0'-60'711,"-1"11"-700,2 50 17,1 7 51,0 9 22,3 16-73,-3 0 22,0 21-28,-3-9 1,-1 1-12,2-11 0,0 0-8,-2 9 0,1-1 42,1 5 39,0-22-6,0 0 634,1-16-443,0-10 67,1-9-213,-1-8-101,1-4 107,0-30-45,1 6-172,-1 10 1,0-2 126,1 5 0,-1 1 40,4-27-12,-2 17 157,-1 7-107,-3 22-72,0-1-90,0 12 113,1 15-68,3 7 220,1 21-220,2 7-6,-2 8-405,-2 3 411,-2 0 5,0-4-3247,-1 1 3236,0-23 17,0-2 0,0-27 85,0-2-24,0-16-60,0 1 294,0-26-266,-2-4-7,0-20-16,0 28 0,1 0-3,0 0 0,0 1 3434,2-25-3392,1 15-17,1 15-11,-1 15-45,-1 10 12,-1 14 10,0 2 1,0 36-12,0-3-8,-1-9 0,1 1-263,-1-2 0,0 0-443,-1 2 1,1 1 719,0 4 0,0-2 0,-1 6 0,2-7 0</inkml:trace>
  <inkml:trace contextRef="#ctx0" brushRef="#br0" timeOffset="62175">9204 5272 21108,'-14'-50'963,"1"0"1,3 6 0,-2 10-343,-13 19-442,4 12-83,-11 12 4,1 17-27,-3 27-56,17-10 0,1 7 0,1-2-893,0-2 0,1 4 887,3 1 0,-1 9 0,1 2 0,3-7-28,3-8 0,2-4 1,1 4-54,-2 0 0,0 4 0,1 1 0,1 0-514,3 1 0,0 1 0,2-2 1,-1-4 199,-1 13 0,1-3 199,1-11 0,1 0 1,-2-9-197,-1 2 870,-11-18-343,-19-13-84,2-16 117,-22-31 118,15-12-304,14 14 0,1-3 335,2-3 0,4-1 36,3 0 0,3 0-45,2 4 1,3 1-102,3 5 0,4 2 1245,10-25-1317,14 6-104,-8 26 0,2 1-308,5 1 0,2 1 282,3 0 1,0 3-6,22-9 9,-16 11 0,-1 1-171,10-3 159,-16 6 1,-1 1 581,6-2-366,-13 3 205,-11 4-42,-8 3 472,-4 1-3531,-1 2-7159,7 1 8770,-2 0 0,3-1 0,-5 1 0</inkml:trace>
  <inkml:trace contextRef="#ctx0" brushRef="#br0" timeOffset="62666">9406 5617 9447,'23'-32'9830,"-7"9"-6637,-11 10-2572,-5 8 410,-3-2 134,0 2-571,-1 0-348,1 0 185,2 3-319,1 2-117,0 5 10,0 6 1,3 10-12,-1 0-111,3 12-1082,-3 7-1377,-1 1-5826,0 3 8402,-1-18 0,1-12 0,-1-7 0</inkml:trace>
  <inkml:trace contextRef="#ctx0" brushRef="#br0" timeOffset="62843">9505 5327 20522,'-25'-53'-3887,"8"23"4131,26 63 0,-5-11 0,4 2 0</inkml:trace>
  <inkml:trace contextRef="#ctx0" brushRef="#br0" timeOffset="63333">9791 5371 22699,'-1'-5'2930,"1"1"-1989,0 4-902,-12-1-17,9 25-11,-9-6 6,12 16 0,3 4 11,0 17-186,-2-16 0,1 1 158,0 17 17,-4-11 0,-1-10 44,0-15 46,0-9 234,2-9-10,1-6-242,0-3 29,-1-12 377,1-17-445,2-4-10,3-10-24,5 14 12,2 7 0,2 8-50,-2 9 28,13 3 10,0 6-21,13 6 16,-1 7-17,-2 11-5,-5 4-6,-7 4 6,-8 3 11,-10-1-33,-15 0-23,-11-3-118,-13-2-397,-9-5-790,-3-8 240,10-6-8710,-5-12 8613,25 0 0,-4-3 0,17 5 1</inkml:trace>
  <inkml:trace contextRef="#ctx0" brushRef="#br0" timeOffset="63877">10227 5342 22291,'0'-3'3467,"0"1"-1754,0 2-1668,0-22-17,3 25 6,3-8 5,4 35-6,3 12-5,-2 6-22,-2-7 16,-4 21-213,-4-18 208,-4 16-6,-2-18 6,-1-10-1,2-10 57,2-10 11,1-6 252,1-6-38,-1-4-247,-1-2 100,1-29-112,1 4-22,7-24 16,7 15-20,8 2-13,5 9 0,3 7 0,0 9 0,2 6 0,-1 12 0,-6 1 0,3 13 0,1 10 0,-3 4 0,-2 9 0,-12-7 0,-13 1-29,-15-2 6,-14-4-156,-14-4-319,-5-10-449,0-7-980,8-12-3455,14-12 5382,12-5 0,11 4 0,4 6 0</inkml:trace>
  <inkml:trace contextRef="#ctx0" brushRef="#br0" timeOffset="64259">10871 5411 26945,'-23'45'160,"0"1"1,7-15-1,2-1-137,-3 21 10,14-22-16,5-2 0,5 4 28,7-7-6,8-7 23,3-6 38,1-7 7,-1-10 16,-3-8-11,-1-11 17,-5-11-56,-4-6-17,-4-4 61,-5 2 1,-2 7-44,-7 11-74,-4 11 0,-9 8 0,-4 4-102,-3 7-245,4 5-673,7 6-1556,9 3 2576,14 4 0,-4-10 0,5-2 0</inkml:trace>
  <inkml:trace contextRef="#ctx0" brushRef="#br0" timeOffset="64509">11327 5165 28507,'-30'12'54,"0"-1"1,1 7 0,4 7-55,7 17 0,4 7-744,0 0 1,3 1 743,1 0 0,5 0-26,3-3 0,6 0-548,9 3 0,7-3-3142,8-7 0,5-3 3716,-2-5 0,0-5 0,18 3 0,-29-23 0</inkml:trace>
  <inkml:trace contextRef="#ctx0" brushRef="#br0" timeOffset="66099">11784 5384 12377,'1'-3'7175,"1"1"-2678,-2 2-3903,15-30-230,-11 23-140,11-24-101,-15 31 12,0 2 61,-4 2 45,-12 9-191,1-4 34,-20 10 0,2-6-11,-11 1 11,2-4 50,8-5 264,6-6-230,14-2-34,5-2-44,8 1-34,1 1-51,0 1 12,1 2-11,2 2-1,4 3 40,4 7-34,3 5 6,3 6-6,1 5-27,-1 2 27,-2 2 11,-6 7-5,-5-13 17,-7 6 5,-5-16 28,-4 1 23,-2-5 33,3-6-11,1-4-34,3-10-5,1-5-56,2-2 22,2-15-17,4 9-5,3-8 22,3 11-39,3 5 6,2 6-6,7 4-17,11 2 14,1 1 1,2 1-4,18 0-397,-6 0 1,2 0 396,-13-1 1,-1 0-4,7 0 1,0 0-12,-8-1 1,-2 2-82,11 8 56,-23-1-89,-24 13-158,-21 1-329,-22 7 19,18-13 0,-3-1-1203,-8 0 0,-1-2-1550,-14 5 3355,22-10 0,4-3 0,13-2 0,1-2 0</inkml:trace>
  <inkml:trace contextRef="#ctx0" brushRef="#br0" timeOffset="66376">11962 5280 24600,'43'-32'209,"1"1"0,-5 1 0,-6 8-147,-18 18-73,8 0-129,-9 2 277,7 0-2417,-3 2 2280,5-1 0,-8 1 0,0 0 0</inkml:trace>
  <inkml:trace contextRef="#ctx0" brushRef="#br0" timeOffset="66649">12637 5533 21568,'6'4'2935,"0"-1"-1849,-6-3-548,0 0-64,7 40-441,-7-20 30,1 11 0,-3 3-1239,-14 6 1176,-12 15 0,12-24 0,-1-3 0</inkml:trace>
  <inkml:trace contextRef="#ctx0" brushRef="#br0" timeOffset="68259">13508 5276 14566,'3'-9'5893,"0"3"-4213,-3 6 600,0 0-2023,-7-53 96,-5 37-157,-11-38-45,-11 52-21,-13 9-63,13 2 0,0 2-45,-13 9-11,15-5 1,5 3-1,4 6 0,5 6 23,26 2-17,5-11 39,46 2-40,-21-16 1,1-3 0,3-1-11,15-2 5,-19 0 0,-2-1 11,10 2-5,-13 0-6,-26 2 68,-16 9-51,-1-3 39,-36 20-33,6-7-323,9-7 0,-1 1 300,-8 4 6,0 3-11,18-7-1,1 1-5,11-5 11,8-3-5,9-4 605,9 0-605,11-2 5,6-2-5,1 3-12,0 0 6,-15 1 11,-3 2 12,-14 1-18,-5 6 12,-9 3 0,-17 12-17,-2-2 0,-1 0 0,5-1 11,9 1-17,4-6 6,6 0-5,16-7-1706,27-13 1,19-10 0,-4 1-3206,-10 2 1,1 0 3902,11-3 0,7-2 1,-13 0-1,-5-5 1,-30 11-1</inkml:trace>
  <inkml:trace contextRef="#ctx0" brushRef="#br0" timeOffset="68892">14153 5250 16852,'-6'-6'6189,"1"0"-5808,5 6 638,0 0-901,44-42-57,-16 25-39,3-8 1,1 2 11,-1 15-40,-10 4 28,-5 3 23,-11 4 56,-5 5 39,-13 7-90,-2 1 29,-17 10 66,-6 5-72,2 3-27,1 3-13,21-9 6,8-4-11,7-7 40,15 3-29,3-7-28,7 2 11,12 0-10,-10-4-18,10 3 17,-12-3 0,-9-3 1,-6 1 27,-6-1-22,-4-1 39,-10 6 11,-17 6-28,-6 2-5,-11 5-46,10-6 29,9-3-6,10-7-5,8-2 22,8 3-17,2-5 6,10 8-6,3-4 6,2 1-17,8 6-28,-5 2 39,6 10-11,-12 11 0,-17 0-11,-7-7-90,-19-8-380,4-14-80,-2-2 561,-16-8 0,27-1 0,-11-4 0</inkml:trace>
  <inkml:trace contextRef="#ctx0" brushRef="#br0" timeOffset="69200">14701 5062 27040,'-28'-43'377,"0"0"0,-2 4 0,14 10-175,26 20-101,26 37-62,9 11-227,-10-1 1,1 8 192,-5 2 1,-2 5 0,-2-3-1612,-1-2 0,-2 1 1600,-2-4 1,-1 2-1,-6-2-123,-10-3 1,-6-2-941,-6 3 0,-6 1 1069,-12 15 0,-3-4 0,12-22 0,-1-3 0,-5-5 0,0 1 0</inkml:trace>
  <inkml:trace contextRef="#ctx0" brushRef="#br0" timeOffset="71691">15955 5550 19680,'0'-9'5882,"0"1"-5479,0 8 101,-7-61-275,5 45-178,-5-45-29,6 69 6,2 8 0,1 16-28,2 13-11,2 12-107,-3-26 1,0 2-404,0 1 0,-1 1-4395,1 7 1,-1-1 4840,1 17 0,-2-10 0,-1-31 0</inkml:trace>
  <inkml:trace contextRef="#ctx0" brushRef="#br0" timeOffset="71950">15813 5655 26105,'35'-49'109,"16"23"0,9 9-84,-19 13 1,2 3-2,2-1 0,3-1 0,-4 0 63,-1-2 0,-4 1 59,17-4-74,-13 0 12,-14 2-56,-10 3-190,8 0-4840,3 4 5002,1 2 0,-10 0 0,-7 0 0</inkml:trace>
  <inkml:trace contextRef="#ctx0" brushRef="#br0" timeOffset="76317">9786 6409 13278,'-2'-3'5943,"1"0"-4000,1 3-1030,-2-13-531,10 42-69,-6-12-210,3 13 1,-1 5 20,-1 22-35,-6 6-10,-1-1-380,-3-7 340,2-15 146,2-1 151,2-24 409,0 2-62,1-17-391,3-12-129,-1-10 344,1-17-401,-1-12 1,-5-6-34,-1-4-223,0 4 262,0 11 33,3 14-55,-1 15-79,1 11-5,-1 14-6,-1 11-23,0 13 18,-1 11 10,1 6-5,0 2 0,2-1-5,2-13 5,4 2 256,0-23-110,1 1 22,-2-20-90,-1-14-28,0-14 18,-1-17 10,-3-7-5,-2-3 5,-2 7 23,-2 10-23,0 13-61,2 13-73,2 8-11,2 11-23,0 11-402,1 15-1273,1 16-8066,4 8 8407,-2-13 1,2-13 0,-3-20 0</inkml:trace>
  <inkml:trace contextRef="#ctx0" brushRef="#br0" timeOffset="81916">8735 6905 9930,'-59'8'1415,"-1"1"1,16-3-1,2 0-898,6-1 0,2 0 304,-9 0 823,-10 1-185,2-1-526,16-2-151,8-1-25,17-1-41,8 0 28,2 0 376,4 1-607,6-1-450,3 0 84,13 0 33,6 0-9,16-4 8,9 0-69,-15-2 0,2 0-429,-2 0 0,1 0 482,-1 0 0,2 0-16,18-1 0,-2 0-56,-28 3 0,1 0-36,14-1 0,8-1 0,-4 1-14,-3 1 0,-2 0-29,11-1 1,1 0-4,-1 1 0,1 1-6,-15 0 0,0 1 0,-2-1-23,12 0 1,1 0 13,2 0 0,4 1 0,-6-1 3,-6 0 0,-1 0 0,3 0 0,3 0 0,-1-1-58,11 0 0,-2-1 6,1 0 0,-3 0-5,-12 1 1,-1-1 10,10 0 1,-1 0 0,-16 1 0,0 1-12,7-1 0,1 0 12,-6-1 0,0 1-1,-9 0 1,2 1 43,17-3 0,2 0 4,-7 2 0,-1-1-5,8-1 1,-1 0-204,-10 2 0,-2 0 209,22-2-56,-28 3 0,-1 0-174,17 0 87,11 1-1377,-19 0 0,-1 1 1377,10 0 70,-18 0 1,-1 0 471,23 0-550,-8 0 119,10 0-91,6 0 2,-20 2-1930,19-1 1935,-23 2 56,6-2-55,4 0 3,7-2 1045,-20 0 1,0-1-926,14 0-8,-9-2 1,2-1 28,-8 2 0,0 0-70,0-1 0,0 0 4,0 1 0,-2 0 4,7-2-81,8-1-54,-5 0-22,-12 1-534,4-1 697,-7 0 1,-8 2 0,-4 0 0</inkml:trace>
  <inkml:trace contextRef="#ctx0" brushRef="#br0" timeOffset="83825">8420 6950 18502,'-40'-6'2988,"4"3"-2503,17 9 312,-12 4 209,-3 2-241,-10 3 30,-9 0-261,5-3-154,15-6 1,0-1 203,-12-1-61,-3-1-198,21-2-283,1-3-148,12 1 176,-18-5-66,13 2-27,-6-1 36,12 3-22,9 0-197,2 2 101,1-1-492,9 1 596,-2 0-411,14 0-87,-1-1-24,6 1 449,-9-1 309,-5 0 59,-8 1 877,-3 0-974,0-3-146,0 2 359,-2-7-253,0 0-298,0-2 213,-2-1 66,2 1-522,-1 0 334,0 1-170,2 6-108,-1 2 477,1 4 634,-2 7-149,0 2 158,-7 28-96,2 8-19,-1 12-347,5-22 1,1-3 280,1 7-644,4 19-657,-1-37 176,3 17-13,-3-28 231,0 5 140,-1-15-43,-2-4-78,-1-4 17,-10-21 26,5 7 61,-7-30 77,7-7 98,2-5-1696,4 26 0,1 1 1687,1-14-1,0 11 316,1 14-41,-1 12-70,0 8-21,-4 24 30,1-5 3339,-6 28-3411,-3 3 0,1 5-29,0 8-37,6-16-21,5-6-80,4-10-422,1-8-82,1-9-3125,6-4 3609,-4-5 1,1-1-1,-5-1 1</inkml:trace>
  <inkml:trace contextRef="#ctx0" brushRef="#br0" timeOffset="86126">7643 8136 15463,'-16'-42'642,"0"1"0,2 2 0,-1 13 2125,-4 29-2615,1 12 1250,1 16-1327,8 1 1,1 3-52,-2 18 105,5-6 0,1 3-160,3-10 0,1 1 499,-1 14 0,0 3-919,1 4 1,0 1-168,0-20 0,-1 1 0,0-1-559,-2 0 1,-1-1 0,-1 0-1930,-6 17 1,-4-4 1402,-4-8 1,-3-4 2351,-3-11 1,-3-6 2156,-28 0-439,-2-35-1143,28-6 0,1-5-174,1-6 0,2-6 328,0-20 0,6-5-1009,7 15 1,4-1-177,4-13 0,9 2-92,8 20 0,6 3-48,5 1 0,4 1-25,6 1 0,3 2-105,4-1 1,2 3 84,5-1 1,1 2-4,1 1 1,0 0-6,1 2 0,-1 1 11,-3 1 0,-2 1 8,-4 1 1,-2 1 535,-7 3 1,-2 0-428,10-6 780,-18 8-802,-12 6 63,-11 3-674,-6 4-764,-5 2-8562,-2 1 7762,4-2 1,5-1 0,4-3 0</inkml:trace>
  <inkml:trace contextRef="#ctx0" brushRef="#br0" timeOffset="86416">8150 7871 27298,'1'-15'789,"-10"26"-719,-4 24 0,-2 10-1224,-1 4 1,1 2 1153,1 5 0,2 0 0,3 1 0,4 0-31,7-4 1,7-1-321,5-4 1,7-4 61,8-5 1,6-4-311,3-4 0,2-5-1278,2-6 1,0-3 1465,-7-6 1,-2-3 0,7 0 0,-20-8 0</inkml:trace>
  <inkml:trace contextRef="#ctx0" brushRef="#br0" timeOffset="100385">8553 8124 21954,'26'-49'1105,"0"1"0,-2 4 1,-5 8-501,-10 15-224,-4 9-202,-2 6-140,-3 7 12,0 8 50,-3 10-1,-1 16-16,-4 13-59,2-12 1,-1 0-199,-1 16 175,2-17 1,2-2-25,4 4 27,5 2 46,11-13 83,13-19-33,7-18 56,10-19 28,-3-11 55,0-5 35,-6 3-29,-9 7-5,-10 12-83,-8 10 49,-7 9-207,-2 4 0,0 7 0,3 13 0,0-2 0,1 19 0,-1-2-1873,-2-3 0,0 2 1464,2 14-493,-2-10 1,1 1 333,4 22 1,-3-18 0,1-5 0</inkml:trace>
  <inkml:trace contextRef="#ctx0" brushRef="#br0" timeOffset="100585">9277 8348 21320,'1'-5'4184,"1"1"-2844,-2 4-1312,12 12-3787,-11 21 3423,9-2-1279,-18 27 1615,3-25 0,0-5 0,2-12 0</inkml:trace>
  <inkml:trace contextRef="#ctx0" brushRef="#br0" timeOffset="101350">9956 7919 18425,'2'-3'6520,"0"1"-5427,-2 2-707,-61-24-324,38 22-20,-16-7 0,1 5-3,14 23-6,-1 4-33,9-4 6,7 3 0,11-2-6,2-4 39,27 5-17,1-13-11,8 1-5,20-6 5,-31-2-11,10 0 23,-29 2 10,-9 1 29,-4 4 11,-8 3-23,-8 5-16,-8 5 10,-15 11-49,12-9 55,-14 12 23,14-6-62,4 0 23,6-2 5,19-8-11,6-10 0,7-1 11,10-7-16,5 0-35,15-1 12,-11 0 17,-2 0-11,-19 2 5,-6 3 45,-10 12-39,-5 3-12,-10 9 12,-7 6-17,3 2 6,5-3 5,10-10-33,15-4-62,7-11-51,5 1-3326,40-12-2275,-24-4 5736,1-1 0,-2 0 0,-14 0 0,1 0 0</inkml:trace>
  <inkml:trace contextRef="#ctx0" brushRef="#br0" timeOffset="102017">10501 7952 19293,'25'-23'445,"1"-1"0,20-14 1837,-23 33-2193,1 1 886,2-1-936,1 0 466,-2 0-493,-6 3 1689,-7 2-1500,-7 5 51,-15 8-89,-13 8-107,-4 0 22,-21 9 28,-4 1-78,5 0-11,5-1 11,28-13 6,9-4-1,6-3 40,20 9-56,3-3-17,18 7 22,-5-6-10,1-1-29,-11-3 22,3 3 1,-19-5 16,2 5 18,-14 0 16,-11 3 5,-8 3-5,-12 3-22,6-5-6,-8 5-6,7-2-22,5-1 0,6-2 11,16-8-5,4-3 22,13 5-22,-1-4-18,9 7 18,-8-6 5,7 8-16,-12-6-1,3 7-16,-10-6-40,-11 0-156,-7 0-2073,-21 1-3708,6-7 5151,-12 0 0,26-7 0,0 0 0</inkml:trace>
  <inkml:trace contextRef="#ctx0" brushRef="#br0" timeOffset="102991">11019 7703 26217,'-26'-27'240,"0"1"1,-9-10-84,54 50-39,15 15-68,-11-8 1,1 2-357,4 7 1,1 2 310,3 4 1,-1 4-692,-1 4 1,-4 4 603,-4 1 1,-7 4-283,-8 3 0,-9 1-1706,-8-16 1,-4 1-1,-3-1 2070,-13 15 0,-2-4 0,7-15 0,0-4 0,-9 5 0</inkml:trace>
  <inkml:trace contextRef="#ctx0" brushRef="#br0" timeOffset="104134">12621 6691 8657,'-5'-2'6458,"1"1"-9984,4 1 4299,-68-4 2213,26 9-2479,-2-5 0,0 2 1219,5 9-1054,15-4-397,11-2 139,4-1 3118,7-3-3420,0 1 536,4 1-245,5 4-196,2-1 135,16 5 11,33 0-278,-18-6 1,3-2-818,2 0 0,5-1 764,-4-4 1,6-2-1,2-1 1,-6 0-1130,13 0 1,3-2 1116,-16 2 0,7-2 0,3 0 1,0 0-1,-3 1-5,-1 0 1,-3 0 0,1 0-1,4-1-7,-6 2 0,4-1 0,1-1 1,2 1-1,-3 0 0,-1 0 4,12-1 1,-2 0 0,-2 1 0,1-1 0,2 0 0,1 0-1,-3 1 1,-8 0-11,7-1 0,-7 1-161,-10 1 1,-6 0-2873,-4 2 3041,-9 2 0,-15 2 0,-10 0 0</inkml:trace>
  <inkml:trace contextRef="#ctx0" brushRef="#br0" timeOffset="104699">12562 7869 25180,'-4'-38'395,"0"0"0,-2-16-294,8 68-39,-1 18-34,1 15-11,-2 15-306,2-13 1,1 2-379,2-12 0,2-1-1613,2 12 1,4-3 2279,2-15 0,1-6 0,3 5 0,-2-9 0</inkml:trace>
  <inkml:trace contextRef="#ctx0" brushRef="#br0" timeOffset="104951">12337 8144 18089,'-6'-6'5243,"1"2"-3848,5 4-656,0 0-4604,-42-38 4011,38 28 1010,-16-32-893,63 37-154,-11 0 1,4 1-38,5-2 1,3 0-244,4 0 1,2-1 200,0 1 1,0 0-14,-2 0 0,-1 1-37,1 1 1,-3 0-121,10 0-874,-4 5 1014,-41 7 0,-1-3 0,-8 2 0</inkml:trace>
  <inkml:trace contextRef="#ctx0" brushRef="#br0" timeOffset="108117">7914 9345 18319,'5'-43'1488,"-1"-1"0,0 1 0,-1 8-496,-2 15-270,-1 1-347,-1 9-341,0 6-34,-1 7 78,-2 12 6,-1 16-39,-2 17-11,1 14-26,4-28 0,0 0-111,3 1 0,1-1 114,5 27 6,4-11-17,-2-14 79,-3-13 296,-4-12 45,-1-10-252,-3-12 145,-3-11-240,-3-15-17,-3-10 0,0-7 45,3-5 39,3 1 50,2 7 6,3 14-67,-2 13-96,2 14-44,-1 6 22,0 25-11,1 4 17,0 25-6,-1 4-22,0 4 39,-1-2-28,2 4 6,0-26 50,2-4 117,-2-25-5,1-8-89,-1-8-23,-3-10-11,0-10-17,-2-5-6,2 0-44,1 6-130,2 10-4,0 10-533,-1 9-1496,0 13 2185,0 12 0,1-8 0,0 2 0</inkml:trace>
  <inkml:trace contextRef="#ctx0" brushRef="#br0" timeOffset="109899">6733 9906 16616,'-20'0'2162,"4"1"-1881,17 0 637,0 0-526,1-1-95,5-2 39,16-6-252,-4 2 73,26-7 72,13 2-597,-8 1 429,-13 3 1,3 1 16,-2 0 1,-1 1-40,25-3 22,-15 2 1,0 0 0,-12 3 0,0-1-23,13-1 1,2-1-568,4 0 0,2-1 556,-6 1 0,1 0 0,0 1-572,-4-1 0,-1 1 0,0-1 557,-1 1 0,0 0 0,-1 1 12,20-3 1,-3 1-578,-12 1 0,-1 2 572,10-2 0,3 1 15,-18 1 1,0 1 0,1-1-27,0 1 0,-1 0 1,1 0-1,-1 0 0,0 0 1,-1 0-88,22-1 1,-2 0 85,-10-1 1,1 1 19,10-3 0,0 0-505,-9 0 0,-2 0 480,-2 1 0,-2-1 2,-2 0 1,-3 1 179,-8 1 0,0 0-180,7-1 1,3 0-12,8-2 1,-1 1 5,-17 2 0,-1 0 11,13-1 0,-1-1 177,7-1-177,-17 2 1,0 0 848,9-2-1392,16-1-56,-43 6 588,13-2 0,-27 4 0,0 0 0</inkml:trace>
  <inkml:trace contextRef="#ctx0" brushRef="#br0" timeOffset="111017">6437 10022 20229,'-28'-51'4072,"7"9"-3596,20 37-342,1 2-111,0 2 16,7 12-17,2 8 46,7 17 4,-3 9-32,-4 6-12,-5 0-17,-4-1 22,-2-8-10,1-8 5,-1-11 112,1-10 292,1-7 195,0-4-246,0-9-303,-2-7-61,-1-4 5,-7-31-11,1 7-11,2 3 0,1 0 40,0-6-1,1 0-34,4 33-105,1 7 144,7 25-21,0 3-40,5 22 23,-2-1 5,-6 12-6,-1-19 1,-3 9-17,0-26 22,0-1 73,0-9 118,0-7-51,-3-9-129,-2-9 6,-6-15 6,-3-14-34,-4-10 0,4 8-3,5 12 0,0 1 48,-1-6-23,-2-11-5,7 27-11,2 11-62,2 8 73,0 28 11,0 6 0,-7 28-40,-8 1-226,4-27 0,-3-1 235,0-1 0,-1 0-8,-15 21 5,11-18 40,5-8-6,11-19 62,1 1-18,3-10-77,1-5 364,2-11-858,6-9-940,8-10-2880,13-6 4319,2 4 0,-9 14 0,-8 12 0</inkml:trace>
  <inkml:trace contextRef="#ctx0" brushRef="#br0" timeOffset="111524">6514 9927 19832,'-43'-2'899,"1"0"1,4 1 0,7 0-317,19 0-152,4 1-129,2 0-100,2 0-68,2 0-55,-2 0-18,2 0-33,0 0 96,18 0-18,12-3-16,29-3-62,-23 1 0,2-1 19,12-3 1,1 0-40,-15 3 1,0-1 19,11-2 0,-3-1 33,3-2 51,1-2 107,-17 4 11,-14 6-79,-11 1-134,-3 3-280,-1 0-539,-4 0-995,-6 4-4102,-12 3 5899,-4 2 0,7-2 0,7-2 0</inkml:trace>
  <inkml:trace contextRef="#ctx0" brushRef="#br0" timeOffset="112116">6267 10079 18016,'-6'-1'5714,"2"0"-4169,4 1-1376,-1-27-96,0 20 0,-2-13 139,-3 45-150,0-3 61,-2 26-11,3-9-28,-1 14-33,2 1-7,2 2-4,2-15-29,0-6 112,1-19 263,0-10 191,1-3-95,-1-13-415,0-10-50,-1-6 11,-1-19-6,-4-3 6,-1-13-9,1 25 1,1 2 8,-1-14 28,0 9 17,3 25-118,1 11 17,0 2 68,1 11-35,1 7-5,1 7 0,6 13 6,3 4-6,6 12 5,-5-20 1,1 1-281,8 22 264,2 2 11,-13-28 23,-4-7 16,-5-16 213,0-4-179,-12-24-68,-5-18-94,-1 1 10,3 0-2385,11 29-163,1 9 2627,2 6 0,-1-1 0,1 1 0</inkml:trace>
  <inkml:trace contextRef="#ctx0" brushRef="#br0" timeOffset="112884">6202 11078 18007,'-12'-61'1465,"1"0"1,1 11 0,-1 8-777,-11 0-224,5 26-269,4 9 689,4 11-823,1 12-34,0 18-23,0 21 6,2 0-15,5-10 1,1 9-1,0-5-397,1-10 0,0 1 367,1 17 0,1 7 1,0-4-581,1-6 0,0 0 438,0-9 1,-1 2 0,0-1-18,1 5 0,-2 1-438,-3-4 0,-3 3 0,-3-5-246,-4 0 0,-2-2 395,-1 10 1,-3-3 282,-4-15 0,-5-8 303,-22-8 52,-3-18-909,18-20 1,2-8 998,-3-16 631,11-3 1,4-4-149,5-12-337,7 10 0,3-1-134,7 16 0,2 2-177,4-6 0,4 2-36,4 8 0,2 2-34,5-2 0,2 2-20,4 0 1,1 2-51,4-1 1,2 2-122,3 1 1,1 0-505,1 1 1,1-1-1368,1 1 1,-1 0 2050,-6 3 0,-3 1 0,9-5 0,-20 12 0</inkml:trace>
  <inkml:trace contextRef="#ctx0" brushRef="#br0" timeOffset="113175">6712 10807 26407,'-39'-39'471,"1"21"-387,14 65-82,11-15 1,1 2-481,0 5 0,2 1 475,2-7 0,1 2-20,0 19 1,5-1-54,5-17 1,3 0-163,3 14 0,5-2-328,6-14 0,5-5-2364,3-3 1,3-5-973,5-5 1,0-5 3651,-2-3 0,-3-3 0,11-2 0,-19-3 0</inkml:trace>
  <inkml:trace contextRef="#ctx0" brushRef="#br0" timeOffset="113701">7126 10852 25135,'-24'-43'308,"0"-1"1,7 0-1,10 6-230,21 17-55,11 0-18,-7 17 12,5 8-28,5 7 0,8 11 0,1 9-6,-1 7-11,-9 6 5,-11 2 18,-11 0 16,-12-3-22,-10-4 22,0-13 62,-15 4 67,11-18 101,-7 1-12,11-13-50,7-6-39,4-5-78,6-5-17,7-1-17,5 1 0,7 1 11,3 6-17,5 4 18,5 9-40,5 9-28,0 10 16,-1 9-21,-7 4 16,-10 3 11,-9 0-10,-14 1-35,-13-2-122,-12-1-309,-9-5-1031,-4-9-6658,1-10 8171,8-10 0,13-3 0,11-2 0</inkml:trace>
  <inkml:trace contextRef="#ctx0" brushRef="#br0" timeOffset="113918">7715 11050 25029,'6'39'-1076,"1"0"1,-4 0 0,-4-4 1075,-15 0 0,2-11 0,5-11 0</inkml:trace>
  <inkml:trace contextRef="#ctx0" brushRef="#br0" timeOffset="114807">8347 10783 12629,'2'-3'7102,"-1"1"-3411,-1 2-3249,-37-24-235,13 25-78,-35-12-50,21 35-40,-4 10-34,16-5 12,7-3 17,23-7-3303,21-6 3314,-2-2-198,12-5 0,2-3 187,2-1-42,-1-2 0,1 1 59,5-1-23,-3 0 0,-9 2 22,-22 1 45,-1 2 28,-13 4-72,-1-1 3166,-11 9-3139,-14 8-2765,-6 3 2727,-13 9-17,8-6 70,12-8-93,7 1 0,13-11 17,5 2 5,5-7 57,15 0 3318,-2-6-3363,18 1-1,7 2-38,-2 2 10,1 5 1,-20 3 5,-9-1 6,-6 6 28,-6 0 33,-7 13-55,-5-3-12,-3 3-6,4-13-5,3 0-28,6-7-218,12 3-7,2-8-1119,27-4-560,-6-9 1084,22-6 0,-30 5 0,3-1 0</inkml:trace>
  <inkml:trace contextRef="#ctx0" brushRef="#br0" timeOffset="115540">9403 10725 11446,'-7'-1'9371,"1"0"-7791,6 1-96,0 0-969,-14-32-358,28 13-123,-8-21-12,33 23-16,-11 8-1,8 0-10,-19 7 33,2 3 134,-26 22-72,-13 2 10,-18 20 1,-6-8-11,0 1-17,9-5-34,10-5 11,11-7 12,8-5-22,4-6 16,3-1-12,5-1-10,7-1 16,9-1-44,-1-2 11,16 0 0,7-2-17,-2 1 5,0 1 18,-23 3 5,-10 4 5,-12 6 18,-11 5-35,-3-1 29,-24 13-28,12-10-6,-13 10 6,20-14 22,-1 3-28,11-11-11,-2 4-5,9-7-6,2-2 11,3-1 0,3 2 0,2-2-28,5 3-40,5-2-32,0 0-68,0 0-63,-6 1-15,-4 2 78,-6-1-7001,-24 13-2096,11-12 9265,-15 9 0,23-17 0,3 0 0</inkml:trace>
  <inkml:trace contextRef="#ctx0" brushRef="#br0" timeOffset="116374">9795 10593 25158,'-21'-33'574,"0"-1"0,-13-18-590,33 52 32,1 10 7,4 12-12,1 6 28,3 6 0,2 3-339,-1-4 0,1 2 303,5 16 0,0 2-17,-1-4 0,-1 0-59,1 1 0,-3 3-573,-8-1 0,-3 3 0,-2-3-345,0-3 0,-4 0 991,-5-1 0,-3 3 0,1-11 0,-6-6 0,-2-3 0</inkml:trace>
  <inkml:trace contextRef="#ctx0" brushRef="#br0" timeOffset="117336">9812 9616 16987,'-59'-1'1721,"0"-1"1,-2 0 0,5 1-599,-4-2-133,9 0-445,30 0-529,12 3 100,13-1 349,27 1-488,-2-1 194,21-1 0,7-1-756,-9-1 1,2 0 671,1 0 0,5-1 1,-3 0-11,6 0 1,2-1-55,-10 0 1,6-1 0,1-1-1,-3 1-890,6 0 1,-2 0 0,4-1 829,-12 1 1,3-1 0,2 1 0,0-1 0,-2 1 7,4-2 0,0 2 0,-2-1 1,0-1-48,-1 1 0,0-1 0,-1 0 0,-3 1-28,2-1 1,-2 1 0,2-2 11,-1 0 1,2-1-1,-1 0 1,-4 0-1135,14-3 0,-3 0 1160,-6 1 0,2-1 0,-7 1-31,-9 2 1,-6 2-411,16-7-97,-36 11-733,-2 2 1331,-21 10 1,6-5 0,-7 4 0</inkml:trace>
  <inkml:trace contextRef="#ctx0" brushRef="#br0" timeOffset="117935">10757 10563 19690,'2'-8'5616,"0"2"-4484,-2 6-35,0 0-955,2-42-357,-5 51 158,1-8 96,-2 57-219,5-20 0,2 0-119,4 13 26,2-18 1,2 0-710,11 24-845,-6-17 1,1 2 1734,-4-7 1,-2-1-1,9 13 1,-14-21 0</inkml:trace>
  <inkml:trace contextRef="#ctx0" brushRef="#br0" timeOffset="118191">10477 10889 20261,'50'-21'178,"0"-1"0,0 0 0,-9 3 0,-2 1 0,-1 3 501,14 5 0,-3 4-590,-17 1 1,0 0-40,12-2 1,0 0-6,12-2-51,-9 2-44,-16 2 76,6 2-3577,-19 1 3551,4 1 0,-15 1 0,-4 0 0</inkml:trace>
  <inkml:trace contextRef="#ctx0" brushRef="#br0" timeOffset="120944">6568 11953 13166,'0'-5'6050,"0"2"-3766,0 3-1864,-8-30-358,7 22 168,-7-15 61,12 39-27,1 15-91,3 13-55,-4 14-88,-2-27 1,0 2-3,-2 6 0,0 0-11,-1 12 11,-1 8 0,1-33 28,0-1 235,0-10 863,1-9-700,0-10-370,0-4 107,-2-15-12,-1-6-39,-2-16-42,1 12 0,0 0 42,-2-26-73,0 3 79,4 13-40,1 18-33,0-1-45,1 11-34,0 9 6,1 7-11,4 9 39,1 12-17,2 15-5,-3 14 8,-4-14 0,-1 0-9,0 15-8,-1-17 1,1-1-9,-1 0 22,2 3 6,1-10 5,1-14 140,0-6 57,-2-8-79,1-9-146,-1 2-554,-3-16-140,-1 12 700,-12-7 0,9 14 0,-6-1 0</inkml:trace>
  <inkml:trace contextRef="#ctx0" brushRef="#br0" timeOffset="121815">5145 12684 13989,'-52'5'1936,"0"-1"0,2 0 1,20-2-1567,29-2 660,31-8-476,14-1-389,-5 1 1,5-1-1015,8 1 0,0 0 896,-6 1 1,2 1 0,-5 0 1,2 1 0,1 0 7,5 0 0,2-1 0,0 1-862,3-1 1,1 0-1,2 0 813,-6 1 0,2-1 0,-1 1 0,-3 0-7,-3 0 0,-2 1 0,3-1-365,6 0 0,5 0 0,1 0 0,-5 0 355,1 1 1,-3 1 0,1-1-215,-6 0 1,1 1 0,0-1 0,2 1 199,2-1 0,2 1 0,-1 0 0,-1 1-14,5-1 1,-2 1 0,3-1 14,-3 1 1,3-1 0,0 1 0,-3 0 16,4-1 0,-3 1 1,-2 1-1,-5-1 1,-2 0-1,-4 1 176,-3 0 0,-1-1-238,17 1 1,1 0-6,-16 0 0,0 0 8,19 0 1,2 0 625,-9 1 1,-3-1-568,-10 1 0,1-1-9,-1 1 0,3 0 1,-2 0 474,4-1 1,-1 1-458,8-1 0,2 0 2,7-3 1,-2-1-3,-19 1 0,0-1-3,18-1 0,3-2 5,-4 0 1,0 0-6,0 0 0,1 1 5,-1 0 1,-1 0-1,-13 2 1,-1 1 530,11 0 1,-1 0-537,-13 1 0,0 1 2,20-1 1,1 0-400,-9-1 0,-2 1 405,-12 0 1,1 0 21,14-4 1,-2 0 380,-18 1 1,-1 0-398,13-2 0,-1 0 19,17-3-27,-18 2 22,9-2 781,-20 4-887,16-3-191,-6 3-45,-7 2-2470,12-1 2784,-15 2 0,-5 1 0,-12 1 0</inkml:trace>
  <inkml:trace contextRef="#ctx0" brushRef="#br0" timeOffset="123018">5023 12824 13327,'0'-9'5371,"0"2"-3456,0 7 729,0 0-2046,8-51-424,-6 39-76,4-37-31,-10 60 214,-10 29-259,3-6-3,0 0 1,0 2-433,-3 20 432,7-22 1,0 1-6,1-2 0,1-2 65,-1 19 89,1-16 291,2-17 96,1-10-107,1-47-392,1 14-6,0-11 1,1-4 44,3-15-64,-1 20 0,2 0 11,0 4 0,0 0 64,6-17 475,-4 17-475,-3 14-117,-3 11-39,-3 13 44,1 3-61,-6 18-476,-3 19-4961,1 11-657,0 3 6161,6-4 0,3-34 0,0-1 0</inkml:trace>
  <inkml:trace contextRef="#ctx0" brushRef="#br0" timeOffset="124248">4763 13771 16936,'-9'-48'1515,"0"0"1,0 6 0,-3 9-939,-12 17-5732,-4 15 5255,10 7 1503,-2 39-1496,14 2-68,4 4 0,2 6-42,3-11 1,1 0-1,0 2 0,1 1-120,2 2 0,1-1-233,-1-9 1,-1 4-2240,0 12 0,-1 7 0,-1-6 1741,0-8 0,-2-2 195,-2 3 0,-1 3 0,-5-10 2355,-16-5-1500,-14-3 22,-8-21 252,-5-23 314,21-9 0,1-4 174,-9-13 162,14 4 0,3-2 902,2-10-605,1-8 364,8 4-1064,13-1 2804,2 15-3348,15-10-55,5 15-40,11-6-42,-8 13 1,0 2-15,15-6 3,-11 7 1,2 1 13,15-6-28,-20 9 0,1-1-36,-1 0 0,0 1-305,22-9-1066,-9 2 548,-10 4 0,-18 7 0,-6 3 0</inkml:trace>
  <inkml:trace contextRef="#ctx0" brushRef="#br0" timeOffset="124532">5337 13625 21937,'-2'-3'3002,"1"0"-2368,1 3-438,-44 39-107,22 18-97,-3-14 0,2 2-1303,15-7 0,5-1 1263,4 2 1,3-3-82,3 6 28,3-10 0,5 1-1694,8-6 0,2-2-1700,17 16 2957,-9-19 0,-3-5 0,-9-9 1,-1-1-1</inkml:trace>
  <inkml:trace contextRef="#ctx0" brushRef="#br0" timeOffset="125092">5828 13720 19300,'-1'-3'5068,"0"1"-3656,1 2-1412,-17-20 17,13 20-6,-13-15 6,18 29 16,1 6-21,0-3 49,1 9 6,-2-15 180,0 2 150,-1-9 107,-14-23-420,8 7 23,-13-27-23,13 5-51,1 1 18,8-9-18,8 10-27,5 2-6,17 7-17,-10 14 6,8 6 0,-1 14 11,5 12-11,9 15-6,-22-13 0,-4 2-282,-1 11 0,-6 2 276,-8-1 1,-4-1 2,-1 1 1,-6-1-12,-10 3 0,-6-2 28,-2-6 1,-1-2 35,1-2 1,0-4 16,-1-2 1,1-7 50,-3-16-68,10-8 57,8-25-51,11 7-39,8-12-11,10 12 542,9 6-543,-2 9-55,12 5-308,10 4 95,-6 1-765,-2 2 1,1-1-4523,11 1 5567,-17-1 0,-2-1 0,0 1 0,-15-2 0</inkml:trace>
  <inkml:trace contextRef="#ctx0" brushRef="#br0" timeOffset="125325">6306 13520 25197,'-21'-42'909,"-1"-1"0,0 2 1,7 9-664,13 23-156,-1 0-73,12 14-1,11 14-16,5 5 0,-3-1 0,2 4-577,4 8 0,0 4 552,0 3 0,0 3-35,-8-8 0,-1 2 1,-3 3-248,-5 4 1,-5 2 0,-4 0-1922,-6 2 1,-6 1 0,-2-1 2227,-3 4 0,-3 0 0,-1-5 0,-4 0 0,-1-7 0,-14 8 0</inkml:trace>
  <inkml:trace contextRef="#ctx0" brushRef="#br0" timeOffset="128350">6309 13988 16443,'0'-10'5360,"0"2"-4654,0 8 100,0 0-78,-2 29-543,-5-3-123,-7 29-353,-7-9-4212,-5 4 3655,4-9 0,10-20 0,9-14 0</inkml:trace>
  <inkml:trace contextRef="#ctx0" brushRef="#br0" timeOffset="129091">6605 13609 25214,'14'-36'392,"-1"0"0,2-22-358,-21 57-6,-22 2 0,1 5 11,-23 9-28,15 2-16,1 7 22,16-4 16,8 3-38,7-5 5,6-2-6,12-3-5,8-3 16,19 5 12,2 2-6,1 3-11,-18-3 12,-11 4-35,-13 1-3358,-7 3 3381,-2 0 23,-20 10-18,10-18 7,-19 19 21,10-14 18,-10 10-51,10-8 3392,4 0-3404,14-14-4,4-2 16,9-6 0,5 0 5,17-6 6,-2 2-5,1-2 0,-11 3-1,-10 6 12,-7 10-17,-4 0 0,-23 25 28,1-8-3398,-14 16 3382,14-15-1,0 7-17,9-2-5,3-2 17,5-3-6,7-9-12,5-9-16,10 4 3342,8-10-3510,6-2-2952,34-22-1423,-22 5 3892,-2-3 1,-3 0 0,-11 3-1,0 1 1</inkml:trace>
  <inkml:trace contextRef="#ctx0" brushRef="#br0" timeOffset="129831">7387 13664 23903,'24'-31'151,"1"0"0,-1 1 1,-1 7-85,7 13-33,0 2-23,-8 4 34,0 5 16,-15 5 79,0 6 34,-17 8-34,-10 6-34,-14 4-16,-8 5-6,-2 1-213,3 1 213,8-3-22,10-4-34,10-5-17,8-9 73,10 1 6,14-7-68,0 0 1,22-3-1,-6-4 214,12 1-236,-4-3 22,-7 3-16,-11 0-6,-11 5 5,-7 6 6,-7-1 34,-18 17 0,-5-5-17,-14 12-3403,-5 4 3380,15-15 7,-1 3-1,20-7-17,3-3 1,10 7-7,7-5 18,9 2 3380,5-1-3391,0 3-1,-6-7 6,-1 11 11,-14-11-33,-4 8-129,-14-7-1015,-11-4-922,-2-4 2088,-7-3 0,25-7 0,2 0 0</inkml:trace>
  <inkml:trace contextRef="#ctx0" brushRef="#br0" timeOffset="131148">8071 13332 21265,'-45'-35'1135,"1"0"0,1 2 1,15 9-705,26 19-297,1 2-61,8 5 23,13 9-7,18 13-30,-11-5 0,2 4-427,5 5 1,1 4 403,3 7 1,-1 3-865,1 7 1,-2 4 815,-14-13 1,-2 2 0,-2 1-111,-3 4 1,-3 2 0,-5 1-738,-5 3 0,-4 1 1,-4-1 493,-1-5 0,-3 0 1,-1-4-1,-3 3 1,0-6-1,-8 7 1</inkml:trace>
  <inkml:trace contextRef="#ctx0" brushRef="#br0" timeOffset="132192">9487 13935 20868,'-2'-57'1437,"0"1"1,-2 4-1,0 11-1221,2 20-149,-3 9-6,-1 21-33,-4 12-9,-5 19-42,5-7 1,-1 3-56,3-2 0,0 0-26,0-1 0,2 1-792,1 28-1294,8-11-4190,3 12 5542,1-12 0,-2-21 1,-2-14-1</inkml:trace>
  <inkml:trace contextRef="#ctx0" brushRef="#br0" timeOffset="132366">9248 14201 22285,'-16'-42'461,"1"0"0,8 2 0,10 10-6032,34 25 5594,12 0-18,-10 2 1,3 0 11,2 0 0,2 0-115,-4-1 1,1 0 0,2 0-196,3-2 0,0 1 0,1-1-1444,1 0 1,0-1 0,-1 0 1736,16-2 0,-5 1 0,-20 2 0,-5 1 0,5-1 0</inkml:trace>
  <inkml:trace contextRef="#ctx0" brushRef="#br0" timeOffset="134375">5617 15132 18767,'0'-6'2322,"2"-25"0,0-6-1348,-1 4-610,1-8 0,0 1 185,-2 9-129,0 9-173,0 10-174,-1 7-101,0 4 22,1 9 28,0 9-22,0 18 17,-2 14-45,-1 11 0,-2 2 34,-1-4-1,3-12 12,2-14 28,1-15 185,1-10-12,0-12-179,1-4 118,1-26-34,-1-1 0,-1-21 45,-1 6 6,1 6 28,-1 14-90,1 14-90,-2 11-22,-1 12-17,-4 9 45,-1 14-39,-2 7 22,3 12-39,3-14-22,6 12-236,2-14-246,2 1 532,5 24 0,-9-38 0,3 17 0</inkml:trace>
  <inkml:trace contextRef="#ctx0" brushRef="#br0" timeOffset="135692">4474 15598 9106,'-8'0'4007,"-22"0"0,-6 0-2618,6 0-806,-7 0 0,-1 1 352,12 0-168,8 0-224,8 0-301,6-1-164,4 0 45,13 0 34,9 0-28,25 0-39,14-2-403,-22 1 1,3-1 351,7 0 0,3-2-870,10-1 1,3 0 856,-15 0 0,1 1 0,2-1-652,7-1 1,2-1 0,1 1 633,-12 1 1,1 0-1,1 0 1,1 0-5,2 0 0,1-1 0,0 1 1,0 0-3,1 0 1,0 0 0,0 1 0,0-1 2,0 0 1,-1 1 0,0 0-1,0-1 0,-1 1 1,-1 0 0,-1 0 0,1-1-5,-3 1 0,0 0 1,0 0-1,0 1-4,-2-1 0,-1 0 1,1 1-1,-2-1-418,15-1 0,-1 1 1,-1-1 408,-2 1 1,-1 0 0,0 1-127,-5-1 1,0 1 0,-2-1 126,-4 1 0,-2 0 0,-1 0 187,15-1 0,-3-1-162,-8 1 0,-1-1 660,-5 0 1,-2 1-661,-2-1 0,-2 0-12,-2-1 1,0 1 20,26-8-35,-5-2-200,-6 1-1178,-6 0-4817,-4 1 6207,-9 3 0,-12 4 0,-9 3 0</inkml:trace>
  <inkml:trace contextRef="#ctx0" brushRef="#br0" timeOffset="136591">4230 15846 13491,'-1'-5'7533,"-1"1"-4497,2 4-2795,-14-53-258,11 40-184,-12-35 240,14 64 0,-1 14-17,-1 2 0,1 0 1,-1 1-17,0 3 2,0 1 1,1 2-4,1-2 6,-1 10 118,2-23 465,1-12 230,1-11-404,3-15-219,1-14-38,-1-15-18,-1-11-16,-3-6-67,-4 1 66,0 10 1,-1 14-56,2 16-45,1 10-174,0 8 191,3 20-45,2 2 17,-1 11-23,3 14-5,-4-12 0,2 17-39,-3-17-701,0 6 751,1 3 0,-1-17 0,1 2 0</inkml:trace>
  <inkml:trace contextRef="#ctx0" brushRef="#br0" timeOffset="137249">3947 16583 24710,'-40'10'22,"0"-1"0,4 6 1,7 6-12,19 13 0,7 6-807,-2 7 1,0 2 770,2 8 0,0 2-404,1-16 1,0 3-1,1-1 259,0 3 0,0 0 1,0 0-350,1 1 0,0-1 0,-1 2-2482,-1 13 1,-1 2 0,-1-5 860,-1 2 1,-3-3 1941,2-14 0,-1 1 0,-5-10 1369,-20-1-23,-6-36 886,-4-28-744,21 3 1,2-5-297,1-6 1,3-2-371,4 7 1,2-1 643,2-14 1,3 2 93,4-8-1155,3 17 0,2 1-28,12-10-106,12 4-28,12 0-43,-15 22 1,2 1 422,3 0 1,2 1-508,0 1 1,1 1-236,1 1 1,0 0-4019,7-3 0,-2 1-3417,12-5 7752,1 0 0,-41 15 0,-5 3 0</inkml:trace>
  <inkml:trace contextRef="#ctx0" brushRef="#br0" timeOffset="137516">4647 16625 21920,'-2'-2'3227,"0"0"-2079,2 2-1013,-59 12 5,25 22-126,-1-19 0,1 3 2,16 12 1,7 3-6,-2 21-309,7-19 1,1 0 187,4 0 1,4 0-272,3-2 1,4-2-685,5-3 1,3-2-1975,5-2 1,2-3 3038,22 10 0,-15-13 0,-13-11 0</inkml:trace>
  <inkml:trace contextRef="#ctx0" brushRef="#br0" timeOffset="137758">4977 16720 16269,'0'-7'5556,"0"2"-3344,0 5-1445,0 0-767,-3-36 12,2 36 706,2-14-729,3 52-17,3 17-471,1 7-978,-4-29 0,1 0 1477,2 24 0,-2-21 0,-3-18 0</inkml:trace>
  <inkml:trace contextRef="#ctx0" brushRef="#br0" timeOffset="138049">5266 16494 28014,'-11'-41'174,"3"8"-140,23 39 5,19 20-22,-5-1-20,5 20 0,-1 11-11,-14-2 0,-4 2-307,-1-17 0,1 2 0,-3 1 175,-6 4 1,-4 2-1,-5-3-4770,-12 13 1,-5-4 3801,9-11 0,-2-3 0,-5 0 0,1-8 0,9-20 0</inkml:trace>
  <inkml:trace contextRef="#ctx0" brushRef="#br0" timeOffset="142233">5598 16631 20974,'7'-35'1081,"0"1"0,3-18-476,-15 36 33,-6 7-503,-1 1 150,-16 3-167,5 8-51,-13 8-50,11 1 22,-6 15-16,9-1 5,-5 17-28,12-6 11,4 1-17,13-17-3358,13-1 3403,-1-12-52,33 0 36,-20-8-1,6-3 0,1-2-10,-6 0 27,17-4-28,-32 6-5,-2 2 28,-10 3 3436,-13 10-3448,1 0 6,-11 8 137,-5 2-131,-10 10 33,-6 11-67,8-4-17,12-7 51,15-9-68,6-2 34,3 0-11,6-1-17,2-10 56,8-1-28,1-5 28,8-1 5,-2-2-49,-7-1 10,-7 2 28,-8 1 57,-20 27-40,-6-4-42,2-1 0,-3 1-2,-18 13-3376,3-1 3392,14-12-5,9-2-17,12-12 11,6 5-17,9-7 22,21 2-5,10-7-44,4-5-452,-6-6 0,-2-2-798,6-3 1294,1-4 0,-2 0 0,-17 6 0,10-5 0</inkml:trace>
  <inkml:trace contextRef="#ctx0" brushRef="#br0" timeOffset="142999">6309 16629 24312,'-3'-42'213,"6"5"-202,16 27-11,5-1 6,4 2-40,-3 2-61,-8 4 45,-7 1 184,-13 11-72,-3-1 55,-16 16-55,-8 1-6,-11 8 28,-2 3-56,12-8 33,1 7-38,18-15-12,0 6-22,9-10 16,8-3-3335,12 2 3336,-1-6 22,20 0 0,-3-5-17,8 0 0,-5 0-11,-10-1 0,-7 2 11,-13 0 3420,-1 6-3375,-13 4-33,-6 8-34,-10 6 16,-1 2 6,3 0 1,5-2 4,7-4-32,5-1-24,5-4 18,5-3 5,4 0-5,4 0 33,3-1-11,0 1 0,-1 0 17,-5-1 11,-5-3-23,-14 16-61,-13-4 6,-16 12-84,-10-9-544,-5-10-2078,1-9 2756,-3-16 0,26 4 0,5-8 0</inkml:trace>
  <inkml:trace contextRef="#ctx0" brushRef="#br0" timeOffset="143557">5212 17140 9666,'1'-3'8009,"-1"0"-1529,0 3-5858,-3-28-112,2 15-34,-2-21-33,3 26-29,0 3-403,0 3-5,0 2-29,-2 3 23,0 6 62,-5 10-56,-7 14-566,-10 13-3367,8-17 0,-1-1 3079,-13 24 0,10-18 0,9-15 0</inkml:trace>
  <inkml:trace contextRef="#ctx0" brushRef="#br0" timeOffset="144474">6741 16505 22839,'-21'-45'756,"0"0"0,4 7 0,2 7-189,4 18-478,8 8-139,-1 2 22,4 5 11,3 3 62,15 22-23,8 9-22,-3-7 0,3 3-454,0 2 0,0 1 434,3 5 1,-1 2 13,-3 7 1,-3 0-1,-4-9 1,-5 2-130,-4 16 1,-9 3-2006,-11-14 1,-8 1-1,0-1 2140,4-4 0,0-1 0,-2-1 0,-12 17 0,1-8 0,-2-8 0</inkml:trace>
  <inkml:trace contextRef="#ctx0" brushRef="#br0" timeOffset="146632">7882 16542 26441,'18'-48'117,"-4"12"-105,-14 77-7,0 2-78,4 14-453,1-17 0,2-1-1672,3 15-1801,-2-14 0,-1-2 3999,-1 3 0,-2-8 0,-3-16 0</inkml:trace>
  <inkml:trace contextRef="#ctx0" brushRef="#br0" timeOffset="146860">7748 16786 26026,'32'-45'146,"-12"10"-131,19 21 0,15 5 0,-3 1-1051,-6-2 1,0-1 1031,-4 2 1,3-2-1,-5 1 4,-5 1 0,-2 1 521,26-4-1749,-27 11 1228,-1 15 0,-16-7 0,-8 7 0</inkml:trace>
  <inkml:trace contextRef="#ctx0" brushRef="#br1" timeOffset="165116">4870 17872 16801,'0'-4'6145,"0"0"-3877,0 4-1932,-10-43-106,8 32-129,-8-33-45,9 44-112,0 0-11,0 7 95,-1 9-23,-2 15 29,-4 13-62,-4 10 17,-3 1 27,2-4-16,4-9 12,5-12-29,2-10 34,2-11 173,0-5 68,1-5-79,0-8-39,1-10 11,-1-13-28,-6-14-87,-2 2 1,-2-1 2,-3-11-28,3 16 1,1 3 4,2 5 80,3 10-52,-1 4-44,3 11 12,0 8-12,0 17 22,1 10-50,-1 23 0,-1 8-9,0-26 1,0 1-121,1-1 1,0 1 139,2 27-37,3-19 31,6 1 57,-3-26-17,2 2 83,-4-20 12,3-18-84,-2 0 312,3-25-211,-6-12-39,0-4-85,-3-1 51,0 11 73,0 20-112,0 3 16,0 12-105,-1 11-1,0 7 34,1 11-12,-1 12 74,1 15-40,0 9-11,0 1 45,4 8-45,-2-22 11,3-1 17,-1-19 0,-1-8 45,0 0 33,-1-26-39,-2 3 40,-5-29-74,-1-1 57,-6-18-60,7 23 1,0 2-3,-2-15 17,4-1-3437,4 38 3420,0 3-11,2 12 0,4 20 28,0 9-85,1 23-128,-6-9-2103,-5-10 0,-1-1 2299,-4 15 0,1-17 0,4-19 0</inkml:trace>
  <inkml:trace contextRef="#ctx0" brushRef="#br1" timeOffset="167157">7700 15315 8685,'-4'-2'8542,"0"1"-4280,4 1-3259,-65-11-588,43 8-281,-14-4 0,4 2-27,27 5-107,3 0-23,2 0 68,2 5 112,11 4-67,0 2 128,25 3-22,11-7-1780,3-4 0,4 0 1617,-14-1 1,1-1 12,4-1 1,5 0 0,-2-1-462,7 0 1,0-1 429,-9 0 0,1 1 0,1-2 7,-2 1 0,0-1 1,0 0 6,0 0 1,-1-1 0,1 0 7,0 0 1,1 0-1,0 0-9,3 0 0,0 0 0,-2 1-20,11-2 1,2 2 13,-4 0 1,3 2-1,-4 0-8,-1 0 0,-2 1-3,-5 0 0,2 1 1,-4 1-119,-2 0 0,-4 1 135,19 4 6,-21-1-12,-20-3 2936,-10 0-2734,-9-3-6079,0 1 5855,-2-6 0,1 3 0,0-3 0</inkml:trace>
  <inkml:trace contextRef="#ctx0" brushRef="#br1" timeOffset="179599">9326 16287 15944,'0'-6'6173,"0"1"-4762,0 5-1114,-48-3-84,28 24-155,-9-9 1,0 6-45,16 21 0,6 4-849,-7 19 810,4-12 0,0 3-112,3-14 0,-1 2-539,-1 9 0,0 6 0,-1-1 127,1-8 0,0-2 0,0 1 556,1-1 0,1 1 1,-3-4 188,-5 7 0,0-10 84,0-17 325,-15 1-17,7-27 79,-4-24 342,9-9-846,6-7 55,16-8-61,10 7-45,12-11-79,-3 25 1,3 2-28,11-11-15,-8 17 1,2 2-37,13-3-11,13-2-56,-2 1 70,-22 10 0,0 0 31,9-7 39,-9 2 0,-2-2 145,6-15 63,6-6 245,-13 3 634,-13 10-460,-7 13-425,-5 3 39,-4 11-180,-1 3-72,0 10-22,-3 14-12,-1 9-106,-1 12-852,1 6-1568,2-7 2543,0 4 0,2-27 0,0-7 0</inkml:trace>
  <inkml:trace contextRef="#ctx0" brushRef="#br1" timeOffset="179791">9690 16288 21063,'0'-6'3266,"0"1"-2577,0 5-980,-19-23-1322,11 37-4285,-12-18 5898,20 37 0,1-16 0,1-7 0</inkml:trace>
  <inkml:trace contextRef="#ctx0" brushRef="#br1" timeOffset="180241">9891 16218 22386,'1'-6'3607,"-1"1"-3450,0 5-141,18 5-8,-10 26 1,-3 8-42,16 2 31,-17-2 0,-4 9 0,-3-6-9,-1-8 0,-3-2-446,-1 15 1,-1-2 440,-6 6-182,-2 1 237,10-32 96,-3 6 55,8-23-128,0-5 33,2-23 901,6-5-879,3-3 1,3 0 11,10-12-45,12-8 0,-9 27-3256,1 8 3183,-2 8 0,1 7-5,10 24-45,-8 2 22,4 11 11,-8 12-10,-13-14 3419,0 14-3392,-13-19-28,-20 9-61,-8-16-202,-21 7-857,0-17-6526,-1-10 7663,13-9 0,16 2 0,14 0 0</inkml:trace>
  <inkml:trace contextRef="#ctx0" brushRef="#br1" timeOffset="181906">10410 16401 18420,'0'-7'5747,"0"1"-5277,3-26 0,0-4 175,0 14-505,0-15 0,1 4-101,-2 29 45,3 18-45,-1-2 29,7 29-1,-3 3-48,-3-13 1,-1 1-9,1 2 0,-2 1 11,-1 7 1,0-1-398,0 14 383,-2-20 1,-1-2-9,-3 0 17,-1 1 89,0-13 426,1-10-342,2-7 40,-2-10-129,1-7 347,-1-11-375,1-7-3437,9-11 3380,1 11-10,14-8-6,-1 17 6,8-1-6,3 7 28,6 11-34,-5 13 6,3 12 6,-13 3 3369,0 12-3398,-9-2-5,-3 7 6,-13 0 11,-12-3 0,-3-10-107,-26 6-117,11-17-740,-16 0 320,24-15-1849,4-17 0,17-1 1656,8-26 0,-3 27 0,6-11 1</inkml:trace>
  <inkml:trace contextRef="#ctx0" brushRef="#br1" timeOffset="182257">11015 16422 25634,'-8'45'104,"0"-1"1,0-2 0,3-2-100,2-6 1,2-2 0,2 8 5,13 11 0,-1-37-5,12 4 134,2-12 45,-2-6-40,-3-6 303,-8-25-280,-8 10 135,0-26-175,-6 19 29,-4-5 0,-2-1-28,-3-1-34,-10-16-56,6 36-22,-7 8-45,0 9-224,-11 14-45,11-4-2940,0 23-2437,19-19 5674,5 12 0,0-21 0,3 1 0</inkml:trace>
  <inkml:trace contextRef="#ctx0" brushRef="#br1" timeOffset="182506">11640 16199 28636,'-39'31'7,"-1"1"0,1-1 0,1 0 0,2 2 0,6 1-7,6 17 0,6 2-985,0 3 0,4-1 985,3-10 0,5-1-99,3 9 1,7 0-773,13-5 0,6-1-1017,0-2 1,3-2 1887,6-2 0,0-7 0,4-5 0,-17-16 0</inkml:trace>
  <inkml:trace contextRef="#ctx0" brushRef="#br1" timeOffset="183306">11957 16575 15367,'1'-5'8223,"0"2"-7271,-1 3-185,10-69-150,-7 46-385,2-16 0,-1 5-75,-4 27 28,-7 8-146,-5 12-22,-21 22-6,8-4-11,4-2 0,1 1 6,3 3-6,5 2 0,3 1-34,6 11 17,4 8 1,38-12 4,8-23 18,-10-9 0,1-2-1,20-6 17,-19-11 1,-2-5 111,5-15-11,-13 6 1,-4-4 145,-2-30-403,-15 24 1,-4-2 220,-3-2 0,-3 0 2,-1 0 1,-3 0 67,-11-23-130,-5 18 6,-7 20-38,4 16 27,-28 22-151,12 6-98,12-5 1,1 3-950,-12 17-2577,14 3 3753,11-4 0,8-14 0,6-8 0</inkml:trace>
  <inkml:trace contextRef="#ctx0" brushRef="#br1" timeOffset="183624">12636 16689 20162,'10'-5'4856,"-2"1"-4492,-8 4 930,0 0-1171,4-7-89,-3 6-40,2-2 45,-8 13-22,-3 11-134,-7 13-527,-1 7-4364,3 7 5008,6-8 0,5-14 0,2-14 0</inkml:trace>
  <inkml:trace contextRef="#ctx0" brushRef="#br1" timeOffset="184316">13227 16309 20862,'0'-3'4458,"0"1"-3152,0 2-1206,-52-27-10,20 27-59,-5-10 0,-1 4 8,1 26 6,7 3-45,13 3-28,10-1 5,13-2 34,10-2-11,13-4 0,10-3 28,6-2-5,-1-2-23,-9-3 0,-12-1-23,-10-2 1,-8 1 39,-4 1 28,-7 5-17,-4 5 5,-10 6-5,-8 3-5,-5 4-18,-2-1 6,1 1-5,5-2-34,7-3 22,9-6-16,6-4 11,12-5 16,12-5 12,13-2-11,7-4-1,-2 0 7,-12-1-18,-9 6 40,-15 12-23,-3-2 0,-9 11 11,-11 1-5,-6 4 22,-7 9-16,5-1-23,9-4 0,11-4-23,9-5 18,13-5-40,13-8-190,18-6-233,-6-10 1,1-3-37,18-4-473,-13-2 0,1-3-589,-14 3 1,0-1 1565,12-7 0,-2 0 0,3-3 0,-4 1 0</inkml:trace>
  <inkml:trace contextRef="#ctx0" brushRef="#br1" timeOffset="184940">13789 16289 25539,'34'-40'280,"-11"8"-235,14 30-39,-22 2 16,11 2-5,-16 3 56,-2 7 139,-14 8-122,-3-3-34,-11 5 73,-6-3-28,-3 5-17,-17 19-84,20-16 0,-3 11 0,24-26 5,0 6-10,8-4 27,11 5-16,5-2 5,5-2 0,5-1-22,-3-2-6,6 3 17,-1 2 17,-3 1-6,-11-1-11,-5-1 17,-9-1 5,-9 0 34,-7 6 6,-17 9-68,-12 14-33,11-10 33,5 9 18,23-24 16,9 2-51,3-2 23,1-5 17,4 6-56,-2 3 33,-3-5-50,-4 15 23,-7-19-18,-9 13-190,-7-12-5106,-21 3 2418,9-8 2362,-12-4 0,29-6 0,0 0 0</inkml:trace>
  <inkml:trace contextRef="#ctx0" brushRef="#br1" timeOffset="185474">14131 15944 26950,'-26'-25'409,"15"21"-350,22 26 0,11 13-26,2 3 1,3 3-1151,1-2 1,3 4 0,-1 0 1108,-2-2 1,-1 0 0,0 2-44,4 8 1,1 2-1,-5-2-50,-1 1 1,-7 0-460,-8 9 0,-13-1-2901,-17-11 1,-8-3 3460,-3 6 0,-3-4 0,5-15 0,1-5 0,-10 3 0</inkml:trace>
  <inkml:trace contextRef="#ctx0" brushRef="#br1" timeOffset="188607">10276 17612 24234,'-4'-18'655,"-10"15"-437,-8 35-123,1-2 1,0 3-607,-10 14 525,10-11 0,3 0-76,3 17 34,6-1 6,12-9 209,17-14-165,11-17 3,-1-6 1,4-4-4,-2-5 1,0-2-9,1 0 0,0-4 59,-2-3 0,-4-5 347,13-24-78,-9-8 5,-12-10-39,-20 8-79,-9 4 1,-7 10-135,-9 7-22,-3 12-96,-4 5-173,1 6-398,2 4-829,8 2 575,-4 1 0,17 0 0,-4 0 0</inkml:trace>
  <inkml:trace contextRef="#ctx0" brushRef="#br1" timeOffset="213645">5908 14401 12853,'-3'0'5953,"1"0"-3539,2 0-2307,-40-4 122,30 2 96,-17-4-213,45 3-34,25-4-55,-13 2-23,8 0 29,-15 5-13,-6-1 108,-3 1-40,-7 0 196,-14 1-196,0 1 28,-18 2-17,-3 0 28,-19 7-61,5-2-40,4 2 12,8 0-18,11-1-16,-1 2 12,8-1 4,5 1 7,11-4-6,3 0 11,15-6-28,7-5-45,25-6 34,-15 0-23,18-7-11,-22 6 51,-8 2 50,-6 2-23,-22 5-33,-11 6 12,-28 10 4,-8 4-21,-5 2 10,-2-1 18,10-4-18,10-4 1,6-3 16,25-7-5,5-1 0,13-2-11,19-7-6,5-2-17,13-6 11,-18 5 17,12-4-11,-24 8 0,16-6 12,-19 8-12,2-1 22,-10 4-5,-3 0 22,-11 3 0,-8 3 28,-13 4 152,-24 9-113,13-5 208,-17 5-197,37-11-83,-1-1-34,15-4-566,25-6 566,8-1 0,-2 0 0,-5 2 0</inkml:trace>
  <inkml:trace contextRef="#ctx0" brushRef="#br1" timeOffset="218853">717 13743 8304,'1'-6'7074,"0"1"-2240,-1 5-3787,-13-32-823,6 24 140,-16-25-106,4 32-84,-7 5-56,-7 5-28,-2 7-34,0 4-45,9-1 17,0 10-17,15-10-11,0 6 0,10-10 39,8-2 62,15-2-34,10-3-16,15-1-1,-3-5-33,-9-1 5,-3-1-5,-16 1-23,-2 1 46,-8 2 16,-4 5 44,-8 3 24,-7 5-29,-11 4-28,-8 1-39,-5 3-6,1-1 1,7 0-29,8-4-11,9-2-11,6-5 23,10-3 5,6-2 11,3-3 6,18 2-28,-9-3 16,6 2 1,-14 2 16,-9 1 40,-7 4-29,-9 5-21,-9 4-1,-8 5 0,-3 2 6,2 2-28,5-1 11,8-2-6,8-5-39,11 0 51,4-11-118,15 2-650,8-11-2369,15-1 3131,13-10 0,-24 4 0,-4-3 0</inkml:trace>
  <inkml:trace contextRef="#ctx0" brushRef="#br1" timeOffset="219544">1059 13988 22935,'0'-19'364,"0"4"-342,0 16-22,0 1 22,2 2 12,-1 0-6,2 1 6,-2-2 78,0-1 1226,-1-2-1092,0-11-83,-1-4-39,0-13-46,-1-4 6,5-2 6,3 2-51,5 5-6,4 5-21,4 6-7,4 7 1,4 4-23,2 9 6,-1 7 5,0 12-5,-6 10 22,-7 7-3431,-14 20 3398,-7-16-1,-6-10 1,-3-1-307,-19 15 323,11-19 1,-1 0 8,0-4 0,1-1 69,-22 12-10,19-17 100,4-10 18,15-10 3219,1-5-3303,4-3 393,2-5-439,7 0-33,5 2 0,10 0-12,6 4-5,8 4-73,15 3-11,-14 2-386,17 4-1087,-21 1-3490,8 2 5047,-8-2 0,-13-2 0,-9-1 0</inkml:trace>
  <inkml:trace contextRef="#ctx0" brushRef="#br1" timeOffset="219777">1625 13897 19160,'0'-5'4542,"0"2"-1887,0 3-2610,1-47-96,-1 36-128,0-36-409,-2 53-3944,0 11-2027,1 1 6559,-1 9 0,2-17 0,0 0 0</inkml:trace>
  <inkml:trace contextRef="#ctx0" brushRef="#br1" timeOffset="220327">1653 14157 16328,'2'22'1042,"0"-4"1842,-2-16-1635,1-1-1154,-1-10-78,0 5 1487,0-11-1437,0 10 849,-1-1-911,0 5 3314,-1 1-3324,1 5 27,1 0-16,0 5-1,0-1-5,1 0-11,0-2 0,0-2 5,0-3 163,-1-1-101,1-8-22,0 2 5,-1-9-5,0 2-23,0 3 6,0 0-45,0 6 5,0 2-229,-2 0-1025,-2 1 1277,-6 3 0,5-2 0,-2 3 0</inkml:trace>
  <inkml:trace contextRef="#ctx0" brushRef="#br1" timeOffset="220770">1605 13779 23282,'-22'5'297,"5"3"-213,16 6 22,5-1 40,2-3 100,10-2-22,-2-4-67,0-1 179,-3-5-163,-5 0 399,3-10-169,-5-1-212,0-2 162,-3 1-1,-5 1-206,-1 1-51,-3 2-67,1 5 34,-1 2-73,1 2-29,-2 2-88,1 5-522,1 7-1652,3 10-617,1-3 2919,4 6 0,-1-15 0,1-1 0</inkml:trace>
  <inkml:trace contextRef="#ctx0" brushRef="#br1" timeOffset="221310">1716 14117 24682,'-28'12'285,"5"-2"-240,21-1 0,0-1 0,2-2 28,1 0 16,1-2-44,0-1 135,2-1-18,-2-1 118,1-1 263,-2 0-330,0-3-22,-1 1-35,-2-3-55,0 3-56,-2 0 0,0 1-45,-2 0-6,-2 5 17,-2 3-16,0 6 16,0 3-11,3-2-6,4-2 12,6-4 0,3-4 38,5-1 1,1-6 34,0-2 66,-3-3 23,-4 0-22,-3 1-62,-4 1-23,-2 1-38,-6-1-23,1 3-112,-8-2-1439,4 3 1551,-5 2 0,7 0 0,2 1 0</inkml:trace>
  <inkml:trace contextRef="#ctx0" brushRef="#br1" timeOffset="226137">2288 13852 23332,'-2'-37'641,"0"1"1,-1-21-497,3 54-117,0 3 23,-2 8-7,1 7-32,-2 14-12,2 11 11,0 5 0,4 1 0,2-4 6,4-6-17,1-7 11,-2-8 0,-2-7 107,-4-8 252,-1-3-297,-7-12 22,-3-5-22,-4-13 5,-1-8-10,4-10-12,3-6-23,4 11 152,2-5-51,1 27-66,0-1-80,0 16 7,0 9-3365,0 18 3370,1-2 0,2 24 6,1-9-6,9 25 11,-3-19-11,3 4 0,-7-26 22,-2-9 23,-2-7 3487,-1-8-3487,0-8-6,-5-11-28,-1-14 17,-3-11 6,0-8 33,3-6-39,1 21 56,4 2-5,-1 28-68,0 3-17,1 7 12,0 9-12,3 11 6,2 15 11,4 10-27,0 6-231,-1 1-2273,0 2 2520,-2-9 0,-2-17 0,-2-13 0</inkml:trace>
  <inkml:trace contextRef="#ctx0" brushRef="#br1" timeOffset="227903">2864 13610 9184,'-2'-2'7477,"0"0"-3657,2 2-3271,-39-11-241,30 8-163,-28-9 231,58 4-292,-3 2 78,39-12-100,-19 8-17,13-2-17,-24 8 67,-14 7 90,-13 8 6,-12 8-79,-13 10-51,-13 4-38,-4 1-12,3-2 0,11-5-11,12-5 11,10-4 12,9-4 33,13-3-45,0-6 34,14 0-12,-5-5 6,6 0-22,-1-2 0,-3 1-17,-7-1-11,5 6 5,-11 5 1,4 8-1,-12 9 17,-10 15-5,-2-11-1,-13 17 7,2-15 4,-6 8-16,3-1 0,5-2 6,6-4-6,7-5 6,10-3-12,9-3 6,12-5-22,9-2-1,2-4 18,-6-1 10,-13-1 6,-11-2 45,-27 12-50,-13-1-3,3-3 0,-4 0-2097,-13 4 0,1-2 528,11-4 1,1-1 1565,-10 4 0,6-2 0,13-6 0,3 0 0</inkml:trace>
  <inkml:trace contextRef="#ctx0" brushRef="#br1" timeOffset="254319">10970 13200 15457,'0'-8'6032,"0"2"-4894,0 6-506,0 0-296,-30-52 112,2 63-313,-14-46-26,23 56 0,3 13 14,-4 19-95,8-15 0,1 3-641,1 4 0,1 1 579,2 7 1,2 0-54,0 5 0,2 0-95,0 4 0,2 0-151,0 0 0,2 0-177,0-4 0,1-2-388,-1-7 0,-2-3 727,-2-9 0,-2-3-17,-15 13 233,-15-22 106,-7-18 68,-5-22 72,4-16 101,6-20-148,23 21 0,3-2 24,3-2 1,4 0 5,1-1 1,3 1-29,3 2 1,2 1 106,9-24-157,9 10-90,9 11-61,8 6-17,6 7-56,5 5-163,1 5 1065,-12 4-3030,19-1-2857,-16-1 4423,12-3 1,-28 5 0,-12 1 0</inkml:trace>
  <inkml:trace contextRef="#ctx0" brushRef="#br1" timeOffset="254601">11466 13205 25359,'1'-40'709,"-1"0"0,0-21-513,-17 75-112,5 0 5,-8 16 18,-1 13-46,-1 12-503,9-16 1,1 2 438,1 2 0,3 1-20,2 0 1,3 0-68,5-2 1,3 0-113,4-4 1,4-2-191,5-3 0,4-2-471,3-4 0,3-2-325,2-5 1,1-3 595,3-4 0,-1-4 0,3 2 0,-5-9 0</inkml:trace>
  <inkml:trace contextRef="#ctx0" brushRef="#br1" timeOffset="256286">11988 13384 9996,'0'-3'9320,"0"0"-5354,0 3-3261,5-59-133,-4 39-354,1-14 0,0 4 85,-2 22-140,0 4-85,0 2-16,-1 21-12,-3 11-16,-2 25-26,2-23 1,1 0-15,-1 21-167,3-16 1,2-1 178,3 7 11,3 13 11,-1-28 61,-2-11 191,-2-10-11,-1-8-134,-1-10 316,0-10-379,0-12-4,-1-11-1,-1-8-11,-2-8-331,0-3 353,1 3 34,1 10 17,-1 13-62,2 17 23,-2 9-113,2 11 23,-1 8 331,1 12-319,-1 15-1,0 11-28,1 7 11,0-10-33,4 17 17,2-25 55,3 10-44,-2-24 22,-1-9 40,-2-9-18,0-11 18,2-22-51,-1 2 28,1-28-17,-1 11 23,-1-12 50,0 9 28,-2 15-28,0 15-62,-2 12-22,-2 10 0,-3 8-22,-3 13-51,0 8-297,2 11-1192,6 5-595,6-8 1309,5 6 0,-4-30 0,1 1 0</inkml:trace>
  <inkml:trace contextRef="#ctx0" brushRef="#br1" timeOffset="257211">12451 13609 18408,'0'-3'5227,"0"0"-3553,0 3-1567,2-33-29,1 28-33,1-23 17,5 56-90,-5 3-703,-6 8 0,-3 2-1005,-4 8 1057,-4-4 1,-1-3-1,5-20 1,-4 9 0</inkml:trace>
  <inkml:trace contextRef="#ctx0" brushRef="#br1" timeOffset="257895">13211 13153 24346,'-56'-28'689,"1"10"-454,-1 46-196,19-4-17,-3 9-10,28-10-7,5-4 6,6-1 12,10-4 56,27-1-62,2-5-6,9-2 22,1-6-5,-24-1 0,5 1-22,-20-1 22,-6 2 106,-8 7-50,-3 2-11,-10 9-22,-8 3-12,-4 2-6,-2 3-10,3 0-12,7-1-45,8 0 46,7-2-7,7-4-10,9-3 10,7-5-5,8-3 17,1-4-17,0-2 6,-9-1 5,-7 1-17,-6 3 57,-7 4 10,-6 7-33,-3-2 79,-13 12-74,9-8-33,-4 7 11,12-6 6,6-4-39,9-3-85,8-4-21,4-4-1497,30-6-5707,-5-6 6484,14-2 0,-27 1 0,-13 3 0</inkml:trace>
  <inkml:trace contextRef="#ctx0" brushRef="#br1" timeOffset="259168">13676 13293 16247,'0'-6'6318,"1"1"-4957,-1 5-1288,11-9 89,-4 11-33,10-4 0,-10 16 95,-2 5-3437,-5-2 3302,-2-2 107,-6-3-89,1-6 532,-11 0-348,8-9-73,-5-8-83,9-12 3302,3 0-3348,7-15 12,9-5 17,16-9-96,0 12-5,0 14-17,-6 20 22,3 13-22,4 6 0,-1 6-22,1 23 11,-18-15-17,2 31-40,-25-11-442,-6-7 0,-5 2 476,-3-4 0,-3-1 28,-8 6 1,0-2 10,11-15 1,0-3-7,-6 2 0,2-4 180,-1-7-134,-1 0 17,19-24-1,15-9 23,6-7-39,3 3 926,12-4-876,8 6-67,4 4-22,9 4-51,-3 12-28,-6 4-207,12 7-420,-5 2-860,-11-3 0,1 1 1560,24 4 0,-16-3 0,-18-6 0</inkml:trace>
  <inkml:trace contextRef="#ctx0" brushRef="#br1" timeOffset="259368">14380 13251 26570,'-23'-27'-146,"-1"-1"0,-13-16-924,44 51-1097,2 4-5165,7 9 7332,-2 1 0,-6-8 0,-3-4 0</inkml:trace>
  <inkml:trace contextRef="#ctx0" brushRef="#br1" timeOffset="259722">14434 13479 20000,'7'9'4934,"-2"-1"-4329,-5-8 0,0 0-555,-50 56-10,37-34-24,-16 10 1,8-2 67,25-18 90,3-5 44,7-4-11,3-8-16,4-6-79,-3-3 162,3-7 213,-7-1-184,-3 0-85,-5-2-82,-12 11-136,-5 3 0,-7 5 0,-6 2 0,1 11-209,1 2-384,6 7-925,9 2-56,3-4 1574,11 5 0,-5-13 0,5 3 0</inkml:trace>
  <inkml:trace contextRef="#ctx0" brushRef="#br1" timeOffset="260245">14782 13251 22263,'0'-3'3831,"-1"1"-1939,1 2-1791,-1-39-73,1 29 6,0-22 44,3 66-61,-2 3-6,1 24-22,-2-11-11,0-1 33,1-8-11,-1-13 0,1-2 28,-1-15 33,0 0 1,0-14-45,2-7 5,1-11 6,3-11-5,4-12-1,3-11 23,2-5 22,-2 0-4,-3 10-63,-4 12 0,-5 16 0,-2 9 0,-1 9 0,-3 7 0,0 3 0,-9 22 0,4 3 0,-6 17 0,5-1 0,2 2 0,3-2 0,2 0-2717,2 6 2717,2-15 0,1-8 0,0-18 0</inkml:trace>
  <inkml:trace contextRef="#ctx0" brushRef="#br1" timeOffset="261244">15249 13087 11312,'-9'-6'8178,"2"1"-6196,7 5 1144,0 0-2947,7-28-73,1 18-44,8-21 11,7 27-51,-7 1-5,9 2-6,-10 2-5,1 2 33,-6 3 28,-6 4 28,-10 4 74,-21 7-113,4-4 67,-21 10-11,15-9-50,-3 4-29,10-3 1,11-2-6,6-3-6,8 0-10,5 0 10,13 1-16,4-2-1,1-1 12,3 0-17,-7-3 0,4 5 11,-5 4-11,-10 0 11,-3 1 1,-14 2-18,1-8 28,-16 19-22,11-17 0,-9 21-5,15-23-12,1 10-3369,10-5 3380,-2-2 6,10 5 6,2-1-12,-3-4-11,3 6 12,-9-11-7,-3 3 3399,-6-3-3410,-7-1-133,-14 1 10,2-5-543,-19 1-4610,-8-7 4451,4-3 0,5 1 0,23-1 0</inkml:trace>
  <inkml:trace contextRef="#ctx0" brushRef="#br1" timeOffset="261612">15488 12841 22408,'-3'-2'3921,"1"0"-2751,2 2-1030,4-26-28,7 23 0,13-10-22,16 41-60,-13-5 1,1 1-456,-2-2 0,-1 1 450,10 10 1,0 4-43,-3 5 0,-1 2-6,-2 2 1,-2 2 13,-2-3 1,-6 2-48,-9-3 0,-8-1-134,-8-8 0,-5 0-547,-6 8 1,-6-1-4180,-8-1 1,-3-4 3824,7-10 0,1-3 0,-14 8 0,28-24 0</inkml:trace>
  <inkml:trace contextRef="#ctx0" brushRef="#br1" timeOffset="273053">12612 14522 23114,'7'-28'425,"3"24"-341,-7 26 112,1 33-123,-4-17-28,-3 17 17,-2-14-51,0-14 73,0-4 291,4-15 723,0-1-924,-2-27-34,-3-6-28,-3-26-17,-3-3-258,2-3 264,2 6-3,3 13-42,4 17-28,0 12-56,0 11 23,1 10 16,4 13 275,3 25-275,-1-18 0,1 1-14,-2 0 0,1 1 12,5 27 2,-4-20-22,0-12 28,-1-11 55,-1-9 35,-2-8-29,-1-13-33,0-13 39,-1-19-39,-2-11-28,0 7 33,0 16 0,1 1 68,-1-1 11,0-6-90,1 27-50,0 8 22,0 25 0,0 6-11,-2 24-33,-1 5 44,-1 1-11,1-12 5,1 4 18,1-27 10,0 2 29,1-18 156,0-10-167,0-9-12,0-17-45,-2-15 62,1-16-210,0 29 0,1 0 227,0-29-17,1 21 89,0 10-122,1 21-29,-2 4-11,-1 20-28,-4 16-106,-1 6-4095,-5 6 1,-2 2 4248,-4 13 1,7-24-1,0-2 1,2-6 0</inkml:trace>
  <inkml:trace contextRef="#ctx0" brushRef="#br1" timeOffset="281011">6916 14947 11301,'2'-5'6799,"-1"1"-4306,-1 4-1283,12-61-297,-7 40-770,1-13 0,0 5 92,-5 22-201,-1 8 61,0 5 78,0 16-122,-1-2 27,-3 22-16,-4 1-51,1 2-11,-1 2 17,3-18-6,2-10 62,2-7 28,1-8 274,-1-3 151,0-1-431,-3-5-44,-5-5-6,-2-8-29,-1-1 12,-2-12 17,5-1-17,1-9 51,4-4-1,4 17-28,2 5-61,-1 17-6,0 6 12,0 4 22,3 8-6,0 19 11,0 7-22,-1 14 11,-3-4 1,0-11-29,0 10 22,0-21-5,0 5-11,1-19 146,0-6-62,1-6 67,1-15-95,0-9 0,0-22-23,-1 6 0,3-20-5,2 11 28,0 14 0,1 1 50,5-11-22,0 9-84,-6 36 11,-5 6 5,1 24 12,-2 0-23,0 14 29,-1 3-29,0-1 1,0-10 16,0 8-22,0-21 22,0 5 39,0-17 29,0-6 178,-2-7-201,-5-7 11,-6-11-61,0-2 11,-9-32 0,11 7-23,3 13 0,3-1 34,4-18 12,6 13-1,0 15-28,-1 11-28,-2 9 23,-2 7-1,1 10-27,1 11 33,-1 12-16,0 10-29,0 4-201,1 2-835,4 1-6010,6-4 7080,2-9 0,-4-17 0,-3-11 0</inkml:trace>
  <inkml:trace contextRef="#ctx0" brushRef="#br1" timeOffset="290693">768 10252 21192,'-6'-51'1267,"-8"11"-1144,-15 39 11,-10 7-27,-4 8-35,1 7-38,5 4-34,12-1 0,11-4 0,9-6 28,13-2 6,4-7-23,13 1 45,5-8 0,7-4-11,3-2-40,-3-1-22,-7 3 40,-11 3-18,-10 2 29,-6 1 50,-6 5 0,-5 5 22,-11 11 12,-11 6-73,-10 5-6,-1 0 0,6-3-33,10-5-6,12-7-17,8-7 23,10-2-1,9-4 40,13-1 0,6-3-28,4 2 5,-6 0-5,-8 1-12,-11 3 46,-9 5 44,-11 5-17,-9 8-44,-12 5 33,-4 1 17,1-1-56,6-4-17,10-6 1,9-3-1,15-3-34,10-4-117,5-3-3817,10-5 0,2-1 3957,14-3 0,8 1 0,-32-1 0</inkml:trace>
  <inkml:trace contextRef="#ctx0" brushRef="#br1" timeOffset="292061">1469 10832 22190,'-11'-11'974,"2"2"-935,8 9 1,0 2-12,0-1 128,-1 5 35,-3 0 27,-2 3-106,1-3 280,-7-1-129,3-4-16,-4-6-18,3-5-72,1-11-112,2 1 79,2-20-113,4 13-17,2-10 12,5 16-6,5 9 0,7 6 6,8 8 16,9 9-16,-3 2-29,11 14-145,-2 15-73,-3 7 106,-20-17 1,-5 2-90,-6 26 106,-23 0-359,-5-14 482,-1-21 1,-3-3 28,-21 5 27,12-12 1,-1-3 61,-18-2-5,4-12-45,26-6 117,9-19-100,10 5-6,5-10-28,8 8 443,7 4-499,0 8 12,21 3-24,-6 9-21,19 8-6,-5 8-174,2 7-45,-10-2-2548,17 11 68,-25-16 1890,28 11 0,-39-21 0,7 3 0</inkml:trace>
  <inkml:trace contextRef="#ctx0" brushRef="#br1" timeOffset="292461">2127 10774 17882,'-3'-2'4784,"1"0"-4196,2 2-532,-21-3 11,13 10-28,-15-2 12,21 9 5,0-2-17,4-4 56,2-1 84,3-4 79,4-1 11,3-6 5,1-3 62,-3-6 6,-4-5-6,-6 0-33,-8-1-91,-3 2-77,-7 4-23,0 4-62,0 3-55,2 3-29,2 3-44,2 6-96,2 6-464,3 9-1273,5 11-4390,7 9 6301,2-2 0,-2-14 0,-3-11 0</inkml:trace>
  <inkml:trace contextRef="#ctx0" brushRef="#br1" timeOffset="292818">2187 11106 25085,'-42'3'39,"8"4"-39,29 9 0,3 0 6,2-3 11,9 0 22,3-7 45,8 0 40,0-8 44,-1-6 78,-4-4 90,-6-3-22,-4 0-90,-8 1-96,-5 2-60,-6 3-40,-4 3-45,1 3-78,3 3-292,4 0-649,4 2-1417,6 0-6761,10 1 9214,3-1 0,-1-2 0,-3 0 0</inkml:trace>
  <inkml:trace contextRef="#ctx0" brushRef="#br1" timeOffset="293045">2499 10807 21439,'0'-4'3540,"0"1"-1653,0 3-1875,-5-31 10,4 29 23,-2-15-34,8 47-17,3 11 6,2 10-67,-2 6-736,-3 3-2222,-3 2 3025,-2-11 0,0-19 0,0-15 0</inkml:trace>
  <inkml:trace contextRef="#ctx0" brushRef="#br1" timeOffset="294712">7250 11513 16504,'-53'6'1691,"1"-1"1,0 1 0,10-1-1552,28-2 89,-3 1-178,15-3 27,1 0 264,20 0-218,12-1-96,30-1-471,-24-1 0,2 0 429,2-1 0,1 1 8,-3-2 0,-2 1 40,21-1 123,-23 1 72,-19 1-117,-24 2-72,-20 0 27,-25 2-39,17 0 0,-1 0-1504,-6 1 1,0 1 1606,1 0 1,0 1-20,6-2 0,3 1 557,-12 2-658,23-3 51,21-1 11,20-3-34,23-3-34,-11 1 1,3 0-169,6-2 1,1-1 153,2 2 1,-1-1 2,-1 0 1,-2-1-18,17-1 3203,3-1-3164,-31 5 24,1-1 10,-20 3-128,-8 0-1580,-20 9 929,-4 3 0,-1-2 0,6 1 1</inkml:trace>
  <inkml:trace contextRef="#ctx0" brushRef="#br1" timeOffset="295668">1277 11827 13189,'-7'0'5623,"2"0"-2722,5 0-1831,-1-54-913,3 36-37,0-14 1,3 0 75,13 12-162,-3 3 27,22-4-33,-9 15-17,16 0-11,-4 13-39,-5 9 34,-10 0 10,-6 19 1,-17-8 5,-9 15-22,-5-14 22,-14 6 73,-1-6 22,-1-2 107,0-4 112,11-15-163,5-4 124,3-6-174,4 0 134,0-7-223,3 4-18,0-3-5,7 8 6,1 0 5,15 2 34,17 8-39,-4-1-12,-3 4 0,1 2-22,1 6 6,6 5-6,-19 7 28,-14-8 28,-12 11-6,-28-3-10,3-11-4,2-7 0,-2-3-52,-14 0-175,-9-3-464,8-6-1748,15-13-7400,14-11 8842,11 0 1,6 4 0,2 12 0</inkml:trace>
  <inkml:trace contextRef="#ctx0" brushRef="#br1" timeOffset="296128">2003 11828 17977,'-5'0'4694,"1"0"-3271,4 0-1356,-12-10-5,1 17-46,-7-10 12,0 31-39,11-14 45,4 10 67,12-18-45,3 0 162,13-14-11,-7-2 51,7-8 34,-11-1-40,-7-2-51,-8 1 85,-12-6-157,1 9-68,-6 0-38,8 11-29,5 4-84,-2 2-162,0 8-3489,-12 19 3741,9 4 0,-3-1 0,11-13 0</inkml:trace>
  <inkml:trace contextRef="#ctx0" brushRef="#br1" timeOffset="296478">2058 12116 23271,'-16'29'176,"0"0"0,-10 17-114,25-37 106,2-5 207,4-3 17,5-3-162,9-4-17,2-4 129,-1-3 145,-6 3-39,-8 3-190,-4 3-152,-7 3-44,-4-1-12,-6 1-39,-3 0-39,2 2-185,3 3-1512,6 3 1725,5 6 0,1-5 0,3 0 0</inkml:trace>
  <inkml:trace contextRef="#ctx0" brushRef="#br1" timeOffset="298534">2557 11836 10511,'3'-4'5741,"0"1"-2061,-3 3-3220,5-1-237,-3 3 192,5 1-34,-7 4-34,2 2 18,-2 0-164,-1-2 449,-4 2-174,-2-4 33,-6 0 135,-5-5-336,3-8-196,-1-1 68,5-10-52,7-4-77,5-7 17,10-2 10,15 0-56,3 8 1,2 6-18,-1 10 12,-4 6-11,7 8-40,9 15 45,-15 0-17,-8 6 1,-4 2 5,-6 1 3,-6 1 0,-6 3-9,-11-1 1,-5-1 33,-10 22-195,-1-16 0,-3-1 175,5-13 1,0-2 19,-18 15 84,-3-7 22,35-25-89,6-7-39,27-12 16,12-3-16,9-2-12,17 1-33,1 6-55,-19 6 1,3 1-1005,1 1 0,1 1 967,2 2 0,-3 1 0,7-1 0,-11 3 1</inkml:trace>
  <inkml:trace contextRef="#ctx0" brushRef="#br1" timeOffset="300753">729 12662 17361,'24'-34'578,"-8"9"1659,21 4-2085,-16 11 673,2-1-724,0 4 319,-12 5-431,3 0 1495,-13 7-1383,-11 5-50,-3 2 27,-27 13-44,6-5 5,-15 9-6,16-6 7,9-4-24,9-1-16,8-9 23,4 0 10,5-3-16,1 0 34,8 3-23,3-1-34,3 0 28,7 3-22,0-1 12,12 5 4,-8-3-10,-2 0 22,-6-1-17,-13-6 40,3 6 10,-8-2 23,-3 7-50,-3 0-29,0 0-10,-2 0-6,6-1 22,5 0 11,2-2-33,14 2 17,-2-5-18,2 2-21,-1 3 61,-12-4 39,0 7-11,-12-6 45,-10 5-23,-11 0-50,-21 9-140,12-9 112,-25 4 0,43-16 0,-11 0 0</inkml:trace>
  <inkml:trace contextRef="#ctx0" brushRef="#br1" timeOffset="307320">11496 9356 17540,'-57'13'2852,"45"-6"-2573,51-11-1104,7-2 1,6-1 922,-1 0 0,0 0-62,1-1 1,6 0 16,-10 3 0,5-1 0,2 0 1,-2 0-891,3 1 1,-1 0 0,4 0 842,-11 0 1,3 1 0,2-1 0,0 1 0,-2 0-2,4-1 1,-1 2 0,0-1-1,-1 0-73,-1 0 0,0 0 0,-1 0 0,-1 1 77,12-2 1,-2 0-1,-1 1-181,-5-1 0,-2 1 0,-4-1 172,5 0 0,-2 1-3,6-1 0,-5 1-97,-3 1 306,10 0-2608,-42 8 2945,-15 2 1,-3-1 0,-3 0 0</inkml:trace>
  <inkml:trace contextRef="#ctx0" brushRef="#br1" timeOffset="308093">12233 10361 19672,'2'-58'1346,"0"0"0,-2 5 1,-2 11-1000,-5 20 275,-13 7-442,3 13-60,-10 12-59,0 20-3400,-1 26 3350,13-18 0,2 4-11,-1 6 0,2 4-443,1 5 0,2 3 418,4-18 1,2 1 0,-1 0-60,1 2 0,1 0 0,1 0-133,1 1 1,0 0 0,1 0-184,-1-2 1,1 0-1,-1-1-222,-1 16 0,-1-3 275,-4-9 0,-3-4 291,-1-11 0,-6-6 34,-44-8 22,14-29 33,15-6 1,4-6 151,1-31 134,12-7 129,8-2-1079,9 26 0,2 1 782,3-12 870,2 17 1,3 2-888,12-4 774,1 1-877,-1 12 0,3 1-31,16-4-20,-10 7 1,0 0-43,13-1-173,-10 5 0,-2 0-96,4-2-911,3-3 0,1-2-3306,7-9-365,-15 7 1,-2 0 4912,5-5 0,-14 7 0,-17 14 0</inkml:trace>
  <inkml:trace contextRef="#ctx0" brushRef="#br1" timeOffset="308319">12628 10313 10690,'0'-4'9382,"1"1"-8357,-1 3 1266,1-62-1260,-1 38-653,1-13 0,-1 4 137,-1 20-240,-1 7-169,-1 6-16,-2 13 55,-6 15-55,-8 20-256,7-16 0,-1 4 188,-1 4 1,1 3-23,1 2 0,3 2-9,2-2 1,4 0-37,6-2 1,5-2-150,4-5 1,6-2-499,5-3 1,5-4-2995,3-3 1,3-3 3685,-4-4 0,-1-3 0,10 3 0,-18-11 0</inkml:trace>
  <inkml:trace contextRef="#ctx0" brushRef="#br1" timeOffset="308977">13138 10247 25422,'-2'-12'72,"2"4"-60,5 18 44,-2 2 44,-2-1 40,-5 0 56,-5-1 56,-4-3 12,-2-4-18,1-8-128,2-1 83,1-20-134,7 1-27,4-14-12,11 6 11,7 3-6,5 7-5,3 8-28,2 8 0,3 10 6,3 12-17,1 10-23,-4 12 6,-10 6 11,-14 7 1,-20 9-7,-1-26 1,-5 0-565,-5 4 0,-4-1 573,-3-1 0,-2-2 20,2-5 0,0-3 50,-21 7 11,17-20 11,13-19-39,12-4 96,12-23-23,9 8 1134,11-11-1179,8 13-28,4 11-27,2 8-18,3 13-33,0 9-118,0 10-493,-1 7-2105,-3 2 2755,-3 6 0,-15-19 0,-3-2 0</inkml:trace>
  <inkml:trace contextRef="#ctx0" brushRef="#br1" timeOffset="309588">13740 10495 21394,'1'-10'3753,"0"3"-3417,-1 7 163,0 0-404,11-6-118,-4 28-77,6-12-1312,-9 39 564,-8-4 0,3-13 0,-4-2 0</inkml:trace>
  <inkml:trace contextRef="#ctx0" brushRef="#br1" timeOffset="311810">14248 10295 11004,'4'-10'6856,"-1"2"-5097,-3 8 795,0 0-2089,9-45-90,-8 32-201,8-34 262,-11 45 1300,2 2-1438,-2-1-85,1 1-185,0-1 89,-1 1-61,0 0-17,0 0-39,0 1 6,-1-1 50,1 1 342,1-1-382,0 2 18,-1 0-34,-4 3 28,-3 0 11,-1 3-28,-1 1 1,-1 6-7,-3 5-5,-1 9-22,-1 8-3348,0 20 3376,8-16-6,2 6-114,12-8 125,7-10-6,12 9-21,8-18 4,9-7 7,3-8 10,-1-9 57,-7-5 3338,-12-11-3327,-9-7 207,-10-10-202,-8-10-22,-6-10-224,-7-3 252,-2 4 11,0 11-16,2 15-1,1 13-39,0 10-50,-1 7 0,-2 8-51,1 7 85,0 8-673,5 4-1031,6 4-2363,12 0 3196,13 2 0,-6-15 0,4-3 0</inkml:trace>
  <inkml:trace contextRef="#ctx0" brushRef="#br1" timeOffset="312269">14640 10174 20145,'2'-5'4946,"0"0"-3339,-2 5-1439,16-4-67,-15 30-34,11 8-45,-14-1 1,-4 5-218,1 0 0,-1 2 200,-1-1 1,0 1-1,0-4 1,-1 0 17,-4 21-12,3-16 39,5-18 146,2-13 28,2-10-112,0-12-17,3-10 29,8-22-85,-3 10 34,10-18-23,-3 19 391,4-4-419,1 9-11,2 10-11,2 9 17,5 5-28,3 11-3387,-6 0 3404,12 19-23,-13-4-16,6 11 21,-15-4 18,-13-2-12,-18 1-10,-16-2-52,-17-1-128,-9-5-380,1-6-897,9-7-462,19-7 1935,13-4 0,12 0 0,3 0 0</inkml:trace>
  <inkml:trace contextRef="#ctx0" brushRef="#br1" timeOffset="312703">15269 10373 26407,'-31'44'147,"0"1"1,3-5 0,1-5-109,-8-4 17,11-11 151,15-13 112,4-4-61,1-4-96,5-9-16,5-9-23,7-11 0,10-7 34,6-4 74,10-5-231,-6 13 0,-4 5 0,-8 15 0,-11 8 0,11 5 0,-7 10 0,6 21 0,-10-3 0,-3 27 0,-10-7 0,-2-17 0,-3 2 0,-6 8 0,-4-1-224,0-6 0,-2-2 224,0-1 0,-1-2-43,-3-5 0,-1-2-500,-15 6-695,-9 0-3371,12-13 4609,14-10 0,14-4 0,7-1 0</inkml:trace>
  <inkml:trace contextRef="#ctx0" brushRef="#br1" timeOffset="313242">15387 10107 27449,'-9'-37'-779,"2"15"-178,7 29 957,1 16 0,-1-14 0,0 5 0</inkml:trace>
  <inkml:trace contextRef="#ctx0" brushRef="#br1" timeOffset="313970">15663 10028 18005,'-1'-3'6425,"0"0"-5025,1 3-1327,34-50-6,-3 37-50,2-12 0,1 5-11,12 30-1,-3 9-22,-16 4-5,-10 2 28,-10-4 27,-17 12 152,-34 6-56,0 0-57,12-17 1,1-1 51,-6 5-40,11-4-40,12-7-21,8-6 38,4-4 29,7-1-45,1-1 22,18 2-50,-8-2 22,20 6-50,-3 5-6,-2 4 11,0 8-5,-16 0 34,-7 3 10,-7 2-16,-7 1 11,-5-2-11,-6-2 11,-3-2-28,0-3-23,0-1 29,7-7-6,5-3 17,7-4 11,4-2-6,10 2-22,-1 1 11,7 4 1,-4-1-12,-3 0-17,-3 0 0,-5 0-39,-8 1 0,-13 0-112,-17 1-700,-17 0-572,4-5 1440,11-4 0,3-2 0,8 0 0,-11-1 0</inkml:trace>
  <inkml:trace contextRef="#ctx0" brushRef="#br1" timeOffset="355327">13039 10783 24575,'50'0'0,"-16"0"0,12 0 0,-20 0 0,-4 0 0,-3 0 0,-5 0 0,-5 0 0,-2 0 0,-1 0 0,0 0 0,0 0 0,0 0 0,2 0 0,6 0 0,3 0 0,18 0 0,-10 0 0,5 0 0,-13 0 0,0 0 0,-6 0 0,-2 0 0</inkml:trace>
  <inkml:trace contextRef="#ctx0" brushRef="#br1" timeOffset="368836">13438 11398 23478,'1'-43'515,"-1"-1"0,0 6 0,0 10-419,2 23 27,-2 17-17,2 8-49,-2 6 16,2 16-6,-2-2-50,0 14-1705,-1-21 0,0 0 1711,1 18-23,-1 0 17,1-27 39,0-8 145,0-10 163,2-11-325,-1-1 3454,4-30-3448,-3 12-3,-2-9 0,0-1-20,-2-1 23,-2-5 0,0-1 73,-2-1 55,-1-11-100,3 29 5,2 13-83,2 9 16,-2 10 0,2 10 0,-2 26-5,2-10-12,-3 24 6,2-16 0,0-7 0,0 1-5,1 5-1,1 13 1,0-39 27,1-1 62,1-9-50,-1-8 50,3-20-34,-1-7-16,3-23-18,-3 11 4,-1 8 0,-1 2-4,0-1 74,0-26-28,-2 40-18,0-3-38,0 17-12,0 8 12,-2 9 0,-2 26-18,-1 7-8,3-9 1,-1 2 8,0 18-1691,5-20 1,1-2 1712,-1-2 6,5-1 28,-4-27-6,-1-10-34,2-10 1,0-16 22,-1-14 0,-1-10 3,-2 12 0,1 1-3,-1-9 36,0 14 0,0 5-2,0 18-45,0-1-40,0 23 3410,-3 13-3382,1 5 1,-4 22 0,2 13-1,2 2-8,2-27 1,3-2 2,4 11-6,1-15-5,0-7 44,-5-16 18,0-4 5,-2-16 0,0-14-20,-4-6 1,0-3-32,2-9-5,-2 12 0,0 1 6,2-2 5,1 7 0,0 1 17,0 11-28,0 10-11,0 5 11,0 7-6,-2 9 1,-2 5-1115,-10 33-8711,3-7 8900,-2 6 0,7-23 0,5-21 0</inkml:trace>
  <inkml:trace contextRef="#ctx0" brushRef="#br1" timeOffset="383269">7930 11904 9486,'9'0'5702,"-2"0"-3686,-7 0 1088,0 0-2405,6 5-195,-3-2-84,5 3 388,-7-2-248,0-2-314,0 0 174,-2 0-123,-4 0-79,-6 0 51,-6-1 56,-3-1 0,0-6-62,4-6-67,6-7-50,5-7-51,8-3-11,6 1-33,8 3-29,8 6 0,6 6 1,6 6-6,5 4-17,4 9-23,-3 6-3397,1 18 3409,-18-6-23,-5 21 6,-29-5 17,-4-11 0,-5 1-338,-8 3 0,-5 1 349,-7 2 0,-2-2 5,-2 0 1,-1-3-100,5-5 1,2-3 217,-17 7 2886,23-18-2803,13-18-118,13-7 18,10-12 968,15-3-1019,15 1-6,12 5-39,8 11-22,5 11-32,-30 5 0,-1 3-551,1 3 1,1 2-3650,3 2 0,1 1 4243,-3-2 0,-1-1 0,12 5 0,-18-10 0</inkml:trace>
  <inkml:trace contextRef="#ctx0" brushRef="#br1" timeOffset="388467">8890 8676 12614,'-29'-9'644,"22"-4"2056,30 5-2583,15-5-38,2 3-18,3 0 1387,2 1-1414,0 1-23,-17 3 871,-6 2-854,-24 4 3375,-15 3-3403,-18 4 3,3 0 0,-2 1 2,3-1 1,0 1-1,-30 7 7,15-3-1,21-4 6,-2 1-12,11-5 1,6 0-6,7-4-11,2 0 51,15-1-40,9-3 5,9 0-22,17-6 34,-4 2-17,7-4-11,-10 3 33,-24 4-22,-16 4-11,-35 7 11,-16 6 3,7-1 0,-3 1-3,8-2 0,-1 1 5,-2 0 1,1 1 39,-6 3-12,19-6 46,9-4 313,15-4-6,11-2-145,18-6-101,22-4-95,-2-1-156,-12 3 0,1 0 139,24-4-65,-21 4 1,0 2-563,14 1 599,-15 14 0,-26-4 0,-12 7 0</inkml:trace>
  <inkml:trace contextRef="#ctx0" brushRef="#br1" timeOffset="399910">1691 7988 20761,'-35'-35'890,"-2"8"-638,3 27 35,-16 10-203,8 3-67,3 3-1,13 2-32,13-2 10,2 4-16,4-2-1,8 0 23,6-2 17,7-3 11,1-4 11,20-1-50,-6-3 17,11 0-12,-14-1 6,-10-1 62,-8 2 44,-6 1 152,-12 8-135,-4 0-45,-10 6-61,6-7-45,1-2-28,11-6 17,1 0 11,4 0 28,5 3 5,0-3 7,4 5 4,-2-3 12,0 5-22,-3-2 33,-4 9-16,-3-8 44,-12 15-17,-5-1-5,-7 7-17,2 0 0,4 1-22,11-12-6,4 3-6,10-10 17,5 4 28,14 1-22,-4-6 22,14 3 6,-9-7-17,6 1-28,-9-3-1384,8 1 536,-12-4 0,1 0 0,-9-2 0</inkml:trace>
  <inkml:trace contextRef="#ctx0" brushRef="#br1" timeOffset="401409">2111 7984 22750,'5'-1'308,"-1"0"1680,-4 1-1669,-6 1-195,2-2 217,-10-10-189,8-11-124,-1-1-6,8-10-28,6 12 18,1 1-18,9 3-11,-3 12 17,9 3-17,2 14 34,5 11-11,0 10-12,-2 19-11,-14-2 6,-11 1 0,-26 3-267,-18-5 266,12-20 1,-4 0 0,-15 3 0,0-4 61,16-11 1,1-1-15,-3 0 0,4-6 272,12-14-274,13-1-23,5-11 23,9 2-34,8-4 0,8 1 289,8 4-305,3 6 4,4 4-77,5 5-438,4 2-1327,8 4-6798,4-2 8652,-6-2 0,-28-2 0,-17-2 0</inkml:trace>
  <inkml:trace contextRef="#ctx0" brushRef="#br1" timeOffset="401787">2730 7968 19378,'-7'-9'3697,"1"1"-2941,6 8-157,0 0-560,-26 0-33,17 6 16,-18 1-11,24 6-5,6-2 61,2-1 45,6-5 106,4-2 90,3-8 74,-1-4 99,-3-7-49,-6-1-108,-6-2-88,-7 3-108,-5 2-66,-5 4-40,0 4-50,2 3 6,3 5-62,2 6-157,1 8-380,1 7-870,2 8-1858,7 4 3349,3 10 0,-1-20 0,1-1 0</inkml:trace>
  <inkml:trace contextRef="#ctx0" brushRef="#br1" timeOffset="402136">2871 8225 19372,'0'2'3960,"0"1"-2733,0-3-1149,-53 26-50,40-13-11,-40 21-12,54-19-5,3 0 79,8 4-34,-2-8-17,1 0 330,-5-9 68,-2-4-95,3-6 5,2-6 67,1-5-34,-2-1-33,-3 3-50,-4 4-112,-1 6-96,-2 4-84,0 2-44,0 1-28,-3 2-180,-1 4-728,-1 3-2072,2 3 3058,9-1 0,-2-4 0,4-3 0</inkml:trace>
  <inkml:trace contextRef="#ctx0" brushRef="#br1" timeOffset="402402">3168 7966 23231,'0'-3'2986,"0"0"-1855,0 3-1092,-2-17-28,1 15 1,0-9 10,5 28-11,4 12-11,-1 12-45,-2 11-470,-7 9-4401,-1-21 1,-1-2 3179,-1 11 1,-1-4 0,5-37-1</inkml:trace>
  <inkml:trace contextRef="#ctx0" brushRef="#br1" timeOffset="402637">3481 8371 22655,'3'-5'2901,"0"2"-1731,-3 3-1091,12 29-62,-9-15-331,8 33-7090,-17-17 7404,-3 3 0,0-11 0,2-10 0</inkml:trace>
  <inkml:trace contextRef="#ctx0" brushRef="#br1" timeOffset="404127">3819 8074 11452,'0'-2'7456,"-1"-1"-4438,1 3-1993,-5-66-621,10 39-270,-4-14 0,2 3-38,10 20 88,12-3-111,-6 12-28,12-1-6,-3 10-22,-4 4 11,17 14-34,-11 2-22,9 10 12,-15-1 10,-10-1 17,-7-1 34,-12-2 33,-4-3 1,-2-7 554,-8 0-460,11-11 90,-7 1-16,9-7 17,0 1-68,2-2-107,3 1-145,0 1 39,9 1 23,8 3-6,15 3 11,-1 3-5,17 14-6,-20-3-6,6 11 6,-21-4 6,-10-6-34,-25 13-23,-7-9 12,-22 8-246,-1-12-556,4-8-8990,9-15 8292,19-1 0,10-6 1,11 6-1</inkml:trace>
  <inkml:trace contextRef="#ctx0" brushRef="#br1" timeOffset="404517">4502 7946 23551,'18'32'302,"-1"-5"-156,-1-20 391,2-3-307,-6-5 201,4-5 23,-8-5-34,-1-4-78,-3-1-85,-6 0-150,-1 5 117,-9-3-163,1 7-16,-4-2-50,1 7-35,0 3-44,0 5-285,2 6-802,3 7-1859,4 6 3030,8 6 0,-2-14 0,2 0 0</inkml:trace>
  <inkml:trace contextRef="#ctx0" brushRef="#br1" timeOffset="404817">4654 8225 20358,'-9'5'2918,"2"-1"-2565,7-4 56,0 0-348,-14 42 7,14-28 21,-9 32 62,15-39 314,0-4 247,-3-1-174,-1-3-242,0-4-189,-1 1 363,1-8-386,-2 6 51,-3-5-124,1 7-11,-2-1-219,3 3-1293,0 0-751,1 0 2263,0-2 0,0 3 0,0 0 0</inkml:trace>
  <inkml:trace contextRef="#ctx0" brushRef="#br1" timeOffset="405227">4897 7968 25674,'25'-37'20,"-1"0"1,0 3-1,1 11-25,13 31 10,3 7-5,-1 11-11,-11-2-23,-1 19 34,-21-9-5,-12 18 5,-20-7 11,-17 1-434,18-23 0,-1-2 456,-21 16 305,9-11-265,14-9 151,12-10-134,8-5 0,6-2-29,9-1 374,11-1-664,25-3-74,-11 0-1304,22-1-4376,-21 3 5983,3 1 0,-17 1 0,-12 1 0</inkml:trace>
  <inkml:trace contextRef="#ctx0" brushRef="#br1" timeOffset="405394">5427 8217 27090,'0'60'-161,"0"0"1,-6 1-1,-4-8 1,-8-21 0,-5 0-1</inkml:trace>
  <inkml:trace contextRef="#ctx0" brushRef="#br1" timeOffset="406676">5760 8009 9358,'-1'-5'9746,"0"1"-8766,1 4 470,-1-64 382,3 27-1328,-2-4 0,0 2 325,4 8-28,-2 16-577,-1 9-246,-1 3-6,0 3 0,0 13 50,0 9-5,1 7-12,3 33-5,-1-14-220,0-13 1,1 1 202,3 16-31,2-9 48,1-10 0,0-14 33,-3-9 141,9-13-51,3-12-72,3-3 100,17-27 354,-19 19-385,0-1 1,-1-2 47,-3 2-78,2-5 228,-8 15-245,-8 11-62,0 1-11,-2 7 0,0 4 11,0 15-11,0 6-22,0 15-17,-1 1-107,1 1-476,4 1-83,0-11-143,10 12 0,-9-31 0,5 10 0</inkml:trace>
  <inkml:trace contextRef="#ctx0" brushRef="#br1" timeOffset="406893">6348 7877 21125,'-3'-5'4582,"2"0"-3960,1 5-1020,-23-17-896,15 28-4122,-16-8 4568,21 30 0,2-13 0,1-7 0</inkml:trace>
  <inkml:trace contextRef="#ctx0" brushRef="#br1" timeOffset="407059">6356 8195 28261,'11'-23'-8945,"-2"14"8945,-9 29 0,1-9 0,-1-6 0</inkml:trace>
  <inkml:trace contextRef="#ctx0" brushRef="#br1" timeOffset="409136">6673 7877 22470,'-22'-47'812,"5"11"-655,23 21-113,1 6-38,6-2 5,1 4-16,8 4-1,6 1 6,8 6-6,2 5-22,-1 8 12,-11 0 4,-4 15 24,-16-14 21,-5 26 18,-13-18-1,-9 9 23,-3-12 67,0-6 179,5-4 135,7-7-34,6-3-90,4-2 141,2-1-493,8 0 44,9 0-28,22 4-10,-8-1-1,15 8-17,-23 0 12,0 6 27,-11 2 1,-16 3-6,-13 2-11,-16 1-84,-10-2-298,-5-4-111,11-7-9327,-5-5 9166,26-5 0,-3 0 0,17-2 0</inkml:trace>
  <inkml:trace contextRef="#ctx0" brushRef="#br1" timeOffset="409810">7054 7618 22139,'26'-22'104,"-1"1"0,16-12-99,-7 32-10,-14 6 49,-9 6 35,-4 5 78,-4 6 111,-13 10-200,3-9 49,-14 10-50,5-14-33,-1 2-6,5-1-17,5-4 6,4-4 22,6 5-11,0-9 34,8 6-6,1-6 11,5 0-33,2 0-18,1 1-4,-1 2-24,-4 2 29,-4 2 6,-6 3 33,-2 2 5,-6 2-33,-2 0 23,-3 1-40,0-2-28,2 0 17,2-3 0,2 0 0,3-1 22,0-1 1,1-2 10,-1-2 68,-1-1-67,-1-5 44,0 1-39,-1-4 68,0 1 61,-2 0-235,-4 3-2236,-11 5 2303,-3 1 0,5-2 0,5-4 0</inkml:trace>
  <inkml:trace contextRef="#ctx0" brushRef="#br1" timeOffset="417776">14012 6629 23560,'-61'-1'1236,"13"0"-939,52 1-314,16 3-300,7-2 5,9 2 325,27-3-96,-7-4-788,-12 2 1,3-1 671,0-2 0,-2 1-36,-7 1 1,3-1 304,2 1 0,5-1 0,-3 1-10,8-1 1,2 0-350,-3 1 0,4-1 0,-1 1 316,-7-1 0,-1 1 0,0 0-10,1 0 0,1-1 0,0 1-2,0-1 1,-1 1 0,1-1-52,-1 1 1,1 0-1,0-1-498,-1 1 0,0-1 0,-2 1 464,9 0 0,0-1 23,-6 2 0,2-1 1,-3 1-62,0 0 1,-1 0 64,-4 0 0,2 1 0,-4 0-19,-4-1 0,-1 1-35,9 1 1,-2-1 54,10 1 18,-18 0 0,0 0-8,8 0 705,-6-1-709,-10-1 1112,14-5-1246,-11 1 1497,13-4-7757,-12 2 5611,-8 2 1,-10 2 0,-7 3 0</inkml:trace>
  <inkml:trace contextRef="#ctx0" brushRef="#br1" timeOffset="419376">14360 7519 18772,'-27'-47'1581,"0"0"1,-1 4 0,2 11-1392,4 19 18,-8 12-113,11 18-25,3 14 0,2 6-59,3-1 0,3 1-637,-2 8 1,2 4 543,5-6 0,2 2 0,1-2-131,1 8 0,1 1-82,-1-2 0,0 4 1,0-2-198,0-7 1,0-2 0,0 0-739,-2 21 1,-2-1-412,-3-7 0,-2-2 703,-3-9 0,-3-5 867,-2-10 0,-4-6 71,-26 2 17,-6-27 263,0-23-27,29 3 1,2-4 802,3-16 0,4-2-590,-2-17 270,11 14 1,4 2 166,10-10-492,5 16 1,2 0-205,11-11 17,7 12 0,6 2-140,-4 12 0,2 2-118,7-5 1,2 2-180,0 3 0,0 3-1134,-8 5 0,-1 3 1347,-4 0 0,-3 2 0,8-1 0,-17 3 0</inkml:trace>
  <inkml:trace contextRef="#ctx0" brushRef="#br1" timeOffset="419636">14878 7403 18128,'1'-6'5585,"-1"1"-3882,0 5-1220,-86 51-475,67-21 1,2 5-47,-13 2 1,-6 4 0,11 1-601,18 9 1,11 0 395,4 1 1,5-4 14,-1-16 1,4-2-1707,14 12 1,2-4 1932,-7-12 0,0-3 0,-1 2 0,-2-3 0,6 0 0</inkml:trace>
  <inkml:trace contextRef="#ctx0" brushRef="#br1" timeOffset="420188">15271 7610 17160,'-2'-3'4060,"0"0"-1388,2 3-2526,15-68-113,-4 47-2,3-19 0,4 5 19,7 27-33,6 2 17,3 7-29,-5 7 1,6 8-6,-12 1 17,5 8-12,-10 8 1,-3-4 44,-15 21-5,-16-18-3336,-12 11 3364,2-17-2011,-14 2 2100,20-17 516,-15 3-174,24-15-358,-1-5-68,15-5-16,10-7-34,4 4 2268,11 0-2290,-6 7 3392,10 4-3398,10 10 0,6 5-12,9 10-21,-13 3 16,-12 2 11,-15 2 1,-12-6 5,-18 5-84,-30 2-112,-7-1-473,17-14 0,-1-3 8,-9 0-9170,-7-8 8903,30-5 1,-3-1-1,20 1 1</inkml:trace>
  <inkml:trace contextRef="#ctx0" brushRef="#br1" timeOffset="420402">16034 7770 24469,'10'47'-1177,"1"-1"1,-1 5 0,-4-8 1176,-9-19 0,1 4 0,-2-18 0</inkml:trace>
  <inkml:trace contextRef="#ctx0" brushRef="#br1" timeOffset="421226">16603 7502 25012,'29'-51'589,"-10"13"-539,-37 49-5,1 3-6,-19 26-33,9-1-176,8-10 0,1 2 136,-5 23 23,10-3 5,17-7 89,14-9-78,13-8 7,4-9 21,0-9 51,-5-8 39,-5-10 286,-3-8-246,-3-11 16,-4-8 17,-5-11 39,-4-7 62,-9-2 22,-7 5-33,-9 11-85,-8 12-72,-3 10-84,7 8 5,-1 4-95,16 4-44,-1 4-107,9 8-224,6 7-577,6 13-1507,10 7 1656,9 9 0,-17-26 0,-2-4 0</inkml:trace>
  <inkml:trace contextRef="#ctx0" brushRef="#br1" timeOffset="421703">16957 7490 21483,'2'-6'4359,"0"2"-2898,-2 4-1478,15-50 40,-9 48 27,14-28-27,-11 70-7,2 12 1,-1 7-22,-3-1 5,-4-4 0,-1-9 0,-5-11 28,0-12 95,-1-10 11,1-6 309,2-6-242,-1-8-16,1-6-38,0-7-147,1-4 0,3 0 0,1 2 0,2 6-3392,9-2 3392,-6 12 0,15-3 0,1 9 0,9 2 0,4 8 0,-3 7 0,-6 7 0,-8 13 0,-11-9 3392,-14 17-3392,-13-12 0,-16 5 0,-12-4-52,-7-9-222,-3-6-314,7-9-835,14-10-2424,15-14 3847,25-17 0,-4 13 0,10-4 0</inkml:trace>
  <inkml:trace contextRef="#ctx0" brushRef="#br1" timeOffset="422126">17475 7573 16784,'4'-1'6593,"-1"0"-3602,-3 1-2644,4 39-134,-14-15-126,3 6 0,-3 1-15,-22 1-4,3-4 77,10-12 180,11-11 5,6-6-145,3-7-34,5-7 107,15-17-223,-3 6-35,14-10 0,-17 22 0,5-2 0,-8 12 0,6 0 0,0 6 0,10 14 0,-9-1 0,7 20 0,-14-4-3392,-4 30 3392,-9-18 0,-6-8 0,-3-2-54,-16 9 54,-12 7-326,-2-9-827,2-10-2975,6-13 4128,10-11 0,11-5 0,7-3 0</inkml:trace>
  <inkml:trace contextRef="#ctx0" brushRef="#br1" timeOffset="422368">17649 7340 22173,'-4'-5'3349,"0"1"-3063,4 4 39,0 0-784,-14-4-1272,11 9-1686,-10-3 3417,16 10 0,-1-7 0,1 0 0</inkml:trace>
  <inkml:trace contextRef="#ctx0" brushRef="#br1" timeOffset="423553">17778 7253 15916,'-3'-5'6963,"0"2"-4718,3 3-2133,-19-29 57,20 28 44,-4-14-17,34 42-126,-7-8 0,2 2-40,5 5 1,3 1-394,4 4 0,2 1 377,0 2 0,-2 3-26,-2 0 1,-4 3-48,-8 0 1,-9 2-262,-13 2 1,-11 1-1238,-17 3 0,-8-3 1557,-6-3 0,-2-4 0,9-11 0,2-4 0,-9 3 0</inkml:trace>
  <inkml:trace contextRef="#ctx0" brushRef="#br1" timeOffset="444527">15835 8531 24189,'-6'-35'288,"0"-1"1,4-21-216,27 49-17,9 3-17,7 11 0,2 7-67,-6 11 0,-12 11 28,-18 6-6,-23 5 12,-17 1-95,10-23 1,-2-1 99,-1-1 0,-1 0 17,-19 15 6,9-7 5,14-9-5,10-9 100,16-7 46,19-3-96,24-10-70,-9 2 0,4-2-372,10-4 0,3-2 298,-14 4 0,2-1 0,-1 1-327,2-1 1,-1-1-1,0 2 387,22-6 0,-6 2 0,-23 6 0,-4 0 0,17-2 0</inkml:trace>
  <inkml:trace contextRef="#ctx0" brushRef="#br1" timeOffset="455126">9516 9057 8147,'-5'0'6800,"1"0"-1887,4 0-4572,-3-15-78,9 6-39,-1-13-45,10 11-72,0 2-57,1 4-11,3 2-16,5 2-23,6 2 5,8 4 18,0 5-18,0 3-5,-9 3 17,-11 1 45,-10 3 27,-14 0 18,-8 1-1,-10-1 1,-1-1 49,1-5 186,8-5-2843,7-4 2759,5-4 123,1-2-96,3-2-134,-2 0-117,2 0-12,3 2 18,8 1 3368,13 0-3408,2 2 28,18 5-33,11 8-6,3 4-3,-21-4 0,-3 1 2,2 4 7,-7 9 22,-38-10-1,-18 6-21,-22-2-88,18-12 1,-1-1-415,-1-2 0,-1-1 507,-2-1 0,2-1 0,-3 0 0,6-3 0</inkml:trace>
  <inkml:trace contextRef="#ctx0" brushRef="#br1" timeOffset="456958">10815 6108 21595,'0'-21'2012,"-1"4"-1839,-1 18 68,-6 3-168,-2-1 128,-32 12-3525,9-4 3363,-15 4 34,12-5 27,11-5 24,-1-1 38,6-2 17,6-3-84,5 0 3589,2-2-3533,5 1-39,-1 0-16,2 2-108,0 3 24,-1 4 4,-1 7-10,2 7 0,1-3 5,0 10 0,1-9-5,0 6 16,0-7-16,0-7 5,0-1 34,-1-8 78,0 0 134,2-1 18,0-2-113,4-3-106,1-1 11,11-8-44,-1 3-6,10-4-1,-1 6 1,3 3-11,-6 3 11,18 7-29,-12 5 12,15 8 0,-17-3-11,4 12-17,-17-7 23,1 9 5,-19-6-12,-12 2-10,-13-1-62,-13-3-11,7-6-756,-19-1-970,25-11-5186,-8-8 7007,23-6 0,9 0 0,3 4 0</inkml:trace>
  <inkml:trace contextRef="#ctx0" brushRef="#br1" timeOffset="457193">10796 6088 24404,'47'-15'241,"0"0"0,0 0 0,-6 1 205,-10 3-222,4-1-208,-14 6-10,-7 3-1032,-12 8 1033,-3 10 0,0-6 0,-2 5 0</inkml:trace>
  <inkml:trace contextRef="#ctx0" brushRef="#br1" timeOffset="460549">1145 5147 19227,'-36'-15'500,"-1"0"0,3 1 0,3 6-186,2 14-68,-6 6-145,7 3 118,-16 17-175,24-13 35,-9 22 5,26-20 73,11 6 39,17-12-5,15-6-40,11-8-95,-7-4 5,-9-2 1,2 0-23,14-3-25,-17 2 0,0 1 3,9 0-17,-17 3 11,-14 1 152,-18 13-107,-6-3 28,-28 18-11,-10-2-493,16-8 1,-2 1 433,7-5 0,-1 2 22,-10 5 1,3 0-26,-1 4 6,-7 9 11,34-13 11,19-6 23,14-4-12,14-3 873,9-2-895,2 3-12,-6 1-10,-13 6 28,-13 6 44,-20 16-50,-4-9 0,-21 18 22,0-12-27,-1 0-4,7-9 1,1 0 2,-6 8 18,-6 10-24,21-16 1,17-10 28,14-6-123,21-6-1227,21-7 1305,-13-2 0,0-1 0,6-2 0,4-1 0</inkml:trace>
  <inkml:trace contextRef="#ctx0" brushRef="#br1" timeOffset="461868">1744 5261 12679,'0'10'6901,"0"-3"-5390,0-7 568,0 0-1771,3 3-45,-3-2 174,3 2 582,-3-2-738,-6-3-13,1-5 46,-6-12-163,5-13-106,7-4-11,7-2-23,13 6-6,-6 14 12,8 0-22,-5 14-1,6 4 12,7 15-12,-9 0 6,4 20-17,-17 1 12,-2 3-12,-16-2 0,-6 3-238,-2-9 1,-3 1 240,-11 14 0,-4 0 30,-3-7 1,-1-3-6,13-11 1,0-3 18,-4-1 1,4-4 25,4-9 17,2-5 6,10-11-12,9-10-45,5 3 1,9-6 435,3 10-458,8 1 17,3 5-22,14 8-12,-1 6-11,0 2-129,2 7-465,-3 0-1616,-6-7 1,1-1 1554,17 5 1,-5-4 0,-28-9-1</inkml:trace>
  <inkml:trace contextRef="#ctx0" brushRef="#br1" timeOffset="462068">2288 5237 25926,'-15'-41'259,"1"-1"1,2 6-1,2 8-326,4 21 0,4 7-633,2 16-1244,4 4-543,1 8 2487,6 1 0,-5-17 0,0 0 0</inkml:trace>
  <inkml:trace contextRef="#ctx0" brushRef="#br1" timeOffset="462251">2326 5576 25954,'8'-43'-9831,"3"10"7373,-1 37 0,-3-2 1,-4-1-1</inkml:trace>
  <inkml:trace contextRef="#ctx0" brushRef="#br1" timeOffset="462483">2741 5192 27578,'-1'0'72,"2"11"-60,4 33-180,0 9-790,-1 8-1579,-1-11 2537,-4-12 0,0-2 0,1-11 0,-3 14 0</inkml:trace>
  <inkml:trace contextRef="#ctx0" brushRef="#br1" timeOffset="462692">3094 5633 26155,'5'38'-127,"0"0"0,-3 2 0,-5-7 0,-8-9 0,-3-2 1</inkml:trace>
  <inkml:trace contextRef="#ctx0" brushRef="#br1" timeOffset="463509">3555 5276 17232,'-2'-5'4330,"0"2"-3601,2 3-175,-15-66-162,17 41-249,-7-13 0,5 2 58,20 22-61,8 4-39,7 4-45,6 4-17,6 9-11,-1 6-11,-4 10-17,-11 6 0,-12 4 0,-9-5 17,-19 15 5,-6-15 29,-11 11 33,-2-15 95,1-7 123,4-9 68,3-4 6,4-7-74,6 0-89,4-3-84,3 2-73,2 1-40,1 2-16,4 2 12,10 3-12,13 3 22,15 4-22,7 3-11,0 2 16,-5 1-10,-9 1-6,-9 2 11,-11-3 5,-11 12-10,-13-5 10,-13 11 6,-12-4-5,-11-3-6,-8-5 0,-7-8-6,12-7-11,14-9 1,2-3-298,-4-9-1702,-6-10-3989,27 3 5157,15-3 0,-2 18 0,4 1 0</inkml:trace>
  <inkml:trace contextRef="#ctx0" brushRef="#br1" timeOffset="464342">4299 5147 22285,'-1'-5'2386,"-1"2"-1585,2 3-981,-7-47-352,1 44-1456,-7-26-896,5 52 2884,0 8 0,6-19 0,0 1 0</inkml:trace>
  <inkml:trace contextRef="#ctx0" brushRef="#br1" timeOffset="464526">4380 5511 24788,'-10'-30'-9045,"5"6"7630,15 32 0,-4-5 0,0 0 0</inkml:trace>
  <inkml:trace contextRef="#ctx0" brushRef="#br1" timeOffset="464917">4698 5228 17997,'4'-56'541,"1"0"0,0 4 1,5 6 1552,24 3-1926,6 9 815,6 12-938,1 11-6,-3 18-5,-6 14 467,-12 18-490,-15 16-5,-15-5 85,-15-6 1,-8 1-89,2-13 0,-3-1-1,-11 14 1,-3-2-253,8-11 1,2-5 255,-14 11 11,10-9 44,23-18 192,5-2 162,27-11 873,1-2-1193,27-9-72,-2 1-23,0 1-82,-6 5 1,0 0-603,18 1-612,-16 2 0,2 1 1402,-5 1 0,-3 2 0,4-1 0,-5 1 0</inkml:trace>
  <inkml:trace contextRef="#ctx0" brushRef="#br1" timeOffset="465068">5354 5372 21611,'10'12'3905,"-3"-4"-3386,-7-8-178,0 0-461,0 48-4131,-11-9 3586,6-2 1,-2 0-1,-5-5 1,3-12-1</inkml:trace>
  <inkml:trace contextRef="#ctx0" brushRef="#br1" timeOffset="466276">5747 5350 18055,'-5'-42'1086,"0"-1"1,0 1 0,-2-15 0,1 7-347,3 10 84,3 9-460,4 8-54,1 10-192,3 6 40,1 10-29,0 10 101,-3 5-44,0 31-3489,-9 11 3320,1 0-12,-1-24 1,0-1-2257,2 11 2256,0-10 35,2-4 105,2-26 34,4-7-67,6-14 2230,8-15-2258,4-12 5,4-5 79,5-4-84,-13 19 95,3 2-22,-17 21-56,-1 3-79,-5 5-10,-1 8-1,0 9 3381,0 11-3392,0 10-39,3 5-45,3 4-202,5-1-1378,8 0 96,-5-16 1568,9 0 0,-16-22 0,3 0 0</inkml:trace>
  <inkml:trace contextRef="#ctx0" brushRef="#br1" timeOffset="466443">6338 5098 18143,'-2'-4'4716,"0"1"-3332,2 3-1832,-30-32-4531,29 47 4979,-24-29 0,33 39 0,-3-12 0</inkml:trace>
  <inkml:trace contextRef="#ctx0" brushRef="#br1" timeOffset="466626">6389 5519 19921,'0'5'4856,"0"-1"-3959,0-4-1161,-14-15-867,11 11 1131,-3-10 0,8 14 0,6 0 0</inkml:trace>
  <inkml:trace contextRef="#ctx0" brushRef="#br1" timeOffset="467183">6554 5094 19994,'-1'-3'3338,"0"0"-1563,1 3-1735,51-56 27,-12 41-67,7-11 0,1 7-28,3 35 0,-5 7-51,-20 11-5,-15-1 12,-9 21 77,-16-8 23,-6-14 0,-2-3 0,-7 0 62,-16 7 342,19-25 32,3-3-10,1-7-264,13-4 118,4-6 51,3-7-320,4 4 0,6-7-11,3 11 28,21-5-39,-11 7-11,25 0-12,-12 7 12,10 9-18,-3 14 24,-13 5-12,-9 1 0,-14 1-6,-17-3 12,-3 0 16,-16 1-61,-24-4 16,20-11-21,-23-1-287,31-12-3735,-1-5 3218,11 1 0,10-2 0,7 3 0</inkml:trace>
  <inkml:trace contextRef="#ctx0" brushRef="#br1" timeOffset="467385">7174 5403 26301,'-7'46'-1132,"0"0"1,1 0-1,-4 21 1,2-15-1,5-36 1,0-1-1</inkml:trace>
  <inkml:trace contextRef="#ctx0" brushRef="#br1" timeOffset="468367">7763 4965 16744,'5'-6'5782,"-1"1"-3729,-4 5-1141,0 0-954,-14-17 136,10 11-116,-13-13-117,13 17-48,-2 0-201,-11 2 375,3 0 35,-29 3-5,14 2-11,-14 3 5,17 0 11,9-1-11,9-2 51,5-1-23,3 1 6,2 1 17,2 5-1,3 4-27,-1-1 67,2 17-17,-6-8-22,1 14-23,-3-9 6,0-1-23,0-9 73,-2 4-5,1-13 78,0 3 230,0-9 380,0-1-621,-3-11-90,1 4 118,-5-17-129,6 9-23,0-7-10,8 7-34,4 1 16,6 6-10,5 2-18,6 7 12,-3 2-51,17 15 1,-15 1-12,8 13-17,-19-2 23,-10 3 28,-9-7-241,-20 11-291,-3-14-891,-17 5-4318,8-15 5780,8-8 0,13-5 0,9-2 0</inkml:trace>
  <inkml:trace contextRef="#ctx0" brushRef="#br1" timeOffset="468600">7929 5072 19966,'-3'0'4581,"0"0"-4609,3 0-212,14-14-3188,22 7 3428,10-8 0,-8 12 0,-14 3 0</inkml:trace>
  <inkml:trace contextRef="#ctx0" brushRef="#br1" timeOffset="468761">7980 5266 19834,'38'-16'-242,"0"0"0,2 1 0,-4 4 1,-8 9-1,0 1 0</inkml:trace>
  <inkml:trace contextRef="#ctx0" brushRef="#br1" timeOffset="469837">8105 5042 12315,'-1'-3'7438,"1"1"-4144,0 2-2768,-25-43-123,15 29-240,-18-30 72,21 41-90,0 2-83,-3 4-12,-4 3 1,-1 5-40,4-2 23,2 3-1,6-1-16,1-3 39,3 1 67,3-8 45,5 0-89,0-2 33,9-4 28,2-7-78,-2 1 212,3-7-162,-15 11 107,1-6-46,-6 8-78,-3-1 1,-7 3-85,-2 2-11,-5 2 11,3 2-11,4 1 6,2 7-6,5-1 0,0 7 0,5 0 5,3 2-10,1-4 5,9 2 0,-6-10 28,4 1 0,-8-6 84,0-6 28,-1-8-101,0 0 45,-1-11-56,-3 11 78,-1-11-55,0 10-29,-2-2-44,-2 7-135,0 6-437,-5 5-1910,1 8 2504,0 11 0,2-7 0,3 0 0</inkml:trace>
  <inkml:trace contextRef="#ctx0" brushRef="#br1" timeOffset="470436">8071 5282 19904,'0'-3'3960,"0"1"-2111,0 2-1821,-7-27 28,0 26-23,-17-4-21,9 27-18,-3 10 17,12-12 12,10-5-1,0-5 146,11-6-11,-3-5 22,8-6 6,-3-6-12,-3-4 40,-3-4-28,-5 3-11,-4 1-40,-1 7-56,-3 3-33,-1 5-28,-5 2 0,-1 5-12,0 0-10,-4 7 5,7-2-6,-1 4-5,5-3 17,2 0-6,6-3-6,4-1 12,1-2 33,9-3 0,-6-4 0,5-4 12,-10-2 105,-1-13-44,-5 3 40,-1-7-80,-2 10 102,-5 1-118,-2 10-34,-7-1-27,-3 8-46,-5 5-150,1 8-214,4 0-9416,6 19 7429,7-19 0,2 8 0,2-19 0</inkml:trace>
  <inkml:trace contextRef="#ctx0" brushRef="#br1" timeOffset="473001">8489 4843 21075,'17'-20'431,"-2"5"-375,-13 18 89,2 2 147,-3-1 397,-2 2-297,-4-1-61,-4-2 10,-4-1-178,2-2 139,-2 0 146,3-3-168,1 0-11,1-3-67,4 1-118,1 1 90,-1 1-85,3 1-61,-2 1 6,2 0-17,0 4 11,0 4-17,1 1-11,0 11 17,0 9-23,0 3 6,-1 1 17,-3 7-12,2-19 7,-4 16 16,3-11-28,1-4 5,1-5 62,1-8 6,0-6 263,1 0-101,5-8-100,3-4-79,3-3-39,-3 1 5,0 3-22,-2 3-11,4 2 0,1 3 33,6 7-16,-4-1-1,11 10-16,-6-2 11,3 1-45,-3 6-5,-13-4 22,-5 9-23,-17-2-5,-4-4-168,-17 2-924,-3-4-1277,0-6 2425,1-6 0,23-6 0,7-3 0</inkml:trace>
  <inkml:trace contextRef="#ctx0" brushRef="#br1" timeOffset="473260">8584 4767 24217,'29'-18'543,"0"0"0,17-12-380,-40 28-123,-3 0-7731,-2 2 7691,-1 1 0,1 2 0</inkml:trace>
  <inkml:trace contextRef="#ctx0" brushRef="#br1" timeOffset="474601">8918 4564 20319,'36'-37'918,"-4"7"-784,-12 27 18,-8 4 391,-11 17-318,-9 1-46,-12 15-56,-7-6-33,-3 0-23,1-2-22,5-4 5,6-3-5,8-4 5,5-2 1,4-4 21,5 0 12,2-2-22,6 1-34,2 2 17,6 2-34,-8-3 0,6 4 17,-10-4 28,-1 2 79,-4 2 66,-10 1-22,-5 3-55,-9 3-40,-5-1-28,-2 1-28,3-1-6,5-3-16,8 0-6,6-4 11,5-2 6,7 0 5,5 1-5,10 2 0,5 2-1,2 2 1,-3 0 0,-7 3 22,-9-1 12,-8 1 38,-11 1-55,-13-1-264,-15 2-4581,-10 2 3963,3-4 0,15-6 0,14-7 0</inkml:trace>
  <inkml:trace contextRef="#ctx0" brushRef="#br1" timeOffset="482842">18474 3735 17120,'49'0'433,"1"0"1,-1-1 0,0 1 0,2 0 0,0-1-1,-1 1 1,1-2-317,-3 1 1,0-2 0,0 1 0,1 0-1298,5-1 0,2 1 1,1 0-1,0 0 1211,-7 0 0,1 1 1,0-1-1,1 0 1,0 1-308,4-1 1,1 0 0,1 0 0,-1 0 0,1 0 268,3-1 0,0 1 1,0-1-1,1 0 1,-1 0-113,2 0 1,0-1 0,1 0 0,-1 0 0,0-1 85,-1 0 1,0 0-1,0-1 1,0 0 0,-1 0-226,-2-1 0,0 0 1,-1 0-1,0 0 0,-1-1 240,-4 1 0,-1-1 0,0 0 1,-1 0-1,-1 0 171,7-2 0,-1 1 1,-1 0-1,-2 0-191,10-2 1,-2 1 0,-3 1 315,-7 1 0,-1 1 0,-3 1-410,14 0 1,-5 1 24,-16 2 1,-4 0 300,-2 3 0,-2 0-194,12 3 0,-14-2 0,-6 2 0</inkml:trace>
  <inkml:trace contextRef="#ctx0" brushRef="#br1" timeOffset="484150">21836 3580 18201,'39'-27'541,"-9"13"0,4 3-404,19 2 0,6 2-1468,-11 0 0,2 1 0,3-1 1409,7-1 1,3 1-1,2-1-39,-11 2 0,2-1 1,0 1-1,2-1-14,4 1 0,0-1 0,2 0 1,0 0-357,-11 1 1,0 0-1,1 0 1,0 0-1,-1 0 336,1 0 1,-1 0 0,0-1-1,0 1 1,1 0-11,6-1 1,1-1-1,1 1 1,-3-1 0,-3 1 2,-6 1 1,-3 0-1,-1 0 1,2 0-2,8-1 0,3-1 0,-2 0 1,-5 0 73,-7 2 1,-3-1 0,-2 1-64,18-3 1,-2 0-4,-11 2 1,-5 0 27,1 1-21,-27 3-192,-3 1 1040,-15 1-2631,-11 4 2468,-17 4 0,13-3 0,-4 2 0</inkml:trace>
  <inkml:trace contextRef="#ctx0" brushRef="#br1" timeOffset="485378">20455 4999 21411,'-22'-39'709,"0"-1"1,1 5-1,-2 11-507,-10 35-96,-5 18-61,17-5 0,2 7-861,1 14 1,1 8 0,2-3 815,-1-1 0,2 1-10,2 2 1,0 4 0,3-3-64,0 6 0,2-1-112,1 4 0,0 2-283,1-13 0,0 1 1,1 0 211,0-4 0,0-1 0,0-2-446,-2 15 0,-1-5 665,1-15 1,-1-5 355,-19 16-21,8-50 1395,-7-19-1441,10-37-132,10 20 1,3-3 472,4-4 1,4 0-519,2-2 1,4 2-46,6 0 1,3 1-9,2 2 1,3 1-9,3 3 0,2 1-25,2 2 0,2 2-20,4 1 0,-1 2 8,-7 7 1,0 0-28,17-6 0,0 2 27,-18 9 1,-1 1 22,11-5 0,-2 2 1354,2 0-1304,-19 9 275,-11 6 16,-8 1 471,-1 1-414,-1-3 438,0 2-455,0-2-370,-1 19-11,0 2-56,0 18-118,3-1-308,3 3-946,3 1-712,-1-9 2140,-2-1 0,-2-18 0,-2-1 0</inkml:trace>
  <inkml:trace contextRef="#ctx0" brushRef="#br1" timeOffset="485894">20740 5124 12258,'0'-6'7882,"0"0"-6197,0 6-519,-4-64-371,0 41-597,1-13 1,-2 3-36,-1 24-242,2 4-105,1 3-1060,2 3-2071,2 9 3315,2 1 0,-2-1 0,1-2 0</inkml:trace>
  <inkml:trace contextRef="#ctx0" brushRef="#br1" timeOffset="486384">21044 5009 26396,'-18'-36'106,"10"24"-72,20 55-31,-3-12 0,1 2-6,3 15 0,-1 0-455,-4-14 1,0-1 457,1 15 0,-3-1 11,-6 5 239,-6 5-199,-7-17 134,-6-13-90,5-14 134,-4-9-21,9-12 669,-1-8-742,4-13-51,4-12-6,12-10-16,11-3-23,15 3-22,11 12-29,7 12-206,7 13 215,-21 14 0,1 2 0,-6 4 0,0 0-3,-1 2 1,-1 1-17,18 18-29,-20-1-83,-6 18 72,-17-12-100,-22-3 0,-6-2-40,-9-2-2058,-13 0 0,-2-2 1565,1-8-624,6-3 1,0-4 762,2-11 1,9 2 0,11-5-1</inkml:trace>
  <inkml:trace contextRef="#ctx0" brushRef="#br1" timeOffset="486860">21675 4876 25976,'28'39'179,"0"1"0,-4-9 1,-4 1-138,-9 4 0,-4 3-632,0 2 0,-2-1 607,0-7 0,-1 0 19,-1 17 0,-4-2 468,-9 3-414,0 2 111,-3-22 405,8-25-444,2-15-44,4-14-12,6-16-55,1 0 72,11-17 107,5 2-135,0 3 647,11 0-731,-4 32-22,17 12 0,-5 19-17,5 14 22,-18-2 1,2 10 21,-14 5-16,-4-8-16,-20 18-35,-16-25-44,-22 7-11,4-16-286,-19-5-868,0-13-617,5-8-4772,9-13 6649,30-2 0,11 7 0,4 9 0</inkml:trace>
  <inkml:trace contextRef="#ctx0" brushRef="#br1" timeOffset="487227">22424 5026 26771,'7'40'364,"-9"14"-308,-14-6-56,7-11 0,1 1 39,0 19-27,14 0 10,14-28 40,10-10-1,-3-10 152,13-17-135,-20-2 202,18-35-145,-24 2-65,-5 11 0,-2 0-9,-2-15 102,-12-8-90,-6 25-34,-12-5-11,-4 19-28,-2 8-11,8 4-247,2 5-285,13 4-689,5 4-2644,16 6 3028,6-3 0,-2-3 0,-6-5 0</inkml:trace>
  <inkml:trace contextRef="#ctx0" brushRef="#br1" timeOffset="487477">23350 4743 23086,'0'-10'2173,"-4"-26"0,-5-3-1596,-5 16-423,3-15 0,-4 6 31,-7 31-16,-2 20-169,-3 23 0,11-5 0,0 8 0,3 2-1131,1 4 0,3 1 1,0 1 1130,-2 1 0,-1 0 0,4 0 0,6 5 0,5 0 0,2-8 0,-1-12 0,6-1-631,12 6 1,9 7 0,5 0 0,0-10 529,-1-13 1,1-6 0,0 3 0,7 17 0,0 5 0,-2-13 0,-6-26 0,0 1 0</inkml:trace>
  <inkml:trace contextRef="#ctx0" brushRef="#br1" timeOffset="490184">16911 2916 13721,'42'-2'188,"-1"1"1,2-2-1,-2 0-163,-7-3 1,-1 0-1,1 0 0,-2 1-8,22-4 291,-19 4 392,-21 3-352,-16 5 172,-37 7-228,-9 3-130,11-3 0,-2 0-134,3-1 0,1-2 201,2 0 1,1 0 314,-22 2 61,14-3-151,15-4-314,12 0-84,17-2 72,26-3-83,16-1-56,10-2-204,-18 1 1,3-1 192,-4 1 0,2 0-23,10-2 1,2 0-239,-1 1 0,-1 1-2370,-5 1 1,-2 1 2665,19-1 0,-28 3 1,-21 1-1</inkml:trace>
  <inkml:trace contextRef="#ctx0" brushRef="#br1" timeOffset="492077">23741 4982 23551,'-4'-40'616,"0"0"0,1 2 0,-1 11-392,2 24-106,-5 9-62,-2 12-23,-4 16-10,2 11-18,5 7-21,15 3 21,4-26 1,6-1 13,4-6 1,3-4 98,29 11 33,-2-29-45,-21-10 297,7-31-100,-16 7 10,5-15-21,-14 15-169,-6 13 168,-4 6-241,-2 11-27,-2 1-23,1 12-11,3 12-17,5 18-6,1 1-143,2 1 1,0 1-803,1 8-279,-2 9 1,-1 3-3659,-6-26 1,-1-3 4374,0 9 0,0-3 1,-3-3-1,0-27 0</inkml:trace>
  <inkml:trace contextRef="#ctx0" brushRef="#br1" timeOffset="492267">24562 5333 27034,'3'47'-705,"1"1"0,-2-6 1,-2-5-1,-9-5 0,2-13 1</inkml:trace>
  <inkml:trace contextRef="#ctx0" brushRef="#br1" timeOffset="495392">25352 4978 22156,'27'-38'593,"0"0"1,-1 3 0,-12 10-471,-23 20-78,-9 7-6,-10 10-11,-9 13-11,-5 15-307,21-15 1,2 2 286,4 3 0,3 2 11,3-1 1,5 1-4,12 30 12,15-7 34,19-8-419,10-13 458,5-14 50,-4-15 50,-7-18 12,-11-14 5,-10-13-5,-12-9-50,-14-6-24,-15-6-58,2 31 0,-2 1-17,-4 1 1,-3 3-10,-1 3 1,-1 3-5,-27-8-29,5 12 548,15 8-682,5 8-84,19 7-242,2 8 58,20 8-1250,13 5-2917,5-11 0,4-2 1208,18 6 3350,0-10 0,-2-4 0,-20-4 0,19-1 0</inkml:trace>
  <inkml:trace contextRef="#ctx0" brushRef="#br1" timeOffset="495784">25958 4875 22195,'-3'-41'689,"0"1"0,2 0 0,-2 16-622,0 28-5,1 11-18,-1 3 40,-4 37-48,3-23 1,0 2-325,-1 6 0,0 1 305,0-5 0,0-2 16,1-1 1,-1-2 17,-5 15 27,-2 6-3029,-3-12 3136,6-18 302,1-7-111,6-19 251,1-8-503,1-12-63,7-10-22,9-5-11,20-5-16,-8 17 16,19 1 3386,-16 19-3420,11 6-5,-2 11 6,4 18-1,-16-5-11,-1 15 0,-21-12 1,-20 15-35,-12-7-145,-24 3-5,8-16-595,-12-5-1108,15-11-5198,0-7 6254,16-7 0,13 1 0,9 1 0</inkml:trace>
  <inkml:trace contextRef="#ctx0" brushRef="#br1" timeOffset="496467">26580 5102 25012,'17'-56'701,"-4"13"-690,-13 46 23,0 8-6,0 17 0,-2 7-17,0 4 0,-9 15-5,1-26 55,-14 22 51,-2-23 230,-19 3-51,6-13 34,-4-8-40,17-17-49,8-6-152,9-4 5,4-8 29,7-5-62,4-2 11,7-4-28,15-3-16,15-3-154,-19 22 1,2 2 135,1 0 1,0 4-6,16-1 6,-15 9 39,1 14-34,-13 32-11,-2 5-6,-9-10 1,-3 1 5,-2 11-6,-1 11-27,-2 5-24,1-30 0,0 0 46,0 5 0,-1-2-6,-2 9-73,-15 12-72,-6-20-104,6-11 0,-3-1-1482,-22 7 1748,-3-10 0,21-11 0,7-6 0</inkml:trace>
  <inkml:trace contextRef="#ctx0" brushRef="#br1" timeOffset="496676">26693 4705 22447,'-9'5'0,"2"-1"0</inkml:trace>
  <inkml:trace contextRef="#ctx0" brushRef="#br1" timeOffset="496993">27310 4574 20481,'-2'-4'4884,"0"1"-3646,2 3-840,10-16-124,22 45-33,17 7-1149,-14 9 1,-2 9 923,-10-17 1,-1 3 0,-3 1-10,-1 2 1,-3 3 0,-4 0-42,-3 0 1,-4 2-1,-5-1-302,-8 1 0,-5 0 0,-5-1 336,-11 3 0,-7-2 0,3-4 0,2-4 0,0-4 0,-5-5 0,-1 0 0</inkml:trace>
  <inkml:trace contextRef="#ctx0" brushRef="#br1" timeOffset="514561">24782 6165 23702,'-31'-30'177,"-1"0"0,1 5 1,14 4-133,44 2-17,7 9-6,15 0-22,11 5-3,-28 4 0,1 3-8,0 2 0,0 2-23,26 11-27,-12 7 10,-17 4 23,-23 12 34,-20-7 16,-21 6 1,0-17 27,-15 1 40,10-9 151,-14 2 5,18-7-5,6-4-146,20-4 45,6-1-34,5 1 46,12 1-79,6 2-23,16 3-38,-5-1-3376,27 9 3369,-26-6-14,-2 0 1,0 3-48,2 8 40,-6 1 10,-13-1-5,-27-3-12,-18-4-115,-4-4 1,-5-2-496,1-1 1,-1-1 996,-2-1 0,0 0-364,5-3 0,5 0 0,5-1 0,2 0 0</inkml:trace>
  <inkml:trace contextRef="#ctx0" brushRef="#br1" timeOffset="516841">15552 3535 8646,'1'-10'6676,"0"1"-4917,-1 9 779,0 0-1614,-10-28-320,5 20-301,-8-21-197,6 29-5,-4 8 22,-7 9-5,-7 11-23,-4 10-56,3 5 28,9 17-10,17-20 66,16 5 17,20-28-5,13-7-1,11-9-241,-28-3 0,1-2 171,-1-2 1,0-1 69,24-10 73,-14-3 17,-14-3-73,-14-1-67,-8-1-67,-13 0-17,-9 3 304,-18 2-321,-14 2 29,-12 4 4,21 6 1,-1 0-3,7 1 0,0 1 3,-25-8 0,18-3 11,20-1 5,2-3-21,10 0-12,11 4 0,6 2 0,9 3-12,10 2 1,7 6-6,7 7 1,3 9-1,0 10 0,-3 10-281,-6 7 259,-8 5-78,-10 5-1009,-12-16 0,-3 0 1126,-3 17 0,0-6 0,-3-28 0</inkml:trace>
  <inkml:trace contextRef="#ctx0" brushRef="#br1" timeOffset="519726">4076 2886 19708,'-4'-47'1999,"-2"11"-1898,-6 36-45,-14 9 23,-17 11-46,1 1 3,5 1 1,0 2-37,-6 10-14,14-12 0,3 2-3412,4 10 3432,16-14 44,16-4-5,11-13-16,12-3-1,7-5-6,0-1-22,-3-1 3398,-8 3-3404,-11 2-10,-8 2 21,-6 0 6,-3 1 34,-1 1 17,-3 2 22,-3 4-11,-8 2-1,-8 5-4,-5 4-12,-4 2-6,4 2-44,4 0-34,8-3 22,7-4 6,7-5 34,10-4 33,8-3-17,14-2-44,-2-2 5,19 0-3425,-19 1 3419,1 3 6,-18 8 45,-22 7 0,-11 9 0,-15 6 17,-7 2-22,0-3-51,11-8 3386,14-8-3341,15-8 44,20-4-61,5-3-468,9-3 1,5-1-9392,20-3 9407,-22 2 1,-2 0 0,2-1 0,-24 2 0</inkml:trace>
  <inkml:trace contextRef="#ctx0" brushRef="#br1" timeOffset="521258">4478 3013 14650,'-3'-2'3658,"0"0"-46,3 2-3573,-4-5-39,3 4 23,-3-4 100,3 7 376,0 0-236,-1 1 309,-2 1-46,0-2-308,-1-1 286,-5 0-257,2-4-34,-6-5-68,4-8-43,4-6 4,2-4-5,9-1-51,3 1-27,7 4-12,5 5-11,4 7-11,5 5 11,1 8 0,0 6 0,-8 1 33,0 16-33,-14 7 0,-3-1 0,-22 16 6,-12-9-4,8-15 1,-1 1-11,-1-2 0,1 0 13,-17 14 94,9-10 18,11-12 3,9-8-23,6-5-25,3-1-4,1-1-29,7 0 11,4-1-66,11 0-34,6 0-57,7 1-854,17 3-917,-3-3 145,0 3 1733,-3-4 0,-30 1 0,6-1 0</inkml:trace>
  <inkml:trace contextRef="#ctx0" brushRef="#br1" timeOffset="521441">4946 2964 17798,'0'-3'5411,"0"1"-2768,0 2-2119,-48-54-860,36 40 161,-16-17 1,7 9-2293,29 41-5534,-1 1 7175,6 14 1,-7-16 0,-3-7 0</inkml:trace>
  <inkml:trace contextRef="#ctx0" brushRef="#br1" timeOffset="521641">5003 3247 25942,'-22'-47'-403,"4"10"-857,22 39-4342,5 4 4539,3 1 0,-3-1 0,-3-2 1</inkml:trace>
  <inkml:trace contextRef="#ctx0" brushRef="#br1" timeOffset="521901">5254 2908 19859,'-2'-6'3417,"0"0"-2498,-4-29 1,0-6-764,3 20-103,-4-21 1,2 7 474,4 33-506,1 3 237,0 10-247,4 13 543,3 35-606,-2-18 1,0 2-334,0 5 1,-1 1-4533,3 11 1,-1-3 3181,0 5 0,2-7 0,-6-46 0</inkml:trace>
  <inkml:trace contextRef="#ctx0" brushRef="#br1" timeOffset="522136">5650 3219 22223,'-1'-4'4352,"0"1"-4257,1 3-95,-3-5-84,5 18-397,-2 4-2415,4 22 2896,-2-2 0,-2-13 0,0-11 0</inkml:trace>
  <inkml:trace contextRef="#ctx0" brushRef="#br1" timeOffset="522725">6027 2932 25099,'-4'-56'201,"0"0"1,-1 8-1,3 9-139,8 15 289,-2 14-346,-1 7 94,4 1-105,18 1 53,-3 1-36,26 3-11,-7 3 0,9 6-23,-6 5 131,-10 12-136,-16-1 39,-10 10 11,-24 1 18,-7-2-7,-6-5 40,5-10 56,9-13 84,6-4-79,5-4 118,2 0-28,1-3-179,1 0 16,2-4-27,3 1-28,2 0-6,9 2 0,4 1 11,8 4-17,9 7 6,-12-1-45,7 10 6,-18-4 21,-1 13 17,-8-9-24,-18 14 43,2-17-262,-29 14 45,17-18-2737,-29 4-6895,29-12 8550,-5-2 0,20-2 1,6 0-1</inkml:trace>
  <inkml:trace contextRef="#ctx0" brushRef="#br1" timeOffset="522941">6570 2797 20856,'0'-9'4139,"0"2"-3539,0 7-348,0 0-1031,0-23-279,0 20 1058,0-8 0,1 28 0</inkml:trace>
  <inkml:trace contextRef="#ctx0" brushRef="#br1" timeOffset="523142">6664 3075 26967,'-4'-21'-8805,"9"4"8805,3 17 0,1 0 0,-3 0 0</inkml:trace>
  <inkml:trace contextRef="#ctx0" brushRef="#br1" timeOffset="523508">6845 2785 22257,'0'-5'2727,"0"2"-2256,0 3-213,21-70-96,-4 41-112,2-13 1,2 2 5,11 19-22,4 6-18,0 8-21,0 12-12,-3 11 11,-7 16 1,-9 12 5,-19 10-512,-14 4 517,-6-12 0,2-15 1,-3-3 11,-5 7-6,-11 8 23,18-22 50,9-9 89,6-7-21,6-5-124,7-5 467,8-2-629,12-5-611,12 0-1507,10-2 2252,9 2 0,-25 4 0,-4 3 0</inkml:trace>
  <inkml:trace contextRef="#ctx0" brushRef="#br1" timeOffset="523684">7442 2935 26990,'0'40'-553,"-1"1"0,-1-2 0,-2-5 553,-13-1 0,7-14 0,-2-2 0</inkml:trace>
  <inkml:trace contextRef="#ctx0" brushRef="#br1" timeOffset="524451">7821 2590 22083,'1'-6'3293,"-1"2"-2329,0 4-998,0-43 51,0 42-11,0-24 11,0 58-1,1 10-10,-1 3 5,-3 8-5,2-19 11,-2 1 5,3-24 62,1-2 78,3-8-10,5-12-29,10-12-22,9-12 11,6-7 16,2 1-4,-5 8-29,-9 11-56,-8 10-28,-6 8 0,-4 7 12,3 7-18,2 8-10,2 9 5,2 14-23,-3-11-245,7 14-1205,1-17-6509,10 3 7982,1-9 0,-10-10 0,-8-7 0</inkml:trace>
  <inkml:trace contextRef="#ctx0" brushRef="#br1" timeOffset="524634">8483 2462 26368,'-37'-41'-3949,"12"18"2534,29 38 0,1-1 0,-2-6 0</inkml:trace>
  <inkml:trace contextRef="#ctx0" brushRef="#br1" timeOffset="524817">8530 2744 26788,'3'-23'-1504,"0"5"0,6 21 0,-4-1 0</inkml:trace>
  <inkml:trace contextRef="#ctx0" brushRef="#br1" timeOffset="525340">8820 2374 26262,'17'-43'61,"-1"1"1,-4 3-1,2 10-49,14 23-18,-13 5 0,14 7 6,3 12-33,13 21-12,-8-5 11,-6 2 34,-24-6 90,-16-12-45,1 5 56,-13-9-40,11-9 130,-5 0 94,7-4-10,2 0-1,3 0-106,2-1-174,9 0 12,4 1 5,11 4-11,5 6 0,3 5 0,-8 0-5,3 10 10,-16-12 18,1 12-46,-17-4 40,-7 1-11,-6-2-113,-23-1-262,10-11-3395,-18 3 3764,24-11 0,8-1 0,13-3 0</inkml:trace>
  <inkml:trace contextRef="#ctx0" brushRef="#br1" timeOffset="525526">9452 2579 23136,'6'9'2532,"-2"-1"-2151,-4-8-146,0 0-7388,-16 53 7153,7-30 0,-8 33 0,11-46 0</inkml:trace>
  <inkml:trace contextRef="#ctx0" brushRef="#br1" timeOffset="526435">9852 2102 25309,'-3'-22'353,"0"4"-134,-1 19-74,-3 1-94,-3 1 66,-20 4-89,12-3 79,-25 4-29,24-5-33,-2 0 28,13-2-17,7-1-51,0 1 23,1 2-22,0 0 11,-2 12-12,1-5 7,-2 22 121,1-15 6,-2 27-21,1-24 41,1 19-15,1-20-23,1 4-12,1-13 95,0-5-98,0-3 410,1-2-263,-1-2-215,1-1 1,1-4-38,4-5-23,3 1 14,6-4-13,1 7 96,2 3-47,-3 2-13,8 5-43,-2 5 30,13 10-53,-7 4-25,-2 8-7,-14-9-62,-6 9 56,-13-8 9,-8 9-53,-4-11-255,-13 1-577,4-11-4145,-9-3 5106,14-8 1,7 0-1,12-2 1</inkml:trace>
  <inkml:trace contextRef="#ctx0" brushRef="#br1" timeOffset="526657">10113 2058 27870,'-19'-9'-314,"3"11"0,16 8 0,0 3 0</inkml:trace>
  <inkml:trace contextRef="#ctx0" brushRef="#br1" timeOffset="526858">10208 2360 27202,'-7'-13'-8547,"3"3"8547,9 10 0,-2-1 0,0 1 0</inkml:trace>
  <inkml:trace contextRef="#ctx0" brushRef="#br1" timeOffset="527751">10709 1924 25976,'-20'-10'1335,"-3"4"-691,-3 11 77,4-1-268,-12 2-134,16-3-116,-5 0-27,14-2 543,5-1-261,3 0 259,0 2-568,1-1-352,-1 4 307,-4 5 77,-4 6 48,-3 7-105,-2 5-65,1 0-355,3-3 245,5-5 296,2-5-394,2-5-34,0-4 85,0-3 1033,0-3-935,0-5 0,1 3 0,0-4-195,0 5-58,0 1 146,3 2-137,3 2 72,2 1-431,4 1-2462,1-3 3491,-3-1 0,1-2 146,-3 0 8,4 0 23,1 0-64,4-2-141,1-2 697,4-1-1095,-5 1 0,9 1 0,-8 2 0,8 4 0,-7 4 0,-3 6 0,-3 4 0,-5 2 0,-4 2-716,-6 2 173,-8 3 247,-21 5 436,4-9-183,-24 4-126,13-15-1232,-8-2 1526,7-10 0,19 0 0,7-3 0</inkml:trace>
  <inkml:trace contextRef="#ctx0" brushRef="#br1" timeOffset="527968">11017 2154 27604,'-3'46'-1639,"-1"0"1,1-2-1,0-13 1,2-26 0,1-2-1</inkml:trace>
  <inkml:trace contextRef="#ctx0" brushRef="#br1" timeOffset="528741">11606 1810 25774,'-36'13'124,"-4"17"-102,14 15-2841,7-7 0,-1 1 2819,4-4 0,2-1 31,-1 4 0,4-1 1333,4 15-1358,11-17-1373,24-3 1384,-5-20-760,9-3 0,0-4 743,0-5 727,0-4 1,0-2-738,-9-3-1263,13-18 1363,-27 14 1771,2-17-1665,-14 15 2182,-5-6-2322,-2 11 168,-9 1-173,0 4 3357,-14 1-3385,4 4-29,-6 6 12,12 0-34,-6 13-17,15-9-952,-9 15-2599,17-9 2748,4 3 0,1-11 0,3-5 0</inkml:trace>
  <inkml:trace contextRef="#ctx0" brushRef="#br1" timeOffset="528941">12011 1834 31190,'-12'-41'-6727,"3"20"6880,11 33 0,-2-1 0,2-8 0</inkml:trace>
  <inkml:trace contextRef="#ctx0" brushRef="#br1" timeOffset="529150">12028 2137 24083,'3'3'2940,"-2"0"-2156,-1-3-890,-5-11-404,2 8-2122,-3-8 2632,4 12 0,2 0 0,-1 0 0</inkml:trace>
  <inkml:trace contextRef="#ctx0" brushRef="#br1" timeOffset="529675">12338 1878 30371,'-29'-3'-82,"2"12"381,10 29-552,5 5-27,10-3-5,15-4-89,12-11 95,13-6-176,7-9 138,0-4 54,-2-3 214,-7-6 96,-6-4 111,-7-6 152,-8-4-170,-8 4-66,-10-10-241,-11 6-4,-12-8 8,-10 1 14,-5-2-3,0-3 170,3-3 51,9-2-13,8 2 109,10 4-109,6 4 40,5 4 75,5 5 111,4 2-27,5 3 202,5 5-36,7 1-18,6 12-57,6 7-147,-1 14-206,-3 10-240,-11 11-423,-10 6-1092,-17 3-4875,-11-3 6584,-4-12 0,5-17 0,7-15 0</inkml:trace>
  <inkml:trace contextRef="#ctx0" brushRef="#br1" timeOffset="530457">12752 1505 25102,'-21'-15'583,"12"0"-566,31 6-12,14-1 1,8 3-1,12 1-5,-19 6-5,3 5 5,-27 3 33,0 4 1,-13 4-45,-13 3 22,-4-1 28,-29 15-16,8-9-4,11-6 1,-1 0 13,-9 7-21,10-5-29,13-7 28,8-5 23,5-3-46,3-1 109,9 1 109,11 3 20,14 1-11,11 1-10,5 1-1,-3 3-14,-9 3 11,-11 11-159,-15-7-136,-6 13-28,-13-8 49,-4 8 19,-2-9 241,-7 7 44,8-11-7,0 1 85,6-3-59,4-7-83,1 1-214,2-1-16,1-3-281,5 3 58,-1-5 19,4 3-18,-2-4 98,-3 0-4,-6 2 109,-6-2 158,-17 10-13,-11-3-1167,2-3 0,-2 1-5713,-15 1 6854,14-4 1,6-2 0,16-4-1,3 0 1</inkml:trace>
  <inkml:trace contextRef="#ctx0" brushRef="#br1" timeOffset="565871">23563 1975 19496,'-8'0'4043,"2"0"-3320,6 0-370,0 0-247,-5-30-67,34 14-11,15-24-23,-3 29 1,6 5-467,3-1 0,0 2 447,-1 0 0,-1 3-1601,-3 5 1,-5 2 1570,6 3-2072,-38 28 2110,-27-16-118,-10 3 1,-6 0 134,1-6 0,-1 0-3,-10 4 1,-2 1-1,3-1 1,1-1-7,6-1 1,3-2 389,-14 11-398,23-9 2168,16-8-2073,21-6 3163,18-2-3229,22-9-18,-19 2 1,2-3 144,3-2 0,0-2-131,-2-1 1,0-2 8,-4-1 0,-2-2 56,19-21 5,-14-4 40,-16-3 22,-12 0-49,-19 3 10,-11 4 101,-11 6 111,-2 5 12,6 7 23,9 6-314,11 7-34,5 3-11,8 5 370,7 7-359,10 8-11,4 5-6,-1 4 1,0 4-28,6 18-1,-9-10 0,-3 1-78,-2 14-1049,-12-14 1,-2 1 1160,-5 18 0,1-6 0,-1-21 0</inkml:trace>
  <inkml:trace contextRef="#ctx0" brushRef="#br1" timeOffset="566404">24625 1834 19440,'-3'-4'3120,"1"0"-952,2 4-2129,-50-14 402,27 29-427,-12-2 0,2 4-3,15 26-5,7-7 0,3 0-6,6 10 11,13 10 6,17-8 25,22-10-45,-19-23 0,3-3 0,4-3 1,1-3-4,0-2 1,-1-3 10,-4-3 1,-1-2 44,16-9 12,-19-9 700,-16-6-712,-16-6 1,-16-9-29,-17-6-33,11 22 0,-2 0-238,-3-1 0,0 0 260,0 1 0,0 1-3,4 4 1,1 0-66,-16-16 146,10 9 241,11 5-240,7 6-51,8 2-45,7 7-2822,24 1 2834,-3 6-123,6 1 0,4 1 122,-2 3 1,1 1-15,17 5 1,2 3 11,-10 0 0,-2 4-90,6 9 0,-7 7 102,-18 2 1,-8 4-132,-5 1 0,-5 0-312,-6-4 1,-4-1-652,-8-1 1,-2-1 1078,-13 22 0,8-16 0,5-6 0</inkml:trace>
  <inkml:trace contextRef="#ctx0" brushRef="#br1" timeOffset="566915">24594 2410 24122,'-46'8'192,"0"0"0,5-2 1,10 1-115,23-1-22,12-2-98,38-7 0,15-7-171,-18 3 0,1 0-1406,8 0 1,5-2-1,-6 1 1442,-7 0 1,-3 1-320,2 1 1,-2 1-248,9 2-1772,0 4-3007,-24 11-482,-28 8 5012,-26 11 992,-8-6-1134,8-7 0,-1-2 1296,3-2 1,-1-1 2382,-7 3 1,-3 0 1768,-7 1 1,0 0-3035,10-5 0,0 1-446,-3-1 1,3 0-191,-4 0 359,5-3-186,18-5-246,4 0 3176,32-11-3607,19-4-56,8-1 0,3-1 39,-15 4 0,2 0-56,27-7 1,-1 1-18,-8 3 3,-1-1 1,-1 1-10,-14 4 24,23-5-7,-25 7-66,-8 1-2992,0 0 2997,-20 3 0,-1 0 0,-5 2 0</inkml:trace>
  <inkml:trace contextRef="#ctx0" brushRef="#br1" timeOffset="593114">20176 9025 23999,'-18'9'1406,"43"-20"-1361,24-4-37,-2 0 0,6-2-1660,3 4 0,3 1 354,-12 3 1,2 0 0,-1 1 935,-2 1 1,0 0 0,-3 1 0,5-1 0,-6 2 0,10-1 0</inkml:trace>
  <inkml:trace contextRef="#ctx0" brushRef="#br1" timeOffset="593346">20488 9016 24570,'0'-4'2263,"-1"1"-2078,1 3-135,1 9-44,4 24-18,2 24-1161,-3-12 1,1 3-307,-2 6 1,1 1 1478,-1-3 0,-1-3 0,-1-15 0,0-3 0,2 5 0</inkml:trace>
  <inkml:trace contextRef="#ctx0" brushRef="#br1" timeOffset="593620">21808 8923 25811,'-45'-13'222,"1"0"1,0 0-1,-21-2 1,5 8-131,17 18 1,4 6-71,9-5 1,1 4-1,-2 12 0,5 6 12,1 21-31,9-13 0,4 2-37,9-4 0,6-2-89,8 23-705,7-24 0,8-4-2883,16-3 1,5-4 3710,-6-3 0,0-2 0,0-2 0,-5-5 0,-3-7 0</inkml:trace>
  <inkml:trace contextRef="#ctx0" brushRef="#br1" timeOffset="593881">22526 9057 24251,'52'-17'-276,"-1"0"0,0 0 1,-1 1-1,-2 2 1,-2 4-1663,1 7 0,-2 4 806,1 1 0,-3 1 0,5-1 0,-13 3 0</inkml:trace>
  <inkml:trace contextRef="#ctx0" brushRef="#br1" timeOffset="594020">22708 9292 23159,'-39'20'830,"0"0"1,3-1 0,16-6-607,42-18-179,27-3-306,-12 1 1,3 0-2298,11-2 1,2 2 2557,-2-1 0,-4 1 0,-12 3 0,-5 0 0,7-1 0</inkml:trace>
  <inkml:trace contextRef="#ctx0" brushRef="#br1" timeOffset="594987">24850 8882 22895,'-1'-51'904,"1"-1"1,0 1 0,-1-18 0,-8 17-715,-22 37-117,-11 22-29,8 13 1,1 4-1359,-16 17 1328,12 0 0,2 6 0,6 5 0,3 2-17,4-12 1,0 3-10,5-2 1,1 3 0,5-3-28,5-2 0,6-3-40,4 8 1,10-2-1523,20-3 0,8-6 1517,-10-13 0,3-4-11,23 1 0,5-11-144,-6-20 1,-1-8 325,-7 3 0,-1-3-18,-11-2 0,0-3 0,-6-4 102,0-20 0,-7-2-127,-6 16 1,-3-4-603,-2-8 0,-3-7 0,-2 7 594,-3 12 1,-2 1 10,3-19 1,-7-1 239,-20 8 1,-7 7-215,-7-3-4,-8 19 0,-13 3 0,5 9-58,8 14 0,1 6-11,-20-2 0,3 7-53,16 16 0,9 7-323,15-8 1,6 4 375,5 9 0,2 5 0,2-6 0,1 16 0,12-21 0,-1 1 0</inkml:trace>
  <inkml:trace contextRef="#ctx0" brushRef="#br1" timeOffset="595820">25923 8518 21791,'-8'-56'1257,"-1"1"0,3 5 0,-5 8-378,-19 13-599,0 14-171,-3 17 0,-1 7-98,-4 10-5,11 1 0,1 6-9,5 16 0,5 3-326,5-15 1,1 2 317,-2 9 0,0 6 0,4-1-621,6 15 1,5-1 603,-3-10 0,4-1-140,10 13 0,7-5-595,2-27 0,5-4 129,8 4 1,6-3-2142,15-7 1,2-7 1992,-18-4 1,0-4-1000,16-7 0,-3-7 789,-21-4 0,-3-4 908,7-6 0,-1-5 560,-3-4 0,-3-2 493,-3-3 0,-1-2 1029,1-10 0,-2 0-917,-7 10 0,-1 1 140,-1-4 0,-3 2-196,-2 2 135,-9 13-868,-4 18 2890,-2 13-3137,-1 2 445,-4 24-422,-1 10-2722,-3 20 2668,7-29 0,1 1-11,2-1 0,0-1-3,1 25-28,4-10 17,1-12 22,2-15 129,3-15-106,-1-9-1,5-11 79,5-14 23,6-14-65,-8 15 0,2-3 42,4-9 0,1 0-51,7-14 54,-6 18 0,-1 2 3351,4 7-3466,7 1 0,6 25 0,-6 17-13,6 15 13,-14 0-112,3 15-504,-4-6-4300,-8-10 1,-1 0 4012,5 13 1,-6-9 0,-12-22 0</inkml:trace>
  <inkml:trace contextRef="#ctx0" brushRef="#br1" timeOffset="596040">27221 8279 28138,'55'6'12,"-1"0"1,-11 12-1,1 7 1,-7 6-120,-5 14 1,-7 7 0,-4 1-941,-1 2 0,-4 1 0,-8-2 1047,-12 11 0,-10-8 0,0-24 0,-1-5 0,-8 5 0</inkml:trace>
  <inkml:trace contextRef="#ctx0" brushRef="#br1" timeOffset="596330">25448 9632 13807,'-59'11'328,"1"-1"1,0 1 0,0-1 0,-1 1 0,1 0-1,1-1 1,0 1 0,2-1 0,5-1 0,8-2 1068,-9 1 1,25-2-1191,32-4-112,19-5 1,14-3-46,5 1 0,10 0 1,4-1-1,0-1-255,-9 2 1,2-1 0,0 1 0,1-1 0,1 0 206,2 0 0,1 0 0,1 1 1,1-1-1,3 0-20,-8 0 0,3 1 1,2 0-1,1 0 1,-1-1-1,0 1 1,-2-1-458,3 0 0,0 0 1,-1 0-1,-1-1 0,0 1 1,1 0-282,1 0 1,-1 0 0,1 0 0,-1 0 0,0 0 0,-1-1 755,7-1 0,3 0 0,-3-1 0,-6 1 0,-10 2 0,-5 0 0,-6 0 0,0 0 0,-1 0 0</inkml:trace>
  <inkml:trace contextRef="#ctx0" brushRef="#br1" timeOffset="596589">25239 10071 17901,'-49'13'994,"-1"0"1,-2-1 1236,102-31-2116,-14 7 1,5-2 0,6 0-65,-4 1 1,5 0-1,4-1 1,1 0 0,0 0-247,0 2 0,2-1 1,1 0-1,1 1 1,-1 0-1,-2 0 199,5 0 1,-2-1 0,-1 1-1,2 1 1,3-1 4,-6 2 1,4 0-1,1-1 1,1 1 0,-1 1-1,-4 0 1,-5 1-50,6-1 1,-5 1 0,-1 1 0,3-1 42,2-1 1,4 0-1,1 0 1,-3 0-1,-3 0-3,9-1 0,-5 0 0,-4 1 338,6-1 0,-5 1-374,1-1 0,-7 1-351,-5 3-8676,1 2 9583,-40 8 0,-6 0 1,-6 0-1</inkml:trace>
  <inkml:trace contextRef="#ctx0" brushRef="#br1" timeOffset="601997">20571 10834 18936,'4'-11'4189,"0"2"-2940,-4 9-303,0 0-385,-67-33-315,33 24-159,-10-7 0,-1 3 58,10 21 1,-2 14-68,11 13-44,7 3-34,13 5 22,17-8-22,14-3-11,18-5 0,-1-8-300,1-6 1,2-2 223,-11-3 0,0 0 3,13 4 0,0 1-16,12 8 66,-25-4 79,-35 13 22,-29-4-45,-9 5-1603,-16-4 1,-2-2 1585,1 0-2,18-10 1,-5 2 0,5-4 162,-19-1-200,-2-1-280,18-15-857,21-8-2279,26-11 3450,11-2 0,0 8 0,-4 6 0</inkml:trace>
  <inkml:trace contextRef="#ctx0" brushRef="#br1" timeOffset="602265">21537 10721 21870,'0'-10'3557,"1"2"-3277,-31 2 0,-12 7 135,-10 11-913,-4-5 0,-1 4 618,20 8 1,3 4-43,2 1 1,2 2-26,5 0 0,3 1 395,-11 27-431,15-2-28,18-5 206,22-6-318,25-9-90,-14-19 0,4-3-470,6-3 1,1-2-618,2-2 1,0-2 1299,4-4 0,-3-1 0,5 1 0,-9-5 0</inkml:trace>
  <inkml:trace contextRef="#ctx0" brushRef="#br1" timeOffset="602713">22404 10759 26010,'33'-14'-501,"-1"1"1,26-4-1,4 3-356,-13 8 1,0 2-329,9-3 1,3 2 1184,4 6 0,-8 2 0,-16-2 0,20 7 0</inkml:trace>
  <inkml:trace contextRef="#ctx0" brushRef="#br1" timeOffset="602846">22665 10989 20520,'-57'25'1863,"0"0"1,9-4-1,11-4-1252,19-11-410,24-12-173,6 0-78,42-21-272,-25 14 0,2 0-1757,20-7 0,3-1 2079,-7 3 0,-3 3 0,-11 3 0,-4 2 0,7-3 0</inkml:trace>
  <inkml:trace contextRef="#ctx0" brushRef="#br1" timeOffset="604047">24684 10822 25456,'-22'-40'192,"-1"1"0,1 6 0,0 14-91,-11 45-59,8 12 0,0 7-25,2 3 0,0 2-12,0 4 1,3 2-986,3 5 1,6-1 962,6-14 0,4 0-17,5 6 1,8-2-49,7-10 1,9-8-84,22-7 0,5-9 126,-15-7 0,2-5 14,-1-5 1,4-3 0,-4-4 14,-3-5 1,-2-5 96,7-3 0,-2-7 148,-4-12 0,-6-2-146,-11 12 1,-3-2 84,0-18 0,-7-2 5,-8 14 0,-5 1-20,-2-9 1,-5 0-34,-4 6 0,-5 2-48,-4 8 1,-5 4 115,-3 7 1,-2 6-131,-9 7 1,0 5-49,-15 6-8,21 6 1,5 5 48,3 16-85,14-1 0,2 1-62,-1 15-479,17-2 1,7-1-139,8-4 707,13 0 0,2-3 0,-10-17 0,17 9 0</inkml:trace>
  <inkml:trace contextRef="#ctx0" brushRef="#br1" timeOffset="604280">25725 10676 27107,'-2'-39'495,"0"1"1,-5-18-428,-2 64 49,-11 22-38,-9 18-618,10-12 0,-1 5 539,3-2 0,1 4 0,2-1-710,-2 18 0,3-1 651,-1 0 1,5-1-208,10-3 0,6-2-727,5-14 0,4-2-2225,10 6 0,4-3 3218,1-10 0,1-5 0,13 3 0,-18-18 0</inkml:trace>
  <inkml:trace contextRef="#ctx0" brushRef="#br1" timeOffset="604669">26319 10985 25197,'0'-45'928,"0"0"0,-4 0 0,-2 9-654,-2 25-173,-4-2-101,7 12-6,3 11 46,2 26-18,4 15-19,-1-14 0,1 2-130,1-2 1,2 0 103,2 21 17,-1-22 1,-2-2 11,1 8-1,-1-1-16,-4-21 73,0-21-12,0-3 73,7-27-95,-1 6-2,0-4 0,3-4-26,4-3 0,1-1-248,1-2 1,1 1 247,1 1 0,0 1 0,-1 7 0,1 4 214,14-8-214,-1 6 0,5 13 0,-12 16 0,31 23 0,-13 6-168,-11-6 1,-2 2 167,-8-2 0,-4 1-348,6 28-1204,-13 1-3718,-16-6 4491,-4-10 1,0-17-1,4-12 1</inkml:trace>
  <inkml:trace contextRef="#ctx0" brushRef="#br1" timeOffset="604886">27219 10581 28671,'54'1'0,"1"0"0,-2 5 0,-6 9 0,-13 16 0,-6 9-610,-1 2 1,-5 4 609,-6 5 0,-9 2-640,-13 5 1,-9-1 303,1-9 0,-10-1 217,-8-9 0,-10 2 1,-1-2-1,8-7 0,8-5 1,0-2-1,-11 3 0,1 1 1,-1 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14:20:30.434"/>
    </inkml:context>
    <inkml:brush xml:id="br0">
      <inkml:brushProperty name="width" value="0.05292" units="cm"/>
      <inkml:brushProperty name="height" value="0.05292" units="cm"/>
      <inkml:brushProperty name="color" value="#A02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1043 1611 9369,'-6'-10'7163,"1"1"-4961,5 9 1991,0 0-3383,-5-21-453,4 16-64,-5-15 193,7 24-268,4 11-107,-2-4 134,5 14-278,-6-9 131,-1 6 170,-4-5 30,-1-4 349,-5-2 53,4-7 364,-4-4-400,3-9-675,-2-9-46,0-10 60,3-12-56,2 11-34,6-7-200,4 18-166,8-4 562,8 1 752,12 2-27,13 3-543,9 7-453,1 11-56,-8 14 45,-17 6-365,-13 37-142,-30-5 9,-4-11 1,-6 1 553,-12 0 0,-6-2-254,8-12 0,-2 1 1,1-2 733,-9 7 0,-2-1-197,3-5 0,-3 2 0,5-5-187,9-7 0,0-2 200,-21 13 0,3-6 87,16-15-457,-2-9-279,24-18 435,12-10-696,7-3 2117,7 3-855,4 6 433,5 6-227,6 7-151,10 4-99,11 9-497,-23-3 0,2 2-158,4 2 0,1 1-1266,3 0 0,2 0-2962,2 1 1,-1-1-152,-10-2 1,-2 0 3685,21 4 0,-35-7 0,-9 0 0</inkml:trace>
  <inkml:trace contextRef="#ctx0" brushRef="#br0" timeOffset="208">1706 1963 21301,'1'-4'6271,"0"1"-4446,-1 3-1904,48-35 241,-25 25-128,8-9 0,-1 3-146,-5 14-915,-4 2-1950,-4 0-2504,-5 0 5490,-6 0 0,-4 0 0,-1 0 0</inkml:trace>
  <inkml:trace contextRef="#ctx0" brushRef="#br0" timeOffset="533">1065 2461 14614,'-45'16'481,"0"1"1,-1 0 0,1-1 0,-12 5-1,2 0 1,4-2 542,1 2 0,5-2-929,8-3 0,4-1 1594,-5 5-1342,37-10 1,43-18-242,0-3 0,6-3-239,-5 0 1,4-1-1,1-1 157,7-3 1,2-1-1,1 0-17,-13 5 0,1-1 0,0 0 0,-1 0-7,14-4 0,0 0 0,-1 0 398,-4 2 1,-1 1-1,-1 0-639,-6 3 0,0 0 1,-2 2-73,21-3 0,-6 3 0,3-1 0,-13 8 0</inkml:trace>
  <inkml:trace contextRef="#ctx0" brushRef="#br0" timeOffset="17926">715 2579 20548,'-28'28'1070,"6"-7"-684,22-20 158,11 0-113,15-1-218,23-6-146,-1 0-5,-1-3 0,0-2-229,-14 3 0,-1 0 181,13-3 0,0 0 8,16-5 6,-7 1 0,-3 1-11,-18 4 0,1 1-17,12-5 16,9-1 35,-28 8-40,-9 2 0,-7 3 418,-5 2-367,-5 0 190,-1 0 17,2-1-146,3-2-549,5-2-1265,0 1 1691,5-1 0,-9 3 0,1 1 0</inkml:trace>
  <inkml:trace contextRef="#ctx0" brushRef="#br0" timeOffset="21854">2589 1689 32767,'-50'9'0,"-1"0"0,6-1 0,8-2 0,18-4 0,8-1 0,12-3 0,13-5 0,23-9 0,-6 5 0,4-1 0,11-3 0,4 0 0,6-1 0,1 1 0,-10 3 0,0 0 0,-3 1 0,3 0 0,-3 2 0,-1-1 0,-1 2 0,16-4 0,-2 1 0,4 0-571,-11 4 460,-31 6 1,-4 1-1,-13 1 1</inkml:trace>
  <inkml:trace contextRef="#ctx0" brushRef="#br0" timeOffset="22068">2907 1647 28459,'-3'0'4308,"0"0"-4308,3 0 0,-23-25 0,17 25 0,-18 11 0,24 36 0,0-8 0,0 3 0,0-1 0,0 1-263,0 1 1,0 1-1335,2-2 0,1 0 257,1-2 0,1-2-4684,6 17 5591,5-5 0,-9-32 1,0-2-1</inkml:trace>
  <inkml:trace contextRef="#ctx0" brushRef="#br0" timeOffset="22501">3435 2101 32767,'-14'-38'0,"0"-1"0,1 3 0,-4 12-1346,-12 32 2692,-4 6-1346,-2 12 0,2 6 0,8 4 0,9 0 0,11-3 0,13-4 0,11-11 0,3-7 0,25-12 0,-9-12 0,16-12 0,-15-9 0,-8-6 0,-12-3 0,-7 1 0,-7 4 0,-7 4 0,-1 15 0,-5 4-515,1 13 308,-4 7 929,1 9-722,-3 12 0,4 8 0,3-4 0,9 23 0,9-15 0,11 18-3161,9-15-4229,7-7 7057,8-9 1,-20-13 0,-3-6-1</inkml:trace>
  <inkml:trace contextRef="#ctx0" brushRef="#br0" timeOffset="22975">3865 1935 32603,'1'-59'54,"1"0"1,0 7 0,-2 9-362,-3 19-199,0 11-178,1 7-108,1 6 1480,5 15-939,3 9-703,8 37 656,-4-15-99,-3-7 1,-1 2 421,-3 16 140,-1-22 1,-1 0 434,-2 27-1257,-4-5 859,0-19 282,0-12 141,1-18-33,3-18-453,0-30-221,2 12 17,1-19 776,6 19-417,2 1 70,6-2-30,9 6-334,-6 11 0,13 4 0,-1 12 0,13 7 0,5 11 0,-1 9 0,-24-10 0,-4 4 0,5 28 0,-11-9-959,-35 13 260,-10-26 748,5-9 0,-3-3 264,-25 5 303,1-11-220,7-12-793,14-15-1756,15-14-7265,17-14 9396,10 1 1,-1 13 0,0 13 0</inkml:trace>
  <inkml:trace contextRef="#ctx0" brushRef="#br0" timeOffset="23308">4405 1914 32767,'19'31'0,"-3"6"-2196,-8 7 1769,1 5 165,5 5-174,10-5-69,-4-13-3970,5-12 3215,-13-19 2978,5-12-61,3-10-549,7-16-549,-8 1 0,-2-2 305,6-18 39,-2-7-148,-15 29-366,-6 9-458,0 6 1187,-2 1-2475,-1 10-496,0 5 1571,1 4-8744,8 11 8841,1-2 1,-3-5-1,-2-6 1</inkml:trace>
  <inkml:trace contextRef="#ctx0" brushRef="#br0" timeOffset="24635">4953 2307 32767,'23'-56'0,"1"1"0,-6 12 0,0-2 0,-1 3-144,2-4 0,-2 0-850,-3 4 1,0-1 0,-2 1 893,0-4 0,-2 0-1,1-18 0,-2 4-68,-3 4 474,-1 12 0,-3 4-838,-8 9 103,-8 4 334,1 14-276,-7 11 360,-1 22 135,0 10-87,-3 28 379,10-6-388,8-11 1,3 6-52,4-2 1,4 3 0,2 0-115,1 0 0,3 0 1,0-1-1,-2 2 1,1 0 0,4-3-541,6-3 1,3-2 0,1-6 10,-1-9 1,2-3 257,3 7 0,3-5-63,10-13 0,0-8 432,4-9 179,-3-7 1,-1-5 153,-14-3 0,-3-5 324,15-22 1,0-4-156,-13 13 1,-1 0-24,4-11 1,-5 1 654,-8-11-660,-24 19-667,-4 12-133,-16 18 386,-3 10 230,-14 16 147,9-4-200,8 8 0,3 3 185,1 12-46,-3 18-3,16-5 1109,10-11-1660,21 12-360,5-22 144,8 4-24,14-16 338,-17-17 160,13-8 157,-14-14 71,-4-8 3,-5-4 154,-6 0-267,-6 9 28,-3 0-153,-4 15-277,-5 2-253,-1 10 485,-15 19-3452,5 4 3402,-3 8-1926,12 13 1859,16-14-65,13 11 70,30-13 213,-18-19 0,2-5-138,3-3 0,0-3-183,-6-2 0,-1-3 323,-1-7 0,-2-4-28,-3-9 1,-2-4 897,1-4 1,-3-4-846,1-14 1,-4-3-39,-9 1 0,-3 0-100,-2 0 0,-2 0-53,-5 6 1,-2 2-48,-2 9 0,-2 3 2242,-13-16-2377,2 21 95,-6 9-16,9 16 1071,-6 9-1005,7 19 14,2 26 32,5 1 129,3-19 0,4 2-44,7 23 0,6 4-621,-1-18 0,3 1 1,1 2 585,2 6 0,1 2 0,1-1-5,3-3 0,0-2 0,-1-4-223,0-2 0,-2-3 208,-4-5 0,-1 0-431,0 3 0,-2-4-317,4 4-426,5 8-2205,-15-54-1260,-7-21 1707,-3-6 2030,-7 2 0,-1 1 2209,-4-2 1339,-6 0 0,-4 1 370,-12 1-1913,9 12 1,-2 2 444,-23-8-376,1 6-278,8 3 347,9 5-785,14 5 92,11 3-382,11 4-1,7 0 126,21 1-155,5 0 1,4 1-3,3-1 1,1 1-411,3 0 0,1 0 284,-4-1 1,-1-2 8,-6-2 1,-1-2 27,21-3 104,-19-3 0,-2-2 558,-2-8-42,6-13 142,-20 1-329,-10 12 148,-9-1-226,-5 14-63,-5-2 263,-1 4-980,0 2 576,4 4 7,1 10 205,1 12-264,3 16-33,3 14-150,9 7-636,7 4 413,-5-31 1,1 0-1004,11 27-182,-7-14-7644,-2 8 9015,-9-28 0,0 2 1,-3-19-1</inkml:trace>
  <inkml:trace contextRef="#ctx0" brushRef="#br0" timeOffset="24826">6811 1651 32058,'2'-31'-6901,"8"19"-672,26 57 7399,-6-4 1,-12-14 0,-9-12 0</inkml:trace>
  <inkml:trace contextRef="#ctx0" brushRef="#br0" timeOffset="25226">7198 1835 32767,'-33'-1'0,"0"0"0,-26 16 0,40 10 0,5 7 0,0 1 0,3 0 0,3 0 0,3 0 0,10 29 0,17-6 0,19-11-912,11-14-183,4-14 149,-3-16 1324,-6-17 437,-8-15-189,-9-16-2022,-19 12 0,-3-1 1596,2-16-1346,-11 7 0,-4 3 705,-3 6 158,-2 5 1,-4 2-396,-9 1 118,-8 1 218,-3 10 2701,0 9-1952,1 11 3625,1 9-3360,5 12-62,9 11-734,13 7-1118,20 2-1061,18-4-2064,21-9 3681,-18-20 1,-1-3-1,6 0 1,-3-6-1</inkml:trace>
  <inkml:trace contextRef="#ctx0" brushRef="#br0" timeOffset="25541">7628 1872 32767,'19'-34'0,"3"21"0,-3 64 0,7 6 0,-12-28 0,1-1 0,12 22 0,-7-8 0,-9-14-1164,-5-13 551,-5-24-657,1-5 1339,3-30-145,6-2 138,-1 15 1,2 0 283,11-18 38,2 19 1,2 3 725,15 3-758,-12 8 0,2 4-352,20 16 0,-1 12 0,2 15 0,-21-6 0,0 1 0,-7-2 0,-1 0 0,0 0 0,-3 1-1256,-1 27 365,-23 0 0,4-17 1,-10 0-1</inkml:trace>
  <inkml:trace contextRef="#ctx0" brushRef="#br0" timeOffset="28852">2945 2599 14236,'-46'1'985,"-1"-1"1,5 1 0,8-1-577,18 0-140,4 2-73,4-1-11,3 2-1,0 1-49,2 0 16,1 0 152,2 0 123,4 0 11,5 1-73,11 0-79,12-2-67,14 0-50,12-3-443,-25 1 1,2 0 341,2-1 1,0 0-15,1 0 0,1 0 11,2-1 1,-1 0-18,2-1 1,0 0-12,4-1 1,0 0 52,3-1 0,1 0 120,4 0 0,1 0 5,2 0 1,2 0-559,0 0 1,2 0 544,-1 1 1,0 0 1,-1-1 1,0 1-7,-3 0 0,1 1 1,-3 0 0,0 0-61,-2 1 1,-1 0-215,-2 0 0,1 1 4,-3 0 1,-1 0-289,0 1 1,-1-1 296,-2 1 1,-1 0 4,1 0 1,-1 0 17,0 0 1,0-1-71,2 1 1,0-1-12,1-1 0,0-1 76,2 1 0,0-1-4,1-1 0,-1 0 132,1 1 1,-1 0-1,-2 0 0,-1 1-79,-3 0 1,0 0-105,-4 1 0,-1 0 181,-2 1 1,0 0-2,-2 0 0,1-1-1,0 1 0,1 0-69,2-2 0,1-1-137,3 0 1,1-1 7,4-1 1,1 0 56,3 0 1,-1-1 0,2 1 1,0 1-20,-2 0 1,0 1-11,-3 1 0,-1 0 354,-4 0 1,0 1-281,-5 0 0,-1 1-31,27 1 6,-6 1-2,-3-1 55,0-1 350,3-1 11,3 0-119,3 1-1298,-22 1 0,0 0 1276,13 0-56,-11 2 1,-1 1-54,0 0 401,7 0-751,-10-2 235,-6-3-116,12 1 3249,6-3-3332,4-1 92,-19 1 1,0 0 76,13-2-59,16 1-23,-25 2-8,7-2-2,-7 1 71,-6-1-17,-10 0-1424,7 0 1483,-5 0 1,-3 0 0,-6 1 0</inkml:trace>
  <inkml:trace contextRef="#ctx0" brushRef="#br0" timeOffset="29668">8879 1608 22715,'0'-3'2569,"0"0"1299,0 3-1060,-16-46-4828,11 35 838,-21-25 766,19 46 1671,-16 21-937,13-8 549,-3 10-124,9-14-1756,16 6 1597,2-14 633,5 3-4203,8-20 4091,-13-6-217,5-11-22,-10-3-794,-6 5 200,-6-5-35,-9 4-654,1 2-261,-10 0-1273,12 13 553,-4-2 489,10 8 261,0 7 389,2 3-2582,1 17 2903,4 9 0,-4-13 1,4 2-1</inkml:trace>
  <inkml:trace contextRef="#ctx0" brushRef="#br0" timeOffset="30351">7592 2519 21562,'-40'11'2724,"15"-1"-1930,50-7-616,8-1 333,16-1-383,-14-2 150,22-3-44,-14-2-11,19-3-193,-30 4 1,0 0-38,2 0 0,-1 0 140,17-2-20,11-1-95,-29 5-424,10 0-1103,-21 3-8322,-6 0 9384,-5 0 1,-5 0-1,-3 0 1</inkml:trace>
  <inkml:trace contextRef="#ctx0" brushRef="#br0" timeOffset="31660">7769 1942 32767,'-19'-39'-1858,"-1"1"1,3 2 0,3 11-500,9 22 3253,2 4 1942,1 2-1849,1 5-1140,-2 5-50,1 9-947,0 6 2174,-1 3-110,-1 1-972,-1-1-1443,-1-1 706,4-2 633,0-1 78,3-5-85,3-3-122,3-5-394,-1-6 473,2-3 576,-4-4 667,1-1 674,0-5-263,0-5-291,0-8-153,2-6-1000,3-6 0,4-4 0,6-4 0,4 2 0,1 2 0,2 7 0,-2 5 0,1 7 0,2 3 0,4 3 0,1 2 0,4 1 0,-1 3 0,0 2 0,-2 2 0,-4 4 0,-2 8 0,-7 9 0,-4 3 0,-5 6 0,-2 1-1496,-4-9-714,0 1 192,2 0 122,-1-4 524,5 10 676,0-9 558,1-2 624,-2-2-198,-2-3-77,-4-2-312,-3-1 299,-1-4 246,0 0 54,-1-3-29,0-1-238,0-1 1,0-1 75,0 3 274,0-1-134,0 4-260,0 0-15,-2 0 343,-1 0 257,0-4 946,1-1 190,1-2-1645,0 0-263,0-2 0,-1-4 0,0 2-1841,1-2 1552,0 4 1,1 1 0,0 0 0</inkml:trace>
  <inkml:trace contextRef="#ctx0" brushRef="#br0" timeOffset="37459">8930 1607 20741,'0'-6'-666,"0"1"4102,0 5-896,-26-19-3113,18 15 160,-20-15 51,27 21 1695,-2 5-1624,-3 9 1053,1-2 177,-4 7-1243,2-9 1423,0 0-179,3-5 897,3-4-2272,0-2 1232,6-5 294,5-6-815,7-9-276,3-4 0,-6 4 0,-6-6 0,-8 11 0,-7-4 0,-7 4-1258,-4 4-23,-6 0 309,10 4 70,0 2 342,10 5 1489,2 5-184,0 9 214,0-2-382,2 11-693,-1-8-252,1 4-80,0-3-229,3 0-1198,-1-8 820,2-1-61,-2-7 892,0 1-754,-1-2-5843,-2 13 6850,1-1 0,-2 3 1,2-6-1</inkml:trace>
  <inkml:trace contextRef="#ctx0" brushRef="#br0" timeOffset="38168">8844 2126 20558,'-7'-3'2417,"2"1"-2094,5 2 2496,0 0-801,2-20-2510,-1 15 403,-3-15-663,-1 20 881,-8 3 1421,-1 3 284,-5 9-1313,5-3-127,1 10 270,10-5-787,1 0 267,8 2-1990,1-10 24,1-1 120,-2-5 677,-4-3 1244,5-6 1035,3-4 688,9-10 148,-1 0-348,-3 3-1742,-9 5 0,-6 9 0,-2 0 0,0 2 0,-2 1 0,-1 0 0,-1 2 0,1 0 0,1 10 0,1-4 0,1 17-240,1-8 443,1 5-1634,1-9-97,0-4-953,-2-6 185,1-1 1875,4-16 1017,-2 4 295,4-13 13,-1 4 182,-1 0 210,1-9-16,-4 8-11,-3 3-691,-1 10-1977,-9 3 741,2 6-3595,-26 18 4534,9-1 1,-3 4 0,15-11-1</inkml:trace>
  <inkml:trace contextRef="#ctx0" brushRef="#br0" timeOffset="78919">8071 2574 8354,'4'0'2583,"0"0"-1631,-4 0-767,26-2 16,-16 1 309,19 0 521,-25 1 715,-3 0-606,-15 3-181,-3-2 58,-12 1-31,2 0-76,4-2-57,1-2-13,1 0-46,-2-1-327,-1 0 36,1 1-203,0 2-96,8 0-18,2 2 114,9-1 218,7 4-525,15-3 372,22 1-343,-9-3 1,2 0 39,7-2 0,4 0-1,12-3 1,3 0-8,1-1 0,1-1-854,-2 0 0,0-1 765,-3 1 1,-4 1 299,-10 1 0,-3 1-211,-2 0 0,-2 1 10,14-1 507,-3 2-2930,-28 2 2893,0 0-29,-18 3-750,-13 2 2150,-14 2-1139,-21 1-440,14-4 1,-2-1-501,-5 0 1,-3 0 194,-3 0 1,-1-1-9,2 0 1,0-1 16,3 1 0,2 0 397,4 0 1,3 0 2258,-23 4-2831,14 0 109,7 2 106,18-3 79,4 0 126,20-2-664,14 1 99,24-2 193,-10-1 1,3-1 8,10-1 1,3-2-470,7 0 0,2-2 458,-17 2 1,1-1 0,0-1-72,0 1 0,1-1 1,0 1-329,-1-1 0,1 1 0,-1 0 550,1 0 0,1 0 0,-5 0 1,-4 1-1,-3 0 0,24-1 1</inkml:trace>
  <inkml:trace contextRef="#ctx0" brushRef="#br0" timeOffset="97034">9952 1631 15412,'0'-9'5299,"0"2"-4487,0 7 678,-17-72-868,10 52-443,-2-21 0,-1 9-39,3 33-17,-6 17-3,-7 17 1,-2 8-99,2-2 1,0 4-619,0-1 0,-1 5 0,3-1 560,-2 13 0,5-1-60,3-1 1,7-1-87,8-6 0,8-2-123,8-9 0,8-4-311,10-7 0,8-5-559,-2-10 1,4-2-1,1-3 835,-2-3 0,0-2 0,-1 0 0,10 1 0,-5-2 0,-18-4 0,1 0 0</inkml:trace>
  <inkml:trace contextRef="#ctx0" brushRef="#br0" timeOffset="97751">10757 1676 18548,'-1'-3'4325,"1"1"-3468,0 2-723,-9 22-39,11 6-22,-6 23-45,11 2 34,-1 0-4241,-3 6 4218,-2-22 938,-4 4-677,-2-24 130,-4 0 141,0-8 52,-1-5 127,-8-24 2795,3-7-3468,-4-28-37,12 23 0,3 0-212,0-5 1,2 0 173,1 0 1,1-1-23,3 3 1,1 0-100,8-23-24,8 11 294,5 12 71,7 12-2,8 10-306,9 7 33,-15 9 0,1 5-6,2 5 1,0 3-381,0 4 0,-1 2 339,-4 5 0,-4 2-128,3 23 317,-20 3-349,-24-2 294,-16-4 56,2-22 0,-2-3 378,-7 3 137,-19-1-13,34-29-219,-5-7-185,14-11 608,6-6-791,9-1 55,6 2-347,8 5 356,6 7 468,3 6 126,7 7 0,8 10-87,8 9-131,5 11-317,-27-12 1,-1 2-27,16 20-431,-16 1-620,-13 0 107,-19-3 472,-13-3 364,-14-3 158,-9-5-30,-6-8-456,0-8-1361,7-12 943,14-12 0,12 4 1,11-3-1</inkml:trace>
  <inkml:trace contextRef="#ctx0" brushRef="#br0" timeOffset="98127">11688 1792 30333,'-21'36'171,"0"1"1,0 0-1,-7 14 1,8-7-427,22-11-555,10-4-94,12-7 737,5-6 347,2-7 95,-1-5-265,-6-5 322,-4-7 273,-5-7 188,-4-15-95,-4-1-465,-3-2-129,-5 2-219,-7 9-363,-5-3-268,-9 8 41,-5 5 284,1 7 33,0 3 135,13 7-992,9 4 1337,23 1 0,-9-2 0,7-4 1</inkml:trace>
  <inkml:trace contextRef="#ctx0" brushRef="#br0" timeOffset="98377">12224 1651 27280,'-3'-5'1687,"0"2"-1013,3 3 97,-30-40-1158,23 42 1061,-18-18-759,36 62-98,-2-17 1,1 3-199,2 4 1,0 1-81,1 3 1,-1 1-56,-2 1 1,0 0-705,-3-1 1,-1-1-3697,-2 2 1,-2-3 3221,-1 8 1,-1-10-1,-1-31 1</inkml:trace>
  <inkml:trace contextRef="#ctx0" brushRef="#br0" timeOffset="98552">12307 2033 28198,'-37'-28'-681,"-1"0"0,11-1 0,13 4-1013,30 11-795,17 1 0,5 1 2628,8 1 1,8-2 0,-32 10 0</inkml:trace>
  <inkml:trace contextRef="#ctx0" brushRef="#br0" timeOffset="98799">12758 1700 25908,'-2'-4'2119,"1"1"-1801,1 3 1055,-29-62-1695,19 44 264,-7-18 0,3 7-142,11 26 121,2 11-340,3 2 528,12 40-78,5 2-318,-4-10 0,2 3-345,-1-3 0,0-1 565,-3-7 1,0 0-199,1 5 0,1 0-1191,7 18-2,-8-23 1,1-1 1448,1-2 0,-1-4 1,2 4-1,-2-10 1</inkml:trace>
  <inkml:trace contextRef="#ctx0" brushRef="#br0" timeOffset="99534">12833 2021 8589,'-2'-3'6599,"0"1"1408,2 2-6878,-36-28-926,27 20 223,-27-20-315,39 27 316,17-1-83,-1 0-182,16-2 1,4 0 14,-7 0 1,1 0-85,15-2 0,2-1-126,-10 2 1,-1 0 202,-4-2 0,-3 1 224,12-2-318,-5-4 118,-23 8 106,1-1-77,-13 5 1436,-4 0-810,-5-1 312,2 0-822,-3-1 196,3 1-474,1 1-61,1 0-395,8-3-153,-1 0-743,5-2-558,-5 2 1117,-3 0-3633,-3 2 4164,-4 2 1107,-2 2 41,-1-1 777,2 1 1409,4-2-462,1-1-2671,3-3 0,-1-1 0,3-2 0,-2 2 0,-1 1 0,1 1 0,-2 0 0,1 2-2613,3 0 2662,0 0 0,0 0 1,-2 0-1</inkml:trace>
  <inkml:trace contextRef="#ctx0" brushRef="#br0" timeOffset="101170">13445 1987 12679,'-2'-4'7707,"1"1"-4559,1 3-3053,-17-38 39,3 38 318,-27-9-244,13 45-50,0 5 71,18 14-116,13-30-48,8 17 24,27-20 22,-11-9-93,6-4 1,2-2 125,4-9 85,12-7-63,-27-4 407,-7-21-245,-15 3-3376,-11-17 3260,-16 4-217,-16 3 107,3 10 14,6 13 1,-1 2 149,-7-1-40,-10-2 45,26 13-112,13 5 501,8 6 2587,11 21-4144,3-6-4019,9 6 1,3 1 3900,0-6 1,12 8-1,-28-24 1</inkml:trace>
  <inkml:trace contextRef="#ctx0" brushRef="#br0" timeOffset="101742">13947 2081 27736,'2'-10'3621,"0"3"-3228,-2 7 624,0 0-1017,-16-43-228,13 39-321,-11-24-186,19 54-5,0 0 289,8 18-95,-5-13-395,0 11 51,-4-13 1141,-5-9 4,0-8 429,-1-6-135,-1-7-119,-1-9-483,-3-9-15,1-11 61,2-7-8,2 5 55,11-11 107,3 18 249,10-8 163,4 14 891,4 7-988,-4 5-462,20 11 0,-11 7 0,17 11 0,-26-2 0,-2 3 0,7 12 0,-2 11 0,-22-19-1200,-9-6 269,-1-7 574,-4-8 846,2-5 193,-4-18-930,5-8 290,3-19 254,12-2 158,8 1-127,9 6-83,5 7-405,3 11 201,7 8 283,3 14-323,6 12 0,-2 11 0,-2 9 0,-9 7-122,-12 7-3118,-13 5 2178,-17 10 1,1-27-1,-7-4 1</inkml:trace>
  <inkml:trace contextRef="#ctx0" brushRef="#br0" timeOffset="102358">15884 1940 23198,'-16'-39'595,"0"0"1,1 2-1,2 12-480,6 24 16,-1 10-4219,2 24 4121,1-1 262,3-1 0,2 3-286,7 18-2,-1-19 0,2 0-12,5-1 0,3-1 12,4-3 0,4-3 23,9-1 1,3-4 19,-5-6 0,1-4 51,28 5 148,-16-23 40,-17-9-19,0-16-131,-8-14-59,-8-9 107,-5-4 3119,-3 2-3027,-3 10 378,-1 12-546,-2 14-451,0 11-1263,-1 16-2105,5 11 3710,2 7 1,0-6 0,1-6 0</inkml:trace>
  <inkml:trace contextRef="#ctx0" brushRef="#br0" timeOffset="102842">16610 2036 26839,'0'-5'2032,"0"2"-1646,0 3 386,3 3-1107,10 45-9,-3-14 203,2 10 1,0 4-388,-5-13 0,1 0 291,0 9 1,-1 1 186,-2-1 1,-1-1-14,-4 2 0,-2-2-517,-4 17 551,-2-14 224,0-27-109,5-16-40,1-24-87,1-16-27,1-13 29,0 11 0,1-2-307,-1 0 0,0-2 318,0-13 0,-1-3 47,-2-1 1,-1 0 27,-2 2 1,-1 0-3,-1 4 0,-1 3-3,2 5 0,1 3-17,0 7 0,3 2 30,7-15 51,11 15 47,30 13 165,-8 11-25,14 9-199,-19 12 0,-1 5 56,-5 2 0,1 3-118,10 9 0,-2 7-81,-10 13 1,-12 4 21,-13-9 0,-6-1-8,1 1 0,-6-4-86,-18-8 1,-7-8-222,-19 1-421,16-14 0,-1-1-654,-13 0 1445,-2-21 0,41 6 1,1-10-1</inkml:trace>
  <inkml:trace contextRef="#ctx0" brushRef="#br0" timeOffset="103092">17131 1430 25918,'-4'-3'2957,"0"0"-3150,4 3-109,3 9-172,14 7 434,6 6 0,6 4-651,5 2 0,4 2 0,-1 0 718,8 7 1,-1 2-108,-2-1 0,2 3 0,-8-1-268,-7 2 1,-8 2-56,-9 0 1,-4 4 0,-5 0-4514,-11 12 1,-8-3 4205,-1-1 0,-5-6 0,1-21 0,2-6 0,5-9 0</inkml:trace>
  <inkml:trace contextRef="#ctx0" brushRef="#br0" timeOffset="105533">11359 2672 7822,'-54'-3'699,"0"0"0,0-1 0,3 2 0,2-1 1,4 1 375,5 2 1,3 0-1129,-4 0 1,0 0 464,8 1 0,-1-1 386,-17 2 0,1 0 119,-11 2-867,21-2 1,4 0-258,4 1 651,37 0-142,36 2-173,1-3 1,4 0-565,-1 0 1,3-1 506,1 0 1,6-1 0,2 0-439,-3 0 1,3 0 0,2 0 0,0 0 366,-9 0 0,2-1 0,0 0 0,1 0 1,2-1-354,0 1 1,1 0-1,2-1 1,0 1-1,0-1 1,-2 0 282,-1 0 0,-1 0 0,0-1 0,-1 1 0,0-1 0,-2 1-179,2-1 0,-3 0 1,-1 1-1,3-1 1,5 0-50,-2 0 1,4 0 0,5-1 0,1 1 0,0-1 0,-3 1 0,-3 0 0,-7 0 17,8 0 0,-7 0 1,-1 0-1,7 0 233,-2 0 0,6 0 1,4-1-1,2 1 1,-3 0-1,-4 0 0,-9 1 25,12-1 1,-8 2 0,0-1 20,6 0 0,1 0 0,-4 1 449,5-1 0,-7 1-348,-22 1 1,-6-1 2188,-5 3-1932,-35 4 1082,-23 5-1396,-20 4-36,18-7 1,-1 0 1035,6-2 1,-2 0-1101,-9 0 0,-4 0 0,-1-1-374,5 0 1,0-2-1,-4 1 340,-3 0 1,-5 1-1,-2-1 1,1 0-605,-1-1 0,-1 0 1,1-1-1,-2 0 657,-5 1 1,-1-2 0,0 1-1,-1 0 42,11-1 1,0 0 0,0-1 0,-1 1-1,1 0 29,-1 0 1,0 0 0,0 0 0,0 0 0,1 0-265,0 0 1,1 1-1,1-1 1,-1 1-1,1 0 305,-10 1 1,1 0 0,0 1 0,1 0-20,4 0 0,0 0 0,1 1 0,0 0-12,5 0 1,1 0 0,1 0 0,0 0 5,-9 2 0,1-1 1,-1 1 59,-6-1 0,-2 0 0,5 0 133,-1-1 1,3-1 173,-6 1 1,7-2 58,18-2 370,30-4-739,36-5-48,5 1 0,4-1 556,0 1 1,5-1-600,4 2 1,8-1 0,3 1 0,-3 1 3,-4 1 0,-1 1 1,1 0-1,1 0-29,8 0 1,1-1 0,3 0-1,2 2-291,-10 1 1,4 1-1,1 0 1,0 1-1,-1 0 1,-3 0 293,9 1 0,-4 0 1,1 0-1,3 1 2,-7-1 0,4 0 1,1 1-1,1-1 1,-2 0-1,-2 1-250,-1-1 1,-1 1-1,-1 0 1,-1-1 0,0 0 256,-1 0 0,-1 0 1,-1 0-1,0-1 1,0 0-3,9 0 0,0-1 1,-1 0-1,0-1 23,-5 0 1,-1-1 0,0 0-1,-2-1 24,-4 0 0,-1 0 0,0-1 0,-3 0 90,9-1 0,-3-1 0,-2-1 470,10-1 0,-6-1-287,-17 2 0,-5 0 1857,0-3-2404,-54-2 24,-6 8 0,-7 2 22,-4-2 0,-6 0 0,-2 1 88,-12 1 0,-3 1 0,-3 0 6,8 1 0,-2-1 1,-1 1-1,-1-1-14,8 1 0,0 0 0,-2 0 0,1 1 0,0-1 123,-2 1 1,1 0 0,-1 0 0,0 1 0,1 0 10,1 0 1,1 0 0,0 1 0,0 0 0,1 0-4,-9 2 1,1 1 0,1 1 0,1 0 20,5 1 1,1 0 0,1 1 0,1 0 5,-10 4 0,1-1 0,2 1-84,7-1 1,1 1 0,2-2 160,-11 4 1,5-1-42,14-5 0,6-1 138,-1 1 2085,47-11-1737,49-11-333,-4 0 1,9-1 44,-7 2 0,3-2 0,3 1-235,-6 2 1,2 0 0,2 1-1,0 0-359,-7 1 1,1 1-1,1 0 1,0 1-1,1 0 334,2 0 0,1 1 0,0 0 1,0 1-1,-1 0-10,0 0 1,-1 1 0,1 0-1,-2 0 1,0 1-96,-4 0 0,-1 0 0,0 1 0,-2-1 1,0 1-288,4 0 1,-1-1 0,-2 1 0,-2-1-532,5 1 1,-2-1 0,-5 0 846,6 0 1,-8-1 0,3 0 0,-29 3-1</inkml:trace>
  <inkml:trace contextRef="#ctx0" brushRef="#br0" timeOffset="216171">2730 4220 16915,'-50'0'522,"0"-1"1,7 2 0,9-2 1887,21-2-2421,20-2 934,24-4-1310,30-5 34,-18 5 1,4 1-438,6 1 1,2 0-35,1 2 1,-2 1-603,-4 3 1,-4 2 178,-10 4 1,-5 4-2926,1 17 2312,-42 15 2338,-9-15 1,-9 0 2049,-10 2 0,-7 1 1,3-2-2006,1 0 1,-1-1 365,-2 1 0,-3 0 0,4-2 211,7-5 1,4-1-256,2-3 1,2 0-723,-13 8-16,38-18-51,28-13-112,29-10-17,-12 1 0,2-2-728,-5 2 0,2-2 707,3-2 1,4-3 0,-4 0 23,-1-1 0,-2-1 184,-5 3 1,2-3 0,-6 0-96,-6-2 1,-7-1 132,-12-21 55,-32 9 135,-26 13-90,18 17 0,-1 3 95,-1 2 0,0 2 196,0 2 1,2 0-269,-7 0 1645,11 0-1847,25 0 421,7 2-460,15 9-29,18 9-2,-9-2 0,3 3-372,6 4 1,1 3 326,3 4 0,-3 2-504,-1 5 1,-5 3 195,-6 2 0,-8 4-4566,-12 13 1,-8 0 4255,0-21 0,-2-2 0,-5 3 0,-1-8 0,5-19 1</inkml:trace>
  <inkml:trace contextRef="#ctx0" brushRef="#br0" timeOffset="216828">5269 4114 24469,'11'-61'353,"-14"18"-303,-32 54 12,-15 7-43,21-9 1,-2 2-412,-3 0 1,-1 0 405,-2 1 0,0-1-3,0 1 0,1-1 3,2-2 0,3-1 257,-19 1-159,16-4 23,16-7-28,8 2-85,7-1 62,0 15 557,1-2-529,-4 26-6,-5 6-61,3-11 0,-1 2-633,-1 7 1,0 2 606,0 4 1,1 0-12,2 3 1,2-1-205,5-2 0,3-1 196,6-4 0,5-2 0,7-5 0,5-4-3,6-4 0,5-4-171,8-4 1,1-4-155,-8-4 0,4-3 328,10-5 0,6-2 0,-9-1 0,4 1 0,-1-3 0,-1 0 0</inkml:trace>
  <inkml:trace contextRef="#ctx0" brushRef="#br0" timeOffset="217888">20604 3927 21584,'-41'-15'877,"0"0"1,1 1 0,11 4-676,25 8 117,-1 0-269,4 1 34,10 4 11,12 3-22,24 2-56,2 0 16,3-3 1,4-1-432,-15-2 1,0-1 414,17 2 0,-2-2-1,7-1 40,-13 0 80,-28 0 116,-5 0-157,-10 0-22,-6 3 33,-3 5 773,-2 1-789,-3 14-12,-1 11-16,3 10-18,7 17-30,4-29 0,4 0 0,2 3 0,2 0-2,10 24 4,-3-15 1,-2 0-361,0 16 335,-7-18 1,-4 0-98,-19 18-121,-2-31 0,-3-3-434,-20 13 115,-9-11 0,-1-4 0,16-8 1,-1-3-1,0 0 0</inkml:trace>
  <inkml:trace contextRef="#ctx0" brushRef="#br0" timeOffset="221470">6202 5592 15486,'3'-44'1499,"1"1"0,-1 4 1,-7 8 362,-14 16-1560,-7 11 327,-3 14-539,-1 12-57,7 3 23,-4 32-56,17-12-3,4-11 1,4 1 238,17 18-202,17-8 33,17-13-31,-19-20 1,1-6 27,1-4 1,1-5 304,-2-5 0,-2-3-246,14-12 70,-22-5 1,-4-4 30,-4-18-109,-8 13 0,-4 0 86,-18-24-66,-17 7-93,11 31 0,-3 2-23,-3 3 1,-1 4-3,-30-3-56,6 16-185,10 15-645,16 14-4032,14 16 4073,14-2 0,1-13 0,4-12 0</inkml:trace>
  <inkml:trace contextRef="#ctx0" brushRef="#br0" timeOffset="221955">8448 5670 23007,'9'-43'1014,"-1"-1"0,1 1 0,-3 8-639,-5 23-241,1-1-106,-2 12-28,1 4 34,7 18-34,4 5-62,6 23-369,-3 8-861,-8-22 1,-2 1 1291,-2 10 0,0-2 0,-1 6 0,-2-2 0</inkml:trace>
  <inkml:trace contextRef="#ctx0" brushRef="#br0" timeOffset="222630">10397 5610 20302,'1'-6'3226,"1"0"-2487,-2 6-375,0 0-308,21-35 45,-16 38-6,16-27-27,-22 43 83,-3-2 17,-3-5 17,-4 1 123,-9-6-17,-4-12-83,0-7-35,2-12-78,11-3-44,9-9-29,12 6-16,4 3 5,14 7-11,-7 11 17,30 1-12,-10 12-11,-5 4 1,0 2-6,4 9-11,6 20-1,-33-2-11,-18 0 1,-6 1-993,-12 18 995,-12-9 1,-8 1 30,11-19 0,-2-2 0,1-1 16,-8 8 1,0-2 3,5-6 1,-2-1 0,5-4 91,-15 1 157,-1-10-213,26-13 106,18-26-106,13 10 34,21-16-29,4 16 954,17 2-1010,-15 11 1,1 5-205,6 6 0,0 4-1150,3 1 0,1 3 1349,5 7 0,-4 0 0,0 1 0,-5-3 0</inkml:trace>
  <inkml:trace contextRef="#ctx0" brushRef="#br0" timeOffset="223296">12960 5642 23612,'-34'-40'440,"1"0"1,6-1 0,14 8-396,25 21 11,25-6-23,15 11-10,6 4-12,1 4-6,-23 9 1,-4 2 0,1 4-20,-1 5 0,-5 6-20,-17 32 45,-8 3 6,-20-3 30,-7-33 1,-4-5-653,-14 3 717,-9 3 392,-3-15-95,25-10-112,-4-6-207,22-4 27,9-7-44,12 3 734,14-4-796,-1 6 17,20 2-5,-3 8-12,15 8-28,-17 1 0,1 4-362,-6 0 1,-2 2 364,0-1 0,-2 2-126,10 26 90,-26-20-12,-1 13-252,-30-10 1,-8-2-17,1 2-415,-10 1 0,-3-2 745,-12-7 0,17-5 0,3-5 0</inkml:trace>
  <inkml:trace contextRef="#ctx0" brushRef="#br0" timeOffset="223907">14937 5613 25236,'-2'-13'281,"2"17"-231,3 44-5,-1 5-6,0-3-44,-1-12 10,7 2 12,0-22 78,6 1-39,-2-15 151,18-22-78,-4-4-34,18-19-5,-5-2 16,0 0 18,-4 6-12,-8 13-56,-9 12-12,-9 14 12,-3 12-33,-1 15-29,1 9-39,1 6-3884,7 15 3453,-2-18-416,7 6 892,18 5 0,-22-32 0,15 16 0</inkml:trace>
  <inkml:trace contextRef="#ctx0" brushRef="#br0" timeOffset="224670">17386 5517 17977,'0'-3'4498,"0"0"-2213,0 3-2156,-35-44-28,14 40-28,-29-30-23,23 51-16,0 4 5,-1 2 45,-22 10-23,12-10-10,-8-1 89,16-15 96,11-6 178,-3-7-39,9-1-285,5-1-17,6 2 44,2 5-106,-1 1 29,3 21-29,0-1 0,2 13-11,-2-8 6,1 2-1,-1-7 57,2 16-40,-3-15 12,2 6 72,-2-17 73,1-4-83,4-13-74,7-7-22,2-2 50,22-16-27,-4 11-1,15-7-5,-8 15-28,-1 6 11,1 8 11,5 10-11,-13 2 0,-1 2 6,12 8-181,-13-3 1,-1 2 113,0 10-177,0 11-59,-13 1-800,-21 13 306,-5-19-2356,-22 12-2667,11-29 5814,-9 4 0,18-17 0,2-2 0</inkml:trace>
  <inkml:trace contextRef="#ctx0" brushRef="#br0" timeOffset="225088">19370 5298 26934,'-56'13'65,"1"0"0,-2 7 1,8 6-61,28 2 1,5 4-870,-7 9 1,0 3 860,3 1 1,4 2-7,4 9 1,6-2-1,2-17 1,6-2-23,7 10 1,7-4 278,23-1-248,-13-19 0,1-3 28,29 4 344,-4-15-333,-15-13 70,-10-12 1,-2-5 13,-6-1 123,11-31-72,-40 26 823,-14-6-969,-8 10 5,-14 9 1,-3 3-536,0 4 261,-4 1 0,-3 4-4675,18 8 1,2 3 3179,-19-1 0,4 7 1,42-10-1</inkml:trace>
  <inkml:trace contextRef="#ctx0" brushRef="#br0" timeOffset="226369">6532 4407 21937,'-15'-45'614,"-1"1"1,2 1-1,-3 13-451,-7 33-96,1 12-28,-3 17 0,9 17-22,7 9-17,7-10 8,10-13 1,5-3-9,16 6 8,-5-12 1,3-4 47,27-3 16,0-10 52,-9-15 144,-9-19-161,-18 2 111,-5-26-5,-12 9 12,-7-13 15,-4 5-60,-8 8-102,2 16-28,-25 6-89,20 16-263,-27 8-102,31 7-8479,-9 23 8883,18-14 0,0 4 0,8-17 0</inkml:trace>
  <inkml:trace contextRef="#ctx0" brushRef="#br0" timeOffset="226963">8771 4387 16906,'-2'-6'6436,"0"2"-4915,2 4-1213,-50-60-168,30 48-103,-12-16 0,1 8-10,15 34 29,-18 35-51,8-4-2,7-9 0,2 0-125,6-4 0,2-1 117,1 26 5,20-11 11,18-15 6,4-13 22,22-10 107,5-21 66,-23-3 1,-1-4-68,-8-1 1,-4-4 33,-6-12 1,-9-1-119,-13-5-8,-8 12 1,-4 1 35,-16-3-49,-10-1-40,-2 12-118,7 11-236,6 12-1081,11 13-715,9 2 2150,6 10 0,4-20 0,0-1 0</inkml:trace>
  <inkml:trace contextRef="#ctx0" brushRef="#br0" timeOffset="227479">10222 4573 24811,'12'-39'490,"0"1"0,2-23-5977,-40 66 5515,9 2 1387,-13 31-1426,21-8 848,3 21-860,22-14-2262,30-2 2285,-8-13 1115,-6-12 0,1-3-1075,12-5 21,7-9 46,-10-7 234,-13-20-122,-15-3-130,-10-2 62,-14-12-50,-6 9-34,-8-9-39,-6 9-112,0 20-184,-9 15 3377,10 15-4677,-11 18 1568,9 13 0,7-14 0,8 3 0</inkml:trace>
  <inkml:trace contextRef="#ctx0" brushRef="#br0" timeOffset="228037">12144 4549 28013,'-40'-31'-1271,"13"3"818,8 65 220,15 22 83,15-18 57,5 17 57,13-35 0,8-6 11,-5-8 0,1-1-800,16 2 0,1-2 836,-15-6 1,-2-4 86,9-7 0,-3-4 182,1-15-136,-15 6 1,-6-2 158,-7-24-29,-22-4-72,-13-2-85,-15 6-66,-10 10-29,7 16 0,-14 12-117,-1 15-403,3 10-1698,3 15-3568,30-1 5764,11 6 0,8-21 0,1 1 0</inkml:trace>
  <inkml:trace contextRef="#ctx0" brushRef="#br0" timeOffset="228702">14675 4511 16395,'16'-40'522,"0"0"1,-1 3 0,-7 12 2132,-14 23-2621,-2 4 1442,-10 11-1454,8-2 849,-11 29-860,15-6-11,-2 9 0,14 5 0,10-10 3,5-9 0,4-2-6,2-5 0,3-2 8,9 1 1,2-4 8,-2-7 0,0-4 9,20 1 89,2-14 190,-20-16-61,-9-10 3263,-11-4-3213,-28-22-218,-3 25-6,-3 1 0,-4-1 6,-4 7 0,-2 3-40,-15-17-10,-12 4-12,14 29 0,-1 4-365,-14 3 298,14-1 0,2 5-1450,-3 27 1506,27 6 0,-3-5 0,14-6 0</inkml:trace>
  <inkml:trace contextRef="#ctx0" brushRef="#br0" timeOffset="229303">17321 4543 19546,'-3'-7'4783,"1"2"-4355,-7-26 1,-1-6 81,0 13-370,-2-15 0,-2 4-22,2 25-79,-3 7-6,-5 11-5,-7 13-5,-4 16-12,4-2-17,8-3 1,2 2 5,0 12 2,5-13 1,5 0-19,17 13 10,18-8 12,6-13 10,25-6 20,-25-15 1,0-3 8,22 0 95,-18-7 0,-4-6 56,-10-11-62,3-16-27,-25-5-79,-12-4-45,-11-2-84,-13 6-218,-8 11-527,-3 14-218,9 13 216,-2 18 0,25-6 0,-2 6 0</inkml:trace>
  <inkml:trace contextRef="#ctx0" brushRef="#br0" timeOffset="229780">19140 4274 20755,'-1'-5'4509,"1"0"-3763,0 5-522,-69-33-168,43 31-17,-19-9 0,0 8-17,17 33-10,-3 14 10,12 4 0,14 2-16,19-4-6,4-12 17,29-2-23,-11-22 1,3-4-269,0 1 1,2-2 315,8-4 0,-2-5 25,-12-2 0,-3-4 127,19-20 47,-18-10-28,-16-7-67,-22-3-102,-22 0-193,4 27 1,-6 3-90,-5 2 0,-3 4-4477,-6 4 0,-1 3 4715,4 4 0,2 3 0,-12 1 0,22 2 0</inkml:trace>
  <inkml:trace contextRef="#ctx0" brushRef="#br0" timeOffset="234329">20300 1673 25790,'21'-43'710,"0"-1"1,-2 4-1,-12 12-1064,-42 31 938,-16 21 34,21-9 0,1 2-264,0 3 1,0 4-851,-9 16 0,3 5 669,7-7 0,1 4-59,3 2 0,0 4 1,5-2-414,6 2 0,6-2 412,2-2 1,7-3-382,9-10 0,7-3-794,28 9 817,-4-15 1,5-2 57,-5-8 1,0-2 195,7-1 0,-2-3 273,7-8 226,-10-8 23,-26-9 873,-7-14-1190,-11 8-409,-26-18-527,5 26 212,-28-13 37,7 16 391,-12 2 260,3 5 1446,1 11-769,20 1 525,-1 14-1942,18 3-250,3 12 1,6-15 0,4-1 0</inkml:trace>
  <inkml:trace contextRef="#ctx0" brushRef="#br0" timeOffset="234905">18910 1835 20621,'-2'-4'1696,"0"0"-897,2 4 1159,-49 20 531,31 1-1920,-13 6 0,1 5-774,19 3 1,5 1 41,-8 24 374,9-17 0,2-3 461,1-11-2596,4 19 1647,-1-36 144,4 1-995,-2-17 2153,16-30-327,-8 11-144,11-25 204,-3 7-34,9-15-320,-12 23 1,0 1 831,11-19-34,-2 14-1202,-10 26 0,5 4 0,-3 8 0,9 13 0,7 20 0,3 4 0,-14-12 0,-1 0-122,14 18-6302,2-3 5253,-6-9 1,-11-14 0,-8-9-1</inkml:trace>
  <inkml:trace contextRef="#ctx0" brushRef="#br0" timeOffset="235095">19455 1977 28184,'-3'-3'917,"1"0"-2402,2 3 2587,-8-37-5572,30 27-4734,3-26 8700,14 35 1,-10 1-1,-21 0 1</inkml:trace>
  <inkml:trace contextRef="#ctx0" brushRef="#br0" timeOffset="235237">19459 2190 32767,'50'-7'0,"1"0"0,-11 1 0,1 1 0</inkml:trace>
  <inkml:trace contextRef="#ctx0" brushRef="#br1" timeOffset="268459">8716 4387 12953,'0'-8'4450,"-3"-29"0,1-7-3105,-1 8-923,0-9 1,-1 1 339,-2 17-499,0 13-201,2 6-17,2 8 16,1 23-22,0 14-22,-1-4 0,0 3-600,-1 7 1,-1 0 582,0-7 0,0 2 3,-4 9 0,-1 1-394,-1-3 0,-1 0 394,0-2 0,-1-1 5,0-1 1,1-3-4,-1-3 52,5-12 139,6-17 62,5-11-68,9-17-76,2-8 1,0-2-47,9-21 273,-6 4 0,-1-3-302,-7 12 0,-2-1-8,2-10 0,-1 0 30,-1-2 1,-2 3 11,1-11 913,-4 7-880,-7 41-100,2 5-1,-8 25 1,5-1 2,-1 14 1,0 4-15,1 22-1405,1-12 0,1 2 1408,3-14 0,0 1-1145,1 18 0,0-3 1142,1 1-132,0 3 0,0-3 126,-1-13 24,1 13-7,-1-37 23,1-9 2129,2-9-2140,3-12-6,6-33 0,-3 7 6,-3 3 0,0-3 1448,-5 10 1,0 0-1452,0-16 0,0 1-1340,-1 11 1,0 2 1342,-1-24 22,-2 33-61,0 20-6,-3 28 28,3-3-6,1 15 0,0 5-10,3 16-145,0-13 0,0-1 150,2 15 3162,1 2-3156,-1-12 5,-2-8 5,0-8 35,0-19-18,-2-8-5,3-13-12,1-23 744,-1 2-744,2-9 1,0-3-1,-1 11 1,-1 0-9,2-13 0,0-1 6,-2 12 0,-1 1 31,2-19-29,-7 25-10,1 12-7,-11 32 12,5-2 6,-3 14 0,1 5-6,0 22-3,3-22 0,2 2-14,2 10 0,2-1 17,0 13-8,1-17 0,0-3 8,0 2-12,0-8 46,0-18-12,0-3-10,-1-23-1,-3-12-3,-1-6 1,0-4 5,-1-1 0,0-3-470,-1-11 0,1-3 456,1 4 0,1 1 8,0 3 1,1 1-120,1 5 1,-1 2 154,-2-5-60,0 14 4,1 31 12,0 20 34,0 22-37,2-14 0,0 2 9,0 25-15,2-10 1,0 2-1,3-4 1,0-1 224,-1 1 0,1-2-216,0-8 0,1-6 296,1-5-263,-4-20-16,2-10 0,-5-20-17,-4-21 8,2 14 1,-1-2-229,-5-26 231,4 9 0,2-1 8,2 19 1,2 1 16,1-12 1,1 2 514,5-1-523,-1 21-6,-1 14 1,-1 20-23,2 17 0,1 22-6,-3-16 0,-2 1-60,1-4 0,-2 1-55,-3 23 1,-2 1-1341,0-15 0,0 0 1461,-2 12 0,1-3 0,-2 0 0,3-24 0</inkml:trace>
  <inkml:trace contextRef="#ctx0" brushRef="#br1" timeOffset="335582">10361 4422 13519,'-4'-26'4755,"-2"3"-3601,-1 13-235,1 0-522,2 2 634,1-1-465,2 5-96,0-2-72,1 5 50,0 0-392,0 7 45,0 9 22,0 16-28,-2 13-5,-1 9-17,-2 4-29,1-4-16,2-7-11,2-8 17,3-8 5,3-10 135,1-9 128,2-8-72,1-13-57,3-13 24,1-16-24,-4-17-386,-6 21 0,-1 0 297,-1-3 0,-2-1 0,0 1 0,-2 0-64,1 4 1,-1 3 147,-3-19-17,-1 17-117,2 15-73,1 10 78,2 14 580,0 12-636,1 18 17,1 16 3,0-19 0,0 1-3,-1 4 0,1 0-9,1 2 1,-1-2 5,0-1 1,0-2 13,1 24 158,-1-14-163,0-18 61,0-8 22,0-14 18,1-6-85,1-15-5,2-15-6,3-17 12,1-15-4,-5 28 1,1-1-6,-1 2 0,-1 0 42,1-23-34,-1 21-22,-3 12-33,0 18 10,0 4 23,0 15 11,-1 12-11,0 17 17,0 12-17,0 6-5,3 2-1,3-4-22,3-7 28,3-8 17,-1-12-6,-2-10 39,-4-11 12,-2-9-6,-2-11-34,-4-10-22,-5-16 12,-5-16-1706,5 10 1,1-1 1693,-4-19-349,6 23 1,2 2 365,1-11 5,2 8-16,-1 9-12,2 12-22,-1 22 3052,0 23-3018,1-2-17,0 32 5,0-5 6,1-19 0,0 2 527,1-1 0,1 0-524,1 3 0,0-2 2,4 9 1,0 4-6,-5-32 22,0-2 17,-2-10-5,0-15-17,-1-12-1,-2-14 1,0-6-6,1 5 1,0-2-307,-1-18 1,0 0 305,0 15 1,1 3 4,1 7 1,0 2 6,-3-12-1,1 21-22,-2 12 0,0 16 0,-5 26 0,2-3 0,1 3 0,0 3 362,-2 23-398,4-19 0,0 2-639,1 1 0,1 0 675,1 5 0,1-4 0,1 7 0,1-7 0</inkml:trace>
  <inkml:trace contextRef="#ctx0" brushRef="#br1" timeOffset="442505">12469 4406 20755,'18'-37'658,"-1"1"0,8-16-164,-35 67-35,-12 15-78,-15 14-247,12-17 1,-2 1-915,-5 5 1,-1 0 810,-4 0 0,-1 1-6,-1 0 0,1 0-33,1-1 0,1-2-158,3-1 0,2 0-137,4-4 1,2 0-2179,-15 19 2481,13-11 0,14-16 0,6-8 0</inkml:trace>
  <inkml:trace contextRef="#ctx0" brushRef="#br1" timeOffset="443000">12071 3869 19703,'-10'-47'610,"1"0"0,-4 9 1,9 6-292,36 7 63,16 12-293,-3 3 62,16 10-81,-22 13 4,-9 14-3390,-13 0 3544,-16 30-394,-18-9 259,2-12 1,-3 0 6,-2-6 1,-3-2-34,2-1 1,1-1 67,-11 16 86,15-12 205,12-12 59,21-9-311,4-8-80,15-6 1,6-4 890,-5 1 1,2-1-1060,1 0 0,2-1 1,0 0-433,14-3 1,1 1 493,2 1 1,-3 0 0,-23 5 0,-4 0-1,21-1 1</inkml:trace>
  <inkml:trace contextRef="#ctx0" brushRef="#br1" timeOffset="458573">14804 3895 13698,'-4'-7'6083,"1"2"-4689,3 5 730,0 0-1716,2-49-66,8 25-208,-4-7 1,2-1 72,15 8-73,0 0-55,1 4-51,-6 6 5,6 2-3419,3 5 3403,1 2 0,6 7-29,-8 5-4,-5 7 27,-8 5 17,-6 3 5,-8 2 3410,-6 1-3382,-6-2 23,-4-3 51,1-6 38,5-4 41,5-6 15,4-3 23,2 0-212,6-4-12,5 1-12,12-2-21,7 2 16,9 3-11,6 5-11,3 6 16,-3 4 7,-9 4-7,-13-4 118,-20 13-11,-27-4-67,1-5 0,-5-2-34,-9 0 0,-4-3-483,-4 1 0,-1-2-2091,-1-1 1,2-2 1927,6-2 1,4-2-1,-7 1 1,21-6 0</inkml:trace>
  <inkml:trace contextRef="#ctx0" brushRef="#br1" timeOffset="471331">14850 4698 11290,'-7'1'3388,"-24"3"1,-7 2-1781,-8 3-1484,-3-1 1,-2 2 371,18-3 0,3-1 383,-23 5 122,17-4-637,18-7-42,27-10-227,24-9-64,-3 3 0,5-2-438,9-3 0,3-1 424,8-3 0,2 0-209,-18 8 0,0-1 1,0 1 205,18-9 0,-2 1 14,-6 3 0,-2 0 17,-9 3 0,-2 1-2741,19-9 2623,-25 11-588,-10 7-3668,-16 7 4329,-1 5 0,-2-3 0,0 3 0</inkml:trace>
  <inkml:trace contextRef="#ctx0" brushRef="#br1" timeOffset="472681">17473 3692 21920,'-8'-19'1121,"-1"3"-987,-3 15-50,-10-1-11,-10 1 6,-11 1-23,-2 1 0,0-1 0,8 0 5,8 0-16,9 1-6,8 0 6,3 1 22,4 1 6,0 2-23,1 2-3234,-2 12 3368,-1 2-16,-3 14-33,0 1-51,1 2 0,1-1 0,4-4 5,1-7 3415,3-6-3380,0-8 156,1-6 129,0-4-90,1-5-140,3-5-67,1-6-22,3-6-17,4-6-62,-3 8 0,5-3-33,-1 12 27,8 0 29,7 5-23,29 6-16,-12 1-324,-5 2 1,2 1 306,19 6-1606,-19 0 1,0 0 1565,9 5-94,-4 18 88,-46-18-44,-25 22 62,-10-18-71,-15 4 1,-7 1-106,14-8 0,-1 0-473,-1 1 1,-3 3 0,4-3 1362,6-4 0,4 0-664,-3 4 0,6-2 0,16-8 0,0 1 0</inkml:trace>
  <inkml:trace contextRef="#ctx0" brushRef="#br1" timeOffset="473057">16955 4663 17283,'-52'18'1245,"1"-1"0,6-1 1,9-4-1017,19-6 668,9-3-483,9-3 337,11-3-264,16-6-151,24-11-193,-2 1 0,5-3-1015,2 0 0,0-1 883,-17 8 0,-1-1 0,3-1 29,2-1 1,4-1 0,-1 0 0,-4 1-458,15-7 1,-2 0 427,-7 4 0,3-1 0,-6 3-188,-7 1 1,-8 5-14,-3 2-2134,-13 6 2324,-11 6 0,-2-1 0,-2 1 0</inkml:trace>
  <inkml:trace contextRef="#ctx0" brushRef="#br1" timeOffset="487205">19268 3488 9202,'2'-10'7707,"1"2"-5496,-3 8-1130,0 0-450,-10-6-334,-3 17 181,-11 3-248,-3 20-79,0 6-61,1 5-57,7 0-5,6-2 583,9-5-583,11-4 28,8-7-23,12-6 7,9-8 4,7-8-10,6-12 0,1-7-18,-4-8 57,-10-1 67,-14 1 51,-12 4-29,-13 6-117,-12 4-28,-14 5 5,-11 1-22,-7 3 22,0 0 12,3 0 33,6-9 12,9-8-7,12-13 40,10-10 67,20 5 1,6-1-91,0-4-2,7 8 0,3 3 81,2 9-34,8 1-61,-1 8-11,-3 10-62,-3 11-23,-7 10 35,-9 13-29,-7 11-34,-10 9-628,-9 9 66,3-31 0,-3 0-1113,0 0 1,-1 0 1707,0-1 1,1-2 0,-3 2 0,5-6 0</inkml:trace>
  <inkml:trace contextRef="#ctx0" brushRef="#br1" timeOffset="487599">18595 4703 21801,'40'-24'267,"-1"0"1,0-1 0,2 0 0,1 0 0,3 0-175,11-3 0,3 1 1,-3 2-484,-15 6 0,-1 0 1,3 0 431,8-3 0,5-2 0,1 1 0,-4 2 127,3-1 1,-3 3 0,-2-1-1265,-5 3 1,-1 0 0,-2 1 1130,16-6 1,-13 5 983,-34 13-1043,-6 1-515,-4 6-5640,-6 3 5728,-2 2 0,2-1 0,1-3 0</inkml:trace>
  <inkml:trace contextRef="#ctx0" brushRef="#br1" timeOffset="671217">3588 8315 21651,'-44'-5'925,"0"1"0,4 0 1,10 0-825,23 1-30,17 1-16,5-1-8,20-1 0,9-3-39,0 0 0,3-1-736,0 0 1,4-1 0,0-1 657,0 0 0,-1 0 0,1 0-550,1-1 1,0 1 0,-2-1 235,9-1 0,-1-1-1175,-13 3 0,1 0 0,-6 2-1538,12-4 3097,-17 5 0,-7 1 0,-18 4 0,-6 1 0</inkml:trace>
  <inkml:trace contextRef="#ctx0" brushRef="#br1" timeOffset="671378">4098 8181 14645,'-6'1'8822,"1"0"-8279,5-1 347,0 0-660,-41 73-174,31-38-328,-4 6 1,-2 10 0,5-5 184,11-6 0,3 0-677,0 20 0,2 2-1670,3-7 1,1-3 1855,1-5 0,0-4 0,5 12 1,-5-26-1</inkml:trace>
  <inkml:trace contextRef="#ctx0" brushRef="#br1" timeOffset="671618">5198 8230 23075,'0'-5'2744,"0"1"-2469,0 4-74,-88 1-1208,59 12 1,-2 2 1043,-11-3 0,-6 0 1,6 4-27,3 16 0,6 5-90,3 1 0,3 1 70,5 0 1,5 1-65,5 0 0,6 0 45,9-1 0,6-2-353,13 17-1070,22-22 1,10-7-2913,-4-13 1,2-4 4362,-8 0 0,3 0 0,-4-3 0,-2-4 0,-5-2 0,8-3 0</inkml:trace>
  <inkml:trace contextRef="#ctx0" brushRef="#br1" timeOffset="671844">6160 8231 24267,'-62'1'795,"0"0"1,9 0 0,6 0-628,11 1-135,18 0-66,16-2-7,21-5-156,27-2-106,-7 0 0,5-1-270,1 2 1,4 0-1,-2 0-372,4 0 1,0 0 93,-5 2 1,3 0-1,-6 2-1771,-9 2 0,-2 2 2621,5 3 0,-2 0 0,1 1 0,-14 5 0</inkml:trace>
  <inkml:trace contextRef="#ctx0" brushRef="#br1" timeOffset="672194">6259 8509 19462,'-48'25'1344,"0"0"0,0 0 1,0-1-1,2 1 0,8-5-901,-4 2-315,8-1-100,21-11 62,27-7-28,30-13-57,-5 1 1,3-2-172,-2 0 0,3-2 125,8-4 0,5-3 0,-2 1-706,3-2 0,0-1 713,-5 1 1,3-1-1,-4 0-17,2-5 1,-6 0-78,-11 1 1,-6-1 99,4-26 23,-37 3 44,-31 6 45,6 24 0,-5 3-50,-5 2 0,-1 3 139,1 3 1,1 1 285,-22-4 1370,21 5-1672,21 3 215,11 2-406,9 2 12,10-1 39,21 9-12,24 9 12,-22-1 0,1 3-201,2 3 0,-1 5 158,-3 2 1,-4 5-112,-4 0 0,-6 6-3259,-8 16 0,-7 2-1520,-3-20 1,-2 0 4816,-7 10 1,-1-7 0,-1-18 0,2-10 0</inkml:trace>
  <inkml:trace contextRef="#ctx0" brushRef="#br1" timeOffset="672818">8867 8308 16087,'-26'-55'586,"0"-1"0,2 6 1,-3 15 1911,-18 37-2475,-5 29-4,24-1 1,2 6 301,-2 9 1,3 4-319,3 6 0,3 2 2,3 5 1,5-2-9,3-12 1,4 0-12,7 7 0,9-1-9,10-9 1,8-4 19,0-2 0,4-4 14,11-2 1,2-10 395,-8-15 1,1-9-383,-2-7 1,-1-6 18,-2-9 1,-3-7 971,-1-8 0,-4-5-974,-2-7 0,-5-4 25,-2-2 0,-5-2 20,-4 0 0,-6 1-3,-6 5 0,-6 2-168,-6 6 1,-6 4 153,-7 7 0,-6 6-31,-5 6 0,-4 5-6,-2 4 1,-2 6-23,2 6 1,1 4-29,4 4 0,2 4-14,6 5 0,4 5 340,5 3 0,5 5-438,3 3 1,5 2-152,5 5 0,6 1-495,6 2 0,5-1-443,5 1 0,8-1 1218,6-10 0,6-1 0,-5-3 0,-9-3 0,0-3 0,13 0 0,0-1 0</inkml:trace>
  <inkml:trace contextRef="#ctx0" brushRef="#br1" timeOffset="673426">9940 8147 24839,'-14'-48'694,"-1"-1"1,6 6-1,-6 10-374,-31 18-248,9 19-27,-17 12-39,12 19-476,8 19 458,20-21 1,4 3-14,3 6 0,2-1 8,4-6 0,3 1-87,9 20 1,7-1-579,1-17 1,4-1 238,11 16 1,6-4-320,3-13 0,5-8-303,5-4 1,3-6-680,5-5 0,2-8 1164,0-7 0,-1-8 605,-2-5 1,-4-7-80,-4-7 0,-4-5 648,-4-5 0,-4-2 165,-6-3 0,-3-1 42,-4 1 0,-4 1 28,-7 5 0,-3 1 219,0-22-432,-20 16 579,-8 13-1005,-4 10 1184,4 11-1408,6 6 1057,4 13-1001,1 10 63,2 18-74,0-1 11,4-2 1,2 1-79,4 20 47,-1-16 1,2-1 8,8 22-11,-3-18 50,3 1 6,-11-29 17,4 3 72,-6-26-44,3-14-29,6-18-38,5-17-282,-7 25 1,1-1 302,0 1 1,2 1 51,16-24-18,0 13-44,1 11-12,1 11-16,5 9-34,5 7-6,17 21 23,-18-2 0,8 13-57,-10 18-721,-8-3-49,-10-11 1,-1 2-7806,10 17 7875,-5-11 1,-10-17-1,-5-13 1</inkml:trace>
  <inkml:trace contextRef="#ctx0" brushRef="#br1" timeOffset="673651">11574 7849 26222,'-6'-47'666,"0"-1"1,1 4 0,1 15-595,2 28-66,12 14-3,8 12 0,3 3 2,17 18-659,-13-15 0,5 5 0,0-1 631,9 10 1,1 1 12,-6-6 1,2 3 0,-2 1-51,0 2 0,-1 2 1,-4 1-607,-4 1 0,-3 3 0,-7 0-2241,-9 3 0,-6 1 0,-4-3-2009,-4 10 1,-7-4 4365,-10-3 0,-2-10 0,3-13 1,10-16-1</inkml:trace>
  <inkml:trace contextRef="#ctx0" brushRef="#br1" timeOffset="674735">4549 10516 16717,'0'-8'5478,"0"2"-5148,-21-25 1,-10-2 89,-9 16-550,-2-14 0,-4 6 275,13 28 1,1 9-1947,-7 10 1,2 3 1817,-6 6-20,18-2 0,6-1 899,13-4-885,13 39 0,4-32-1103,5 1 1,4 0 1102,25 3 3,-12-13 0,2-2 63,-6-4 1,2 0-89,19 5 0,-1-1 1033,-18-6 0,-2 0-1014,11 6 1,-5 2 8,-7 13 33,-35 3-22,-28 3-11,-10-8 783,-3-10 0,-1-2-812,-4-2-187,-3-4 1,0-6-1471,10-19-3803,-5-14 5472,43-11 0,8 10 0,7 10 0</inkml:trace>
  <inkml:trace contextRef="#ctx0" brushRef="#br1" timeOffset="674976">5347 10399 19339,'1'-3'4436,"0"1"-3848,-1 2-101,-62 8-118,17 11-299,4-9 0,-1 3 31,9 10 1,5 3-108,-3 11 9,12-11 0,4 2-26,6 17-100,20 0-169,21-2 63,7-11-1407,11-14 1,7-3 349,-9-7 1,2-2 1285,3 0 0,3-1 0,-5-1 0,-11-1 0,-3-2 0,-3 0 0,0-1 0</inkml:trace>
  <inkml:trace contextRef="#ctx0" brushRef="#br1" timeOffset="675527">6284 10329 26446,'-2'-8'-240,"26"0"49,18 2 1,7 3-2966,-3-1 1,-1 1 2684,-5 4 1,-3 1-67,13 4 524,-13 20-205,-27-7 5,-30 34 387,-20-14 106,7-10 0,-6 1 347,4-6 0,-3 0 0,3-2-414,1 0 0,1-1 146,-20 13 0,6-2-275,19-8 816,0 5-844,37-18-45,8-6-17,17-12 1,7-5-40,-4 0 0,1-1 1177,19-10 0,3-1-1157,-9 0 0,-2-2 36,-3-1 0,-3-2 9,-6 0 0,-5-2-85,-6-2 1,-5 0 125,2-20 76,-20 15 1,-8 2 170,-19-10-152,5 16 1,-5 2 263,-27-5 51,4 12-135,14 10-163,16 6 769,11 4-986,5 1 473,8 10-418,11 12-28,19 19-17,-11-13 1,0 1-495,-1-4 1,0 2 300,15 17 0,-2 2-280,-15-12 1,-3 1-962,8 16 1,-5 1 1467,-15-14 0,-4-3 0,-3 10 0,-6-21 0</inkml:trace>
  <inkml:trace contextRef="#ctx0" brushRef="#br1" timeOffset="676067">9249 10162 25875,'-53'-3'58,"0"-1"0,3 9 0,9 12-47,22 28 0,10 8-588,-2-11 0,3 1 571,4 1 1,2 3-1,4-4-42,5 1 1,5-2-26,6 3 0,6 2 0,1-6-385,2-6 1,5-5 307,5-5 1,5-1-1,0-6-506,9-6 0,1-5 392,-1 4 1,4-4-1573,-4-11 1,4-4 0,-5-2 1835,-6 0 0,-3-2 0,3 0 0,-8 2 0,-19 2 0</inkml:trace>
  <inkml:trace contextRef="#ctx0" brushRef="#br1" timeOffset="676935">9462 10183 13502,'-2'-4'8183,"1"0"-5847,1 4-2022,-51-48-29,22 45-156,-7-15 0,-1 5 72,-1 45-38,-2 13-442,20-19 0,2 3 324,-1 3 1,2 3 7,1 3 0,1 2-25,2 2 0,2 0-9,1 3 1,3 0-15,2-2 1,3 1-3,7-2 0,2-2-3,10 21-3,12-24 0,8-3 11,-4-16 1,3-3-436,19 7 1,4-6 462,-1-11 1,2-7 16,2-5 0,0-5 11,-1-6 1,-2-4 27,-4-5 1,-4-4 5,-6-4 0,-4-3-56,-11 8 0,-3-4 23,-6-3 0,-2-4 1,-4 1 9,-2-2 1,-4-2 13,4-18 1,-7 0-242,-12 17 1,-7 3 223,-7 4 1,-6 4-20,-9 5 1,-5 5-24,-7 5 1,-3 6-443,-5 5 0,-1 6 431,-1 6 1,0 6-3,2 4 0,2 5-15,3 4 1,3 6-20,3 2 1,3 4-4,2 4 0,4 1 6,8-9 0,3 3-216,-2 18 1,8 0-256,11-17 1,6-1-639,4 16 0,9-3-2784,14-12 1,7-6 3906,3-4 0,1-4 0,17 5 0,-19-16 0</inkml:trace>
  <inkml:trace contextRef="#ctx0" brushRef="#br1" timeOffset="677234">10635 10093 24865,'-19'-30'28,"-1"0"0,-18-5 1303,22 68-1309,-8 22-1687,9-11 0,1 3 1642,5-3 1,2 0 8,-1 0 0,5 0 217,8-1 1,8-3-409,5-9 1,6-1-589,10 6 1,7-3-2485,-2-11 0,5-4 0,-2-2 2059,0 1 1,-2-4 0,5-1-1,-8-5 1,-22-5 0</inkml:trace>
  <inkml:trace contextRef="#ctx0" brushRef="#br1" timeOffset="678326">11239 10154 19826,'0'-6'4906,"0"1"-3399,0 5-1529,-29-54 11,21 44 22,-21-28-17,31 56 11,4 13 1,1 2 6,1 1-10,3 4 1,-1-2 3,0-7 39,8 31 89,-12-30 208,4 9 122,-12-27-161,-3-14-107,-7-12-34,-3-14-106,2-2 23,2-16 5,14-5-62,1 10 17,18-15-39,-2 34-11,3-3-6,7 16 12,21 18 49,10 10-515,-20-3 0,0 4 460,-4 2 0,-3 1-1,-7-5 1,0 2-418,9 9 1,-1 1 69,-1 1-3614,4 8 1,-2 0 3972,-10-7 0,10 12 0,-29-33 0</inkml:trace>
  <inkml:trace contextRef="#ctx0" brushRef="#br1" timeOffset="678534">12087 9908 22643,'0'-6'3372,"0"1"-2845,0 5-499,25 9-12,12 24-16,13 0-792,-7 11 0,0 5 700,-14-12 0,-1 1-181,-3-2 1,2 3-1,-5 0-1775,-3 12 1,-5 0 1524,-5-5 0,-3-3 1,-4 14-1,-4-27 1</inkml:trace>
  <inkml:trace contextRef="#ctx0" brushRef="#br1" timeOffset="679018">4201 12415 17169,'52'1'39,"0"0"1,0 0 0,0 0 0,1 0 0,3-1 0,1-1-1,1 0 1,0-1 0,1-1-1054,2-1 0,1-1 0,0 0 0,2-2 1,1 1 1113,-13 1 0,1-1 0,1 0 0,1 0 0,0-1 0,1 0 0,0 1-73,-2-1 0,0 0 0,1 1 1,0-1-1,1-1 0,0 1 0,1 0 1,0-1 110,-3 1 1,1-1 0,1 1 0,0-1-1,0 0 1,0 0 0,1 0 0,0 0-1,1 0-77,2-1 1,2 1 0,-1-1-1,1 0 1,0 0 0,0 0-1,1 0 1,0-1 0,0 1 23,-4 1 1,1-1 0,-1 0-1,1 0 1,1 1 0,-1-1-1,0 0 1,1 0 0,0 0-1,0 0-102,-5 1 1,1 0 0,0-1 0,0 1 0,1-1 0,-1 1 0,1 0 0,-1-1-1,1 1 1,-1 0 0,1 0 78,0-1 0,0 1 0,0 0 0,0 0 0,1-1 1,-1 1-1,0 0 0,1 0 0,-1 0 0,0 0 0,0 0-24,0 0 0,0 0 0,0 0 1,0 0-1,0 0 0,0 0 0,0 1 1,-1-1-1,1 0 0,0 0 0,-1 1-20,5-1 1,-1-1-1,0 1 1,0 0-1,0 0 1,0 0-1,1 0 1,0 0 0,0 0-1,1-1-9,-1 1 0,1 0 0,2 0 1,0 0-1,0 0 0,0 0 1,0 0-1,-2 0 0,-1 0 0,-2 1 1,-3 0-13,4-1 1,-3 1 0,-2 0 0,-1 0 0,-1 0 0,1 0 0,0 0 0,3 0-28,2 0 1,3-1 0,1 1-1,1-1 1,0 0 0,-2 0 0,-2 1-1,-4 0 1,-3 1-220,7-2 0,-6 2 1,-2-1-1,-1 1 1,2-1-1275,3 0 1,2-1 0,0 0 0,-2 0 0,-5 0 1522,12-2 0,-5 0 0,-7 1 0,-5 1 0,-10 0 0,-10-1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14:36:52.7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917 2077 16706,'-5'0'3467,"2"0"-593,3 0-2684,-15-52-39,24 24-112,-12-4 1,3 0 77,34-2-22,1 10-33,-6 8 0,2 2-12,25-3-33,-23 10 0,-1 3-6,11 4 22,4 8 21,-14 8-35,0 10 28,-14 15-15,-19-1 38,-15 9-5,-7-19 64,-15 6 218,9-17 0,0-2 97,-13 8-105,9-9 1,2-4 319,5-8-249,2 1 108,9-5-166,10-1-161,1 0-296,19 1 172,-2-1 18,31 4-219,-3 4 0,1 1-1266,17 4 1285,-16-2 1,-1 2 20,-12 0 0,-3 2-137,12 10 51,6 7-218,-45 19 24,-13-24 354,-10 2 1,-4-1-115,-27 3-452,18-13 1,0-1 41,-22 5-1965,-3-10 1816,29-22 0,5 7 0,16-9 0</inkml:trace>
  <inkml:trace contextRef="#ctx0" brushRef="#br0" timeOffset="216">1881 2175 24850,'59'1'-425,"-15"-3"1,-4-2-1,-10-1 1,16-3-1</inkml:trace>
  <inkml:trace contextRef="#ctx0" brushRef="#br0" timeOffset="1151">2917 2137 20397,'-50'-6'1030,"-1"1"1,7 0 0,10 1-925,18 4 96,15 0 84,22-2-2258,12-1 0,3-2 2039,24-2-20,0 0 1,3-2-19,-12 2 0,0-1-12,-8 1 0,2-1 0,0 1-25,0-1 1,0 0-1,-1 0-78,-1 0 0,-1 1 1,-1-1-277,16-2 1,-3 1-475,-8 1 0,-3 1-1494,19-1-1104,-27 4-1221,-25 5 2301,-26 4 1358,-18 3 996,-17 2 1125,-5 0 3009,2-1 89,8-3 555,9-3-2190,9-1-260,6-4-1033,7-3-479,5 1-430,4 0-235,3 4 41,1 10 14,-1 14-18,-2 21-38,-1 3-784,-1 3 0,-2 4 568,2-9 0,-2 1-7,1-2 0,0 5 1,0-2-128,1-4 0,1-2 0,0 1-604,0 19 1,3-2-645,5-4 0,7-4-1371,3-9 1,7-5 2195,9-8 1,2-5 0,4 1 0,1-13-1</inkml:trace>
  <inkml:trace contextRef="#ctx0" brushRef="#br0" timeOffset="1533">3940 2655 15201,'22'-41'1826,"0"1"0,-1-1 0,7-12 1,-6 5-584,-9 2-450,-17 17-457,-15 15-117,-18 15-68,-12 16-73,19-3 1,0 4-23,0 3 0,0 3-267,0 2 1,3 2 227,3 1 0,3 0-9,4 0 1,4 0 139,0 23-154,22-8 68,16-15-39,17-12-35,8-18 40,2-14 34,-4-14 16,-6-9 40,-11-3 67,-9 2 84,-11 6 11,-7 11 288,-5 9-495,-3 8-50,-5 12-7,-4 7 12,-3 13-22,1 8-23,5 7-22,5 1-123,12-1-4294,17 4 3693,-1-18-1878,29-1-3689,-2-24 5776,7-3 0,-19-3 1,-16-1-1</inkml:trace>
  <inkml:trace contextRef="#ctx0" brushRef="#br0" timeOffset="1977">4599 2382 17977,'-2'-59'2324,"-1"0"1,0 7 0,-3 7-1457,-12 3-347,2 17-314,4 13-145,7 7-51,3 7 17,4 21 17,6 13-20,-2-7 0,0 5-11,3 12 0,-1 0-187,-2-12 1,0-1 186,0 17 0,-2 0-3,-3 13-14,-3-25 1,-1 0 4,-2-4 1,0-2 9,-6 21-1,0-13 112,5-18 73,2-12-56,3-21-78,2-18-29,7-19 6,10-11-22,-5 29 0,3 1 0,21-22 11,6 11 135,3 14-140,4 10-12,2 11-34,2 14 23,-3 11 17,-7 14-11,-8 8-6,-12 5-17,-16 11 11,-12-19-16,-27 12-45,-12-21-29,13-12 1,-2-3-319,-3-2 0,1-4-1043,-13-7 107,13-11-7785,30-27 8304,13 2 0,-3 5 1,3 11-1</inkml:trace>
  <inkml:trace contextRef="#ctx0" brushRef="#br0" timeOffset="2326">5286 2499 26267,'5'45'186,"1"-1"1,1 2 0,-1-2-164,-1 17-4,3-28 1,3-3 8,6-6 45,23 7-4235,15-16 4190,-9-5 437,-2-16 1,-2-9-377,-2-13-58,-10 2 0,-1-3 36,-2-24 0,-9 1-11,-9-1-33,-6 23-18,-5 2-61,0 22-767,-1 1-701,11 20-4340,13 12 5864,10 16 0,-6-15 0,-8-7 0</inkml:trace>
  <inkml:trace contextRef="#ctx0" brushRef="#br0" timeOffset="3226">6022 2915 22907,'1'6'3859,"-1"-2"-6429,5-29 0,2-13 2648,-1 6-33,3-8 0,2-10 0,0 2 41,2 0 0,1-1-83,1-2 1,1-3 0,-1 2 10,3-6 0,0 1-10,-1 5 0,2-3 0,-3 6 4,-3 14 0,-2 0 7,1-7 0,0-5 0,-4 9 2,-4 2-6,-5-16 1022,-13 41-1033,6 5-28,-9 8 22,-1 27 6,-3 13 3,7-8 0,1 3 1043,3 3 1,1 1-1053,2-8 1,2 2 2,3 11 1,3 1-10,9 2 1,3-1-26,2 2 1,2-1 11,1-3 0,5-3-121,13-1 1,2-6 16,4-3-64,9-6 0,4-5 78,-23-15 0,0-5 84,14-2 0,-1-5 31,-10-6 0,-4-3-16,15-17-759,-23 8 0,-2-2 876,7-17 30,-11 10 1,-1 1 137,3-14-34,-7 4-129,-15 26 1,-17 10 496,4 9-547,-27 17 3342,22-5-3396,-2 7 1,1 4 3,-1 10-6,7-9 0,2 1 6,1 19-23,11-4 11,14-5-5,10-8 11,9-12 34,2-11-18,-6-12 29,14-23 6,-13-3-7,11-17-16,-17 15 118,-1-7-73,-13 22 112,2-4-141,-10 18-44,-2 5 23,-5 12-1,1 7-16,-1 10-17,7 5 5,5-8 6,21 9 11,6-17-22,23 2 5,7-19-562,-28-9 1,-1-3 579,22-9 4,-17-8 1,-3-5-350,-12 3 0,-2-2 352,10-18 1,-3-6 5,-7-2 1,-4-3-437,-7 15 0,0 0 0,-2-2 407,-1 0 0,0 0 0,-2 2 7,1-8 0,-2 2-132,-2-7 0,-4 6 219,-6 4 857,-7-6-941,-4 41 607,4 14-600,-11 32-13,8 13 0,5-8 0,2 3 212,4 4 0,3 1-221,1 5 0,3 2-16,5-8 1,2 3 0,0-3 4,0 3 1,3-1-19,2-3 1,3 1 0,1-4-109,3-1 1,2-3-225,5 9 1,1-1-337,-3-7 1,0-3-354,10 14-2715,-10-19 3774,-18-30 0,-1 1 0,-6-11 0</inkml:trace>
  <inkml:trace contextRef="#ctx0" brushRef="#br0" timeOffset="3409">7570 2645 21164,'-33'-29'960,"-1"0"1,1 0 0,-11-10-1,6 5-545,13 11 230,12 5-600,10 7 130,21 0-175,13 8 16,28 0-30,-22 5 0,1 2-225,6 0 0,1 0 141,3 1 0,-1 0 8,-11 0 1,1-2-626,12 0 1,-2-1-1705,13 0 2419,-17-3 0,-2-1 0,-5 2 0,-8-3 0</inkml:trace>
  <inkml:trace contextRef="#ctx0" brushRef="#br0" timeOffset="4083">8108 2329 26514,'-19'2'968,"3"0"-850,16-2 397,0 0-481,-1-2-23,2 1 0,0-4 0,3 2-33,2-1 39,1-2 5,-1 2 1,-1-1-23,-2 2 11,-2 2-11,-1 7-11,-2 5 11,-1 13-17,-1 9-17,3 19 12,2-14-29,9 16-72,6-19-235,11 7-465,7-4-1009,4-8-5713,5-10 7545,-8-9 0,-12-7 0,-11-4 0</inkml:trace>
  <inkml:trace contextRef="#ctx0" brushRef="#br0" timeOffset="4301">8324 2098 21343,'-2'-6'3703,"-1"2"-3014,3 4-78,0 0-533,-68-55-84,45 44-5,-16-17 0,5 10-23,27 35-274,12 11-655,14 8 111,4-4-2747,6-4 1,3-2 2750,8 6 0,5 3 0,-26-22 0</inkml:trace>
  <inkml:trace contextRef="#ctx0" brushRef="#br0" timeOffset="5033">8799 2276 18655,'1'-3'6044,"0"1"-4089,-1 2-1821,-75-3-95,34 23-28,-8-9 1,2 5-1,16 36 0,15 3 17,27 6-17,3-20 0,28 5-5,-3-25 16,-5-10 1,0-3-12,12 1 39,17-16 12,-30-13 11,1-19-12,-12-16-30,-15 21 0,-3-1-144,-4-3 1,-4 0 159,-2 2 1,-2 1 64,-17-23-45,-7 17-50,-6 17 62,-1 12-101,3 11-17,4 12-40,7 16 29,13-3-96,7 21 40,17-7-527,10 10 152,3-11-659,3-11 0,4-2-393,-4-9 1,1-2-269,15 6 1,3-3-15,-5-7 0,0-4 1092,-1-5 1,-2-3 1635,-4-3 0,-2-4 3024,17-20-268,-19-6-1383,-17-5-925,-10 3-493,-8 5-263,-1 8 275,-1 10-729,2 8-117,-1 7-12,2 13-27,-2 13 27,-1 16-28,2 11 1,1 3 33,5-2-23,4-4 29,3-10 0,3-12 89,-1-12 50,1-12-83,4-18-17,8-16 0,8-20-40,-14 19 1,1 0-1660,6-6 0,0 1 1659,8-12-16,-10 22 0,1 4 22,5 8-22,8 2-23,8 24-10,-13 0-1,17 26 6,-16 0-3,-14-11 0,0 1-37,-1 2 1,-3 2-205,0 2 0,-1 1-818,-1 2 0,-1 1 1073,3 5 0,-2-3 0,1 6 0,0-5 0</inkml:trace>
  <inkml:trace contextRef="#ctx0" brushRef="#br0" timeOffset="6066">10849 2385 23635,'-17'-51'670,"1"1"0,2 5 1,-1 12-638,-1 26-38,1 18 5,4 15-23,4 21 23,6 15-2196,10-16 1,3-1 2096,-4-12 1,3-1-373,10 14 1,4 0-314,-8-16 0,1 0-1376,4 8 1,-2 0-2162,-4-2 0,-2-1 4321,2 20 0,-11-22 0,-5-18 0</inkml:trace>
  <inkml:trace contextRef="#ctx0" brushRef="#br0" timeOffset="6243">10863 2868 19025,'-30'-52'1059,"1"0"1,-1 0 0,3 5 0,1 1-1,2 10-353,-13 2-257,-2 4-74,-7-1-112,10 10-157,16 10-128,11 6-68,21 2 40,23 2-65,-3 0 0,5 0-765,12 0 0,7 0-379,-3 1 1,4-1 0,-2 1-1909,5 0 1,1 0 3166,-8 0 0,2 0 0,-13 0 0,-14 0 0,-8 0 0</inkml:trace>
  <inkml:trace contextRef="#ctx0" brushRef="#br0" timeOffset="6826">12507 2388 16121,'-3'-6'6239,"2"1"-5444,-15-30 1,-6-7-343,-5 10-696,3-12 0,-4 3 478,-16 20 195,1 14-390,-11 2-18,5 14-22,10 15 11,19-1 189,10 21-200,15-16-6,10 4 1,5 1-218,1-7 0,4-1 224,5 3 1,3 1 0,0-1-203,8 2 0,0-2 203,-2-1 1,0-1 3,-7-3 0,-4 0 27,-8 2 57,-3 8 11,-39-14 6,-23-7-79,-4-4-210,9-7 1,-2-3 206,-7-5 1,1-3-40,1 0 0,1-2-118,-2-3 0,6-2-1134,2-8 385,22 10-7297,26 1 8178,7 8 0,0 1 0,-3 2 0</inkml:trace>
  <inkml:trace contextRef="#ctx0" brushRef="#br0" timeOffset="7317">12835 2462 26267,'11'53'9,"0"0"1,1-4-1,2-1-1,6 6 1,3-1-4,-3-8 1,1-1-3,-1 0 0,0-3 2,-5-9 1,-2 0-6,1 3 0,-3 0 0,0 20 95,-2-11 51,-9-14-45,-9-37-73,-2-7-12,-5-16 1,-2-6-6,2 3 1,1-2-696,-9-21 0,0-4 712,3 2 0,1-1-21,7 17 1,0-1 0,1 2-8,-2-8 0,0 0 5,0-4 1,1 2-191,4 11 0,1 1 185,1 4 0,1 0-34,0-23 1,15 30-1,12 13-11,17 9 23,14 15 19,-20 1 0,0 4-153,2 6 0,0 2 150,-7-3 1,0 3-941,12 21 1,-3 1 934,-8-4 22,-3 0 0,-9-1 251,-24-9-234,-4-1-5,-35 0-51,7-17-303,-15-2-879,18-19-3802,19-15-175,15 4 4679,18-6 0,-10 21 1,-1 2-1</inkml:trace>
  <inkml:trace contextRef="#ctx0" brushRef="#br0" timeOffset="7716">13700 2372 24732,'-30'-29'246,"0"1"1,2 3 0,2 11-225,-18 38-5,12 7-11,10 8 11,11 6-17,11 2-6,11 2 17,10-8-11,7-7 84,4-12 112,-1-10 73,-3-13-39,-3-10-34,-1-13 39,-1-8 50,-4-2-10,-4 2-34,-5 5-23,-6 8-95,-2 9-95,-2 5-50,-1 8 11,-1 1 16,-5 20-38,0 3-40,-1 19-174,14-1-559,16 1-959,24-4-36,-13-23 1,4-3 1662,9-2 1,0-4-1,7 2 1,-2-7-1</inkml:trace>
  <inkml:trace contextRef="#ctx0" brushRef="#br0" timeOffset="8319">14429 2366 17031,'0'-6'6363,"0"0"-5282,0 6-432,-46-63-335,22 46-250,-6-18 1,-2 7 2,3 34-27,1 9-1,0 14-39,5 11-17,5 9-288,9 9 260,11 2-106,14 1-65,-1-32 0,4-2-190,6-2 0,4-2-289,5-2 1,3-4-683,4-3 1,3-4 191,2-3 0,1-4 255,1-6 1,0-3 640,-3-4 1,-1-4 532,-4-2 0,-3-4-667,0-6 1,-5-1 1437,6-10 1107,-5-15-363,-26 24-605,-6-4-227,-8 7-485,-7 9 295,0 4-664,2 8 3358,3 2-3408,1 9-18,2 5 7,1 12 4,4 6-16,7 4 17,8 0 6,9-3 21,6-8 46,2-8 28,-2-9 5,1-13 0,-3-9-17,1-14-22,-6-13-22,-4-10 16,-7-1 6,-5 4 17,-12 12-6,-10 13-27,-14 12 16,-9 8-40,-4 12-21,2 10-6,8 15-17,9 10-12,11 11-10,13 7-40,7-28 1,6 0-533,13 8 1,4-3-435,-6-10 1,2-2-2396,20 9 1,1-3 3422,-17-15 0,-2-3 0,21 12 0,-21-14 0</inkml:trace>
  <inkml:trace contextRef="#ctx0" brushRef="#br0" timeOffset="9366">16555 2434 23002,'-12'-55'793,"1"0"0,3 3 1,-7 15-547,-33 42-208,11 14-14,2 7 0,3 5 3,1 15-11,13-6 0,4 2-462,8 15 450,6-21 1,4 0 76,3-4 1,5 0-64,12 0 1,4-3 8,14 6 19,-7-18 1,2-5 148,14-12-5,8-14-34,-10-19-76,-29 8 0,-4-4-418,-3-15 1,-4 0 358,-2 12 0,-3 0 31,-3-15 1,-5 3 91,-10-3-64,-5 18 1,-4 3-2941,-27-3 2864,-4 9-1043,17 21 1,2 4 981,2 3 332,-22 15-472,37 3-246,3 11-1026,31 16-156,17-5 1999,-11-25 0,2-2-2263,12-1 0,2-5-764,-3-4 0,3-3 492,9 1 1,2-3 1478,-1-5 1,-1-4 1635,-5-4 1,-2-4 1491,-7-4 1,-3-3 5702,12-21-4974,-19 0-1278,-11 4-716,-10 10-3472,-8 7 2397,1 9 334,-3 8-419,1 13-16,-1 16-6,0 23 28,5-4 0,2 4-405,-1-2 1,2 1 384,1 0 0,1 1-8,2-2 0,2-1-194,1-3 1,2 0 195,-2-1 1,1-1-9,1-1 1,-1-3 11,0-2 89,-3-15 84,-1-20 785,3-47-947,-5 8 0,-1-5 2,1-15 1,-2-2-100,-1 6 1,-1 0 87,-3-8 1,-2 1 7,0 11 1,-1 0 13,-1 3 0,0-2 0,-1 1-8,-4-15 1,0 3-23,2 11 0,1 4 0,2 11 0,3 4-23,7-2-33,27 6-22,16 7 75,4 20 0,2 7 3,-15-2 0,-1 4-275,19 14 1,-3 5 296,-5 7-22,-14-4 0,3 6 0,-5-2-14,-8-5 0,-1 1 3,11 19 0,-6-2 5,-21-6 590,-29-8-573,-4-20-5,-3-6 0,-4-4 1417,1-3 1,-2-4-1477,-19-5 0,-1-5-555,12-1 1,2-2-455,-2-7 1,7-2-2243,4-9 2741,19-2 1,13 22 0,2 0 0</inkml:trace>
  <inkml:trace contextRef="#ctx0" brushRef="#br0" timeOffset="10066">17726 2631 26655,'21'-54'20,"0"0"0,0 0 1,-4 9-1,0 2 0,-2-1-5,-4 3 0,-1-1 0,-1 0-893,0-8 1,-1 0 0,-1-1 888,0 3 0,-1 0 0,-1 0 9,0-2 1,-2 0 0,-3 5 420,-5 6 1,-2 6-419,-7-3 585,-12 24-619,-2 37 28,-2 16-15,14-4 1,4 5-474,3 6 0,5 2 476,5 8 1,4 1-3,2-15 1,1 0 0,2 0-6,2 1 0,3 1 1,1 0-5,2-1 0,1 0 1,0-2-7,1-1 1,0-1 0,0-2-23,7 14 1,-2-3-65,-4-10 0,-3-3 1362,4 11-1734,-11-18-616,-12-31 268,-21-28 728,1-2 70,-3-3 1,-2 0 53,-6-5 142,0 2 1,-2 0-200,-9-5 236,13 13 0,1 2 229,-8-5 1208,10 10-1538,12 7 17,12 5-79,19 5-78,22 1-3,-6 4 1,3 2-411,9 1 0,3 1 427,5 0 0,0 0 5,2 1 1,-3-2 2,-12 1 1,0-3 5,3-4 0,-3-4 450,-2-8-405,4-14-12,-29-1-5,-10 6 123,-14-7 85,0 13 846,-4-4-606,0 4-268,11 9-102,-3 0-95,6 7-44,2 8 27,6 13-22,6 20-67,9 17-259,-2-5 26,-3-7 0,1 0-380,-6-13 0,0 0-1494,5 13 1,-1-1 2201,3 11 0,-9-23 0,-5-17 0</inkml:trace>
  <inkml:trace contextRef="#ctx0" brushRef="#br0" timeOffset="10243">18517 2028 20862,'16'29'-1118,"0"-1"1,1-2 0,0 10-1</inkml:trace>
  <inkml:trace contextRef="#ctx0" brushRef="#br0" timeOffset="11010">18822 2417 20537,'3'-4'4834,"0"1"-4033,-3 3-331,29-64-190,-20 43-218,8-15 0,-3 6-29,-11 26-33,-1 14 11,1 13 1,1 19 16,-1 15-326,-1-24 0,0 2 292,0 0 1,-1 1 7,1-1 1,0-1 3,1 27 5,-1-15 39,-1-17 51,2-17-17,6-21-39,6-16 0,2-5-17,6-13 14,-4 7 0,0-2-23,-4 8 1,-1 0-4,1-1 1,1 0 0,3-6 0,0 2-6,-3 6 0,1 2 6,11-11-22,-5 17-1,1 11 34,1 17 0,4 14-11,2 20-6,1 10 32,-18-21 1,0 1-44,-2-1 0,0 0 6,5 26-12,-4-10 17,-4-12 12,-3-13 38,-1-12 1,2-15-29,3-13 437,6-14-475,5-13 5,1-3 33,1 3 1,-4 10-17,-5 16 11,-2 8-40,-1 11 24,6 10-12,6 9-12,8 11 12,6 4 12,5 1-12,4-4 16,2-6 12,0-11 0,-3-8 23,-5-15 16,-7-9-28,-5-14 23,-8-9 22,-6-9 22,-7 0 30,-3 5-136,-3 14 0,-1 12 0,0 12 0,-1 6 0,-2 20 0,1-3 0,-3 46 0,3-9 0,1-14 0,3 3 0,6 2 0,2-1-46,6 16-215,-3-26 1,4-3-1532,25 9-2246,-7-19 4038,11 2 0,-24-19 0,-11-3 0</inkml:trace>
  <inkml:trace contextRef="#ctx0" brushRef="#br0" timeOffset="11144">20268 2062 19882,'0'0'0</inkml:trace>
  <inkml:trace contextRef="#ctx0" brushRef="#br0" timeOffset="11627">20795 2231 27264,'-30'-18'39,"13"16"-53,24 31 0,12 14 8,0 3 1,1 0 10,-2-5 1,0 0-1045,3 6 0,-1-1 1072,4 10-38,0 1 640,-12-24-629,-2-1 344,-5-16-411,-6-13-242,-9-17-285,-13-18 263,3 7 1,-1-2 86,-5-6 0,-1-1 201,0-1 1,1 0 42,3 0 0,3 0 50,4 5 0,4 0 224,-1-22 112,10 13-5,7 11-158,1 12-122,5 18 1135,-2 19-1208,-3 24-6,-8 15-417,-7-16 0,-3 1 392,1-6 0,-2 0-29,-3 7 1,0-1-120,0 9-970,7 5-2593,17-20 3708,5 2 0,-1-19 0,-1-11 0</inkml:trace>
  <inkml:trace contextRef="#ctx0" brushRef="#br0" timeOffset="12250">21466 2324 20901,'2'-7'4873,"0"1"-4609,-2 6 88,-20-62-60,-20 48-225,14-14 0,-3 5-31,-3 28 1,0 10-217,4 1 0,2 4 188,2 3 1,2 1-3,-9 18 10,6 14 18,18-10-17,8 9 16,26-2-16,7-18 11,8-11 34,4-20 5,-7-17-6,-11-3 1,-1-4 17,14-26-43,-21 17 0,-3-1 9,-2-11 67,-7-6-45,-6 28 50,-1-2-72,-3 19-34,1 17 0,-1 8 12,11 27-7,14 6-10,0-7-49,-2-22 1,4-3 70,19 1-17,2-2-3,-14-14 1,1-4-138,22-12 149,-14-8 0,1-5-4,-7-5 1,-3-4-238,0-1 1,-3-4 234,-2-11 0,-4-2-467,-5 2 0,-1-2 451,-4 8 0,-1-2 0,-1-2 19,-2-4 0,-2-3 0,-3 3-1,-2-10 1,-5 3 11,-4-2 0,-5 6-2514,-19-5 2492,6 24 88,-2 16-78,15 24-21,-3 21-6,8 31-181,5-17 1,1 3 188,3 10 0,2 2 3,-1-15 0,0 1 0,1 0-77,1 2 1,1 1 0,0-1 66,1 1 1,1-1 0,1 1-21,0-3 0,2 1 1,1-2-76,2-2 0,0-1 1,2-2 682,9 15 1,3-4-1515,-1-8 1,3-6-1754,-2-10 1,2-4 2084,15 1 1,-16-17-1,-15-6 1</inkml:trace>
  <inkml:trace contextRef="#ctx0" brushRef="#br0" timeOffset="12626">22142 2328 21181,'-40'-30'1408,"-1"-1"0,3 3 0,8 4-927,21 14-262,3 3-186,13 4-33,15 8 6,7 2-6,31 11-6,-29-7 1,3-1-329,16 5 1,2-1 347,-9-5 0,-1-1-14,-3 0 0,-3-2 23,17-11 22,-13-16-12,-3-8 51,-7-15 95,-18 2-44,-7 10 397,-5-9-174,-4 17 57,-1-8-331,1 17-6,1 4-84,2 9 639,1 2-638,-3 17 23,1-2-23,-2 45-29,2-6-163,1-21 0,1 0 130,2 22-2498,6-6 0,1-2 1528,2 1-1162,4 2 1,2-4 1650,2-21 0,-6-7 0,-8-13 0</inkml:trace>
  <inkml:trace contextRef="#ctx0" brushRef="#br0" timeOffset="12820">22953 1872 24884,'-8'-41'-68,"0"-1"0,1 3 0,1 15-189,4 31-51,2 15-400,0 18-467,4 14-2602,4-11 1,1 0 3792,8 14 1,0 1 0,-9-43-1</inkml:trace>
  <inkml:trace contextRef="#ctx0" brushRef="#br0" timeOffset="13500">23327 2137 23430,'0'-5'2774,"0"0"-2845,0 5 912,-51-62-716,25 46-71,-7-18 1,-2 8 388,1 47-138,12-3-2086,6 14 0,2 2 1882,5 3-82,2 2 1,2 3-628,7 14 535,2-23 0,2 1-75,12 25-197,8-15 139,4-16 491,5-17-178,3-22 22,4-17-9,-2-19-79,-22 17 0,-2-4 1387,-2-2 0,-3-2-1415,-4-2 1,-1-1-44,-2 3 0,-3 1-45,-3 5 1,-2 1 465,-9-17-295,-7 15 38,0 15 62,5 10 97,2 12-54,4 9 204,4 12-837,6 8-546,12 6-550,12 4-843,12 0-1858,9-2-3038,6-8 2604,1-11 5412,2-17 2248,-22-10 3319,-4-18-1596,-22-7-2152,-2-9-1032,-3 0-664,2 7-514,2 8-380,5 11 31,6 8 362,8 15-196,8 12-39,-9 4 0,-2 4 44,9 15-266,-11-6 0,-4 1 197,-6 15-98,-1 7-359,-11-11-380,-1-17 509,-3-14 197,6-13-93,12-18-41,18-11 85,-5 3 0,3-1 44,7-3 1,3 0 57,14-5 0,2 3-380,-18 7 1,1 1 368,10-1 0,-2 4 28,-4 7-8,0 7-16,-20 8-124,-8 30-535,-18 7-2044,-2-7 1,-2 2 2633,-3-4 0,0-3 0,-8 14 1,8-20-1</inkml:trace>
  <inkml:trace contextRef="#ctx0" brushRef="#br0" timeOffset="15109">5201 5260 20492,'-2'-11'1689,"-12"-28"0,-3-4-866,3 16-605,-4-14 1,-1 5-79,7 27-95,-2 21 56,-5 17 11,-10 26-73,11-18 0,0 2-509,-1 4 1,2 1 477,1 0 1,2 1-12,4-2 0,4-1-141,3-4 0,5-1 133,6-5 0,6-2-1,30 14 26,-12-28 0,4-6 22,5-5 1,3-6 36,13-13 0,-2-4-284,-16 4 1,-2-3 294,12-14 0,-5-5 8,-23 8 1,-4-3-6,2-8 0,-5-3-23,-8-2 1,-6 0-15,-7-1 0,-5 1-5,-5 2 0,-4 3-6,-2 5 0,-3 4-8,-1 7 0,0 4-20,-14-2 872,-8 18-923,22 19 71,-5 15-1246,20 17 1215,13-14 0,3-2 0,-2 5 0,8 1 0</inkml:trace>
  <inkml:trace contextRef="#ctx0" brushRef="#br0" timeOffset="15917">7497 5489 22436,'2'-44'837,"1"0"1,-1 0-1,1-15 1,0 9-306,-2 15-359,-1 17-66,0 11-124,-1 9 17,-1 13 33,1 15-5,-2 20-25,2-20 0,0 3-371,0 10 1,-1 0 367,1 15-1572,0-14 1,1-5 1565,2-10 23,2 12 190,1-32 241,0-12-414,-1-8 16,1-27 1,-2-8-43,-1 14 0,-1-3 37,-1-14 0,-1-1-20,-1 7 0,0 2-14,0-1 1,-1 2 100,-3-13 419,1 32-598,1 5 3414,-4 23-3358,-4 19 2,2 3 1,1 4 25,-5 17-26,7-12 1,3 1 13,8 8-27,12 12 0,0-22 33,2-10 34,-9-19 50,-6-12-34,-1-11-33,-5-16-1696,-3-2 0,-1-3 1685,-5-16 11,1 11 0,0 0-39,-1-7 39,-2-2 39,4 16-140,5 18 23,2 10-29,3 17-128,4 17-1585,1 26 1792,-1-12 0,1 0 0,-1 7 0,-1 2 0</inkml:trace>
  <inkml:trace contextRef="#ctx0" brushRef="#br0" timeOffset="18050">5018 6647 17294,'-5'-50'1783,"1"0"0,0 5 0,2 5-915,5 5-285,0 11-303,-1 10-280,-2 8-17,0 9 73,2 11-22,-2 15-18,2 16 7,-7 12-206,2-25 0,-1 0 183,-1 0 0,-1 0-87,-3 25 82,3-13 38,4-14 191,1-15 84,3-15-162,6-18-51,7-20 12,7-18-242,-8 22 0,1-1 168,1-1 1,1 0-3,1 1 0,1 0 35,0 4 1,0 1-44,19-17-12,-3 15 0,-4 16 0,0 13-5,2 15-1,7 15-10,-8 1-32,-9 2 1,-1 4 317,2 19-424,-8-13 0,-1 2-596,-6-5 0,-2 1-782,0-1 1,0 0 1520,4 25 0,-4-25 0,-3-18 0</inkml:trace>
  <inkml:trace contextRef="#ctx0" brushRef="#br0" timeOffset="18250">5814 6687 24407,'-9'53'-1135,"-1"0"0,4-1 0,4-6 1135,11 1 0,-3-25 0,-4-14 0</inkml:trace>
  <inkml:trace contextRef="#ctx0" brushRef="#br0" timeOffset="18909">7523 6575 18240,'0'-6'4291,"-1"1"-2997,1 5-622,0 0-633,-34-11-67,16 47 6,-22-23 10,28 20 1,7 5-5,-6 13 16,-1 11 5,2-7-10,3-12 212,2-13-45,3-16 230,3-28-285,3-15 5,5-25-9,0 17 1,0 1-14,5-14 8,-3 17 0,1 3-20,6 0-55,7-3-1,6 9-22,22 9 6,-13 7-18,-6 8 1,0 3-11,16 12-17,-16 1 0,-1 5-99,-7 0 1,-3 2-518,-1 8 0,-3 2 16,-3 12-1725,-8 17-5480,-8-12 7844,0 3 0,-1-22 0,0-15 0</inkml:trace>
  <inkml:trace contextRef="#ctx0" brushRef="#br0" timeOffset="19243">8140 6959 20224,'3'-8'2694,"0"2"-1944,-3 6-117,0 0-403,61-68-57,-29 47-134,14-15 1,0 7 10,-14 37 40,-1 14-1,-26 15-58,-14 0 0,-4 1-26,-2 11 1,-1-14 0,-2 0 27,-9 12-27,11-19 5,-10 13 23,19-28 50,5-3-17,8-7 73,35-14-117,-10 4-23,4-3 0,3 0-20,-7 1 1,0 2-339,9-2 0,4 0-4558,9-2 1,-2 2 3568,-17 4 0,-3 0 1,29-5-1,-49 9 0</inkml:trace>
  <inkml:trace contextRef="#ctx0" brushRef="#br0" timeOffset="22516">9790 5232 16264,'-1'-46'1917,"1"1"0,0 5 0,1 3-247,4 0-953,-2 14-308,2-5-309,-4 20-88,-1 6 10,0 12 17,2 12 28,1 18-11,0-5 0,0 3-25,-1-2 0,-1 2-12,1 8 1,0-1-15,-2-8 1,0-1 11,0 1 0,0-3 17,0 13 185,0-9 156,0-26-218,0-9-45,-1-15-79,-2-12 18,-3-31-40,2 10-159,1-2 0,1-3 170,4-12-17,-1 24 1,1 1 22,5-15-11,-2 24-73,0 8 56,-4 17 0,0 24 0,-1 15 5,1 15 1,1 5-216,0-18 1,0 1 206,1 19 0,1-2 9,3 1-6,0-19 11,0-3 28,-4-21 34,2-2-28,-4-20-29,0-14 711,-1-4-713,-2-6 0,-1-3-2,-1-6-273,-2-13 0,0-3 269,3 23 0,0 1 6,-1-13 0,1 2 3,-1-2 34,1 14-79,0 20-23,-1 10 57,-2 19-1,1 16-21,0 29 21,2-14 117,2-11 1,0 0-123,4 13 0,2 8 11,3-11 17,0-15 89,-2-15-33,-3-9 73,-2-18-129,0-9 261,-1-17-323,2-7-229,3-1-2106,10-2-746,-3 19 2267,7 4 0,-13 19 0,0 1 0</inkml:trace>
  <inkml:trace contextRef="#ctx0" brushRef="#br0" timeOffset="23599">9997 6622 18481,'10'-54'1540,"0"-1"1,-2 7 0,-2 8-741,-6 15-374,-4 11-308,-1 7-107,-1 16 56,-2 29-61,4-3-6,1 2 0,0 2-6,3-7 0,0 0-182,0 10 1,1 2 173,1-2 0,1 1-1649,-1 11 1,-1-1 1667,-1 9-5,-1-25 0,-3-4 17,-12-8 5,2-10-2094,-28-5 2094,21-13-1275,-31-28 1287,34 8 729,0-3 0,0-1-635,-3-12 24,-5-5 16,2 10-5,-5 14-135,8 13 2231,-11 14-2231,10 11 3319,-2 11-3352,9 5 195,14 4-117,33 7-50,-2-15-164,4-12 0,5-3 180,-5-8 0,1-3-6,10 1 1,2-1-1,-2-2 1,0-3-6,1-2 0,-2-2-11,11-3-6,-1-7-83,-35 5-875,-2 2-1293,-9 3 2240,-6 12 0,-2-5 0,0 7 0</inkml:trace>
  <inkml:trace contextRef="#ctx0" brushRef="#br0" timeOffset="23993">9993 8247 18788,'-1'-43'1425,"-1"-1"0,1 1 1,-1-10-1,1 6-612,0-8-113,-1 29-414,0 3-306,0 17-3,1 12 89,0 34-66,1-8-9,-1 15 1,0 5-29,1-13 1,-1 0-486,0 19 0,0 2 346,2-9 0,1 0-141,2-2 0,1 0-1010,4 6 0,2-1 811,1-5 0,0-3 1,-3-12-1,0-3 0,5 9 1</inkml:trace>
  <inkml:trace contextRef="#ctx0" brushRef="#br0" timeOffset="25470">9868 8343 23814,'-26'-47'-11,"10"9"-113,55 36 1,17 9-48,-13-5 1,1 0-754,-1 0 1,4-1 0,-2 1 508,15 0 0,-2-1 485,-13 0 1,-1-1-928,12 2 0,-4-2 252,2-4 639,-20 2 0,-4-2 761,-7-7-129,-14-2-223,-8 3 1181,-8-2 429,-1 9-1796,-5-2 51,-4 9-44,-8 14-175,1 5-22,1 16-44,14-15 27,12 7 73,11-16-27,4 0 223,29-9-129,-7-14 6,19-10 67,-14-10 57,-10-7-68,-13-4-61,-11-1-102,-7 8 118,-15-6-117,-5 20-12,-14-4-38,-4 16-12,-3 8-23,8 3-10,-4 12-18,2 16 6,2 7 1,0 16-345,15-3 344,7-11-61,19 20-39,11-24-121,12-8 0,8-4 81,-10-12 0,3-5-127,15-1 1,1-6 174,-13-8 0,-2-5 72,-1-2 1,-2-4 44,-3-1 1,-2-2 5,-5-1 0,-2-2 47,13-24 74,-11 2 101,-8 6-85,-8 13 692,-5 5-597,-4 15-157,0-1-89,-2 7 241,2 2-269,0 6 67,1 7-22,0 3-6,4 19-22,0-5-6,5 13 0,-2-16 1,5 4 10,-5-17 45,2 1 90,-5-12 28,-1-9-101,0-9-51,2-8 40,0-11-28,1-2-6,1 0 17,2 5-17,1 8 12,2 8-34,3 7-40,4 9 57,7 9-1,6 9-16,1 7 0,-1 2 0,-7-1 28,-6-6-12,-6-7 6,-6-7 169,-3-6-130,-2-5 6,3-11-17,2-10-11,2-14 11,3-6 17,1-2 51,4-2-79,-6 21-62,2 5 6,-3 25 17,7 10-23,7 12 6,4 10-39,-1 9-84,-2 4-135,-1 3-285,5-1-589,9-6-1518,10-8-1108,9-12 1915,-10-13 812,-15-11 0,-1-3 3513,5-10 1528,10-9-907,-25-3-1249,-9 1-700,-6 6-448,-3 5-50,-2 7-544,-1 3-78,0 13 16,1 10 1,2 21 10,0 14-39,0-21 1,1 1-277,0 3 0,1 1 273,1 2 1,0 0 2,2-1 1,0-1 7,0-2 1,-1-3-14,6 23 34,-7-19-1,-3-19-11,-4-13 0,-16-25-33,-9-11 11,4 3 0,-3-4 39,-2-4 0,-1-2-28,0-6 0,0-1-515,2-5 1,4-1 514,4-2 0,6 0 11,4 2 0,6 0-17,7 3 1,6 2-221,5 3 1,4 4 219,5 3 1,4 3 13,3 4 1,2 3-12,2 6 0,2 4 0,1 4 1,1 6 4,0 6 1,1 6-1381,7 12 1,-2 5 1377,-14-7 0,-3 4 0,8 11 0,-5 3 128,-10 13-301,-10 10-466,-38-3-650,-7-27 1,-7-5 1288,-7 0 0,1-4 0,9-6 0,3-2 0,-14 3 0</inkml:trace>
  <inkml:trace contextRef="#ctx0" brushRef="#br0" timeOffset="30768">10649 9481 21982,'4'-46'1107,"-1"0"0,1 3 0,-1 10-798,-2 23-359,0 2-18,-1 13 113,0 11-39,-2 14-79,0 12-196,-1 9-499,1 5-1248,3 1-370,3-13 2386,9 6 0,-7-33 0,5 5 0</inkml:trace>
  <inkml:trace contextRef="#ctx0" brushRef="#br0" timeOffset="31250">11024 9466 24239,'12'-9'168,"-4"16"-123,-14 54-34,3-29 1,0 0 10,-3 30 0,-1-6-10,0-17 44,-9 5 11,0-26 45,-10 2 5,-1-27-10,-5-17 16,-2-16-602,-2-11 546,9 8 53,8 11 1,-1 2 8,-10-5-39,-16-8-40,4 28 0,-2 15-33,7 11-6,7 10 23,16 11 5,9 8-16,14 6 10,9 1 57,14-2 356,8-4-351,12-9-9,-22-20 1,1-2 3,5-4 0,1-3 5,4-5 0,1-3-511,4-4 1,-1-2 505,2-5 0,0-3 22,-2 0 0,-2-1-101,-4 0 0,-3 0 45,-6 3 0,-3 1-39,9-9-258,-15 9-321,-11 9-7907,-9 18 8637,-4 1 0,0 3 1,-1-7-1</inkml:trace>
  <inkml:trace contextRef="#ctx0" brushRef="#br0" timeOffset="31893">10571 10734 25517,'7'-37'84,"0"1"0,4-21-45,-11 72 11,0 9-10,0 15-24,3 9 18,1 4-17,4 2-28,1-3 27,-2-6 7,-2-12 150,-2-11 281,-2-13-101,0-16-241,0-15 0,2-18 0,2-16-212,-1 24 0,1 0 122,3-2 1,1 1 10,0 1 1,2 2 11,13-19-6,4 14-28,1 16-39,6 10 23,6 13-7,5 9-4,2 13-18,-1 10-89,-4 7-157,-5 7-17,-20-23 0,-2 0-406,-1 1 0,-1 1-3195,10 29 3898,-1-1 0,-11-25 0,-2-6 0</inkml:trace>
  <inkml:trace contextRef="#ctx0" brushRef="#br0" timeOffset="32243">11541 10850 26038,'20'-50'173,"7"12"-106,25 45-50,-9 8-17,-3 5 0,-15 14 0,-15 3-5,-7 13 13,-10-17 0,-4 0 26,-9 21-12,-6-4 29,9-18-29,10-16 1,1-3 279,10-7 17,41-18-330,3-1-20,-7 0 0,3-1-505,-7 3 1,-1 0 106,0 2 1,-1 0-1034,-2 3 0,-1 0 1462,24 0 0,-27 4 0,-11 2 0</inkml:trace>
  <inkml:trace contextRef="#ctx0" brushRef="#br0" timeOffset="34266">10289 12284 14432,'4'-9'6592,"-1"3"-4933,-3 6-489,21-61-1064,-15 45-78,14-40 34,-22 71-28,-1 3 22,1 31-17,1-8-6,3 21-16,0-10 22,0-1 6,-1-5 45,-7-6 95,-1-10 173,-2-12 175,3-9-169,3-11-146,1-12 34,2-15-56,2-14-34,6-11-33,7-3-6,5 4-11,4 8-89,-6 15 50,15-1-51,-1 18-16,23-2 38,6 13-44,-26 5 0,0 3-272,2 1 0,-1 3 241,1 4 0,-1 2-53,-1 1 0,-1 3-87,-4 2 1,-2 2-169,-4 1 0,-5 3-343,-4 1 0,-4 2-419,-5 1 1,-5 0 1100,-5 3 0,-2-2 0,-1 5 0,-5-8 0</inkml:trace>
  <inkml:trace contextRef="#ctx0" brushRef="#br0" timeOffset="34500">11368 12443 22358,'2'-8'3237,"-1"1"-2962,-1 7-35,0 0-206,0 20-23,0 5-117,3 20-393,3 2-1612,8 1 2111,9 2 0,-10-22 0,2-5 0</inkml:trace>
  <inkml:trace contextRef="#ctx0" brushRef="#br0" timeOffset="34760">11991 12196 24872,'38'-12'-402,"-1"-1"1,4 2 0,0 4-579,5 5 0,-1 4 308,-1 0 0,-2 1-942,-5 1 1,-3 2 1613,19 13 0,-27-9 0,-10 2 0</inkml:trace>
  <inkml:trace contextRef="#ctx0" brushRef="#br0" timeOffset="34934">12240 12362 25438,'-8'1'314,"17"-3"-633,44-13-740,9 2-1338,-30 8 0,0 1 981,21-4 1,-20 4 0,-15 2 0</inkml:trace>
  <inkml:trace contextRef="#ctx0" brushRef="#br0" timeOffset="39535">13063 12313 9716,'3'2'8312,"-2"0"-4745,-1-2-1992,1-62-416,0 31-563,-1-12 1,-1-1-42,-2 15-158,0 0-262,0 17 22,1 5-146,1 6-34,0 9 40,6 13-6,3 18-5,2-1-6,7 16 0,-2 4 0,1 0 6,-4 3-12,-7-25 17,-3-14 208,-1-10 72,1-12-168,0-4 90,4-24-73,0-7-39,4-21-62,-2 14 17,11-15-45,1 23-302,16-9 280,-6 23-28,26 8 11,-25 9-39,5 8 0,0 4-152,5 14 3,-13-3 1,0 4-707,9 25 238,-21-21 1,-3 0-498,5 20-5328,-1 11 6509,-9-21 0,0-5 0,-5-16 0</inkml:trace>
  <inkml:trace contextRef="#ctx0" brushRef="#br0" timeOffset="39851">13898 12457 19389,'0'-5'4867,"0"0"-4066,0 5-369,23-68-320,0 42-82,-2-13 1,5 3 31,17 25-40,-8 6 1,17 16 5,-19 8-17,11 16 23,-22 9-6,-11-6 33,-20 14-16,-6-24 0,-4-1-6,-2 0 0,-2 0 20,-6 2 0,0-3 30,-11 6-66,15-14 61,14-10 95,37-10-129,23-8-100,-6 0 0,6 0-894,7-3 1,2 0 584,-15 4 1,0 0-1,0 1-324,8-2 0,1 0 683,-8 2 0,2 0 0,-8 1 0,7-1 0,16-3 0</inkml:trace>
  <inkml:trace contextRef="#ctx0" brushRef="#br0" timeOffset="42249">7282 3861 27139,'-36'-50'-1189,"19"33"1001,34 53 30,9 21 70,-1-2 8,-5-1 57,-6-3 65,-7-6-223,-6-10 677,-4-9 240,1-14-462,-1-15-137,1-18-76,2-4 85,0-36-73,5 6-206,-2 16 1,3 0 143,12-20-5,-2 19-132,15 8 115,-15 22-40,27 5 1,-13 17-12,16 12 12,-15 0-157,-7 0 0,-1 1-908,8 15-495,-8-12 0,2 1 1610,-3-2 0,-1-3 0,2 2 0,-1-3 0</inkml:trace>
  <inkml:trace contextRef="#ctx0" brushRef="#br0" timeOffset="42434">8079 3977 21175,'0'-4'3731,"0"0"-2997,0 4-740,0 8-476,5 20-7074,4 18 7556,5 8 0,-4-18 0,-3-15 0</inkml:trace>
  <inkml:trace contextRef="#ctx0" brushRef="#br0" timeOffset="43583">9711 3984 18767,'-3'-8'4145,"1"1"-3734,-7-24 1,-1-5-14,5 17-275,-15-49-112,20 68 12,6 13 27,5 12-3380,12 30 3352,-6-13 9,-5-8 0,-2 1-40,-2 10 43,-1 9 11,-4-8 50,-1-12 6,-4-13 600,1-9-225,-2-12 3155,-1-9-3491,-1-14 26,1-13-93,3-13-11,7-5-1,8-3-16,8 7 0,8 8-28,4 12-40,5 12 12,2 10 11,5 12-45,1 9-95,3 12-424,-1 8-265,2 4-458,-23-17 0,0 1-1279,2 0 1,0-1 2565,-2-1 0,-2-2 0,1-1 0,-17-10 0</inkml:trace>
  <inkml:trace contextRef="#ctx0" brushRef="#br0" timeOffset="43893">10544 4009 19675,'-3'-5'3562,"1"2"-2728,2 3-789,49-44-17,-12 47-23,-5-22 1,-2 4 6,2 38 4,-15 1 29,-5 3-6,0 7-5,-7-1 33,-2-2 0,-6-5-27,1-5 27,0-7 39,5-7 29,13-6-102,18-10-201,25-8-878,-21 5 1,3-1 1045,11-2 0,-2 1 0,6-2 0,-1 3 0</inkml:trace>
  <inkml:trace contextRef="#ctx0" brushRef="#br0" timeOffset="47493">12104 5301 24167,'-6'-61'296,"1"16"-206,7 56-40,0 0 40,5 6 0,0-2 33,1 7-11,-3-4 78,-2 0-72,-3-9 185,-3-2 16,-2-6-73,-4-3-16,-8-17-157,2-8-23,-4-18-39,8 9 29,5-12 4,9 14-27,14-9-22,7 19-7,15 7 24,-8 14-7,18 10-22,-3 10 11,-16-4 1,0 3-15,4 9 1,-3 3-440,-7-2 0,-4 2 453,-1-2 0,-4 3-164,-11 29 165,-25-9-1,-7-12 1,-6 0-1,0-6 0,-3-3 17,-15 6 1,2-4-170,20-14 0,3-3 181,-25 8 44,30-18 34,6-13 778,6-1-845,22-13-29,4 9 145,14-2-144,26 7-17,4 3-50,-14 3 0,4 1-328,-8 2 1,2 1 0,-3 0-809,6 2 1,-2-1-1084,13 1 1,-1 2 2279,-20-1 0,-4 1 0,4 0 0,-2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14:41:52.2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1747 2507 17602,'-10'0'3713,"1"0"-3265,9 0-336,0 0-28,13-69-59,15 49 1,7 0-695,-4-10 0,2-6 0,5 6 665,11 9 0,6 7 1,4 1-112,-4-2 0,5 1 0,-1 0 1,-3 1-438,0 0 0,-4 1 0,3 0-14,2 1 0,3-1 0,0 1 1,-5 1-1091,-8 3 0,-3 1 0,1 0 1656,8-2 0,1 1 0,-5 1 0,-5 0 0,-5 2 0,15-2 0</inkml:trace>
  <inkml:trace contextRef="#ctx0" brushRef="#br0" timeOffset="200">2608 2203 19703,'-46'7'995,"0"-1"0,4 0 0,5 1-608,5 9-298,10-1 46,-10 26-35,10 7-64,10-13 1,0 5-20,1 16 0,1 1-875,4-16 0,2 0 639,-1 21 1,4-1-704,4-20 1,4-1-1998,2 9 1,3 0 2918,1-9 0,2-4 0,5 8 0,-6-23 0</inkml:trace>
  <inkml:trace contextRef="#ctx0" brushRef="#br0" timeOffset="583">2997 2635 22576,'-41'5'99,"0"0"0,4 2 0,7 8-68,20 19 0,8 6-15,-3 9 9,7-16 1,6-3-5597,26 6 5627,-2-9 617,6-15 1,3-6-557,16-14-47,-16 0 0,-1-3 894,8-13-752,-2-15 68,-22 2 191,-2-22-314,-13 18 2,-13 8 1,-5 2-76,-2 6 33,-21-17-49,-7 21-68,0 7 3279,0 5-3352,-1 23 290,23-3-688,-11 20-5054,23 5 4214,5-5-8520,34 20 9700,-2-29 0,4 3 0,-18-17 0</inkml:trace>
  <inkml:trace contextRef="#ctx0" brushRef="#br0" timeOffset="1193">3695 2661 18352,'0'-3'5255,"0"1"-4410,0 2-828,-34-4 0,25 21 0,-25 5-17,33 13-6,0 10 6,2-9 34,0 14-23,0-19 11,0 3 68,0-20 240,-1-4 124,3-7-314,-1-7 28,5-20-72,-2-8-46,4-21-28,-3 10 6,3-9 6,-2 21 33,5-2-67,-1 17 6,6 8 5,-2 9-5,15 8 5,15 14 0,3 8-275,-18-11 0,-2 1 270,16 18-17,-14-8-218,-2 8 217,-18-20 29,1 14 22,-13-22 79,0 2 84,-3-17 358,3-3-504,0-19 224,3-8-252,6-16 0,5-6-16,8 1 16,4 9 5,2 11-27,1 12-6,-7 10 11,17 8-17,-7 14 6,6 2-5,-1 19-12,-5 17-11,-2 4-236,-15-18 0,-1-1-274,1 21-101,-5-15-1439,2 3-7753,6-11 9594,-1-6 1,-1-7 0,-7-14 0</inkml:trace>
  <inkml:trace contextRef="#ctx0" brushRef="#br0" timeOffset="2134">4686 2746 25309,'22'-53'359,"6"40"-314,-20 36 16,10 30-5,-7-22-16,4 9-29,-3-12 17,5 9-11,-9-20 22,3 10 235,-8-21-123,0 1 23,-2-15-124,0-12-22,0-18-5,2-13 5,2-10-6,5 2 1,1 8-3387,2 15 3364,-3 15 11,9 6-11,-2 11 11,12 4 17,0 11-6,3 10-27,0 11 10,-7-4-16,6 24 0,-12-15 17,3 15 3380,-11-17-3380,-6-8-1,-2-9 62,-2-9 34,3-7-34,3-13-33,5-14-17,6-17 5,4-14-5,-10 26 0,1 0-6,13-24 0,-2 13-11,-2 16 0,-6 13 11,6 9-33,-1 10 16,13 7 1,0 9-12,4 7-5,-8-5-113,11 16-78,-13-14-179,11 9-229,-9-14-119,0-8-3290,3-7 3654,4-11-1993,15-15 2380,-15 0 7,14-18 66,-20 8 45,6-7 196,-8 5 151,-11 11 2134,-8 9-2435,-16 8 3330,-9 8-3365,-10 7 31,-3 11-155,3 7-4,8 6-18,9 4 17,9 0-5,11-3 16,13-5 12,13-6-12,13-7 34,5-9 23,-1-7 21,-8-10 141,-7-14-157,-18 1 39,-6-20-22,-18 1-45,-8-16 34,-7 0-1,-7 5-16,-4 12-28,0 12-67,0 12-18,4 8-100,6 7-313,8 5-729,6 6-1462,13 5-7180,9 2 9824,1-5 0,-4-4 0,-10-8 0</inkml:trace>
  <inkml:trace contextRef="#ctx0" brushRef="#br0" timeOffset="2466">6465 2502 26889,'-4'-32'5,"0"1"1,5-9 16,18 74-22,0-5 0,2 1-382,10 16 388,-6-12 0,2 0-6,8 10-6,-15-19 0,0 0 29,7 17 68,-11-13-68,-9-11 117,-5-11 72,-3-17-139,-5-25-45,2-10 11,1-17-44,12 12-57,7 6 162,9 13-536,5 11-645,4 12-1440,4 12 2521,5 8 0,-19-3 0,-3 2 0</inkml:trace>
  <inkml:trace contextRef="#ctx0" brushRef="#br0" timeOffset="3727">6532 2520 23343,'-42'-32'874,"7"6"-857,35 26-28,0 0 44,14 14-27,-4-4 5,31 29 11,-6-8-16,-8-8 0,0 0 10,13 11-19,-11-8 1,-2 2-21,7 11 29,4 8-6,-17-1 17,-16-19 16,-7 10 51,-12-15 96,-10-7 16,-5-7-12,-6-7-38,-3-12 56,-11-22-151,17 5-123,12 1 1,2-2 144,4-15-34,2 0 56,13-10-50,13 22-28,4-5-12,21 8-5,9 7-462,-6 7 0,3 0 299,-3 3 1,1 1-701,8-1 1,-2 2-2516,14 1 2619,-5 2 0,-45 6 0,-3 0 0</inkml:trace>
  <inkml:trace contextRef="#ctx0" brushRef="#br0" timeOffset="5958">7414 2709 21976,'-33'5'421,"0"15"-371,4 35-5,10 5 11,17-7 45,21-7 45,20-12 44,18-14-59,-24-14 1,1-4-424,1-5 1,0-4 487,-1-2 0,-2-3 16,-3-4 1,-3-3 499,16-26-376,-17-8-72,-15-7-12,-12 12-157,-11 14 1,-6 2-46,-19-3-265,7 13 0,-3 3 147,0 9 1,-1 6-244,-2 4 0,0 4-988,0 3 0,1 5 1299,2 7 0,4 1 0,-4 3 0,12 2 0</inkml:trace>
  <inkml:trace contextRef="#ctx0" brushRef="#br0" timeOffset="6526">1622 3908 19445,'-4'-1'263,"1"1"-302,3 0-34,120-52-1248,-67 40 0,8 2 1305,-18 0 0,9-2 0,3-1 0,2 0 1,-3 2-1,-4 2-551,0 3 1,-3 2 0,-1 0-1,6 1 549,-1-2 0,3 1 1,3 0-1,2-1 0,2 1 1,0-1 30,-6 1 0,1-1 1,2 0-1,1 1 0,1-1 1,-1 0-1,0 0 0,-1 0-107,5 0 1,-1 0 0,-1-1 0,0 1 0,2 0-1,1-1 1,2 0 204,-8 1 1,2 0-1,2-1 1,1 0-1,0 1 1,1-1-1,-1 0 1,-1 1-1,-1-1 1,-3 1-150,4-1 1,-2 0-1,-2 1 1,0-1-1,-1 1 1,0-1 0,1 1-1,0-1 118,3 1 1,0-1-1,0 0 1,0 1-1,0-1 1,1 1 0,-1 0-1,1-1-121,1 1 1,0 0 0,0 0-1,0 0 1,0 0 0,1 1 0,-1-1-1,1 1 62,-8 0 1,1 0 0,0 0 0,0 0 0,1 1 0,-1-1 0,0 1 0,0 0-1,0 0-36,0 0 0,-1 0 1,1 1-1,0-1 1,0 1-1,0 0 1,-1 0-1,1 0 0,-1 0-85,7 0 1,-1 0 0,0 0-1,1 1 1,-1-1 0,-1 1 0,1 0-1,-1 0-809,-2 1 1,0 0 0,0 0 0,0 0 0,-1 1 0,-1-1 0,0 1 0,-2 0 908,9 0 0,0 0 0,-2 0 0,-1 0 0,-4 1 0,-2-1 0,4 1 0,-3 0 0,-4 0 0,-5 0 0,6 1 0,1 0 0</inkml:trace>
  <inkml:trace contextRef="#ctx0" brushRef="#br0" timeOffset="8785">7988 2765 20000,'-14'-48'970,"0"0"1,1 5 0,4 10-646,8 21-224,1 7-40,-4 17-33,2-1 34,-5 25-23,0 3 17,-2 16-28,4 3 17,10-3 17,14-11 44,17-13 73,13-14 28,7-16-319,3-16 381,-5-12 28,-7-11 33,-13-3 18,-13 4-35,-10 8-89,-8 12-151,-6 9-73,-2 8-11,-5 9 325,1 7-308,3 7-6,3 4 5,10-4 1,7-6-12,13-7 23,11-9-6,9-12 34,6-10 17,-2-11-12,-7-8 56,-11-4-5,-13-3-28,-10 0 22,-7 2-67,-8 8-56,-4 9-392,-8 13-3388,-9 13 3808,-1 12 0,8-1 0,6 1 0</inkml:trace>
  <inkml:trace contextRef="#ctx0" brushRef="#br0" timeOffset="13376">3037 4677 20240,'1'-58'1312,"0"0"1,0 7 0,-1 6-524,-4 7-693,1 19-40,-2 11-51,0 21 6,-3 14-11,-3 21-11,4-18 0,0 2-298,0 3 1,-1 1 120,1 2 1,0-1-147,0 0 1,2 2-1451,1 12 0,3 1-924,2-16 0,2-1 2708,4 9 0,1-4 0,2-13 0,2-9 0</inkml:trace>
  <inkml:trace contextRef="#ctx0" brushRef="#br0" timeOffset="13643">2924 4855 16412,'-36'-44'1122,"1"0"1,-1 0-1,4-1 1,1 0 0,11 6-894,13-7-67,10 13 1,6 2 28,20-9-119,-5 16 1,3 2-26,5 3 1,1 3-17,4 3 0,1 4-12,1 2 1,1 4-17,-1 5 0,1 3-6,0 4 0,-1 4-22,-1 5 0,-3 4-26,-1 5 1,-5 2 5,-4 3 0,-5 2 0,-6 2 1,-7 2 13,-9 0 0,-7 0 22,-9 1 1,-6-1-750,-9 1 0,-5-2 722,-3-2 0,-2-3-261,-4-3 0,2-3 359,16-10 0,2-3-4286,-23 2 3588,40-21 0,3 2 0,7-3 0</inkml:trace>
  <inkml:trace contextRef="#ctx0" brushRef="#br0" timeOffset="14459">3902 4752 18031,'-6'-47'451,"0"0"1,1 7 0,0 7 2108,-2 7-2324,-2 14-118,-11 2-90,-7 17 0,-17 15-20,18-3 1,1 2-9,-18 16 0,19-10 0,2 1 942,-2 20-945,12-13 1,4 1 13,7 19 504,9-8-510,20-19 1716,3-19-1721,12-4 39,8-24 28,-11-9 28,-4-20-39,-20 10 45,-4-13-17,-9 7 50,0-7 152,-3 4-90,0 19-123,-1 10-34,-1 13-11,-4 14-22,1 1 5,-10 30 11,6-5-33,-1 21 11,9-20-22,11 8-46,21-6 40,-4-7-36,3-13 0,3-4-9,13-8-206,9-3 257,-3-18 50,-14-9-17,2-10 11,-7-8 1,-16 14 33,-3-2 0,-11 21-40,-1 2-27,-2 9 6,-1 3 5,-2 11 245,1 2-256,0 4-1,8 0 7,16-5-29,11-8 1,16-8 33,0-12 22,-10-3 0,5-13 57,-11-12 72,0-11-84,-11 8 96,-13 5-79,-9 24 89,-11 4-150,-4 18-7,-12 17-4,6 5-12,-2 24-17,12-17 0,5 5 0,3 3-56,5-12 1,2 1-164,2 17 1,2 2-809,4-6 0,2-3 391,-3-7 1,0 0 26,5 14 1,-1-4 0,-4-13-1,3 16 1</inkml:trace>
  <inkml:trace contextRef="#ctx0" brushRef="#br0" timeOffset="15309">5516 4669 23159,'-10'-51'998,"1"0"1,-1 6 0,-2 5-629,-6 1-169,-1 15-145,6 12-11,6 13 6,6 16-12,5 15 0,4 12-28,4 4-5,4 10-6,-5-21 11,0 8 0,-6-24 12,-2-2 100,-2-9 39,-1-10-61,-2-11-23,0-10-44,0-3 39,0-19-17,2 14-28,1-9 22,0 18 1,0 10-35,-1 6 1,0 8-28,-1 6 0,-1 10 0,-1 10-29,-2 8-105,-3 7-309,0 4-686,-1-14 0,0-1-836,-5 16 1892,0-9 1,0-4-1,5-13 1,-5 10 0</inkml:trace>
  <inkml:trace contextRef="#ctx0" brushRef="#br0" timeOffset="15693">3046 5768 12567,'-55'13'592,"0"-1"1,1 1 0,-1-1 0,-9 3 0,3 0 0,6-1-120,2 1 1,8-1 422,-8 5 1210,37-9-1142,44-6-634,8-5 1,7-3-724,1 1 1,4-1-1,3-1 453,-3 0 0,3-1 1,2 1-1,2-1-452,-4 0 1,2 1 0,1-1 0,1 0-1,0 0 401,-4 1 0,0-1 1,0 1-1,2-1 1,2 0-1,3 1-8,-6 0 1,3 0 0,3-1 0,2 1 0,0-1 0,0 1 0,-1 0 0,-1 0 0,-3 0-238,5-1 0,-3 1 0,-2 0 1,1 0-1,0 0 0,1 0 1,2 0 205,-4 0 0,2 0 0,2 0 0,0 0 0,1 0 0,-2 0 1,-1 1-1,-2-1 0,-3 1-292,16-2 0,-4 1 1,-3 0-1,-1 1 1,0-1 108,-3 1 0,-1 0 0,0 0 0,-1 0 0,-2 0-622,8 0 1,-1 0-1,-2 1 1,0-1 834,-4 1 0,0 1 0,-2 0 0,-5 0 0,9-1 0,-6 1 0,-10 1 0,-1 0 0</inkml:trace>
  <inkml:trace contextRef="#ctx0" brushRef="#br0" timeOffset="16316">6855 4520 23769,'-50'4'291,"8"9"-224,32 17 1,7 4-24,-5 8 57,7 6 67,11-27 135,8-2 217,16-15-357,-10-9 140,10-15-40,-19-6 11,-1-10-38,-9-5-46,-10 0 79,-12-3-168,-3 11-62,-1 5 28,-2 13-50,3 9-6,-9 5-33,0 11-57,-3 11-201,3 12-381,6 8-683,11 8-1468,17 7 2812,6-22 0,1-3 0,4 5 0,5-3 0</inkml:trace>
  <inkml:trace contextRef="#ctx0" brushRef="#br0" timeOffset="16617">7019 4910 17602,'-3'7'4969,"0"-2"-4135,3-5-296,-74 40-636,48-24 224,-19 10 0,4 2 42,27-7 195,4 6-100,13-7 17,9-2-139,4-9 105,10-4-39,-2-5 135,12-10-225,-12 2 357,1-14-222,-18 3-28,-1-6-39,-9 0-34,-14-2-123,-8 9-28,-3 2 6,1 10-1540,-18 19 1534,19 9 0,-11-3 0,28 0 0</inkml:trace>
  <inkml:trace contextRef="#ctx0" brushRef="#br0" timeOffset="20085">8247 5589 22593,'-50'-29'338,"-1"1"0,0 5 0,3 10-266,13 20 1,3 6-436,-25 13 391,15 3 0,2 5-896,15-6 0,2 1 871,-6 5 0,3 2-29,9 12 1,8 1-23,9-16 1,6 0-48,3 14 0,9-1-247,23-7 1,9-8-21,1-6 1,5-6-767,-8-6 1,3-2 0,-2-4 992,4-3 1,0-4 57,-10-3 1,0-2-1,-2-3-200,6-6 0,-4-2 313,1 1 0,-1-3 579,4-12 0,-5-4-223,-3-11-185,-15 13 1,-4 0 145,-12-12 262,-20 12-329,-16 10 61,-17 13-78,-8 15-146,-2 10-794,26 1 1,3 3 670,-6 9 0,6 7 17,23 0-6,13-7 28,12 8-11,19-17-22,17-10 1058,-24-10 1,2-2-1043,1-2 1,0-2 19,-1-4 0,-3-1 3357,14-9-3041,-3-19-84,-29 9-44,-2-13-90,-24 10-62,-12 5-55,-3 7 272,-25 6-295,14 10 6,-15 7-23,20 9-22,12 4-264,8 16-235,17-7-610,16 11-1025,21-11-496,-10-13 0,1-2 2669,0-2 0,-1-2 0,12 2 0,-18-5 0</inkml:trace>
  <inkml:trace contextRef="#ctx0" brushRef="#br0" timeOffset="20434">9179 5832 15529,'2'-5'6969,"0"2"-4584,-2 3-2273,-16-31-44,6 36-57,-12-17 6,12 46-1,4 5-16,3 0 6,5-2 22,7-3-11,0-14 72,6-4 91,-4-15-79,1-4 140,21-24-23,-2-6-253,-5 8 0,0-1 175,-2 1 0,-1 2-5,17-13 21,-13 14 1,1 2-45,9-3-56,11-2-45,-15 17-5,-2 12-45,-1 12 344,1 11-383,-2 12-225,-5 7-481,-7 4-1221,-4-1-5237,-3-3 7242,-2-12 0,-2-13 0,-2-12 0</inkml:trace>
  <inkml:trace contextRef="#ctx0" brushRef="#br0" timeOffset="21458">10316 5728 19350,'-2'-4'4901,"1"0"-2874,1 4-1915,-64-33 96,21 40-186,2-20 0,2 5 1,-8 45-12,20 1 34,0 17-51,18-24 1,3 1-4,4 1 1,5 0-4,3-1 1,5-2-67,21 24-28,15-15-298,-17-25 1,1-3 355,4-5 0,1-4 34,2-4 0,1-5 11,0-2 1,-1-4 27,-2-2 0,-2-3 8,-3 0 1,-2-2 28,16-16 284,-16 2-178,-11 6 164,-12 7-97,-3 5-78,-5 7-62,0 5 281,-2 2-360,0 6-10,2 5-45,0 9 33,9 3 12,6 2-6,14-2-6,11-8 12,8-5 16,3-9-22,-2-8 34,-8-8-12,-13-10-50,-12-5 73,-15-14 5,-4 15 1,-11-11 16,1 22-28,-8 1 0,-4 9-27,-6 11-35,-2 11 18,0 12-7,6 10-4,8 9-1,10 6-22,11 0-51,14-2-11,5-13-294,9-12 1,5-4-175,-3-7 1,2-3-411,15 4 0,3-2 534,-4-8 0,-1-3 243,1-5 0,-2-3 168,-3-4 1,-3-4 94,-4-4 1,-3-3-117,-6 0 0,-4-2 593,10-25 196,-15 8 61,-9 11-150,-5 13-309,-3 10 462,-1 9-624,-1 14 461,-1 15-388,-1 17-40,0 15-411,2-25 0,1 1 237,-1 4 1,1 0-31,1 2 0,0 0-3,1-1 0,1 0-11,1-3 0,1-2 11,6 26 33,-1-18-22,0-19 12,-4-13 5,-1-18-6,-1-12-5,1-18-6,0-18-6,-1 19 1,0-2-103,0-7 0,0 0 111,1-4 0,1 0 11,1 0 1,2 1-15,1 5 0,2 2-25,1 5 0,2 3 30,17-17-10,5 13 0,7 14-1,5 11 6,6 13-16,2 11 10,0 14-194,-29-10 0,-1 2 183,18 23-222,-14 2 211,-16-2 675,-28-3-871,-27-5-328,8-19 1,-6-3-3594,-8-2 0,-3-3 4134,3-2 0,3-1 0,-17-2 0,28-3 0</inkml:trace>
  <inkml:trace contextRef="#ctx0" brushRef="#br0" timeOffset="21958">12375 6172 23891,'-6'-44'299,"-1"0"0,1 0 0,-4-15 0,-1-3 1,2 7-261,1 11 0,1 1-574,-1-5 0,-1-5 1,3 4 620,4 4 1,0 3-34,0-1 1,1 1 72,2 1 0,1 4 739,0 1-792,2 10-23,-2 51-27,1 27-109,-2-18 0,1 2 106,1 16 0,2 3-299,-1-6 0,1 2 277,0-8 0,0 1 0,1 0-8,0-1 0,1-2 1,2 2-68,4 5 1,2 0-1,-1-4-55,1 2 1,2-2-570,10 13 1,0-3-2173,-11-24 0,-1-2 2348,1 2 1,-2-3 0,2 6 0,-10-18 0</inkml:trace>
  <inkml:trace contextRef="#ctx0" brushRef="#br0" timeOffset="22135">12112 6043 24542,'-13'-44'147,"-1"0"1,-1 5-1,11 8-130,47 16-73,16 4-353,0 5 0,4 1-1763,-17 1 0,2 2 2172,7 1 0,4 2 0,-10 0 0,-1 0 0,-12 1 0,0 0 0</inkml:trace>
  <inkml:trace contextRef="#ctx0" brushRef="#br0" timeOffset="22702">14078 5840 21383,'5'-10'1800,"10"-26"1,-1-6-1218,-9 15-426,7-13 0,-7 3-28,-24 26-6,-37 36-112,9 6-14,17-8 0,2 2 3,9 1 0,4 2 6,3 31-6,16 1-3,7-26 0,7-2 6,7-9 0,5-3-9,6-3 1,2-4-119,-7-3 0,2-3 141,14-4 0,-1-6-3282,6-12 3309,-18 1 1,-4-4 45,-5-29-2220,-20-12 2180,-10 25 1,-5 0-9,-2 0 0,-6 1 0,-12-3 0,-4 4-31,10 10 0,0 2-5,-8 2 0,-1 3 93,-24 7-132,18 9-1,-6 4-128,24 16-606,15 19 1681,10 7-2033,7 3-4582,22 3 5752,-4-17 1,-3-7-1,-10-13 1</inkml:trace>
  <inkml:trace contextRef="#ctx0" brushRef="#br0" timeOffset="22918">15044 5637 25275,'-57'-19'241,"-1"1"0,5 6 0,9 12-213,15 37-501,16-3 0,3 4 478,4 1 1,3 4-597,1 4 1,0 7 0,2-1 577,1-4 0,1 0 0,1 0 2,-1 0 0,1 1 0,0-1-203,2 0 1,0-1 0,-1 0-669,0 12 0,-1 0-1047,-1-10 1,-1 1-1,0-1 1929,-3 13 0,0-5 0,0-18 0,0-6 0,-2 0 0</inkml:trace>
  <inkml:trace contextRef="#ctx0" brushRef="#br0" timeOffset="23076">14377 6812 19797,'11'-53'675,"0"0"1,1 1-1,9-6 1,5 0-1,0 7-1074,-3 8 1,4 4 441,3 6 0,4 0 0,1 6-29,9 4 0,0 4-283,-6 2 0,-1 1 227,8-1 0,1 3-196,-11 4 0,0 2-3206,11-2 0,0 1 3444,-6 0 0,-2 2 0,-3 1 0,-6 1 0,-8 2 0</inkml:trace>
  <inkml:trace contextRef="#ctx0" brushRef="#br0" timeOffset="24201">16932 5659 19463,'29'-40'9,"-1"-1"0,5 4 1,5 8 465,10 18 1,4 7-588,5-2 0,2 2-782,-11 2 1,3 0 0,-4 1 361,3 1 0,-1 1-2238,13 2 0,-6 1 2638,-10 6 1,-9-2 0,-22-3 0</inkml:trace>
  <inkml:trace contextRef="#ctx0" brushRef="#br0" timeOffset="24409">17202 5643 25690,'44'-30'129,"-5"23"-90,-22 64-64,-8-13 0,-3 4-129,0-3 0,-2-1-538,0 1 1,0-1-706,2 2 0,0-2-3519,1-10 1,1-1 2879,7 28 0,-4-23 1,-7-29-1</inkml:trace>
  <inkml:trace contextRef="#ctx0" brushRef="#br0" timeOffset="24926">18484 5635 23799,'-43'-5'281,"0"0"1,0-1-1,2-6 1,2 6-232,-7 22 1,4 10 44,16-1 0,6 3-5,-7 24 227,11-22 0,3 3-270,10 8 1,8-1-42,18 17-738,-1-15 1,3-3 714,-3-13 0,5-4-143,20 8 1,5-4-589,-4-10 0,0-4-2579,9 4 0,1-4 2850,-10-9 0,-4-3 1,-2-3-1,-20-3 0</inkml:trace>
  <inkml:trace contextRef="#ctx0" brushRef="#br0" timeOffset="25384">19201 6018 24424,'4'46'-398,"0"0"1,0 0-1,-2 0 1,-1 0-1,-2-7-7214,-9 11 7612,-2 4 0,6-21 0,3-16 0</inkml:trace>
  <inkml:trace contextRef="#ctx0" brushRef="#br0" timeOffset="25785">20373 5719 18631,'-43'-22'424,"0"-1"1,0 1-1,-15-7 1,2 9-145,4 18 0,4 8-160,14-2 1,2 3 512,-2 4 0,1 5-241,-12 23-252,8 5-61,13 12-23,28-6 436,7-11-450,12-8 0,7-2-28,-2-8 0,3 0-381,16 11 0,4-1 370,-2-5 0,2-1 0,-1-1 0,1 0-1215,-5-3 0,-2-1 1206,-8-3 1,-4-1 22,7 5 85,-28-6-74,-33-5 6,-29 0-29,10-4 1,-2-2-261,4 0 1,-2-1 254,-6-1 0,-5-1 0,4-1-60,-2-2 1,2-1-169,4 1 1,-1-1-1,5-2-5054,-20-12 5282,32 2 0,21 5 0,9 5 0</inkml:trace>
  <inkml:trace contextRef="#ctx0" brushRef="#br0" timeOffset="26084">21255 5643 23999,'-48'6'268,"0"-1"1,0 0 0,1 1 0,1 2 0,5 3-177,-2 8 1,4 5-637,0 2 1,3 4 557,5 1 0,5 2 8,5 2 1,7 2 2,7 1 0,7 1 0,8-1 1,6-1-1,6 0 0,6-3-20,5-3 1,4-3 5,2-2 1,2-4-12,1-4 0,1-4-79,-1-2 1,0-3-511,-2-3 1,0-2 588,1-3 0,-3-2 0,4 0 0,-7-3 0</inkml:trace>
  <inkml:trace contextRef="#ctx0" brushRef="#br0" timeOffset="27452">6478 5856 16510,'-1'-7'6044,"1"2"-5327,0 5 811,0 0-1416,-12-36-28,4 52-50,-8-31-6,4 77-22,2-3-107,4-9 0,1 1-638,2-7 1,2 0-447,5 6 1,4-3-1807,9 8 2991,16-9 0,-18-32 0,0-1 0</inkml:trace>
  <inkml:trace contextRef="#ctx0" brushRef="#br0" timeOffset="27685">6821 6035 17595,'-6'-4'5226,"2"1"-3948,4 3-953,-22-21-45,41 13-224,-27-15 130,50 18-164,-17 2 21,-1 0-234,-5 1-2591,-9 2-7049,-2 0 7394,-2 2 0,-4-1 0,-2 0 0</inkml:trace>
  <inkml:trace contextRef="#ctx0" brushRef="#br0" timeOffset="28417">6498 7452 21310,'0'-8'3288,"0"2"-3154,0 6 6,0 0-129,-18-38 6,12 33 0,-16-23 0,13 44-17,-5 7 17,-5 0 39,-9 1-6,7-9 118,-5-2 79,12-10-12,0-10-72,3-9-96,5-6 45,8-35-73,15 11-22,-2 13 0,1 1-6,15-5 0,19 9-17,-20 22-10,11 13-18,-16 22 12,-8 21 8,-12-17 0,-4 2-473,-4 5 0,-4 0 475,1-7 1,-4 1-28,-15 22 0,-6 0 16,5-16 1,-4 1 18,2-4 0,-2 3 1,-1-3 0,-10 6 0,0-6 11,9-9 1,-1-4 27,-4-4 1,2-7 47,-1-12-6,-5-16-22,26-21 28,17-14-56,6 6-6,9 14 1,5 3 0,14-3-29,-8 13 0,1 2-5,12 4-45,-5 12 0,2 5-185,22 10-96,-16-2 1,2 2-529,-5 1 0,-1 1 865,7 3 0,-4-2 0,7 4 0,-4-4 0</inkml:trace>
  <inkml:trace contextRef="#ctx0" brushRef="#br0" timeOffset="28585">7158 7744 25186,'32'-18'-1708,"1"0"1,20-11 0,-17 29 0,-17 0 0</inkml:trace>
  <inkml:trace contextRef="#ctx0" brushRef="#br0" timeOffset="29178">8856 7792 22867,'10'-43'705,"0"1"1,0 0 0,3-13 0,-2 8-330,-3 10-208,-5 19-146,-3 13 6,-1 19-11,-2 17-6,-2 28-431,1-20 0,0 2 420,0 6 0,0 1 0,-1 1 0,0 0-6,-1-2 1,0-1-125,-1-5 0,-1-3 130,-8 22 28,-1-22 45,1-20-11,2-24-12,1-21-1228,6-9 0,2-3 1206,-1-22 8,3 4 1,2-1-170,2 14 1,1 2 213,-1-9 1,2-1-10,0 7 1,1 3-75,0 6 1,1 2 102,10-21-51,7 14-27,10 15 21,11 13-21,13 19-21,-24 2 1,2 5 1257,2 6 1,0 4-1275,1 5 0,-2 3-81,0 4 1,-3 3-10,-2 1 1,-2 2-110,-3 2 1,-3 0-312,-3 0 0,-2-1-812,-3-2 1,-2 0 1335,-2-1 0,-2-3 0,0 3 0,-3-10 0</inkml:trace>
  <inkml:trace contextRef="#ctx0" brushRef="#br0" timeOffset="29358">8886 8003 23332,'26'-35'51,"0"0"1,-1 0 0,15-15 0,4 9-209,0 23 1,4 6-1793,-1 1 1,3 1 0,-1 1 1948,10 0 0,-2 1 0,-2 1 0,-6 2 0,-2 2 0</inkml:trace>
  <inkml:trace contextRef="#ctx0" brushRef="#br0" timeOffset="29724">9713 7586 19792,'-3'-3'5220,"0"1"-4245,3 2-958,14-26 5,27 40-33,-4-25 5,-10 24 1,0 8-23,17 18-17,-2 6 6,-18-16 0,-2 2-481,-5 6 1,-4-1 474,0 13 246,-20 11-190,-11-32 28,-9-4 45,0-12 73,-1-26-11,9-9-79,3-11 39,10-10 609,7 6-715,9-6-17,11 5-307,24 4-169,4 11-488,2 6-296,7 8-1193,-8 3 1831,-8 2 0,-1-1 0,0 2 0,7-2 0</inkml:trace>
  <inkml:trace contextRef="#ctx0" brushRef="#br0" timeOffset="30135">10445 7488 17143,'0'-5'7186,"0"2"-4693,0 3-2477,0-40-32,5 35 32,7-23-21,23 60-1,7 6-360,-13-11 0,1 0 349,12 11 6,-17-15 0,0 1 0,13 9-17,6 9 16,-19-16 12,-8-8 17,-18-12 56,-9-4-51,-7-3-2665,-11-6 2660,7 1 62,-9-13-46,20 10 46,-8-12 5,12 3-40,0-5 7,7-8 3374,5 5-3413,2 3-18,6 4 12,0 6 5,14-4-11,3 3-6,1 3-123,25 0 23,-24 6-85,0 0 1,3 0-692,-1 2 0,0 0-1232,21-2 2114,-10 3 0,-5 0 0,-16 2 0,10 0 0</inkml:trace>
  <inkml:trace contextRef="#ctx0" brushRef="#br0" timeOffset="30986">11594 7474 13183,'3'-2'8328,"-1"0"-4698,-2 2-3019,-9-48-348,-8 32-168,-4-34 101,-25 48-162,19 5-15,-3 6 1,0 3 14,-1 12-40,-11 17 17,19 5-5,8 3 5,6-8-22,13 13-11,12-24 44,15 8 28,11-23-3330,14-16 3348,-16-6 4,0-11 91,-16-9 117,-3-17-95,-5-3 44,-8-7 34,-11 17-27,-3 7-46,-1 10-117,2 9 11,1 6 3353,1 9-3449,0 9 1,-2 12 6,1 2 10,0 13-89,3 5 17,8 1-67,6 4-454,24-15 324,-8-16-273,24-6 302,-26-16-1744,9-11 0,0-5 1940,-2-4 47,0-4 1,-2-3 70,-4-8 89,1-7 263,-12 7-280,-9 16 73,-11 7-78,-4 13-90,-4 2 11,-4 8 3351,5 6-3385,0 19 58,10 1-91,10 11-11,4-15-17,29 9 11,-15-23-42,11-1 1,3-4-425,14-6 480,-15-6 0,0-3 17,-9-3 0,-3-5 31,23-23-17,-16 1 56,-15 1 0,-2-3 73,2-16-20,-8 16 0,-1 0 81,-2-9-67,-5 18 90,-4 12-207,-3 20-34,-4 19 0,-5 28 0,4-13 0,-1 2 31,-1 10 1,0 2-32,-1 6 0,0 1-391,4-17 1,0 0 0,0 1 300,0 2 0,0 0 0,0 0-731,1 3 1,0 0 0,0 0-1178,-1 3 0,1 1 0,-1-2 1998,0-5 0,1 0 0,0-4 0,-1 4 0,1-6 0,-3 6 0</inkml:trace>
  <inkml:trace contextRef="#ctx0" brushRef="#br0" timeOffset="31908">6356 9240 23875,'-11'-40'78,"0"0"1,3 1 0,8 7-51,25 8 0,16-2-17,10 1-6,3 8-10,-4 7-29,-8 11 6,-10 13 0,-12 12 17,-9 3-17,-15 29 0,-10-12-252,3-11 1,-2-1 285,-11 11-1,4-13 1,-2-2-110,-12 9 115,11-13 0,-2-1 73,-15 3 84,4-13 90,7-8 50,10-10-196,8 1 78,13-11 416,14 1-583,14-5 157,16 4-158,11 5-11,4 9-215,0 9 222,-5 10-2,-9 8-32,-12 6-19,-16 5-4,-19 3-84,-22 4 33,1-22 1,-3-2-40,-23 12-2138,-6-15 0,-1-5 1416,5-5-2742,-1-7 0,3-6 3593,19-13 0,4 0 0,15 6 0</inkml:trace>
  <inkml:trace contextRef="#ctx0" brushRef="#br0" timeOffset="32143">7312 9377 23054,'54'-25'0,"-1"0"0,-10 5 0,0 0 0</inkml:trace>
  <inkml:trace contextRef="#ctx0" brushRef="#br0" timeOffset="32724">9290 9190 19361,'1'-5'3641,"0"1"-2796,-1 4-514,-94-47-1061,37 45 786,15-9 0,-4-4 0,5 10 312,-14 31-340,20 3-3011,25 10 3005,13-12-41,24 12 86,12-13-39,-10-9 0,3-1-17,6 0 0,1-1-74,4 0 1,0-1 67,1 1 1,-1-1-14,-3 0 0,-2 0-6,-7 0 0,-4 0 14,7 14 3130,-26-1-3102,-30 2 17,-27 0-405,12-15 0,-4-2 362,-6-1 1,-1-3-6,-4-1 1,0-2 2,2-2 0,0-3 110,7-3 0,2-1-804,-20-10-1541,29-4 2235,35-3 0,0 10 0,15 2 0</inkml:trace>
  <inkml:trace contextRef="#ctx0" brushRef="#br0" timeOffset="32967">9858 9061 27090,'-15'42'26,"0"1"0,1-4 1,7-2-38,21 24-603,-4-29 1,2 2 476,4 6 0,2 1-239,0-1 1,1-1-449,-1-3 1,-2 0-1028,-3-4 1,-2 0 1850,0 24 0,-7-27 0,-6-8 0</inkml:trace>
  <inkml:trace contextRef="#ctx0" brushRef="#br0" timeOffset="33634">9890 9709 19204,'-19'-50'1630,"1"0"0,0 1 0,2 7-1462,5 13-17,2-3-140,17 16-22,13-3-39,20 1-9,3 4 0,3 2 50,-9 2 1,-1 1-140,15-4 0,-3 2 159,10-4-11,-13 2 61,-14 0 40,-9 0 179,-10-1 325,-5 2 23,-4 4-163,-2 2 279,-1 5-710,0 0-40,2 4 29,8 7-23,8 8 5,24 23-5,-8-8 0,-5-6 0,0 2-5,10 15 2,-19-17 0,-2 2-3,7 29-55,-24 4 55,-9-22 12,-18 2 16,1-30 23,-6-4 28,4-15 5,5-13-3341,7-26 3280,6 11 28,13-23-258,10 21 207,15-7 17,9 8 0,7 6-3,-16 15 1,1 2 2,11-3 12,14 0-12,-22 9-11,1 3-11,-9 1 72,-12 3-33,-8 0 3301,-5 0-2360,-1 0-626,1 2-382,0 10 50,2 4-55,1 12 4,1-6-111,5 11-196,2-5-851,11 17-466,-1-9-2789,4 3 4453,-10-16 0,-7-11 0,-5-6 0</inkml:trace>
  <inkml:trace contextRef="#ctx0" brushRef="#br0" timeOffset="33809">10922 9133 18212,'-3'-7'5081,"0"2"-4801,3 5-577,0 0-1748,-21-25-7786,29 32 9306,-21-25 1,28 32-1,-10-11 1</inkml:trace>
  <inkml:trace contextRef="#ctx0" brushRef="#br0" timeOffset="34975">11219 9243 26256,'32'40'8,"-15"-11"1,-4 2-7,-6 1 1,-2 2-3,2 4 0,-1-2 23,4 15-6,-3-13 134,-1-14-50,-3-14 72,2-17-27,2-15 27,5-19 18,7-15-113,-8 24 1,0 0-18,2-1 1,0 2 61,9-25-78,-2 16-45,-7 17-11,2 12-1,-6 9-16,10 11-95,5 17-78,4 8 55,1 3-266,-7-13 1,0-1-110,6 2-938,7 0 0,4-2-1639,11-5 1510,-13-6 1,1-3 191,19-11 1312,-15-5 1188,9-22 610,-20 1-672,6-8 1797,-6-10-2088,-18 21 1109,7-20-1143,-18 27-381,-8 0-162,-14 18 178,-15 12-245,-20 19-79,17-5-11,-5 7-1,26-7-16,8 4 23,11-3-23,16-5 17,20-14-1,-1-7 9,-3-7 1,0-2 63,13-9 23,-14 3 0,-1-1 62,3-6 481,0-7-274,-20 13-84,1-1-152,-13 11-94,-2 3-34,-1 4-1,4 19 12,3 16-17,-2-4 1,2 4-465,0 5 1,0 2 455,2 5 0,-1 1-12,2 0 1,0 0 8,0 0 0,2-1-14,0-2 0,0 0-31,0 9 0,-2-2 25,-2-18 1,-2-1-46,-2 10 1,-8-3-152,-19-6 93,-19-4 45,-17-25 66,25-14 1,2-8-210,0-7 1,2-5 222,7 3 1,3-3 5,-3-19 1,6-2-93,3-12-101,5 17 1,4 2-533,14-12-230,13 8-145,18 6 585,-14 19 0,2 1 340,4-2 1,1 0 26,1-3 0,1-2-224,1-2 0,0-2 400,-1 0 1,0-1 44,-3 0 0,-1 2 63,-4 2 1,-1 1 219,15-18 72,-12 9 57,-8 4 611,-6 5-476,-2-1 425,-5 5-331,-1-20-352,-4 8-40,-3-15 347,-5 14-470,-3 7-73,0 10-78,2 8-5,3 5-29,2 4-5,1 2-11,0 6 50,8 21-34,0-3-22,19 31 34,9-6-470,-10-15 1,4 0 435,5 2 0,1 0-3,2 0 0,1-1-17,-2-1 1,-2 0-71,-6-3 1,-5 1-180,-8-3 0,-7-1-1405,-22 25-2701,-10-28 0,-6-3 3753,-4-2 1,0-4 0,-17 6-1,17-12 1</inkml:trace>
  <inkml:trace contextRef="#ctx0" brushRef="#br0" timeOffset="36251">6382 10741 9828,'-4'0'9651,"0"0"-5882,4 0-3287,-54-65-348,45 43-115,-21-14 1,10 4 36,33 22-22,8 3-17,15 1-17,12 3 0,-11 6 0,1 2-6,14 2-11,-13 3 1,-3 3-18,4 11-33,0 10 22,-23 16 73,-27-4-23,-4-16 1,-5-3-536,-19 9 550,12-16 0,-1-1 103,-14 6 314,-13 0 16,17-12-22,3-9-251,19-8 112,4-7-85,7-3 373,6-1-547,11-1-21,12 7 4,0 4-21,14 4-46,-1 9 40,-6 1 0,1 3 0,-4 0 0,-1 3-107,4 4 0,-2 0 101,4 9-44,-11 6 21,-18-5-55,-23 15-37,-4-22 1,-4-1-138,-22 13-322,11-19 0,0-4-635,2-5 1226,-23-5 0,38-2 0,-5-4 0</inkml:trace>
  <inkml:trace contextRef="#ctx0" brushRef="#br0" timeOffset="36459">7231 10888 22649,'1'7'1943,"-1"-1"-2027,0-6-6934,0 0 6167,81-19 1,-60 14 0,19-5 0,0 1 0</inkml:trace>
  <inkml:trace contextRef="#ctx0" brushRef="#br0" timeOffset="37841">9169 10695 16863,'0'-8'5046,"0"2"-4567,-7-23 0,-6-4-36,-5 13-331,-2-15 0,-3 7-17,-17 32-61,-10 16-29,22-2 1,2 3 2,-2 5 1,1 4-519,0 4 1,2 2 498,2 3 0,4 1 142,2 2 0,5 1-288,8 7 1,7-2-58,0-15 1,5-2-11,15 8 0,7-6-90,1-16 1,4-6-40,10 2 0,4-4 196,-8-7 0,3-4 1,-1-2-703,11-4 0,-1-5 889,-1 0 1,-3-4 84,-8-4 0,-4-3 566,11-17-412,-22 16 0,-2-1 352,8-22 79,-15 8-22,-10 9-236,-11 11-234,-8 11 240,-10 13-397,-9 21 1874,7 8-1920,2 17-10,14-12 175,12 10-181,12-12 17,27 7-1,7-18-362,-16-14 0,0-5 397,14-7 27,6-11 95,-7-24-78,-10 5 65,-13-1 0,-5-4 80,-7-10-122,2-8 133,-19 5 7,-8 17-29,-22-4-195,5 16-4,-3 13 1,-1 5-26,2 6-50,-27 10-84,32 5-403,2 17 229,13-9-1590,24 28-1031,16-20 389,9 8 2546,9-12 0,-27-20 0,0-1 0</inkml:trace>
  <inkml:trace contextRef="#ctx0" brushRef="#br0" timeOffset="38907">10129 11135 26178,'19'-22'369,"19"-21"-336,-18 16 1,0-1-436,7-9 0,-1-3 449,-2-9 1,-4-2-451,-4 5 1,-2-3 433,-1-10 0,-4-2 19,-5 9 1,-2 3-15,-2 11 0,-3 1 82,-4-5 0,-2 5 44,-8 5 325,-7-1-464,5 34-7,0 17-21,4 5 7,5 9 1,2 4-6,4-5 1,2 2-192,-1 18 0,1 0 191,3-14 1,1 1-15,5 22 0,0-1 8,-2-27 1,0-1-15,6 28 1,3 1-112,3-15 0,3-3-113,2 0 1,2-3-278,8 1 1,3-6 186,-2-16 1,2-6-434,3-7 0,-1-5-53,23-9 523,-26-5 1,-2-6 363,-6-6 0,-2-4 146,0 1 0,-1-2 140,-2-5 1,-3 1 528,0-13 6,-9 11-487,-5 13 1399,-10-7-1528,3 16 364,-8-25-348,7 14-89,-1-15-56,8 3 267,4-4-289,3-2-23,-1-4-17,-2-3-3391,-4-4 3363,-5 12 124,-4-11 5,0 29-106,-2-4 72,4 20-106,2 7-27,0 1 3363,0 8-3370,-2 10-5,-2 18 17,-2 19-22,1-4-15,0-2 0,1 3 20,3-13 0,1 1-434,-2 18 1,2 1 391,6-10 0,2-2-56,2-2 0,3-1-121,5-3 1,4-2-286,1-3 0,3-4-611,2-3 0,3-5-131,-1-4 0,2-4-972,31 1 1159,-2-21 1216,-6-17 862,-10-16 482,-12-9-893,-14 6 1133,-8-21-934,-8 23-207,-4-14-382,-1 24 292,-3 3-320,4 15-134,1 0 742,1 10-792,2 9 400,6 8-383,5 9 120,10 4-121,8-1-16,6-5-6,6-9 5,0-7-5,-3-14 23,-10-1 117,4-27-56,-17 1 39,2-19 22,-13 4-38,-4 10 234,-10-4-139,-3 22-68,-13-1-66,-6 17 4,-8 12-16,-5 10-56,-1 14-11,6 11-460,11 8 443,13 8 5,13 2-49,16-2-80,14-5-385,16-8-382,-16-25 1,3-4 918,10-2 0,-2-3 0,5 1 0,2-6 0</inkml:trace>
  <inkml:trace contextRef="#ctx0" brushRef="#br0" timeOffset="39368">12236 10719 26026,'-49'29'151,"0"0"1,4 0-1,9 3-148,20-1 0,7 3 8,2 5 0,3-1-11,4 14 0,9-19 0,5-3 17,21 0-12,-8-13 1,2-2-269,3-5 1,1-2 262,2-2 0,0-4 0,0-5 0,1-3-6,-2-3 1,-1-4-1,1-5 0,-1-4-385,1-5 1,-2-4 395,2-7 1,-1-3-320,1-7 0,-1-4 327,-11 15 0,-1-2 1,0 0 15,-1-1 1,-1-1 0,-1 0 16,-1 1 1,-2 0 0,-1 0 34,3-14 1,-4 2 46,-3 8 1,-4 2 56,-4 7 0,-2 4-62,-2-4 56,-5 10-112,2 22 187,-1 1-238,-2 15 698,-2 15-694,2 9 0,0 3 13,2-9 0,1 2-45,0 25 1,1 3 0,3-15 0,2 1-20,2 12 0,2 1-17,2-1 1,3-2-34,2-2 0,3-1-202,0-3 0,0-1-563,-2-2 1,0 0-1250,-4-2 0,-2-2 1482,-3-2 0,-2-4 0,-2 8 1,-2-18-1</inkml:trace>
  <inkml:trace contextRef="#ctx0" brushRef="#br0" timeOffset="39718">12794 11124 17652,'-14'-55'1828,"-1"0"0,3 6 0,2 6-1352,3-1-341,10 12-135,15 8-62,21 4-36,-10 11 0,5 1-579,7 0 0,2 2 539,5 0 1,2 1 33,12-1 1,0 0 114,-4-1 1,-2-1 91,0-3 1,-4-1 90,-18 4 1,-5-3 107,6-21 96,-29 2 246,-8-12 241,-5 4 241,-6 4-863,5 17 870,1 6-1026,5 10-85,-2 7-5,-3 9-6,-3 14 17,-1 15-22,3 12-353,6-23 0,2 0 333,2 3 0,2 0-39,1 1 0,3-1-1867,5 6 0,1-2 1360,7 11-625,-6-20 0,2-5 1185,7-5 0,-8-5 0,-1-9 0</inkml:trace>
  <inkml:trace contextRef="#ctx0" brushRef="#br0" timeOffset="39919">13728 10342 23741,'-30'-38'7,"1"0"1,3 2-1,7 15-113,16 33-135,6 13-302,12 13-645,14 11-1442,-2-18 1,1-1-1998,15 12 4627,-15-17 0,-2-4 0,-10-10 0,-1-1 0</inkml:trace>
  <inkml:trace contextRef="#ctx0" brushRef="#br0" timeOffset="40293">14260 10519 24911,'-41'7'178,"-1"0"0,0 0 0,-16 5 0,8 6-122,18 9 0,7 5-601,6-5 1,3 0 555,-9 27 200,23-7-166,14-14-17,13 8-17,0-21 0,4-2 17,28 9-5,3-7 61,-2-14 45,-16-14 22,9-10 77,-27-3 0,-3-3-93,7-29-79,-15 18 0,-5-1-215,-5-16 198,-6 20 0,-4 1 68,-13-14-49,0 16 1,-2 2-8,-17-9-51,2 10 496,14 18-608,14 6 79,1 8-482,11 17-275,9 7-829,13 14 236,0-12-6313,19 6 6865,-11-15 0,-6-3 0,-9-10 0</inkml:trace>
  <inkml:trace contextRef="#ctx0" brushRef="#br0" timeOffset="40892">14753 10629 26189,'5'11'89,"2"14"-100,-5 25 16,0-19 1,1 1 11,1 19-20,0-16 1,0 0-10,2 14 63,1-6 38,-4-28 225,-1-9-40,4-20-201,6-8 17,8-23-51,-2 7 39,10-16-3391,6 6 3330,-7 11 11,12 4-56,-10 30 28,3 11-12,4 17 12,-13 3 0,4 15-11,-4 8 17,0-2-23,0 6-5,-6-20 27,-5-12-10,3-4 3430,-1-13-3414,5-9 1,0-5 55,15-34-3414,-6-3 3361,-11 18 0,1-2 36,3-13 0,-1 2 1,0-3 66,0-1 1,-1 0 140,-6 2-130,1-6 108,-12 15-95,-10 7-141,1 2 0,-5 4 0,7 13 3392,1 5-3392,4 2 0,2 12 0,7 10 0,8 22 0,-5-15 0,1 3-318,2 4 1,0 0 317,-3-5 0,-1 1 0,4 17 0,-3 0 0,-5-15 0,-4 1 0,0 15 0,-8 1-1210,-10-11 0,-7-2 1210,-6-4 0,0-4 0,-1 1 0,14-21 0</inkml:trace>
  <inkml:trace contextRef="#ctx0" brushRef="#br0" timeOffset="44243">6504 10650 16288,'16'-52'1086,"0"0"1,-2 4 0,-4 5 1601,-4 5-2016,-4 9 462,-2 13-1017,0 9 236,-3 10-347,-2 15 50,-7 22-51,3-8 1,-2 3 178,-2 8 1,-1 2-194,-3 6 1,0 1-15,-1 2 1,1 1 16,1-3 1,3-1 5,2-5 0,4-2 5,3-9 1,5-2 28,12 10 78,27-25 5,7-29-475,5-9 422,-20-3 0,-1-3 14,-4 2 1,-1 0 24,6-6 1,-1-2 14,-3 2 0,-3 1 100,15-20-16,-14 14-62,-12 15 768,-7 11-897,-6 14 23,-1 14-6,2 17 472,-1 17-480,0-21 0,-1 2-232,1 1 0,-1 1 215,0 2 0,0-1-23,0 0 0,1-1-151,0 1 1,0-2-631,1-1 0,0-1-5427,3 29 6228,-1-15 0,-1-19 0,-2-15 0</inkml:trace>
  <inkml:trace contextRef="#ctx0" brushRef="#br0" timeOffset="44708">6572 10600 26122,'-26'-18'72,"-1"27"-69,17 26 0,5 12-616,-6 3 0,-1 1 615,-2 5 1,-1 0-367,1 0 1,1 0 366,3-6 0,2-2 2,2-6 1,4-4 456,4 12-362,18-12 57,5-31 0,19-15-6,8-26-51,-23 8 1,0-3 2,2-3 1,-2-2 5,-2 0 0,-1 0 17,-3 2 0,-2 0 983,11-19-919,-9 14-19,-9 16-65,-7 10-56,-4 8-50,-2 6 662,3 10-589,2 14-56,2 16 5,-1 15-241,-5-24 0,0 2 160,-2 4 1,-1 0-329,0 2 1,0 1-1608,0 1 0,0-2 1344,2-6 0,0-2 0,0 8 0,3-21 0</inkml:trace>
  <inkml:trace contextRef="#ctx0" brushRef="#br0" timeOffset="47499">7080 12368 11441,'3'1'7999,"0"0"-4527,-3-1-2923,-23-34-364,11 25 22,-25-26-95,4 41-73,-5 5-22,-11 10 11,8 2-6,1 1-5,5-1 11,4-3 101,5-3 173,2-5 118,6-5-218,5-3 191,4-4-281,6 0-62,0 0-33,3 1 11,-2 2 11,-4 5-28,0 1 23,-10 16-29,3-1 7,-6 13 10,4-3 12,1 3-18,4-8 80,-4 18-57,9-27 67,-5 16 29,8-28 133,0-1 533,1-5-616,6-12-112,4-6-40,9-14-10,8-2-1,8 0 6,7 6-28,3 9-39,3 8 33,5 11-10,5 10 7,-26-1 1,1 2-233,0 2 1,1 1 223,-2 3 0,-2 1-11,-3 1 0,-4 1-50,5 25 27,-22-8-338,-25-6 0,-10-1-623,1-8 1,-4-1 196,-15 10 0,-4-1-426,8-11 1,0-4 648,3-4 0,2-3 0,-3 0 0,13-7 0</inkml:trace>
  <inkml:trace contextRef="#ctx0" brushRef="#br0" timeOffset="47733">7670 12659 24777,'48'-10'-1259,"0"0"0,-6 0 1,1 0-1,-2 0 1259,3-2 0,-2 1 0,-1-1 0,-5 3 0,-4 0 0</inkml:trace>
  <inkml:trace contextRef="#ctx0" brushRef="#br0" timeOffset="48426">9848 12687 30795,'17'-46'86,"0"0"0,-3 6 1,-3 15-829,-7 27-6,-5 17 198,-3 25 331,1-14 0,0 3-555,-2 12 1,0 3 656,-2 4 0,0 1-340,0 1 0,0 1 306,-1-1 1,1 0-60,0-3 0,1 0 2,0-2 0,2-2-120,1-5 1,0-2 52,2-7 0,0-3-94,1 8 274,4-26 106,3-31 11,1-24-3,-5 9 1,-1-4-215,-2-8 1,-3-3 247,-1-8 1,-3-1-10,1 15 1,-1 1 0,0-2 7,-1 0 0,0-1 1,-1 0-174,-1 2 0,1 0 1,-1 1 187,-3-18 0,1 3-31,2 6 1,4 1-20,6 6 0,6 2-178,5 4 1,7 4 176,7 3 1,7 4-9,3 5 1,4 4-6,2 4 0,0 5-9,-2 4 1,0 6-1,-6 4 0,-1 5 1,17 21-38,-16 16 60,-17 10-6,-18-25 1,-6 1 357,-6 3 1,-6-1-362,-9 2 1,-6-2 48,-6 2 0,-3-3-49,-2-1 1,-1-3-15,2-4 1,3-3 39,6-5 1,3-3-1324,-9 0-6640,30-23 7929,23-7 0,3 0 0,0 5 0</inkml:trace>
  <inkml:trace contextRef="#ctx0" brushRef="#br0" timeOffset="49200">10503 12465 22688,'-5'-6'2526,"1"0"-2193,-10-26 1,-1-8 125,7 9-339,-9-12 1,4 2-48,15 22-45,10 10 0,12 9-17,19 14-6,12 13-5,-26-8 0,0 3 0,3 8 0,-3 1-11,7 13 0,-18-13 0,-3 0-12,-7 6 23,-8 9-11,-15-7 84,-13-8 28,2-20-23,3-18-16,13-22-40,17-11-22,13-6-22,18 0-4,-13 25 1,2 1-229,4 3 1,1 2 155,1 3 0,1 2-93,0 2 1,1 2-413,7 1 1,1 2 36,-6 0 1,-1 1 268,0 1 0,-2-1-173,-1 1 0,-1-1 32,14-4 219,7-2 427,-13-3-2547,-14-5 2726,-14 4 436,-10-7-34,-10 7 131,-10-2-298,-19 4-395,7 5-70,-29 15-146,32 0 23,-20 20 3363,24 1-3397,10 2 0,1 2 0,-1 7-11,9-6 0,3-3 16,6-10-38,11 11-1,8-16-3313,16-2 3375,-11-12 62,10-13 27,-14-11 85,5-13 89,-3-6-1143,-12 9 1,-3 1 986,3-5 2441,-3-11-2475,-10 36 78,-1 1-151,-1 6-62,-2 11 29,1-2-169,-3 27-117,4-2 3375,2 8-4422,12 5-2068,9-8 2558,17 10 0,-18-21 0,2-7 0</inkml:trace>
  <inkml:trace contextRef="#ctx0" brushRef="#br0" timeOffset="49683">12054 12327 25982,'-46'-16'298,"1"0"1,-2 5 0,6 11-266,7 31 6,1 3-11,8 15-33,13 10-23,2 3 11,10-28 0,5-1 17,10 14-5,5-16-29,11-4 0,2-12 29,-1-5-1,3-7 17,-13-10-5,-5-1 56,2-13-34,-10 9 39,7-18-50,-11 16 50,5-17-28,-7 18 17,5-15-45,-6 18 73,2-8-33,-3 14 10,0-1-44,0 4-1238,-1 1-2391,1 4 3612,2 0 0,-1 0 0,0-1 0</inkml:trace>
  <inkml:trace contextRef="#ctx0" brushRef="#br0" timeOffset="50533">12553 12327 20683,'4'-59'1544,"0"0"0,-1 7 0,-1 4-1172,0 14 1,-1 4 209,-1-10-296,-2 20-230,0 14-34,-1 23 6,1 22-22,1 4 0,0 3-359,1-11 1,0 1 363,3 23 1,1-2-23,3 1-34,3 2 0,1 3-213,-5-21 1,0 0-410,2 19 0,-3-1-196,-6-14 1,-6-3 268,-2-4 1,-6-2 318,-4-7 0,-4-4 589,-25 6 325,5-23 89,13-25 0,15-16-40,10-10-177,12-5-231,6-2-146,12 3-103,-4 19 0,3 1-37,1 4 0,0 1 218,1 1 0,2 1-215,3 1 1,0 1 18,24-11-22,-22 9 1,1-1 5,-3 0 0,-2-1 0,18-19 259,-15 6-198,-14 10 35,-11 9 100,-4 7 100,-3 4 40,0 1 488,0 3-785,-1 3-28,-2 8-16,-3 12 10,0 15-16,1 14-84,5 8-154,2-28 0,3 0-656,1 0 0,1 0-7737,12 28 8642,-2-14 0,-6-20 0,-5-14 0</inkml:trace>
  <inkml:trace contextRef="#ctx0" brushRef="#br0" timeOffset="50693">13154 12153 14768,'-12'-22'0,"2"5"0</inkml:trace>
  <inkml:trace contextRef="#ctx0" brushRef="#br0" timeOffset="50950">13697 12311 27096,'-42'-9'46,"0"0"0,0-1 0,-5-7 1,5 10-33,7 29 0,6 11-9,0 19-557,14-18 0,3 3 521,4-1 0,5 1-28,7-1 1,6-3-122,3-2 1,6-2-450,7-4 0,4-3-828,3-4 1,4-5 1456,7-3 0,-1-3 0,5-1 0,-2-6 0</inkml:trace>
  <inkml:trace contextRef="#ctx0" brushRef="#br0" timeOffset="51342">14133 12415 27079,'-5'-32'98,"0"1"0,-4-13-75,3 63-7,2 9-16,9 6-11,10 1 6,15-2-51,24-7 50,-13-13-22,18-7 17,-25-16 22,6-9 28,-8-11 62,-9-8 33,-9-5 62,-7 0 101,-5 5 0,-7 7-107,-5 10-139,-3 9 72,-27 10-88,-5 14-35,11-1 0,-1 2-104,2 5 0,3 3 104,3 2 0,4 3 0,6 2 0,5 3-1662,9 11 1,6 0 1649,8 17-176,5-17 1,6-1-738,-1-14 1,2-2 924,9 10 0,-1-3 0,5 4 0,-3-6 0</inkml:trace>
  <inkml:trace contextRef="#ctx0" brushRef="#br0" timeOffset="73944">4716 6777 26035,'-32'8'3371,"-3"24"-10,23 10-3461,2-6 1,1 0-275,4 1 947,5 12-573,10-21 0,10-11 0,9-12-74,12-18-526,14-15 937,-19 8 0,2-4-337,6-3 0,3-2-76,4-4 1,2 0 125,-16 10 0,1-1 1,0 0-51,0-1 0,1 0 0,-1 0 0,0-1 0,0 1 0,0 0 0,-2 0 0,1-1 0,-1 2 0,15-12 0,-1 3 0,-3 3 0,-2 3-1259,-13 8 1,-1 2 1078,2 5 1,-4 3 0,-9 3-1,2 3 1</inkml:trace>
  <inkml:trace contextRef="#ctx0" brushRef="#br0" timeOffset="74451">4485 8792 19399,'-6'-51'1339,"0"1"0,0 0 0,0 5 0,1 1 0,1 6-660,2-18-149,0 16-272,-2 15-317,2 13-454,0 6 486,1 29 105,-1 9 110,-3 29-333,0-28 0,1 1 211,-1 0 0,0-1 81,-1 29 44,14-14 21,19-18-3720,23-20 3490,-15-16 1,3-5 131,5-5 1,1-5-360,5-7 1,0-4 364,-14 8 1,0-2-1,-2 1 66,9-6 1,0-2-41,-7 5 1,1-2 0,1 0 51,3-3 0,1 0 0,1 0-5,0 0 0,0 0 0,1 0-254,4-2 1,1-1 0,-4 4-539,3-1 0,-4 6-1164,-9 7 0,-4 3-8068,7 0 8988,-19 13 1,-12 5 0,-5 0 0</inkml:trace>
  <inkml:trace contextRef="#ctx0" brushRef="#br0" timeOffset="74982">4856 10224 21410,'-10'-46'640,"1"0"0,0-1 0,-3-9 0,3 6-114,6 5-296,2 28-300,0-1-71,0 19 476,1 14-309,2 15-159,1 20 165,0-19 0,0 1-24,1 4 0,0-1-32,2 0 0,1-1-18,14 24-26,12-16-309,14-19 366,12-24 110,-24-7 0,2-8 112,16-17 1,-1-5-739,-13 10 0,-1-3 649,2-4 0,2-3 1,-3 2 50,5-5 1,-2 0-50,-8 8 1,1-1-1,-1 1 114,13-11 0,-2 2-94,-9 8 1,-2 3-374,-8 8 1,-2 4-1845,5-2 2035,-15 22 1,-9 1 0,-4 8 0</inkml:trace>
  <inkml:trace contextRef="#ctx0" brushRef="#br0" timeOffset="75493">5036 11551 19603,'-17'-58'1012,"0"0"0,3 14 0,2 7-1001,3 9 117,7 30 583,3 14-482,3 16-49,0 19-108,-1-19 1,0 1-272,0 4 1,0 0 236,1 1 0,1-1-20,3-2 1,1-3 194,19 18-515,14-20 492,-4-27 1,2-8-42,-9 0 0,0-5-579,25-15 0,1-7 660,-9-1 0,-1-4-98,-6 6 1,2-1 0,-1-1-16,0 0 0,0-1 0,-1 0-65,2-1 1,-1 0-1,-3 3-188,0 0 1,-3 3-1333,0 1 0,-6 6 749,-15 15 0,-3 3 0,-11 4 0</inkml:trace>
  <inkml:trace contextRef="#ctx0" brushRef="#br0" timeOffset="114591">16758 10312 19496,'13'-52'911,"-1"1"0,-1 5 0,-3 13-676,-4 24 124,-3 19 251,-1 20-33,-2 32-345,-3-16 1,-3 4-879,0-9 1,-1 2 0,-3 0 719,-3 6 1,-3 1 0,-2 0-38,-2 4 0,-2-1 1,0 0-20,-1-2 1,-1 0 0,2 0-12,1-5 1,1 0-1,5-1-9,5 0 0,4 1 0,3-5-4,2 1 1,7-3-9,18 6 0,11-6-498,3-18 1,5-6-1066,15 3 1,4-4 1088,-3-4 0,-5-4 1,5-1-1,-37-5 1</inkml:trace>
  <inkml:trace contextRef="#ctx0" brushRef="#br0" timeOffset="118659">17637 10587 10422,'0'-3'5455,"0"0"448,0 3-4855,1-17-124,2 10-190,-2-12-337,2 16-189,-3 5 38,-1 8-21,-3 10-63,-5 11-78,-3 9-73,1-7 56,-6 21-39,7-17 6,-2 14 0,5-17 5,4-10 162,1-11 343,1-8-29,1-9-336,0-12-84,0-19-62,1 2 1,0-5-379,2-8 1,2-1 366,0-2 1,1-1-12,2 1 0,3 3-174,-1 12 0,2 2 152,14-19 33,1 18-16,2 17-28,1 16 44,0 16-16,2 16-6,-6 1-6,-8 1 0,-1 2-33,5 18 221,-7-15 1,-1 1-178,0 19 369,-7-17-357,-4 4-23,-3-27 101,0 3 208,-1-18-253,1-31-28,4-5 1,4-29 10,7 3-10,9 0-12,3 8 0,3 11 0,-2 13 356,-2 12-389,-1 15 0,6 22-1,-10-1 1,2 12-163,-4 10-129,-3-4 51,-4-10 0,1-1-695,12 19-700,8-4-531,11-6 177,11-10 1740,-25-18 1,2-4 473,30-5 464,-4-16 353,-8-11 63,-9-10-119,-9-4-202,-8-1-233,-7-1-321,-7 10-22,-3 4 358,-4 1-78,-3 9-62,-7 0-369,-11 20 5,-10 12-28,3 4 0,-13 20-22,18-7-11,-2 13-23,17-11-11,14-6 22,9-10 40,12-8-1,8-11 57,2-10 67,-3-11 123,-8-10 123,-7-3 11,-10-1-55,-7 5-79,-6 7-206,-2 8-46,-2 7 0,0 6 0,-1 7 0,-2 11 0,-2 13 0,1 14-113,3 11-324,11 8-76,0-28 1,2 1-1009,3 0 1,3 0-2953,3 1 0,2-3 4473,18 20 0,-12-21 0,-8-16 0</inkml:trace>
  <inkml:trace contextRef="#ctx0" brushRef="#br0" timeOffset="119107">19198 10945 26340,'14'-50'777,"0"1"0,-1 4 0,-4 9-777,-8 16 0,-1 11 0,-1 6 0,0 11 0,-1 10 0,-1 15 0,0 16 0,-1 12-237,2-27 0,-1 2 237,-1 1 0,1 0 0,-1-1 0,1-2 0,-5 28 0,4-14 0,1-20 0,2-12 0,3-21-3235,4-18 3235,5-29 0,-4 13 0,0-4-296,0-11 0,0-2 296,-3 14 0,-1-1 0,0 2 0,1-12 0,-2 1-319,0-7 1,0 0 318,-1 8 0,1 0-200,0 3 1,0 1 199,1 1 0,1 3 2428,6-5-2428,3 16 1122,6 14-1122,6 11 1016,7 16-1016,6 15 0,4 21 157,-22-16 0,0 2-157,-2 3 0,-3 1 0,-3 1 0,-3 1 0,-4-2 0,-4-1 0,-6 0 0,-6-2-26,-5-2 0,-3-2-24,-19 14-76,3-19 0,-1-4-591,-8-2-1915,-13-3 2632,35-29 0,12 7 0,9-8 0</inkml:trace>
  <inkml:trace contextRef="#ctx0" brushRef="#br0" timeOffset="119307">20148 10727 24267,'-6'9'2538,"2"-3"-2236,4-6-257,0 0-711,-48 60-3025,44-35 2840,-17 10 1,4-3 0,24-23-1,-4-7 1</inkml:trace>
  <inkml:trace contextRef="#ctx0" brushRef="#br0" timeOffset="119702">20817 10463 23579,'-4'-4'3187,"1"2"-2437,3 2-593,-65-39-51,35 30-61,-14-9 0,0 7-62,15 22 23,2 7-6,8 5 16,10 0-10,2 9-6,9 6 17,21 15-20,-1-24 0,3-1 3,4 2 0,1-2-17,3-1 1,1-2-4,-3-3 0,-2 0 32,10 9-12,-10-3 11,-20-10 6,-17-4 11,-9 2-23,-18-4-27,-26-7-1,15-6-64,12-4 1,1-3-737,-4-12-2454,1-9 3277,15 3 0,13 10 0,8 7 0</inkml:trace>
  <inkml:trace contextRef="#ctx0" brushRef="#br0" timeOffset="120317">21114 10753 22873,'0'6'2475,"0"0"-2037,0-6 592,0 0-688,54-1-191,-25-9-79,8 5 1,0-5-3285,4-29 3268,-14 9-46,-7 1 1,-4 0 40,-5 2 122,4-15 51,-13 25-33,-10 3-85,-8 11-72,-2 6 3313,-5 3-3340,1 8-3180,-9 16 3173,6-4 0,-8 25-454,16 7 454,5-9-100,9-14 1,5 0 99,17 8 0,19 8-9,-12-29 0,3-2-19,11-3 0,0-3 6,17 2-996,-11-15 1,-3-6 1022,-7-8 3,2-11 1,0-8 730,-15 3 0,-3-3-734,10-19 1,0-4 0,-5-3 0,-3 1-6,-4 8 0,-1 0 0,-1 3 0,1-1 0,-2 3-793,-2 5 0,-1 2 793,3-8 0,-1 2 129,-2-9-129,-11 33 2045,-1-2-2045,-4 18 673,-12 29-673,-3 23 0,7-12 0,1 2 1308,3-3 1,2 1-1309,2 5 0,5 2 0,7 4 0,3-1 0,-5-7 0,3 0 0,8 2 0,3 3 0,1-6 0,1-4 0,0-3 0,5 8 0,0-2-457,-3-8 0,-2-3-4231,8 6 4688,-6-7 0,-9-10 0,-12-15 0</inkml:trace>
  <inkml:trace contextRef="#ctx0" brushRef="#br0" timeOffset="120492">21877 10816 26854,'48'-37'-1354,"0"-1"1,-6 4-1,2 7-870,15 21 1,0 7-2693,-12-3 1,-4-1 2786,16-2 0,-23 1 0,-27 3 1</inkml:trace>
  <inkml:trace contextRef="#ctx0" brushRef="#br0" timeOffset="120735">22497 10216 19275,'-17'-52'797,"0"-1"1,3 9 0,2 7 1722,5 7-2520,4 20 1218,0-2-1218,3 18 703,5 13-703,11 21 0,-1-10 0,3 3 397,7 9 0,3 2-397,-4-6 0,2 1 0,-3-4 0,1 2 0,0 0 0,2 2 0,-1 1 0,0 0 0,-1 0 0,0 0 0,-1 1-188,1 2 1,-1 2-1,-4-3 188,-3 6 0,-9-3-51,-11-3 1,-6-3-510,0-9 0,-7-2 560,-22 10 0,-2-6 0,10-9 0,-22 11 0</inkml:trace>
  <inkml:trace contextRef="#ctx0" brushRef="#br0" timeOffset="134233">12131 12376 10819,'2'-4'8469,"0"0"-3518,-2 4-4486,9-54-319,-10 39 100,-5-40-184,-7 56 139,-27 13-10,8 6-79,-7 6 129,-5 10-45,21-14 0,0 2-93,-1 0 1,0 0-299,-1 6 1,2-1 250,-1 8-104,7 13 70,16-26 56,11 19-33,14-19 0,31 4-54,-25-17 1,1-3-450,11-1 0,0-2 335,18-1-1563,-19-6 1,-1-2 1153,-4 0-1292,-4-5 1,-3-1-1162,-12-2 2477,4-9 0,-17 14 0,-1 0 1</inkml:trace>
  <inkml:trace contextRef="#ctx0" brushRef="#br0" timeOffset="134534">12224 12333 18112,'-3'-3'6239,"0"0"-4429,3 3-1631,-47-28 247,11 34-306,-2-13 0,-1 4-19,-5 29 14,6-1 0,2 1-343,-6 5 289,-3 5 1,2 4 53,5 7-110,14-9 1,4 1 28,15 14-43,13-22 1,8-2-76,25 5-1734,1-19 1,3-4 1599,18-5 69,-23-6 1,2-4-1067,3-7 1,-2-4-853,-9 1 1,0-1 2066,10-6 0,-4 1 0,-5-2 0,-20 8 0</inkml:trace>
  <inkml:trace contextRef="#ctx0" brushRef="#br0" timeOffset="134792">12093 12330 26839,'-26'34'124,"0"-1"1,-1 1 0,-9 13 0,7-4-47,15 0-48,5-2-192,8-2-84,7-12-3142,30 5 3388,-5-17 0,5 1 0,-18-12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9B18-BE95-2510-FEF4-2B1A05E6B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08F004-09CF-AFC7-A700-DE2DED5DA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FBDA2-E7CB-A20F-DB88-B9FBB548B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C352D-966F-C844-AC17-CF3D93A09FB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5ECDB-AC95-3E7C-74DC-8A9A4BDB3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7F1DE-73C5-D400-F955-0BDE1BAA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7035-40FF-A24B-A4B1-6FD652786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4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DDB3-ECE9-84A7-B798-1B6A20F33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1DED-6329-9033-0282-10D778333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A7130-4950-0C3A-5F91-2542E4F07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C352D-966F-C844-AC17-CF3D93A09FB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7DE74-2E51-8BA8-9E69-D4B6EFB1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1F073-B26A-459A-7449-3651A3E9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7035-40FF-A24B-A4B1-6FD652786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D1DA-8A5A-A5B4-D027-A34B8B0D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D6FBE-5585-88DC-5B0C-1AF893A22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04C01-01D0-D50C-6CC1-6D4B508C2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C352D-966F-C844-AC17-CF3D93A09FB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BA437-C597-34A6-EF09-2C92F3E86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03773-7192-5DD8-8CD3-7BF332BF7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7035-40FF-A24B-A4B1-6FD652786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15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85CF-A2BD-F168-708E-70629BB04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9EB23-4780-3999-BBFF-0DC65424A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AE159-9B72-A2B1-1E4A-ECD54C30D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F406E-7602-4C68-230C-7D1C65634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C352D-966F-C844-AC17-CF3D93A09FB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263C8-3C5F-2E06-208F-0C5F89354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458E2-78B3-F409-3A56-9EE79146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7035-40FF-A24B-A4B1-6FD652786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91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D10C-4B42-0ECA-CFE2-1ED6D2F6B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C149E-D4FB-9731-D6FE-32353EA72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5F66D-16A3-1985-871E-D2F3BD7D5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4E9F4-47A7-5861-B9B9-B8097F007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F6ACB-92FD-413E-4720-A7BAD0F9EF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5AB52-8C02-2C4B-EBA8-4ABD330D4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C352D-966F-C844-AC17-CF3D93A09FB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873B4C-F338-533B-B6EE-A4996467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1BBEA6-848A-A9CA-2C74-368A6331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7035-40FF-A24B-A4B1-6FD652786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11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44316-C9EF-F8ED-A91B-7BF9937CD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4DDAE2-A521-6E2D-CC5C-4A9FF48F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C352D-966F-C844-AC17-CF3D93A09FB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29F04-F9FA-CAD4-BB19-4140481D0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2AC4D-E11C-755A-55E5-ADDDF812C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7035-40FF-A24B-A4B1-6FD652786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8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AEDA7E-874A-95D3-7EA3-59832C26D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C352D-966F-C844-AC17-CF3D93A09FB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13EA8-E50C-F55E-BE6C-ECD25CB7F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8DA28-0DC9-F09E-B10C-116D0D794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7035-40FF-A24B-A4B1-6FD652786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00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CB582-2BF2-7E3B-8AA0-4ED89BE38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22E5F-E311-6620-2A97-9F3990601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E071B-C32B-FCF4-F1AA-536FF8C8D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08894-177C-3C1C-34A3-CD014BC84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C352D-966F-C844-AC17-CF3D93A09FB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2CEE6-3754-19AD-D7F4-99FD429EE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5404B-920B-C441-958E-D9A4AF9FE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7035-40FF-A24B-A4B1-6FD652786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10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B442F-7207-051A-F1A0-BE1D7560B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DEBD71-E5DF-7BA7-75D1-2582F3767F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29DA2-9237-7268-E3F1-80829FBCA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6896F-4648-7F35-24AC-CAAF34F87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C352D-966F-C844-AC17-CF3D93A09FB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03C02-2CFE-64B2-323B-8DBDEA4C3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71E02-88EB-3714-78BC-04F30A771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7035-40FF-A24B-A4B1-6FD652786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71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B61F0-8E60-7D56-6335-FC0E0044D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5CB4DA-4094-ACB4-8DFA-85A859A65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85FCD-E0FA-C6F6-B727-AECD9BD69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C352D-966F-C844-AC17-CF3D93A09FB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8D8CA-BE15-C243-C6BF-CBA87653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52195-5CB4-A1BC-9097-CEABE999C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7035-40FF-A24B-A4B1-6FD652786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43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B1A1DF-7622-B933-918E-A3BF216BB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0A444-61EF-D6DE-43C7-C28B4B065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703FC-8CBF-A4A0-1CC3-2004345CE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C352D-966F-C844-AC17-CF3D93A09FB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8FB7F-4B22-0FF4-52AB-FE8400F2E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243DA-2EFF-128C-800D-9D6CAC363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7035-40FF-A24B-A4B1-6FD652786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63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2EF96-E8DF-91CA-517B-772A2CA10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D9BAB-60C3-8915-1597-CD8D066B4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8D675-BAFC-8D3E-AF0E-D4722034AE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4C352D-966F-C844-AC17-CF3D93A09FB5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1381B-43D0-DC5F-EAD6-A5D888222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4D7C8-B4BE-D46D-1C38-C8D81E4CD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7035-40FF-A24B-A4B1-6FD652786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91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4B211D-584E-4802-542D-5CCB96581C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6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CD69EF05-4C01-7189-B4F3-9D6F71ADCE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62EBC9C-CFE1-B641-2CB2-8075E3E6727A}"/>
                  </a:ext>
                </a:extLst>
              </p14:cNvPr>
              <p14:cNvContentPartPr/>
              <p14:nvPr/>
            </p14:nvContentPartPr>
            <p14:xfrm>
              <a:off x="388440" y="552960"/>
              <a:ext cx="6331680" cy="3925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62EBC9C-CFE1-B641-2CB2-8075E3E672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9080" y="543600"/>
                <a:ext cx="6350400" cy="394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4998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A9DEF-DFF0-9B59-13B2-EC8D6A626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E0674E1-5C04-6F46-87FF-7954A28BC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3D51519-35D3-08EC-93C8-D1C948DAB2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6CD9501-9ED0-35F0-8F26-214E0CD86724}"/>
                  </a:ext>
                </a:extLst>
              </p14:cNvPr>
              <p14:cNvContentPartPr/>
              <p14:nvPr/>
            </p14:nvContentPartPr>
            <p14:xfrm>
              <a:off x="233640" y="560160"/>
              <a:ext cx="8895960" cy="3050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6CD9501-9ED0-35F0-8F26-214E0CD867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4280" y="550800"/>
                <a:ext cx="8914680" cy="306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7242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86F36-E829-32DA-E55A-435BFA554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FDC5F2-89DC-3DBE-D1F6-C874D4676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BF6C963E-0043-516B-073D-E7351AA61E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B0ABF93-8CF1-FAF8-E8F5-938426703281}"/>
                  </a:ext>
                </a:extLst>
              </p14:cNvPr>
              <p14:cNvContentPartPr/>
              <p14:nvPr/>
            </p14:nvContentPartPr>
            <p14:xfrm>
              <a:off x="524520" y="652680"/>
              <a:ext cx="7396560" cy="4750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B0ABF93-8CF1-FAF8-E8F5-9384267032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5160" y="643320"/>
                <a:ext cx="7415280" cy="476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4108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AC4717-EDE2-0FC6-BAA6-E1F1E0299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C6FAAF-B510-332B-60CC-B70A51863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2023042F-0B36-FE5B-6711-177ECBA96F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2178488-D5C9-075D-F4FD-E35E8A425333}"/>
                  </a:ext>
                </a:extLst>
              </p14:cNvPr>
              <p14:cNvContentPartPr/>
              <p14:nvPr/>
            </p14:nvContentPartPr>
            <p14:xfrm>
              <a:off x="423000" y="528840"/>
              <a:ext cx="11763000" cy="6163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2178488-D5C9-075D-F4FD-E35E8A4253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640" y="519480"/>
                <a:ext cx="11781720" cy="618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8767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A3D1F5-BC6B-7A77-1811-E9EC8C930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B292277-60C3-744A-8288-6D22C792B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7A0D93B8-A0CD-7562-C88F-E0C21ECD3E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B72869-972C-7429-C6AC-EA568DE04164}"/>
                  </a:ext>
                </a:extLst>
              </p14:cNvPr>
              <p14:cNvContentPartPr/>
              <p14:nvPr/>
            </p14:nvContentPartPr>
            <p14:xfrm>
              <a:off x="162720" y="407160"/>
              <a:ext cx="9768240" cy="6143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B72869-972C-7429-C6AC-EA568DE041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360" y="397800"/>
                <a:ext cx="9786960" cy="616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2997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889F6-698A-B05A-0FC3-A52163F1D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37B6B44-B501-5F5B-C974-BE36F0862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A4B48450-285D-24F0-F738-212984B38D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EA63EA0-1A28-22E3-57C8-4EE0BBAEA163}"/>
                  </a:ext>
                </a:extLst>
              </p14:cNvPr>
              <p14:cNvContentPartPr/>
              <p14:nvPr/>
            </p14:nvContentPartPr>
            <p14:xfrm>
              <a:off x="186120" y="510480"/>
              <a:ext cx="7408080" cy="3961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EA63EA0-1A28-22E3-57C8-4EE0BBAEA1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6760" y="501120"/>
                <a:ext cx="7426800" cy="397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9112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D1C90-2D72-DEE0-1D83-FB64BC16F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92DE4EE-7323-426A-6025-E17E6060D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69F47847-33DF-FFD9-51E2-46F3C62838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4559F11-3A29-4D1D-CE2F-6D28C003466D}"/>
                  </a:ext>
                </a:extLst>
              </p14:cNvPr>
              <p14:cNvContentPartPr/>
              <p14:nvPr/>
            </p14:nvContentPartPr>
            <p14:xfrm>
              <a:off x="321840" y="594720"/>
              <a:ext cx="8470440" cy="3982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4559F11-3A29-4D1D-CE2F-6D28C00346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2480" y="585360"/>
                <a:ext cx="8489160" cy="400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2182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7F896-7192-1CF9-497F-C7E6719C5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9B987-6EEA-9474-18D0-14C8EE8DA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1B05D9AA-F064-AADA-8B93-6A8CFC70D8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594EB72-95B9-BEFB-915F-414250E74CBB}"/>
                  </a:ext>
                </a:extLst>
              </p14:cNvPr>
              <p14:cNvContentPartPr/>
              <p14:nvPr/>
            </p14:nvContentPartPr>
            <p14:xfrm>
              <a:off x="581400" y="741960"/>
              <a:ext cx="7658640" cy="4106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594EB72-95B9-BEFB-915F-414250E74C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2040" y="732600"/>
                <a:ext cx="7677360" cy="412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341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0</Words>
  <Application>Microsoft Macintosh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2025-11-29T13:22:17Z</dcterms:created>
  <dcterms:modified xsi:type="dcterms:W3CDTF">2025-11-29T14:48:16Z</dcterms:modified>
</cp:coreProperties>
</file>