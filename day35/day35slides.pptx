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38:59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5818 7338 20084,'-20'-42'313,"0"1"1,1 3-1,7 11-195,14 22 72,1 9 68,5 11-34,0 17-45,2 18-129,-6-19 1,1 2-26,0 2 1,2 0 10,2 6 1,1-3-4,6 13-11,-2-21 1,3-3 33,10-4 51,11 0 83,3-12 40,3-16-40,5-16-137,-20 1 0,0-4-488,6-9 1,2-3 481,6-8 1,2-3-624,-12 11 1,1-1 0,1-1 586,3-2 1,0-1-1,1-1-4,1-1 1,1 0-1,0 0-15,1 0 1,-1 0 0,1 1 7,-3 2 0,1 1 0,-1 1-90,-4 4 0,0 1 0,0 2-1019,1 2 0,0 1 0,-3 4-1348,-3 1 1,-2 4 2237,5 1 0,-6 6 1,-17 10-1,-1 2 0</inkml:trace>
  <inkml:trace contextRef="#ctx0" brushRef="#br0" timeOffset="739">9648 9311 13480,'-5'-3'3926,"0"2"-2357,5 1-1284,-21-12 147,22 25-24,-14 6-161,27 33-186,-7-20 1,0 0-34,1-1 0,0-1 11,14 24 11,7-17 46,11-19 4,10-23-52,-20-6 0,2-5 24,16-15 1,0-5-900,-13 9 0,0-1 853,2-3 0,3-3 1,-2 1 6,5-6 1,-1-1-19,-6 7 0,2-2 0,0 0 0,-1 0 0,0 1 0,1-1-4,3-3 0,1-1 0,-3 3-17,2-1 1,-2 2-15,7-7 1,-3 3-1626,-17 18 1,-2 2 1168,16-12-4498,3 9 4974,-25 20 0,-3 1 0,-8 1 0</inkml:trace>
  <inkml:trace contextRef="#ctx0" brushRef="#br0" timeOffset="39674">9470 2198 22698,'-4'-42'-61,"0"1"0,1 3 1,7 5 630,27 4 919,-7 11-436,19-5-361,-12 15-74,10 1 52,-3 11 8,1 17-231,-10 10-765,-6 3-850,-12 8 261,-7-6 246,-2 10-39,-8-2 120,-8 5 527,0-18 852,-13 9 787,5-19 659,-4 2 450,3-9-1599,10-6-1096,5-6 0,7-5 0,1-2 0,2-5 0,9-1 0,9 0 0,24 3 0,-8 6 0,23 9 0,-14 8 0,-10 0 0,0 1 0,-6 0 0,-2 1-271,22 16-1279,-24 3-613,-20-4 840,-17 11 639,-20-1 736,-1-17 0,-3-2 650,-18 7-381,4-12 0,1-4 236,6-7-1355,7-6 1,1-5 916,1-20 1,10 10-1,8-8 1</inkml:trace>
  <inkml:trace contextRef="#ctx0" brushRef="#br0" timeOffset="40498">10461 2023 20506,'-25'-42'818,"0"0"1,-4-4 0,2 6-1359,6 14 663,-7-7 128,11 17-65,7 8-49,5 6 650,4 6-69,3 26 128,6 11-510,0-6 1,0 2-51,9 21-127,-8-28 1,0 1-90,4 8 0,0 4-1905,-1 8 1,1 1 1626,-1-7 0,-1-1-227,-1 7 1,-3-6 423,-4-8 340,1-3 101,-4-8 1154,1-16-789,-2-3 200,-4-15-1584,-5-12-1749,-6-17 1856,3 2 1108,5 2 1,3-1-735,1-1 112,2-2 0,2-1 186,7 1 182,5-10 1256,1 23 238,16 4 821,0 12-895,20 3-1360,2 14-432,5 8 0,-9 2 0,-10 0 0,0 2 0,18 9-673,-15-7 0,-1-1-1830,11 5 1117,-21-13 1,0-1-2128,15 4-848,-12-9 0,0-2 4455,12 1 0,-8-5 0,-24-3 0</inkml:trace>
  <inkml:trace contextRef="#ctx0" brushRef="#br0" timeOffset="41573">11238 2085 31386,'-31'-38'-1998,"0"0"1,1 1 0,10 13-300,20 23 1531,-1 1 362,3 4-99,0-2 762,2 2-569,-1-3-31,0 0 2117,-2-1-234,0 1-1772,-1 1 795,0 2 209,0 3-546,-1 4 722,-1 3-1337,0 2 26,1 2 224,0 3 918,3-3-946,6 15-296,4-6-301,7 13-311,3-8 99,3-4 285,4-6 460,2-7 516,1-8 688,0-7 742,-1-12 998,1-11 170,0-12-877,-6-7-2008,-7-3 0,-11-1 0,-16-1 0,-13 2 0,-16 3-1041,-11 8-891,-5 8 721,1 8 587,6 9 542,15 4 495,0 4 958,17 7 1360,-3 8-2356,9 11-375,3 12 0,2 6 0,6 2 0,8-3-1857,12-6-1133,12-10-416,10-10 637,9-12 1860,8-13 1180,-31 1 1,1-2 518,-2-3 0,0-2 1554,20-17 450,-11-2 193,-12-1-1304,-11 3-1683,-7 4 0,-5 4 0,-5 7 0,-3 6-1588,-2 6-666,0 3 1253,1 6 1500,1 7-704,1 12-151,8 7-180,7 4-42,3-7 497,27 6 387,-4-17-511,20 4-982,-9-13 1576,-4-10 919,-10-6 850,-9-8 534,-10-7-2053,-9-8-639,-9-4 0,-8-3 0,-8 1-942,-4 3-1009,-2 5-217,1 7-17,2 5 923,6 6 723,5 6 620,5 4 40,7 9-1261,7 1-1995,9 6 3341,12 1 0,-12-7 0,0-2 0</inkml:trace>
  <inkml:trace contextRef="#ctx0" brushRef="#br0" timeOffset="42298">12064 1689 27200,'-1'-3'-1851,"0"1"342,1 2 4447,4-23-2680,4 21 1707,15-8-66,7 34-2617,11 12-679,0 11 1914,-6 4-435,-20-18 1,-4 0-2007,3 18 1085,-10-6-944,-10-18 274,-6-13 3216,-5-2 672,-4-10-335,6-10-926,2-4-532,9-13-353,6-6 115,10-14-247,3 13 0,1-1-616,11-15 116,-4 13 1,0 0 67,10-10 789,-13 18 0,0-1 969,13-18-1389,-8 8-38,-12 9 0,-8 8 0,-9 6 0,-5 2-885,-3 4 1770,-3 0-885,-2-1-32,6 4-977,-2-2 49,7 6 410,2-1 909,1 2-17,3 0-918,1 6-162,0-1-187,2 6 151,-1-1 187,0-2-3,0 2 66,-2-4 132,2 2 280,1 5-35,1-4 87,5 8-47,4-2 157,6 6 79,19 12 62,10 6-99,-22-18 1,0 1-3284,18 12 3453,-14-9 27,-2 0 133,-1 0-187,8 11-127,-14-7-229,-5 1-201,-14-11 389,-13 3 840,-13-1-1190,-6-4 1,-4 0 2020,-17 6-4484,-5-5 1,-1-3 3150,0-4 1,23-3 0,4-2 0,9-3 0</inkml:trace>
  <inkml:trace contextRef="#ctx0" brushRef="#br0" timeOffset="42824">10014 3199 23096,'-42'16'917,"0"-1"1,-1 1-1,-1 0 1,-1 1-1,6-2-551,4-1 1,3-1 380,-6 3 1,2-1-98,-2 2 591,12-5-454,37-15-609,44-19-178,-14 6 0,4-1-375,5-3 1,3-1 490,-3 2 1,4-1-1,0 0-809,-1 1 1,1-1 0,3 0 679,-1 1 0,2 0 0,3-1 0,3-1-357,-10 4 1,4-1 0,1 0 0,1 0 0,-1 0 0,0 1 300,-4 0 1,-2 1-1,1 0 1,0 0 0,1 0-1,1 0-217,0-1 1,2 1-1,1-1 1,0-1-1,-1 2 1,-2-1-1,-3 2 166,2-1 1,-4 1 0,-1 0 0,0 0-1,1 0-184,7-3 0,2 0 1,1 0-1,-3 1 1,-2 0 86,-3 0 0,-3 1 0,0 0 0,1 0 73,6-3 0,2 0 0,0 0 0,-1-1-233,-3 0 0,0-1 0,-2 0 0,-2 1-405,2-1 1,-4 0 0,1 0 781,2-3 1,1-1 0,-9 3 0,-12 7-1,-4 1 1,18-10 0</inkml:trace>
  <inkml:trace contextRef="#ctx0" brushRef="#br0" timeOffset="43447">13480 1175 29604,'-5'-3'-1707,"1"0"2169,4 3 1275,-8 12-1256,11 10-1923,-2 15 658,15 8-480,5 3-1163,6 1 1043,4-2-620,4-5-2555,1-7-2207,-1-7 6892,-9-11 1,-10-8 0,-9-5-1</inkml:trace>
  <inkml:trace contextRef="#ctx0" brushRef="#br0" timeOffset="43698">13451 1491 26764,'-51'-3'1672,"0"0"1,6 0 0,7 0-1072,14-2-1231,12 0-623,12-2 70,18-4 1692,22-4-545,-9 5 1,4-1-765,10-1 0,2 0 507,7-2 1,1 0 9,2 0 1,1 0 232,-2 1 0,-1-1 196,-3 1 0,-3 1 121,-13 3 0,-1 1-966,8-3 1,-2 2-1530,8-2-724,-17 4 1,-1 1 2771,4 0 0,-17 3 0,-9 3 0</inkml:trace>
  <inkml:trace contextRef="#ctx0" brushRef="#br0" timeOffset="44123">12392 2469 19962,'-51'19'2215,"-1"0"0,6-2 1,11-4-107,23-7-839,23-10-474,24-10-446,-2 2 0,5-2-146,14-6 1,4 0-1028,-9 3 0,1 1 0,3-1 978,6-3 0,3 0 0,1 0-608,-11 4 1,1-1-1,1 1 1,1-1 434,2-1 0,1 1 0,0-1 0,1 0-87,1 0 0,1-1 0,-1 1 1,0-1-345,0 0 1,-1 1 0,0-1 0,0 0 399,-2 0 0,-1 0 0,0-1 0,-2 1 63,-2-1 1,-1 1 0,-1-1 0,0 0-268,-3 1 1,-1-1 0,-1 1 0,-1 0-1486,11-5 1,-2-1-1,-2 2 1858,-7 4 0,-3 0 0,-3 1 0,0 1 1,-5 3-1,2-2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39:57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2988 2546 18224,'-16'-42'1002,"0"0"1,1 4-1,-2 7-570,-9 15-180,-4 5-39,-13 5-162,12 5-1,-11 7-22,15 7-22,-5 9-40,3 8-33,6 16 39,11-11-35,13 18 24,17-17 39,8-8 0,4-1 0,16 9-201,-4-11 0,3-2 137,-13-9 0,-1-1-23,7 4 0,0 1 6,-7-3 0,-2 1-3,9 15 156,-28 6 57,-24-7-62,-12-1 73,-31-5-92,26-15 0,-3-2-367,-10 2 1,-3-2 337,-1-1 1,-1-4 2,-7-8 1,3-4-32,18 4 1,2-2-9,-5-11 1,5-3 247,7-5-981,1-4-4257,12 7 5007,10 10 0,3 5 0,3 6 0</inkml:trace>
  <inkml:trace contextRef="#ctx0" brushRef="#br0" timeOffset="1483">3315 2843 21791,'16'12'1222,"18"-3"-1071,-13-10 174,20-6-51,-17-3-44,5-8 5,-7-4 90,-3-12-247,-9 9 40,-4-13-6,-12 6-3398,-4 0 3320,-3 6-55,-12 6 43,11 13-11,-15-1-5,1 12-12,5 3-50,-17 25 28,18 5 1465,6-7 1,1 1-1449,-2 17 0,9-18 0,2 2-17,4 26 11,5-8 175,15 6-208,19-22 27,-5-8-16,25 0-95,4-19 72,-11-2-31,-6-8 1,0-5 8,6-7 67,-15 1 1,1-2 32,15-14-10,-15 5 16,2-9 465,-12 5-431,7-19-34,-14 14 57,-2-11 33,-14 20 17,-3-4 27,-8 5-83,0 8-34,-4 4 1,5 5-18,0 2 24,4 3 69,-2-1 5,3 2 20,-1-1-15,1-1-71,0 2 68,0 0-9,0 1 84,-1 0-18,0 0 11,1 1 85,-1 0 124,-1 1 37,-2 1-108,-2 1-23,0 0-149,-7 3-13,7-3 21,-15 8-99,10-3-47,-9 7 41,5 1-63,-5 12-25,2 3-35,2 2-46,3 5-41,5-5-38,2 0-26,3 6-57,6-10-10,4 4 55,13-6-93,6-13 162,12-8 128,-7-13 191,11-14 168,1-19 13,-3-3-175,-19 16 0,-3-1 184,-1-15-2,-7 11-70,-5-1-164,-4 10-152,-3-4-186,-2 10-99,1 4-10,2 7-44,2 4 130,-1 0-18,0 7 337,-1 9 24,-6 28 33,-3 3-43,4-9 1,-1-1 125,-1 6-98,2 3-111,9-10 18,6-8-277,7 8 26,1-16-29,12-3 42,-1-9 61,10 0 170,9-14 64,-9-7 70,-4-5 74,-6-13-8,-11 0-12,3-9-55,-9-5-64,-5 11-51,-2 6-30,-5 10-158,0 8-48,-5-2 29,0 2-2,1 3 29,1-1 11,4 5 0,1-2-1,10-1 112,4-2-3379,15-1 3399,-2 3-12,13 2-5,-7 5-1,7 5 12,-3 1 0,3 6 11,-6 1-6,-4 1 3393,-3 5-3371,-8 12-10,-4 5-17,-5 1 11,-9 11 11,-1-24 0,1 25-5,5-27-12,2 8-22,7-14-364,4-4-2403,6-4 2795,-2-3 0,-6-3 0,-7-2 0</inkml:trace>
  <inkml:trace contextRef="#ctx0" brushRef="#br0" timeOffset="2616">5160 2928 13900,'0'-7'6139,"0"2"-5579,2-28 0,1-6 190,-3 8-439,2-12 0,-3 1 188,-6 21-191,-6 7-179,-3 7-118,-16 21-17,6 2-199,1 7 1,0 5 209,4 0 1,0 2-3,-5 9 0,0 3-3,3-1 0,4 1-9,4-2 1,4 0-26,4-5 1,6 0-147,16 24-415,18-14-380,23-17-50,-19-20 0,2-4-994,8-7 0,1-4 235,6-5 0,2-4-659,2-7 1,-2-2 1868,-11 5 0,-2-5 370,-7-2 1,0-4-1,-5 0 575,-3-5 0,-3-2 226,-2 2 1,1-3 0,-4 0 640,-1-10 0,-4 1 209,-2 1 1,-3 0-84,-2 5 0,-3 1-407,-2 4 1,-2 2 547,-5-25-423,-3 12 292,-1 14-1032,1 13 1380,2 12-1840,3 8 675,0 15-489,2 20-35,-2 27-22,0-18 1,-1 4-654,-2 9 0,-2 3 651,1-16 0,-2 0 1,1 1-7,-1-1 1,-1 0 0,1 0-2,-4 15 1,2-3-203,2-10 1,2-3 216,1 16 16,8-25 331,10-15-33,7-20-119,15-13-66,8-18-76,-19 11 1,1-2 178,0-3 1,-1 1-205,13-17 66,-13 14 0,0 2-61,4-4-39,8-6-11,-15 23-11,-7 8-6,-1 11 917,1 8-900,1 10-5,2 5 10,2 2 321,2-4-304,5-7-16,5-8 22,4-8 5,4-11 1,-1-10 50,-3-9 159,-6-9 288,-7-3-58,-6-3-20,-5 3 22,-4 5-34,-4 10-84,-3 11-141,0 7-240,0 6-343,0 7 104,-1 10 68,0 11 1,0 11-123,4 6-417,3 2-863,6-1-2481,3-4 4057,0-12 1,-6-12 0,-5-10-1</inkml:trace>
  <inkml:trace contextRef="#ctx0" brushRef="#br0" timeOffset="2810">6491 2417 23621,'-1'9'-2295,"1"2"1,13 13-1,-6-8 1</inkml:trace>
  <inkml:trace contextRef="#ctx0" brushRef="#br0" timeOffset="3599">6775 2700 25298,'22'36'120,"-6"10"-81,-17-10 0,-3 3-581,1-2 0,-1-1 579,0-2 1,0-2 387,-4 24-344,2-16 331,3-14 6,4-16-102,8-19-62,19-29 430,-4 2-613,0 2 0,0-2-10,-6 10 0,-1-1-136,4-6 0,1 1 119,-3 2 0,0 2 7,19-18-35,-10 21-35,-2 10 21,1 24-85,-1 12-32,5 17-28,-1 9-135,-2 3-298,-2 0-486,5-3-314,5-8-37,8-10 298,8-13 865,-16-17 1,1-4 294,14-4 38,-15-6 0,-1-2 303,10-14-129,-19 9 1,-1-1 42,0-1 0,-2-1 229,1-8 0,-1 1-148,6-13-14,-13 16 0,-4 1 233,-6 0-214,-5 2-223,-13 11-131,-11 11 33,-11 15 17,-5 11-8,7 4-39,11-1 0,2 2 2,-1 11-30,7-6 0,2 0 18,3 1 270,5 4-285,8-24-20,2-2 65,6-13 151,7-18 26,-2-6-100,2-4 86,-3 0-70,-6 11-55,3 1-36,-1 8 30,8 31-129,-7 0 22,-1 9 1,-3 4-347,-5-1 0,-2 3 359,1 12 0,-3 6-10,-4-2 0,-4 3 1,-2 1-1059,0-1 0,-2 0 1,-1 1 1040,0 0 0,-2 1 0,-2-1-55,1-10 0,-2 1 0,-1-2 0,0-1-327,-5 5 0,0-3 1,-4 2 47,0-1 1,-3 2 0,-1 0 0,1-4 111,-2 0 1,1-4-1,0-2-258,-1-2 1,0-3 0,2-10 513,-19-13 0,27-11 0,8-16 0</inkml:trace>
  <inkml:trace contextRef="#ctx0" brushRef="#br0" timeOffset="4208">8756 2759 20084,'25'-52'1025,"0"-1"0,-4 7 0,-5 7-449,-10 17-212,-9 12-257,-3 6-102,-5 8 7,-6 9 10,-3 11 0,-5 12-33,1 6-6,7 2 1,8-4 32,12-9 96,7-10 152,6-12 88,3-16 1,2-11-33,0-13-46,-2-8-162,-5 6 112,-5-21-112,-6 18 0,-2-11 0,-5 20-72,-1 11-152,-2 9-62,1 8 45,-1 6-1624,-9 31-4537,7 7 5442,-3 16 0,9-25 0,3-16 0</inkml:trace>
  <inkml:trace contextRef="#ctx0" brushRef="#br0" timeOffset="4516">9002 3121 23786,'-22'35'308,"1"1"0,-3 20 22,58-50 17,3-5-21,-1-6 43,-10-3-10,-10-6-124,-9-4-101,-10-7-66,-7-5-29,-7-4-45,-7 4-139,-7 7-432,-9 11-1821,-10 10 2398,-12 14 0,27-5 0,3 5 0</inkml:trace>
  <inkml:trace contextRef="#ctx0" brushRef="#br0" timeOffset="4992">2860 4110 16996,'-51'11'68,"1"0"1,-1 0-1,0 1 1,0-1 0,-10 3-1,-2 0 1,5 0 0,10-2-69,5 0 0,8 0-11,-15 13 1152,68-6-1040,34-8 0,12-4-71,-13-1 1,5-1-818,-4-2 0,6-1 0,4-1 0,-2-2 816,-5-1 1,0-1-1,1-1 1,3-1-229,-7 1 0,2 0 1,2-1-1,2 1 0,0-2 1,1 0 233,-2 1 0,1-2 0,0 1 0,2-1 1,0-1-1,1 1 0,1-1-173,-3 1 0,2-1 0,0 0 1,1-1-1,0 1 0,1-1 1,0 1-1,1-1 148,-3 1 1,0-1-1,2 1 1,-1-1 0,1 1-1,1-1 1,-1 0-1,1 1 1,0-1-113,-3 1 1,-1 0 0,2 0 0,-1-1-1,0 1 1,1 0 0,0 0 0,0 0-1,0 0 1,0 1 115,-5 0 0,0 0 0,0 0 1,0 0-1,0 0 0,1 1 1,0-1-1,0 1 0,1-1 1,0 1-1,2-1-3,-4 1 0,3 1 1,0-1-1,2 0 1,0 0-1,0 0 0,0 1 1,0-1-1,-1 1 1,-1 0-1,-1-1 1,-2 1-1,-2 1-6,7-2 0,-3 1 0,-1 0 0,-2 0 0,0 1 0,0-1 0,0 1 0,3 0 0,2-1 4,-1 1 0,2-1 0,1 1 0,2 0 0,1-1 1,0 1-1,-1 0 0,0 0 0,-2 1 0,-1-1 1,-3 1 9,8 0 1,-1 0-1,-2 1 1,-1-1 0,-1 1-1,-1 0 1,0 0-1,-2-1-13,2 1 1,-3 0-1,0-1 1,-1 1-1,0 0 1,1 0-1,2 0 1,-1 0 1,3 0 0,1 0 0,1 0-1,-2 0 1,-1 0 0,-4 0 0,-5 1 48,14-2 0,-8 1 0,-1-1 0,2 1-52,-7-1 1,1 1-1,0 0 1,0-1 0,-1 0-217,6 0 1,0-1-1,-3 1 1,-4-1-615,-5 1 1,-5 0 0,-1 0 825,22-2 0,-11 0 0,-25 3 0,-3 0 0</inkml:trace>
  <inkml:trace contextRef="#ctx0" brushRef="#br0" timeOffset="6934">12768 2785 10536,'1'-62'1218,"0"0"1,0 0 0,0-2-1,-1 1 1,-6 6-96,-11-1 0,-3 7-1019,7 11 0,-3 4 61,-16 1 0,-2 11-47,1 23 893,-21 20-983,31 9 0,4 7-3,-1 8 0,3 5-241,6-3 1,3 4-1,2 2 246,3 2 0,3 1 0,1 1-587,2 6 1,2 1-1,1 1 569,-2-13 1,2 0 0,-1 0 0,1-1-15,1 4 0,0-2 0,-1 5-33,-1-7 0,-1 4 1,0 2-1,-1-1 0,-1-4-44,-2-1 1,0-3 0,-2 0 0,0 4-4,0 2 0,0 3 0,-1 1 1,-1 0-1,-1-5-1,-3-1 1,0-2-1,-2-2 1,-2-3 65,-2 6 0,-3-3 0,-2-4 85,-8 5 0,-7-12-46,-7-20 1,-1-10 5,-14-13-9,23-7 1,4-9 75,9-19 0,8-5-50,4 18 0,1-3-119,0-8 0,2-6 1,3 1 159,8-15 1,5 0-564,-2 17 0,1 1 0,2-1 478,-1 3 1,1 1 0,4-1-4,11-7 0,4 1 1,1 2 130,6-3 1,2 3-128,-8 7 0,1 0 0,0 1 7,1 4 0,1 2 1,-1 1-5,7-5 1,2 0-1,-3 3 1,2-2 0,0 2-285,8-6 1,0 1 283,-15 10 1,0 1-1,-3 1 30,4-2 0,-4 3 21,12-13 2036,-7 4-1952,-23 18 2467,0-4-2411,-10 14 1463,-3-1-1536,-6 10 601,-7 8-590,-7 13-22,-4 12-44,0 10-29,5 6-22,6-11-20,7-10 0,4 0-322,8 20-750,4 8-135,6-19-5915,9-13 7125,-5-16 0,-4-2 0,-6-7 0</inkml:trace>
  <inkml:trace contextRef="#ctx0" brushRef="#br0" timeOffset="7125">13318 2434 16174,'-5'-5'3344,"1"1"-2118,4 4-1455,0 0-1154,-19 33 71,18-8-2266,-4 10 0,2 4 3582,15 12 0,-1-7 0,-6-19 0</inkml:trace>
  <inkml:trace contextRef="#ctx0" brushRef="#br0" timeOffset="7883">13462 2809 17277,'0'-3'4268,"0"0"-3702,0 3-426,3 19-5,2 8-29,5 20-44,2 4-13,4-4-9,-1-4-1,-1-11 43,-5-10 274,-3-10 115,-1-9-168,3-14-70,5-11 27,5-13 63,6-7-133,-7 14 1,1 1-80,6-10 7,14-8 109,-12 26 4,10 2-31,5 13-63,5 16-140,6 13-89,-24-8 1,-1 3-334,2 1 0,-1 1-79,1 1 0,0-1-295,1 1 1,0-1-82,1-2 1,2-2 142,-1-3 0,2-2 358,-1-4 0,1-4 273,-1-5 1,1-4 162,6-8 0,-2-4 152,14-11 67,-19 3 1,-4-3 433,1-16-314,-13 15 0,-1-3 55,-3 1 0,-3-2 412,6-28-204,-8 7-109,-12 13-328,-14 16-160,-16 15 13,-16 19-29,20 2 1,0 4-5,-21 16-29,16 2 0,3 3-386,-1 16 381,12-14 1,5 0 42,11 18 34,19-10 210,17-14-317,14-16 35,5-16 64,3-19-140,-4-16 164,-27 10 0,-2-3-2,-2-6 0,-3-3-15,-2-6 0,-2-3-587,-1-4 0,-2-2 642,-2-1 0,0 1 45,-1 4 0,0 0 174,-1 7 1,0 3-28,3-22-19,-3 16-180,-2 17 135,-1 12-293,0 13 1326,2 19-1309,1 23-1,-1-6 0,1 4-12,-1 12 1,0 2-541,-2-11 0,1 0 0,0 2 476,0 2 0,0 1 1,1 0-203,2 0 1,0-1-1,3 0-442,1-2 0,2-1 0,4-2 730,5 0 0,3-2 0,-2-4 0,-2-3 0,-1-4 0,25 16 0</inkml:trace>
  <inkml:trace contextRef="#ctx0" brushRef="#br0" timeOffset="8367">16981 2903 24805,'27'-50'158,"-1"1"1,-2 1 0,-7 0-114,-16 0 0,-4-2-1384,1-8 1,0 0 1369,2 6 0,0-1-11,2 11 1,0-2 0,0 2 409,2-14 0,1 3-251,0 11 1,0 5-135,1-3 349,-5 20-494,-7 30-2787,-16 34 2882,4-2 10,5-1 1,0 8 0,3-3 169,3-7 0,2 2-185,0 14 1,-1 8 0,4-2-55,4-12 1,2-2-1,0 2-131,1 11 1,0 3 0,3 1-296,0-12 0,1 1 0,2-1 0,0-2-181,2 5 1,1-4 0,0-1 239,0-4 0,-1-2 0,3-4-1664,7 3 0,2-7 2029,17 1 0,-13-8 0,-5-16 0</inkml:trace>
  <inkml:trace contextRef="#ctx0" brushRef="#br0" timeOffset="9008">16988 2981 15102,'-39'-29'739,"0"1"0,0-1 1,1 0-1,-4-2 0,2 1 1,3 3-348,-1-2 0,5 3-16,-5-8 566,8-12-987,38 10 23,39-3 10,-19 25 1,3 2-619,23-5 1,4 1 640,-5 1 1,2 0-14,-9 3 0,1-1 0,2-2 4,4-4 0,1-2 0,-3-1 5,-9 1 0,-1 0 1,-2-1 6,15-10 0,-5-2 5,-11-1 1,-5 1 348,6-14-245,-20 22 0,-1 0 1149,1-11-661,-12 18-438,-6 8-206,-2 9 1166,-2 15-1107,-2 16 14,1 31 5,2-19 1,2 4-699,3 10 1,1 1 680,0-9 1,1 1-15,3 14 0,3 1-520,-1-3 0,1-2 509,1-3 0,-1-1-19,-1-6 0,1-5-113,7 6 284,-11-34 279,2-1-177,-3-25 1243,5-13-1455,10-34-31,-10 28 0,0 0 604,1-1 1,-1 1-474,10-19 7,-8 23-164,-1 6 250,-1 11-250,2 19 24,11 9-7,1 1-2,2 0 0,2 0 14,3-1-3,5-1 0,2-3 14,5-7 11,19-7-6,-28-9 51,0-19-5,-14-2 58,-9-3 0,-2-1 48,-5-10 201,-11-19-285,-6 42 34,-3 1-102,9 13-44,1 1-39,3 11 27,4 3-55,6 20-309,9 11-759,-1-4 1,3 3-2238,-2-4 0,1 1 2704,1 3 1,-1-4 0,1 1-1,-10-17 1</inkml:trace>
  <inkml:trace contextRef="#ctx0" brushRef="#br0" timeOffset="10457">19503 2551 22699,'11'-48'931,"0"0"1,-2 4 0,-1 15-898,-6 28-12,-2 19 23,0 20-17,0 3 0,2 2 0,4 2-567,0-11 0,3 1 564,4 14 0,5 1-3,1-13 1,4-3 7,0-6 1,1-3-129,24 10 176,-13-20 90,-1-16 51,-4-27-124,-2-11-62,-12 9 1,-2-3-209,-3 2 0,-3-1 180,1 0 1,-2 0 765,6-25-849,1 9-186,4 13 99,9 12-961,13 11-353,14 7 678,-23 6 0,1 1-66,3 2 0,1 0 483,1 2 1,0 1 209,3 0 1,0 0 94,0-1 0,-1 0 104,-2-1 1,-2 0 198,23 0 664,-17-2-177,-13-8 123,-8-3-397,-6-4 796,0-12-573,-9 6 291,1-7-609,-13 10-191,-11 6-16,-15 10-23,-13 14-56,-8 12-216,25-8 0,1 2 176,2 3 1,2 1-9,3 1 1,3 1-1645,5 4 1,4-1 1646,0 11 23,18 6 38,12-27 231,30-9-236,-18-10 12,14-14 50,-20-11-6,-2-7 216,3-13-249,-7-4 67,-7 2 123,-7 7 3364,-4 12-3516,-6 12-100,-1 9-44,-1 10 27,-2 12-6,1 4 12,2 34-11,7-9-9,1-11 0,4 1 3,19 19-5,16-8-260,-15-27 1,2-4 269,1-3 1,2-5-9,-1-3 1,1-6-4,4-10 1,-2-4-1,12-11 17,-16-3 0,-1-4-25,-11 4 0,-2-3-11,6-11 0,1-5 15,-6 2 1,0-4 0,-1 2-664,1-4 0,-1 0 673,-2-1 0,1-3 0,-4 4 8,-2 0 1,-4 1-391,3-8 1,-4 0 392,-5 10 1,-3 4 4,-1 10 1,-3 4-11,-15-7 400,3 27-394,0 14 1293,4 16-1249,-11 37-55,15-25 1,0 4 133,-4 17 0,2 6-152,8-10 1,2 2 0,3-2-9,-1 5 1,3 0-32,4-3 1,3 3-1,3-4-135,5-3 1,3-3-70,4 9 0,5-2-290,6-3 1,3-5 94,-7-13 0,1-4 274,-2-3 1,1-6-365,26-10 235,-8-21 287,-19 3 1,0-5 50,-1-4 0,-2-6 190,7-18 0,-3-1-109,-12 18 1,-1 0-246,4-10 1,-3 2 795,-3 5 810,-8 4-1252,-1 7-207,-6 8 6,-2 20-3207,0 13 3195,0 6 351,2 22-350,7-1-18,8 14 20,-4-31 1,4-2 25,19 19 16,5-12 85,-4-15 77,-3-13-5,-5-14-22,2-23-129,-11 3 22,4-27 0,-9-4 3325,-2 9-3347,-4 11 0,-1 3-6,-2 4 26,2-7-99,-5 25-38,1 7-415,6 16-936,10 9-2806,15 15 4218,1-2 0,-10-11 0,-10-10 0</inkml:trace>
  <inkml:trace contextRef="#ctx0" brushRef="#br0" timeOffset="10833">22881 2438 21752,'-4'-1'2835,"0"-1"-2511,-24-3 1,-8 0 202,-16 12-488,8-7 1,1 2-12,0 15 67,26 12-56,16-13 84,12 16 163,45-11-247,-16-6-213,2-8 0,1-4 264,7-11-3240,9-7 3200,-18-3-37,2-27 76,-25 7 1,3-19 11,-19 11-40,-6 14 113,-19-2-51,1 22-33,-16-2-62,9 17 11,-26 28-39,23-5 5,-4 9 1,2 9-642,16-3 1,3 2 576,-4-2 0,4 2-344,10 10 0,11-1-32,8-17 0,5-4-691,-1 2 1,3-2 1101,16 1 1,-1-6 0,-8-8 0,11 3 0</inkml:trace>
  <inkml:trace contextRef="#ctx0" brushRef="#br0" timeOffset="13467">2470 5740 18347,'-6'-55'1348,"0"0"0,2 5 0,0 9-592,-1 16-207,2 10-336,1 8-241,0 5 22,2 11 79,1 12-34,2 23-22,2 19-106,-3-23 1,0 1 102,0 5 0,-1-1-352,0 1 0,-1-1 332,0-3 1,0-1 27,0-7 1,0-1-18,0 15-5,1-17 112,-1-15 269,2-10-145,-2-23-164,1-23-38,-3-19-20,1 20 0,0-3-81,0 1 1,-1-2 68,1-2 1,0-1 2,2 0 1,0 0 8,0 3 0,1 2 8,0 5 1,0 3 50,2-16-34,-2 21-61,-1 15-17,-1 12 39,-1 14 50,-3 16-28,-1 22-19,1-17 0,0 1 24,1 5 0,0 1-33,1 2 1,0 0-12,2-1 1,1-2-31,2-2 0,1-3-239,8 25-772,5-14-3826,7-13 4486,0-12 0,-8-11 0,-6-6 1</inkml:trace>
  <inkml:trace contextRef="#ctx0" brushRef="#br0" timeOffset="13784">3178 5784 16661,'-9'3'2055,"-23"9"1,-3 2-1025,6-2-577,-9 3 0,2 0 201,12-6-263,9-2-275,7-5 29,5 0-135,3-2 40,7 0-7,11-5-100,19-5-246,18-6-99,-21 6 1,1 1-787,1-1 0,0 0 1187,1 1 0,-3 0 0,4 0 0,-9 2 0</inkml:trace>
  <inkml:trace contextRef="#ctx0" brushRef="#br0" timeOffset="14491">4174 5657 18145,'0'-62'1324,"0"1"0,0 6 0,1 7-131,2 2-577,0 17-258,0-5-291,-1 24 6,-1 13 134,3 13 17,0 21-56,1 20-123,-5-19 0,0 2-500,-2 6 0,-2 2 452,0 4 0,0 0-17,0 0 1,0 0 5,2-3 0,1-2-17,2-6 0,4-2-109,7-1 0,2-4-67,9 8-521,8-17 0,3-6-201,0-8-455,2-4 1,2-5-3795,18-18 2131,-19 2 0,1-3 1721,1-6 1,-2-3 1496,0-3 0,-2-3 992,2-10 0,-3-1-35,-12 14 1,-1-1 946,2-9 1,-4 0 826,-8-1-1059,-3-3-135,-16 10-1316,1 15 477,-9 5-521,8 10 307,-2 1-627,3 6 3400,0 18-3433,2 9-4,0 7-64,6 10-78,7-4-275,2-10 0,2-1-280,7 12-3047,2-11 1,1-4 3752,2-6 0,2 3 0,-16-19 0</inkml:trace>
  <inkml:trace contextRef="#ctx0" brushRef="#br0" timeOffset="14684">4990 5335 19899,'-10'42'-681,"0"-1"0,-16 12 1,43-28-1</inkml:trace>
  <inkml:trace contextRef="#ctx0" brushRef="#br0" timeOffset="15091">5183 5683 24206,'8'54'112,"-1"-12"-95,-1 13-23,-2-12 28,3 15-27,-1-18 50,0-8 33,-2-21 314,-1-7 370,7-12-454,4-12-17,11-18-61,3-14-348,-3 4 202,-10 15 0,1 0-6,0 1 1,1 0-35,0 2 1,0 0-14,1 2 0,1 2-25,5 1-12,-7 12-28,9 10-33,-3 11-73,13 10-84,-3 12-151,-3 10-331,-5 8-4105,-8 6 3360,-5-11-8380,0 16 8093,-7-35 0,2 8 0,-6-27 0</inkml:trace>
  <inkml:trace contextRef="#ctx0" brushRef="#br0" timeOffset="15501">6021 5703 20537,'0'-4'4447,"0"1"-3550,0 3-981,1-27 50,-1 27 29,3-20-1,8 47-11,4-3 6,10 9 33,3-11-22,-3-10-72,17-5 32,-10-11 29,14-8 11,-17-3 28,-2-13 34,-10-10-12,-5-5-16,-4 1 106,-8-6 33,-5 21-66,1-6 162,-11 16-197,-1 11-60,-10 5-7,-2 14-33,0 11-22,2 13-23,10 9-61,7 7-79,12 4-486,11 2-455,13-2-20,-8-31 1,3-2-1250,4-2 1,2-4-2720,21 5 5142,8-10 0,-43-11 0,-3-2 0</inkml:trace>
  <inkml:trace contextRef="#ctx0" brushRef="#br0" timeOffset="15867">6912 5663 19764,'18'-46'1605,"0"1"1,-3 3 0,-9 8-984,-21 12-275,-23 9-307,8 8 10,-23 15-50,25 2-11,-2 7 0,-1 4-6,-8 17-347,12-10 0,3 2 303,-4 22 21,15-6 40,12-15 161,22-4-133,7-19 5,17-3-38,-1-17 33,0-9 0,-12-1 45,0-9 589,-11 6-444,0-5 292,-6 3-168,-9 11-174,-3 4-135,-3 10-38,-2 8 16,-2 8-11,-1 11-17,1 9-11,5 2-174,9-1-50,2-10-4038,21 1 4290,-9-14 0,1 0 0,-14-11 0</inkml:trace>
  <inkml:trace contextRef="#ctx0" brushRef="#br0" timeOffset="17201">7414 5836 11116,'0'-7'7119,"0"2"-6295,0 5 2138,0 0-2004,-14-22-291,10 16-314,-11-17-241,14 24-40,-2 3 40,1 6-50,-1 8-45,1 5 0,7 3 5,1-6 56,15 1 34,5-10 112,26-2-84,-2-14 0,10-12-56,-22-4 124,-2-13 5,-19 0-34,-3-15-67,-16 16 0,-5-1 56,-9-24-53,3 26 0,-3 3 142,-9-10-150,8 15 111,0 5-167,10 11-152,0 1-50,6 6 83,5 8 57,2 0 0,27 24-11,9-3-246,-9-7 0,4-1 257,2-4 0,0-2 5,-7-3 1,1-1 7,19-2 1,-1-3 3,10-2 8,-19-5 0,-1-3 20,4-12 22,-13-10-17,-11 2 45,-3-10 73,-8-7-34,-2 0 62,-3-5 568,-4 19-551,0 8-146,-1 10-101,-1 7 34,0 26-12,1 9-77,5 30-77,-2-27 1,2 3-298,3 4 1,2 1-2028,2 5 1,1 0 2500,-1-4 0,1-4 0,5 15 0,-8-26 0</inkml:trace>
  <inkml:trace contextRef="#ctx0" brushRef="#br0" timeOffset="18009">10127 5369 21412,'-42'-47'423,"0"1"1,11 6 0,-1 10-409,-28 30-389,14 17 409,17-3 1,1 4 116,0 4 0,3 5-114,2 9 1,4 1-23,-4 15-77,19-17 0,8-1 97,22 7-25,-4-16 0,4-1-288,6-1 1,2-1 270,4 0 0,0-2-51,1-1 0,0 0-169,-3-2 0,-2 1 173,21 13 228,-20-1-132,-19-2 125,-36 5-112,-2-11-6,-10-6 1,-5-3-1,4-5 1,-3-1-360,-10 1 0,-3-2 317,-1-1 1,0-5-135,-5-7 0,3-4-233,13-3 1,4-2-21,2-1 1,7-4-2574,7-29 2952,31 9 0,-8 11 0,12 8 0</inkml:trace>
  <inkml:trace contextRef="#ctx0" brushRef="#br0" timeOffset="19116">10374 5562 22408,'14'20'342,"3"-3"-241,3-4 123,12-4-17,3-5 112,19-8-45,-10-7-16,2-8-129,-24 1 140,-3-8-34,-11 0-62,-2-8-21,-9 0 139,-12-2-179,2 12 68,-13 2-96,6 16 5,-19 7-83,1 13 16,-10 14-33,15 2-23,0 18-72,16-2-29,10-9 1,4 1-51,6-5 0,5-1-263,7 4 1,5-3 83,9-8 0,3-5-218,-4-5 0,3-3 16,12-1 1,3-5-186,5-5 0,2-5 348,0-1 0,0-3 145,8-5 1,-3-3 212,-16-2 0,-3-2 62,-10 4 0,-2-1 58,0-3 1,-2-2-2616,12-24 2798,-7 8 208,-13 7 1,-3-1 384,-5-2-380,1-6 670,-14 12-402,-9 12 370,-22 2-890,-6 11-107,-15 11 3299,16 5-3344,-6 14-3338,12 9 3260,7-5-50,4 24 10,22-21-16,8 11 45,4-18 22,26-1 11,-3-16 11,19 0 23,-7-16 5,-2-8 3376,-12-4-3308,6-19 22,-17 8 0,6-16 11,-14 8 73,-7 3-95,-3 10 162,-3 4-39,-7 12-212,-2 1-29,-11 11-22,-2 9 16,2 4-22,-4 20-11,14-5 0,0 16 6,18-9 0,9-2 16,14-6 0,11-5-5,9-7 0,-18-13 0,-1-1 22,12 0-11,0-7 11,-12-13 23,-3-8-17,0-2 16,-7-11-5,-16 7-5,-1-11 27,-3 1-5,-2 11 67,-1-8-11,0 11-79,0 0 6,1 5-28,3 10-11,6 0 16,7 3 1,8 2-6,8 2-6,5 8-16,3 5 22,-3 8-17,-3 6-28,-2 3 6,-8-4-241,6 12-229,-10-9-640,8 12 169,-12-16-4128,10 5-1642,-6-17 6750,17 3 0,-20-11 0,2-2 0</inkml:trace>
  <inkml:trace contextRef="#ctx0" brushRef="#br0" timeOffset="19726">12432 5465 22688,'21'-43'823,"-1"-1"0,-1 3 1,-10 11-639,-22 21-146,-1 5 12,-15 15-34,5 6-29,-13 16 1,6 6 6,2 8-23,4 5-74,4 6-15,10-11-396,9-11 1,5-1-1051,18 6 294,-3-13 1,6-4-1035,6-10 1,3-7-853,6-5 0,1-6 1181,3-3 0,0-5 1957,1-4 0,-2-5 17,-1-2 0,-3-3 0,-2-3 0,-2-3 0,-3-1 0,-3-3 1193,-1-4 0,-3-1 963,-3-4 1,-3-1 164,-3-2 1,-3 0-942,-3 1 0,-2 1-263,-3 2 1,-2 3-410,-2 4 0,-1 3 205,-2-22-296,-1 17-225,1 15-246,1 12 390,1 8-553,0 13 45,2 17-6,1 25-22,-1-15 1,0 3 10,1 8 1,-1 1-12,0 2 0,-1 0 0,0-3 0,-2 0 14,1 1 0,0-3-14,-1 10-23,1 1 40,5-36 39,3-4 45,9-12-23,12-16-27,13-12 38,9-11-297,-23 15 1,1-1 254,0 1 1,-1 0 8,1 2 0,-1 1 782,24-9-788,-5 11-16,-5 9 0,-3 14-23,-3 9-50,-3 11-174,-5 6-739,-6 5-5142,-10 4 6094,-7-6 0,-4-14 0,-3-10 0</inkml:trace>
  <inkml:trace contextRef="#ctx0" brushRef="#br0" timeOffset="32008">3556 8000 7078,'-9'5'2313,"1"-1"-1966,8-4-117,0 0 173,6 4-56,7-3-16,23 2-180,9-3-81,-12-2 0,1 1-214,2-2 1,-1 1 283,26-4 50,-20 2 1,3 0 265,8 0 1,2-1-807,5 0 1,3-1 530,-10 2 0,1 0 0,1-1-674,-3 1 0,0 0 0,-1-1 545,-7 2 0,-2-1 0,4 0 39,7-1 0,6-1 0,1 0 0,-3 1-30,3-1 1,-1 1 0,4-1-32,-11 1 0,4-1 1,2 1-1,-1 0 0,-1 0-503,9-1 0,-2 1 0,0 0 0,0 1 511,-8 0 0,0 0 0,0 0 0,-1 0 0,-1 0-16,3 1 1,-2-1-1,0 1 1,2 0 26,-2-1 0,2 1 0,0 0 1,2 0-1,0-1-189,-5 2 1,2-1 0,0 1-1,0-1 1,-1 1 0,-2-1 173,3 0 1,-3 1 0,0-1-1,3 0 1,4 0 14,-4 1 0,5-1 0,3 0 0,2 0 0,0 0 0,-1 0 0,-2 0 0,-5 0-143,10 0 0,-4-1 0,-2 1 0,0 0 1,4-1 115,-4 1 0,3 0 1,0-1-1,0 1 1,1-1-1,-1 1-29,0-1 1,0 0 0,-1 0 0,1 0-1,0 0 1,1 0 70,-6 0 1,1 0 0,0 0 0,1 0 0,0 0 0,0 0 0,0 0-42,-4 0 1,-1 0-1,1 1 1,-1-1-1,2 0 1,-1 0-1,2 1 1,0-1-11,0 0 1,1 0 0,1 0-1,0-1 1,1 1 0,0 0 0,-1 0-1,-1 0 1,-1 0 6,1 0 0,-1 0 1,-1 1-1,0-1 0,-1 0 1,1 1-1,0-1 0,0 0 1,2 1 1,0-1 0,0 0 0,1 1 0,-1-1 0,-1 0 0,0 1 0,-3 0-12,8-1 0,-2 0 0,-2 1 1,0-1-1,2 0 0,5 1 8,-9 0 1,3-1 0,3 1 0,1 0-1,1-1 1,-1 1 0,-1 0 0,-2 0-1,-2 0-12,0 0 1,-2 0-1,-2 0 1,0 0-1,0 0 1,2 1-1,4-1-4,-7 0 1,2 0 0,2 0 0,2 0 0,0 1 0,1-1 0,-1 0-1,0 0 1,-2 0 0,-2 0 5,7 0 0,-3 0 1,1 0-1,-2 0 1,0 1-1,0-1 1,0 0-1,1 0-3,-1 0 0,1 0 0,0 0 0,0 0 0,0 0 0,-1 0 0,1 0 0,0 0-2,0 0 1,1 0-1,0 0 1,0 0-1,0 0 1,-2-1-1,0 1 1,-2 0-4,7 0 1,-3 0 0,-2 0 0,1 0 0,2-1 0,4 1 4,-9-1 1,4 1 0,1 0-1,2-1 1,0 0 0,0 1-1,-1-1 1,-3 0 0,-2 1-5,1-1 1,-4 1-1,-1-1 1,-1 1 0,1 0-1,1-1 1,4 0-2,-1 1 0,3-1 0,1 0 0,2 0 0,0 0 0,1 0 0,0 0 0,-1 0 0,-1 0 3,-1 0 0,0 0 0,0 0 0,-1 0 0,1 0 0,-1 0 0,-1 0 1,0 1-1,-1-1 2,1 0 1,-1 0-1,-1 1 1,0-1 0,-1 1-1,0-1 1,0 1 0,0-1-3,6 0 0,-1 0 0,0 0 0,0 0 1,0 1-1,-1-1 0,-1 0 4,-3 0 0,0 1 0,-1-1 1,0 0-1,-1 1 0,-1-1 0,-1 1 1,9-1 0,-2 0 0,0 0 0,-1 0 0,4 0-1,-3 0 0,3 0 1,1 0-1,0 0 1,0 0-1,-1 0 3,-3 0 0,0 0 1,0 0-1,0 0 1,-1 0-1,0 0 2,-2 0 0,0 0 0,0 0 0,-1 0 1,0 0-1,0 0 0,-2 0 0,-1 0 0,0 0 0,0-1 0,0 1 1,-1 0-6,9-1 1,-1 0 0,0 0 0,0 0 0,-1 0-4,-2 0 1,-1 0-1,0 0 1,-1 0-1,0 0 21,-2-1 0,0 1 1,-1 0-1,1 0 1,-2 0-10,11-2 1,-1 1 0,-1-1 0,0 1 97,-2-1 0,-1 1 0,0 0 0,-2-1-99,-2 1 0,-1 0 1,0 0-1,-2 0 18,14-1 1,-1-1 0,-2 1 1,-5 0 1,0 0 0,-2 0 235,-5 1 1,0 0 0,-1 0-244,-5 0 0,0 1 0,-1-1 769,14-1 1,-2 0-756,-7 0 0,-2 0 16,-7 1 1,-2 0 126,20-5 2035,-22 3-1509,-7 0 1593,-18 4-1946,0 1 1203,-8 2-2222,-1 1 779,0 3-56,0 6-17,1 9-45,1 1 5,3 24 1,-1-5-12,1 22-5,-1-2-224,-3-26 1,0 0 245,0 2 1,0 0-7,-1 2 1,0 0-12,0 1 1,0 0 10,0 2 1,0 1-3,0 0 0,1 1-3,0 2 0,0 0 0,0 1 0,1 0 2,0 1 1,0 0-3,0 0 0,0 1-341,-1 0 1,-1-1 345,1 0 1,-1-1 0,-1-1 0,-1-2-1,0 20-8,-1-20 1,-2-2 7,1 9-37,1-14 0,-1-2 43,1 8 11,0-9-16,2-11 428,0-7-423,1-8 741,-1-2-444,1-3-168,-4 0-190,-4-4-23,-11-4 17,-9-5 6,-13-1-23,-12-2-232,21 9 1,-2 0 284,-5 0 0,-2 1-449,-6 0 1,-1 0 445,-4 2 1,-2 0 0,-5 1 0,-2 1 7,19 1 0,-2 0 0,0 0-494,-3 1 0,-1 1 1,-1 0 489,-3 1 0,-2 0 1,0 1 1,-3 0 0,-2 0 1,0 1-581,-3 1 0,-1 1 0,-1-1 592,14 0 1,-1-1 0,0 0 0,0 1 5,-2 0 1,-1 0-1,0 0 1,-1 0 0,-1 0 1,-1 0 0,-1 1 0,0-1-413,-1 1 0,-1-1 1,0 1-1,-1 0 406,-1 0 0,-1 0 0,0 0 0,0 1-7,12-2 1,-1 0 0,1 0 0,-1 0 0,0 0-160,-1 0 0,-1 1 0,1-1 0,-1 1 0,1-1 162,-1 1 0,0-1 0,0 0 1,-1 1-1,-2-1-105,1 1 1,-3 0-1,-1-1 1,1 1 0,1 0-1,3-1 110,-6 1 0,4 0 1,-1-1-1,-3 1 0,7-1 0,-4 0 0,-1 1 1,0-1-1,1 0 0,5 0-72,-7 0 1,3 0 0,2 0 0,-4 0 76,1 0 0,-2 0 1,-2 0-1,2 0 0,2 0 70,-1 0 0,3 0 0,-1 0 0,-4-1-69,6 1 1,-4 0 0,-2 0 0,0-1 0,2 1 0,3-1-47,-9 1 0,5-1 1,-1 1-1,-4-1 40,8 0 0,-4 1 1,-2-1-1,-1 1 0,2-1 1,2 0-5,-2 0 0,2 0 0,1 0 1,0 0-1,-1-1-7,1 1 1,-1 0-1,1-1 1,0 1 0,-1-1 30,0 1 0,1-1 0,-1 1 0,0-1 0,1 0-30,-1 0 1,1 0 0,-1 0-1,1 0 1,-1 0-52,1 0 1,-1 0-1,0-1 1,0 1-1,0 0 64,0-1 0,1 0 0,-1 1 0,1-1 0,-1 0 0,1 1 0,-1-1 0,1 0 0,0 0 0,-1 1 2,1-1 0,0 0 1,1 0-1,-1 0 0,0 0 0,1 0 0,-1 1 1,1-1-1,0 0 0,-1 0-3,1 0 0,1 0 0,-1 0 0,0 0 0,0 1-31,1-1 1,-1 0 0,1 0-1,0 0 1,-1 1 31,2-1 0,-1 0 0,1 1 0,0-1 0,0 1 0,0-1 0,0 1 0,1-1 0,-1 1 0,1-1-6,0 1 0,1-1 1,0 1-1,0 0 1,0-1 3,0 1 1,1-1 0,0 1 0,-1-1 0,1 1 1,1-1 0,-1 1 0,1-1 0,0 1 0,0-1-4,0 1 1,0-1 0,1 0 0,-1 1 0,1-1 30,-1 1 1,1 0 0,0-1-1,1 1 1,-1 0-30,-13 0 1,1 1 0,0-1-1,0 0-3,0 1 1,1 0 0,0 0 0,0 0-5,0-1 1,1 1 0,-1 0 0,1 0 6,1 0 1,0 0 0,0 1-1,0-1 2,1 0 0,0 1 0,0-1 0,0 0-6,1 1 1,0 0-1,1 1 1,-1-1-1,1 0 0,1 0 1,-1 1-1,1-1 64,0 1 1,1 0 0,-1 0 0,1 0-72,0 0 1,0 1-1,1-1 1,-1 0-8,1 1 1,0 0-1,0-1 1,0 1 3,0-1 1,1 1-1,-1-1 1,1 1 9,-1 0 1,1 0-1,0-1 1,0 1 2,0-1 0,-1 1 0,2-1 0,1 0 3,-4 1 0,2 0 0,-3 0 3,0 0 0,-4 1 0,0 0 0,2-1 1,6 0 0,1-1 0,0 1 0,1 0-3,-1-1 1,1 1-1,-1 0 1,0 0-12,-3 0 0,-1 0 0,1 0 1,4 0 164,3 0 1,3-1 0,-1 0-171,-10 2 0,-3 0 0,0 0-2,2-1 0,0 1 0,1-1-4,-1 0 1,2 1 0,-1-2-1,0 1 1,1 0-1,0-1 8,1 1 0,1 0 0,-1-1 5,2 0 1,1 0 0,-1 0 157,2 0 0,0 0 0,0 0-171,2 0 1,0-1-1,-1 0-151,-8 1 1,-1-1-1,3 0 116,-2 1 0,1-2-39,6 0 0,-3-1 0,5 0 548,1-1 0,1-1-529,-11 1 1,-1 0 58,2-2 0,1 1 28,2-1 1,-1 1 10,2-1 0,0 0-2,1 0 0,1 0-4,1 0 1,1 0-6,2 0 1,0 0-12,2 0 0,1 0 351,2 0 0,1 0-365,2-1 0,1 0 398,2-1 1,1 0-402,-28-4 28,6-2 23,3-1-12,2-2 40,-7 0-34,19 2 2915,-11-2-2881,21 6 754,-4-3-760,5 1 72,4-2-83,9 3 510,3-4-538,7 2 39,-2-12-23,2 6 51,-3-24-56,4 17 28,-3-30-5,2 1-29,2 15 1,0-5 5,-1-19 0,1-4-1547,0 2 1,1 0 1535,0-2-1,0-1 17,2 20 1,1-1 0,0 1-434,2-12 1,0-1 440,1 11 0,0-2 0,0 1 2,1 2 0,0 0 0,1 0-14,2-5 1,1 0 0,0 2-190,4-10 1,2 2-284,-2 4 1,2 5-4474,0 10 1,1 6 3604,0 3 0,0 4 0,-12 18 0</inkml:trace>
  <inkml:trace contextRef="#ctx0" brushRef="#br0" timeOffset="34432">4756 8608 9801,'2'-6'5309,"-1"0"-3982,1-54-385,-5 27-527,3-8 1,-3 0 329,-8 7-225,-3 5-81,-7 9-231,-8 6-150,-12 11-46,-14 15-20,22 0 1,-1 4-377,-4 7 1,1 3 349,1 4 0,1 3 25,3 2 1,2 2-15,6-1 1,3 0-3,6-1 0,3 0-26,7 0 1,4-1-11,5 9-35,19 0 119,7-28 128,16-4 101,11-17-70,-24-2 0,1-4-112,1-6 0,-1-3 330,-2-3 1,-2-3 28,-4-1 1,-3-1-64,-6 0 1,-3 0 202,2-28-74,-8 5-159,-5 7 671,-5 11-733,-1 11-296,-1 10-221,1 8 158,1 3-293,0 10 229,1 13 133,-3 42 124,1-10-516,0-3 0,-1 3 307,1-11 1,0 1-189,0 11 1,0 3-477,2 0 0,3-1-4151,6 7 1,2-4 3560,-4-21 0,1-4 1,12 26-1,-15-51 1</inkml:trace>
  <inkml:trace contextRef="#ctx0" brushRef="#br0" timeOffset="34733">5366 8237 11780,'-6'-57'985,"0"1"1,1 6 0,1 6 2240,0 2-2655,0 15 1191,1 13-1824,1 9 899,1 6-797,0 14 49,5 19-38,2 29 1415,-1-19 1,-1 6-1464,-1 1 1,0 5 0,-1-3-816,0 6 1,-1 2 779,-1 0 0,-2 5 1,0-5-52,1-17 1,-1-2 0,0 1-178,0 8 1,0 3 0,1-2-623,1-3 1,1-1 0,2 0 881,1 1 0,3 0 0,-1-5 0,-1-6 0,1-3 0,2-3 0,0 0 0</inkml:trace>
  <inkml:trace contextRef="#ctx0" brushRef="#br0" timeOffset="35516">6207 8622 14154,'14'-53'1540,"1"0"0,-1 5 1,-5 10-1132,-10 21 857,-3 8-1227,0 6 652,-5 9-663,-15 28 0,-6 15 31,13-20 1,0 1-77,-2 8 0,2 2-11,5 2 0,3 1-3,0-2 0,3 1-112,6 3 0,5-4 93,11 3-38,9-21 0,4-6 105,6-2-108,3-6 0,3-3 130,20-13 23,-16-3 0,0-4 2,-11 0 0,-3-2 28,1-4 1,-5-2-20,-5-7 282,-17-19-360,-20 11-18,-16-18 540,-18 15-528,19 22 0,0 3 22,-23-6 17,19 11 0,-1 2 157,-26-7-34,7-2 471,8-6-538,28-2-56,9 1 265,13-23-265,10 9 0,3-9 112,19 2-67,-10 19-67,13-3-12,-8 17 414,-7 8-408,16 22-11,-8 10 0,-8-2 0,-2 4-6,-3 4 0,-3 2-39,-1 6 0,-3 1-93,-1 3 1,-3 0-644,-1 2 0,-1-1-799,1-2 1,0-3-825,-1-8 1,1-3 2414,11 22 0,-10-35 0,1-2 0</inkml:trace>
  <inkml:trace contextRef="#ctx0" brushRef="#br0" timeOffset="35793">7402 7907 22834,'-9'-47'683,"-1"0"0,2 6 0,1 10-683,2 22-140,3 11 157,-2 15 112,0 25-84,1-6 0,-1 4-943,-1 12 0,0 5 898,2-13 0,-1 1 0,1 0 2,0 10 1,0 4-72,4 2 0,1 5 0,2-4-112,1-16 0,1-3 0,1 3-527,0 0 0,1 3 0,1 1 0,0-4-721,3 4 1,1-4-1,0-1 1429,4 11 0,-1-5 0,-6-17 0,-1-5 0,0 3 0</inkml:trace>
  <inkml:trace contextRef="#ctx0" brushRef="#br0" timeOffset="37950">8108 8288 18722,'-7'-25'1563,"2"5"-1283,5 20 34,0 0-242,2 0 29,2-2 39,7-4 23,5-4 38,6-6 23,3-5 6,3-3-22,-3-5-57,0-2-39,-1 2-73,-1 4-39,-3 7-17,-1 8-16,-1 7-6,3 11 39,1 11 28,-1 17-45,-5 18-45,-11-18 1,-4 0-114,-1-5 0,-5 2 116,-5 6 1,-5 3 0,-2-1-670,-8 6 0,-3 0 726,1-2 0,-3 2 1,-1-3 21,4-9 1,-1-3-1,0-1 70,-13 7 0,1-5-54,6-9 0,0-6 428,-19-2-111,16-23-151,13-16 163,11-15-287,6-7-44,12-1-17,7 8 1339,11 8-1384,10 10 338,10 9-355,12 10-6,-23 4 1,2 3-112,4 2 0,1 3-200,3 2 1,5 1 361,-2-2 0,6 1 0,0 0 0,-7-2 0,-3 1 0,-2-1 0,7 0 0,1 0 0,-1 0 0</inkml:trace>
  <inkml:trace contextRef="#ctx0" brushRef="#br0" timeOffset="38207">9156 7959 19249,'-1'-47'1353,"0"0"1,0 7 0,1 6-598,1 8-734,0 15-78,-1 10 168,0 18 73,3 22-126,0-6 0,0 5-429,1 13 1,1 4 376,-3-11 0,0 2 1,0 2-650,-1 5 0,-1 2 0,0 1 625,-1 3 0,-1 0 0,-1 0-43,1 0 1,-1-1-1,-1 1-329,1 4 1,0 1 0,0-6-178,0 2 0,1-3-4350,2 11 1,1-9 3876,3-19 0,0-4 0,-1-27 0</inkml:trace>
  <inkml:trace contextRef="#ctx0" brushRef="#br0" timeOffset="39483">10673 7897 13015,'1'-5'6441,"0"2"-3809,-1 3-2228,-3-39-85,-2 28-111,-5-28-7,-4 37-139,-4 2-51,-1-1 28,-12 7-28,-4 4-8,2 1 0,-2 2 11,4-2 0,-1 1-631,-7 2 0,2 0 634,-10 2 28,-1-3 27,19-8 68,2-2 56,10-2-112,11-1-50,4 0 954,2 0-983,0 10 46,-1 9-51,-1 17 16,0-2-24,1-2 0,-1 1-15,1 17 18,0 10-12,3 3 34,2-29 5,0 7 23,2-19 5,-2-13 202,0-2-78,-2-4 442,2-5-493,-1-2 17,11-17-112,-4 4 11,17-19-22,6 5-17,6 1-6,10 3 6,-14 17-22,12 5 0,-2 13-15,-9 2 1,1 2-9,-7 2 0,-1 1 22,3 4 1,-3 2 28,-1 17 11,-13-8-34,-30 23 0,-19-14-363,5-10 0,-5-1 346,-4-4 1,0-4 13,7-4 0,-1-1-28,-4 0 1,1-3-210,-11-2-1468,-2-7-2734,22-16 4459,13-8 0,12 4 0,2 5 0</inkml:trace>
  <inkml:trace contextRef="#ctx0" brushRef="#br0" timeOffset="39759">11116 7720 24273,'20'-33'442,"-4"19"-89,-9 57-185,3 14-126,-1-14 0,0 1-526,-2-11 0,0 2 495,-1 13 1,0 2-18,-3-4 1,-1 3-51,-2 2 0,0 6 0,-1-4-469,0 4 1,-1 2 134,0-13 1,-1 5 0,0 0 0,1-5-2478,-1 9 0,1-2 2867,1-7 0,0 1 0,0-5 0,1 19 0,2-30 0</inkml:trace>
  <inkml:trace contextRef="#ctx0" brushRef="#br0" timeOffset="40492">11799 8120 26410,'29'-47'561,"1"1"1,-1 3 0,-2 5-132,9 5 290,1 4-43,2 8-259,1 8-304,4 8-207,5 10-108,5 9-482,2 11 96,-5 8-445,-12 4-196,-13 1 93,-15 2 176,-15-2 265,-13-1 273,-14-4 215,-10-5-57,-3-7 354,0-8 157,6-7 268,7-8-440,12-2 248,-3-11-228,12 3-132,-2-6 92,8 4-72,12 1 21,10 0 6,17 2-16,16 5-23,12 4 8,-29 5 1,0 2-135,-1 1 0,0 3 36,24 15-5,-14 8-17,-17 5-5,-15 3 33,-20 1-34,-13-1-95,-15-6-451,-11-6-412,-7-8-2570,-6-10 2864,7-6 1,20-3 0,15-1 0</inkml:trace>
  <inkml:trace contextRef="#ctx0" brushRef="#br0" timeOffset="40992">13381 7737 31741,'3'-43'256,"0"-1"1,1 1-1,-1-9 1,0 6-257,-1-8 0,-2 34 0,0 15 0,6 59-202,-1-21 0,2 5-783,0 4 1,1 5-1,0-1 136,3 6 0,1 2 615,0 5 1,1 6-1,-2-6-99,-3-10 0,-1 0 85,1 9 1,-1 6 0,-3-3-294,-6-12 1,-2-2 0,-1 0-328,2-1 1,0 0-1,-1 1-2409,-2 1 0,0 1 0,1-6 2458,0-7 1,2-5 0,0 8 0,3-30 0</inkml:trace>
  <inkml:trace contextRef="#ctx0" brushRef="#br0" timeOffset="41682">14670 7828 13357,'13'-49'2253,"0"1"1,0 5-1,-5 7-1161,-12 14-672,1 10 331,-8 4-549,0 9-6,-14 13 28,-8 17-149,11-6 1,-2 4-471,-3 7 0,1 4 423,-2 5 0,1 3-536,1 4 0,2 0 496,5 2 1,3 0-14,3-3 0,5-1-3,8-4 0,5-2 8,4-6 1,5-3-15,7-5 0,4-4-145,3-6 0,3-3 165,2-3 0,1-3 22,1-4 1,-1-3 857,27-6-704,-11-11 57,-17-13 21,-14-10-83,-15-7-50,-14-6-23,-13 1-17,-12 6 1049,2 14-1099,3 16 0,-1 4-17,-17 9-17,13 2 0,0 4-391,-18 19-12,10 12-123,15-5-43,17-1 0,4-2 0,1-9 0,3 17 0</inkml:trace>
  <inkml:trace contextRef="#ctx0" brushRef="#br0" timeOffset="42116">15583 7602 21629,'8'-56'1066,"0"-1"0,-2 8 0,-1 11-875,-4 26-152,-1 10 39,0 12 18,0 14 21,0 21-69,2-13 0,0 3-624,0 9 0,0 3 576,1 8 0,-1 3 2,0-16 0,-1 0 0,0 1-14,0 2 1,-1 0 0,0 0-29,1 0 1,-1-1 0,1-1-28,-1 7 0,0 1-512,0-5 0,0 3 1,0-3-3402,-2 3 0,-1-1 3379,0 15 1,-1-3-1,-2-1 1,2-27-1</inkml:trace>
  <inkml:trace contextRef="#ctx0" brushRef="#br0" timeOffset="42992">17315 7642 19904,'3'-12'320,"-3"7"-152,-7 15 11,-4 6-17,-6 3 84,-13 2-117,7-8 140,-12 0 33,12-10 1,-5-6-11,0-6 33,4-7-17,3-8-56,4-6-17,5-5-6,6 0-61,4 2-67,8 7-45,2 5-45,7 6-11,3 7-22,5 4 0,5 9 22,4 9-28,5 13-45,1 15 36,-20-15 1,-3 1-217,-3 5 1,-4 1 212,-7 4 1,-6 1-6,-8 3 1,-7 1-364,-9 1 0,-6-2 368,-7 1 1,-4-2-682,-3-4 1,-1-3 745,2-6 0,-1-4 11,6-6 1,2-5 21,6-3 1,2-5 188,-22-16 172,25 1-313,8-24 595,18 4-667,6-10 1598,12 1-1621,13 4-11,17 8 0,14 11-6,-23 11 1,2 4-411,4 4 1,1 3 356,4 3 1,1 2-295,13 8 0,-2 1 109,-17-6 1,-1 0-519,14 7 0,-3 0-2615,3 6 3305,-21-10 0,-2-1 1,0 1-1,-8-3 1</inkml:trace>
  <inkml:trace contextRef="#ctx0" brushRef="#br0" timeOffset="43259">17993 7424 21411,'8'-41'1004,"1"-1"1,-2 5-1,-2 10-836,-4 21-129,-1 16 23,0 4 72,2 30-5,6 18-1392,-1-15 0,0 4 1277,3 9 0,-1 4-20,-3-17 0,0 1 1,0 0-402,-2 2 0,-1 1 0,0 0 218,-3 0 1,0-1-1,-2 0-465,0-2 1,-1-1 0,-1 0-2364,0-4 0,0-1 0,-1-1 3017,0 10 0,-1-5 0,1 10 0,3-29 0</inkml:trace>
  <inkml:trace contextRef="#ctx0" brushRef="#br0" timeOffset="43916">19198 7626 22291,'8'-39'660,"0"1"1,4-23-689,-12 63 56,0 11 39,0 17-50,0 20-34,0-16 1,0 3-374,0 15 1,0 1-430,0-16 0,0 1 819,2 21 0,-1-5 0,0-22 0,2 13 0</inkml:trace>
  <inkml:trace contextRef="#ctx0" brushRef="#br0" timeOffset="44409">20127 7308 15391,'9'-53'1112,"0"0"1,-1 7 0,-2 8 1342,-5 14-2365,-2 14 848,-4 19-708,-4 16 443,-5 24-547,3 2 0,1 2-93,3-13 1,-1 3-605,0 16 0,0 9 0,2-7 560,1-13 0,1 0-6,1-4 0,-1 6 0,0 1 0,2-4-382,0 17 0,1-4 161,-1 0 0,2 2-1465,4-12 1,1 2-1,0-6 1342,1-7 0,1-4 0,-1 4 0,0-7 1,-2-18-1</inkml:trace>
  <inkml:trace contextRef="#ctx0" brushRef="#br0" timeOffset="45159">21052 7294 21063,'30'-31'980,"-8"9"-811,-32 30 44,-9 11 11,-11 15-90,10-3 1,1 2-93,2-1 0,2 1-37,1 0 1,3 1-6,4-1 0,4-1-6,7 17 23,6-16 0,3-2 28,9 8 128,27-2 214,-6-30 134,14-14-177,-19-11 0,-1-5-350,13-15 292,-10-4 0,-5-4-172,-19 17 1,-3 0-28,5-12 0,-3-1-3,-6-7 39,-23-9-89,-7 26-57,-20-8-128,-3 19-538,-5 9-392,11 7 1081,-11 15 0,31-6 0,-6 6 0</inkml:trace>
  <inkml:trace contextRef="#ctx0" brushRef="#br0" timeOffset="49575">2333 11006 15485,'11'-59'879,"0"1"0,1-1 1,-2 5-1,-1 1 1,0 5-393,0 0 0,-2 4-61,-5 8 0,-4 3 112,-18-13 151,-16 24-571,-15 30-82,21 7 1,-1 7-986,-5 11 1,1 6 950,9-7 0,1 3 0,0 2-10,0 5 1,0 3 0,2 2-1,-1 6 1,2 1-1,2 2-3,2 4 0,1 1 0,2 1-5,6-14 1,1 1-1,1 1 1,1-1-447,1 2 1,1 1-1,1-1 1,1 1 349,1 1 0,2 0 0,1 0 0,1 0-79,-1 1 1,1 0 0,1 0-1,0-1-8,0 1 0,1-1 0,0 1 0,-1-2-119,0-1 0,0-1 0,0-1 1,-2-1 276,0 10 0,0-1 0,-3-4 10,-3 12 0,-4-6 235,-1-19 1,-5-7 97,-21-6 797,-10-42-1018,20-4 0,2-6-5,-3-11 0,4-6-15,1-9 1,4-3 702,3-7 0,5-1-705,5 19 1,2 1 0,2-1-10,4-18 1,5 2-32,3 5 1,4 2-9,5 4 0,3 2-8,5 3 0,4 1-6,4 0 0,4 2 64,4-1 0,3 1-73,-15 14 1,1 0 0,1 1 0,0 0 0,1 0 0,0 1-3,16-11 0,1 1 2,-2 2 1,-1 0-6,-3 1 1,-2 0 10,-2 2 1,-2 1 5,-5 1 0,-3 2 257,-6 4 0,-2 1-218,7-5 224,-12 7 106,-14 11 776,-2 2-916,-4 2 1252,0 3-1464,-3 7-11,1 0-6,-9 27-17,3 1-11,-2 20-84,5-3-302,6-1-701,3-3-4945,7-1 6060,-2-15 0,-1-9 0,-4-15 0</inkml:trace>
  <inkml:trace contextRef="#ctx0" brushRef="#br0" timeOffset="49767">2828 10873 20929,'-2'45'-1197,"-2"-18"0,9-11 1</inkml:trace>
  <inkml:trace contextRef="#ctx0" brushRef="#br0" timeOffset="50574">3216 11208 18571,'1'-6'3002,"0"1"-1702,-1 5-1272,-20 26-20,15 6 1,-16 28-478,22 0 473,-1 3 7,-6-2-11,-5-4 40,-7-8 94,1-13 509,5-15 384,6-19-719,8-19-151,4-6 129,14-29-146,-1 15 0,1 0-402,-4 7 0,1-1 318,11-15 0,1 3 28,6-5-79,-14 21 1,1 2 323,14-12-307,-2 17-67,-2 11-128,5 27 38,-13-1-336,6 31-598,-16-2-1116,-3-9 1,1 1-1443,-1-6 1,1 0-178,12 26 875,17-18 2929,6-25 0,15-8 1050,-30-12 0,-1-4 1852,-2-3 1,-1-4-70,1-6 1,-2-3-755,14-20-1340,-7 1 365,-10 1-3296,-10 4 2506,-3 8 364,-9 3-662,-7 27-16,-7 5 28,-13 20-22,-6 10-12,-7 13 12,20-18 0,1-1-12,-2 10 12,6 7-12,13-25 3387,4 0-3370,7-9 34,27-22-45,-12-1 5,17-14 63,-5-22-46,-16 14-194,-2-5 1,-2-5 277,-5-6 1,-2-3-624,0-2 0,-1-2 625,-3 11 0,1-1 1,-2 3-11,0 1 0,-1 1 72,1-3 1,1 2 199,2-15-65,-4 26 0,0 1-2,0-5-152,-3 15-140,-2 17 355,-1 7-361,0 10-27,1 33 27,0 17-192,0-14 0,0 3 184,0-12 1,0 2-144,0 9 0,-1 6 1,-1-6-130,1-7 1,-1 0-1446,1 2 1,0 8-1,-1-1 1,1-7 1244,-1 0 1,1-5 0,0 11 0,0-6-1,1-16 1</inkml:trace>
  <inkml:trace contextRef="#ctx0" brushRef="#br0" timeOffset="51924">6746 10875 19473,'0'-5'3770,"0"2"-2902,0 3-566,-64-41-145,22 32-272,2-11 0,-5 2 185,5 21 0,1 6-350,6-1 1,1-1 301,-7 2 1,-1 1 2,1 1 0,1 0-98,7-1 0,1 0 90,-22 9-28,12-5 5,30-8 175,6-5-180,3 1 734,2 4-718,1-1 184,5 14-172,-1-1-23,1 4 34,0 14-17,-4 5-16,0 0 16,-2 10 0,-1-13 6,-1 0-11,0-1 44,-7 6 62,-3-4 28,-2 3 107,-1-15 207,7-17-163,3-5 269,2-7-420,0-4-79,0-1-5,0-11-11,9-11-34,8-3 6,13-10-11,9 8-330,10 4 335,11 7-5,-7 9-12,-15 9 1,2 3-4,4 6 1,-2 2 2,-6-2 1,0 2-21,16 12 1,-5 5-8,-8 12-6,3 9-34,-33 3-62,-41 7 87,14-25 1,-4-1-645,-13 5 1,-2-3 610,12-10 0,-3-3-513,-14 1 0,-2-3-1643,-15-5-2679,19-8 1,2-3 4405,-3-6 1,18-3-1,20 6 1</inkml:trace>
  <inkml:trace contextRef="#ctx0" brushRef="#br0" timeOffset="52149">6790 10869 18280,'5'-2'3427,"-1"0"-2833,33-11 0,10-4 73,-7 4-2196,13-6 0,-1 1 1691,-20 8 1112,9-1-1229,-16 6-62,4-2-286,-5 6 303,-11 7 0,0-4 0,-8 4 0</inkml:trace>
  <inkml:trace contextRef="#ctx0" brushRef="#br0" timeOffset="53666">4821 11171 24134,'-5'-26'-1961,"29"2"1883,9 19 1,5 3-462,1-2 0,1 2-423,12 3 1,-3 3 653,2 6 295,-11-1 1,-13 5 354,-40 16 145,-27 9-125,10-16 0,-3 0-471,-3 3 0,-2-1 458,-2 1 0,0-1-130,0 0 1,0-1-30,3-2 1,1-1 3,-16 9-120,11-4-349,35-17-393,25-6-14,16-10 226,13-8 0,5-3 5,-13 2 1,0-1 359,17-9 0,-1-2 67,-17 4 0,-4-3 72,-8 1 0,-4-2 1085,4-27-444,-19 0-63,-17 3-61,-8 4-28,-10 5 51,-1 7 108,1 7 4,5 7-374,6 9-212,8 6 387,5 4-666,2 3 184,3 7-16,7 12 8,5 19-22,-3-9 0,0 3-31,0 7 0,0 2-723,-1 6 0,-2 2 196,-1 4 0,-3 1-2199,-2 2 1,-2 0 2767,-3-6 0,0-5 0,1 0 0,-1-29 0</inkml:trace>
  <inkml:trace contextRef="#ctx0" brushRef="#br0" timeOffset="56624">4683 8636 17932,'6'-49'1189,"1"0"1,-2 6-1,-3 7-590,-8 9-133,-3 6-124,-4 2-169,3 5 247,-10-6-235,4 9-28,-10-5-73,4 8-28,-3 4-28,4 3 0,-15 11 0,6 4-28,-15 15 11,4 5-367,-1 7 351,11-6 5,10-6 0,2 0 5,2 3-97,2 3 1,3 2 63,6 5 22,8 16 23,7-24-12,19-4 1,6-14 22,27-4-17,-8-11 12,7-8 55,-18-9 17,-7-8 6,-5-6 33,-6-7-5,-5-8-6,-4-6 355,0-4-332,1 0 123,-3 15 112,4-6-39,-8 23-1,-1-3-89,-6 17-112,-2 6-101,0 2-61,-2 6 16,0 8 6,-4 13-16,1 14 16,1 12-349,3 8 355,0-27 0,0 0-1,1 1 1,-2 1-4,1 0 1,-2 1-1634,1-1 1,-2 0 1624,-1 18-119,0-15 1,-1 0 152,-2 13-6,1-15 1,-1 1 27,-8 18 34,-5-7-50,4-14 100,-16 5-22,6-17-39,-14 7 203,13-16-175,-15-3-79,22-7 3366,-25 0-3316,23-5 12,-8 0 386,9-2-442,5 0-5,5 3 10,2-2-27,6 3-34,0-1 90,3 1-102,1-1 18,1-1 5,3 0 12,3 0 5,0 0 11,10 0 39,-1 0-50,11-2-5,3-2 21,7-2-38,5-3 5,2-2 12,1-3 21,-5 0-10,-12 4 11,0-3 33,-17 6-44,2-1-29,-7-4 29,-2 3-17,2-6-12,-1 1 1,0-1 33,0-2 40,0 1-18,-2 1 23,0 3-50,-2 2-34,0 3 45,-1 3-45,0 2-79,0 2-374,0 0-1015,2 1 1496,12 0 0,-8 1 0,7 0 0</inkml:trace>
  <inkml:trace contextRef="#ctx0" brushRef="#br0" timeOffset="59034">4274 7376 22330,'-25'-46'808,"1"1"0,2 4 0,5 10-974,11 23-207,3 5-40,3 10 915,3 10-306,3 18-218,7 17-75,-5-21 0,1 0 113,1 0 1,2-1-5,7 15 115,15 1-21,-10-25-334,9 2 317,-8-20 243,1-16-10,-3-3-61,3-10 0,1-4-8,-3 5 1,0-1-466,13-14 1,3-3 493,-4 3 0,1-1 30,3-2 1,1-2-121,-13 14 1,0-1 0,1 1 24,13-15 1,0 2-134,-3 3 1,-1 2-70,-6 7 0,-1 2-46,16-12-434,-14 17-16,-15 14-1370,-3 21 1735,-10 19 1,1-9-1,-5 5 1</inkml:trace>
  <inkml:trace contextRef="#ctx0" brushRef="#br0" timeOffset="83048">9908 9308 25429,'-1'-48'589,"-1"0"0,1 5 0,1 8-698,3 18 258,-1 9 101,0 6 430,0 9-1334,3 10 181,-1 3-322,4 38 63,-3-6-119,-1-11 1,1 1-331,-1-6 0,2 1-2239,3 6 0,2-2-217,5 12 2048,-2-23 1,2-4 1345,10-11 242,11-13 218,7-21 295,6-20-116,-23 14 0,0-3 1603,2-3 0,-2-1 76,0-1 0,-1-1-421,-3-1 0,-1 1-292,-2 2 1,-2 0 357,11-21-1397,-12 18 890,-7 9-1785,-8 19-246,-3 4 38,-7 19 793,-6 15-587,-6 15 297,-1 11 149,13-26 0,0 1 111,1-1 1,1 1 5,-5 28 10,-2-7 124,-3-8-62,-10-9 47,-11-7-197,-13-8-164,20-13 1,-2-2 223,-3-2 0,-1-2 22,-1-3 0,1-3 13,2-1 1,1-4 90,-22-17 225,14-4-71,13-1 322,10 3-331,5 8-122,6 8-191,3 7 463,2 7 409,2 9-689,5 10-100,6 13 66,11 5-48,1-14 0,1-1 98,13 7-41,-4-12 0,1-4 105,20-3-450,-18-7 0,0-1 315,1-4 0,-1-2-99,-1-2 1,0-3 253,-2-2 1,-2-3 74,0-2 0,-2-1-40,0-2 1,0-1-18,-2-1 1,0-1 99,22-18-100,-10 4-344,-11 9-1903,-14 10 2003,-12 10 0,-2 4 0,-4 2 0</inkml:trace>
  <inkml:trace contextRef="#ctx0" brushRef="#br0" timeOffset="87761">10481 10555 23810,'-29'-43'161,"0"1"0,3 3 1,1 13-403,-7 35 1471,1 21-847,14-3 0,0 4-1588,-3 10 1,1 4 1261,-4 10 0,1 4-140,6-12 1,1 1 0,0 3-975,-1 6 1,1 2 0,0-2 1033,3-7 0,1-2 0,0 4-167,2-5 0,0 4 1,0 2-1,0-1 1,1-3-322,-1 12 0,1-4 0,-1 4 249,0-1 0,-1 4 0,0 0 0,1-6 152,0-1 1,0-5 0,1-4 244,-3 7 0,-1-8 69,-9 4-163,5-36 907,-12-40-1009,9-14-7,7 4 1,3-5 890,7-2 1,5-3-895,6-6 1,2-1-9,1 10 0,3-1 32,4 0 1,4-2-1,0 3-12,5-2 1,3 0 173,-3 3 1,4-3 0,-1 2-152,-1 7 1,-1 3 0,2 0 10,1-1 1,0 0 0,2 1 22,0-1 0,1 1 1,1 1 8,-1 0 0,1 0 1,0 1 8,-1 1 1,1 1 0,-2 1 14,15-12 0,-2 2 0,-5 5 0,-2 2 81,-8 6 1,-3 2-18,9-5 156,-16 12-262,-16 12 889,-8 9-788,-10 13 1386,-10 17-1476,2 0-8,5-2 0,1 3-26,3 14 17,5-16 0,4 0 17,14 11 163,14-13-28,8-14 55,8-14 51,3-17-90,-10-4 101,-11-6 0,-2-5 95,4-15-174,-9 10 1,-2 0-11,-3-13 44,-7 14 0,-4-1 12,-8-7-23,-6-12-96,-11 23-66,-10 14-28,-10 10-40,-7 15-106,17 6 0,2 4 6,-7 8-29,0 16-318,34-10-365,11 5-588,15 10-481,20-6 739,-13-27 0,4-4 700,4-5 0,3-6 350,4-7 0,-1-6 148,2-4 1,-1-5 108,-1-4 1,-2-4 148,-4-1 0,-2-2 137,-4 0 0,-3 1 65,-5 1 0,-2 1 6,5-13 917,-8-1-531,-13 23-291,-2-3-460,-4 16-151,-3 10 84,-4 13 581,-3 17-626,-4 17-5,4 9-307,5 1 307,13-3 10,11-12 40,13-10 12,-3-14 212,16-21 0,4-8-96,4-13-382,-1 0 1,-1-4 340,-22 0 0,-6-2-9,14-16 87,-15 5 1,-5-3 64,-2-13-214,-5 19 1,-2 2 11,-12-5 193,-2 22-378,-6 5-185,1 7-224,-3 7 135,-1 10-3747,0 22-3670,7 5 7792,2 4 0,7-20 0,1-11 0</inkml:trace>
  <inkml:trace contextRef="#ctx0" brushRef="#br0" timeOffset="88528">12079 10767 14863,'7'-8'3980,"17"-31"0,1-5-3493,-13 21-275,12-19 1,-4 4 387,-19 30-354,-2 4-392,0 1-111,0 8 240,0 8 11,1 4 6,0 18 6,2 2 11,0 15-15,-1-19 1,0 0 20,-2 17-6,-1-1-6,-1-27 95,2-9 225,0-10-46,3-5-66,13-20-46,7-9-88,7-7-183,-9 14 0,2-1 188,19-16-62,-7 13 0,3 0-54,-4 7 1,1 3 11,7 1 0,0 4-14,14 3-89,5 11-97,-23 12-368,10 23-225,-19 6-242,-14-13 0,-3 1-10,0 12-1742,5 8 281,8-15 69,4-16 1,5-3 842,3-5 1,3-5 906,14-5 0,2-5 1465,-2-4 1,-2-4-143,-9 1 0,-1-2 683,7-6 0,-1-1-225,-12 3 1,1-3 333,14-11 1,0-1-625,-11 3 0,-3 0-85,2-6 1,-5 1-62,2-11 443,-13-6-2718,-23 6 1866,-3 11 517,-39 4-628,-5 38-80,-12 4-8,22 5 1,0 5-174,5 0 0,1 1 134,-6 5 1,0 3-12,3 6 0,5 0 8,10-8 0,4-1-5,-7 22 549,32-20-504,25-17-18,15-12-2,-15-6 0,2-5 1306,-3-6 0,-1-4-1286,0-5 0,-2-3-15,-6 5 1,-3-4 10,4-11 1,-3-6 14,-7 6 0,-1-4 0,0 0-504,1-1 1,0 0 0,-1-1 544,3-7 0,-1-2 0,-1 4 141,2-5 0,-2 6 167,-4 14 0,-2 4 121,2-12-218,-11 27-230,-8 16 393,-5 25-472,-7 29 29,4 3 185,8 1 0,2 6-225,3-14 1,3 1-42,0-2 1,2 3 0,0-1-298,1-6 1,1-2 0,1 1-2015,0 1 0,0 0 0,0-1 1894,1 16 1,-1-6 0,-1-16 0,-2-4 0,0 5 0</inkml:trace>
  <inkml:trace contextRef="#ctx0" brushRef="#br0" timeOffset="89561">15622 10524 19395,'20'-48'673,"-1"0"1,1-1-1,6-10 1,-9 8-63,-21 6-522,-7 30 73,-40 1-78,2 25-45,11 0 1,-1 3-12,-12 14 2,20-5 1,2 3-23,7-1 1,2 2-1,-5 8 1,2 2-12,4 0 0,3 2-5,3-3 0,4 1 2,4-5 0,4 0-10,14 19 560,17-13-530,-1-26 0,5-6 42,-3-4 0,3-5-1932,15-11 0,-2-5 1906,-17 5 1,-2-3 50,10-11 1,-4-3 466,-6-3-498,-8 3 1,-1-2 15,-6 3 1,-3-2-11,2-14 0,-1-2 0,-4 9 0,-3 2-1031,-3-3 0,-4 5 1047,-5-1 2143,-27 11-2204,-1 24 1,-21 13-280,28 3 0,2 4 257,-18 19-12,19-9 1,3 4-45,6 4 0,3 1 30,0-8 0,4 2-199,6 16 0,10-2-134,19-3 140,9 7 2585,19-22-2660,-8-25 0,4-6 265,-7-1 1,1-4 33,9-2 1,-3-3 10,-17-2 1,-4-1 33,1-2 1,-2-2 41,-2 0 0,1-3 45,3-4 0,0-1 33,-7 2 1,-1 0 412,11-24-371,-15 21 1486,-6 6-1542,-9 17 115,-1 3-288,-4 22 62,0 6-45,-3 23 11,2-11 0,-1 14-34,-1-3 17,1-2-5,0-3 39,2-25-1,3-9 35,6-13 33,23-22-51,-3 3 51,9-7 1,4-4-395,-12 11 1,0-1 393,13-10 0,1 1 3,-8 7 0,-2 3-34,-3 4 0,-2 3-19,15-3-12,-12 17-22,-9 16 0,-9 6-62,-3 22-277,-7 18-1664,-1-26 1,0 0 1357,-1 3 1,1-3 0,-2 2-1,2-17 1</inkml:trace>
  <inkml:trace contextRef="#ctx0" brushRef="#br0" timeOffset="90341">18043 10245 14183,'2'-47'687,"0"0"0,-1 9 0,0 9 1810,1 15-2485,-2 29 1419,0 3-1431,-5 31-79,0-12 1,-2 3-77,-1 2 0,-1 3-492,-2 8 1,0 0-1127,2-10 0,2-1 1773,2-2 0,2-3 0,-1 4 0,5-12 0</inkml:trace>
  <inkml:trace contextRef="#ctx0" brushRef="#br0" timeOffset="90699">18361 9959 18891,'-52'-27'425,"-1"0"1,9 1 0,4 12-191,-14 47-162,25-1-62,-5 8 28,23 8-16,13-24 181,21 20 14,7-30-111,7 2 229,21-21-62,-17-9 97,15-13 49,-23-8-5,-13-5-208,-10 6 297,-16-12-256,-4 19-80,-9-6-106,-3 19-90,-1 9-51,0 13 18,6 2-186,-1 20 6,10-7-409,3 7 1,1 4-1275,5 2 0,1 3 1706,3 12 1,0-1 0,-1-16 0,0-3 0,6 14 0</inkml:trace>
  <inkml:trace contextRef="#ctx0" brushRef="#br0" timeOffset="92241">18672 10312 12174,'3'-6'8223,"-2"1"-6733,-1 5-437,22-68-274,-16 46-583,6-16 0,-3 4-202,-9 29-89,0 6 106,0 12 11,-2 11-22,0 4 12,-8 34 10,-1-9-162,3-14 0,-2 1 145,2-7 1,0-3-11,-8 23 38,6-18 119,4-17 55,7-13-62,9-17-5,11-11 40,11-16-82,-11 15 0,1-2 145,2-1 1,0-2-171,7-5 0,-1 0-23,11-10-36,-14 17 0,-1 4-14,4 5-22,3 2-34,-3 14 0,-4 16-23,-4 14-61,-5 15-107,-7 11-161,-2 4-141,1-1-56,10-8-123,14-12-326,17-15 452,-18-15 1,3-4 115,5-5 0,0-4 463,3-2 1,0-3-344,-1-4 1,-2-4 667,-4-1 1,-3-3 64,-6 0 0,-3-3-52,12-22 27,-17 12 616,-8-5-516,-17 21 59,-9-5-272,-16 14 12,-10 6-56,-8 3-34,-2 10-95,10-1 45,-15 20-68,23-1-38,-8 18-1,20 0-16,11 1 1014,13-7-981,14-7-28,14-13 6,13-8 466,-3-10-447,-7-8 1,0-5 19,12-14-195,-13 3 1,-1-2 196,-9-1 1,-4-2 14,-1-4 0,-3-3-9,-1-4 1,-2-2-325,0-4 1,0-3 318,1-3 0,0 0 36,0 0 1,1 0 24,-1 2 0,0 2 31,-1 5 1,0 2 13,-3 6 0,1 2 98,4-16-72,-3 18-118,-6 17-34,-3 15 364,-5 18-380,-5 21 7,1-11 1,-1 4 42,-2 9 0,-1 2-65,-2 7 1,0 4-416,-1 5 0,1 3 216,4-10 1,0 1 0,1-3-378,-1 3 0,3-2 240,4 14 0,8-7-608,22-9 374,-4-26 0,4-3 178,3-9 0,2-5 182,3-7 1,-1-5 150,0-3 1,-1-5 75,-2-5 1,-1-4-1062,3-8 0,-3-1 1176,8-14 72,-16 13 1,-4 1 887,-4-5-333,-3-3 552,-15 11-843,-10 10-64,-11 8-233,-3 6-73,-1 9 3331,3 9-3398,6 10 1,9 7-18,6-4-16,24 14-1,6-18 23,21 6 6,1-18 22,-1-14 56,5-20-67,-21 2 50,3-22 22,-24 7 7,-1-13 22,-10 1 83,-15 0-133,1 21 72,-20 4 22,0 19-50,-12 8-90,-3 11-22,6 14 0,8 14-22,11 10-9,16-22 0,3 1-73,2 1 1,4 2-396,8 7 1,3 0-409,8 13 184,2-18 1,5-6-1087,17-2 1030,-15-15 1,3-4 299,0-5 0,2-4 56,3-5 0,0-5 22,2-4 1,0-3 249,3-5 0,-2-5 313,2-3 1,-2-3-420,0-4 0,-1-2 789,-1-1 0,-1 0 143,-2 4 0,-2 0 425,-4 6 0,-2 2-416,4-2 10,-12 13-481,-26 23 239,-8 11-306,-24 28-85,0 3-27,15-18 1,1 0-29,-7 9 54,-5 7-105,4-11-20,10-13 1,-2 0-43,-2-2 1,-1-2 85,-4 0 0,0-4 189,-12-1-117,9-11 72,25-29 1234,16-12-1234,3 5 1,5-1-1,-1 5 0,3 0-309,4-2 1,1 2 376,6 1 70,2 7-104,1 16-51,7 11-72,1 6-23,-6 7 0,0 3 0,4 3-39,1 0 0,0 2-701,12 10 51,-19-15 0,0 0 678,-2-1 0,-3-1 0,4 1 0,-10-5 0</inkml:trace>
  <inkml:trace contextRef="#ctx0" brushRef="#br0" timeOffset="95007">21994 10067 13648,'-3'-2'4632,"2"-1"-1199,1 3-3103,-23-70-133,19 40-113,-3-16 0,5 3-22,21 19-34,4 4-6,4 8-22,-3 8 34,9 3-12,13 17-3414,-4 8 3370,-1 6-106,-7 10 33,-13-4-6,-4 11 57,-24 10 60,-6-18 54,-13-10 0,-4-4 31,-2-6 22,-19 6 370,6-17 95,8-10-218,-2-5-135,18-11-179,15 2 3376,15-6-3337,6 7 68,25-2-130,-9 8 28,2 7 1,1 4-34,0 6-1669,9 6 0,0 4 1664,-5 4-9,-1 1 0,-2 2-9,1 13 9,-18-10 0,-4 1-3,-1 11 45,-27 10-50,-25-21-141,-3-10 1,-4-3-180,13-4 1,-3-3 313,-12-2 0,-7-2 0,11-2 0,0 0 0,5-2 0,-1-1 0</inkml:trace>
  <inkml:trace contextRef="#ctx0" brushRef="#br0" timeOffset="102074">1225 9159 16712,'-44'-23'1385,"1"0"0,4 2 0,9 6-1273,17 8-145,6 5-85,6 2 213,2 12 6,6 8-73,1 5 39,9 15-5,-1-4-23,7 10 6,12 3 28,-2-14 67,12-8-45,-12-19 84,16-19 6,1-17-76,-6-6 1,2-6-768,-4 2 1,0-3 702,-8 5 0,2-1 0,-4 1-9,2-2 1,-1 1 27,5-9 0,-1 1-46,-10 11 1,0 0-14,8-10 1,-1 2-96,-9 13 1,-2 4-572,17-16-1204,-18 32-1233,-8 12 2368,-2 6 0,-7-2 0,-1 0 0</inkml:trace>
  <inkml:trace contextRef="#ctx0" brushRef="#br0" timeOffset="103125">22263 5256 26198,'-5'-29'-2483,"-17"20"2199,-7 28 0,-4 11 151,-4-1 0,-3 2-904,-3 2 0,0 1 974,-1 1 1,1-1 120,0 0 1,2-1-13,3-2 0,1-2-212,4-4 1,1-2 159,2-4 0,0-3-82,-24 3 443,3-12-426,4-15 15,4-10-170,7-9-3,9-5 338,9-1-68,9 0 29,8 1 30,8 4 884,6 5-998,3 8 119,-3 8-46,-3 10 79,-5 11 34,-2 13-150,-4 2 25,-7 28 4,1-14-20,2-11 0,2 1 8,4 19-78,11-4-192,15-8-665,21-11-886,0-13 1782,0-11 0,-2-4 0,-11-1 0,22-2 0</inkml:trace>
  <inkml:trace contextRef="#ctx0" brushRef="#br0" timeOffset="955197">3143 13356 21411,'-48'35'1288,"21"-7"-1030,71-35-188,-11-1 0,5-3-31,13-7 0,4-3-1079,-10 2 0,3-1 0,1 0 1021,6-3 0,3-2 1,0 1-58,-13 5 1,1 0-1,0 0 1,0 0-215,12-4 0,0-1 0,-2 2-321,-8 3 1,-1 1 0,-3 1-2322,6-2 0,-6 3 2351,8-1 0,-30 12 0,-16 4 1</inkml:trace>
  <inkml:trace contextRef="#ctx0" brushRef="#br0" timeOffset="955431">3803 13174 24357,'-28'51'22,"-1"1"1,7-17-1,4 1-137,3 22 1,7 1-1543,3-14 1,4 0 373,0 12 0,5 3 1283,7 4 0,1-5 0,-5-23 0,0-4 0,16 24 0</inkml:trace>
  <inkml:trace contextRef="#ctx0" brushRef="#br0" timeOffset="955704">4925 13224 24525,'-47'-9'91,"-1"1"1,1 0 0,1 3 0,1 3 0,4 7-50,-3 22 0,4 8-1041,2 0 0,3 3 993,6 1 1,4 2-1,8-1 1,5 1 200,7-3 0,6 0-276,6-4 0,6-2-138,6-3 1,7-4-432,5-5 1,4-3-4267,15-5 1,1-3 3430,-18-4 1,-2-1 0,31-1 0,-52-3 0</inkml:trace>
  <inkml:trace contextRef="#ctx0" brushRef="#br0" timeOffset="956114">6136 13225 21024,'46'-12'-939,"0"1"0,-1-1 1,-3 2-1,0 1 1,1 1 938,11 2 0,3 2 0,-7 1 0,-9-1 0,-5 2 0,-2 0 0,-1 1 0</inkml:trace>
  <inkml:trace contextRef="#ctx0" brushRef="#br0" timeOffset="956498">6087 13667 13138,'-6'4'4055,"2"-1"-3758,4-3 173,0 0-559,98-14-1465,-57-1 1,3-4 0,1 1 1513,4 5 1,2 2 0,-2-4 13,-1-5 0,-2-3 0,-4 1 277,-5 0 0,-4-1-153,-2 0 0,-1-3 114,3-13 1,-3-2-34,-11 8 1,-6 0 58,-6-5 0,-7 2 82,-9-6 1113,-28-8-867,16 28 1025,-24-17-762,25 23-476,-3 0 128,13 9-285,7 5 2960,1 0-3195,7 5 615,12 10-525,15 10-29,19 12-27,-3-4-124,-13-11 1,1 3 83,-3 3 0,-2 2-312,-2 1 0,-5 2 66,-1 8 0,-10 1-491,-16-3 1,-6-2-927,-14 24 1708,-4-17 0,-2-5 0,7-10 0,-11 12 0</inkml:trace>
  <inkml:trace contextRef="#ctx0" brushRef="#br0" timeOffset="957198">8764 13343 13097,'25'-56'1796,"-1"-1"0,-4 7 1,-11 6 558,-27 6-2008,-17 17-101,-13 17-78,-7 20 594,7 6-687,10 7 1,3 6-42,10-3 0,2 2-343,-10 16 0,2 3 309,10-3 0,5 1-11,3-1 0,4 1-3,7-3 0,5-1 0,6-5 0,6-2 5,-2-10 1,5-4-1,23 4 1,6-8 19,-8-11 1,1-4 2,20-1 0,2-6 0,-10-8 0,-1-7 14,-2-6 0,-2-5 8,-2-5 0,-4-3-11,-9 6 1,-3-4 41,-2-4 0,-2-4 0,-2 0-19,-1-7 0,-2-2-15,-1 3 1,0-4-1,-3 2 29,-1-13 0,-5 2 10,-4 4 1,-5 1 236,-6 7 1,-8 4-229,-7 7 0,-4 4-42,1 9 1,-4 5 33,-26 4 0,-6 9-48,14 7 0,-2 7-7,-5 4 1,-3 4 0,4 2-16,4 2 0,3 4-355,6 2 0,-1 5 0,6-1 352,4 6 0,4 1-28,-5 12 0,3 2-392,7 1 1,5 2 194,5-1 1,5 2-300,8-3 1,7-1-727,6-3 1,8-4-2756,10-5 1,7-5 4004,-1-7 0,1-6 0,17 3 0,-22-16 0</inkml:trace>
  <inkml:trace contextRef="#ctx0" brushRef="#br0" timeOffset="957855">10009 12862 23651,'-45'-26'302,"0"0"1,-10 10 0,4 13-169,3 35-1049,11-3 1,0 6 958,7 1 1,3 2-11,2 4 0,3 2-165,4 1 0,5 1 136,3-1 1,5 0-17,5-3-1,6 0-24,5-4 0,7-2-118,16 3 0,5-4 44,-11-11 1,3-3-233,20 5 1,2-4-298,-14-12 1,1-2-552,9 1 0,2-2-569,-3-5 0,0-5-17,-2-4 1,-3-4 923,-9 1 1,-3-4-387,3-7 0,-4-7 1176,-6-7 1,-4-3 1380,0 2 0,-3-3 689,-2-11 1,-5 3-172,-2-3 672,-8-1-1064,-3 30-331,0 2-190,1 2-79,1 10-756,1 1 3242,0 6-3342,-1 7 72,1 10-27,0 14-23,1 10 0,-1 6-11,2 0-11,0-5 5,0-4 6,0-10 0,1-8 34,-1-9 151,0-6 84,2-9-106,2-9-68,5-14-6,4-16 7,5-10-7,3-3-22,-3 12 25,-2 16 1,1 0-37,10-5-28,16-10-17,-6 20-11,2 9-11,1 14-17,4 15 17,5 15 0,-24-9 0,0 3-283,0 3 1,-1 2 117,-2 1 0,-3 3-357,-4 0 1,-3 2-864,-4-1 0,-2 0-7319,-1 28 8715,-5-15 0,-2-21 0,0-14 0</inkml:trace>
  <inkml:trace contextRef="#ctx0" brushRef="#br0" timeOffset="958089">11171 12755 24167,'38'3'18,"0"1"1,3 5 0,-1 6-14,3 17 1,-4 6-1114,1 3 1,-5 3 1090,-6 3 0,-7 2-98,-9 1 1,-8 0-812,-11 0 0,-7-1 926,-11 3 0,-4-4 0,12-20 0,-1-2 0,-20 17 0</inkml:trace>
  <inkml:trace contextRef="#ctx0" brushRef="#br0" timeOffset="958589">8036 14488 16669,'49'-11'73,"0"1"1,-1 0 0,1 0-1,4-1 1,1 0 0,1 0-1,0 0-923,5 1 1,0 0 0,1 0-1,2 0 865,-8 1 1,1-1 0,0 1 0,3-1 0,2 0-15,-7 2 1,3-1-1,1-1 1,1 1 0,0-1-1,0 1 1,-2 0-146,5-1 0,-2 0 1,1 1-1,-1-1 1,0 0-1,0 1 117,-1-1 0,0 1 0,0-1 0,-1 1 0,1-1 0,-2 0-237,-2 1 1,0 0 0,0 0-1,-2 0 1,0-1 0,-1 1 263,2-1 0,0 0 0,-1 0 0,-3 0 0,-1 1 0,15-3 0,-3 1 0,-3 0 0,-9 1 0,0 0 0,0 0 0</inkml:trace>
  <inkml:trace contextRef="#ctx0" brushRef="#br0" timeOffset="965929">21263 8786 14751,'0'-5'4369,"0"1"-3663,0 4-588,-6-16 111,6 25-66,-1-3-68,9 33-50,-1-3 78,3 24-62,-6-19-14,-2-8 1,-3-1 14,-3 1 56,-10 2-40,3-24 230,-12 0-157,9-10-56,-4-9-55,10-12-7,6-12 18,5-7 49,4-2-10,-1 10 314,0-5 78,-7 17-342,0-1-51,-3 11-72,1 8-17,-2 9 39,-2 10 12,0 13-18,3 12-33,2-6 45,14 24-23,2-20-16,8 18 0,-6-19 16,-6-9 96,-5-11 150,-4-11-27,-1-7-162,-3-10-29,-1-10-28,0-12-50,1-10 17,9-10 11,2-4 23,7-3 33,-2 3-28,-4 14 156,-4-9-32,-8 24-7,-4-6-33,-2 18-101,0 7-39,1 10 68,-1 11-12,1 4 11,-3 33-56,8-9 22,2-9 1,3 0 5,5 20-33,5-4 28,-1-9-18,-4-10 12,-3-12 17,-3-7-28,0-8-107,-1-21-16,-2-6 16,-1-27 79,-2 11 30,3 2 1,-1 0 31,0-12-4,1 15 1,-1 0 19,-1-8 23,-3 11 16,-2 9-27,-1 9-35,3 7 18,-6 11-62,1 11 22,-9 15 18,1 16-12,-2 8 33,1 3 1,-4-4 16,-3-9 17,-5-10-22,-4-11 6,-3-11-7,3-9 29,5-12 22,10-10-44,9-13-6,8-10-6,14-9-22,8-5-12,-1 27 1,2 0-12,2 0 1,3 0 13,2 2 0,2 1-1470,3 1 0,0 1 1473,18-9-121,-9 13 1,1 3 155,16 1-18,-15 5 0,1 3 5,-9 7 1,0 5 13,9 4 1,-2 4-26,15 9-14,-15-3 1,-2 3 2,7 10-33,4 8-39,-16-5 72,-16-10 28,-10 2 12,-8-12 38,-4 5 23,-3-11 2820,-5-4-2864,-3-9 353,-5-10-404,-8-9-6,-8-8 45,-9-4-51,19 15 1,0 1 0,-3 0 0,-1 1 2,-1-1 0,-1 2 9,1 1 0,0 2 5,1 2 1,0 3 52,-27-2-81,3 13 6,14 6 3,12 7 0,2 4 2,-5 16-8,11-9 1,2 3-4,-1 23 12,11 4 16,7 1-16,9-4-40,6-6 28,6-11 34,-2-11 45,-5-11 146,-5-9-29,-3-7-140,-1-8-16,0-12-12,1-14-10,2-12-40,6-8 39,8-1-215,11 2 193,-11 30 0,2 2 13,3 0 1,1 3 0,2 1 0,0 2-6,2 3 0,0 1 9,29-4-6,-3 11 0,-4 13-17,-3 9 17,0 10-17,-3 6-5,-5 5-1,-9 1-257,-12 2-918,-9 1-5720,-9-3 6918,-7-5 0,2-14 0,-1-9 0</inkml:trace>
  <inkml:trace contextRef="#ctx0" brushRef="#br0" timeOffset="970330">4109 15280 21971,'-51'-31'218,"-1"-1"1,0 5 0,4 13-99,17 24 0,3 8-61,-5 1 0,-1 2-14,-7 8-1,1 2-1102,5 0 0,3 0 1069,7-6 1,2 1 313,-2 10 0,3 1-314,7 5 503,12 14-491,36-28 2,-2-19 0,3-3-118,-2-1 0,2-3 101,17 0 1,4-2-4,4 0 1,1-1-368,-2 1 0,-2 0 353,-4 0 1,-3 2 146,9 10-110,-41 3-5,-15 12-12,-31 1 0,3-10 0,-3 0-135,-8 1 1,-1 0 117,-6 1 1,0 0-18,-3-1 1,0-2-65,0-1 0,1-1-28,12-5 1,0-2-410,-7-1 1,4-4 523,2-9 0,-2 3 0,27-5 0</inkml:trace>
  <inkml:trace contextRef="#ctx0" brushRef="#br0" timeOffset="970730">4795 15263 24424,'-31'-17'177,"0"1"1,-2 4-1,3 10-87,-5 33-68,-2 3 42,4-2 1,1 3-861,-9 14 832,14-15 1,3 1 20,3 13 251,19-8-319,18-8 163,16-8-172,0-15 1,1-3-38,16 1-86,-11-5 1,0-2-760,7-4-2307,9-4 3209,-13-1 0,-18 3 0,-12 2 0</inkml:trace>
  <inkml:trace contextRef="#ctx0" brushRef="#br0" timeOffset="971655">4874 15199 20000,'-48'2'378,"0"1"1,4-2 0,7 3-172,17 7-50,0 1-6,0 6-27,-4 3-12,-2 7-12,-1 3-44,1 4-22,4 0-28,8 0-18,9-4 58,21 1-1,1-14 50,31 1-39,1-13-239,-17-4 0,2 0 191,2 0 1,0-2-54,0-1 0,0 0-261,0-2 1,0 0-1250,0-2 1,0-3 1554,6-3 0,-4 0 0,5-1 0,-3-3 0</inkml:trace>
  <inkml:trace contextRef="#ctx0" brushRef="#br0" timeOffset="972379">6395 15055 20196,'-54'13'791,"-1"0"1,5-1 0,9-1-412,18-2-212,9-5-16,12-1 38,16-7-78,21-4-67,22-9-65,-9 5 1,2-1-169,-14 4 0,0 0 87,18-3 0,-2 2-84,-19 5 1,-2 1-102,3 0 0,0 1-392,15 1 62,-22 8-129,-27 15 588,-10-3 29,-30 18 111,-7-6 59,16-11 0,-2 2 145,-7 4 1,0 2 11,9-6 0,1 0 64,2 0 1,2-2 72,-7 13-51,15-12-156,0 6-107,11-13 12,7-3-6,18-13-28,16-9-11,20-9-1680,-13 0 1,0-1 1695,-12 6 1,0 0 22,15-13 0,-2-1-1148,-8-7 1182,5-6 3,-25-1 53,-14 8 22,-7-10 297,-14-5 16,-4 15-234,-1 5 3090,2 13-2687,9 7 2009,-2 1-2211,8 4-306,3 4-91,6 2-29,0 0 23,3 8 0,8 8-17,22 22 0,5 2 0,5 1 0,0 2-6,-14-6-120,-15-7 0,-1 2-98,0 12-1008,-17-5 0,-6 2-8599,-11 6 8297,-6 7 0,10-27 0,11-20 0</inkml:trace>
  <inkml:trace contextRef="#ctx0" brushRef="#br0" timeOffset="973180">8910 15417 18135,'-5'-50'1367,"0"0"0,1 7 0,-5 9-791,-20 21-167,-2 16-235,5 6 206,-13 19-249,15-1 1,0 3-107,4-7 0,-1 2-589,-12 28 0,3 4 564,17-21 0,2 0 0,-5 8 0,4-1-12,11-5 1,8-4 291,19 10-292,6-17 1,6-4 5,-1-8 1,3-4-767,10 0 0,2-6 786,-9-7 0,-2-2-9,-8 0 1,-3-1-340,23-13 412,-19-6 0,-2-5-22,-10 5 0,-2-2 3,13-16 0,-3-4 8,-14 7 0,-5-3-14,-1-2 1,-3-2-21,-3-2 1,-1 0-6,-2 11 0,-3 0 75,-6-11 1,-5 3 81,-18-3-109,4 19 0,-2 3-9,-20 8 39,4 20 1,-1 8-88,13 2 1,0 4-287,-14 10 1,1 4 274,18-6 1,2 4-9,-6 21 0,5 4-359,10-12 1,3 0 282,-5 18 1,5 2-195,8-13 1,7-3-616,9-3 1,5-5-1250,18 16 2134,9-29 0,2-6 0,-11-6 0,23 1 0</inkml:trace>
  <inkml:trace contextRef="#ctx0" brushRef="#br0" timeOffset="973704">10073 15017 24559,'-47'-32'334,"1"0"0,3 4 1,5 13-162,3 33 6,-4 30-139,14-9-410,9-3 1,3 0 374,4 3 23,3 4 0,2 2 12,9 17-38,0-17 1,3 0-14,3-11 0,4-2-34,4-1 0,4-3-53,4-2 0,3-3-141,6-4 1,1-3 25,-5-5 1,1-2-726,17-6 0,1-5 282,-17-4 1,-1-4 277,14-4 0,-3-3 518,6-14 120,-20-7 1,-4-1 41,-5-1 62,-4-4 1,-2 0 198,-10 7 201,-2 3 0,-2 1-288,-3 3 673,-10-22-611,0 33 298,-6-3-522,5 14-146,2 5-78,2 8-40,0 8-39,3 12-22,2 12-11,10 8 5,11 5 0,17 2-62,-12-27 1,2-2-90,18 13-476,-9-15 0,-1-2-185,-1-2-9002,22 7 8979,-37-18 1,1 0 0,-15-6 0</inkml:trace>
  <inkml:trace contextRef="#ctx0" brushRef="#br0" timeOffset="973979">10879 14901 27477,'-13'-43'84,"5"11"-6,33 88-45,-9-29 1,3 2-941,10 14 1,4 2 895,3-1 0,1 1-9,2 1 0,-1 1-64,-2 0 0,-4 0-137,-7-1 0,-6 1-409,-9-3 1,-8 1-937,-10-4 1,-6-1-1343,1-9 1,-4-2 2907,-6-1 0,0-5 0,4-4 0,-1-4 0</inkml:trace>
  <inkml:trace contextRef="#ctx0" brushRef="#br0" timeOffset="974463">9114 16422 19479,'-55'20'555,"0"-1"1,0 1 0,8-3-1,2-1 1,4 0-352,4-1 1,5-1-4,-6 4 91,27-7-57,16-7 330,36-6-291,-4-4 1,6-3-953,0 1 1,4-2 0,3-1 754,-3 0 0,3-1 0,2-1 0,4-1-391,-3 1 1,5 0 0,2-2 0,1 1 0,-2-1 0,-3 2 318,-2 0 1,-4 1 0,0 1 0,1-1-1,5-1 4,-1 1 1,4-2 0,2 1-1,2-1 1,-1 1 0,-2 0 0,-3 1-371,3 0 1,-3 0 0,-2 1 0,1 0 0,2 0 360,-2-1 1,2 0 0,1 0 0,0 0 0,0 0 0,-2 0-244,6-1 0,-1-1 1,0 1-1,-2 0 0,-1 0 226,-6 1 0,-2 0 1,-1 0-1,-1 1 0,-2-1-65,3 0 0,-1-1 1,-2 1-1,-2 0-867,3-1 1,-3 0 0,-3 1-3968,4-3 1,-6 1 3689,5-2 0,-26 7 0,-15 8 0</inkml:trace>
  <inkml:trace contextRef="#ctx0" brushRef="#br0" timeOffset="975604">10416 15328 14502,'-9'-53'679,"1"0"1,0 12-1,3 5 2334,8-1-2659,2 23-130,-1 2-202,-1 7 1477,1 11-1415,0 11 803,1 3-803,2 22 28,-2 5-98,-1-16 0,-1 3 14,2 8 0,1 0 1463,-1-6 1,0-1-1495,1-2 1,0-2 24,5 19-22,-1-16 45,-2-6 56,0-7 100,-6-18-83,1-1 442,-1-12-543,-1-2 56,2-32-34,-3-17-14,-3 14 0,-1-1-1577,1 10 1,0 1 1562,-3 0 0,0 3 45,-5-12-11,2 7 72,-5-6-77,7 22 27,0 7-78,5 14-29,1 6 46,1 2-45,6 29 39,-2-10 8,6 12 1,0 1-43,2 0 31,0-1 0,1 1 3129,4 8-3126,3 6 6,-2-4-12,-7-20 23,-3-7 84,-6-15 0,-1-8-28,-1-9-62,0-22 28,-4-9 0,0-5-28,-5-10 1,1 6 7,2 15 1,-1 0 13,-2-17-10,-1 10-23,7 27-11,0 12-40,2 8 18,1 24 33,0 9-12,0 25-255,1-28 0,-1-2 256,2 22 2,0-22 1,1 0-168,6 26 176,1-3-5,0-9 5,-2-19 17,-3-17 22,-1-2-50,1-10 33,-2-24 514,0-11-530,-4 6 0,-3-3 8,-6-12 0,-4-2-352,-1 5 1,-3 1 359,-7-8 1,-1 4-15,7 17 1,1 4 13,-21-20 23,20 25-11,-5-4-34,17 16-23,-3 4 7,10 17-12,3 14-23,5 17-50,9 14 697,0-6-596,-2-4 0,-1-3 0,-4-13 0,6 26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3:56:30.0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1933 2210 17154,'0'-8'3893,"0"1"-3524,0 7-128,0 0-123,-20-7-18,8 35-55,-3-1 0,0 4-31,8 9 0,3 2-3,-2 0 0,2-1 9,3-6 0,0-2 36,1 9 45,-1 1 515,-1-15-162,1-15 755,-3-9-1024,1-9 0,-7-12-62,-3-12 23,-10-29-90,5-2-28,8 22 0,2 0-17,1-13 6,5-8-28,14 7-1,6 3 24,4 8-24,11 15-10,-3 14 5,13 2-5,6 9 5,-16 8 0,-1 5-5,23 15-593,-26-4 1,-4 3 619,1 14-72,-11 16 79,-21-10 2,-4-14 0,-3 0-26,-19 15 46,-13-5 61,7-21-33,9-11 95,-6-15-129,18-3 90,-12-27 1131,19 9-1232,-1-13 69,11 14-109,8 8 7,8 8 10,2 5-16,35 12 27,0 6-8,-22-5 1,3 1-10,12 10 1,-2 2-17,-16-5 0,-2 0 19,8 3 1,-4 2-53,-3 30 16,-27-24 45,-22 26 5,-7-30 1,-5-2-12,8-4 1,-3 0-189,-8 0 1,-5-1 0,3-3 19,3-5 1,0-2-118,-13 3 0,1-4-913,-11-11-124,23-4-8503,14-23 8275,16 16 1,3-8 0,3 20 0</inkml:trace>
  <inkml:trace contextRef="#ctx0" brushRef="#br0" timeOffset="233">2522 2378 18975,'4'3'2284,"-1"0"-278,-3-3-1967,-28 71-1226,21-42 1181,-8 18 0,2 3-386,15 0-1608,2 2 2000,4 5 0,-4-31 0,0-7 0</inkml:trace>
  <inkml:trace contextRef="#ctx0" brushRef="#br0" timeOffset="417">2507 2064 19910,'-4'32'-1813,"-2"-14"0,13-5 0</inkml:trace>
  <inkml:trace contextRef="#ctx0" brushRef="#br0" timeOffset="2217">2804 2451 16762,'3'-5'4693,"0"1"-3824,-3 4-757,0 5 23,0 17 5,0 12-3398,-3 15 3320,0-9 33,-5 4 6,-1-8-57,2-4-4,1-6 324,4-16 1136,1-7-1225,7-27-129,3-10-99,0 2 1,1-2-15,2 0 1,0 0 1581,1 0 1,1 2-1521,10-21-67,-5 18-90,-7 16-50,-3 12 56,1 16 51,5 13-57,8 16-83,5 11-24,-11-22 1,-1 1-214,2 0 1,0 1-182,1-2 1,3 0-245,0-2 0,3-2-363,1-3 0,2-3-522,3-4 0,1-4-176,2-3 0,1-5 723,2-5 0,-1-5 907,1-2 0,-1-4 484,-1-3 0,-2-3 440,-2-1 0,-3-1 398,-3 0 0,-3-2 1364,13-22-270,-15 2-385,-10 5-309,-15 7-318,-8 7-321,-6 6-128,-8 6-594,9 8 353,-7 3-414,6 7-28,-9 8-34,-5 11 16,-5 14-10,3 7-17,8-6 11,5 15-34,15-19 23,6 9 33,11-19 29,9-8 83,5-9 23,5-14 5,2-8 6,-2-12 12,-4-5 11,-7-1-46,-7 0 18,-6 5 27,-3 6-117,-2 9 67,-1 5-107,-1 5-105,1 2 21,-1 5 46,2 6 27,-1 10-28,6 9-5,7 5 11,11 1-22,11-2 33,9-3-11,4-6 0,2-7 28,-4-7 11,-3-7 56,-6-10 23,-6-5-23,-8-11-11,-9-7-22,-9-8-17,-9-5-1,-4-1 40,-2 3-5,1 6-57,5 7 6,3 6-5,5 6-68,5 4-6,9 4-5,7 4 17,7 6 11,5 7-3375,12 16 3403,-16-4 0,15 14-22,-19-10-1,7 5 18,-5-3 5,-6-6 0,-6-5-12,-6-6 12,-5-5 3392,-3-3-3408,1-5 10,3-4-5,5-7 0,4-4-1,7-7 12,-8 8 0,3-2 12,-2 0 10,-2 3 6,2-5-6,-9 11 1,-3 5-12,-5 4 241,0 1-246,1-4 5,0 0 22,1-4 7,1-1 66,-1-5-22,-1 2 22,0-3-61,-1 8-22,-1 2-79,1 4-118,0 1 73,0 6 107,1 6-1,6 10-44,6 7 22,16 13 6,-7-14-6,17 11 29,-10-18-18,8 2-5,5-9 33,-7-9-5,1-13-11,-15-4 16,2-13 0,-8-2-5,1-8 62,-5 1 117,-3 1-45,-3 10-78,-3 6 128,-2 8-195,0 7-12,0 22 6,0-1-11,0 40 0,0 4-1190,0-4 0,0 5 1033,0-4 0,0 3-407,0-11 0,0 3 0,0-1-2702,1-6 0,-1-2 0,1-1 2794,-1 7 1,1-4-1,0-12 1,0-7-1,0-11 1</inkml:trace>
  <inkml:trace contextRef="#ctx0" brushRef="#br0" timeOffset="2783">5903 2566 13457,'0'-7'5725,"0"2"-4801,-2-25 0,-2-5-275,-2 14-153,0-17 0,-4 3 434,-14 21-622,1 4-162,-3 4-90,10 6-45,2 6 0,2 4-22,2 9-40,5 6 23,8 7 34,6-4 2,10-3 1,6 0 8,23 13-17,-11-10 0,1 0-183,-4-4 0,-1-1 197,-4 0 0,-2-1-8,8 12 78,-18 10-45,-21-24 124,-38 21-46,-12-23-411,10-6 0,-2-1 300,2-6 0,0-2-34,0-1 0,1-2-1618,7-4 0,2-1 1366,-13-6-2772,18-24-6779,27 8 8634,1-5 0,8 16 0,-3 12 0</inkml:trace>
  <inkml:trace contextRef="#ctx0" brushRef="#br0" timeOffset="3893">6446 2534 18380,'-2'6'2280,"0"0"-801,2-6-146,0 0-1036,-61 31-168,40-16-87,-13 5 0,5 1 47,25-6 63,10 0 94,8-4 56,10-4-145,-1-3 95,13-7 46,6-12-69,-1-5-22,1-12-33,-20-1-107,-10 7 51,-7-7 22,-12 5-73,-4 3-50,-3 5 0,-10 11-17,5 6 0,-9 6-17,8 2-39,-12 20 17,13 1-1,-5 16-21,14 4-46,15 6-83,14 5-217,-3-28 0,4-1 154,6-1 1,3-2-84,4-2 0,3-3-17,3-5 1,1-3-35,1-2 1,2-4-51,-1-5 0,1-3 103,-2-3 1,0-3 204,-1-3 1,-2-3 136,0-2 0,-2-3 54,-2-2 0,-2-1 33,-3-2 0,-2 0 48,-3-1 0,-3 0 36,7-15 533,-10-10-203,-19 19-83,-11-8-247,-7 19 297,-32 5-274,8 10-146,11 4 0,-1 3-6,-19 10-39,6 9 12,6 9-57,7 6 28,12-5-38,4 22-1,15-14 28,11 17 11,19-18 34,17-9 0,9-13 23,4-10 5,-5-13 5,-6-8 563,-9-11-484,-9-8 0,-9-6 34,-7-2 34,-6 2-68,-3 12 252,-5 0-191,-3 15-89,-4-3-95,-1 12-17,-1 3 17,-3 9-12,-3 7 7,2 3-12,-7 26 0,16 17-12,8 2-116,5-27 1,7-3 94,23 5 33,11-9 28,5-11-6,0-8 23,-3-10-17,-6-8-6,-6-7 18,-8-10 4,-6-8 1,-8-11-62,-7-8 40,-5-2 16,-3 2-11,-1 8 22,0 7-10,2 7 220,1 6-254,3 6-1,4 5 7,3 4-29,5 4 0,2 8 28,3 7-5,-2 12-17,-3 9 5,-3 9-5,-3 4 0,-1 3-45,0-1-152,4-1-531,5-6-1037,6-7-2105,8-8 3881,12-10 0,-21-6 0,0-7 0</inkml:trace>
  <inkml:trace contextRef="#ctx0" brushRef="#br0" timeOffset="4517">8350 2566 15552,'1'-6'6111,"0"2"-3714,-1 4-1966,-50-49-279,19 45-130,-1-19 0,0 5 51,-7 44-34,9 3-11,-6 15-11,9 6-9,17-16 1,4 1-9,2 13-131,8-15 1,5-2 79,20 4-50,18 2-3,-18-22 1,2-4-160,10-2 0,1-3 22,16-4-11,-18-4 0,-1-5-61,10-15 251,-20 5 0,0-3 40,0-5 0,-3-3-310,-2-6 0,-1-3 362,-2-5 1,-1-3 61,-3-2 1,-2 0 83,-2 0 1,-2 1 77,-4 3 1,-1 1 47,-2 6 1,-3 1 364,-3-27-96,-1 23-347,-2 11 51,1 18 23,3 8-332,0 1 706,0 19-678,2 13-5,1 10-70,-1-8 0,1 3 81,-1-1 0,1 1 0,-1 10 0,0 2 3,1-2 0,0 0 5,2 2 1,1-3-9,3 11 16,6-3 40,-5-37 146,3-3 112,11-19-191,5-13-67,3-5 17,11-17-23,-5 7-31,-14 14 1,3 0 22,3 0 0,0 3-19,18-5 447,-3 7-465,-7 13-16,-7 12-11,7 8-51,-3 13-985,-1 22-4488,-12-2-4233,-5-2 8931,-12-16 0,-3-23 0,-1-4 0</inkml:trace>
  <inkml:trace contextRef="#ctx0" brushRef="#br0" timeOffset="5143">1981 3645 13553,'-59'-5'293,"0"-1"0,0 1 1,13 1-1,3 0 1,2 0 20,-6-4 0,8-2 201,8-1-185,-1-7 317,58 8 0,17 3-227,-8 2 0,4 1-1510,12 1 0,6-1 0,-3 2 1294,5 2 1,0 2 43,-1-1 0,4 1 1,4 0-281,-18-1 1,3 1 0,1-1-1,0 1 1,2-1 117,3 1 0,2-1 1,1 0-1,0 1 0,0-1-357,-1 0 0,0 1 0,1-1 1,1 0-1,4 0 333,-6 0 0,5-1 1,1 0-1,1 0 1,-1-1-1,-3 1 1,-6 0-316,9-1 0,-8 1 0,1-1 0,11-1 286,-18 1 0,6 0 0,5 0 0,3-1 0,2 0 0,1 1 0,-1-1 1,-1 0-1,-4 0 0,-3 0-15,4-1 1,-3 0 0,-2 0 0,-1 0 0,0 0 0,3 0 0,4 0-9,-6 0 1,4 0 0,2 0-1,1-1 1,2 1 0,-1-1-1,-1 1 1,-1 0 0,-2-1 0,-4 1-6,6-1 1,-5 1-1,-1 0 1,-1-1 0,0 1-1,3-1 1,4 0 7,-6 0 0,3 0 1,3 0-1,1 0 1,1-1-1,0 1 1,0-1-1,-2 1 1,-2 0-1,-4 0-27,8-1 0,-3 1 0,-3 0 0,-1 0 0,1 0 0,2 0 1,4-1 16,-8 1 1,3 0 0,3-1 0,0 1 0,2-1 0,-1 0 0,-2 1 0,-1-1 0,-2 1 0,-4 0-15,10-1 0,-4 1 0,-3 0 1,0-1-1,0 1 0,4 0 12,-7 0 1,3-1-1,1 1 1,1-1-1,-1 1 1,-2-1-1,-2 1 1,-3 0-9,4 0 0,-4 0 0,-2 0 1,1 0-1,3 0-35,2-1 0,4 0 0,1 0 0,-1 0 0,-2 0 0,-5 0-285,2 0 0,-4-1 0,-2 1 1,-3-1-2951,6-1 0,-2-1 0,-5 1 2464,0-1 0,-6-1 0,5-2 0,-34 7 1</inkml:trace>
  <inkml:trace contextRef="#ctx0" brushRef="#br0" timeOffset="5760">10196 2101 13805,'4'-7'2739,"-1"2"-673,-3 5 163,0 0-1814,-70-11-12,30 20-762,-9-7 1,1 3 465,10 19 230,-5 18-297,23-10 27,-2 12 73,22-11 78,13-4-50,4-11 437,27-6-163,-7-12-229,8-4 409,3-19-247,-20-2-94,5-13-40,-18 4 631,-9 8-699,-6-9 18,-6 14-163,-4-5-28,-3 11-62,0 7-61,1 5-39,-1 8-292,-1 8-952,-6 13-2963,-4 13 4369,2 1 0,7-13 0,7-11 0</inkml:trace>
  <inkml:trace contextRef="#ctx0" brushRef="#br0" timeOffset="6076">10153 2566 20149,'-52'33'407,"1"1"0,4-3 0,10 0-171,17 8 385,11-3-285,16-4 146,13-5-123,16-5-23,9-8 33,4-6 68,-3-10 22,-6-7 131,-8-6-338,-14-1 387,-9-15-539,-20 6-105,-15-9-29,-5 12-1000,-4 12 1,-5 5 1033,4 8 0,1 2 0,-27-4 0,16 11 0</inkml:trace>
  <inkml:trace contextRef="#ctx0" brushRef="#br0" timeOffset="18366">8925 3272 16790,'-41'-11'963,"-1"0"1,2 0-1,7 4-386,17 5-319,-2 0-253,10 2 18,3 2 61,8 3 100,7 4 175,21 5-3522,8-2 3287,5-2 72,13-5-374,-4-4 231,-17-1 1,4-1-4,14-2 1,0 0-43,-16 0 0,1 1-5,19-3 0,1 0 22,-11 1 1,-1 0-12,-8 1 0,-1 0-3,10 0 0,-4-1 23,-5 2 178,-1 0-83,-20 0 78,-23 2-190,-7 0 3262,-25 0-3223,-25-1-39,26 1 0,-1 0 97,-12 0 0,-2 0-103,3 1 0,1 0-265,9 0 0,-1 1 273,-9 1 1,-1 1 24,0 1 1,1 0-31,8-1 0,-1 1 48,-19 4 0,2 0 22,2 0-54,19-2 1,3-1-14,2 1 33,11-3-38,15-2 122,6-1-61,8-2 67,41-9-123,-10 1-620,10-2 1,5 0 565,-7 1 1,3 0-73,-8 2 1,3 0 0,2-1-2384,9-1 1,2 1-1,-3 0 2492,9-1 0,-5 1 0,-5 0 0,-7 3 0,-11 1 0</inkml:trace>
  <inkml:trace contextRef="#ctx0" brushRef="#br0" timeOffset="22883">13779 2951 17053,'0'-5'4246,"0"2"-3936,-14-28 1,-9-8 116,-6 1-329,4-4 0,-3 0 168,0 18 0,-1 7 36,-18 1-156,-9-3-18,23 21 1,0 4-680,3 4 0,-1 4 598,-11 6 1,-1 4-16,8 1 0,-1 2 0,3 0-27,-2 1 1,1 1-4,-8 12 1,7 1-31,12 4 413,17 14-354,15-25-17,19-16 0,8-8-739,-5-11 0,1-5 768,7 3 0,2-4 9,4-9 1,0-7-1275,4-10 0,-2-2 1271,-8 7 1,0-3-6,1-9 1,2-6 0,-6 1-255,-6-3 1,-2-2 251,-2 3 0,1-5 1,-3 2-536,-6 7 1,-3 1 0,-2 2 616,3-8 1,-2 1 172,-3-6 0,-2 3 4,-4 0 1548,-3-5-1661,-15 33 659,-4 22 52,-12 19 230,-6 28 157,15-10 1,1 3-1031,-2 10 0,1 3-101,7-13 1,1 2-1,1-2 63,-2 9 0,3 2-108,4-4 0,1 3 0,4-5 59,4-2 0,4-3-585,2 16 1,3-4-595,15-3-231,23-13 895,-22-26 228,26-6 354,-14-24 181,-8-4 0,1-3-13,-5-1 0,-1-2-4,3-8 0,-2-1-12,-9 6 0,-3 0 433,4-16 593,-6 0-1056,-10 20 903,-2 5-2012,-3 11 507,-1 11-402,-1 10 810,0 20-320,1 11-97,0 5 101,6-13 0,3 0-1413,6 12 959,6 9-703,6-9-4715,3-10 5879,-3-7 1,-3-7-1,-15-16 1</inkml:trace>
  <inkml:trace contextRef="#ctx0" brushRef="#br0" timeOffset="23076">14223 2409 26198,'7'37'-9831,"-3"-7"9302,10 24 0,-8-32 0,-2 0 1</inkml:trace>
  <inkml:trace contextRef="#ctx0" brushRef="#br0" timeOffset="23426">14507 2701 25297,'3'-5'4341,"0"1"-3286,-3 4-884,12-15-37,-14 34-565,11-3-285,-14 36 534,11-2-303,8-6-65,12-10 57,3-11 145,4-10 202,-1-12 498,3-13 666,9-25-575,-13 7-146,-11 3 1,-2-3 273,0-12-150,-2 0-127,-3-9-376,-8 25-187,1-4-343,-2 19 6,3 10 57,8 11-849,11 11-782,8 13-1879,3 9-5746,-3 5 9736,-7-9 1,-12-14-1,-7-13 1</inkml:trace>
  <inkml:trace contextRef="#ctx0" brushRef="#br0" timeOffset="23609">15224 2862 32100,'20'-39'20,"0"0"0,0-1 0,-7 18-252,-16 30-63,-2 8-97,-2 12-4,1 8-269,3 4-553,7 2-1993,5 0-1007,1-11 4065,3-1 1,-9-20-1,0-1 1</inkml:trace>
  <inkml:trace contextRef="#ctx0" brushRef="#br0" timeOffset="23792">15554 2473 22867,'-51'19'-720,"19"16"0,40 1 1,5-2-1</inkml:trace>
  <inkml:trace contextRef="#ctx0" brushRef="#br0" timeOffset="24576">16052 2830 18817,'1'-5'4515,"0"1"-3927,-1 4 420,-14-68-711,-12 48-202,4-16 1,-5 5 38,-35 40-98,27 0 1,0 4-399,0 4 0,1 2 511,3 2 1,3 2-40,2 7 1,5-1 92,-3 10 132,15 13-234,28-26-56,17 0 60,17-11 93,9-13-207,-29-7 0,-1-4 82,18-6 27,-17-8 1,-2-4 60,6-21-447,-12 8 0,-2-3 390,-8-1 0,-4-2-59,-1-4 0,-1-1 8,-2-1 0,-2 2-63,-1 12 0,-1 0 165,-1-6 1,-1 3 393,-4-1-508,0-7-109,-1 32-68,1 10 88,2 15 90,1 16-50,3 23 9,0-14 0,0 4-331,2 21 0,2 4 217,-1-4 1,0 0 32,0 1 1,1-1-167,1-3 1,2-4-312,1-15 1,1-1 86,3 5 0,3-2 90,0-9 0,2-3-39,20 7 304,-1-19 270,-2-23 246,-2-17 37,-5-15-47,-1-11-70,-9 10 82,-8 11 0,-2 1 202,-1-5-151,2-10 918,-11 25-1445,-2 8 236,0 8-349,0 8 200,7 7-121,1 2 25,15 6 75,4-5-24,11 0 50,3-6 62,-2-11 48,-5-9-118,-9-12 82,-9-9 3,-9-5-70,-9 1 9,-7 5-13,-9 9 17,-4 9-43,-4 8-36,-4 11 11,-9 21-26,13-2 27,-7 28 5,22-5-311,6-16 0,3 1 105,6 1 0,4 0-445,5 0 1,5-2-4243,12 3 1,3-3 2967,10 8 1,1-8-1,-34-26 1</inkml:trace>
  <inkml:trace contextRef="#ctx0" brushRef="#br0" timeOffset="25650">18190 2685 21271,'4'-53'823,"0"0"0,0 0 1,-1 3-1,-1 1 0,0 6-543,-3 5 1,-1 6-85,-4-16-196,-3 39 0,5 15 0,-6 50-639,5-12 645,0 9 0,0 7-18,3-17 1,0 2 0,1 1-297,-1 2 0,1 0 0,0 2 171,0 9 1,0 2 0,0-4-524,1-1 0,0 1-40,-1-2 0,0 4 0,0-6 244,-1-10 0,-1-1-153,-3 13 0,-2 5 0,-1-9 441,-5 5 196,0-15 0,-2-12 207,-1-30 118,-1-27 157,6-25-6,8 7 1,1-2-180,0 15 0,1-1 151,-3-24 0,0 3-235,-1 8-84,-1 6 0,0-1-51,0-2-156,5-16 5,6 24-73,15 7 1,5 2 27,10 3 106,5-1 0,5 0-64,-9 7 1,1-1 75,16-13 0,-2-1-14,-16 11 0,-2-1 67,8-18 0,-6 1 20,-14 7 502,-5 3 0,-2 1-166,-8-7-39,0 4-118,-4 6 60,-1 17-345,2 6 646,3 13-618,9 15-23,1 10 0,0 5 5,-3-10 1,0 2-971,2 15 0,0 6 1,-3-5 964,-3-12 0,-2 0 5,0 7 1,0 6-1,-1-6-39,-3-3 0,-2-2 40,-1 10 0,0-2-1,0 9 90,-2-8 6,3-37 123,5-7-39,16-30-135,9-9-33,6-9 16,-7 10 1,0 1 17,11-11-35,-12 15 1,-1 1 2868,1 0-2863,-1 9 56,-13 14-83,7 4 16,-2 13-11,-2 2-6,11 11 17,12 1 6,3-1-11,8-3 27,-10-13 40,-5-13-34,-10-2 73,8-24-44,-14 2 10,8-16 28,-12 9 62,-5 4-50,-5 13 123,-4 6-224,-2 10-23,0 3 6,0 6-22,-1 20-23,1-6-560,10 43-891,3-14-2511,0-13 0,1 0 4007,11 16 0,-9-19 0,-6-17 0</inkml:trace>
  <inkml:trace contextRef="#ctx0" brushRef="#br0" timeOffset="27767">21247 2765 18438,'13'-51'1594,"-1"0"1,0-8-1,-5 5-843,-11 9-281,-10-14-151,-13 29-117,-13 11-124,-9 13-16,-8 17-34,26 0 0,0 3-307,1 4 1,0 4 283,3 2 1,2 2-18,4 1 1,4 3 11,5 0 0,5 1-11,12 30-17,21-6 28,-3-31 0,4-3 11,4-4 0,2-3 11,1-4 1,0-2 45,28-2 49,-13-15 325,-13-9-257,-12-11 63,-6-9-147,-7-9-17,-3-4 0,-1-1 39,-1 9 45,-1 11-78,-3 14 82,-1 8-172,-2 8 338,-3 8-321,-5 10-11,-5 12-34,-3 12 22,2 7 6,4 4-5,6-1 21,18 6-27,-2-20 0,12-1 11,16-15 28,-3-9-11,20 0-17,-10-16 56,-3-9-17,-12-4 62,6-24-17,-16 3-54,-8 11 1,0-2 9,1-20 16,-8 8-40,-3 13 29,-8 4-50,2 15 21,-4-3-4,6 7-40,0 2 28,7-2 5,7 0-27,10 0 22,3 0 0,1 2-11,-3 2-17,-8 2-6,3 11 23,-6 4 5,5 13 29,-4 4-23,3 7-17,0 2 22,4-2-10,-5-9-1,10 3 1,-9-17 10,8 5 23,-4-13-17,2-4 1,5-7 16,4-6-12,3-8 127,0-11-18,-1-10-10,-5-8-35,-9 7 9,-2-15-39,-12 22-10,-1-11-18,-9 16-120,-5 4 13,-5 4 3,-2 3 8,2 5 24,-12-3 50,14 8-6,-12-4-5,16 8-34,-1 0-11,5 2 11,2 0 6,2 0 28,1 3 17,3 0-6,5 1 5,5 1 23,8-2-17,6-1-16,6-2 5,4-3 11,0-1-17,-3-2-5,-9 3 17,-8 1-29,-6 4 23,-5 1-5,2 6 10,-2 4-5,3 7-16,2 7 16,1 6-12,9 14 12,-6-13-11,13 15-56,-6-17-135,6 9-240,1-4-325,-1-7-516,2-8-716,5-11-595,7-9-246,9-12 656,4-12 1775,-27 5 0,-1-2 226,0-4 0,-1-2 572,1-2 1,-1-1 528,-1-1 1,-1 1 257,-2 2 1,-3-1-1697,9-28 1176,-14 21 408,-14-5-325,-10 21-302,-9-2-185,-9 9 204,-10 5-350,-7 12-66,-3 7 3358,10 5-3415,-3 21 11,21-5 1,0 16 5,13-6-12,13-1 1,6-5 22,10-6 29,4-8 21,2-11 6,4-11 169,4-21-141,-12 1 28,5-25 0,-16 5 28,1-14 157,-3-6-56,-7 15-140,-1 9 56,-5 17-145,0 12-79,-2 2 28,-1 7 11,-5 11 11,-1 15-22,0 13-16,3 10-29,11 5-56,12-1 3,3-27 0,3-3 25,11 8 45,10-7 11,4-25 62,-9-13 39,17-14-25,-34-1 0,-2-4 8,9-27 0,-7-1 73,-8 7 17,-6 18-51,-2 2-162,-3 14-5,-2 12 66,0 8 1,2 12 16,4 9 12,7 10-6,18 11-11,8-11 16,5-4-5,-4-14-1668,-5-15 0,-1-3 1713,3-2-411,5-9 0,-2-6 489,-10-16-50,-10 9 0,-3-3 140,-1-19 72,-8 4-10,-6 11-68,-3 10-168,-1 11 2918,-1 8-2951,-3 14 1267,-8 19-1273,-7 28-9,2-1 1,1 2-706,4-15 0,1 2 503,-3 12 0,-2 7 0,3-7-178,4-15-1,0 0-225,0 0 1,0 4 0,0-1 125,-3 18 0,3-7 0,0-2 0,3-15 1,0 0-1</inkml:trace>
  <inkml:trace contextRef="#ctx0" brushRef="#br0" timeOffset="29301">25411 2527 21870,'25'-49'698,"1"-1"0,-3 3 1,-4 15-654,-12 30-12,2 10 7,5 12-24,0 5-30,-3 7 0,-1 2-70,-1 7-498,-2 9 0,0 4-777,-4-22 1,1-1 884,2 15 1,0-2 0,0-5 0,2-11 0</inkml:trace>
  <inkml:trace contextRef="#ctx0" brushRef="#br0" timeOffset="29501">25634 2049 19949,'-27'23'-2458,"5"-18"0,22 35 1,0-32-1</inkml:trace>
  <inkml:trace contextRef="#ctx0" brushRef="#br0" timeOffset="29875">25862 2457 23321,'13'-43'504,"0"1"1,-3 5 0,0 7-452,-2 19-35,1 7 3,4 15-18,7 11 0,6 16 17,3 12 9,-2 4-308,-5 1 326,-5-7-17,-8-11 26,-4-13 318,-3-12 45,0-9-230,3-12-111,6-12 255,10-14-294,15-11-28,-1 7 20,-2 12 0,3 1-333,17-2 296,-15 11 0,0 1 1,19 5-12,-3 16-45,-1 13-156,-1 16-45,-11 0-1073,-12-3 0,-1 4 1336,-8-6 0,-2-1 0,18 23 0,-16-17 0</inkml:trace>
  <inkml:trace contextRef="#ctx0" brushRef="#br0" timeOffset="30325">28396 2388 21338,'-12'-48'1012,"1"1"0,2 6 0,-1 9-1023,1 19-12,4 30 34,5 30 3,3-6 0,1 5-983,2 13 1,1 4 956,-1-16 1,1 2 0,0 0-64,1 3 1,1 1-1,1 0-226,0-1 1,0 0-1,0 0-582,0-1 0,0 0 0,-1 0 883,-1 1 0,0 0 0,-2-5 0,1-4 0,-2-4 0,-3-5 0,1 0 0</inkml:trace>
  <inkml:trace contextRef="#ctx0" brushRef="#br0" timeOffset="31001">28206 2810 19020,'4'-59'209,"1"0"0,3 6 0,9 10-257,10 26 1,6 8-400,9-1 1,3 4 384,8 2 1,1 1-590,5 3 0,1 1 531,-3 1 0,-1 0 8,-7 1 0,-3 0 347,-10 0 0,-2-1-107,10 1 327,-21-2-159,-14-3 445,-10 0-405,-8-2 1473,-4 1-1294,-4 1-76,0 2-214,-7 11-202,8-1-12,-7 21 22,15 1-5,5 14-33,17 1 50,17-4-1613,-4-23 1,2-3 1690,13 3-135,20-8 152,-33-15 120,31-17 32,-22-4-46,-9 1 0,-2-1-72,-2-6 224,-3-9 10,-18 22 3089,0 1-3380,-7 8 299,1 6-500,-3 2 185,1 5-152,0 7 40,2 10 11,9 7 11,10 3 23,21 4-29,-7-14 35,19 0 38,-18-17 34,8-3 39,-7-11 84,-3-15-173,-13 2 22,-4-19-6,-11 6-5,-9-20-50,-2 10 16,-8 0-28,6 23-33,1 5-152,6 11-257,1 1-163,3 8-997,17 19 662,-2-4-659,7 3 0,4 0 1588,3-1 0,0-2 0,10 8 0,2-3 0</inkml:trace>
  <inkml:trace contextRef="#ctx0" brushRef="#br0" timeOffset="31341">30200 2681 15642,'0'-3'6077,"0"1"-4738,0 2-134,-73-43-821,43 34-230,-16-8 1,3 6 43,23 24-42,0 23 55,14 9-128,5-7-68,10-6 0,6-1-275,20 3 225,9 5 24,-16-24 1,2-3 59,17-3 88,8-2 359,-8-20 32,-19-8-73,-8-16-292,-15 4-133,-14-17-85,-8 5 17,3 16 0,-3 0 44,-7 0 1,-2 1-120,-18-9-105,3 9 72,12 18 69,14 10-870,2 18-3782,13 8 4719,9 12 0,-1-14 0,2-9 0</inkml:trace>
  <inkml:trace contextRef="#ctx0" brushRef="#br0" timeOffset="32287">1536 5123 19224,'-2'-63'1155,"0"0"1,-1 8 0,2 11-797,5 24 219,-3 18-517,1 21 1,4 24-43,-2-8 1,2 4-848,1 12 1,0 3 799,-2-12 0,1 2 0,-1 0-123,0 5 0,1 0 0,-1 1-355,1 3 0,-1-1 0,1 1-872,0-2 0,0 1 0,0-2 1192,3 0 0,0 0 0,-1-5 0,-1-4 1,0-5-1,8 21 0</inkml:trace>
  <inkml:trace contextRef="#ctx0" brushRef="#br0" timeOffset="32613">1655 5412 15149,'-13'-59'1145,"0"0"0,0 0 0,-1 4 0,1 2 0,-1 2-641,-5-9 1,-1 3-915,1 7 1,-1 1 607,3 6 1,2 1-135,3 5 1,4 0 537,11-26-602,25 11-25,-2 29 0,6 5-383,6 3 1,4 5 384,5 3 1,0 6-15,1 7 1,0 5-199,-2 6 1,-3 3 209,-9-3 0,-5 5-34,2 14 0,-9 4 54,-18 18 19,-10-14 0,-10 1 8,-10-13 1,-8-2-1,0-3-3,-3 5 1,-3-2-3,0-3 0,-3 2 0,2-4-20,4-3 0,2-1-118,-5 2 1,1 1-636,-11 10 39,25-10-5147,32-8 5864,11-5 0,0-7 0,-5-2 0</inkml:trace>
  <inkml:trace contextRef="#ctx0" brushRef="#br0" timeOffset="33604">2662 4649 18403,'0'-5'4408,"-1"2"-4027,-25-9 0,-9 0 95,4 6-331,-8-6 1,-1 4-11,9 17-68,2 11-28,5 9-17,4 9-5,7 6-34,6 3 29,11-1 4,8-6 7,9-6 50,8-12 95,16-11-101,-10-11 73,21-17-17,-17-11 68,8-14-6,-11-5 184,-12-10-240,-12 20 101,-13-7-51,-12 26-95,-10 2-67,-6 8 5,-4 12-22,2 9-5,3 12-29,6 9 28,8 5 23,7 4-34,15 0 12,10-1-29,16-6 1,10-7 38,7-9 12,2-10 22,1-10-16,-19-3 10,2-12 18,-18-3-7,2-8 18,-5-5-12,-5-5-27,-3-4-6,-3-3 16,0 1 6,0 1-27,2 4-1,6 1-11,-3 13-11,9 0-17,1 14 22,7 2-22,4 6 11,1 12 17,-4 8-5,-3 10-1,-10-2 0,3 18 12,-8-11-6,10 24-6,-7-25 1,16 15-6,-13-30-17,28 13 33,-22-21 23,34 1-11,-22-17 0,16-8 5,-22-5 12,1-15 5,-11-5-8,-6 4 0,-1-5 5,-1-6 0,-1-1-1715,-2 6 0,-1 1 1687,0 0 1,-2 2 52,1-19 35,-3 4-32,-3 18 0,-1 0 26,-6-13-332,-8 5 270,4 24 23,-4 3-23,7 8 3252,-2 1-3280,5 4-56,2 2 23,4 1 453,0 6-448,0 12 6,7 35 10,-2-21 1,1 3-395,4 13 0,2 2 344,2 0 1,0-2 7,-2-8 1,0-1-81,5 8 0,3 0-236,3-4 0,0-1 174,-4-7 0,1-1-367,9 8 0,3-4-2465,-8-14 1,-1-4 3005,19 17 1,-9-13-1,-22-17 1</inkml:trace>
  <inkml:trace contextRef="#ctx0" brushRef="#br0" timeOffset="33946">3568 4617 15149,'-3'0'5052,"0"0"-874,3 0-3830,-24-22-309,25 13-6,-7-20-33,27 20-5,26-4-4,-12 5 1,1 1 8,25-3-1789,-4 3 1,0 1 1570,-7 3-978,5 1 0,0 1-5846,0 2 7042,-20-1 0,-2 0 0,-6 1 0,-15-1 0</inkml:trace>
  <inkml:trace contextRef="#ctx0" brushRef="#br0" timeOffset="34390">4238 4431 14017,'2'-9'6722,"0"2"-4885,-2 7 812,0 0-2408,-55-35-218,39 26-7,-15-11 1,5 6 69,24 19 75,2 5-63,4 2 5,14 17-63,-2-9-3,9 9 0,5 1-262,-6-8 1,2-2 260,11 11 0,3 0-59,-7-7 0,0-1-58,-3-2 1,-1-1-107,14 18-45,-19-3-106,-19-2-486,-22-4-746,-19-7-506,-18-9 1236,23-11 0,-2-4 500,0-3 0,0-3 306,2-4 1,2-4-186,-17-23 483,18 3 1748,11-21-685,13 22-190,0-12-700,4 25 213,1 3-583,-1 13 67,3 8-50,0 7 596,4 33-602,-3 2-157,-2 0 1,1 1-291,-3 15-166,1-23 0,-1 0 535,-3-1 0,1-5 0,0-1 0,-3 14 0</inkml:trace>
  <inkml:trace contextRef="#ctx0" brushRef="#br0" timeOffset="35837">6725 4767 18817,'-14'-58'862,"1"1"1,-1 3 0,-4 7-365,-18 5 675,-8 12-927,-2 15-122,-5 19-80,-1 16 352,10 6-402,13 1 1,2 3-46,-4 15 0,11-12 0,4 1 18,8 22 16,21-3 17,17-8 28,20-10 2,-19-23 1,2-4 14,3-4 0,1-5 5,2-5 1,0-4 10,0-4 1,-3-4 47,-2-2 0,-4-3 15,14-15 299,-20-16 0,-7-4-221,-5 2-90,-2 1 0,-3 3 84,-9 19 448,-2 15-667,1 10 5,1 7-21,1 5 6,1 24 27,3 10-11,3 25 12,2-12-32,1-11 1,2 0-89,7 14 77,-4-17 1,2 0-26,14 9 0,1-16 12,-1-16 61,0-16 44,-4-13 18,-3-14 5,-4-10-11,-6-7-5,-3-1 311,-3 2-322,-1 7-12,0 8-17,0 9-45,3 9-5,2 7 0,5 5 22,-1 4-28,14 15 40,-5 4-7,11 13-4,-5-2-18,-3-1 17,-1-6 6,-6-9-23,6-6 62,-4-14-22,10-7 11,2-12 28,1-9-12,-1-2-33,-2-1 11,0 4-5,-2 5-28,1 7 16,-6 8-224,12 7-184,-11 8-175,12 8 209,-15 2-1127,13 12-22,-4-9-336,22 5 92,4-14 1540,-26-7 1,1-2 232,-2-3 0,1-3 319,3-3 1,-2-3 78,9-6 543,5-16 117,-25 7-5,-1-12-129,-9-2-162,-12 1-152,-11 5 228,-13 10-738,-3 11 130,-33 14-146,9 16-59,14-2 0,-1 4-11,1 8 0,5 3-19,-11 12 2,21-13 0,4 0-19,10 6-1,14 4-21,19-8-46,35-11 68,-13-11-180,-8-11 1,0-4 213,12-14 30,-21 5 0,-2-4 81,-1-7 1,-3-4 10,3-13-312,-16 6 1,-4-3 305,-8 7 1,-4-1 5,0-11 1,-3-3 16,-3 1 1,-2-1 139,-4-4 0,-1 3-193,6 16 0,0 3 66,-4-5 1,2 4 76,0 7-140,1 2-90,6 11 320,6 19-336,4 5 664,12 31-665,-3-15 1,1 2-15,7 14 1,0 3-636,4 6 0,1 4 237,-5-8 0,1 3 0,-2-3-64,1 3 1,0 0-2796,-1 0 0,2 5 0,-4-11 2202,2 6 1,-5-16 0,-2-7 0,-8-20 0</inkml:trace>
  <inkml:trace contextRef="#ctx0" brushRef="#br0" timeOffset="37530">10070 4490 22565,'-12'-58'890,"-1"0"1,1 6-1,-6 10-665,-21 20-150,7 18 1,0 4-42,-15 7-6,10 7 0,1 6-28,10 1 0,4 3-322,-6 8 1,2 5 287,5 13 1,5 0 10,4-14 1,6 0-79,13 23 0,8-5 45,9-10 8,6-6 1,8-5-46,4-15 1,4-6 2,2 0 1,4-4-691,10-6 1,1-6 594,-8-6 0,-3-5 3,-1-5 0,-3-4 76,-3-2 0,-5-4 106,-6-4 0,-4-1 14,-9 6 0,-3-2 19,-4-12 1,-4-4 58,-5-9 1,-4 0-40,1 10 0,-2-1 46,-2 4 0,-1-2 0,-1 5 274,-3 4 0,-1 3-90,-3-11 0,-1 2-126,-5-5 112,-3 4-274,14 36-35,0 0 35,11 29 10,0-3 15,7 15 0,1 7-12,-2-9 0,1 3-231,6 17 1,-1 4 210,-2-4 1,-1 0 14,-1 3 0,-2-1 0,-2-12 0,-2-1 2,2 11 1,-2-3-6,1 2 28,2 11 67,-5-37 11,-2-14 1361,2-14-1406,-1-4 105,13-30-93,-2-1-40,-2 7 1,0 0-6,5-13 11,-3 13 1,-1 0-7,5-5 12,8-10-51,-6 24 806,2 9-800,-3 8-28,19 10 6,-7 8-17,16 10-84,-8 8-135,1 5 56,-11-8-633,19 6 242,-16-16 122,17 0 186,-13-15 167,0-12 118,-10-3 123,8-22-27,-20 14 396,10-30-21,-19 22 61,-3-11-291,-5 20 174,-6 3-152,1 10-146,-2 1-105,4 4 4,2 6-21,4 3-6,7 7-1,7 2 18,11 0-17,7-4-12,4-4 29,-1-6 11,-5-8 33,-6-5 17,-9-9-11,-6-6-11,-6-5-6,-5-2-22,-3 7 45,-7-1-29,-10 6-16,-3 6-28,-21 9 5,16 11-5,-19 16 6,25-4-63,-16 31 40,24-20-34,5 4 1,6 3-90,15 4-118,16 15-145,16-21-180,10-9-683,8-10 540,-29-10 1,0-2-424,20-4-2696,-9-5 0,-1-2-115,5-3 1820,7-3 0,2-2 1921,-25 5 1,0 1 229,12-6 0,-2-2 1389,10-13 3629,-15-1-2788,-16 6 2570,-8-11-2896,-9 13-153,-6-9-731,-5 11-309,-7 7-330,-4 6 220,1 5-383,-18 12-145,6 7-39,-15 14-12,9 9-33,6 10-12,9 6-715,11 3 704,10-13-377,28 9 210,14-24 10,-6-11 1,4-3-146,3-7 0,1-4-480,4-4 0,0-3 387,-1-2 0,-1-3 59,-4-3 1,-1-3-2,-6-1 0,-3-3 382,18-21 589,-17-11-365,-15-8-56,-13 24 1,-3-1 111,-1-2 1,-3-1 91,-1 0 1,-1 0 24,-2 1 1,0 0-31,-2 3 0,0 1 294,-6-22 170,2 12-372,4 14 650,3 12-1053,3 8 440,1 9-507,1 14 205,6 15-172,5 25-36,-2-19 1,1 3-293,1 5 1,2 2 224,0 2 0,1 0-205,0 1 1,0 0-589,-1-2 1,1-2-118,-5-11 0,1-1 980,3 4 0,-2-5 0,-3-9 0,4 5 0</inkml:trace>
  <inkml:trace contextRef="#ctx0" brushRef="#br0" timeOffset="37830">13051 4114 24676,'-55'-9'73,"0"0"0,3 3 0,5 10-51,20 16 0,4 7 9,-2 1 0,1 1-14,2 3 0,2 0-340,3 1 0,2-1 331,3-1 1,2-1-20,-3 22 227,7-7-216,6-11 132,13-7-110,18-10-16,32-9-626,-17-9 1,4-3 608,10-2 0,5-3-75,-10-1 0,4-1 0,-5 0-110,5-1 0,-1 0-1522,-8 0 1,3 0 0,-8 1 1401,-9 1 1,-4 2 0,24-7 0,-27 7 0</inkml:trace>
  <inkml:trace contextRef="#ctx0" brushRef="#br0" timeOffset="38621">15269 4516 23982,'-23'11'-6,"5"-4"-134,14 26 0,7 8-493,6 12-358,-1-14 0,3 0-950,4-10 0,2-2 1941,25 21 0,-18-24 0,-2-7 0</inkml:trace>
  <inkml:trace contextRef="#ctx0" brushRef="#br0" timeOffset="38962">15587 4135 19384,'-50'-12'761,"-1"1"1,5 3-1,6 6-582,3 21-50,15 10 12,14 6 38,18 2-84,5-8 152,33 6-62,-6-18 27,18 1 63,-11-13-102,-16-8 354,3-14-208,-22-3-89,3-16-57,-21 0 18,-7-3-85,-3 9 135,-7-4-180,8 18-94,-4-2-113,5 13-100,1 14-493,-1 11-1294,3 19-4964,1 16 6495,5 0 0,2-19 0,1-14 1</inkml:trace>
  <inkml:trace contextRef="#ctx0" brushRef="#br0" timeOffset="39189">16180 4296 20554,'0'-8'3982,"0"2"-3511,0 6-315,0 0-122,-77 7-29,58 17 1,0 7-380,-12-5 1,-6 1 0,8 5 369,12 10 1,8 6-1,1 2-496,-1 1 1,2 1 0,2 1 407,0 1 1,3 1-1,1 0-227,4 2 0,1-1 0,2 1-824,1 1 0,1 0 1,1 1 823,2 5 0,0 1 1,0-7-1,-1-5 1,0-4-1,-3-4 1,0 0-1</inkml:trace>
  <inkml:trace contextRef="#ctx0" brushRef="#br0" timeOffset="39363">15843 5552 13962,'-6'-61'1362,"0"0"0,1 1 0,1 2 1,2 0-1,3 3-1039,2 7 0,2 1 0,2 2-393,5-16 0,5 2 210,3 9 0,2 3-386,-5 13 1,4 3 276,20-6 0,3 5-31,8 2-45,-13 12 0,7 0 0,-5 3-117,-5 5 0,-1 3-362,13-3 0,-1 1 524,14 1 0,-31 5 0,-8 1 0</inkml:trace>
  <inkml:trace contextRef="#ctx0" brushRef="#br0" timeOffset="40505">18298 4436 21366,'-2'-49'1023,"1"-1"0,0 5 0,1 8-647,2 15-281,-1 10-90,0 6 18,2 15 10,5 10-21,3 21-7,3 16-5,-4-5 19,-5-9 1,-2 0 31,-2 12-12,-2-17 0,-2-1 96,-6 7 56,-5-13 83,1-14-56,1-12-100,5-15-45,2-9-6,2-13-5,3-8-29,0-9 1,3-9-233,0 26 1,0 1 198,3-1 0,0 1-5,10-27-35,9 11-27,9 10-301,11 13 357,13 11-12,-25 11 1,0 4-9,2 3 0,-1 3 20,-1 3 0,-2 4 13,-4 4 1,-3 3 3,11 27 0,-17 8-1,-17 1 6,-13-4 6,-9-9 11,-1-13 34,6-13 438,7-10-393,6-6-68,3-8-17,4-5 327,4-7-338,6-5-5,6-4 5,3-1-28,1 1 6,3 2 0,3 6 5,5 3 23,6 4-6,3 6-11,0 2-17,-3 5 6,-13 2 5,2 9 6,-14-1-5,3 7 10,-6-4-5,-3-1 23,2 0-23,1 1-11,4 1-1,3 4 1,2 3 6,-1 0 5,-3-3 28,-6-6 33,-6-6 85,-4-5 95,-1-1-79,1-3-117,0-2-17,3-3-17,2-3 0,1 1 6,1 0-11,-2 1-68,0 2-173,-3 3-493,0 1-1647,3 5 2375,8 4 0,-7-3 0,2 2 0</inkml:trace>
  <inkml:trace contextRef="#ctx0" brushRef="#br0" timeOffset="40796">19485 4282 25802,'-13'15'28,"6"11"-39,17 12-101,5 13-2319,-1-18 0,0-2 1988,8 12-7,-4-16 1,2-3-6065,10-1 6514,1-2 0,-11-10 0,-10-7 0</inkml:trace>
  <inkml:trace contextRef="#ctx0" brushRef="#br0" timeOffset="40989">19621 4039 24878,'-35'-37'-131,"1"-1"0,0 2 1,13 17-828,28 44 275,1-4-2280,18 29 2963,7-3 0,-11-16 0,1 0 0</inkml:trace>
  <inkml:trace contextRef="#ctx0" brushRef="#br0" timeOffset="41421">20183 4269 24497,'-30'-47'453,"0"0"1,7 6 0,-3 9-378,-5 25 0,-2 8-37,-18 9-500,-11 3 478,8 20-17,20 3-6,2 14-11,22-18 0,3 1 12,3 13 126,16 14-149,26-25 67,-9-19 1,3-5 18,2-5 1,0-5-372,26-10 411,-32-9 0,-4-3 8,2-8 59,-3-10 1,-3-3-66,-4-6-19,-4-2 1,-4-4 30,-7 2 0,-3 0-559,0-1 0,-2 0 506,1 2 0,-2 2 67,0 12 0,-1 2 210,-2-10-224,1 8-107,3 13-38,3 18 382,1 10-355,2 12-5,12 35 2,-5-18 1,1 2-115,7 16 0,1 4-202,0 3 0,1-2-50,-3-6 0,-1 0-303,0-1 0,-1 0 217,-1 8 1,-1-5 0,0-3 0,-5-14 0,0 0 0</inkml:trace>
  <inkml:trace contextRef="#ctx0" brushRef="#br0" timeOffset="45797">21763 4201 20319,'-1'-46'1530,"0"0"1,-1 6 0,1 8-1385,-1 20-230,-1 8-179,2 13 252,0 11-62,0 19-274,1 17-104,2-23 0,2 1-927,1 2 0,2 0 1378,2 3 0,2-3 0,1 5 0,0-7 0</inkml:trace>
  <inkml:trace contextRef="#ctx0" brushRef="#br0" timeOffset="46146">22035 3850 20436,'-46'-25'409,"1"0"0,-4 6 0,9 12-393,21 17 12,-13 24-5,17 1-23,1 13 0,10 2 33,14-5 91,8-9 190,8-12 235,1-13 61,-1-14-78,-4-12-84,-6-13-73,-6-8-89,-10-5-96,-7 0-55,-7 3-28,-5 6-51,-2 8-118,4 9-168,2 8-134,4 12-381,3 13-1518,3 17 2263,16 18 0,-8-23 0,11 2 0</inkml:trace>
  <inkml:trace contextRef="#ctx0" brushRef="#br0" timeOffset="46788">22501 4091 21707,'-26'-44'825,"0"0"1,3 4-1,2 8-365,2 13-264,7 9-230,5 4-67,4 6 79,4 4 44,9 21-5,7 8-23,16 21-310,-13-26 1,2 0 312,4 1 0,0 0-3,1-1 1,-1 0-124,-2-2 1,-1 0-7,11 18-122,-16-7-113,-13-5-33,-16-8 17,-8-9 673,-11-12-410,-1-16 422,1-14-92,6-16 151,7-14-120,11 24 0,2 0-184,1-3 1,1 1 219,1 1 0,0 1 258,1-20-105,-2 16-214,-2 17-219,-1 14 17,-7 19 12,-4 16-35,-8 24 6,10-18 1,1 2-246,-1 5 0,2 2 2,0 4 0,2 1-833,1 3 1,1 0 1081,1 4 0,2-3 0,-2 7 0,3-10 0</inkml:trace>
  <inkml:trace contextRef="#ctx0" brushRef="#br0" timeOffset="48104">23773 4077 24542,'3'22'767,"0"2"-643,-1-9-12,6 11-28,5-5-23,4-1 124,11-4-11,9-9-68,21-1-371,-23-8 0,2-2 315,1-2 1,0-2 69,4-8 1,-3-2-48,10-8-118,-23 4 0,-6-2 162,-10-11-44,-5-10-6,-28-6-55,2 18-7,-29-5 18,8 23-1,-13 2-11,0 11-22,5 12-17,5 12-3,22 1 0,3 3-13,-6 13-46,12-5 0,6 4-246,7-1 0,6 2-166,4 1 1,3 0 247,-1 0 0,7-1-1553,18 2 1,12-6-1471,-5-18 0,6-5 0,1-2 1571,-1 3 0,0-1 0,2-3 1500,1-4 1,1-3 0,-1-5 205,-2-6 0,-1-4 0,-5-2 1562,-1-2 1,-3-1-202,9-3 0,-3-3 871,-13 0 0,-6 0 746,6-17-1578,-14 11 0,-3-1-129,1-18-285,-13-2-600,-10 24 410,-24 0-594,-3 17-118,-23 3-67,13 11-23,7 8 1,1 3-7,-9 15-8,13-7 1,3 2-26,-2 21 12,14-10-80,16 13 35,16-20 293,15 5-243,0-20 6,30-13 78,-17-13 861,9-3-720,-5-27-3428,-23 6 3326,4-8-1530,-11-5 1559,-10 26 128,0-11-112,-7 26-202,-5 4 45,-1 9 2527,-5 9-2508,-8 16 1,-1 6-6,5-8 1,0 2 997,-10 21 0,1 1-1015,9-11 0,3-2 3,3-1 1,3-1-29,7 26-33,16-16-432,30-17 89,-8-16-313,-4-9 1,3-6-491,-7-4 0,0-3-529,9-4 0,0-1 495,-9 0 1,-1-2-1981,3-9 1,-2-2 1669,-8 1 0,-2-2 1568,11-15 0,-2-3 1089,-6 7 0,-2 1 76,-2 2 1,-2-1 2281,-4 0 1,-4 2-1740,-1 1 34,-2 1 0,-2 0-258,-3 4-493,1-7 176,-4 18-1009,0 10-164,-4 8 6,-3 12 0,-8 14-5,-3 19 5,-3 13 0,12-25 0,1 0-6,1 0 0,2-1 6,3 29-11,13-12 50,10-11 79,11-15 5,4-11-67,-3-13 118,22-23-68,-13-6-203,-13 6 1,0-2 138,-8 0 0,-2-1-3,8-15 22,-2-11 1,-11 7-51,-3 8-11,-4-2-386,-6 28-438,-1-1 186,0 10-3457,7 15 970,0-5 2354,9 14 1,-9-15 0,1 1 0</inkml:trace>
  <inkml:trace contextRef="#ctx0" brushRef="#br0" timeOffset="48729">26278 4094 23769,'-13'-43'489,"1"0"0,-3 4 0,-3 11-354,-27 29-68,-6 12-27,-2 10-1,2 12-17,4 8-636,9 3 608,13 3-5,17-3 195,21-7-167,17-9 28,11-13 33,5-11 17,-2-14 116,-3-8-54,-6-12 50,-7-5 12,-9-3-1,-5 1 354,-7 3-281,-3 8-83,-3 10-124,-1 7-79,-3 7-10,1 4 5,-4 12 0,3 10 0,1 12 0,11 6-12,12-1 7,17-3-6,13-7-6,7-12-304,3-10 321,-6-18-6,-6-13 6,-7-18 11,-24 11 0,-2-4-11,-1-7 0,-2-3-464,-2-10 0,-3-4 478,0-5 0,-2-3-548,-2 18 0,-1-1 0,-1 1 573,0 1 1,-1 0-1,0 2 56,0-17 0,-2 4-123,-1 9 0,-1 3 174,-6-19 188,0 24-300,0 20 679,1 19-741,-3 24 28,-2 33-4,8-19 1,1 7-1,0-2 313,0 6 0,3 2-334,2 3 1,3 5 0,3-4-97,7 1 1,3-1-556,-1-10 1,1 1-1,1-3 276,4 7 0,1-1-2877,-2-7 0,0 2 0,-2-6 2412,5 14 0,-8-15 0,-3-6 1,-9-20-1</inkml:trace>
  <inkml:trace contextRef="#ctx0" brushRef="#br0" timeOffset="49204">28841 4065 22225,'10'-43'1084,"-1"0"1,1 0-1,2-12 1,-3 4-798,-9-9 141,-8 21-514,-3 16 31,1 12-23,1 12 404,-1 19-621,-4 23 296,5-8 1,0 5-374,1 11 0,1 4 329,3-13 1,1 3 0,1 0-66,2 3 0,3 1 1,0 0-220,2 0 0,1 0 0,1-1-764,2-4 1,1 0 0,1-2-1198,4 13 0,2-4 2243,0-8 0,-1-4 0,1 1 0,-4-14 0</inkml:trace>
  <inkml:trace contextRef="#ctx0" brushRef="#br0" timeOffset="49663">28801 4229 16224,'-4'-6'5483,"1"0"-4916,3 6-590,0 0-100,66-51-712,-34 44 1,4 1 795,6-10 0,6-5 0,-3 6 25,1 13 0,0 3 21,-3-3 1,2-1-1,-4 0 20,-5-2 0,-2-1 6,13-2 1,-3-1 112,-3-7 129,-18 5 257,-13 5-398,-8 3 84,-6 2 1,-7 5 1133,-9 5-1190,-8 10-78,-3 9-84,4 10 425,9 5-402,12 3 21,19 1 40,18-3 28,18-5-20,-20-23 1,0-4 187,29 5 118,-7-16 302,-8-19-481,-19 0-23,-7-11 325,-16-15-225,-11 5-125,-3 7 0,-2 1-98,-10-4-17,-18-1-90,12 23-302,-8 1-157,9 9 493,-15 22 0,30-13 0,-12 13 0</inkml:trace>
  <inkml:trace contextRef="#ctx0" brushRef="#br0" timeOffset="50687">2043 6440 20229,'12'-54'794,"0"0"0,1 0 1,-1 0-1,-1-3 1,0 2-1,-1 5-615,0 6 1,-4 7 106,-3 4 28,-6 21-314,1 9-51,-2 20 73,1 20 1,1 7-20,0-8 0,1 2-675,0 12 1,0 6-1,0 0 644,0-10 0,1-1 0,0 4-132,1 6 0,0 5 1,0 2-1,1-6-771,-1 0 0,1-4 0,0 2 600,0 7 1,2 2 0,0-2 330,2-2 0,1-1 0,-1-9 0,-2-13 0,0-3 0,4 24 0,-1-1 0</inkml:trace>
  <inkml:trace contextRef="#ctx0" brushRef="#br0" timeOffset="51714">1905 6795 20336,'-43'-27'322,"0"0"1,4 2 0,17 6-289,47 15-6,6 1-9,5-1 1,2 0-675,20-3 673,-5 0 1,12-3 0,-5-1-1383,0-1 0,-1-2 1358,-12 4 1,5-2-1,-2 0 1,-5 0-4,6-4 1,-5-1-6,7-5 0,-3-1-351,-15 4 0,-1-1 390,5-3 0,-2-1 95,-6 0 1,-4 0 204,2-11 101,-21 4-207,-17 16 408,-26 7-241,1 12 100,-6 3-206,-6 17-123,8 5-101,14-8 0,1 2 1321,1 1 0,2 3-1352,0 7 0,1 0 1078,-3 14-1092,10-11 0,4 0 1,9 1 4,3 5 52,16-15 139,15-17-123,-5-4 123,30-23-84,-23-8-64,-9 5 0,-1-2 20,5-9 212,1-16-123,-21 15 17,2-12 33,-12 14-106,-3 9 219,-5 3-214,1 11-100,-1 0 0,-3 15-6,-2 8 0,-6 14-11,1-2-22,1 11 27,8 2-21,8 1 10,5-3 0,14-7 1,19-10 10,7-5 1,3-6 11,12-22-6,-31 1 0,0-8 0,-1-2-5,-8 0 28,14-28 5,-25 17-17,1-15 1,-9 7-1,-3 3-3392,1 3 3382,0 10 16,5-1-40,7 4 35,2 2-18,7 1 1,1 9-6,3 3 3386,3 10-3408,1 8 16,-1 13 12,-6 13-23,-5 9 23,-5 5-6,-3 0-17,0-2 6,0-16-6,12 4 17,0-23-11,6 1 16,18-23 12,-9-12-11,17-16-1104,-14-10 1104,-11 5 5,-14 8 0,-2 0 29,-1-5-12,0-7 67,-13 16-62,-3 15-5,-4-1 1103,3 8-1125,2 3-23,2 0-291,2 1-112,2 3-2694,7 5-1411,-1-1 4525,8 2 0,-10-6 0,-1-1 0</inkml:trace>
  <inkml:trace contextRef="#ctx0" brushRef="#br0" timeOffset="52971">4053 6457 25191,'5'-40'411,"-1"0"0,0 3 0,-3 5-176,-7 9-50,-7 2-123,-3 8 55,-24 4-94,1 16-9,9 0 0,-1 3-3,2 5 0,1 3-20,1 3 1,2 2-1,2 2 1,3 0 3,-9 26-1,14-12-11,18 9 12,16-21-1,12 8 12,9-19 11,2-7-6,-1-14 11,-3-9 6,-11-4 90,3-20-6,-14 5 22,2-17 29,-9 7 61,-4 1-12,-2 8-16,-2 9-72,-1 12-119,0 6 1,-1 23-12,1 13 12,-1 31-15,3-9 1,0 3-331,-1-15 1,1 2 291,1 10 0,1 6 1,-1-1-1142,-1-5 1,0-1 0,0 0 1133,0 0 0,-1 0 0,-1 2-40,-3-4 0,-1 2 0,-2 0 1,-2-3-335,-5 1 1,-2-3 0,-3 1 350,-3 9 1,-3 1-1,-1-4 67,-1-6 1,-1-3 0,-1-5 20,-9 6 1,0-10-24,8-15 1,1-10-202,-11-27-184,16-41-69,17 11 0,5-5 86,3 9 1,4-3 0,2-1 20,3-6 1,2-1 0,2 0-524,4-4 1,3 0 0,1 1-292,2 2 1,1-1-1,2 3 4,-1 2 1,1 3-1,1 1 485,-2 5 1,1 2 0,0 1 535,-2 5 1,0 1 0,1 3 505,9-10 0,1 4 479,-6 6 1,0 2 813,-5 7 1,-1 2 774,12-7-690,-11 13-459,-9 9 789,-6 8-1152,-2 6 2020,-2 6-2424,0 5 31,1 4-385,-1-6 208,9 8-134,-1-10-17,12 4 0,1-13 50,3-6 23,0-12-34,-4-7-73,-4-11-39,-9-8-28,-6-4 62,-9-8-85,-3 18 85,-6-4-6,-1 21-39,-3 0-56,1 7-6,0 5-39,-1 11-17,-5 9 0,-6 15 6,-3 11 5,-1 8-28,16-17 1,3 0 5,-3 14 0,9-15 0,4-1-11,14 3 11,14 5 0,20-13-270,-16-18 0,3-4 264,5-2 1,3-5 5,2-3 0,1-4 8,2-4 0,-2-4-453,-1-3 0,-1-3 464,-4-3 1,-1-5 5,2-12 0,-4-2-22,-12 12 0,-3-2 5,6-22 1,-6-1-4,-12 25 1,-3-1 9,1-12 0,-1-6 0,-2 2-4,-3-1 0,-2 1 4,0 4 0,-2-3 0,-2 5 52,-4-3 0,-3 6-50,-2 6 1,-2 4 127,-13-10-55,7 20 11,-2 12 410,8 20-500,-7 16-45,5 28 23,9-15 0,2 3-354,3 12 1,2 3 349,2-14 0,1 2 0,1 1-13,2 2 0,0 1 0,1 0-36,2 0 1,0 0-1,2-1-44,0-2 0,1-2 0,0-2-10,3 6 0,1-2-645,7 8 1,2-5-527,10 0 40,-11-19 0,1-5-8582,11-8 9292,-12-13 0,-10-6 1,-10-1-1</inkml:trace>
  <inkml:trace contextRef="#ctx0" brushRef="#br0" timeOffset="53179">4849 6407 19076,'-6'0'4603,"1"0"-2832,5 0-1452,98-54-263,-57 35-181,-1-1 1,9-5-1,-6 6 176,8 5-51,8 0-129,-11 5-408,-12 4-2470,-9 7 3007,-10 3 0,-8 0 0,-6-2 0</inkml:trace>
  <inkml:trace contextRef="#ctx0" brushRef="#br0" timeOffset="55299">6045 6481 19328,'-14'15'0,"4"-3"0</inkml:trace>
  <inkml:trace contextRef="#ctx0" brushRef="#br0" timeOffset="85300">25130 5951 11782,'-12'0'3366,"-34"-4"1,-6-1-2930,24 2-241,-22-2 0,4 0 348,33 3-264,7 1-146,17 0-100,34-2-79,-4 1 0,7 0-538,-7 0 1,3 0-1,1 0 540,6 0 0,2 0 0,0 0-13,2 0 0,-1 1 0,-2 0-11,8 1 0,-2 1-157,-3 0 0,-7 4-129,-12 11 381,-31 4 0,-54 9-11,6-13 0,-6-2-556,-7 3 0,-2 0 620,-3 1 0,0 0 50,2-1 1,1 0 33,4 0 1,2-2-29,9-2 0,3-1-25,-14 5 11,29-10 1378,38-4-1445,31-8-45,-6-1 0,3-2-370,10-2 0,1-2 359,5-2 0,-1 0 8,-1-1 1,-2 0-4,-5 0 1,-2 0 30,-7 0 1,-4-1 1191,20-14-999,-19-2 34,-15-2 12,-13-2 106,-12-4 196,-6-3 62,-7-1-57,-2-1-39,1 3-61,2 7 714,4 8-966,4 10 22,3 8-263,2 7 22,3 10 1,2 10-35,3 20 0,6 15-14,-3-19 1,0 2-463,0 4 1,-1 1 78,0 4 0,-2 2-1174,-3 3 1,-3 0 1593,-6 4 0,-3-3 0,1 8 0,-8-10 0</inkml:trace>
  <inkml:trace contextRef="#ctx0" brushRef="#br0" timeOffset="86107">27454 5815 21075,'-5'-45'745,"0"1"0,0-1 0,-3-14 0,-5 11-493,-16 20-157,-5 16-78,-3 22-12,-1 24 17,16-4 1,2 6-744,-2 10 0,3 5 711,5-11 1,1 2 0,2 2-559,1 3 0,1 3 0,2 0 484,1 3 0,1 2 0,1 0-191,2 3 1,0 1 0,1 1-722,0 1 1,1 1 0,-1 1 375,1-1 0,-1 1 1,1-2 55,-1-2 0,0-1 0,0-2 257,-1-6 1,0-2 0,-1-3 218,-4 10 1,-4-6 358,-2-13 1,-5-7 456,-27 3 564,-4-34-844,3-30-258,26 3 0,5-6 408,3-8 1,6-4-501,5-7 0,6-1-51,4-3 1,7 0-37,6 1 0,6 3-28,4 2 1,4 4-52,3 4 1,3 3-23,3 3 1,2 2 33,-1 3 0,1 1 45,-1 3 0,-1-1 47,-5 1 1,-2 0 61,-5 0 0,-3-2 50,-6 1 0,-2-1 104,-5 2 0,-3 1 129,4-14 2819,-6-3-2360,-8 23 159,1-6-579,-5 17-235,1 6-179,-1 3 1065,0 17-1076,2 7 5,0 21-17,0-6-95,-2-3 0,1 2-409,-1 13-975,0-7 1,0-1-2655,2 4 4150,1 2 0,0-34 0,-1-2 0</inkml:trace>
  <inkml:trace contextRef="#ctx0" brushRef="#br0" timeOffset="86299">27833 5618 21181,'-13'61'-627,"1"-32"0,17 9 0</inkml:trace>
  <inkml:trace contextRef="#ctx0" brushRef="#br0" timeOffset="87075">27963 6008 18828,'0'-3'4655,"1"0"-3411,-1 3-1222,13-22-11,-4 28-44,12-9 16,-11 37 17,0 6 5,-6 2-16,-2-3 28,-2-8 84,0-11 235,-1-10 90,1-8-168,0-14-68,4-12-28,6-15-55,10-8-18,9 1-55,2 7-40,1 11-16,-4 11-84,-1 9-107,0 12-118,2 10-179,1 12-279,5 9-572,3 6-628,8 1 1042,-19-21 1,2-2-39,3-2 0,3-3 383,2-2 0,2-4 341,2-2 1,1-3 302,-1-3 0,0-3 294,-3-2 0,-3-2 235,-4-3 0,-2-5 443,-2-5 0,-4-3-342,5-10 594,-2-19-118,-20 19-235,-2-6-353,-13 9-319,-13 9-140,-14 9-28,-13 12-51,-6 13-450,0 14 428,6 12-16,11 10-18,14 6-33,15 0 22,11-13 361,31 8-366,5-28 50,-9-8 0,2-3 67,23-13 56,-4-17 6,-5-20-313,-26 12 1,-3-5 264,-1-6 1,-3-3 41,-3-7 1,-2-2 60,-1-2 1,-2 0-322,-1 0 0,-1 2 349,-1 6 1,-1 1-25,0 7-1,-1 3 493,-2-16-484,-1 16-129,0 16-78,2 9 523,0 17-524,1 16 18,0 27-45,3-12 0,0 3-85,0 12 1,-1 4-340,1-16 1,-1 2 0,1 1 60,-1 1 1,0 1 0,-1 0-505,1-2 1,-1-1-1,0 0 906,0 21 0,1-6 0,-1-26 0,0-3 0,0 18 0</inkml:trace>
  <inkml:trace contextRef="#ctx0" brushRef="#br0" timeOffset="88683">30826 5851 22991,'-16'-49'800,"-4"9"-671,-12 34-50,-8 1-7,-5 2 1,-5 0-34,0 2-16,13 1 27,-4 1-50,25 0 45,-8 5 11,16 1-11,-3 8 0,2 6 22,0 8 0,0 7 6,0 5 0,2 3-12,-1 0-10,0-2-1,-1-4 17,1-5-16,0-7 10,2-6 79,2-8 202,2-7 123,1-4-151,1-6-180,3-6-55,1-12-35,7-7 1,6-4-22,10 1-29,10 6-5,9 6-45,6 10 22,4 11 40,3 14-1,-12 3-16,-13 8 0,-2 3-664,5 19 644,-13-13 0,-5 3-70,-8 22-100,-27-4 77,-7-15-229,-11-15 0,-6-4-188,8-8 1,-1-3-723,-16 4 0,-1-4 1263,6-7 0,3-3 0,-5 0 0,10-6 0</inkml:trace>
  <inkml:trace contextRef="#ctx0" brushRef="#br0" timeOffset="88925">31043 5662 23310,'53'-21'672,"0"0"0,-6 1 0,-7 6-229,-13 10-124,-11 1-162,-8 2-107,-6 0-61,-2 1-521,-4 0-2773,-9 6 2457,-6 1 0,4 1 0,4-2 0</inkml:trace>
  <inkml:trace contextRef="#ctx0" brushRef="#br0" timeOffset="113342">1116 8480 20420,'-28'17'103,"0"1"1,-18 15-71,32-6-22,6-6 57,5-7 480,6-6-268,0-5 219,7-9-123,0-6-51,3-12 44,-1-4 275,-5-8-470,-5 13 83,-8-3-150,-6 18-51,-8 1-34,-5 10-50,-4 10 23,0 12 5,1 11-23,8 5 1,6 0 27,8-10 35,14 4-24,6-18 29,13-1 28,6-16 5,2-13 68,1-12 16,-6-9-5,-8-5 6,-10-2 39,-6 2-51,-11 6-33,-3 5-6,-5 9-56,0 6-56,1 6-45,3 5-78,2 12-740,1 14-6251,3 19 7114,0 4 0,3-14 0,0-14 0</inkml:trace>
  <inkml:trace contextRef="#ctx0" brushRef="#br0" timeOffset="113958">2033 8421 21730,'1'-33'533,"32"-2"-508,21 19 0,11 4-1220,-21 2 0,2-1 0,1 1 1152,-1 1 0,1-1 1,0 2-76,-4 0 0,-1 0 0,0 1-87,10-1 0,-2 1-907,-11 2 0,-5 2-2174,11-1-2264,-24 4 2161,-26 0 3389,-20 2 0,-21 0 79,-10 0 3589,-4 1 214,6 0-813,6 2 759,8 1-2634,5 5 57,1 6-702,1 9-230,1 16-233,16-15 1,2 2-379,1 7 0,2 3 317,2 5 0,2 3-11,1 4 0,4 1-59,2 3 0,3 1-843,3 0 0,4-1-515,4-2 0,3-2 1403,8 0 0,0-4 0,3 4 0,2-12 0</inkml:trace>
  <inkml:trace contextRef="#ctx0" brushRef="#br0" timeOffset="114525">2875 8608 15771,'4'-51'1698,"0"0"1,0 0-1,2-17 1,-4 13-1122,-5 25-471,-2 17-61,-2 15-28,-1 19 16,-3 20-2,4 3 0,0 3-26,2-13 1,1 2-433,0 23 1,1 1 440,2-18 0,1-2-3,0 10 1,1 1 2,1-7 0,2-2-12,2-3 1,3-3 59,9 9-1,2-14 96,2-25 0,0-19-11,20-26-29,-3-8-78,-19 21 1,-1-1 139,16-24 56,-13 16 792,1-1-949,-9 13-67,-7 13 23,5 20-17,-5 0-34,15 18 6,-3-3 39,17 12-40,-10-13 57,23 3-34,-26-21-11,22-1 73,-11-21-45,-5 2 22,-8-9 1,-1-5 39,0-13-28,5-10 162,-9 2 297,-8 10-219,-2 6-196,-4 9 6,-2 16-106,-1 7 0,0 7-6,-2 10-12,1 27-16,2 4-162,8 15-549,7-9-1043,9-4 102,-3-14 1680,6 0 0,-17-23 0,4 2 0</inkml:trace>
  <inkml:trace contextRef="#ctx0" brushRef="#br0" timeOffset="114716">3845 8279 14569,'-45'-16'-38,"0"0"1,3 7 0,7 11 2210,17 31-3170,14 16-1950,24 0 94,4-10 2853,11 2 0,-20-25 0,-1-1 0</inkml:trace>
  <inkml:trace contextRef="#ctx0" brushRef="#br0" timeOffset="115132">4203 8483 15261,'-3'-2'6396,"0"1"-10622,3 1 4428,-63-2 1408,39 10-1565,-12-2 0,6 5 870,31 14-848,17 9-27,24-5-24,-15-14 1,3-2-6,4 0 1,2 0-7,0-1 1,1-1-103,-2 0 0,-2 0 41,26 10-89,-12 5 100,-22-8 3276,-12 8-3287,-26-8 23,-13 2 72,-16-6 84,-5-13-56,11-8 51,0-23 106,16-28-1175,4 0 1158,6-1 546,6 21-339,1 22-256,-5 8-130,-5 21 5,-8 21-16,-4 20-344,12-21 1,-1 2 303,1 4 1,1 0-312,2 1 1,1 0-1502,3 0 1,2-1 1439,2-6 1,1-2 0,1 7 0,1-18 0</inkml:trace>
  <inkml:trace contextRef="#ctx0" brushRef="#br0" timeOffset="116891">5945 8434 18476,'14'-43'1307,"-1"0"0,-1 4 0,-3 7-607,-6 14-224,-2 8-263,-2 5-191,-4 7 1,-8 11 10,-11 14-33,-8 20 14,14-16 0,1 1-744,0 6 0,3 0 730,4-7 0,2 1-14,2 13 0,5-2-145,15 9 167,-1-19 1,5-3 52,35-4-25,-21-20 1,2-6 24,1-5 1,1-5 19,-2-4 1,-1-3 35,-3-4 1,-3-3-1350,-2-8 0,-5-2 1322,5-14-100,-16 11 0,-6 0 161,-14-17-103,2 18 0,-3 0-23,-2 2 0,-4 1 14,1 3 1,-3 3 483,-5 4 1,-2 5-496,-22-3 0,0 16-45,-2 20-61,10 11-66,-4 18 110,26-17 1,4 2 1496,4 4 1,4 2-1719,5 4 0,4 0-182,4 0 0,5 0 2,5-2 1,5-3 137,4-5 0,4-5-254,5-6 1,3-6 392,4-6 1,1-7-53,3-4 0,0-6 101,-1-4 0,0-4 111,-2-4 1,-2-3 73,-3-1 0,-2-2 92,-4-1 0,-3-1 148,-4 0 1,-2 0 82,-3 1 1,-2 0 288,9-24-44,-7 8-129,-8 10 105,-5 14-525,-4 11 630,-5 13-747,0 5 307,-7 19-313,-1 11 22,-3 19-187,8-24 0,1 0 190,2 2 0,0-1-61,1 30-4,8-11 29,5-12 45,7-17 27,6-12-5,-3-13 84,22-24-11,-9-6-59,-9 7 0,0-2 1,-5 2 0,-1 0 18,15-25 15,-7 10-37,-8 13-28,-9 14 6,-5 14-12,-2 13-5,1 15 0,6 21 0,-2-11 12,8 15-7,5-26-10,14 1 16,14-14 6,13-18-16,-26-6 1,-1-3 6,3-8 1,-1-3-496,0-6 1,-2-4 530,-1-6 1,-4-4-6,0-7 1,-4-3-20,-9 12 1,-2-1-1,-2-3-2,2-13 1,-2-4 0,-1 4-8,0-4 1,-2 2 23,-3 7 1,-1-1-1,-2 7 38,-4 13 0,-3 3 11,-1-2 0,-5 3 50,-15-3-67,-20 30-61,12 13-1,6 10 1,2 7-1463,6 3 1,3 5 1456,-5 15 0,1 5-4,7-14 0,1 1 1,2 1-136,0 4 0,3 0 0,2 0 128,1 0 0,2 0 0,3-2-6,3-1 0,2-2 0,4-2-28,11 13 1,8-5-60,6-8 0,5-7-61,5-8 0,3-7-110,12-8 1,-1-6 226,-19-2 0,-1-5-694,19-14 1,-4-7 724,-12-7 14,-5-3 0,-2-5-63,-15 9 1,-2-3 129,9-14 1,-2-1 44,-7 13 1,-2 1-29,-2 2 1,-2 5 2188,-3 5-2169,-7 16 572,-3 5-678,-8 32-7,4-9 3264,-6 38-3252,13-15 6,11 10-6,15-6 5,14-11 23,-10-24 0,0-4 0,15 0-3,-14-11 1,-1-5 24,9-15 6,6-11 564,-4-10-318,-16 10-94,-10 5 167,-12 15-207,-6 8-95,1 5-57,-6 23-4,1-3-29,-2 17 0,1 3-17,0 6-373,1 5 0,0 3 381,1-9 1,1 1-466,-1-6 0,0 4 1,-1 1-635,-1 1 1,0 2 0,-1 0-1,0-2 777,0 5 1,-1-3 0,1 0 0,-1-4 0,1 0 0,0-7 0,-3 14 0</inkml:trace>
  <inkml:trace contextRef="#ctx0" brushRef="#br0" timeOffset="117682">9923 8098 26410,'18'-45'415,"0"0"0,0 4 0,-8 12-783,-15 26 89,-6 16 490,-7 15-119,-3 17-108,1 15-241,7-10-10,9-19 1,2 1 18,16 25 54,9-3 160,-3-28 1,4-5-246,13-1 248,-3-15 1,1-6-112,14-13 59,-14 2 1,-1-3 172,-8-5 1,-4-2 149,15-28-21,-10-6-6,-12 0-118,-7 14 258,-6 0-163,-4 25-123,-1-1-72,-2 17 38,-7 19-44,-1 9-11,-3 22-1,6 3 12,15 2 22,15-6 279,19-7-299,-5-25 1,3-3-3,16 2-34,-12-10 0,-1-6-22,10-10 45,8-10 5,-10-13 22,-11-11 15,-19 12 0,-4-1-9,3-14 0,-8 14 0,-2 0 23,-4-5-12,-3-3-22,-8 11 0,-1 14-5,-12 8-35,-2 13-32,1 4-214,4 8-621,15 5-751,20 5-1194,16 3-6979,14 0 9268,-9-8 1,-12-8 0,-18-10-1</inkml:trace>
  <inkml:trace contextRef="#ctx0" brushRef="#br0" timeOffset="118058">11306 8032 18375,'0'-5'5220,"1"1"-3629,-1 4-1406,-43-50-112,23 42 0,-16-10 0,-2 8-12,5 40-50,11-8 1,1 3-46,0 21 34,14 0 0,11-12 0,30 6 11,5-22-3,-8-7 1,1-3 47,26-8 17,-3-12 11,-9-9 45,-12-9-17,-13-5 0,-12-5 5,-16-2-33,-9-2-5,-10 3-7,-3 4-16,3 9-44,2 11-52,5 12-55,4 13-207,5 10-572,8 10-974,13 5-2129,12 0 3977,20 0 0,-19-16 0,3-4 0</inkml:trace>
  <inkml:trace contextRef="#ctx0" brushRef="#br0" timeOffset="118375">11658 7938 18056,'0'-6'6228,"1"1"-5214,-1 5-330,5-60-348,-4 43-292,3-44-32,-3 64-18,8 13 0,10 15 6,4 3 8,3 0 1,2 2-174,-7-9 0,1 0 148,10 14 0,0 1-338,-7-7 1,-3 0 337,-4-2 1,-2 0 16,2 23 5,-22-15 1,-13-20 56,-12-17 22,2-20-6,7-15-33,10-2-1,8 2 1,5-2-33,9-14 126,-2 15 1,3 1-200,19-11-253,5 12-678,5 10-1209,3 7-5361,5 5 7562,-4 3 0,-17 3 0,-12 1 0</inkml:trace>
  <inkml:trace contextRef="#ctx0" brushRef="#br0" timeOffset="118692">12459 7744 15804,'0'-7'7175,"0"1"-6520,-8-29 1,-4-8 229,0 8-597,-1-12 1,-1 0 120,3 19-135,4 7-55,3 5-40,2 2 56,-1-4-140,0 5-16,-2-6-23,-2 8 16,1-1-72,0 6-28,3 5 6,2 4 16,1 11 12,3 11-17,7 16 22,7 17-133,-2-11 1,2 3 118,-2-2 1,-1 1-300,2 1 0,-2-1 279,-2 1 1,-1-1-85,-2-11 1,-1-1-339,3 9 0,1 1-1524,5 2 0,1-2-199,-6-17 1,1-1 2167,5 4 0,-1-5 0,-6-15 0,-1-1 0</inkml:trace>
  <inkml:trace contextRef="#ctx0" brushRef="#br0" timeOffset="119225">12861 7761 22817,'4'-48'754,"0"1"0,0 4 0,-6 10-574,-10 20-164,-1 11 18,-14 13-6,-2 11-11,-15 14-3,19-14 0,-1 1-8,1 2 0,-1 1 10,-2 6 1,2-1-11,-8 11-1,4 10 18,26-24 5,16 4 61,35 0-69,-18-20 0,4-3-315,12 1 1,1-3 308,-11-3 0,0-2 0,9-1 0,2-2 14,-2-3 0,0-3-8,-1 1 0,0-1-6,1-4 0,-2-1-75,10-15 78,-19 4 33,-5-16 12,-13-6-23,-7 8 0,-2-2 6,-3 6 0,-2 0 16,-2-30 141,-12 16 94,-2 13 7,-8-6 55,-6 5-274,9 14 729,-6 3-791,18 14 100,-2 2-94,8 10-16,1 8 10,8 28-16,11 8-334,6 5 328,-2-22 0,4-1-252,0-4 1,3 1 249,0-1 0,3 1 1,-2-1-39,7 7 1,-2 0-129,-1 4 0,-5-2-235,-5 6-1283,-32 9-6553,-23-10 8239,-10 3 0,17-24 0,15-15 0</inkml:trace>
  <inkml:trace contextRef="#ctx0" brushRef="#br0" timeOffset="119882">14927 7721 20123,'16'-42'1062,"0"-1"0,-6 6 1,-10 8-694,-32 18 1,-28 13-213,23 4 0,-2 3-606,-3 3 0,0 3 516,2 2 0,0 5-31,1 6 1,2 2-37,-7 13 14,22-12 0,6 1 246,12 7-215,19 8 33,23-10-42,-6-22 1,5-5-105,9-2 1,3-4 106,-7-7 0,3-2 1,-3-1-323,3 1 0,-2-4 381,12-10 1,-7-6 114,-11-18-101,-19 15 0,-6-3-1233,-12-7 0,-7 1 1171,-9-13-19,-9 17 0,-6 4-67,3 14 0,-3 3 47,-8-2 0,-2 2-897,-7 5 1,2 4 885,-15 2-49,23 10 0,5 4 27,13 5 1950,-6 25-2544,34 12 117,5-9-321,8-9 1,8-1-1391,14-6 1,5-4-325,1 0 1,2-2 2533,6-1 0,-4-4 0,2-5 0,-28-8 0</inkml:trace>
  <inkml:trace contextRef="#ctx0" brushRef="#br0" timeOffset="120224">15312 7809 19826,'5'-51'1379,"-1"0"0,0-1 0,0-7 1,1 7-1089,11 5 79,-5 28-275,-3 9 12,5 2-96,-3 17 6,5 29 11,-7 11-17,-4-12 0,-2 1-1699,-3 0 1,-2-2 1681,-1 23-105,1-21 0,0-2 106,1 3-1,2 5 85,7-31-7,3-10 52,15-16 55,19-25-115,-20 14 1,1-1 1341,8-8 1,-1-1-1318,-3 3 1,-2 2-40,16-15 6,-13 20 0,-1 2-39,-2 4 306,24-2-339,-24 28 10,3 3-67,8 36-308,-17-17 47,-2 2 1,1 1-1499,6 17-3084,-8-15 1,0 0 3040,4 9 1,-4-8-1,-16-31 1</inkml:trace>
  <inkml:trace contextRef="#ctx0" brushRef="#br0" timeOffset="120809">17762 7538 28574,'13'-46'127,"0"0"1,-1 2 0,-9 10-751,-17 24 124,-16 0 365,-17 11 170,8 7 0,0 2-27,-18 7 35,11 4 0,2 2-406,11 0 302,7-1 1,4 2 65,11 8-3338,25 24 3210,4-19 11,20-3 0,7-4-494,7-5 456,3-2 1,5 0-11,-18-9 0,0-1-359,8 3 1,0 0 404,-9 0 0,-2 0-28,13 14 132,-34-5 2879,-21-4-2814,-39-3-22,-20-4-31,19-6 0,-4-1-246,-15-1 1,-1-4 242,11-2 0,2-2-17,2 1 1,3-3-203,-15-12 366,32 3-3250,4-1 3103,25 4 0,0 5 0,9 1 0</inkml:trace>
  <inkml:trace contextRef="#ctx0" brushRef="#br0" timeOffset="121199">18379 7514 24906,'-40'-15'145,"1"-1"1,-1 0 0,-15-3 0,8 11-113,14 32 1,0 18 11,14 12-17,5 3-17,13-24 0,5 0 23,21 14-12,5-13 3,4-15 1,4-5 46,15-3-487,-15-6 1,-1-3 498,3-10 33,-2-24-44,-24 10 139,2-38-167,-18 27 28,-7-5 0,-4-1-6,-12-5-45,5 13 1,-2 2 5,-9-1 0,-8 5-39,4 15-40,6 5-16,5 8-963,17 24-1390,18 3-7411,10 16 9427,3-16 1,-4-10 0,-14-15 0</inkml:trace>
  <inkml:trace contextRef="#ctx0" brushRef="#br0" timeOffset="121558">18650 7542 21007,'0'-7'3585,"0"1"-2733,0 6-236,-23-60-493,19 45-112,-15-45-5,49 75-34,7 11 28,-6-4 0,0 4-299,-1 3 1,-1 2 292,-3 4 1,-2 2-4,-4 2 1,-6 2 5,-5-1 0,-4-1 15,-7 19 7,-9-26 1,-4-3 13,-12-5 23,-12 1 6,10-31 0,8-17-34,10-7 8,10-7 0,6-4-14,4 9 1,4-1-363,5-16 1,6 0 336,3 9 0,5 5-31,3 1 1,2 4-7,-7 8 1,1 2-207,15-1 0,0 4-96,-2 3-321,-2 4 0,-2 2-1634,-12 5-2335,5 4-5199,-21 3 8741,-8 0 0,-2 0 0,-1-4 0</inkml:trace>
  <inkml:trace contextRef="#ctx0" brushRef="#br0" timeOffset="121759">19327 7314 19120,'5'-49'2096,"0"1"1,1-6 0,-2 7-1251,-2 12-264,1-11-374,-2 25 21,-1 7-162,1 18-50,5 14-17,8 27 0,-4-12 0,1 4-1377,4 10 0,0 2 1377,-2-8 0,0 2-103,-1 4 1,0 5-1,-1-3-778,-1 4 0,-1 1 386,0-4 0,-1 2 0,0-2-773,0 4 1,-1-3-2158,-2-8 0,0-3 3425,3 14 0,-4-26 0,-3-15 0</inkml:trace>
  <inkml:trace contextRef="#ctx0" brushRef="#br0" timeOffset="122710">19582 7531 16566,'-40'-16'1102,"0"0"0,0 0 0,-12-5 0,6 4-626,3 5-280,27 6-163,20 2-2122,29-2 0,11 2 2100,6-1-3,9-2 1,4 1 136,-24 2 0,-1 1-137,8-1 1,0-1-220,-6 0 0,-2 0 202,-4 1 1,-3 0-8,13-2-18,12-4 2938,-24 4-2803,8-4 901,-23 2-850,-11 0 705,-13 2-459,-7 3 632,-17 2-710,7 3 189,-11 5-229,16 3-145,-2 6-40,8 5-39,8 3 39,12 3 11,12 2-27,15-1 17,9-7-18,3-7-5,-3-9 33,-7-14-44,-8-9-1,-8-11 12,-7-8-22,-7-4-18,-4 9 74,-3-9-68,-1 24 106,-10-10-111,-4 20-6,-12 3-6,-5 18-16,-8 11-23,8 4 17,10-1 0,3 3 0,2 17-48,12-6 1,6 1 2,10 6-207,9-16 1,5-4-197,28 1-253,-14-14 1,3-2 229,7-3 1,3-3-511,6-2 1,1-3 694,4-1 1,0-3 170,1-3 1,-3-3 102,-14 3 1,-1-4 64,11-7 1,-3-7-1243,-20 1 1,-3-2 1272,4 2 0,-4-3 86,-10-5 1,-9-1 418,-11-9-124,-15-9 0,-21 9-258,8 24 0,-5 4-81,-6 2 0,-2 4-8,-3 4 0,-1 4-57,0 3 1,2 4-12,4 3 1,2 3-21,6 3 1,4 2-31,-11 26 0,19 3 747,21-1-752,22-5-1,23-10 1374,-15-21 0,3-4-1360,3-1 1,2-5-1,0-3 0,-1-5 17,-2-2 1,-2-5 2,-4-4 0,-3-4-9,-3-5 1,-5-3-3,-3-6 0,-4-3 5,-3-6 0,-2-3-480,-2-7 1,0-1 504,-2-4 1,0-1 64,-1 0 0,0 1 61,-1 5 1,0 3 243,-2 9 1,0 4-194,-3-13-146,1 26-83,-2 20 16,1 20-6,0 7-21,3 34 7,2-23 1,2 2-275,1 14 0,3 3 218,3 5 1,2 2-239,1 1 1,0 0-611,0-2 0,0-1 913,-2 0 0,-2-5 0,1 6 0,-4-13 0</inkml:trace>
  <inkml:trace contextRef="#ctx0" brushRef="#br0" timeOffset="124058">22406 7675 12494,'7'-8'2554,"21"-21"0,5-8-1131,-7-2-1453,7-5 1,-3-1 556,-16 6 352,-10-6-98,-23 9-434,-10 3-207,-9 9 45,3 20 0,0 6-101,-5 7-1384,-8 9 0,1 5 1339,6 6-14,-1 8 1,2 4-251,9 9 250,11-14 1,4-1 13,10 6-1626,38 7 1610,-4-30 41,18-4 1,6-7-29,-15-10 1,1-6 2,17-3 0,0-5 843,-11-7 0,-5-4-826,-4-5 0,-5-4-17,-6-4 1,-6-3 2,-5-4 0,-4-2-9,-4-3 1,-3-1-9,-3 1 0,-1-1 23,0 5 0,-2 1 33,0 7 0,-2 3 37,-1-13 134,-4 14 93,6 24-373,0 9 3086,5 18-3052,6 23 266,0 3-272,0 6 0,1 2 360,-2 7-362,-2-12 0,0 7 0,-1-4-1151,0 0 1,0-3 1115,-1 11 1,2 0-135,1-4 0,3-2-803,7-2 0,3-2 716,-4-7 1,2-1-318,11 7 1,6-5-289,3-19 1,1-5 449,-7 0 1,2-3 193,23-9 1,0-10 277,-23-4 0,-2-3 5,7-1 1,0-4 178,-5-12 1,-5-4 226,3-18-143,-10 13 1,-3 1 42,-4-13 359,-10-5 248,-27 14-613,-9 6-140,-21 10-95,0 24-67,1 16-6,6 13-28,15 2 2,17 1 1,4 2 1932,1 3-1938,7 5 1,3 1-4,7-6 11,9 1 1,4-2-11,3-9 480,8-4 1,2-3-403,7-10 17,18-9-40,-23-9 191,7-28-68,-18 3 13,2-20 4,-15 8-11,-7 3 571,-2 8-632,-1 10 140,-2 12-286,0 8-6,-2 6 23,-4 14 17,-2 6-34,-2 17 0,3-5-6,2 20-5,9-24-17,14 27 50,10-30-11,18 3 1,-8-16 49,22-21-44,-30 0 30,1-11 1,-2-4-14,-7-4-9,-1-11 0,-3-4-25,-5-2-406,-1-13 0,-2-5 423,-5 21 0,-1 0-12,0 1 1,1-3-1,-2 2 12,0-13 0,-1 2 5,-2 2 1,-1 2-15,1 13 1,-1 1 33,-4-2 0,-1 6-20,0 5-22,-4-1-11,7 28 0,1 31 33,4 14-31,3-4 1,3 3-287,-1-9 0,3 3 283,5 7 1,4 5 0,0-2-153,1 7 1,1 1 155,-2-3 1,2 4 0,-3-4-10,-1 0 0,-4-1-179,-4-5 0,-1 2 0,-2-3-482,-2-1 0,0-1-700,0 17 0,1-2-3538,-1-22 1,1-4 3751,2 10 1,0-21 0,-4-17 0</inkml:trace>
  <inkml:trace contextRef="#ctx0" brushRef="#br0" timeOffset="124575">23618 7425 22296,'57'-14'41,"0"0"0,2 2 0,1 4-41,0 8 0,0 4-1133,-1-2 0,-2-1 1133,-6-2 0,-4-1-6,-13 1 1,-2-3 131,2-5 0,-4-3-131,0-7 518,2-11-463,-24 6 18,-17 2 72,-12 2 1245,-14 5-1033,-9 6 46,-5 5-241,8 6 513,-20 16-614,21 6-26,13-5 1,1 4 3,-5 23 16,13 5 18,14 2 4,17-2-21,4-14 122,28 5-49,-9-24 44,16 0 5,-15-22 6,-7-12-88,-9-3 228,3-25-28,-9 11 17,7-16 22,-6 15-100,-1 7-101,-2 9-68,0 8-66,-2 9 22,3 12-12,2 13-22,6 17 12,-5-1-354,-2-1 1,-2 3-1445,-4-9 0,-1 0 1803,3 10 0,-1-1 0,-2 1 0,-4-19 0</inkml:trace>
  <inkml:trace contextRef="#ctx0" brushRef="#br0" timeOffset="125432">25211 7750 10170,'0'0'0</inkml:trace>
  <inkml:trace contextRef="#ctx0" brushRef="#br0" timeOffset="130709">7406 10329 9884,'62'-10'364,"-1"0"0,0 0 0,0 1 0,-5 0 0,0 0 0,0 1 1,0 1-1387,5 0 1,2 1-1,-1 1 1,-1 0 1053,-2 0 0,-1 1 0,0-1 0,-3 1-14,8 0 1,-3-1 0,6 0 18,-9 1 0,5-1 0,3 0 0,-1 0 0,-4 0-420,0 0 0,-3 0 0,1 0 1,4 0 485,-6 0 1,4 0-1,1-1 1,2 0 0,-2 0-1,-1 1-39,-6 0 1,0 0 0,-1 0-1,-1 0 1,1-1 0,1 1 145,3 0 0,0-1 0,1 0 0,-1 0 0,0 0 0,-2 1-240,0-1 1,-1 0 0,-2 1 0,3-1 0,4 0 182,-9 1 0,4 0 1,3-1-1,0 0 0,1 0 1,-1 0-1,-1 0 1,-3 1-124,5-1 1,-4 1 0,0-1-1,0 1 1,1 0 0,4-1 16,-1 0 1,3 0 0,2 0-1,1 0 1,1 0 0,-1-1-1,0 1 1,-3 1-7,2-1 1,0 0 0,-1 1-1,-1-1 1,0 1 0,-2-1-1,-1 1-25,0 0 0,-2 0 0,-2 0 0,0 1 0,3-1 0,3 0 5,-7 0 0,3 1 0,2-1 0,1 0 0,1 0 0,0 0 1,-2 0-1,-1 0 0,-3 1-4,10-1 1,-2 0 0,-2 0 0,0 0 0,0 0-1,3 0-70,-2 0 1,0 0-1,2 0 1,0 0 0,1 0-1,1 0 1,0 0 57,-10 1 1,2 0-1,1-1 1,0 1 0,0 0-1,0-1 1,-2 1 0,-1 0-1,-2 0 5,8-1 0,-3 1 1,-1-1-1,-1 1 0,2-1 1,4 1-5,-9 0 0,3-1 0,1 1 1,3-1-1,-1 1 0,-1-1 0,0 0 1,-4 1-1,-2 0 37,14-1 1,-5 0 0,-2 0 0,1-1 0,4 1-21,-5 0 0,3-1 0,1 0 1,2 0-1,-2 0 0,-2 1 1,-3-1 17,2 0 0,-3 1 1,-2 0-1,1-1 1,4 1-14,-5-1 1,3 1 0,1-1 0,2 0 0,-1 0 0,-2 0-1,-2 0 5,8 0 1,-2 0 0,-1 0 0,-2 0-1,1 0-5,-1 0 0,-1 1 0,0-1 0,-1 0 0,0 1-15,-3 0 1,0-1-1,0 1 1,0 0 0,-2 0-5,12-1 1,-1 0 0,-1 0 0,-3 1-3,3-1 1,-3 1-1,2-1 40,-4 1 0,3 0 0,-1 0 1,-5 0-39,-5 1 0,-3 0 1,0 0-5,8-1 1,2 1-1,-3 0 3,7 0 1,-4 0 267,-15 3 0,-2 0-273,-7 0 0,0 0 1493,28 7-1468,-42 1 2181,5 10-2204,-12 5 1868,1 8-1850,-2 7-1,2 9 12,-4 8 925,-2 8-926,-4-10-5,-2-5 0,-1-2-17,-2 7-259,0-2 1,-1 5 241,0-4 1,-1 1 13,0 2 0,-1 2-272,2-11 0,0 1 1,1-3 268,-1 0 1,0 0 3,0-1 1,-1 3-1,1-3 2,-1 1 0,-1 0 9,-1 19 0,-2 0-9,1-14 0,-1-3-6,1 0 1,-2-1 13,-1-2 1,-2-1-3,-1-1 0,-1-2-72,-3-2 1,-2-1 76,-2-2 1,-3-1 10,-2-2 1,-3-2 132,-4-2 0,-2-1-169,-3-2 1,-3-2 2,-5-2 0,-2-2-428,-5-1 0,-3-2 424,16-5 0,-2-2 1,-1 0 6,-4 0 1,-1 0 0,-1-1-468,-4-1 1,-1-1 0,-1 0 464,-5-1 1,0 0 0,-2-1 0,14 0 1,0-1 0,-1 0 0,0-1-330,-2 1 1,0-1 0,-1 1 0,0-1 330,0 0 0,-1 0 0,-1 0 1,1-1-10,-3 1 1,0 0 0,0 0 0,3 0 4,-6 0 0,3-1 0,-5 1 3,9 0 0,-5-1 1,-2 1-1,1 0 1,4-1-2,0 1 1,4 0 0,-1 0 0,-4 0 0,6 0 1,-3 0 0,-2-1 0,-1 1-1,1 0 1,2 0-234,-4 0 1,1 0 0,1 0 0,0 0 0,-1 0 230,-3 0 0,1 0 0,-1 1 1,0-1-1,-1 1-148,-1-1 1,-1 0 0,1 1-1,-1 0 1,-1-1 144,11 1 0,-2 0 0,1 0 0,0 0 1,-1 0-1,0 0 7,0 0 1,-1 0 0,0 0-1,1 0 1,-1 0 0,0 0-6,-1 0 0,0 0 0,0 1 0,1-1 0,0 0 0,3 1 12,-1-1 1,3 0 0,0 0 0,-1 0 0,-3 1-11,-5 0 1,-5 0 0,-1 0 0,-1 0 0,2 0 0,5 0-70,3 0 0,5 0 1,0 0-1,-1 0 1,-3 0 69,4 0 0,-4 1 0,-1-1 0,0 0 1,-1 0-1,2 1 0,1-1 13,-9 1 0,1 0 0,1 0 0,1 0 1,-1 0-22,0 1 1,0-1-1,0 0 1,1 1-1,-1 0 5,1-1 0,0 1 0,0 0 0,-1 0 0,-1 0-5,3 1 0,-3-1 1,-1 0-1,1 1 1,2-1-1,3 1 2,-7-1 0,4 1 1,0 0-1,-3 0-2,9-1 0,-3 0 1,-1 1-1,0-1 1,2 1-1,3-1-1,-3 1 1,5 0-1,0 0 1,-3-1-27,2 1 1,-1 0 0,-2 0 0,2-1 0,2 1 28,0 0 0,3-1 0,0 1 1,-2-1-3,-2 1 1,-4 1-1,0-1 1,2 1-1,3-1-12,-9 1 0,3 0 1,-2 1 2,-2 0 0,-3 0 0,-1 1 0,3-1 0,13-1 0,2 0 0,0 0 0,1 0-1,-16 2 0,0-1 0,3 1 253,11-2 1,3 0 0,-3 0-242,-1 1 0,-4-1 0,0 0 0,4 0 3,2 0 0,3-1 0,-2 1 99,-1-1 0,-3 0 0,0 0 0,3 0-97,-1 0 0,2-1 0,2-1-2,-17 1 0,2-1 629,8-1 1,3 0-628,6-2 1,3 0 1900,-24-5-1886,13-1 17,12-7 942,10-1-960,10-6 1652,8-4-1668,6-9 17,6-10 0,4-12 102,0 22 0,1-2-113,1-5 0,1-2-1,1-6 1,1 0-1,-2 9 1,0-3 14,-1-3 1,1-4 0,-2 2-2,0-6 1,-2 0-498,0 2 1,0-3 0,-3 1 516,-1 9 0,-2 2 1,-1 0 10,-2-21 1,-1 0-497,-2 1 0,0 1 443,2 0 1,0 1-7,1 3 1,3 0-65,8-6 0,2 3 8,-3 20 1,1 2-589,10-8 1,2 4-9179,9 6 9235,-3 6 1,-9 15-1,-12 13 1</inkml:trace>
  <inkml:trace contextRef="#ctx0" brushRef="#br0" timeOffset="131399">8592 10827 18319,'0'-55'1620,"0"1"1,0 3 0,-2 5-837,-1-2-347,-2 16-392,1 24-68,2 8 51,1 27-17,0-4-19,1 19 0,0 7 2,0-8 0,0 1-997,-1 1 1,1 3-1,-1-3 566,1 6 0,-1-1-3248,0 16 0,1-1 3256,2-21 1,-1-2 0,0-3-1,0-4 1,2 4 0</inkml:trace>
  <inkml:trace contextRef="#ctx0" brushRef="#br0" timeOffset="131668">9297 10425 22347,'-13'-58'877,"-1"0"0,3 4 1,-1 19-766,2 37-79,1 10 1,0 14 47,0 24 0,1 6-62,3-23 1,1 2-662,0 10 1,-1 9-1,2 2 1,1-5 627,2-6 1,2-2 0,1 2-78,-1 3 0,1 3 0,1 1 0,0-5-124,1-2 1,0-3-1,2 1-3062,5 17 0,3 2 0,-2-8 2330,-4-15 1,0-3-1,6 17 1,-3-10 0,-7-27-1</inkml:trace>
  <inkml:trace contextRef="#ctx0" brushRef="#br0" timeOffset="132333">10240 10721 15406,'0'-4'6469,"0"1"-5275,0 3-1076,4-24 5,-3 18 56,0-18 62,-6 29-112,-3-1 156,-20 9-150,0-5 16,-15 2 11,6-9 34,4-9-39,9-10-56,10-11-28,14-13-45,18-5 22,19-3-39,-13 26 0,4 2-14,2 3 1,1 3 4,-1 4 1,1 3-8,25 1-6,-9 18 5,-13 15 6,-16 17 6,-22 15-1,-9-22 1,-6 1-559,-10 6 0,-4-1 539,2-5 0,-3-1 12,-5 3 0,-5 2 1,3-3 15,-1 0 0,0-3-9,4-3 1,-1 1 0,2-6 47,3-4 0,3-6 20,-6 0 84,11-23 22,16-19-106,5-7-22,9-4 55,29-5-67,6 19-39,12-3-11,-12 20 0,2 5-316,22 11 293,-25-6 1,1 4-354,6 11 1,-2 3-627,-13-4 0,-1 1-2606,13 8 1,0 0 3618,-14-6 0,-3-2 0,7 4 0,-15-10 0</inkml:trace>
  <inkml:trace contextRef="#ctx0" brushRef="#br0" timeOffset="132557">11096 10377 21502,'-3'-51'939,"1"0"1,-1 0 0,0-15 0,-1 10-414,-3 12 24,1 23-455,1 17 64,3 23-103,1 26-40,1-8 1,0 5-833,0 14 0,0 3 812,0-12 0,0 2 1,0 1-93,-1 4 1,0 2 0,-1 0-363,1 2 1,0 1-1,-1 0-2384,0 1 1,0-1 0,1-1 2841,0-8 0,0-1 0,1-4 0,0 2 0,0-6 0,2 4 0</inkml:trace>
  <inkml:trace contextRef="#ctx0" brushRef="#br0" timeOffset="133242">11945 10585 19155,'-13'-58'754,"0"-1"0,3 5 0,8 5-452,27-3-83,17 6-1163,-13 25 0,2 2 1045,23-8 8,2 15 0,0 6-75,-3 5-6,1 4 0,-2 6 412,-7 19-420,-21-7 0,-2 3 19,6 31-20,-23-23 1,-5 0-3,-9 20 11,-15-13 0,-7-1 2,4-13 1,-1-2-92,-13 10 1,-2-2 135,9-11 1,1-5 212,-23 5 65,14-13 1057,11-16-1074,10-7 96,8-8-236,15-4 542,5 9-665,23-1-6,11 12-42,-9 5 0,1 0-480,28 2 485,-9 6 1,2 3-31,-18 1 0,-1 2-3,14 6 1,-4 3-4,-18 1 1,-6 3-109,1 28 103,-33 5-12,-6-27 1,-6-1-45,-18 6 0,-4-4-405,13-8 1,-2-4 252,-17 5 1,0-5-1076,-10-8-1939,27-9 1,1-3 3232,-11-9 0,22 0 0,13 1 0</inkml:trace>
  <inkml:trace contextRef="#ctx0" brushRef="#br0" timeOffset="133475">12892 9897 22749,'-6'53'271,"1"-1"1,-1 0-1,1 1 1,-1 4 0,0-1-1,1-3-230,0-6 1,0-2-1,1-2-339,0 11 0,3 2 273,1-3 1,2 4 0,0-4-30,1 0 1,1 1-590,4 2 1,1 4 0,-1-8-1762,-2-14 0,0-2 2404,3 27 0,-1-5 0,-4-20 0,-2-3 0</inkml:trace>
  <inkml:trace contextRef="#ctx0" brushRef="#br0" timeOffset="134208">13688 10385 14093,'6'-40'3324,"0"1"0,-2 4-2792,2-10 1,-2 3 311,-5 22 136,-3-6-689,0 19-123,-3 6-8,-1 22-54,-4 20-61,0 3-1598,2-1 1,1 1 1569,0 4-1126,3 5 0,2-1 1104,6-11 2,3-4 0,3-2 59,7-9-17,4 2 236,12-21-124,1-19 2184,8-3-2217,-5-10 0,0-3-3,-9 5 0,-1 0 1433,5-5 1,-2-1-1406,-5 3 0,-5 1 215,1-6-218,-3 7-123,-9 11-17,-7 20 11,0 4 6,0 19 412,0-5-494,0 13 1,1 4-350,9 14-1018,-1-9 1,3-1 507,10 3-2650,3-17 1,1-4 3573,6-3 0,5 5 0,-23-24 0</inkml:trace>
  <inkml:trace contextRef="#ctx0" brushRef="#br0" timeOffset="134432">14705 10110 22671,'-1'-60'1320,"0"0"0,-1 8 0,1 9-855,-1 15-286,0 17-140,1 12 62,1 15 84,1 46-146,1-20 0,1 4-587,0-1 1,-1 4 0,1 0 554,-1 4 1,1 1 0,-1-1-14,1-8 0,-1-1 1,-2 4-86,0 3 0,-2 5 0,-1 0 0,1-4-852,-1-1 1,0-3-1,-1 2-740,0 2 0,-1 4 0,1-1 0,-1-4 1354,0-1 0,0-4 0,1-4 1,-1 3-1,2-6 0,-2 4 1</inkml:trace>
  <inkml:trace contextRef="#ctx0" brushRef="#br0" timeOffset="135424">16173 10244 22397,'27'-28'574,"-1"1"0,10-17-445,-49 45 0,-12 2-79,-1 1 84,-7-1 1,-2 0-74,0-1 34,-14 0 1,1-1-40,9-1 16,2-1 1,0 0 39,-6-1-11,-6-2 6,11 2-35,11 2-60,13 0-7,6 6 23,6 6 6,1 8 33,3 6-11,3 5-11,3 3 28,3 5-23,0 1 40,2 9-51,-5-17 17,1 6 23,-5-21 16,-2 1-67,0-7 392,-2-6 358,1-3-576,-3-15-79,-2-6-22,0-17-17,-1 0-6,4 3-27,6 6-46,5 9 1,10 9-23,12 4 17,15 10 17,15 8-357,-26-2 0,0 3 334,3 2 1,-1 2-4,-1 3 1,-3 0-9,16 13-2,-27-7 1,-7 1 35,-11 11-56,-21 21-1608,-13-28 1,-5-3 1612,8-9 1,-2 0-121,-16 8 0,0-3-580,-11 0-56,23-12 0,0-1-4721,-16 1 5511,17-12 0,16-2 0,9-2 0</inkml:trace>
  <inkml:trace contextRef="#ctx0" brushRef="#br0" timeOffset="135666">16199 10204 17680,'5'-6'4207,"-1"0"-3361,-4 6-185,0 0 5,70-37-50,-35 23-361,10-8 0,-1 2 182,-14 12-162,-11 3-175,-9 3-161,-7 1-202,-4 6-1726,-8 9 1989,-2 4 0,1-3 0,3-4 0</inkml:trace>
  <inkml:trace contextRef="#ctx0" brushRef="#br0" timeOffset="136482">17087 10283 9939,'16'-60'1638,"-1"1"0,0 0 1,0 0-1,0 8 0,-2 3 1,-1-2-598,-1-14 1,-1-1 0,-4 9-872,-3 19 1,-1 3 171,0-12 0,0 3 207,-5-1 193,-1 22-703,-1 16 340,-3 25-290,-2 10 1,-1 8-51,-2 6 0,-1 5-535,2-2 1,-1 4 0,1 1 512,-1 4 0,1 1 0,1-2-17,2-6 0,0-2 0,0 3-24,2-3 0,-2 3 0,2 0 1,0-2-151,-1 6 0,2-2 1,-1 4-722,2 1 0,-1 4 0,1 2 1,0-4 894,3-6 0,0-2 0,0-2 0,1-1 0,-1 3 0,0-2 0,1-5 0,3-5 0,0 0 0</inkml:trace>
  <inkml:trace contextRef="#ctx0" brushRef="#br0" timeOffset="136874">17807 9891 22352,'-5'-45'836,"-1"0"0,-1 5 1,-3 12-714,-5 22 213,-23 32-134,4 17-624,14-17 1,-1 4 473,2 7 1,1 6-1,1 0-1176,-1 12 0,0 2 1139,2-1 0,-1 5 0,2-4-10,1 4 1,4 0-136,3-6 0,2 4 0,4-6 132,5-4 1,4-2-58,-1-5 0,2 2 0,4-5 38,9-4 0,5-5 28,0-7 1,3-6 426,26-1-259,-6-26-28,-8-20 1100,-8-22-1184,-11 5 64,-11 7 1,-4 0-42,-1-1 622,-5-1 0,-6 2-628,-13 8-78,-7-6-15,-6 29 1,-5 7-76,3 5 0,-1 3-633,-19 3 1,-2 3-4200,2 6 1,2 1 3711,12-3 0,3-1 0,-14 7 0,36-15 0</inkml:trace>
  <inkml:trace contextRef="#ctx0" brushRef="#br0" timeOffset="138433">28401 6868 10119,'-58'4'2539,"1"1"0,15-1 0,6-1-1727,9 0-161,41-4-231,28-4-280,0 1 0,7-1-1108,-2 0 1,5-1 0,2 0 970,-1 1 0,1 0 0,3-1 0,2 1-398,-4 0 0,2 0 1,1-1-1,2 1 1,0 0 378,-5 0 0,1 1 0,1 0 0,0-1 1,1 1-1,1 0-218,2-1 0,1 1 0,1 0 1,0 0-1,0 0 0,0 1 198,-8 0 0,0 0 0,1 0 0,-1 0 0,0 1 0,0-1 0,-1 1-235,8 0 1,0-1 0,-1 1-1,0 0 1,0-1 0,-1 1 199,-4 0 1,0 0 0,-1 0 0,0 1 0,-1-1 0,-1 0-98,3 0 0,0-1 0,-2 1 0,0 0 0,-3-1-6,2 0 1,-1 0-1,-3 0 1,-2-1-481,0 0 1,-3-1-1,-6-1-2617,23-8 2041,-65 1 76,-55 4 1008,6 5 1,-8 3 169,11 1 0,-4 0 0,-1 1 11,8 0 0,-1 1 0,-1 0 0,-1 0 50,-4 1 0,-1 1 1,0-1-1,-1 1 42,-3 1 1,-1 0-1,-1 1 1,0 0-37,10-1 1,-1 0 0,0 1 0,-1 0 0,0 0 20,-3 1 0,1-1 1,-2 1-1,0 0 0,0 0-47,-3 1 0,-1 0 0,-1 0 0,0 0 0,0-1-193,8 0 1,0 0 0,-1 0 0,1-1 0,-1 1 0,0 0 316,-1-1 0,0 1 1,0-1-1,0 0 1,0 0-1,1 0 86,0 0 1,1-1-1,0 0 1,0 1-1,0-2 1,2 1-157,-7 1 0,1-1 0,1-1 0,1 1 0,1 0 207,-4 0 1,2-1-1,2 1 1,3-1 178,-4 1 1,3-1 0,6 1-246,-2 0 0,8-1-64,1 2 1951,40-4-1340,33-3-510,2-2 0,5-1-107,19-2 0,7 0-14,-8 0 1,3 0-1,3 0-140,-8 1 1,3 1-1,2 0 1,1 0-5,-7 0 1,2 1-1,1 0 1,0 0-1,1 0 4,-6 1 1,1-1-1,0 1 1,1 0-1,0 0 1,0 0-46,3 1 0,0-1 0,0 0 0,1 0 0,0 1 0,0-1 33,1 0 0,1 0 0,0 1 1,-1-1-1,1 0 0,-1 1-261,0 0 1,0-1 0,-1 1-1,0 0 1,0 0 0,-1-1 239,-2 1 1,-1 0 0,0 0 0,-1-1-1,0 1 1,-2 0-139,6-1 1,-1 1-1,-1 0 1,-1 0 0,-2-1 153,5 0 1,-2 0-1,-2-1 1,-4 1 147,-1 0 0,-3-1 1,-2 0 86,15-5 1,-9-2 1615,-13-3-1735,-2-5-343,-56 1-251,0 6-9372,-32-1 9570,26 8 1,0 1 0,19 2 0</inkml:trace>
  <inkml:trace contextRef="#ctx0" brushRef="#br0" timeOffset="204516">8282 12566 20890,'-6'-39'462,"0"1"0,-15-21-322,-5 69-62,-4 5 147,-15 22-82,18-9 0,1 1-82,-1 2 1,2 1-215,-2 6 1,3 1 180,3 18-11,18-8 129,16-11-73,15-11 27,11-11-44,-3-9 146,25-13-101,-28-1 78,3-5 0,-1-4 124,0-10-12,10-14-45,-23 5-55,-10-2-23,-9 1-45,-9 2-67,-5 2 299,-5 5-305,-7 5-44,6 11 22,-13 7-34,3 14 28,-11 6-27,0 9-6,10-4 22,2 13-11,18-11-11,2 13 11,13-7 0,1-5-12,14 13-21,-2-12 16,11 11 17,-1-13 0,3-7 11,3-8 17,3-12-5,0-11 5,3-21-12,-16 7 18,1-19 0,-17 15 11,-2-9 22,-8 4-33,-7 4-6,-7 5 0,-9 6-17,-6 5 11,-8 7-5,-5 5-17,-3 8-5,0 7-1,1 8 6,4 8-22,3 8-51,6 6-219,7 8-1298,11 5 1590,12 5 0,2-26 0,4-4 0</inkml:trace>
  <inkml:trace contextRef="#ctx0" brushRef="#br0" timeOffset="206115">17946 11944 8276,'9'-6'8055,"-1"1"-7137,-8 5 2359,0 0-2364,9-32-247,-11 21-240,4-25-241,-13 31 151,-10 0 23,-17 2-169,-6 0-33,-16 1-28,8 4-79,13 0 73,-7 4-89,26-4 44,-13 5-33,20-5-23,-1 3-22,7-3 28,2 2 12,0 1-12,1 1 11,0 5 17,-1 2 45,2 5-51,-1-1 112,-1 18-55,0-6-23,-2 15 0,-1-6 5,0 0-44,0-11 101,-6 10-57,4-16 7,-3 4 16,6-15 0,4-6 196,2-2 336,1-2-504,3-10-101,3 1-27,8-9-7,-2 6 12,20-5-17,-3 8 17,17 0-17,-1 6-28,3 7 17,1 5-12,-1 9 1,-5 3-6,-8 3-11,-10 2 16,-12 0-38,-13 1 49,-8-5-251,-36 13-179,-3-11-451,10-6 1,-1-2 404,-16 2-1051,20-10 0,4-2-63,4-2 1602,-6-10 0,27 3 0,4-7 0</inkml:trace>
  <inkml:trace contextRef="#ctx0" brushRef="#br0" timeOffset="206375">17841 11815 23282,'48'-16'524,"0"0"1,-3 2-1,-4 3-277,3 8-46,-3 0-38,-3 0-79,-7 0-28,-5 0-3436,-7 0 3352,-7 0-1020,-3 1-6094,-7 1 7142,0 1 0,-3 1 0</inkml:trace>
  <inkml:trace contextRef="#ctx0" brushRef="#br0" timeOffset="212917">12256 11913 14421,'8'-47'2016,"0"1"0,0-4 1,-1 4-140,-2-16-931,-2 4-537,-2 8 470,-6 16-689,2 22 18,-3-3-158,4 15-28,-3 27 18,0 0-15,-1 8 0,-2 6-8,0-3 0,-1 3-638,-2 12 0,-1 2 626,0 1 1,2 0 5,1-3 0,1-1-8,2-6 0,2-2 97,1-7 1,1-3-84,4 17-3057,2-16 3085,1-18 163,0-8 66,-1-24-235,0 2 23,2-32-830,-4 9 0,-1-1 779,2-26 17,-2 3 0,0-1-69,1 25 0,1 1 58,-1-7 0,1 0 22,1 7 0,1 4 17,1-3 2295,2-21-2177,-3 30-157,-1-1-17,-2 19 3284,-1 17-3284,4 15-11,3 22 5,-2-5 1,0 4-813,-1-4 0,0 0 815,0 1 0,-1 0 6,0-5 0,-1-2-15,4 14 7,3 8 33,-5-25 84,0-12 56,-5-21-118,0-6 2064,-1-17-2086,-3-10-6,0 0 0,0-3-5,0 2 0,0 0-9,0-7 1,-1 1 13,1-9 79,-2 0-39,2 30-40,-1-1-33,2 17-12,-6 25 35,3-4-35,-9 36-55,2 0-65,3-7 0,1 2-68,2-16 0,1 1-92,-6 23 1,1-2 106,0-11 70,2-7 0,-2-2 25,-1-6 90,-3-1 62,-7-14-12,-3-12 6,-11-14-6,7-3 28,-13-15 45,9 3 355,-11-18-333,12 10-72,7 1 84,9 9 33,7 8-146,1 3-55,4 5 11,4 10 11,4 4 17,10 11-17,10 7-3,-1-2 0,3 1-3,0-3 1,1-1 5,8 4 0,1-2 19,-1-5 1,-2-3-20,24 4 0,-21-9 0,0-3 0,23 0 3,-25-4 0,2-2 13,0-2 1,0-2 0,18-5-17,-9-2 17,-12 3-17,-15 4 17,-2 1-23,-7 2-11,-7 3 0,-2 0 23,-1 3 11,-1 3-28,-5 6 5,-8 4 28,-19 7-22,5-5 23,-12 3-23,-2-6-9,8-5 1,-2-2 19,0 0 0,-1-1-853,-7 0 1,1-2 858,-8-3 22,-6-15-33,32 2 19,1-8 0,1-4-19,0-13 10,-4-9 29,7-12-39,12 28 100,-3-27-28,7 36 1684,1-4-1762,1 18-22,2 6 44,0 9-10,0 1 4,2 27-16,4-2-50,7 20 72,10-7 1,9-4-29,11-6 23,8-8-1005,5-12 1021,-11-9-136,-11-8 1,1-4 163,12-10-33,-13 2 0,0-2-5,17-18 89,-6-3 44,-6 0-86,-10 3-19,-10 9 94,-3-1-38,-10 13-91,1 0-21,-5 8 551,-2 3-2158,-4 7 1612,-5 9 0,4-6 0,-3 3 0</inkml:trace>
  <inkml:trace contextRef="#ctx0" brushRef="#br0" timeOffset="215481">12006 13602 16924,'11'-46'1682,"1"1"0,-2 4 1,-2 8-1072,-5 17-410,-2 9-111,-1 36-6,-3 8-67,1-3 0,-1 4-505,-2-3 0,0 1 513,-2 1 0,1-2-8,-1-1 0,0-2 297,-5 22-135,0-15 6,6-16 683,1-12-499,1-16-156,-1-14-6,-2-17-16,-1-15-920,10 7 0,2-6 0,1 5 746,-2 11 0,2 1 1,4-11 1,3-5 0,3 11 26,16 6-23,12-2-5,2 11 17,-1 12-12,-1 14-11,-5 14-22,-7 17-11,-9 13 16,-9 14 3,-10-28 0,-2 0 6,-2 0 0,-1-1-3,-3 24 17,-2-16 33,3-15 3527,2-16-3387,4-14-117,5-13-11,5-16-1,5-13 1,6-6-28,-5 11 66,12-12-44,-7 26-56,10-8 12,-5 21 16,0 7-34,-1 10-16,1 9 10,3 20 24,-11-4-24,3 19 7,-12-11 22,-1 8-1,-1-8-21,-1-9 44,-2-13-11,-2-7 95,6-15-67,3-10 28,9-16 39,2-8 1,0-5-24,-2 3-3352,2-1 3286,-9 19 16,3 1-50,-11 20-50,0 1 39,-1 10 5,2 7 1,5 12 3397,2 6-3426,1 6-56,2 0-173,1 0-286,4-6-649,4-5-1334,4-9-5545,5-11 8077,-4-9 0,-11 0 0,-10-2 0</inkml:trace>
  <inkml:trace contextRef="#ctx0" brushRef="#br0" timeOffset="215640">13267 13160 14460,'-4'-6'6783,"1"1"-5713,3 5-644,0 0-662,-52-40-380,39 45-762,-33-23-2218,58 61 3596,13 12 0,-11-24 0,2-1 0</inkml:trace>
  <inkml:trace contextRef="#ctx0" brushRef="#br0" timeOffset="216058">13635 13424 18179,'0'-4'5220,"1"1"-4077,-1 3-701,-26-63-195,-1 47-158,0-14 1,-3 4 50,-26 44-300,26-5 0,0 3 196,1 3 1,2 2-9,-16 23-34,15-8 12,14 11-17,22-20 33,26 6 17,14-24 1,5-10 77,-15-14 1,-4-5-17,1-5 41,-4-4 1,-2-4-1544,-13-5 1,-3-2 1476,0 9 0,-2-3 55,0-18 1,-2-2-46,-5 17 1,-1 1 81,0-7 0,0 0-14,-1 6 0,-1 1 221,0-23-340,-1 25 29,0 13-64,-1 16 0,0 27 0,5 7 0,2 5 0,0 11 0,1 2-203,2 4 1,1 1 145,-2-9 1,0 1 0,-1 0 427,1 14 0,-1 2-1716,-1-9 1,-1 1 0,-1-1 1003,-1-6 1,1-1 0,-2-4 0,0 2 0,-1-5 0,0 5-1</inkml:trace>
  <inkml:trace contextRef="#ctx0" brushRef="#br0" timeOffset="225746">14659 13111 16000,'2'-4'5019,"0"1"-2879,-2 3-1922,31-26-106,-24 19-45,23-19 0,-33 29 34,-5 4-34,-5 5 57,-12 8-80,5-3 35,-18 9-23,14-11 11,-5 0 0,-4 1-16,-15 5-191,14-7 0,-1 1 190,-13 7-10,9-2-18,14-3-11,10-5 23,7 2-45,5-5 11,2 6 324,5 1-318,5 6 16,5 6 28,8 1 51,9 1 22,15-4-206,-15-14 1,2-3 76,6-1 1,0-2-51,-5-2 0,0-1-1359,19-1 1,0-1-3502,-19-1 1,-1 1 3066,7-2 0,-4 1 0,-2 0 0,-25-1 0</inkml:trace>
  <inkml:trace contextRef="#ctx0" brushRef="#br0" timeOffset="226465">15941 13290 16124,'5'-62'1825,"-1"0"1,1 0 0,-1 6 0,0 4-1644,-1-2 0,0 10 244,-3 28-471,0 10 17,0 7 79,0 25-18,2 26-590,-1-10 1,0 4 570,0 11 0,1 7-38,-2-18 0,-1 3 0,1 1 1,-1-3-460,0 0 0,0-2 0,0 3 196,-1 2 0,0 6 0,0-2 0,1-4-1142,-1 15 1,0-3-574,2-15 1,0 2 0,1-4 2001,1 8 0,1-7 0,2 5 0,-1-29 0</inkml:trace>
  <inkml:trace contextRef="#ctx0" brushRef="#br0" timeOffset="228639">15918 13715 10592,'-30'-38'1885,"0"-1"0,1 1 0,-11-14 0,9 13 64,19 27-2162,7 8 861,17 3-620,21 1-22,10 1 0,7 0-6,2 0 0,2-1-297,4 2 0,0-2 291,2-2 1,-3-1 7,-14 0 1,-1-2 435,9-2 0,1-2-422,1-4 1,-2-1 5,-12 1 1,-2 0 2,-4 1 1,-4-1 175,3-8 51,-22 6-78,-6-1 1044,-21 1-1162,-9 7-6,-6 2 454,-11 11-442,6 6-23,-7 10-45,2 17 1,17-10-6,4 16-1,17-17 7,9 5 38,17-6 7,0-12 94,32-9-44,-14-17-34,8-2 61,-5-15 68,-17 1 78,0-8 34,-12 2 229,-7 1-374,-6 14 184,-1 2-151,-1 13-247,-1 2 18,-2 8-3348,-3 9 3403,-1 4-11,-6 17 0,4 0 0,0 10-11,9 9 16,6-19 23,22 13-28,-8-33 39,34 8-27,-25-20-7,6-4 1,-1-4 5,-2-3 25,0-7 1,-1-3-4,-6-3 18,13-22 5,-23 10 3470,-1-16-3447,-10 11-7,-8-1-49,-1 16 33,-3-1 22,3 8 51,1-2-79,2 7 90,1 2-106,1 7 123,0 0-135,0 0 23,-3-1-6,-2 0-11,-1-2-5,2 1 27,2 2 23,2-1-101,1 1 33,5 1 23,11 1-33,18 0-4,-1-2 1,2-2 8,-1 1 0,0-1 3,2-1 0,-2 0 2,27-6 18,-17 1-7,-9 2 80,-9 0-18,-22 6-5,-2-1-73,-2 2-39,-1 8 33,1-1 17,-1 15-16,2 5-18,10 24-139,1 1-925,-1-19 0,0 0 516,7 12-897,10 8 140,-3-32 1,4-4-577,25 11 1217,-21-16 0,1-5-59,0-10 1,-2-4 297,11-3 271,4-7 1,0-3 316,2-3 811,-6 0 0,0-5-153,-16 2 1,-3-2-49,0 1 1,-3-3-12,-2-4 1,-4 1-135,-3-7 302,-15-3-185,-20 13-453,-10 4-28,-19 8-73,-1 17-129,9 7 23,-6 12-18,5 19-32,3 5 474,6 2-497,14 8-11,16-28 39,4 18 11,15-22 309,18 0-231,6-11-5,11-13-45,-15-5 134,12-17 12,-18 6 27,7-8 7,-14 9-63,-8 6-117,-4 6-67,-5 4 0,-3 5 16,4 16 12,-1 12 0,2 24-3,-4-20 0,-1 0-281,-1 28 255,-2-19 1,-2 2-577,-4 10 0,-2 1 549,-5 1 0,-3 1 14,3-12 1,-3 0 0,-3-3 7,-11 7 0,-6-6 28,-7-5 1,-3-7-4,12-12 0,1-5 0,3-5 1,4-9-66,1-27 57,21-1-42,16-11 0,7-5 11,4 8 0,4-2-433,1 0 1,4-3 0,1 1 362,1 2 0,2 0 0,1 1-695,2-2 0,0 0 0,0 2 737,7-8 1,1 1-12,-4 7 1,2-1 0,-2 4 238,-3 4 0,-1 2-197,14-10 0,-2 4-14,-18 15 0,-4 3-82,13-4 46,-13 11-57,-11 4 969,-5 4-867,-5 0 2889,-1 2-2844,-3 1 494,0 2-405,-1 2-11,0 3-29,1 5-10,-1 4-40,0-3 56,5 12 11,5-10 40,12 7 6,10-12-40,11-7-11,7-13 5,3-9 6,-2-11 34,-11-7-12,-10-4 40,-12-7-96,-10 14 51,-8-3-40,-11 20-49,-1 1 27,-26 8-6,0 13-39,7 0 1,1 2 16,-15 12 9,12 0 0,3 2-223,-2 13 203,11-10 0,3 2 5,9 20 18,21 0-1,22-5-11,-6-24 0,5-3-8,8-3 0,4-4-990,6-1 0,1-5 990,-9-1 0,1-4 8,-3-4 0,3-3 0,-3-2-376,-2-3 1,-1-4 386,16-8 0,-2-5 3,-17-1 1,-4-3-4,-3-5 1,-2-3-18,-1-6 1,-2-1 8,-2-4 0,-2-1 8,0 0 1,-3 1 21,-4 4 1,-4 3 22,-2 7 1,-5 3 27,-15-18-39,-15 21-6,-15 18-39,6 13 0,7 16 1,1 8-15,11 1 0,1 6-775,-1 9 0,-2 6 0,4-2 772,3 1 1,2 3-31,3 1 1,1 5-1,2-3 197,5 3 1,4-1-409,1-9 1,3 2 0,1-3-12,2 7 1,5-2-423,7-8 0,4 0 1,0-4-215,3-2 1,2-2-883,11 9 1,1-5 1805,-10-16 0,-2-5 0,2 0 0,-8-11 0</inkml:trace>
  <inkml:trace contextRef="#ctx0" brushRef="#br0" timeOffset="228881">19351 13257 25287,'42'-21'20,"-1"-1"1,3 2-1,2 3-15,6 8 1,0 3-542,-4 0 0,-3 0 393,-9 1 1,-4 2-2002,9 0 2144,-23 7 0,-14-1 0,-4 2 0</inkml:trace>
  <inkml:trace contextRef="#ctx0" brushRef="#br0" timeOffset="230104">19392 13248 7643,'1'-9'3820,"0"3"-1831,-1 6 2189,0 0-3198,-3-8-688,2 7-23,-3-6 112,-4 9 72,-16 3-100,-8 1-168,-5 2 274,-10-1 353,3-3-352,6 0-46,7-2-285,22-2-11,8 0 55,1 0-22,3 0-72,4 0-51,2-1 78,9-3-5,3 0 45,10-3 50,10-2-56,-8 2 0,3-1-87,-2 2 0,2-1-291,9-1 1,0 1 271,16-1-34,-27 5 0,-1 1-157,11 2-9674,0 10 8421,-21-3 0,-12 5 1,-11-10-1</inkml:trace>
  <inkml:trace contextRef="#ctx0" brushRef="#br0" timeOffset="238269">12177 14331 15776,'45'-17'72,"-1"0"0,1 0 0,-1-1 0,5-1 0,-2 0 0,1 2-63,2 4 0,0 2 1,-1 1-1242,-3 0 1,0 0 0,2 0 1225,11-2 0,3 0 1,0-1 5,-1 2 0,0-1 0,1 1 4,-11 1 0,0 1 0,0-1 1,-4 2-2,-2 0 1,-4 0 0,1 0 39,5-1 0,1-1 0,-8 2 1410,9-3-860,-13 1-31,-39 7-567,-37 8 5,-10 1-458,4 3 0,-4 2 435,-1-1 1,-3 2 193,7-2 0,-3 1 0,-3 1-174,2-1 0,-3 1 0,0 0 0,1 0-639,4-1 1,2 0-1,0 0 1,0-1 650,-16 4 0,2 0 1,0 0 12,5-1 1,0-1-1,4 0-29,-7 0 1,0 0 123,9-2 1,-2 1 0,4-2 19,-2 1 0,3-2-53,7 0 0,7-2 516,11-3-623,17-1 991,19-5-878,44-12-102,-18 5 1,5-2 137,-1 1 1,4-2 0,-1 1-133,11-2 0,0 0-5,2-1 0,3 1-448,-6 2 1,4 0 0,-2 1 445,-8 1 0,-2 0 0,4 0-6,-1 0 1,3 0 0,0 0 0,-2 0-290,7 0 0,-3 1 1,-4 0 203,6 0 0,-5 1 14,-8 2 1,-6 1-96,-12 3 225,-42 8-29,-32 8-36,7-4 1,-7 3 0,-1-1 152,-3 1 1,-1 0-1,0 1-132,-3 0 1,-2 0-1,0 1 6,-3 0 0,-2 0 0,1 1-213,1 0 1,1 0-1,2-1 231,9-2 1,1 0 0,-1 0 76,-13 6 0,-2 0 0,10-2 355,19-5 1,4 0-226,-9 3 0,5 0 143,10-4 571,14-6 1394,16-7-1809,30-14-386,19-6 949,-11 4 1,2-1-1082,-9 5 1,1-1-12,16-4 0,2-1-47,-7 4 0,1 0-253,2 1 1,4-1-1,-1 1-1458,-8 2 1,-1 1-1,0 1 1761,2 0 0,0 0 0,-5 2 0,-8 1 0,-5 3 0,3-1 0</inkml:trace>
  <inkml:trace contextRef="#ctx0" brushRef="#br0" timeOffset="246066">12841 9486 12047,'-2'-7'5341,"0"1"-5404,6-25 0,4-4 492,1 10-163,0-13 1,3-1 278,15 8 309,15-8-363,-10 13 1,3 0-420,9-2 1,3 1 326,-10 8 1,2 0 0,1 2-690,6-1 1,1 2 0,2 0 453,5 1 0,1 1 1,1 1-664,5 1 1,2 2-1,0 2 561,-14 2 0,1 1 1,0 0-1,0 2-72,0 0 1,1 0 0,-1 1 0,1 1-27,-3 1 0,1 0 0,-1 0 1,0 1-160,12 2 0,0 0 0,-4 1-33,7 0 0,-1 3-39,-12 2 1,0 1 0,-4 0 53,-4 2 0,-2 0 26,14 5 1,0 0 469,-20-4 1,-2-1-593,26 6 1943,-9-5-1817,-9-7 880,-13-2-383,-11-7 1384,-10-5-1560,-5-6 8,-9-7-400,-10-6 119,-14-4 18,-13-5 77,18 15 1,0 1 22,-2-2 0,0 0-39,1-1 0,0 0-141,1-1 0,1 0 270,2 1 1,-1 1 189,-20-17-9,3 9-131,11 12 136,-6 6-167,21 9 29,-6 6 372,17 7 94,10 9-455,13 8 289,18 6-203,17 2-64,-21-16 0,1-1-225,3 1 0,0-1 231,1 2 0,-1 1-213,-1-1 0,-2 2-92,0 6 1,-4 2 166,6 11-129,-20-11 1,-6 2-1572,-21 16 1698,0-14 1,-2-1 0,-5 4 0,-3-3 0</inkml:trace>
  <inkml:trace contextRef="#ctx0" brushRef="#br0" timeOffset="248582">11708 9463 11616,'-39'-45'429,"0"-1"1,1 3 0,-2 7 148,0 19 0,-4 5 0,-9-2 1,-2 2-1741,6 2 1,2 1 1307,-3 2 0,2 2 78,7 2 0,0 1 227,-2 1 1,-2 1-280,-13 0 1,-1 2 57,-1 1 0,1 2-18,-1 2 1,-1 2-68,13 1 0,-1 1 0,3 0 9,-1 0 0,-1 2-8,0 3 1,-4 3-1,8-2 16,14-5 1,2 2 22,-25 11 1,-2 2 155,12-4 1,3 1-255,0-1 1,2 0 75,2-2 0,4 0 98,-8 12 382,22-12-585,2 5 2026,9-7-2232,6-2 755,4-5-1024,1-4 611,1-4-506,-1-2 33,0-12 200,-1 1 52,3-19 73,4-2 146,7-26 175,-4 15-89,-2 6 1,0 1 111,-2-3-272,3-12-152,-8 24 223,-10 0-315,1 15-290,-13-7 158,7 13 360,-16-1 128,15 7 369,-17 9 179,13 4-214,-2 6 300,-2 22-39,7-2-269,-4 9-486,9-17 0,2 0-96,0 9-380,1 15-174,13-22-148,9-10-367,2-9 662,15-5 415,6-7 205,20-3-90,-14-4 1,1-3-451,-2 2 0,0-1-4353,8-1 1,-2-1 4109,10 0 1,-22 3-1,-28 3 1</inkml:trace>
  <inkml:trace contextRef="#ctx0" brushRef="#br0" timeOffset="271299">12082 16178 8209,'0'-6'9796,"0"1"-8855,-1-28 1,-1-8 306,0 3-781,0-10 1,0 1 284,0 13-153,1 9-235,0 11-235,1 8-107,-1 7 40,1 10 10,0 14-38,-2 14 22,-2 15-22,-2-8-4,-1-9 1,-1 0 8,-4 10-25,3-14 0,0-2 65,-3 5 150,3-14 63,4-14-113,1-16-84,2-12-5,-1-18 22,2-13-59,0 20 1,1-2 13,3-13 0,1 1-160,-1 13 1,0 0 137,6-12 0,3 2 33,11-4-5,9-4-17,9 13-33,5 14-7,6 10-16,2 14 6,1 14 8,-24 3 0,-3 4-14,10 13-243,-15-5 0,-4 4 226,-3 16 3,-9-17 0,-1 1 31,1 28 5,-9-8-10,-1-12 10,-1-16 51,1-11 196,2-10 0,8-29-235,1-4-12,8-28 23,2 2-6,4-1 23,1 8 484,-1 9-490,-2 15 0,-3 9-56,0 10-5,0 13-1,1 9-16,0 12 22,-2 6-6,-2 3 23,0-1 11,0-6-34,2-8 18,3-11 44,1-8 16,0-13-16,0-10 6,-2-12 11,-1-7-23,-1-3 40,-2 3 27,-1 7-10,-4 9-29,-3 11-72,-3 5-12,0 11 1,2 5-12,2 11 28,3 6-22,4 13-28,-3-12-286,9 13-1008,-2-15-3731,5 5 5064,-2-8 0,-9-11 0,-4-7 0</inkml:trace>
  <inkml:trace contextRef="#ctx0" brushRef="#br0" timeOffset="271507">13211 15622 24475,'-49'-15'-1596,"17"14"-936,58 49-4884,7 5 6001,-3-5 0,-10-17 0,-10-14 0</inkml:trace>
  <inkml:trace contextRef="#ctx0" brushRef="#br0" timeOffset="271933">13661 15890 23013,'1'-44'638,"-1"0"1,0 3-1,-5 12-453,-12 26 280,-34 9-224,-1 11-157,7 1 0,-1 4-1240,12-1 1,3 1 1155,2 1 0,2 0 319,-5 23-324,21-12 22,7 3 11,28-7 0,13-16-17,8-9 11,16-19-14,-30-4 1,-1-2 1391,21-14-1381,-20 6 1,-4-5 2,-11-1 1,-3-2 8,-1-4 0,-2-1-12,-2-1 1,-2 0-194,-4-6 1,-2 1 301,0 9 1,-1 1 67,-1-6 0,-1 2 106,-1 6 1,-1 5-152,-1-3 62,-1 12-168,5 19-28,3 10-6,13 24-34,4 14 15,-3-10 0,1 1-15,7 21-36,-11-18 1,-1 3-1169,-1 3 1,-1 2-1177,0 2 0,-1 1 2403,1 3 0,-2-4 0,0 1 0,-3-22 0</inkml:trace>
  <inkml:trace contextRef="#ctx0" brushRef="#br0" timeOffset="272582">14466 15456 23219,'-47'-33'707,"0"0"1,2 1 0,10 5 110,24 9-650,2 4 99,3 4-250,4 12 32,1 6 47,13 31-85,0-11 19,5 1 1,5 1-369,2-10 1,3-1 359,10 6 1,2 0-15,-6-6 1,0-1-7,8 3 1,-1-1 2,-10-2 1,-3 0 0,19 20 0,-16 2 10,-33-6-16,-7-7-11,-30 15 17,15-19-9,-9 3 0,-2 0-103,-7 3-146,13-9 0,1 0-1530,-4 3-8049,16-9 9198,10-7 1,7-5 0,0-1-1</inkml:trace>
  <inkml:trace contextRef="#ctx0" brushRef="#br0" timeOffset="273123">15820 15738 17684,'1'-59'988,"0"0"0,1-1 0,-2 6 0,0 1 1,-1 5-623,-2 2 1,-1 4-76,-2 6 1,0 2 229,-8-19 406,3 18-715,3 16 11,3 13-212,4 19 11,6 22-11,-1-4 1,1 3-619,3 10 1,1 4 597,1 9 1,1 2-28,-4-17 1,1 0 0,-1 1-115,0 2 1,0-1 0,0-1-84,1 7 0,-1 0-1058,0 14 1,0-4-991,-4-24 1,0-2-36,1 7 0,-2-3 1632,-2 4 1,0-28 0,-1-3 0</inkml:trace>
  <inkml:trace contextRef="#ctx0" brushRef="#br0" timeOffset="275097">15764 15976 11256,'-5'-7'4243,"-18"-26"0,-4-5-2793,5 7-999,-6-9 0,1 1-36,13 12-342,8 10-6,31-2-101,15 6 14,-3 3 1,5 1-779,6 2 1,2 0 760,7-1 1,0 1 24,-10 2 1,0-1-13,-3-1 0,3-1 0,-4 0-297,1-1 0,-2-2 315,19-4 1,-1-2-1,-17 2 0,-4 0 17,-3 0 1,-2 0 38,17-9 85,-17 6 5,-17 7-51,-14 5 1430,-14 3-1318,-13 8 169,-16 4 78,-13 11-241,22-9 0,0 2-42,-1 1 1,0 2-71,1-1 0,1 1-31,0 3 1,3 0-48,-7 6 707,8 8-696,27-15-17,15 2 29,18-5-7,15-8 6,8-10 51,1-10 0,-6-10 73,-8-7 72,-12-3 34,-9 0 27,-10 2-38,-7 7-45,-5 6-56,-4 7-73,1 5-45,-3 4-28,2 5 11,-3 9 1,-2 11-34,-2 12 27,0 14-21,4-4 16,3-4-11,11-7-11,5-11 39,11-1 5,18-8-16,-10-9 28,23-14-45,-19-7 39,14-19-22,-21 8 17,-3-18 5,-21 11-11,-5-10 33,-8 5 12,-7 8 11,-6 9 56,0 7-33,6 6-1,7 4-89,4 3-6,10-2 0,2 2 0,19-7 6,6-1 6,12-3-23,-1 1 0,0 3-6,-17 5 12,3 2-12,-13 6-5,2 5 28,0 7-17,-2 6 5,1 18 1,-6-10-6,2 22 11,-9-17-17,5 10-10,3 3-7,4-10 6,1-4-33,8-8-202,19-11 112,-6-4-25,-5-7 0,2-5-132,18-9 72,-19 1 1,0-1 201,-2-4 1,-1-2-1621,3-6 0,-3-2 1660,10-9-312,-16 2 1,-5-1 384,-8-7-82,0-7 71,-21 6 192,-9 15-187,-13-2 3052,-6 10-3057,-5 9-23,-10 19-34,17 0 12,-10 22-6,23-4-12,-2 18-10,12-17 16,14 15-16,6-29 1000,18 12-995,3-17 70,10-1-47,5-10-18,-16-4 63,3-9-1,-16 0 12,0-4 134,-4 4-118,-7 4-72,-3 5-29,-2 2-38,0 2 44,0 6 0,-2 20-11,-2-1 8,-3 13 1,-2 6-48,0-7 0,0 1-554,-2 8 1,0 1 502,-1 9 1,1 0 16,3-11 0,0 1 60,0-4 0,-1 2 0,2-3-1,-1 0 0,0-2 19,-5 9 1,-2-7 22,2-14-16,-15 6 16,8-28 5,-8-14-66,9-19 5,4-8-129,15 2 1,6-3 58,3 1 0,4-2 11,6-11 0,5-2-154,0 11 0,3 0 0,2 1-587,9-10 1,3 4 630,-9 11 1,1 1 0,-2 5 75,0 1 1,0 4-26,3 0 1,-1 2 5,11-3 168,5-2 34,-22 13 544,-9 4-293,-16 7 1416,0 1-1628,-6 7-51,3 0 1257,-5 13-1201,5 2-16,5 6 10,6-1-10,15-1 5,1-11-50,0-4 17,-1-10 44,8-15-50,1-5 17,7-14-12,-17 7 158,-1-16-102,-15 21 175,-1-20-152,-13 26-45,-7-6-45,-9 13-16,-9 4-23,4 3-5,-9 9-12,6 12 12,3 8 5,8 13-11,15 5 11,9-8-22,9-7 0,7-2 5,27 7-237,-20-12 1,4-3 219,15-2 1,2-5 2,-15-6 1,0-2 10,7 3 1,0-4-51,2-8 0,-3-6-2,16-11-1052,-14 0 1,-2-2 1128,10-17-8,-13-5 1,-2-7-514,-10 7 0,-2-4 508,0 2 1,0-4 0,-2 1 3,-5 5 1,-1 1-1,-2 0 26,5-17 1,-5 0-23,-9 12 0,-4-1 1,0 6 18,-1 10 1,-1 2-23,-6-14 1,-5 15-26,-9 50 12,6 0-23,-7 40 2,18-27 1,2 1 608,-1-1 0,4 3-585,7 5 0,5 4 0,3-3 9,9 6 1,4-1-27,-1-2 0,4 3 1,0-4-216,-1-7 1,0-3 0,0-2 151,5 4 1,-1 0-893,6 7 0,-5-2-1855,-1 5 2829,-14-14 0,-2-3 0,-7-5 0,-7-11 0</inkml:trace>
  <inkml:trace contextRef="#ctx0" brushRef="#br0" timeOffset="275314">18974 15458 21114,'-50'-24'1142,"0"-1"1,8 3 0,7 1-678,15-1-163,22 3-167,10 7 162,28-1-129,-1 6 0,3 1-107,4-1 1,2 0-1406,14-2 0,0 0 1366,-21 3 0,0 0 17,12-2 1,-2-1 419,5 2-551,-20 2 0,-3 2-1992,-5 10 2084,-19 2 0,-7 1 0,-6-3 0</inkml:trace>
  <inkml:trace contextRef="#ctx0" brushRef="#br0" timeOffset="279224">20669 12925 22879,'-9'-19'22,"18"3"-95,36 18-22,-14-1 0,2 1-293,3 3 1,0 1 258,-3 1 0,-2 3 66,11 19-54,-27 9 89,-22-4 33,-22-4 1,-10-3 30,1-5 1,-3-2-382,2 0 0,-4 1 1,2-1 402,-14 3 1,2-1-8,7-1 0,3-2-29,-13 7 163,23-6 261,35-15-311,16-9-91,29-16-33,-16 5 1,3-3-138,3-3 1,1-1 156,1-1 0,-2-1 19,-3-1 0,-1-2 23,-6 1 0,-2-2 42,-6 1 0,-2-1 321,4-24 1207,-11 8-1363,-6 14 420,-12 3-268,-1 14-202,-4-2 313,2 8-8,8 5-485,-1 0 92,4 2-103,14 18-16,-2-7-1,29 23-11,-11-15 3,9 1 0,1 4-28,-10 1 0,-3 0-168,5-2 0,-6 3 123,-12 8 1,-12 1-334,-17-5 0,-7 0-1930,-9 10 1,-4 1 2321,-2-3 0,0-4 0,10-9 0,2-4 0,-4 3 0</inkml:trace>
  <inkml:trace contextRef="#ctx0" brushRef="#br0" timeOffset="280694">22084 12925 9010,'-1'-4'9555,"1"1"-4446,0 3-4420,2-54-409,-1 38 156,-1-41-217,-1 53-219,-2 2 5,-1 17 35,1 11-24,-1 24-4,1-6 2,2-12 0,1 1 8,1 1 1,1 0-12,0 0 0,0-1 1,3 28 27,-3-9 11,-3-20 51,-1-1 134,-4-13-28,3-17-134,-2-4 95,-5-21-129,4 3 12,-6-34-35,8 16 1,3-3-9,0-4 1,1-2-511,3-13 0,3-1 530,1 9 0,3 3-20,-2 12 1,2 1 7,2-2 1,1 3-93,8-9 87,0 4 17,8 8-23,0 21-16,7 6 17,0 18 995,-6 14-990,-7 14 75,-9-2-109,-13-1 1,-5 1 27,-8 4-1681,-12 7 0,-4 0 1681,-6-8 9,-5-2 0,-2-2-106,-1-9 126,-10 4-6,28-22 73,7-6-73,11-6-6,1 0-22,6-3 23,16-2-35,9 2 12,9 0-11,19 4 11,0 1 3,-10 0 0,2 0 1317,-8 0 0,1 0-1328,4 0 0,-2-2-9,13-3 166,-19-3-110,-2-14-27,-19 2-1,5-12-11,-13 11 39,-2-9 0,-3 12-11,-1-2 756,-3 8-577,0 5-123,-1 3-56,1 3-17,1 4 34,-3 18-45,-1 6-6,-2 20 1,4 0-35,2 2-32,4-12-948,11 10-1360,3-20 2380,10 8 0,-12-22 0,-2-5 0</inkml:trace>
  <inkml:trace contextRef="#ctx0" brushRef="#br0" timeOffset="280877">22853 12621 19126,'-3'-5'4688,"1"0"-4263,2 5-553,-38 0-376,35 19-40,-28-3-1881,51 28 2425,5 0 0,-8-15 0,0-3 0</inkml:trace>
  <inkml:trace contextRef="#ctx0" brushRef="#br0" timeOffset="281287">23187 12821 25079,'-51'-28'327,"0"0"0,5 3 0,3 11-232,-1 29-33,6 11-57,17-5 7,7 8-7,18-11 51,11 1 11,15-5-33,1-7 117,26-10 45,-22-6 129,11-6 56,-25-3-45,-10 5-107,-7 5-145,-4 5-33,-4 2 27,-5 8-61,-3 1-6,-17 30 6,7 4-26,7-9 1,-1 2-351,5 0 1,1 1 355,0 2 1,1 1-7,1 2 1,0 1-20,2-9 0,0 1-168,-1 17 0,1-1-314,0 11 113,2-21 1,2-5-832,4-5-1403,7-31-4242,10-27-2958,10-19 9782,-6 6 0,-4 11 1,-14 22-1</inkml:trace>
  <inkml:trace contextRef="#ctx0" brushRef="#br0" timeOffset="281852">23331 12788 13116,'13'-51'3203,"0"0"1,4-9 0,2 6-1921,3 6-382,7-6-407,-14 37-209,-7 12 23,-3 19 45,-1 15-207,0 5-12,-2 6 1,-2 4-82,-1-8 0,-2 2-231,0 18 1,0 2 191,-2-9 0,-1-1-3,1-4 0,0 0 3,2-8 0,1-2 3,-1 17 22,3-21 140,1-16-100,1-9 16,7-23-61,3-9-18,10-26-2,-9 23 0,1-1-128,3-2 1,1 0 144,1 2 0,0 2 109,19-20 378,-7 17-440,-10 14-50,-6 10-67,-2 13 56,-1 10-17,-1 3 238,7 25-227,-3-2 0,1 0 17,6-3-11,0-25 39,8-4-11,3-19-34,-9-4 6,7-38-500,-17-1 494,-5 10 0,-2-4 3,-4 2 0,-2 0 3,0-1 0,-1 1 19,-1 4 1,-1 2 24,-2-19 62,-3 20-27,0 17-91,0 12 1,3 9 488,-1 14-494,-1 17 0,1 19-3,4-16 0,1 2-31,4 3 1,2 1-687,4 4 1,3-1 234,3 1 1,3-2-586,2 0 0,1-1-944,0-4 1,0-3-2903,-2-5 1,0-3 4707,9 9 1,-11-19 0,-11-11 0</inkml:trace>
  <inkml:trace contextRef="#ctx0" brushRef="#br0" timeOffset="281996">23943 12751 24329,'20'-43'-577,"0"-1"0,5 5 1,3 10-5048,22 24 4491,-16 3 1,-2 2 0,-4 0 0,0 0 0</inkml:trace>
  <inkml:trace contextRef="#ctx0" brushRef="#br0" timeOffset="283453">20042 15352 9996,'-3'0'9595,"1"0"-8912,2 0-431,6-31-90,15 15-117,4-7 0,2 1-275,20 7 232,-8 6 1,0 2-64,13 1-35,3 2 1,-20 12 90,-21 9 21,-26 13-16,-22 7 6,10-16 0,-4 0-1,-10 6 1,-1-1 16,-13 9-5,18-11 0,3-1 16,0 3-16,1 4 0,13-9 50,14-7-5,17-6-29,17-8 18,16-11-23,12-9-12,-29 5 1,-1-2 22,-1 0 1,-2-2 324,15-24-184,-16-3 49,-12-6 146,-14-3 214,-10 1 111,-9 5-5,-7 10-130,0 9-66,3 10-112,8 8-191,8 6-163,5 3-44,3 4 11,9 9-17,10 10-5,15 15 39,-2-1-26,-8-1 1,-3 3-239,-3 23 199,-7-15 1,-5 2-501,-11-5 0,-3-1-99,-3-1 0,-2 0-1420,-1-2 1,-1-3 2066,-8 19 0,10-23 0,8-16 0</inkml:trace>
  <inkml:trace contextRef="#ctx0" brushRef="#br0" timeOffset="283961">21167 15393 20246,'1'-54'1209,"0"-1"1,0-5 0,1 2-695,0 13 1,2 2-186,-2 1 1,1 1-71,0 0 1,0 4-59,-1 1 111,-2 11-167,0 15-124,0 4-16,1 17-12,2 19 12,-1 25-12,1-2-371,-3-12 0,-2 2 363,-1-5 0,0 1-14,-2 9 0,0 3-331,0 5 1,1-2 64,1-17 0,2-2-664,3 8 0,5-5-2738,13-5-4902,14-3 7809,0-16 1,-10-11 0,-10-3-1</inkml:trace>
  <inkml:trace contextRef="#ctx0" brushRef="#br0" timeOffset="284320">21535 15402 19684,'10'-45'1150,"-1"-1"0,-1 4 1,-6 8-860,-14 19 689,-7 3-650,3 8 3,-1 0-333,6 3 99,5 5-87,9 4 263,7 4-264,12 3-61,22-3 50,-10-4 0,19-8 6,-31-7 83,5-14-61,-19 5-5,-3-7 38,-7 4 46,-7-4-63,2 5 102,-12-4-90,10 16 45,-10-3-51,6 8 1,-9 10-46,4 8 1,-1 14-3393,9 7 3376,5-4-50,7 13-449,16 3-790,9-1 40,6-5-6240,15-16 7500,-13-16 0,-4-3 0,-14-7 0</inkml:trace>
  <inkml:trace contextRef="#ctx0" brushRef="#br0" timeOffset="284979">22198 15098 21416,'7'-53'1383,"-1"-1"1,-4 4 0,-4 9-1143,-8 18 45,-10 6-186,9 14-55,-3 11-22,-1 15-7,4 7-2,4-1 0,0 4-3,3 0 1,1 4-450,0 4 0,1 5 0,1 0 434,1-2 0,1 1 1,1 1-1032,0 11 1,0 2 0,1-3 922,1 4 0,0 1-400,0-3 1,0 4-1,-2-4-1085,-4 1 0,-3-3 1464,4-10 1,-1 0-1,-3-3-18,-10 8 0,-7-8 207,-1-19 0,-2-5 17,-24 5-62,6-26 14,24-25 0,6-9-2,2-11 22,8 6 1,1-7 0,3 2-32,7 1 0,3 0-7,-1 2 1,1-1 0,2 3-28,2 3 1,3 4-32,3-2 1,3 1 605,3 6 0,3 1-1275,1 1 0,2 1-392,8-1 0,-1 4 2803,16 0-2820,-19 14 1,-1 2 848,-2 1 302,29 1 1642,-37 4-342,8 2 303,-17 0 1243,5 1-2157,-9-2 914,19-9-880,-11-5-191,12-11-44,-6-7-51,-4-8-111,-4-11-102,-8-11-134,-6 8-338,-4 6 0,-2-3 357,-1 15 1,-1 0 22,-2-16 0,-2 1 25,-5-10-85,1 26 0,-1 3 119,-2 2-90,-4-4-95,9 29-17,-1 20 6,0 19 22,-1 25-155,7-20 0,2 4 104,3 7 1,3 5-8,3-5 1,3 3-1,-1-3-897,3 6 1,1-2 915,-1-11 0,0 0 0,2-1-87,9 16 0,1-4-341,-4-13 0,0-1 100,6 15 1,1-2-532,-10-23 1,0-4-4278,8 10 5136,-7-16 0,-9-11 0,-4-7 0</inkml:trace>
  <inkml:trace contextRef="#ctx0" brushRef="#br0" timeOffset="285210">22642 15296 19154,'40'-32'278,"1"0"0,-1 0 0,-3 2 0,-1 1 0,-2 9 2068,25 6-2267,-8 4 962,-8 5-1036,-11 2-5,-13 2 496,-8 1-882,-11 2-312,-7 4 698,-3 3 0,1-1 0,4-3 0</inkml:trace>
  <inkml:trace contextRef="#ctx0" brushRef="#br0" timeOffset="288945">12125 17830 21506,'3'-53'612,"0"1"1,-3 7-1,3 11-533,3 21 85,-4 10-142,0 9 82,5 8-3,2 25-40,-2 6-58,-7-12 0,-1-1 18,-5 16-27,-7-2-38,-7 6 83,4-12 84,0-1 227,10-25-143,13-25-129,0-2 146,11-20-17,-2-3-47,-4 4 0,-1-3-59,-3 5 0,0-1-1683,0-6 1,-2 1 1716,1-7 94,2 2-83,-1 19-62,6-1-90,5 12 29,10 6-12,-4 9 3347,13 9-3358,1 18 6,-2 6 56,-1 10-62,-17-7-12,-7-12 35,0-2-57,-4-14 51,3-2-6,-2-8 34,17-26-23,-12 6 40,17-28-28,-18 20 100,12-29-84,-13 27 107,9-18 17,-13 27-57,1 3-105,-5 9-18,-2 12 0,2 9 1,3 13 55,3 5-67,0-3-22,5 2 123,7-6-112,4-3 17,8-5 5,-5-12-16,-7-2 61,-1-8-5,-4-12 11,-1-7-45,-2-2 11,-5-4 84,-4 5-67,0 6 39,-2 2-39,-3 14-33,1 2-12,0 10 34,2 5-17,1 4-118,7 18-168,0-10-66,3 8-3009,13 4-280,-10-19 3641,11 11 0,-19-23 0,0 1 0</inkml:trace>
  <inkml:trace contextRef="#ctx0" brushRef="#br0" timeOffset="289169">13338 17391 21455,'-2'-4'4241,"0"0"-3715,2 4-598,-14-23-152,10 23-12,-8-16-1892,20 44-5602,2 1 7730,4 8 0,-7-16 0,-2-9 0</inkml:trace>
  <inkml:trace contextRef="#ctx0" brushRef="#br0" timeOffset="289645">13741 17604 20873,'-2'-4'3624,"1"1"-1322,1 3-2195,-68-36-29,21 39-59,-6-13 1,-2 4-419,19 22 1,4 6 403,-1 0 1,2 1-9,5 1 1,3 1 203,-7 23-246,16-3 6,22-8 56,16-10-6,6-12 19,7-13 1,3-6-17,-7-3 0,2-3-14,14-4 0,2-5 14,-4-10 0,-4-2-248,-14 9 0,-3 0 259,4-13 0,-4-2 48,-7-15-9,-10 18 1,-2-3 16,-2-2 0,-2-1 6,-4 0 0,-2-1 75,0-3 1,-2 3-40,-3-13 90,-2 5 536,4 35-693,1 4-51,2 9-16,1 15-17,3 16 11,8 21-6,-2-18 1,2 2 61,3 4 0,1 0-157,2 1 0,1 1-602,0 0 1,-1 0-401,0-1 0,0 1 1120,-1 1 0,-2-2 0,2 5 0,-4-9 0</inkml:trace>
  <inkml:trace contextRef="#ctx0" brushRef="#br0" timeOffset="289904">14457 17350 24906,'41'-10'-779,"-1"0"1,0 0 0,1 2-32,-2 2 0,0 2-464,-4 0 0,-1 3 1274,27 12 0,-31-8 0,-8 11 0</inkml:trace>
  <inkml:trace contextRef="#ctx0" brushRef="#br0" timeOffset="290119">14670 17575 24318,'-29'3'-23,"22"-4"-77,63-9 27,-23 4 0,0-1-101,2 1 1,1-1-716,0-1 1,0 1-2756,2-1 1,-2 0 3014,-3 1 1,-2 1 0,9-2-1,-17 3 1</inkml:trace>
  <inkml:trace contextRef="#ctx0" brushRef="#br0" timeOffset="290345">15455 17334 26110,'-8'-22'-425,"21"2"-3487,21 11 1,8 4 2163,16-4 1748,-14 5 0,-3 1 0,-17 2 0,8 0 0</inkml:trace>
  <inkml:trace contextRef="#ctx0" brushRef="#br0" timeOffset="290569">15477 17547 21388,'-6'1'4347,"0"0"-3742,6-1 313,0 0-867,-4 4-51,27-7 17,7 1-29,32-8-201,-23 3 1,-1 0-270,14-1-1232,-19 1 0,-3 0 1714,-3 0 0,-5 2 0,-12 2 0</inkml:trace>
  <inkml:trace contextRef="#ctx0" brushRef="#br0" timeOffset="291329">16597 17136 22167,'0'-50'876,"0"0"1,0 0 0,0 1 0,0 4-760,0 8 1,0 10 145,-1 18-190,-1 7-17,-4 19-51,-3 25-22,3-7 1,0 4-731,-2 12 1,1 4 725,1-13 1,1 2-1,-1 0-39,0 4 0,0 1 1,0 0-91,1 0 1,-1 1 0,1 0-259,1-1 1,-1-1 0,2 0-600,0-4 1,0 1 0,2-2 1006,2 22 0,1-6 0,-1-24 0,0-5 0,6 21 0</inkml:trace>
  <inkml:trace contextRef="#ctx0" brushRef="#br0" timeOffset="293260">16373 17676 18812,'-24'-51'1174,"1"1"1,1 12-1,9 4-1050,22-3-5695,34 13 5588,-2 5-257,-1 8 0,10 0 0,-6 3 220,-12 3 1,0 1-195,14-2 0,7-1 1,-8 2 185,11 0-34,-9-1 1,2-1-86,-11 0 0,0 0 65,19-7 1,2-1 69,-12 2 1,-1-1 19,-3 1 1,-2-1 64,17-8 1694,-29 10-1549,-5 0 1823,-24 5-1677,-21 4 409,-36 12-504,10 0 1222,7 4 1,0 3-1195,-15 14-199,22-11 0,0 3-9,-1 4 1,4 2-39,-12 16-46,11-3-15,20-9 32,17-13-10,28 0 10,12-13 28,-4-11 1,1-4 75,12-6-84,-24 3 0,-1-1 261,2-12 458,-5-3-184,-2-17-292,-11 8-173,-8 2 84,-5 10-39,-2 11-34,-1 3-106,0 5 678,-1 8-684,-2 9-22,-3 21-6,0 5 17,1 23-39,7-15 33,9 5 6,2-20-17,10-1 34,-6-16 5,23 1 1,-6-13-6,28-15-29,-23 0 46,10-20-17,-21 7 0,1-18 44,-12-1-44,-8 8 0,-10 4 44,-7 11 74,-2 0-74,1 4-5,3 5-22,5 10-51,3 2 28,3 1 17,11-1-16,22-7-7,8-1 9,-13 3 0,1 0 3,22-4-28,-3 4-17,-6 3 22,-9 12-11,-7 9 29,-9 13-7,-8-2-38,-6 16 38,-4-5-11,-2-8 1,-1 1-40,0 24-44,5 5-180,9-15 34,2-15-454,13-1-1053,15-16 1058,-6-4-181,3-14 0,1-4 322,11-13 495,-14 4 0,-2-2 161,15-18 172,-10-1-89,-14 7 650,-3-10-516,-16 20 695,-5-20-700,-8 26 459,-22-14-375,0 20-129,-16 1-185,11 11 73,-13 14-156,25-4 16,-13 17-34,27-12 12,2 7 27,12-8-33,8-4 23,0-4 55,8-4 84,2-11 6,4-6-78,-3-2 162,6-13-118,-13 11-44,10-6-28,-12 14-62,-5 4 11,0 12 17,-3 23-56,-2 15 14,-8-11 0,-3 2-1013,-4 3 0,-4 0 1016,1-7 0,-3 2 11,-4 3 0,-5 3 0,2-4-9,3-6 1,-2 0-15,-9 12 1,-5 6 0,3-6-161,5-10 0,1-2 172,-9 9 0,3-3 22,1-7-28,16-28-11,16-22-22,14-20-15,-2 13 1,2-1-51,6-6 0,2 0 541,3-2 1,2-1-693,2 1 0,1-1-109,8-5 0,-1 3 282,-13 11 1,0 3 30,3-2 1,-1 1-158,10-7 84,9-7 85,0 1 64,-21 19 0,-1 0 31,13-7-6,-2 5 51,-8 6 33,-8 6 770,-10 6-529,-7 2 327,-19 6-490,3-1-94,-8 4-68,11-2 17,5 2-17,9 0-11,7 3-28,10-2 6,0-2-18,13-2 29,4-9-22,-6 1 33,17-17 67,-26 1-45,5-6 163,-11-11-11,-14 10-6,-3-9-45,-9 14-39,-8 7 0,-4 9-34,-3 8 1,-5 10-12,-2 13-67,-2 12 0,4 11 17,8-7-43,12-5 1,4 2-25,9 12 30,2-14 1,6-1-283,29 11 266,-14-27 0,2-4 16,2-3 0,2-3 31,-2-4 1,1-3-21,-1-7 1,-1-3-3,0-4 0,-1-3 33,2-7 0,-2-3-16,2-5 0,-1-4-352,1-7 1,-1-4 350,-9 9 1,-1-2 0,-1-2-510,1-4 0,-1-1 1,0-1 512,-1-1 0,0-1 1,-2 0 23,-1 3 1,-1-1 0,-1 2 33,3-13 0,-3 4-49,-5 11 0,-1 3 167,-2-14 149,-5 25-290,-2 14 521,-3 10-576,-3 15 1669,-7 14-1692,-8 29 11,10-16 1,0 3-1593,1 9 1,2 4 1611,3 4 0,3 2-20,7 1 1,4-1-637,5 0 0,3-4 622,-2-13 1,4-2-527,11 10 1,2-3 44,-12-18 0,0-3-846,8 11 1,0-1 1363,10 8 0,-19-21 0,-3-9 0</inkml:trace>
  <inkml:trace contextRef="#ctx0" brushRef="#br0" timeOffset="293470">19616 17301 22599,'-6'-7'2755,"2"1"-2618,0-27 1,5-5 52,15 11-145,-13-12 0,5 2 95,49 20-112,-10 9-12,-11 3 1,1 1-25,-4 2 0,-1 1-306,30 1-1988,-7 6 2047,-15 2 1,-19-1-1,-12-2 1</inkml:trace>
  <inkml:trace contextRef="#ctx0" brushRef="#br0" timeOffset="294351">20350 17089 14712,'-6'0'7551,"0"0"-6420,6 0-851,0 0-213,58-50-906,1 34 852,-18-1 0,5-3 0,-3 7-5,-5 11 1,0 4-9,8 2 0,-6 3 203,-11 12-186,-9 9-34,-30 4 0,-10-9 0,-6-1 25,0-2 1,-2-1-12,-1 0 0,0 0-5,2-2 0,0 0 24,-19 15-21,4-3-23,7-2 11,22-14 642,12-4-664,18-6-96,17-5-128,3-6 0,3-3 5,19-8-2,-3-7 0,-3-3-209,-9-3 514,-8 1 0,-4-3 223,-11-13 141,-4-11 244,-21 0-239,-7 17-195,-5 11 206,1 15-105,7 9-169,1 2-106,4 3 387,2 4-398,1 8 27,2 9-33,4 12 11,3 21-6,-2-4 2,0 11-41,-6-21 6,-1 7-45,-1-7-398,-1 8-405,-1 7 0,1-27 0,0 0 0</inkml:trace>
  <inkml:trace contextRef="#ctx0" brushRef="#br0" timeOffset="296052">21782 17131 19008,'-7'-50'1379,"0"1"0,-1-1 1,1-1-1,-1 6-1239,-1 10 0,-3 9 146,-7 15-191,-4 11-73,-10 19-27,-5 23-1,6 6-612,8 7 1,3 6 594,7-12 1,1 2-559,1-1 1,0 4 0,1-4 538,1 2 0,3 0-208,1 0 0,2 2 0,0-2-1010,2 3 0,0 0 201,1-3 0,0 4 1,-1-3-1163,-1 11 0,-2-2 846,-1-5 0,-5-3 1632,-9-6 1,-3-5 330,-10 5 1343,-25-28-939,21-47-430,13 5 1,2-5 667,2-9 1,4-3-584,2-5 0,4-1 192,3-1 1,4 0-574,7 1 0,4 1-106,5 2 0,5 1-65,6 1 0,5 3-28,5-1 0,4 2-31,5 0 1,3 3-23,4 0 0,1 0 3,2 2 0,1 1-6,-2 1 0,-1 1-3,-4 2 1,-1 2 2,-7 3 0,-2 1 12,14-6 260,-3 1 65,-28 13 313,3-2 0,-17 7 344,-3 2-591,-2 1 548,-1 2-884,1 1 66,-1 15-66,0 3-22,-4 18-5,-1 4-113,-4 5-246,-2 3-717,-1-3-2229,-1-4 3254,3-5 0,4-17 0,3-6 0</inkml:trace>
  <inkml:trace contextRef="#ctx0" brushRef="#br0" timeOffset="297062">22064 17078 24850,'12'-28'229,"-8"17"-133,-24 45-63,-6 13-16,-2 8 0,5 4-23,13 3 1,17-16 21,8-9-4,31-17 10,-16-14 56,31-5 18,-18-13 39,8-9 72,-8-12 39,-25 6 1,-2-1-91,1-12-44,-9 7 0,-5 0 68,-10-12-68,-7-10 0,-13 9 28,-16 9-124,12 17 7,-17 8-23,17 18 5,-8 9-27,4 12 16,-1 21 6,15-12-95,4 23-95,18-17-202,14 11-431,17-6-1941,2-27 1,3-4 1940,17 3 38,-11-12 1,1-4-250,13-14 899,-22 3 1,-1-4 178,-3-3 1,-1-4 285,1-7 1,-2-2-49,-7 4 1,-3-1 165,14-23 432,-14 3-40,-9 10-84,-1-4 242,-6 7 2667,-6 14-3548,-1 8 103,-4 8-164,-1 9 296,-5 6-324,-6 23-28,7-9-22,0 20-17,13-3 16,5-9-55,13 13-62,17-20 117,-5-6 18,25-9 22,-33-16 27,17-14 46,-20-6 56,2-20-57,-9 2 12,-4-8-6,-7 10-33,-1 11 16,0 1-55,-3 14-51,2 2-236,-3 6 63,3 7-690,0 4-1394,1 7-5977,2 7 8262,2-1 0,-2-7 0,2-5 0</inkml:trace>
  <inkml:trace contextRef="#ctx0" brushRef="#br0" timeOffset="297393">23058 17049 18852,'1'-5'5135,"-1"1"-2636,0 4-2488,2-22 0,-11 45-33,4-15-1,-9 51 12,5-6 0,5-11 39,1 4-6,2-17 23,0-6 84,3-9-62,0-16 39,8-11-33,3-10 84,11-19-112,-4 12 28,11-17-34,-14 27-45,6-5-33,-9 16 28,-5 5-163,8 15-162,-4 4-599,9 15-1373,-1 1-213,-3-6 2521,13 9 0,-19-23 0,5 5 0</inkml:trace>
  <inkml:trace contextRef="#ctx0" brushRef="#br0" timeOffset="297794">23624 17225 13558,'3'-4'8794,"-1"1"-7433,-2 3-297,29-65-627,-22 44 25,8-19 0,-7 4-86,-22 25-158,-12 0-61,-10 14-51,-8 10-89,-2 13-6,4 11-22,7 8-17,13 6-45,12-2-78,18-6-62,13-12-61,15-12 123,9-12 134,1-16 62,-2-15 106,-6-19-48,-22 14 1,-2-2 2,6-26 107,-9 1 0,-2-2-1755,-3 14 0,0 0 1634,0-9 1,1-1-379,-1-10 1,0 7 582,0 7-260,-3 11 0,1 5-37,-2 22 0,-2 17 0,3 17 2729,1 25-2729,-2-14 0,0 4 0,0 7 0,-1 4 428,-3 5 1,-2 1-545,-2 5 1,-1 0-630,-3 1 1,-2 0 744,-3 1 0,2-4 0,4-22 0,2-4 0,-8 19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01:34.3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6534 1509 24249,'-4'0'-456,"1"0"699,3 0-186,75-3 79,-44 1 0,2 1-61,10-2 1,6 1-1,0-1 7,13-1 1,0-1-22,-14 1 0,1 0 0,1-1 27,6 0 0,1-1 1,1 0-7,-11 2 1,1 0 0,1-1 0,0 1 25,3-1 0,2 0 1,0 1-1,0-1 5,4 1 0,1-1 0,0 1 1,1 0-22,2 0 0,1 0 0,0 0 0,1 0-15,-10 0 0,0 1 0,0 0 0,0 0 0,1 0-5,2 0 1,0 0-1,1 0 1,-1 0-1,2-1-13,1 1 0,1 0 0,0 0 0,0 0 0,1 0-32,-8 0 1,0 1-1,0-1 1,1 0-1,-1 1 1,1-1-9,2 0 0,0 1 0,0-1 0,0 0 0,1 1 0,0-1-5,1 1 1,1-1 0,0 0 0,0 0 0,1 1 0,-1-1-728,2 1 1,0-1 0,1 0-1,-1 1 1,1-1 0,-1 1 697,-7 0 0,-1 0 0,1 0 0,0-1 0,0 1 0,0 0 0,0 0 8,1 0 0,0 0 0,0 0 0,0 0 0,0 0 0,1 0 1,-1 0-3,1 1 0,0-1 0,0 0 0,1 1 0,-1-1 0,1 1 0,-1-1-38,1 0 1,1 1 0,-1-1 0,0 1 0,1-1 0,0 0 0,-1 1-4,2-1 0,0 1 0,0-1 0,0 1 0,0-1 0,0 1 0,0-1-14,1 1 1,0-1 0,0 1-1,1 0 1,-1-1 0,0 1 0,1-1-27,1 1 0,-1-1 0,1 1 0,0 0 0,0-1 0,0 1 0,1 0 39,-8 0 1,0 0 0,0 0 0,0 0-1,1 0 1,-1 0 0,0 0 0,1 0 6,0 0 1,1 0 0,-1 1 0,1-1 0,-1 0 0,1 0 0,0 1 0,-1-1-27,1 0 0,0 1 0,0-1 1,0 1-1,0-1 0,0 0 1,0 1-1,1-1 2,-1 1 0,0-1 0,0 1 0,1-1 1,-1 0-1,0 1 0,0-1 0,0 1 9,0-1 0,0 1 1,0-1-1,0 1 0,-1 0 1,1-1-1,0 1 1,-1-1-43,0 1 0,1-1 0,-1 1 1,0 0-1,0-1 0,0 1 1,0-1-1,-1 1-1,1-1 0,1 0 0,-1 1 0,1-1 1,-1 1-1,-1-1 0,-1 1 0,-2-1-45,7 0 1,-3 1-1,-1-1 1,0 1-1,2-1 1,4 0 38,-9 0 0,3 0 0,3 0 0,0 0 1,1 0-1,0-1 0,-1 1 0,-3 0 1,-2-1-55,10 1 0,-4-1 1,-1 1-1,0 0 1,1-1-1,5 0 54,-10 1 1,3-1 0,2 1 0,1-1 0,1 0 0,0 1 0,-1-1-1,-1 0 1,-3 0-37,8 0 1,-2 0 0,-1 0 0,-1 0 0,0 0 0,0 0 0,1 0 50,-1 0 0,1 0 0,-1 0 0,1 0 0,-1 0 0,0 0 0,1 0 50,-2 0 1,0 0 0,-1 0 0,1 0 0,0 0 0,-1 0 0,0 0-4,-1 0 1,0 0-1,-1 0 1,1-1-1,-1 1 1,0 0-1,0 0-26,7 0 1,0 0 0,-1-1-1,0 1 1,0 0 0,0 0 21,-3 0 0,-1-1 0,0 1 0,0 0 0,0 0 0,1 0 7,-4 1 0,2-1 0,0 0 0,1 1 0,-2-1 0,-2 1 0,-3 0-1,3-1 1,-4 1-1,-1-1 1,0 1-1,3 0 62,1 0 0,3 0 0,1 0 0,-1 0 1,-2 0-1,-4 1-80,2-1 1,-5 1-1,0-1 1,2 1 27,9-1 1,3 1 0,1 0 0,-2 0 8,-3 0 0,-1 0 1,-1 0-1,0-1 32,-2 1 0,-1 0 0,0 0 0,-1 0-2,-4 0 1,1 0 0,-2 0 0,0 0-1,11 1 1,-1-1 0,-2 1 274,-5-1 0,-2 1 0,0 0-269,15 1 0,-3 0-11,-7 1 0,-3 0 628,-7 1 1,-3 0-629,14 1 2179,-2 6-2179,-27-4 1888,8 2-1955,-11-4 938,0 0-1056,-1 1 455,-2 1-1720,-1 2 1450,-5 5 0,-5-7 0,-4 2 0</inkml:trace>
  <inkml:trace contextRef="#ctx0" brushRef="#br0" timeOffset="734">23691 1150 24632,'-11'-1'7289,"1"1"-6635,10 0-462,0 0-192,0 2-1777,0 1 343,0 10 304,0-2-189,-5 34-48,2-15 857,-4 17 0,-2 3-886,-1 4 692,2-11 0,-1 5 981,-3 5 1,1 3-57,-1 3 1,1 3-123,3-15 0,1 1 0,0-1 1,-1 19 1,2-6-173,4-23 1,1-3-391,1 5 0,3-2 298,8 25 0,-5-20 0,4-7 0</inkml:trace>
  <inkml:trace contextRef="#ctx0" brushRef="#br0" timeOffset="2961">6431 1651 18646,'0'-5'1289,"0"2"401,0 3 389,-6-33-2543,3 23-691,-5-23 353,4 33 1353,1 7-309,-1 2 579,-4 24-356,2-10-523,0 8 0,0 4 756,-2 15-164,3-11 1,-1 2-150,2-4 0,0 0-552,-1 3 1,0-2-415,0 24 291,2-18 1,1-1-101,6 15 144,-3-23 1,1 0-21,4 2 1,2-2-421,3 12-17,2 7 29,3-4-110,-8-27-11,12 18-128,-11-28-40,16 11 384,-8-14 579,12 5 200,0-2 108,7 1 139,-4 0-229,-1 0 0,4 0 136,-6-2 0,1-1 162,19 6 0,1-2-83,-13-4 1,1-2-218,7-2 1,4-1-1,0-1 156,8-1 0,1-2-148,-1 0 1,4-1 0,-1-1-5,-6-2 1,-1 0-1,-2 0 79,-9-1 0,-1 0 0,3 0-74,4 0 1,4-1 0,0-1 0,-2 2 54,-1-1 1,-2 0 0,4 0-96,1 0 1,3-1-1,2 1 1,-3 0-23,9-1 1,-2 1-1,0 0-75,-13 1 1,0 0 0,0 0 0,0 0-18,2 0 1,-1-1 0,1 1 0,0 0-11,2 0 1,-1 0-1,1-1 1,0 1-10,1-1 0,1 1 1,0-1-1,-3 0-22,4 0 1,-1 1 0,3-1 20,-8 1 1,3 0 0,2-1 0,-1 1 0,-4 0-5,14 0 0,-5-1 0,5 1-12,-12 0 0,4 1 0,1-1 1,0 0-1,-3 0 8,4 0 1,-1 1 0,-1-1-1,1 1-15,0 0 0,1-1 1,0 1-1,1-1-14,0 1 1,0-1 0,1 1 0,0-1-11,0 1 0,1-1 0,0 1 0,1-1 3,0 1 1,0-1 0,1 1-1,0-1 4,0 1 0,1-1 1,0 0-1,0 0 9,-12 1 0,1 0 1,0 0-1,0 0 1,0-1 11,1 1 1,1-1 0,0 0 0,0 0-1,-3 1-10,3-1 1,-3 0 0,1 0 0,2 0 5,-3 0 0,1 0 0,1 0 0,1-1 0,0 1 3,2 0 1,1-1 0,0 1-1,0 0 1,1-1-9,1 1 0,0-1 0,1 0 0,0 1 1,1-1-558,-4 1 1,0 0 0,1 0 0,1 0 0,-1 0 0,0 0 359,0 0 0,0 0 0,1 1 0,-2-1 0,-1 1 0,-3-1 47,7 1 1,-5-1-1,1 1 1,3-1 34,-8 1 1,2 0 0,3 0 0,-1 0 0,-2 1 0,-3-1 1082,4 0 0,-3 1 1,-1 0-1,3-1-993,-1 1 1,2 0 0,2-1 0,-2 1-1,-2 0-11,1 0 0,-3 0 0,1 0 0,3 0-835,6 1 1,4-1 0,1 0-1,-1 1 1,-3-1 868,-4 1 0,-3 0 1,1 0-1,3 0 36,-7-1 0,3 1 1,2 0-1,1 0 1,-2 0-1,-2 0 51,2 0 1,-2 0-1,-1 0 1,0 0 0,0 0-55,0 0 0,0 0 0,0 0 0,0 0 0,-1 0-72,13 0 1,0 0-1,-2 0 1,-2 0 4,5 0 0,-3 0 0,1 0 62,-10 0 0,2 1 1,-1-1-1,1 1-87,-1-1 0,0 1 0,1-1 0,-1 1-13,1 0 1,1-1 0,-1 1 0,2 0 22,6 0 0,1-1 1,0 1-1,-3-1-47,-8 1 1,-2-1-1,-1 0 1,0 0-47,2 0 1,1 0 0,-1 1-1,-2-1-35,6-1 1,-3 1 0,4-1 93,-8 1 1,4-1 0,1 0 0,0 1 0,-4-1 36,14-1 0,-4 0 0,5 1 15,-13-1 1,4 1 0,1 0 0,0-1 0,-3 1-5,2-1 0,-1 1 0,-1-1 0,0 1 35,-1 0 1,-1 0 0,0 0 0,-1-1 41,-1 1 1,-1 0-1,-1-1 1,0 1-89,13 0 0,-1 0 0,-1-1 248,-3 0 1,0 0 0,0 0-95,-3 0 0,0 0 0,-1 0 152,0 0 0,-1 0 0,0-1-129,0 1 1,0 0 0,1 0-11,0 0 1,0 0-1,1 0 180,0 1 0,1-1 1,0 1-136,-1 0 1,1 0 0,0 0-26,-1 1 0,0 0 0,0 0-158,-1-1 0,-1 1 0,0 1 198,-2-1 1,-1 1-1,0-1-324,-2 1 1,-1 0 0,-1 0-1,19 0 0,-2 0 19,-2 0 0,-2 0-35,-1-1 0,-1-1 196,1-1 0,-2 0 12,-12 1 1,1-1 55,0-1 0,2 1 1,-2-1 59,4 1 1,0 1-64,-2-1 0,3 0 1,-2 1-21,11 0 1,-2 1-39,-1 2 1,1 0 8,7 2 1,-2 0-218,-19 0 1,-2 0-37,4 1 0,-1 0 676,-6-2 0,-3 0-669,23 2 267,-17-2 0,0 0 315,19-1 72,-12-1-174,-12-1 0,1 1 266,12 0-574,-15 1 0,0 0 0,10 1 0,-10 2 0,-9 0 0,-6 0 0,-7-2 0,-3 0-762,0-3 797,0 1 57,5-1 154,4-1 143,5 0-389,1-1 0,-3 0 0,-6 1 0,-7 0 0,-4 1 0,-2 0-1785,-9 0 1779,0 0 0,-1 0 0,4 0 0</inkml:trace>
  <inkml:trace contextRef="#ctx0" brushRef="#br0" timeOffset="4184">6948 2142 22149,'0'-63'1032,"0"0"0,0 5 1,0 13-367,0 26 1,-1 7-504,-1 3-316,0 6-197,1 8 582,2 8-223,5 14-79,4 15-1075,4 15-1410,-6-21 1,0 0 2288,-1-2 1,-1-1 0,1 11 0,-3-18 0</inkml:trace>
  <inkml:trace contextRef="#ctx0" brushRef="#br0" timeOffset="5519">7073 2013 29641,'-18'-38'-534,"0"-1"0,2 3 1,3 7-75,7 15 346,2 5 132,1 1 2,2 7-296,0 0 373,1 5 177,0 10 750,0 15-54,0 4-46,0 22-17,0-5-354,1-14 1,-1 1 566,3 19-384,1-1-4656,0-24 3979,0-12 24,-2-6 251,-2-8 143,1-2 349,-1-3-390,-1-12-233,-4-5-337,-5-27 108,-3 0-7,-2-14-29,5 18 67,-1-5 14,3 16-368,0-1 73,0 11 62,5 13-210,1 14 1668,2 3-593,1 19-165,5 13-138,1 4-1,3 7-38,-2-20 143,1 0 146,-2-15-1621,-1 0 619,-2-10 359,-2-6-450,-2-8 1046,1 0 227,-4-14-407,-3-15-29,0-8 122,-2-12 97,5 9 140,1 12 390,2 6-1012,-1 15-370,0 1 216,1 8 22,-1 17 484,3-2-788,3 24-2249,7 16-4238,7 6-2623,-1 0 9454,0-18 1,-12-26-1,-1-7 1</inkml:trace>
  <inkml:trace contextRef="#ctx0" brushRef="#br0" timeOffset="5919">7828 1810 26391,'-1'-9'1438,"0"-34"0,0-8-1031,1 4-748,-1-4 1,1-1 1210,-2-1-671,-2 24-341,1-3 444,-3 15-1244,3 11 343,1 2-192,1 12 803,6 14-376,0 7 329,2 11 1,0 5 56,-3-2 0,-1 0-600,2 8 0,-1 4 715,-3-5 1,-1 3-1,-1-3-395,-1 5 1,-2-1 490,1-2 1,0 3 0,0-3-313,-2 10 0,0-3-167,3-2 1,0-2-230,3-14 0,3 0-54,6 7 1,2-5-1,-2-13 1,8 10-1</inkml:trace>
  <inkml:trace contextRef="#ctx0" brushRef="#br0" timeOffset="6569">8690 1839 22183,'-3'4'5679,"1"-1"-3242,2-3-1479,-1-4-1359,1 15 488,0-7 305,-1 14-117,-4-6 882,-4-2-1157,-4-1-923,-3-5 1846,-1-3-923,-3-8 0,1-6 0,5-2 0,-1-20 0,10 9 0,2-13 0,10 12-3934,10 4 4187,12 6 1368,8 7 141,6 11-1464,0 12-298,-11 4 0,3 27 0,-22-3 0,-6-8 0,-5 3 0,-16 9 0,-6 0-526,5-11 1,-1-2 341,-10 9 0,-3-1 431,-3-4 0,0-4 678,-11 11-925,14-15 0,2-5 0,5-9 0,9-17 0,7-9 0,2-16 0,5 7 0,8-12 0,8 15 0,11-2 0,9 8 0,9 5 0,8 8 0,9 5 0,-28-2 0,0 1 0,2-1 0,1-1-2739,1 0 0,1-2 2625,-5-3 0,-2 0 0,9-1 0,-19-1 0</inkml:trace>
  <inkml:trace contextRef="#ctx0" brushRef="#br0" timeOffset="6802">9397 1789 31986,'9'-49'195,"0"0"0,0 0 0,3-17 1,-2 8-196,1 7 0,-5 18 0,-5 17 0,-3 11 0,-1 33 0,0 12-489,1-2 0,0 4-560,1 6 0,-1 2 875,-1 8 1,0 4 47,0-18 0,0 1 1,-1 0-17,1 3 0,-1-1 0,0-1 34,-1 8 1,1 0-554,0-6 0,1 3 0,2-5-3872,4-1 0,0-2 4500,0 13 0,1-4 1,6-6-1,-4-24 1</inkml:trace>
  <inkml:trace contextRef="#ctx0" brushRef="#br0" timeOffset="7551">10459 1922 12539,'-2'-8'5114,"0"2"-4403,-6-24 0,-1-5 223,5 9-548,-6-12 0,4 1 294,10 17-30,7 3-101,11 1 235,13 2-436,3 8 1,2 3 207,12 2-400,-14 2 1,0 4 730,5 15-457,-5 7-447,-3 15-355,-21 8-74,-28 6-871,-10-22 1,-5-2 2238,-16 9-174,8-16 0,0-5 891,-6-7 259,-8-2-411,22-7 582,6-8-1672,18-3-397,2-6-974,16-8 539,-1 8-20,15-4 610,7 10-163,10 1 137,-5 5 1,1 1 65,15 3 436,-9 4 1,-2 2-632,-10 3 0,20 16 0,-38-6 0,-6 9 0,-27 3 0,-9-12 0,-4-2 0,-19 10 0,6-11 0,-1-1 0,-16 1 0,24-10 0,-1-1-1960,0-4 1,3-2 2191,-12-5 1,13-1-1,25-1 1</inkml:trace>
  <inkml:trace contextRef="#ctx0" brushRef="#br0" timeOffset="7809">11448 1288 31659,'-12'46'55,"0"-1"1,0 0-1,2-1 1,1-1-1,1 0-260,-1 16 1,3 0-1171,2-14 0,1 1 1,-1-1 1246,-1 15 1,-1 0 26,2-12 0,0 3 1,-1 1-818,-1 7 0,0 1 0,1-2-720,1-11 0,1-2 0,0-1 1554,0 1 1,-1 0 0,2-6 0,1 15-1,1-29 1</inkml:trace>
  <inkml:trace contextRef="#ctx0" brushRef="#br0" timeOffset="8519">12042 1813 30154,'5'-63'309,"0"0"1,2-3-1,2 11-503,0 26 666,3-6-191,-6 22-363,-3 7 181,-2 12-596,0 12-210,-1 6 680,-4 24 60,-2-15 1,0 1-175,-4 24 33,2-17 0,2-1-15,5 18-280,3-13 664,15 5-576,1-37 444,6 1 164,6-22 1471,13-22-740,0-10-1024,-17 13 0,-1-2 0,-6 1 0,-2 0 0,5-8 0,-5 2 0,-11 21 0,-4 7 0,1 1 0,-3 11 0,3 9-46,0 3-1224,5 27-25,-3-17 662,1 8 1,3 2-834,4 11 476,-2-13 1,2 0-647,2-6 0,0-2-613,10 15-2667,-1-18 1,1-2 3630,-2-4 0,10 3 0,-27-19 0</inkml:trace>
  <inkml:trace contextRef="#ctx0" brushRef="#br0" timeOffset="8759">13127 1478 30370,'0'-59'254,"1"1"1,-1 6-1,-1 11-1021,-1 20-109,-1 12-100,-1 8 1126,-3 20 72,0 12-182,-3 31-860,5-21 0,0 2 816,-1 10 0,0 1-1,1-8 1,0 3 49,-3 6 0,0 5 0,0-6-418,1-8 0,0 0-100,0 0 1,-1 8 0,0 0 0,1-6-1446,2 6 1,1-3-1360,1-5 0,1 1 0,1-4 2181,2-8 0,2-6 1,4 6-1,-4-27 1</inkml:trace>
  <inkml:trace contextRef="#ctx0" brushRef="#br0" timeOffset="9435">14466 1530 16796,'0'-4'3658,"0"1"-1459,0 3-2149,-45-36-7,15 27-21,-5-10 1,-3 2 26,-12 16-517,-6 2 343,-2 2 176,3 2 16,9 2-39,14-1 0,4 4 5,12-1 152,-4 3-129,5 1 0,2 0-22,1 2 22,2 3 28,1 3-17,1 3 11,0 3 502,0 4-376,1 1 29,-1 0 9,-1-2 3,1-5 191,-1-6 298,4-7 179,1-6 110,3-4 340,1-2-625,2-9-403,2-2 291,5-11-155,6 0-92,8-1 208,-1 7 1,27-4-588,-11 13 0,20-1 0,-12 16 0,-2 7 0,-4 12 0,-7 5 0,-12-4-309,-10 20-842,-20-11 816,-14 15 254,-18-13 453,-14-8 65,23-18 1,-2-3-506,-2-2 1,-2-2 219,-4-2 1,2-1 0,-6-2 0,6-1 0</inkml:trace>
  <inkml:trace contextRef="#ctx0" brushRef="#br0" timeOffset="9909">14986 1436 32767,'9'-43'0,"0"-1"0,-1 6 0,-2 7 0,-2 17 0,-3 8 0,-5 33 0,-3 14 0,0-3 0,-1 4-232,-2 6 0,-1 1-465,-3 8 0,0 3 161,3-17 1,0 2 0,0-1 281,1 0 0,0 1 0,1-1-491,-1 19 0,5-2-1536,6-7 0,7-4 2133,6-4 1,3-5-1,6 3 1,2-13-1</inkml:trace>
  <inkml:trace contextRef="#ctx0" brushRef="#br0" timeOffset="10342">15828 1432 17242,'1'-6'4841,"1"1"-1688,-2 5-3557,-19-6 263,-4 30 100,-23 9 20,22 0 1,2 7-514,-9 14 0,1 3 431,4-5 1,2-2 165,1 2 0,2-2 198,4-4 1,5-2 184,1 17-395,7-27 0,4-1 207,14 17-91,24-14-45,6-19-45,1-8 120,-1-19 464,-8-16-105,-7 1 250,-1-29-373,-22 29 143,-2-22-226,-14 22 616,-7-2-1330,-20 10 96,-2 8 431,-1 9-50,6 6-119,-11 20-1299,6 3 801,10-5 0,2-1 1,2 1-1,6-3 1</inkml:trace>
  <inkml:trace contextRef="#ctx0" brushRef="#br0" timeOffset="10818">16771 1636 32767,'10'-45'0,"-1"0"0,1 0 0,0-2 0,-1 0 0,-2 9-244,-1 3 170,-1-4-241,-4 27-469,-2 9-83,0 6 712,-2 17-1160,-5 26 1179,-4 8 0,-2 6-317,4-17 1,-2 0 0,0 3 363,-3 6 0,-1 4 1,-1 1-1,2-6 19,1-4 0,1-5 0,0 3-181,-5 15 0,1 2 1,4-6-784,5-7 1,5-3-2663,3 7 1,3-1 3630,2-13 0,3-4 1,6 4-1,-5-21 0</inkml:trace>
  <inkml:trace contextRef="#ctx0" brushRef="#br0" timeOffset="11276">17473 1514 22897,'-18'8'986,"0"4"348,3 11-257,-6 0-228,-5-2-125,-3-3-32,1-5 300,6-5-27,10-4 57,5-6-835,7-1-428,-1-14-194,7-3 100,7-13 5,14 1 103,10 1 153,9 2 87,-8 9-117,17 2-53,-18 13-69,16 9-185,-15 17 34,-4 16-144,-8 15 164,-17-20 0,-3 2-332,-3 5 0,-3 1 533,-4 5 0,-1 0 202,-1-9 0,0 0-222,-6 16 0,1-1-110,3-20 1,2 0-457,-3 11 1,1-2-3019,0 8-925,4-18 3927,2-10 1,1-16 0,1-2 0</inkml:trace>
  <inkml:trace contextRef="#ctx0" brushRef="#br0" timeOffset="11425">17450 1943 26277,'35'-34'-1457,"1"1"0,-1 0 0,2 0 0,0 2 0,0 6 1530,9 7 0,-3 6 1,15-8-1,-26 9 1</inkml:trace>
  <inkml:trace contextRef="#ctx0" brushRef="#br0" timeOffset="11692">18427 1229 28762,'-16'35'-1052,"-3"21"1076,5-4 0,1 3-1034,1-8 1,-1 3 1011,-2 8 0,-2 6 0,1-3-510,3-15 0,0-2 1,0 3 389,0 0 1,-1 4 0,1 0 0,0-3-318,1 3 1,0-2-1,3-2-520,-1 16 0,5-2-449,7-10 0,6-3 1343,8-7 0,2-6 1,5 4-1,4-14 1</inkml:trace>
  <inkml:trace contextRef="#ctx0" brushRef="#br0" timeOffset="12226">19145 1539 25189,'-42'23'52,"0"0"0,4 0 0,4 3 350,12-1 1,5 2-186,-8 17-192,13-10 0,4 1-85,4 13-2,4-16 1,5-1-91,16 8 119,18-10 114,13-11-176,10-8 141,-10-6-8,-17-8 0,-1-2 185,5-7 540,8-14 351,-28-4-419,-16-8-526,-17-4-448,-15-5 78,-14 2-123,18 23 0,-2 0 364,1 1 1,0 1-408,-20-22-351,12 2 383,15 1 109,15 2 280,8 9-64,20-6-73,0 17-20,11-3-359,-5 14 735,-1 15-579,1 14 406,1 19-95,-2 14-500,-15-23 0,-1 1 225,6 20-103,-5-14 0,-1 1-1042,1 14-1572,-5-16 1,-4 0 3001,-7 11 0,-1-20 1,-4-14-1</inkml:trace>
  <inkml:trace contextRef="#ctx0" brushRef="#br0" timeOffset="12735">20345 1300 22930,'16'-49'488,"0"0"1,1 1 0,4-16 0,-3 8-514,-5 6 321,-6 26-450,-7 32 201,0 11-51,-4 38-29,1-22 1,-1 3-444,-2 14 0,-3 6 482,-2-3 0,-1 4 0,-1-3-468,0 4 1,-3 2 415,1-9 0,-3 5 0,-1-1 1,3-7-42,0-3 0,0-2-177,-2 7 0,-2 6 0,4-6-1200,5-8 1,2-3 1473,0 11 0,2-4 0,1 4 1,6-13-1</inkml:trace>
  <inkml:trace contextRef="#ctx0" brushRef="#br0" timeOffset="13219">21179 1422 18354,'0'-6'3736,"0"0"-3032,0 6-374,0 0-190,-70-47-84,27 46-48,-9-16 1,0 5-273,6 38 264,18-7 0,1 1 12,-8 13-29,-2 8 101,17 4-112,19-10-3168,14 0 3208,7-17 60,15-7 102,13-13-28,4-10-40,0-4 326,-5-15-175,-14-2-16,2-10-17,-8 1 157,-7 3-240,-10 17 49,-3 3-140,-7 16 3286,0 0-3375,0 14 50,0 10-11,-2 21 34,0 14-491,-2-5 437,1-15 1,-2 2-104,0-5 0,-2 2-1547,-8 19 1,0 1-1389,4-17 0,0-2 2409,-6 12 1,3-9 0,8-23 0,2-5 0</inkml:trace>
  <inkml:trace contextRef="#ctx0" brushRef="#br0" timeOffset="13695">21844 1413 26160,'13'-41'650,"0"-1"1,0 1 0,4-11-1,-2 5-1040,-1-5-239,-8 28 87,-4 14 119,-2 10 464,0 24-202,-3 18-224,-1-5 1,-1 4-301,0-5 0,-2 1 620,-5 20 0,-4 3 78,0-5 1,-3 4-17,4-14 0,-1 3 1,0 1-1,1-3-11,0-2 1,0-3 0,1 3-250,-1 3 1,0 4 0,1-1 0,3-7-735,2 2 1,4-2-1951,2 13 1,5-3 2914,14 0 1,1-26 0,-5-16 0</inkml:trace>
  <inkml:trace contextRef="#ctx0" brushRef="#br0" timeOffset="13943">22514 1469 23399,'13'-38'259,"-1"0"1,0 0 0,-6 15-283,-10 31 35,-5 11-7,-7 23 0,4-12 1,-1 3-1689,-2 8 1,-1 0 1640,2-5 0,1 0-174,-3 11 1,0 3-1518,4 7 0,3 0-1057,4-11 1,1-1 378,1 4 0,6-5 2411,15-10 0,-8-23 0,-1-3 0</inkml:trace>
  <inkml:trace contextRef="#ctx0" brushRef="#br0" timeOffset="14292">23025 1556 22565,'-44'-19'246,"6"17"-212,12 51-17,7 6 0,5 1 16,7-2 18,5-8 16,8-6 196,4-12 224,8-12 27,6-13 19,9-17-3,6-11-90,3-16-127,-4-7-84,-5-2 3,-9 3 13,-7 9-54,-10 8-160,-5 11-180,-6 6-289,-4 4-143,-1 5 586,-23 3 0,22 1 0,-16 2 0</inkml:trace>
  <inkml:trace contextRef="#ctx0" brushRef="#br0" timeOffset="20418">25033 2372 15670,'0'-5'4772,"0"2"-2683,0 3-2077,4-26-91,-3 23 62,2-13-67,-7 40-409,-8 16-1389,-13 16 1203,4-18 1,-1-1 0,-4 4 0,-2-1-1</inkml:trace>
  <inkml:trace contextRef="#ctx0" brushRef="#br0" timeOffset="20735">26095 1787 20526,'0'-5'3109,"0"0"-2482,0 5-588,-13 15 0,-4 29-31,1-10 1,0 4-628,-2 13 1,1 3 464,-2 4 0,1 0-331,0 3 1,1-2 53,3-13 0,2 1-3485,2 13 1,3-3 3915,5-1 0,0 7 0,5-45 0</inkml:trace>
  <inkml:trace contextRef="#ctx0" brushRef="#br0" timeOffset="21585">25745 2208 18723,'51'-17'13,"0"-1"1,0 0 0,-2 2-1,1 0 1,-4 6-9,7 6 1,-1 4-677,0-1 0,-1 0 654,0 0 0,-2-1-3,-4 0 1,-1 0-18,-3-1 1,-2 0 242,-4-1 1,-1-1-140,23-4 29,-19 2 936,-12-1-455,-21 4 2,-19-1-97,-12 3-208,-7 1 1028,-9 3-849,8 2-167,-7 6-98,5 5-41,5 6-130,5 6-13,6 4-28,7 1-89,7-1-12,9-4 69,7-7 121,9-8 31,10-10 89,7-13-43,5-8 17,-1-11 50,-3-3 709,-5-5-267,-15 13 111,-4-2-155,-11 17-263,-4 1-287,-3 5 315,-7 6 411,-5 7-634,-4 8-45,-1 10-79,2 7 24,3 14 35,7-15 187,3 15-395,13-21-643,4 4 46,8-8 121,3-6 137,13-9 80,-1-7 78,2-5 94,2-11 91,-10-5 212,4-11-13,-8-5-7,-4-15-49,-9 17 10,1-12-21,-4 21 4,4-4 8,3 7 237,12 4 131,-6 10 54,13 3 30,-10 12-114,6 12-99,-10 6-147,-6 12-105,-10-10-242,-2 9-111,-1 0-48,4 3-86,4 2 123,1-15 101,18 8 229,-11-18 20,18 9-367,-10-16-940,7-2-3928,4-6 5231,-4-6 0,-10 3 0,-9-2 0</inkml:trace>
  <inkml:trace contextRef="#ctx0" brushRef="#br0" timeOffset="23185">27755 2243 11464,'9'0'6150,"-2"0"-2918,-7 0 129,0 0-2807,-4-51-579,-1 34 192,-11-43-86,-2 50 25,-23 0-81,-3 7-9,-17 11-638,6 8 629,12 2 173,1 8-266,17 4 190,7-5-82,15 13-131,11-25 55,17 10 199,10-15 134,2-1 772,3-8-604,-15-7 218,-7-7-489,-7 1 237,-1-11-251,-4 7-91,2-5-112,-4 11-59,-1 6-26,-1 4-6,2 7 74,-1 1-6,8 31 43,-5 7-32,1 11 6,-10-9 0,-5 1 13,-1-8 1,-1 0-182,-2 7 1,-2 2 124,1-7 0,-1 2 0,1-3-496,-1 5 1,0 1 378,1-4 1,0 2 0,0-2-106,-1 7 1,1-4 151,3-12 1,1-3-911,-10 19 180,9-42-102,-8-22 661,6-16 155,0-14 0,1-2 148,2-10 41,6 14 0,2-7 0,4 5-315,6 6 0,3 2 380,4-16 1,5 2-40,0 18 1,4 5-46,1 4 0,2 3 6,18-8-11,-2 13 0,3 3 5,-12 6 1,2 1 33,16-3 0,3 1 131,-5 1 1,-3 2-53,-16 2 0,-1-1 226,4-2 0,-4-1 685,-8-5-217,2-9-588,-13 8 864,-2-6-831,-5 9-44,0 0-78,0 2 783,-1 2-846,0 3-10,-2 1-18,1 0-16,-2 2 224,1-1-196,1 0-28,0-1 16,4 0-22,-2 0 12,1 1 5,-3 0 106,-2 1-156,-4 6 22,1 1 22,-2 6-16,3 0-12,1 1 6,2-3 45,9 3-6,4-8-5,16 2-6,5-8-6,8-8 45,0-7 17,-3-11-16,-8-7-24,-9-6 18,-11-2 0,-8 3-34,-12 7-17,-6 10-22,-6 7-40,-11 8 40,10 6 11,-5 4 88,5 12-36,-1 10-3,-8 13-44,4 10-488,5 6 483,9-11-11,12-10 0,5 0-6,19 9-27,-2-12 0,5-1 15,6-7 1,4-5-402,5-2 0,3-3 435,3-2 1,1-4 2,-1-5 1,1-4-18,-3-4 1,-1-4-9,-4-5 0,-2-5 22,-3-4 1,-3-5 5,-2-6 1,-3-3-4,0-7 1,-4-3 2,-1-5 0,-3-2 0,-2-3 0,-4 0-495,-3 1 0,-3 1 516,-4 4 1,-2 2 12,-4 8 1,-1 3-149,-6-16 121,0 25 370,-1 15-309,4 11 906,-5 11-714,0 17-1,-3 24-139,6-14 1,2 4-728,1 9 0,2 1 629,1-7 1,3 2-62,3 3 0,3 4 1,1-3-714,4 4 1,2-1 587,-1-4 0,1 4 0,1-4-363,5 5 0,0-3 38,-1-6 1,-1-2-304,-2-5 0,-1-3-2752,14 17 3560,-2-19 1,-13-15 0,-2-11 0</inkml:trace>
  <inkml:trace contextRef="#ctx0" brushRef="#br0" timeOffset="23351">28955 2328 22710,'51'-22'-1098,"0"0"1,0 1 0,-1 0 0,0 3 0,-1 5 1120,13 10 1,-6 5-1,-20-2 1,-4 0-1,26 0 1</inkml:trace>
  <inkml:trace contextRef="#ctx0" brushRef="#br0" timeOffset="23559">29764 2141 28145,'-4'-2'3054,"0"1"-1486,4 1-1568,6-35-1381,25 26 1293,2-26-1063,15 34 0,7 9-3098,-13-2 1,1 1 4216,13 1 1,-3 2 0,3 2 0,-27-4-1</inkml:trace>
  <inkml:trace contextRef="#ctx0" brushRef="#br0" timeOffset="23743">29832 2432 25868,'-4'1'4657,"1"0"-4577,3-1-1240,58-8 337,-18 3 0,4-1-7,-3-1 0,4 1 1,-2-1-1537,12-2 0,0-1 2318,9-3 0,-8 0 0,-15 2 0,19-4 0</inkml:trace>
  <inkml:trace contextRef="#ctx0" brushRef="#br0" timeOffset="24268">30822 2104 22543,'-44'2'259,"0"1"0,1-1 1,-7-1-1,5 4 80,9 12 1,5 5 643,-4 12-811,-4 12 426,14 1 157,17 12 73,11-19 559,21 14-4168,23-13 3215,-6-8-469,0-11 1,2-4-176,11-4-173,-21-6 1,0-2-357,26-3-353,-16-10-1,4-4 451,-12-9 395,-13-13-108,-13 7 2771,-18-17-2602,-15 7 220,4 11 1,-3 0 89,-4-1 1,-3 0 108,-7-5 1,-1 1-105,8 6 0,2 0-124,1 3 1,2-1 606,-2-11-217,18 9 651,5-14 42,15 8-261,13-4-268,2 14-253,19 2-213,-3 9 803,20 3 401,-21 6-526,7 10-601,-24 6-170,5 12 0,-3 24 0,-10-11 0,-8 2 0,-5 3 0,-6-14 0,-2 0-585,1 6 0,-2 1-922,-5 1 0,-2-2 936,1-3 1,0-3-1,-4 14 1,2-6-1</inkml:trace>
  <inkml:trace contextRef="#ctx0" brushRef="#br0" timeOffset="26326">2080 2435 14387,'-19'-55'1211,"0"0"1,-3 1 0,0 7 26,-6 10-638,0 7 279,-2 14-207,-8 15-488,-5 11-88,-13 17-426,29-6 0,2 3 341,-1 4 0,1 0-16,-15 21-15,18-14 0,3 1 9,9 10 56,0 2 101,31-20 123,9-23 62,14-9-186,-7-4 85,12-15 83,-5-12-78,-2-2 717,-2-8-796,-20 9-88,-8 10 83,-4 0 168,-4 12-246,-2 3-73,-1 6-45,-2 9 45,-1 2 11,-5 13 40,-7 22-35,-1 7-13,6-16 0,1 1-3,-1 23 0,5-13-34,23 8 40,-2-28 11,14-4 0,5-4 5,22-10-19,-23-3 0,2-3 44,9-11 1,-4-3-3,1-6 44,-1-6 1,-4-1 5,-11 1 28,-7-5 0,-4 0-67,-9 5 45,-12-36-56,-10 29-11,-4-7 112,-11 0-6,15 15-67,-4-11-39,18 10 60,6 6 45,21-8 95,1 14 13,16-3-27,-6 11-41,-1 9 193,-5 7 35,-2 11-246,-4 8-196,-2 10-174,-6 7 71,-5 6 47,-4 2 75,-4-11-270,1 5-73,7-8 151,3-2 170,7-5 27,-4-19-53,20-7 65,-2-14 26,8-1 111,8-15 83,-2-14 73,-4-4-148,-24 16 1,-4-1 120,-5-18-103,-13 2-188,-12 4-137,-10 5 2,-5 6-11,0 5 78,7 5 86,8 4-76,6 2-20,6 2 346,10 0 589,9-1 136,13 0-167,9 0-120,4 2 231,-9 3-197,13 6-179,-18 7-465,13 10-561,-12 10-326,-4 9 22,-3 9-74,-3 6-213,-7-7 441,-7-10 0,0 2-872,4 13 208,1 10-8053,7-4 9316,-6-29 0,1 4 1,-7-22-1</inkml:trace>
  <inkml:trace contextRef="#ctx0" brushRef="#br0" timeOffset="26542">3870 2182 24159,'-4'-2'2520,"1"1"-2308,3 1-280,84-45-818,-39 29 172,3-2 0,11-3 0,-7 6-2063,-14 10 0,-2 3 2785,12-1 0,-4 2 0,-8 2 1,-22 2-1</inkml:trace>
  <inkml:trace contextRef="#ctx0" brushRef="#br0" timeOffset="26676">4013 2516 22309,'45'-21'-47,"0"0"0,0-1 0,-1-1 0,-6 4 1,7 2-1</inkml:trace>
  <inkml:trace contextRef="#ctx0" brushRef="#br0" timeOffset="30467">3910 3997 17423,'0'-4'4408,"0"1"-3596,0 3-772,-46 18-18,20 19-313,-3-16 1,-1 4 290,2 31 0,6 3-9,7-26 1,1 2-102,-8 20 0,-2 9 0,3-7-390,7-15 1,1 0-87,0 2 1,-1 7 0,1 1 0,1-4-1087,1 10 0,1 0 406,1-5 0,-1 4 1,1-5 699,2-2 0,-1-5 675,0 1 0,-3-6 3414,-19 0-1932,-6-13-1008,-1-22 901,-8-40-1108,25 8-54,5-12 0,5-3-238,11 1-62,11-8 0,6 1-394,10 7 275,-1 11 0,7-3 0,-1 4-263,6 0 0,3 3 238,-1-1 1,3-2 0,-3 3 62,4-1 0,0 0 25,-3 0 0,3-3 1,-3 2 61,-2-1 0,-1 0 30,-4 3 0,1-1 0,-3 1 160,-2 0 1,-4 2 847,9-7-204,-14 8 617,-15 12-667,-1 2 109,-4 4-552,-2 5 417,0 6-763,-2 6 5,-1 4 5,-3 31-33,3-5-56,0-9 0,2 1-330,3 21-538,6-3-1457,6-10 2381,6-9 0,-8-16 0,0-7 0</inkml:trace>
  <inkml:trace contextRef="#ctx0" brushRef="#br0" timeOffset="30644">4427 4025 18128,'-23'57'-1487,"6"-1"0,19-36 0,0-1 0</inkml:trace>
  <inkml:trace contextRef="#ctx0" brushRef="#br0" timeOffset="31017">4601 4320 15848,'0'-6'5713,"1"2"-4099,-1 4-1563,-16 19 158,5 13-198,-13 26-14,16-24 1,2 1-65,1-1 0,0-1 67,-2 27-6,4-15 334,2-17-37,1-15 124,4-12-147,7-15-49,10-12-1,11-14-60,5-10-97,-6 8-8,-8 12 1,0 0 181,5-1-252,13-8-22,-14 26-40,-1 13-39,2 12-134,0 12-291,3 12-538,1 7-807,5-1-2038,9-5-443,-18-22 1,2-4 4368,8-2 0,-1-3 0,6 1 0,-1-6 0</inkml:trace>
  <inkml:trace contextRef="#ctx0" brushRef="#br0" timeOffset="31360">5448 4533 16684,'23'-35'1541,"0"-1"1,0 0 0,7-13 0,-7 5-406,-17 1-458,-14 13-325,-16 14-112,-20 19-135,-1 6-19,4 10 0,0 6-73,13-3 0,2 1-455,-10 12 1,3 2 431,14-5 1,5 0 147,1 26-167,21-12 34,17-18 22,19-13 0,13-21-9,-26-2 1,0-4 19,0-5 0,-3-4-154,-1-4 0,-3-2 176,-3-5 1,-2-3-90,-3-5 0,-2-2 114,-2-4 1,-1-1 36,-2-1 1,-1 0 38,-2 3 0,0 3 29,0-17 370,-3 8-331,-3 33-196,0-1-85,0 24 361,0 19-338,0 5-6,2 14 1,1 6-377,-1-6 1,0 3 52,0-2 1,1 4-1,1-1-1335,-1-4 0,1 0 0,1-2 1692,2 13 0,0-4 0,-1-16 0,-1-4 0,4 1 0</inkml:trace>
  <inkml:trace contextRef="#ctx0" brushRef="#br0" timeOffset="33073">6856 4379 18162,'0'-6'4672,"0"0"-4056,0 6-392,3-61-331,-3 46 74,4-42 55,5 80 6,2 11 0,6 25-28,-10-26 0,-2 1 0,0 2 0,-3 1 5,-2-1 1,-2-2 39,-5 27 56,-5-17 274,1-16-61,4-15 201,3-12-297,1-22-162,1 3 135,-1-43-79,9 9-73,-1 13 1,1-1-161,4 4 0,2 2 160,0 3 1,1 1-1,15-17-39,-1 16-17,-7 15-28,10 8 17,-4 15 28,14 8-5,-3 14-1,-2 10 12,-4 5-12,-5 1 12,-5-5-12,-3-8 17,-6-13 124,-2-9 16,-3-13 303,4-10-409,-2-3 33,8-17-16,-1 2-12,6-8-16,6-4-45,-1 13 16,-1 3-10,25 13 5,-22 16-11,21 5-17,-24 15 16,-1 3 7,-3 2 10,1-2 1,-1-6 16,1-8 23,1-7 6,1-13 10,0-10 1,-1-10-1,-5-6 12,-5 0 0,-2 2-28,-4 6-28,-2 9-17,-1 8-12,1 6 1,2 9 0,8 9-6,9 12-67,8 11-5,-4-5-354,-6-4 1,-1 0-1552,11 12-2188,-10-11 1,-1-2 4181,9 8 0,-13-15 0,-8-11 0</inkml:trace>
  <inkml:trace contextRef="#ctx0" brushRef="#br0" timeOffset="33246">8226 3990 20431,'-3'-3'1176,"1"1"-3920,2 2-2824,23 61 5568,-2-32 0,-8 5 0,1-3 0,0-17 0</inkml:trace>
  <inkml:trace contextRef="#ctx0" brushRef="#br0" timeOffset="33630">8796 4183 22630,'-47'-5'137,"-1"0"0,1 0 0,-11-2 1,3 10-127,3 24 0,6 9-22,17-9 0,6 2-23,-4 23 755,25-8-704,22-11 293,21-14-226,20-13-31,-24-11 0,1-4-213,3-4 1,-1-3 246,-1-5 0,-1-4 36,-5-1 1,-2-3 60,-5-2 1,-4-1 17,7-21 75,-19 8 0,-3-2-134,-5 12 0,-1-1 19,-2-13 1,0 1 16,-2 13 0,-1 3 519,-6-12-474,1 20-183,1 14-47,3 14 12,1 14 16,0 19-33,4 23 11,5-20 0,3 1-115,4 9 1,2 0-397,0-9 1,2 2-274,2 3 0,2 3 0,-2-1 361,2 9 0,-2-3 0,2-2 0,-3-3 0,-8-18 0,0 0 0</inkml:trace>
  <inkml:trace contextRef="#ctx0" brushRef="#br0" timeOffset="33889">9492 4047 23741,'44'-11'-152,"-1"-1"1,0 1 0,17-3 0,-7 7-611,7 19-799,-20 10-3917,-20 10 5478,-18-1 0,-3-10 0,-4-8 0</inkml:trace>
  <inkml:trace contextRef="#ctx0" brushRef="#br0" timeOffset="34173">9626 4316 24508,'35'-14'-4,"0"1"0,0-1 1,1-2 8,4-2 1,-1-2 11,-5-1 0,-3-2-3,-7 0 0,-4-2 19,3-28 51,-23-4 124,-18 0 206,-16 6 40,11 26 0,-1 2-197,-7-4 57,-2 7-219,24 17-72,1 7 5,14 16 0,11 19-12,-2-11 1,2 2-276,4 6 1,2 1 255,1 3 0,0 1-368,-1 1 1,-2 1 246,-3 1 1,-5 3-4793,-9 12 1,-4-1 4478,-1-20 0,-1-3 1,-5 3-1,-1-6 1,2-20-1</inkml:trace>
  <inkml:trace contextRef="#ctx0" brushRef="#br0" timeOffset="37734">6379 1821 29748,'-19'-33'-5708,"3"4"3780,13 17 2037,1 2 293,1 0 361,1 2-118,0 0-76,0 0-1154,0 1 1798,0 1 97,0 0-539,-1-2-681,-2-1-503,-2-1-387,1 3-36,-1-1-152,3 5 40,-1-4 111,2 4 621,0 0-48,1 1 881,0 1 232,0 0 138,-1-1-524,1-1-21,0 1-170,0 10-33,0-2 265,4 19-783,0-3-85,2 4-81,2 13 547,0-11-512,4 15 457,-3-6-541,-1-7 242,-1 11 236,-3 8 300,-2 6-56,-3-22 1,-1 0 329,-4 22 142,-2-2 92,3-5-62,2-13-88,1 2-169,2-15-315,1 5-195,0-9-147,0 0-123,0 2 7,-1-4 109,-2 8 256,0-8 75,-1 6 151,2-8 9,1-3-168,0-1 50,0-2-84,0-2-70,0 1-174,1-1-455,1 3-80,1-1-119,0 2 184,0 1 177,0 0-83,1 0-28,0 1-153,2-2 84,1 0 208,3-1 545,1-2 374,2 0-44,4-2 462,2 0 27,4-1 365,1 1 293,1-1-60,0 0-347,2 1-423,0-1-746,9 2-35,-12-2 0,8 1 0,-14-3 0,5 1 0,-1-2 0,0 0 0,2 0 0,2-1 0,0 0 0,-2 1 0,-1 1 0,-3 2 0,-1 0 0,-1 1 0,0 0 0,1-1 0,0-2 0,2 0 0,3-3 0,2 0 0,3-2 0,-2 1 0,-1 0 0,-8 2 0,6 0 0,-6 0 0,10 0 0,1 0 0,6-2 0,6-3 0,7-4 0,4-4 0,4 0 0,0 0 0,7 1 0,-30 6 0,-3 2 0</inkml:trace>
  <inkml:trace contextRef="#ctx0" brushRef="#br0" timeOffset="39094">7102 3125 12517,'1'-4'6581,"0"1"-4448,-1 3-1601,-16-42-184,11 30-230,-12-30-118,14 42 50,-1 9 90,-4 10 56,-6 16-28,-6 12-50,-4 8-40,1 2-66,7-4 56,8-6 33,13-10 82,9-11 227,22-11-158,4-17-140,3-6 129,4-18 78,-14-1-6,0-8-90,-14-4 44,-16 0 74,-13 1-131,-9 1-67,-8 5-76,4 9 54,-7-1-48,13 10 6,-2 1-415,9 7-1198,5 10 1736,-5 12 0,5-8 0,-2 7 1</inkml:trace>
  <inkml:trace contextRef="#ctx0" brushRef="#br0" timeOffset="42097">22762 2751 23608,'-23'-39'-173,"1"0"1,1 4-1,-2 8 41,-11 21 830,-3 6 41,1 8-49,1 10-272,3 9-254,6 7-229,6 2 488,8 0-159,6-5-334,9-6-170,5-7 93,5-4 419,4-8 222,3-6 459,6-10 231,5-7-82,3-7 15,-2-2 113,-4 2-647,-7 1-583,-10 10 0,-4 4 0,-6 8 0,-1 1 0,0 7 0,-4 14-629,2-2-19,-4 21 109,5-6-83,-2 12 91,6 1 12,1 0-500,4-1 545,3-3-1278,2-4 1674,1-3 0,-6-17 1,-1-6-1</inkml:trace>
  <inkml:trace contextRef="#ctx0" brushRef="#br0" timeOffset="51884">11319 4111 17272,'8'-52'1407,"-1"0"1,-1 10 0,-1 4-443,-2 5-363,-3 18-456,0 7-113,0 11 75,0 14 0,0 20 64,-2 18-98,2-21 1,-1 1-70,0 2 1,0-1 9,0 1 1,1-1-2,0-2 1,1-1 19,3 26-11,2-12 31,4-13 218,2-15 171,5-11-193,-2-12 279,25-26-190,-3-6-495,-8 8 0,1-1 304,-3 1 1,-1 1 5,-1 2 0,-1-1 174,17-16-2,-13 12-187,-11 13-174,-8 9 18,-6 14-172,1 11 606,0 17-616,2 14 78,-2-16 0,0 1-286,2 6 1,0 1-266,2 5 1,1 0-2038,3 3 0,1-1 2665,-1-5 1,0-4-1,5 10 1,-8-23-1</inkml:trace>
  <inkml:trace contextRef="#ctx0" brushRef="#br0" timeOffset="55676">13984 2686 22399,'-50'8'659,"0"-1"0,0 0 0,5 0 0,1-1 0,7 1-319,-12 5 965,8 1-495,-2 2-296,22-7 81,9-1 237,15-5-930,9-1 477,16 0 146,20-1-2390,-14-1 1,3-1 2018,7 0 0,3-1-58,6-1 1,1-1-84,3-1 1,2 0 50,0 0 0,1-1 508,-14 1 1,1 1-1,-4-1-147,3 1 0,-2 0-37,12-2 1,-3 0-47,4-1-13,4 0 171,-21 2-71,-18 4-429,-22 0 0,-18 2-101,-24 2 44,8 1 1,-3-1 29,-12 2 1,-2 1 20,6-1 0,-3 1 33,-8 1 1,-6 1-1,2-1-23,15-1 0,3 0 0,-4 0 6,-16 1 0,-3 1 1,4 0 66,-4 0 0,7 0-77,14-2 0,5-1 0,-1 1 0,41-3-1686,34-6 1749,-3-1 0,4 0 33,10-4 1,4-1 15,8-1 1,1 0-41,-16 3 1,0 0-1,0 0-9,-1 0 1,1 1-1,0 0 0,18-3 0,0 2-21,-4-1 0,-1 1 220,-6 2 1,-1 1-263,-9 0 0,-2 1 0,15-2 0,-26 4 0,-25 0 0,-44 5 0,2 1 0,-6 1 0,-6 0 0,7 1 0,-2 0 0,6-1 0,-2 1 0,-1 0 0,-1 0 0,-1 0 0,0 0 0,-9 2 0,0 0 0,3 0 0,-2 0 0,2 0 0,-12 3 0,5 1 0,4 0 0,2 4 0,23-6 0,18-2 0,22-5 0,21-3 0,28-6 0,-17 2 0,4-2 0,8-2 0,5-1 0,-7 2 0,2-2 0,-2 2 0,3-2 0,0 1 0,-8 0 0,3 1 0,-7-1 0,-9 3 0,-4-1 0,2 0 0,-2 0 0,4-2 0,-29 4 0,-12 2 0,-29 3 0,-18 5 0,14-1 0,-5 1 0,1 2 0,-4 1 0,1 0 0,3 0 0,1-1 0,-1 0 0,1 1 0,0 0 0,0 0 0,-16 1 0,6 0 0,-1-1 0,16-3 0,4-1 0,14-1 0,25-2 0,19-6 0,11-2 0,6-1 0,1-2 0,2-2 0,-3 2 0,4-1 0,0 0 0,4-1 0,2 1 0,2-1 0,-6 2 0,2-1 0,1 1 0,-3 1 0,5-1 0,-3 0 0,0 2 0,-3-1 0,-1 1 0,-4 1 0,1 2 0,-8 2 0,-10 0 0,-2 3 0</inkml:trace>
  <inkml:trace contextRef="#ctx0" brushRef="#br0" timeOffset="61518">9478 5816 8136,'1'-7'4663,"4"-25"0,-1-5-3795,-2 10-218,2-16 0,0-1 380,-7 11-207,-5-6-212,-4 8-196,-6 7-180,-3 9-106,-6 7-51,-7 10-55,-7 11-12,6 4-174,6 6 0,0 4 163,-11 19 8,13-11 1,2 3 7,8-5 1,4 0-11,3-1 0,4 1 16,7 25 28,16-8 40,17-14 50,12-14 11,7-15 6,2-19 11,-2-14-190,-7-15 100,-25 17 1,-3-2 2,-3-2 0,-3-2-8,-2 0 0,-3-2-20,-2 1 0,-3-1 65,0-28 28,-3 8-29,0 17 349,-6 2-489,1 30 34,-5 7 1,0 29 335,-2 17-336,1 10-17,7-27 1,1 1-331,1 0 1,1-1 335,4 17-21,5-17 1,3-1 26,13 4 10,16 10 12,6-24-3079,10-13 3062,7-16 11,-30 0 1,0-5-107,2-10 0,-3-3 134,8-11 0,-20 8 1,-5-3 22,-8-13 331,-2-13-376,-9 4 34,-2-1-51,-1 22 159,-1 1-147,4 20 3192,0 3-3232,2 5 411,2 4-389,1 2 113,4 7-101,1 5-17,3 4 6,1 1-6,-1-1 22,-2 2-22,-3-9 0,0 4 11,-3-12 17,1 1 79,-1-5 72,0 0-179,1 3 11,0 1-11,0 1 6,2 3-6,-1 1-6,2 3-3386,0 4 3398,0-5-12,1 6 6,-2-10 0,2 4 0,1-2 6,1 1-6,0 0 3403,-1 0-3414,-3-4 11,1 2 5,-1-2 7,2 3-7,-1-4-10,2 2-1,-4-4 6,2 1 0,-2-1 17,0 1-12,0-2-5,0 3 12,-1-1-12,2 1-12,0 0 24,4-2 10,1 1 28,9-3-27,-4 0 16,8-1 6,-6-2-6,2 0 23,-4-2-1,-3 0-50,-6 1 23,-1 0 5,-1 2 191,-2 0-225,1 0-10,-1 0-57,0-2-123,0 2-408,1 0-1429,1 0-768,0 1 2790,2 0 0,-2 0 0,-1 0 0</inkml:trace>
  <inkml:trace contextRef="#ctx0" brushRef="#br0" timeOffset="63244">9588 5977 20201,'2'15'1546,"4"0"-1289,4-5 254,6 1 183,7-6-319,4-1-84,10-6-61,-5-6-12,3-8-16,-2-6 0,-1-5-6,-5-4-6,-5-5-33,-6-3-56,-7-1-17,-7-1 11,-9 4 6,-7 1-11,-4 2-23,-3 2 6,2 3-6,2 1 11,4 5 12,0 4-12,4 4-5,0 4 0,2 3-51,2 4 40,0 1-62,3 2-22,0 1 22,1 0 0,0 5 0,0 0 0,1 13 0,5-1 11,5 7-11,7-4 22,7 0-16,-2-6 16,19 0 12,-6-8 22,20 0-23,-4-10 12,2-4-6,-4-8 6,-6-1-17,-15 2 118,-2-5-62,-15 10-23,-1-5-5,-8 6-16,-3 2-12,-1 0 0,0 3-12,-1 1-16,2 1-33,0 2 44,0 7-5,1 6-1,-1 12 1,-1 9-6,-2 8-6,-1 7-5,-1 4-6,1 1 17,3-3 6,4-3 16,4-7-16,7-7-12,0-12 34,13-1-5,-4-12 27,10 1 17,-4-8 6,-1-7-11,0-8 10,1-8 7,2-10-51,3-8-23,0-5 35,-4-2 16,-4 1-12,-12 5-21,-5 4 5,-14 2-6,-1 10-5,-19-10 22,3 13-33,-10-10-17,8 11 22,7 2 6,5 6-12,7 4-16,2 5 0,6 2 16,8 1-10,13 1 22,15 3-17,14 2-28,7 0-1668,-26-4 0,-1 0 1698,1-1 1,-2-1 3,33-5-6,-6-4-17,0-8 6,-23 3 28,-3-4 5,-22 8-16,-3 0 3374,-4 1-3374,-3 5 11,0-1-17,0 4 22,0 1-33,0 4 17,0 4 10,0 11 12,1 9-28,1 13-44,1 10 16,3 9-327,-2-27 1,0 1 188,2 2 1,2 1-835,1 1 1,1 2 999,2 7 0,0-3 0,3 6 0,-3-4 0</inkml:trace>
  <inkml:trace contextRef="#ctx0" brushRef="#br0" timeOffset="63884">11933 5496 13245,'0'-5'7684,"0"1"-4614,0 4-2930,-20-45-51,4 34-42,-8-9 1,-4 3-25,-3 22 2,0 2 0,-2 1 20,-19 5-26,19-5 1,-2 0-1,3 0 1,0-1 42,-21 3 22,13-3 140,16-4-146,12-2 12,6 0-45,6 0 5,2 4-27,2 0 38,8 20-22,-4-7 51,5 26 6,-7-1-35,-3-5 1,0 2-23,1 16-813,0-5 1,1-1 795,1-6-5,1-3 0,3 1-49,11 7-114,1-13 1,1-1-114,13 9-668,1-16 1,4-6-2631,16-10 840,-21-6 0,0-3 2717,25-13 0,-37 3 0,-2-1 0</inkml:trace>
  <inkml:trace contextRef="#ctx0" brushRef="#br0" timeOffset="64294">12373 5589 24631,'-57'-8'656,"6"18"-538,38 26-45,3 14 50,11 11-95,6-20 16,6-10 1,3-3 6,3-8 83,37 9-83,-28-22 10,5-9 1,0-4 5,-4-4 25,0-8 1,-3-4-60,-7-1 113,10-30 61,-18 11-2106,-3 11 0,-1-1 2067,3-9 1123,0-5-1179,-6 34 28,-2-1-112,-1 16-28,2 11-11,-1 3 22,7 31 1,-5-17-4,2 10 0,-1 4-42,-2-13 1,0 0 845,1 16 0,1 0-1003,-3-16 1,2 0-1296,3 10 1,3-3-4283,12 4 5075,8 7 1,-11-32 0,-7-11 0</inkml:trace>
  <inkml:trace contextRef="#ctx0" brushRef="#br0" timeOffset="64700">13180 5459 21618,'-3'-5'3232,"0"1"-2145,3 4-902,-13-42-101,27 29-12,0-33-16,35 40-20,-15 3 1,1 0-15,-2 1 1,0 1-23,20 0 11,-5 9 0,-31 2 23,3 9-51,-14-5 96,-9 16-29,-1-13 23,-12 29-40,9-22 12,-2 32-22,16-16-3393,11 18 3381,3-18-246,3-10 1,0-2 240,2 1 5,0 6 0,-2 0 11,-10-3-65,-7 4 0,-6 1 76,-21 5-33,2-13 0,-4-1-143,-6-7 1,-3-4-807,-5 0 1,-3-3 948,-8-1 0,2-2 0,-7 1 0,4-5 0</inkml:trace>
  <inkml:trace contextRef="#ctx0" brushRef="#br0" timeOffset="66693">13190 5412 9798,'-4'2'4844,"1"-1"539,3-1-4638,-20 9-123,17-7-334,-12 6-154,26-10-57,9-1 25,8-1 18,7 2-7,7 0 88,3 2-130,13-1 28,-11 1-77,-4-1 99,-12 1 12,-14 0-62,-3 0 203,-7 0 157,-5 0 913,-1 0-1204,-2 4-128,-2 2 64,-3 6 1,-3 2 21,-3 0-26,0 4-54,0 2-276,3 4 0,3 4 205,3 6-84,8 2 2,5 4-56,8-1-24,2 1 49,1 1 213,-2 2 68,-4 14-67,-6-18 35,-3 19-32,-5-20 17,-2 9 12,-2-1-29,-3-5 1,1-5 39,-2-7 12,-1-4 50,-4-4 1,-8-2-22,-10-2-15,-14-2-17,-11-2-54,16-7 1,0-1-21,-15 1 6,18-3 1,2-1 53,-1-1-146,-1-3-338,16-1 396,12-10 1,7 8 0,4-5 0</inkml:trace>
  <inkml:trace contextRef="#ctx0" brushRef="#br0" timeOffset="68160">13292 5535 17736,'-51'-22'1597,"14"4"-1378,48 12-29,9 1-11,9 0-16,5 1-29,4 2-33,3 0-51,-2 2-11,-3 4 17,-5 2 17,-7 7 67,-6 3 112,-5 7 67,-6 5-56,-2 7 57,-3 17-225,-2-14 73,-1 21 62,-1-2-362,0-9 218,0-12 1,0-1 92,0 13-33,-1 14-90,2-30 0,-1 0 45,-1 29-12,0-4 7,0-9 55,0-13 162,0-11 287,-2-11 16,-3-7-292,-8-3-188,-11-5-64,-15-1-21,-14 0-37,24 1 0,0 1-6,-1 0 1,0 1-4,-25 0-10,14 0 31,17 0-979,15 0-6009,20-3 6962,6-1 0,-1 0 0,-1 0 0</inkml:trace>
  <inkml:trace contextRef="#ctx0" brushRef="#br0" timeOffset="68884">14906 5505 13827,'1'-3'5618,"1"1"-2386,-2 2-2722,6-35-219,-6 26-140,4-27-101,-10 36-16,-4 6-17,-8 4 0,-10 12 5,-12 9 9,9-7 0,-2 1-348,-15 12 333,10-9 1,-1 0 11,9-9 0,0 0 8,-15 7 1,-1 0-29,16-9 1,0 0 13,-9 4 1,6-2-18,14-6 7,-2 6 16,21-7 356,10 3-295,15 5-5,18 0-62,-11-8 1,3-1-558,7 1 0,2-1 350,9 0 1,3 0-2227,5 0 1,0-1 2410,-4-1 0,-4-1 0,-16-2 0,-4-1 0,6 0 0</inkml:trace>
  <inkml:trace contextRef="#ctx0" brushRef="#br0" timeOffset="70654">15942 5687 17613,'-1'-56'1018,"-1"0"1,1 0-1,0 1 1,-1-13 0,0 3-1,3 10-284,7-7-269,-3 21-404,-2 22-89,-3 14 17,-2 40 22,-1-3 0,-3 22 1,-2 8-992,1-12 1,0 2 949,0 0 0,-1 4 0,2 0-103,0-3 1,1-1 0,1 1-371,0 5 1,1 1 0,0-2 14,2-11 1,-1-1 0,1 3 487,0 4 0,1 6 0,0-3 0,0-9 0,0-9 0,0-3 0,-1 25 0,1 0 0</inkml:trace>
  <inkml:trace contextRef="#ctx0" brushRef="#br0" timeOffset="72047">15593 5971 18543,'37'-44'22,"1"0"1,5 2-1,4 8-25,9 19 0,4 6-949,-18 1 0,1 1 0,1-1 957,0 1 1,0-1 0,0 0 10,18-4 1,0 0 14,-6-1 0,-3 0 95,-6 0 0,-3-1-34,-8 2 1,-4-1 712,11-4 617,-18 2-733,-20 10-516,-13 1 1461,-15 4-1365,-17 5-118,3 1 73,6 3 1,-1 4-18,-11 11-132,13-6 1,0 3 668,-9 19-750,11 3 0,12-2 29,14-4 66,13-10 91,10-9-80,2-10 186,25-16-112,-10-9-79,11-4 75,-23 1 1,-2-2 81,3-9-16,7-16-7,-20 11 51,-7 5 23,-4 7-12,-2 9-100,-1 7-169,-1 5-67,0 2 23,-3 8 33,-3 9 0,-5 14-11,-2 9 6,2 7 0,6 0-6,12-1-6,11-5 6,13-7 17,10-8 0,10-11-6,6-9-3,-22-9 1,0-4 2,12-2 39,8-18 17,-31 3 1,0-11-40,-12-8-28,-6-4 33,-6-5-16,-2 3-6,-1 3 17,1 7-22,4 5-1,1 15 23,3 5-33,-1 12-12,5 2 11,8 6 29,16 4-18,17 6-13,-19-6 0,1 0 5,3 1 0,0 0-252,0 2 0,-1 0 244,-3 0 0,-2 0 39,22 16-39,-15 1 28,-11 9-6,-14-10-34,-6 11-89,-6-5 23,0-5-242,2 7-190,12-16 213,12 1-890,18-8-147,14-6 827,-23-9 0,-1-1 224,1-1 0,0-3 187,3-5 1,-2-1 196,19-13 16,-9-1 213,-14-3 174,-14 5 151,0-8 79,-8 0 319,-9-6-740,-4 14 202,-11-9-140,-6 18-89,-10-2-102,-5 9-83,-2 4-51,1 10-28,3 6-11,7 7-11,9 5 5,10 7 6,11-5 28,10 2 7,3-13 26,8-2 23,-4-9 230,8-6-180,-10-2 247,4-17-241,-13 7 168,4-15 17,-8 9-12,-1-3 29,-4 5-292,-1 7-61,-1 7-17,1 8 34,0 14-6,0 34-11,0-5-1018,2 9 1,0 2 1033,2 2-16,0 0 0,1 4-202,-1-16 0,-1 2 155,-4 1 0,-1 4 0,-1 0-8,-2-7 1,-2-1 0,-1 0-370,-4 7 0,-1 1 1,-2-5 411,-2-3 1,-1-4 10,-3-1 1,0-6-22,-5-1-46,-6-13 1,13-20-415,-8-50 179,22 17 1,1-2 739,-3-7 1,3-3-912,4-11 1,7-3-356,7-1 0,5 0-147,-1 2 0,4 0-186,6 0 0,2 5 369,-10 24 0,0 3-2126,5 1 1,0 2 3212,20-10 0,-14 9 0,-2 6 0</inkml:trace>
  <inkml:trace contextRef="#ctx0" brushRef="#br0" timeOffset="72664">18213 5747 12970,'3'-3'8362,"0"1"-7291,-3 2-371,9 4-432,-6-1 421,21 9-538,-10-6 62,36 3-162,-22-7 27,7-3 0,1-2 40,5-7 61,12-8-89,-27 1 139,-7-16-167,-14 15 79,-6-23-102,-5 25 95,-19-13-27,3 20-7,-13-1-55,12 9 28,-4 7 11,3 10-45,1 8-22,0 12-6,11 4 0,6 8-27,7 5 10,4-11 11,8-11 1,6-2-6,19 7-547,-6-12 1,3-2 546,17 0-6,-18-15 0,1-2-5,18-7 28,-13-6 0,1-4 2,-8-1 1,-2-4-192,6-8 1,-3-4 185,-5-3 0,-4-3-908,1-9 0,-2-1 905,-5 7 0,-1-3 24,-3-3 1,1-4 0,-4 1 295,-3-4 0,-3 0-270,0 3 1,-2-3 0,-3 3 33,-8-8 0,-4 5-48,1 12 1,-2 2 64,-5 3 0,-2 4 87,-11-6-126,6 9 350,-4 13-412,14 26 1962,-3 3-1996,1 30 15,11-6 0,1 4-134,1-9 0,2 3 134,5 13 1,5 6-1,2-4-684,5 0 1,4-1 683,-1-2 1,3 3 0,0-3-41,9 7 0,2-3-255,-2-3 0,1-3 73,-3-5 1,-1-2-166,-3-4 1,-1-2-352,-4-5 1,-1-1-1938,13 11-167,-11-18 2850,-4-12 0,-10-9 0,-1 0 0</inkml:trace>
  <inkml:trace contextRef="#ctx0" brushRef="#br0" timeOffset="72864">18874 5638 18655,'-3'-3'4336,"0"1"-3127,3 2-957,67-54-213,-36 38-32,3-3 1,8-5 0,-4 6-3,11 12-36,-14 2 1,-1 0-407,10 1-1569,-9 2-2054,-12 2 2997,-6 1 0,-12-1 0,-1 0 0</inkml:trace>
  <inkml:trace contextRef="#ctx0" brushRef="#br0" timeOffset="81805">6996 662 24810,'-10'-43'-126,"0"0"1,1 1 0,-5-17 0,4 11-1675,9 24 2134,0-6 104,1 7-213,0 2-248,0 11 53,0 18-1353,0 2 1910,-1 35-26,0-17-436,1 3 1,0 3-101,8 18-154,0-10 0,3 0-95,-1-6 0,1-1-57,1-1 0,-1-2-299,8 19-60,-7-19-23,-2 2 4265,-5-8-4002,-4-12 607,-2-3 546,-2-10 1331,-3 1-767,-3-10-1011,-6-18-562,4 2 35,-2-29 128,10 3-43,1 18 1,1-2-3,0 1 1,1 0-693,-1-1 1,0 0-261,-5-14 944,-1 9 351,-6 14-3618,2 12 3144,2 4-261,3 4 112,9 10 199,8 7 58,10 11 54,20 19 37,-10-11 82,-4-2 1,-1 1-71,-1 10-60,4 7-27,-18-3 287,-12-13 3429,-7 2-3240,-9-9 131,0-13-263,0-8-113,1-17-22,1-13 19,-3-18-81,7 5 0,2-2-202,-4-19 72,5 3 1,2 3-912,2 9 974,2 6 0,0 3 76,1 7 34,1 0-101,-1 17 0,2 8 39,2 9 17,12 21 17,-3-4-9,1 9 0,0 4 26,1 16-206,-6-12 1,-1 0 143,-1 13-368,-3 10 413,-5-17-11,-1 14 27,-1-20 90,-1-9-11,3-20 1046,2-10-1074,0-10 396,-2-22-452,0-8 39,-3-18-33,0 6-45,-1 12 27,-3-1-21,-6 9 22,1 4-29,0 4-32,8 15-40,3 6 28,11 7 67,8 8-34,12 9-10,4 13 16,-2 9 0,-9-3 0,-6 15 17,-9 5-16,-1-10 21,-4-16 1,-1-2 11,2-7 50,-1 2-17,0-18 85,-2-12-96,-8-11-17,-6-14-16,-3-1 16,2-3 1,0 0-1,-1-3-3,0-7 1,2-1-31,3 0 39,-2-15-17,9 26-33,4 12-6,0 9-135,5 8 130,5 12-1,8 10 40,-1 5-6,12 34-23,-14-22-1693,1 11 1,1 1 1710,-2-4-9,0 6 0,1-1-14,-4-9-118,-3 0 0,-1-1-5,-4-10-409,-12 21 157,-8-33 139,-17 1 174,-9-18 85,-8-11 22,-4-9-1,26 7 1,1-1-63,0 0 1,0 0 101,-27-15 3260,14 8-3272,13 7 1,-1 0 68,-8-5-3278,-12-8 3238,21 11 134,2-4-95,11 8 142,-1-4-203,10 8-74,2 3-240,3 4 3476,8 12-3202,1-1-5,24 33 16,-4-6-5,-6-9 0,1 0-1,6 8 63,17 5-1,-13-22 40,18 2-45,-16-16 19,-3-13 0,-1-4-41,7-3 13,6-9 1,3-4-7,-12 5 1,-2 1-275,2-1 0,-2 0 269,-2-1 0,-5 1 82,-4-2-48,-1-3 41,-11 7-21,-6 7-6,-3 3-45,-3 5-28,0 1 464,0 2-548,0 2-57,1 2-296,1 3-1961,0 9 2370,0 5 0,0-3 0,0-3 0</inkml:trace>
  <inkml:trace contextRef="#ctx0" brushRef="#br0" timeOffset="83427">15812 541 31475,'15'-41'-456,"0"1"0,-1 0 0,-4 12-931,-10 24-643,1 0 1317,-1 20-63,0 7 137,1 11 210,1 17-418,0-20 0,0 3 488,0 8 0,1 1 23,-1-8 1,0-1 302,-1 3 1,-1-2-106,-5 0 620,-5 6 280,-8-10 3933,-5-8-2601,-4-9 0,-4-7-301,-4-10-1793,-6-8 0,-3-11 0,16 0 0,3-3 0,-6-6-547,0-13-1232,23 16-560,2-1 256,1-6 938,3 5 258,1 8 387,1 9 175,1 6 161,4 7 687,4 6-337,8 7-114,5 8-84,-1-1-44,17 12-52,-15-15 78,4 2 1,2 2-272,7 2-346,14 9 432,-13-11 121,-5-6 180,-5-7 36,-4-5-63,1-10 25,2-8 69,4-11-21,0-5 12,-2-1-14,-6 3 7,-9 6-33,-7 9-66,-4 6-130,-3 5-16,-6 7 36,-7 6 15,-9 9 57,-8 5-11,-3 4 22,0-2-11,-1 0 12,0-2 16,-4-4-12,-7-2 12,-6-6-16,-4-6 16,2-4 5,6-9 1,10-5 61,9-10-17,9-7-55,7-6 22,6-2-23,6 1 34,9-1-67,-3 17 0,5 1-51,-7 17-11,2 1 51,5 4 22,4 5-6,5 5 6,-1 0-22,18 13-1,-9-9 18,8 6-12,-6-6 6,-7-6 22,-2-2 11,3-2-10,-12-5 38,25-3-39,-10-6 0,10 0-11,6-12-50,-6-3-23,0 1-436,0-5-1626,-14 11 2135,4-1 0,-11 8 0,-4 3 0</inkml:trace>
  <inkml:trace contextRef="#ctx0" brushRef="#br0" timeOffset="91234">8615 676 19242,'50'-16'781,"0"0"1,0 0 0,8-3-1,0 1-408,-12 4 0,2-1 1,-2 2 10,12-3 1,0 1-167,-10 3 0,3-1 0,1 1-22,-6 2 0,2 0 0,1 1 0,-2 1-108,10-3 1,-1 2 0,-1 0-83,0 0 1,-1 1 0,-1 1 153,-1 0 1,0 1-1,1 0-213,3 0 0,2 0 0,-1 1-57,2 0 1,1 0 0,2 0 27,-10 1 0,1 0 1,0 0-1,-1 1-9,6 0 0,-2 0 0,-3 0 14,-9 1 1,-2 0 0,1 0 36,7-1 0,1 1 0,1 0 58,3 0 0,2 0 0,-3 0-24,-8 0 1,-1 0 0,3 0 67,8 1 0,5 0 1,0 0-1,-5 0-24,-10 1 1,-4 0 0,3 0 0,17 1 1,5 0-1,-6 1-45,-4 0 1,-1 0 48,-4 2 1,3 0 0,-3-1-36,4 2 1,1-1-852,-2 1 0,3-1 0,-4 0 563,0 0 1,0 0 172,1 0 1,5 0 0,-7 0-130,-8-1 1,0 0 126,3 0 0,7 1 0,0 0 0,-4 0-72,-7-1 0,-4 0 1,3 0 5,15 2 1,5-1 0,-1 2-31,-3 0 0,-1 0 1,-3 0 82,3 1 1,-3-1-10,7 2 0,-1 1-8,-3-2 1,-3 0-54,-20-3 1,2 0 32,13 2 0,7 0 0,-5-1 86,-7-1 0,-1 0-384,18 1 0,1 1 62,-16-1 0,-3 0-3,-10-2 0,-1 1-49,4 2 1,-1 0 178,-2 1 1,-1 1-155,0 1 1,-1 0 94,2 2 0,-2 1 56,10 10 1002,-5 2-1092,-2 1 450,-1-1-416,3-1 10,-1-2 21,-2-3 3383,-10-5-3301,-7-3 23,-9-5 360,4 9-146,-7-7-6,2 6 11,-7-5 0,-2 1 28,-2 2 39,-4 0 11,-5-1 6,-5-1-11,-8-1-17,-13 0 0,-14-2-50,4 0 22,5-3 0,-1-1-289,12 0 1,0-1 290,-15 1 1,0 0 9,-11-1 52,20-2 0,1-2 82,-8-3-31,-14-5 87,27-4-90,13-1-101,11-2-34,15 0 18,11 0 565,10 3-549,7 3 127,-1 4-127,0 5 6,-1 7-23,4 3-16,7 4 5,8 1-330,7 1 308,-9-3 16,-9-3 1,1-1 17,18 4-26,-16-4 0,-1 0 48,21 2-6,-20-4 280,4-1-67,-24-7-16,8-5-79,-12-8-39,0-7 363,3-7-313,2-4 11,-1-2 39,-2 0 17,-5 5-117,-7 3-90,-6 5-22,-9 2-18,-7 3-4,-9 3 4,-3 1-4,4 6-108,1 1-21,12 6 89,0 1 0,6 6 22,1 4 23,0 2 0,-1 11-17,2-1 11,-2 13-5,2-1-6,4 2 11,5 4 0,9 0-11,8 0-67,3-1 0,-5-10-577,-2 12-824,-22-10-4750,-27 14 6218,-18-11 0,7-13 0,9-9 0</inkml:trace>
  <inkml:trace contextRef="#ctx0" brushRef="#br0" timeOffset="94547">8483 3199 21992,'52'-1'494,"0"0"0,1 0 0,-1 1 1,10-1-1,-1 0 0,0 0-1395,-1 0 0,0 1 1,-1 0 1080,0-1 0,0 0 0,-2 0-205,-7 1 0,-2-1 0,3 0 199,-4 0 0,2 0 1,1 0-1,2-1-6,10 1 1,2 0 0,1-1 0,-2 0-75,-6 1 0,-1-1 0,0 0 0,-1 1 46,0-1 0,-1 0 0,0 1 0,-1-1-28,0 0 0,-1 0 0,0-1 0,-2 1 37,7-1 0,-3 0 0,5 0-54,-11 1 1,3-1-1,2 1 1,0 0 0,-3-1-34,4 1 0,-2-1 0,0 1 0,1-1 11,5 0 1,2 0 0,-1 1 0,-5-1 22,-5 1 0,-4-1 1,1 0 55,7 0 1,1 0-1,-1-1-18,-10 1 0,-1 0 1,4-1-72,3 1 1,5-1 0,-1 1 0,-3 0-26,-2 0 1,-3 0 0,3 0-26,7 1 1,6 0 0,-1 0-1,-9 1-9,-3 0 1,-2 0-13,6 1 1,5 0 0,-7 0-47,-10 1 0,-3 1-58,5 1 0,-2 0-107,3 2 360,-20 4-800,-27-5 561,-18 4 816,-31 0-545,19-4 0,-4 0-24,-14 2 1,-5-1 8,-4 0 1,-2 0-47,14-1 1,-3 0-1,2-1 35,7 0 1,0 0 0,-1 1 177,-16 0 1,-2 0 0,0 1-165,6-2 0,1 1 0,-2 0-259,3-1 1,-3 1 0,-1-1 0,0 1 75,0-1 1,0 0 0,-1 1 0,-2-1 23,3 0 1,-2 1-1,-2-1 1,3 1-1,3-1-11,3-1 0,5 1 0,-1-1 0,-3 1 12,-2 0 0,-3 0 1,-1 0-1,0 0 0,2 0 2,-6 0 0,1 0 0,1 0 1,-1 1-12,10-2 0,-1 1 1,0 1-1,-1-1 1,-1 0-9,-5 0 0,-2 1 1,-1-1-1,1 1 1,2 0 2,-5 0 1,1 0 0,2 1 0,3-1 2,-6 0 0,3 0 1,-3 0-5,13-1 1,-2 1 0,-1 0 0,1-1 0,4 1 0,-8-1 0,3 1 0,-2-1 3,-1 1 1,-4 0-1,1 0 1,5 0 1,10-1 1,3-1 0,-1 1 9,-9 0 0,-2-1 0,5 0-23,4 0 1,2-1-12,-15 0 0,4 0-33,-8-3-85,27 1-198,15-2-220,25-1 703,16 0 87,9 0-148,-1 1 1,5-1 6,15-1 1,4 0 18,6 0 1,4-1-15,-8 2 0,3-1 0,0 0 10,-2 0 1,1 0 0,0 0 27,-9 0 1,1 1 0,0-1 0,-2 1-167,8-1 0,-3-1 1,3 1 3,-2-1 1,1 0 0,2 0 0,1 0 43,-6 0 0,1 1 0,1-1 1,1 0-1,0 0-5,1 0 1,1-1-1,0 1 1,2-1-1,0 1 7,-1-1 1,1 1 0,1-1-1,0 1 1,-2-1 0,-4 1 20,5-1 0,-4 1 0,-1 0 0,5-1-4,-6 1 1,4 0 0,2-1-1,0 1 1,-1-1 0,-4 1 4,7-1 0,-2 1 0,-2 0 0,3-1-12,-5 1 1,1 0 0,2-1 0,0 1 0,0 0 11,4-1 1,1 0 0,1 1 0,-2-1 0,-4 1-7,-5 1 1,-4-1-1,0 1 1,4 0-15,2-1 0,3 0 0,1 0 0,-2 0 0,-2 0 3,-4 1 1,-1 0-1,-3 0 1,0 0-5,9-1 1,-1-1 0,-3 2 14,13-3 0,-5 1 14,-12 0 1,-4 1 82,14-5 93,-27 5-6,-16 3-183,-28 3-27,-16 7 0,-11-1 0,-9 3 0,-7 2 0,7-3 0,-5 0 0,0 0 0,-5 0 0,-1 1 0,-1-1 0,-1 1 0,1-1-156,8-1 0,1 0 1,-3 1 137,-6 1 0,-5 1 0,1-1 1,11-1-1,9-2 0,3 1 1,-3-1-1,0 1 0,1 0 1</inkml:trace>
  <inkml:trace contextRef="#ctx0" brushRef="#br0" timeOffset="106020">20212 5835 17117,'-20'-50'1902,"1"0"1,1 6 0,3 5-1480,5 2-228,4 16-344,4 11 67,0 10 82,4 13 44,4 12-188,1 4 135,8 17 25,8 5-4,4-2 4,0-4 158,12-14-68,-17-20 65,9-5 0,4-5-9,22-17-699,-9 1 0,3-4 581,3-4 1,1-4-19,-14 7 0,2-1 1,0-1-545,1-1 0,0 0 0,1 0 531,1-2 0,-1 1 0,1 0-8,-1 0 1,-1 0 0,1 1-407,-3 1 1,0 1 0,0 0 405,16-8 1,-4 3-167,-13 7 1,-2 1 81,-2 1 1,-4 3 187,5 3-4086,-4 10 4347,-25 18 1,-5-5-1,-11 6 1</inkml:trace>
  <inkml:trace contextRef="#ctx0" brushRef="#br0" timeOffset="108538">12747 7295 12847,'0'-3'6901,"0"1"-6140,0 2-671,-22-19 78,-1 18 22,-24-13 62,4 21-11,-4-1 0,0 0 61,-1-2 29,3 0-62,4-3-185,12 0 62,4-1-51,13 0-140,3 0-67,5 2 78,3 0 57,-1 11 5,-1-3 89,-4 25-16,-7 16-78,-1 2 13,5-21 0,-1-1 71,-7 12-68,4-11 67,-3 6-72,9-20-17,-1 4 246,7-15-78,1-5 296,1-2 163,2-3-487,3-6-101,8-8-33,9-6-12,1 3 50,25-6-61,-7 12 6,8-1-15,-14 12 1,1 3 3,21 9-199,-15-3 0,0 3 190,-5 3 0,-3 1 14,18 9-20,-24-3 1,-4 2-49,-7 10-49,-13 16-62,-36-5 64,4-20 0,-4-2-408,-7 0 1,-3-2 175,0-1 0,0-3-222,1-2 1,2-3-676,6-3 1,2-3 1243,-16-12 0,24 5 0,11-8 0</inkml:trace>
  <inkml:trace contextRef="#ctx0" brushRef="#br0" timeOffset="108795">12642 7287 14466,'5'-4'3472,"-1"0"-1317,-4 4-1208,0 0-779,80-38-320,-31 22 216,9-7 1,2 1-9,-25 13 0,-3 4-26,0-2 1,0 1-42,22-3 44,-11 4-1450,-13 3 1535,-8 7 1,-12-3-1,-3 4 1</inkml:trace>
  <inkml:trace contextRef="#ctx0" brushRef="#br0" timeOffset="109172">14080 7217 22722,'-22'22'549,"-7"6"-426,-10 13-87,9-15 1,-4 1-1076,-9 4 0,-2 0 1044,-4 1 1,0-1-6,2-1 0,3-2 266,8-4 0,4-2-266,-6 12 424,24-10-279,21-6 18,16-4-40,17-4-61,20-4 66,-23-4 0,2-1-173,6 0 0,2-1-171,2-2 1,0-1-575,3-1 0,-1-1 790,3-4 0,-4 0 0,6-2 0,-9 0 0</inkml:trace>
  <inkml:trace contextRef="#ctx0" brushRef="#br0" timeOffset="110288">14982 7626 28119,'-2'-53'445,"0"1"1,2 5 0,-4 8-1261,-3 21-246,0 6 669,-6-4 236,-4 11 337,-2 4 217,-7 12-689,1 15 937,3 3-461,6 3 0,3 1 288,1 6-249,3 5 1,5 1-38,17 4-447,-1-16 0,5-1-152,6-9 0,4-5-124,5-2 0,2-3-122,3-3 1,2-1 457,1-4 1,-1-1 103,-3-3 1,-1-1 115,18-6 211,-19-10 44,-20 1 16,-12-11-356,-16 3-169,-14-8 10,-17-2-248,17 15 0,0 1 219,-19-10 210,11 6 0,1 0-124,-1-1 82,1-3 0,1-2 104,3-5 41,11 5 0,4-1-94,7-13 369,11 2-400,24 5-19,9 9 3,18-2-32,-23 17 0,1 1 106,1 3 1,0 2 685,30 7-665,-7 13-38,-12 16-100,-12 13 163,-15 13-17,-12-25 1,-4 1-196,-4 4 1,-2-2 71,-7 25-647,-2-15 1,-1 1-2676,7-16 1,0 1 2791,-4 8 1,3-2 0,1-3-1,8-18 1</inkml:trace>
  <inkml:trace contextRef="#ctx0" brushRef="#br0" timeOffset="111005">15914 7607 16190,'-3'-61'1088,"-1"0"1,0 6 0,5 10-770,15 15 340,-2 13-508,0 10 288,-1 15-14,-2 13-60,-4 20-130,-4 13-89,-5 9-51,0-31 0,1 0-28,-1 27-17,8-10 327,3-11-81,11-15 253,19-16-302,9-18-958,7-9 795,-17 0 0,0-3-20,-1 0 1,2 0-26,11-10 1,2-1-328,-17 11 1,1-1 0,0 0 311,8-6 0,1 0 1,-3 1-11,3 0 0,-2 0-5,-5 5 0,2-2 1,-5 4-2,-3 4 1,-2 1-17,5-2 0,-1 1-26,17-4-156,-17 11-163,-17 17 594,-11 5-2818,-16 22 2577,-14 12 0,10-15 0,-6 1 0</inkml:trace>
  <inkml:trace contextRef="#ctx0" brushRef="#br0" timeOffset="111879">18642 7219 12881,'0'-5'6312,"0"0"-5867,-10-26 1,-3-4-66,4 15-204,-4-16 1,-2 2 624,-6 23-493,1 5-196,-5-1 68,-13 20-147,18 0-5,-4 9 0,0 6-22,2 16-12,-6 9-5,20-18 0,3-1 5,2 1-2,7 2 0,3 1 19,11 0-6,-2-11 1,4 0 0,25 10-213,-17-19 0,-1-1 190,20 8-14,-17-8 1,-3-2 19,-5 0-3172,3 13 3239,-29-17-30,-33 10-9,8-14 8,-2-1 0,-4-2 3,-24-10-78,5-9 211,8-4-2334,24-30-2190,19 19-4258,2-17 8621,8 26 0,-2 9 0,-3 6 0</inkml:trace>
  <inkml:trace contextRef="#ctx0" brushRef="#br0" timeOffset="113162">19326 6824 20727,'-1'-8'2448,"1"2"-1916,0 6-459,0 0-6,-26 10-33,24 29-26,-9-10 1,1 4-427,11 13 0,4 3 404,-4 2 0,0 0-73,-3 1 1,-1 1-152,-1-3 0,-1 0-182,0-3 0,1-2 137,0-11 0,0-2-835,2 6 1,0-3-866,0 0 342,1 7 705,-1-29 466,2-18 436,-1-15 275,-1-16-62,-1 0 359,-3 3 0,-1-1 577,-6-15-539,3 15 1,-2-1 466,-11-14-142,0 6 310,7 14-640,3-2-510,15 15-16,14-2-6,23 9-22,23 4-249,-3 2 248,-4 2 1,0 1-488,3 0 488,3-1 0,1-1 27,-4-2-30,-23 1 0,-2-1 59,11-8 129,-12-3 157,-6 0 95,-6 0-51,-16 4-101,-8 2-173,-3 2 389,-17 0-389,-2 6 460,-17 8-528,-3 8-27,0 12-28,4 7-12,10 5 23,12 1-12,10-1 1,14-4 16,7-6 1,11-9 66,6-8 29,4-8 5,4-12 23,2-9 11,-1-13 27,-6-6-10,-7 0 11,-9 4 56,-8 9-45,-4 9-106,-5 7-79,-4 6-22,-5 10 33,-5 7-22,-3 10 6,4-2 11,4 19-57,12-12 35,10 12-12,15-11 17,10-5 17,6-8 5,-1-8-5,-10-7 56,5-13 22,-17-3-17,5-13-38,-12-5 4,-5-6-27,-1-7 6,1 1 10,4 1-16,4 6 5,5 5-5,3 8 6,2 5-23,0 8-28,-1 4 28,-1 11-12,7 13 7,-11-1 10,8 18-10,-12-4 16,1 11-11,-5 1 6,-4 0-18,0-5-32,2-6 21,4-7 18,5-8 27,7-8 28,6-8 1,8-13 5,5-11 5,3-15-16,-24 12 0,-1-3-20,0-5 0,-3-3-441,0-4 1,-2-2 440,-3-5 0,-1-1 6,-4-1 0,-2 0 8,-3 2 0,-3 1-98,-4 5 1,-3 1 94,0 7 1,-2 3 42,-10-13-35,4 17-38,5 14-17,4 15-23,4 17 17,3 19 6,2 2-6,5 4 1,3 3-31,2-10 1,1 0 32,6 19 0,3 0-28,-1-10 0,-1-1-53,0-3 0,-3-2-93,-1-3 0,-3-2-89,-4-3 0,-1-1-1034,3 20-1657,-6-11 2968,-2-10 0,-3-16 0,-1-6 0</inkml:trace>
  <inkml:trace contextRef="#ctx0" brushRef="#br0" timeOffset="113371">20710 7052 19910,'-43'-13'761,"-1"0"1,4 2 0,16 0-700,37 0-34,24-2-25,-5 5 0,4 0-213,7-1 1,5 2-277,1 0 1,4 0 0,-2 2-2427,6-2 0,-1 1 2912,-11 1 0,1 1 0,-8 0 0,6-1 0,-21 2 0</inkml:trace>
  <inkml:trace contextRef="#ctx0" brushRef="#br0" timeOffset="113555">21390 6893 22593,'39'-11'-1257,"-1"1"0,9 0 1,-2 3-2284,-10 6 0,-2 2 2408,3 0 0,-2 1 0,8-1 0,-23 2 0</inkml:trace>
  <inkml:trace contextRef="#ctx0" brushRef="#br0" timeOffset="113773">21497 7181 25696,'32'19'342,"12"-9"-306,-7-17 0,3-5-8,-1 2 0,1 0-1723,3 0 0,-2 0 1689,13-3 750,2 0-2245,-37 8-8330,-5 2 9506,-9 2 0,-6 1 1,0 0-1</inkml:trace>
  <inkml:trace contextRef="#ctx0" brushRef="#br0" timeOffset="116655">22626 7084 18168,'-7'-47'1462,"1"0"0,-1 0 0,3 11-1205,4 25-268,0 0-45,0 8 6,0 13 83,1 0 79,4 34-56,-2-4-25,0-8 0,-1-1-9,-1 11 62,-4 14-43,2-22 6,-2 9 10,2-19 219,1-11 284,0-7-168,0-9-313,0-4 33,-1-14-30,0-11-16,0 1 1,0-2-32,2 0 1,1 1-15,-1-1 1,2 0 14,5-5 1,3 2-9,8-7 0,13-10-22,0 28-12,2 12 0,3 11 6,-8 7 16,16 21-13,-15 4-8,-9-5 0,-2 2-11,6 26 17,-10 1 5,-8-13 5,-11 5 0,0-25 41,-11 9 118,8-22 26,-4-1-136,7-10-3318,-1-17 3280,3 4 17,4-38-22,10 11-9,-1 10 1,2 1 8,11-11-6,5 7 34,18 4-51,-13 17-16,21-4 16,-22 26 89,0 8-22,0 14-20,-6-1-35,-7-1 1,0 1-11,7 11-7,-8-11 1,0-1 3396,2 4-3423,1-4-130,-7-12 44,5-2 71,-4-10 28,3-11 39,-1-11-11,2-11 112,2-9-12,-1-6 1,-5 9 77,6-7-24,-11 23-110,1-2-67,-9 16-16,-2 7-74,0 8 22,1 9 10,3 11-3,0-3-21,15 20 81,-6-22-68,5 3 0,2-2-246,9 2-552,14 6-1059,-8-15-4430,-4-9 6375,-8-5 0,-11-4 0,-7-1 0</inkml:trace>
  <inkml:trace contextRef="#ctx0" brushRef="#br0" timeOffset="116821">23642 6625 15732,'-4'-6'4520,"0"2"-4257,4 4-3126,0 0 2863,14 3 0,-11-3 0,11 3 0</inkml:trace>
  <inkml:trace contextRef="#ctx0" brushRef="#br0" timeOffset="117288">24374 6816 16773,'0'-5'4733,"0"2"-2862,0 3-1529,-78-47-85,29 39-467,-6-14 1,-1 7 265,2 33 59,12 11-104,15 7 0,13 5 17,12 4 0,16-1 23,11-3 5,14-11 28,6-11 11,5-15-11,0-18 39,-4-17 28,-8-16-62,-23 16 1,-3-1-140,-4-5 1,-2-1 161,-3-6 1,-2 1-55,-2 8 1,-2-1 131,-2-14 1,-3 1 123,-5-7-177,3 18 0,0 3 53,-2 4 34,-1 6-224,8 18-34,-1 3 45,7 20-5,12 33 0,-2-6-243,2 0 0,2 0 215,2 7-79,1 5 1,3 3-99,-7-18 0,0 1-176,6 17 0,0 0-554,-6-16 0,0-4-880,-2-5 0,0-2-8022,11 11 8118,-7-19 1,-5-13 0,-7-8 0</inkml:trace>
  <inkml:trace contextRef="#ctx0" brushRef="#br0" timeOffset="117512">24970 6570 24995,'-46'-20'-39,"19"18"-50,46 51 5,5-5-180,0-9 1,3 1-1264,8 13 767,-10-15 1,-1 0-3016,1 12 2825,-12-7 1,-8-19 0,-5-5-1</inkml:trace>
  <inkml:trace contextRef="#ctx0" brushRef="#br0" timeOffset="117696">24830 6836 15933,'-5'-5'6559,"1"2"-6049,4 3-409,0 0-23,20-60-134,15 38-51,-5-13 1,4 3-386,3 23 0,3 7 99,1-3 1,0 1-325,-2-1 1,0 1-794,-4-1 0,-1-1-6219,27-8 7729,-16 1 0,-18 4 0,-13 4 0</inkml:trace>
  <inkml:trace contextRef="#ctx0" brushRef="#br0" timeOffset="117938">25509 6378 25354,'-22'-54'252,"5"23"198,12 82-366,8 12-48,1-26 1,2 1-273,3 2 1,1 1 274,2 0 1,2 0-10,-1-2 1,0-2-20,-1-4 1,-2 0 10,4 20 197,-7-13-320,-5-9-490,-3-8-6298,-1-7 6889,0-8 0,1-3 0,0-5 0</inkml:trace>
  <inkml:trace contextRef="#ctx0" brushRef="#br0" timeOffset="119688">26306 6416 16833,'51'-3'16,"0"0"1,0 0 0,-6 1 0,0-1 0,0 2-304,4 1 0,1 1 1,-3 0 260,6 0 1,-5 0-79,-11 2 1,-3 0-32,4 2 873,-24 1-710,-28 3 33,-43 10 9,21-8 0,-2 0-69,-13 4 1,0 0 118,7-2 1,4 0-32,-18 8 533,12 2-454,30-4 1085,7-1-984,18 0-23,16-6-156,2-5 117,30-3-33,-11-6-71,-13-1 1,0-2 148,15-11 17,-9-10 729,-14 2-561,-7-29 6,-12 10-107,-5 11 0,-1-1 425,-9-17-117,-6 4-364,2 16 466,-7-4-366,8 19-144,-3-4-158,9 12-123,3 5 12,3 1 10,2 9 23,16 20-11,8 12 5,-4-10 1,3 2-1167,4 9 0,0 0 1163,-8-12 1,-2 0-104,3 12 0,-5 0-745,-15 10-48,-8-18 0,-4 0-2349,-13 15 3254,-18 0 0,24-32 0,-1 0 0</inkml:trace>
  <inkml:trace contextRef="#ctx0" brushRef="#br0" timeOffset="122134">28446 6218 18341,'-55'-4'1171,"-2"0"-801,2 6-17,-7-1-385,30-1 0,-1 0 259,1-1 0,0-2 210,-21-1 137,14-3-254,16 2-42,12 2-194,8 2-348,3 1 276,0 8 308,-3 5-236,-2 14 22,-6 8-11,-5 7-16,-2 6 27,-3 1 6,2 0-33,1-6 21,4-7 63,3-8 16,3-9 129,3-9 280,3-6 577,1-3-980,6-13-78,6-3-79,13-13-23,14 0 12,11 3-11,6 5-601,2 10 595,-14 5-20,-8 9 1,0 4-242,16 11 244,-14-4 1,-1 3-18,12 18-11,-17 0 6,-18-1 11,-22-3-118,-30 2 34,4-14 96,1-8 0,-3-4-751,-21-2-37,23-5 1,-2-2-1079,3-3 1,3-3 1881,-21-17 0,24 10 0,13-3 0</inkml:trace>
  <inkml:trace contextRef="#ctx0" brushRef="#br0" timeOffset="122375">28538 6147 23915,'46'-31'429,"0"0"0,-4 3 1,-8 6-155,-17 11-354,-8 6-129,-4 1-660,-5 5-3461,0 6 4329,-4 2 0,2 0 0,-1-2 0</inkml:trace>
  <inkml:trace contextRef="#ctx0" brushRef="#br0" timeOffset="129001">8204 3451 16652,'47'-7'755,"1"-1"0,-1 0 0,-1 1 0,0-1 0,-3 3-427,4 0 0,-2 2-823,7-2 1,0 1 499,5 0 0,2-1-335,2 0 1,2 0 365,-20 1 1,1 0-1,1 0-3,1-1 0,1 1 0,0-1 8,3 1 1,0-1 0,0 0-56,4 0 0,0-1 0,1 2-304,1-1 0,1 0 1,1 1 323,0 0 1,0-1 0,0 1 63,-1 1 1,0 0 0,0 1-232,-2-1 1,0 1-1,-1 0 297,-1 1 0,0-1 1,0 1-43,-2 0 1,1 0 0,-1-1-27,1 1 1,-1 0 0,0-1-54,1 0 1,-1 0 0,1-1-25,-1 0 0,0 0 1,1-1-15,-1 1 1,0-1 0,1-1-2,-1 0 1,0 0-1,0-1-49,0 1 0,0-1 0,-1 1 8,-1-2 0,0 1 0,-1-1 57,0 1 0,-1-1 0,0 1-1,-2 0 0,0 0 0,0 0 110,-1 0 1,-1 0-1,0 1 51,21-3 0,-2 2 34,-1 0 1,0 0-103,-2 2 0,0 0 54,-1 1 0,0-1-27,-2 1 0,0 0-3,0 0 1,-1 0-12,0-1 1,0 0 199,-1 0 0,0 0-363,-1 0 1,-1 0 1,-3 0 1,0-1 26,-5 2 1,-1-1 1,-4 1 0,-2-1 744,-4 1 0,-1 1-57,25-2-26,-5 1-15,0 1-6,0-1-41,-10 0-182,-7 0 0,0 0 369,18-2-533,-14 1 0,0-1-136,24-4-118,-4-1 64,-6-1 55,-10 1 722,-10 1-665,-10 3 1170,-7-1-1123,-3 2 1396,-1-2-1024,-1 2-62,0 1-497,-4 2 0,-1 1 0,-5 1 0,-10 0 0,-6 3 0,-16 1 0,-9 3 0,4-1 0,3-3 0,-2 0 0,-18 1 0,3-2 0,0 1 0,-10-1-357,14 0 1,-1 0 253,11 0 1,1 0 48,-12 0 1,-3 1-12,-2 0 0,-1 0 22,-3 1 0,-1 0 43,-3 1 1,-1 0 20,-2 0 1,0 1-62,1-1 1,-1 1-543,1 0 1,1 0 554,0-1 1,1 0-2,2 1 0,-3 0 183,12-1 0,-3-1 1,4 0-142,-4 0 1,0 1-7,3-1 1,-3 0 0,3-1-5,-4 1 1,0 0 34,8 0 0,-1-1 0,-1 0-405,0 1 1,0 0-1,1 0 403,-2-1 1,1 1 0,0 1 5,0-1 0,1 0 0,-1 1-37,2-1 0,0 1 0,0 0-3,1 0 0,1 0 0,-1 1 400,-17 2 0,-2 0-749,15-2 1,-2 1 0,4-1 389,-3 1 1,1 0-15,5-1 0,-3 0 1,4-1 136,-1 0 0,2 0-154,-9 0 0,0 1-262,4-1 1,1 0-1378,5 0 1,3 0 1451,-19 2 0,25-1 0,16-4 0</inkml:trace>
  <inkml:trace contextRef="#ctx0" brushRef="#br0" timeOffset="132792">15878 3021 11080,'0'-4'4636,"0"0"-2133,0 4-1264,13-65-595,-9 43-524,3-14 0,-1 4 855,-6 22-634,0 7-537,0-1 392,-3 16 179,0 7-295,-3 17 167,2 8-34,0 7-139,2 7-3,-1-11-13,-1-11 1,-1-1 73,-3 10-76,-5 15 52,5-30 482,-1-5 458,5-17-109,-1-5-28,0-18-1060,0-12-13,-3-16-29,1-11-46,2 6 128,2 17 0,1-1-107,1-29 1,-1 1-278,2 2 929,0 28-96,-1 11-205,0 10 53,1 8-76,0 11 144,0 11-113,2 13-199,2 9-49,4 6-67,0 1 128,-4-17 1,-1-2-15,2 5 142,-3 5-60,-1-28 221,-1-7 331,1-1-160,1-17 184,1 2 61,3-25-238,1-2 34,2-14-108,0-3-40,-1 1-78,0 5 147,-2 8-450,-2 9-110,-1 12-44,-2 8 127,0 10 502,-1 11-609,1 13 43,0 14 36,0 13-7,0 6 30,0 1-1,0-2-149,-1-7-374,-1-10 683,-1-10 188,0-13 219,-1-7 146,1-14-1150,-1-11 217,-2-15 100,1-16 106,2-11 78,1 26 1,1 0 11,1 0 1,0 0 19,1-26-255,0 10 1011,0 14-289,-2 13-253,0 12-78,0 11 26,-2 13 169,0 14-215,-4 13 94,0 12-95,1 6-35,1 3 10,3-1-418,1-7 361,-1-11-188,0-13 76,0-13 134,0-10 126,-2-14-854,-2-11 200,-1-15 92,-2-14 31,0-11 244,5 26 1,1 0 103,0 0 1,1 0-48,0-24 252,1 14 410,0 15-288,0 14 25,0 10-16,0 14-136,0 13-92,0 17-35,0 11-39,0 6-36,1-20 0,-1-1-29,1 11 6,2 15-41,-1-39-113,1 13 14,-2-24 81,1 2 29,-2-16 1096,0-9-1102,0-11-35,-1-11-126,0-20 38,0 5 56,0 2-471,2 8-904,0 14-4035,0-4 5562,0 5 0,-1 11 1,0 3-1</inkml:trace>
  <inkml:trace contextRef="#ctx0" brushRef="#br0" timeOffset="133644">15805 2773 23491,'0'-5'1655,"-1"2"-1763,1 3 3401,-51 32-735,28-13-1850,-14 8 1,-1 2-248,2 7-461,-8 9 0,20-22 0,1-1 0,-6 6 0,1-1 0,20-20 0,1-1 0,9-13 0,8-10 0,15-26 0,-4 10 0,9-12 0,-1 9 0,3-2 0,-8 9 0,1-1 0,15-16 0,-3 4 0,-14 17 0,4 3 0,-3 7 0,17 0 0,-12 16 0,-2 6 0,-5 18 0,-6 7 0,8 24 0,-3-4-3154,2 7 592,-4-17-144,-4-10 814,1-1 411,-5-12 1133,-1 0 660,-4-9 209,-3-6-80,-4-8 12,-6-6-97,-5-11-82,-10-8 92,-14-18-69,11 13 23,-12-16-105,14 21-49,-6-5-42,2 8 378,-11 10 689,12 9 62,-26 16 891,26 0-868,-4 7 1,-1 3-622,-2 10-655,9-7 0,1 1 0,-2 7 0,1 19 0,14-23 0,-3 22 0,11-20 0,0 7 0,1-15 0,1-2-1374,0-15 227,1-4 1210,5-19-89,10-19 265,1 0 95,-2 9 0,1 0 551,5-3-539,-2 4 0,3 0-346,16-16 0,-9 13 0,2 1 0,10-7 0,-5 15 0,-2 4 0,-6 10 0,17-4 0,-15 26 0,-6 7 0,4 8 0,-12 0 0,-2 3-1894,1 3 1390,-1-1 0,-2-3 0,-4-11 0,-1 0 0</inkml:trace>
  <inkml:trace contextRef="#ctx0" brushRef="#br0" timeOffset="134501">22635 2906 14376,'19'-48'1204,"-4"9"-705,-15 39 1814,0 0-1423,-2 4-764,2-3 58,-1 3 480,1-4-1216,0 4 600,-1 5 0,1-3 0,0 2 0</inkml:trace>
  <inkml:trace contextRef="#ctx0" brushRef="#br0" timeOffset="143069">1576 4540 15685,'13'-38'977,"0"0"0,8-8-786,-24 63 94,-9 35-176,-3-8 1,-2 1-328,3-8 1,0 3 146,-5 7 0,-1 5 0,2-4-856,2-3 0,2-2 524,-4 9 0,3 0-3856,6-6 0,5-5 1251,4-7 3017,12 5 0,-5-34 0,4-5 0</inkml:trace>
  <inkml:trace contextRef="#ctx0" brushRef="#br0" timeOffset="143395">1647 4300 6921,'-17'-50'829,"0"0"0,0 0 0,1-9 0,-8 14 294,-27 30 0,-7 18-2241,11 14 1,-2 11 1499,-1 1 1,-4 3 0,3 3-227,13-5 1,1 1 0,0 6 44,4 0 1,-2 5 0,0 3 0,2 1 0,3-3-106,3 0 1,3-1 0,2 1-1,-2 2-46,0 4 1,-3 2-1,1 2 1,3 1-1,6-2-17,4 8 1,6 1 0,3-2 0,2-3-42,0-3 1,4-3-1,4-2-2,4 4 1,5-2 0,9-6-690,14-9 0,9-7 0,1-4 757,-3-4 0,2-4 0,4-1-11,2 0 1,5 0-1,1-2 1,-4-4 59,-1-3 1,-2-5-1,3-5 12,5-7 0,4-4 0,0-3 0,-9 1-52,-12 2 0,-5 0 1,3-6 48,6-5 1,5-7-1,3-3 1,-5 0 0,-8 4-61,-7 2 0,-7 3 0,1-7 44,2-8 1,4-7 0,0-4 0,-3 2 0,-7 6-17,1-11 0,-6-3-14,-7 12 1,0-8-1,-2-4 1,-2 3-1,-5 5-40,-6-2 0,-6 5 0,0-1-28,2-11 0,-1-1 0,-7 4-34,-6 12 0,-6 3 0,-3 7-60,-13 2 0,-7 8-15,9 6 1,-5 3-1,-4 7-49,-6 14 0,-8 9 1,2 3-1,7-4 0,-3-5 1,3 2-1,3 12 1,0 0-1,-1 0 0</inkml:trace>
  <inkml:trace contextRef="#ctx0" brushRef="#br0" timeOffset="144352">1270 11369 15227,'11'38'762,"-13"5"-560,-22 5-68,4-22 1,-3 0-357,-5 0 0,-1-2 513,-2-2 0,0-4 115,1-4 0,1-3 732,-22-2-393,13-21-42,11-15-317,13-16-257,7 5 84,13-11-62,15 4-118,7 2-16,13 4 401,-11 20-423,15 9-18,13 12-10,0 8 7,-25 0 1,-3 4 3,4 24 5,-20 17-3,-18-18 1,-8 3-6,-8 8 0,-6 1-465,4-13 0,-4 1 0,0-1 495,-3 0 1,-2 1 0,0-2 12,0-3 1,-1-1 0,1-3 48,-12 7 1,2-5 55,6-10 0,2-4 163,-14-3-102,18-19-122,15-9-45,10-7 0,14-4-17,3 7 0,22-4 2,6 10 1,3 3-12,-13 1 1,0 1 128,30-3 0,2 2-299,-22 5 0,-2 1 11,0 0 0,2-1-420,5 0 0,0-1-1732,-3-2 0,0-2-907,-2-2 1,1-1 3226,4-8 0,-5 0 0,-6 0 0,-9-2 0</inkml:trace>
  <inkml:trace contextRef="#ctx0" brushRef="#br0" timeOffset="144704">1623 10990 9523,'-43'-31'890,"-1"0"1,0 0 0,-1 3-1,0 4 1,-1 7-373,-18 13 1,1 9-855,10 1 0,-3 6 589,11 5 1,-5 6-1,1 2 1,3 2-1125,-3 5 1,4 3-1,-1 1 895,4-6 0,-1 0 0,1 3 0,0 4-8,6 2 1,-1 5 0,2 3 0,2-1 0,4-1-24,3-2 0,3 0 0,2 0 0,-1 4-213,-1 2 0,-2 3 0,2 3 0,2-2 0,5-1 201,4 1 1,3-1 0,5-2 0,3 0-168,5 11 0,6-2 0,6-4 202,5-7 1,6-3 0,5-5 20,5-6 1,6-6-1,2-4 13,6-5 1,2-4-1,3-5 30,3-3 1,3-5-1,0-3-143,-14-2 1,0-1 0,1-3 0,-2-1 192,1-2 1,0-1-1,-1-2 1,-1-2 126,13-8 1,-1-2-1,-3-3 2,-2-3 1,-3-3 0,-1-5-48,-10 2 1,-1-5 0,-2 0 0,-3 1-152,-1 1 1,-3 2 0,-1-3-14,1-6 1,-1-2-1,-4-1 296,-6 0 0,-5 0 1,-1 0-281,0-10 1,-3-2-30,-1 7 1,-1-4-1,-7 5 692,-8-1 0,-10 7-744,-8 9 0,-5 6-19,3 10 0,-5 7-514,-7 9 1,-6 6 0,5 2-787,5 2 1,2 3 1335,-28 6 0,5 2 0,23-1 0,1 1 0</inkml:trace>
  <inkml:trace contextRef="#ctx0" brushRef="#br0" timeOffset="146671">4510 11349 19574,'-3'31'142,"-1"1"0,-1 2 0,0 0-137,-4 5 1,0 1 10,0-2 1,1 0-6,0-4 1,2-1 5,-4 18 218,5-19 823,3-16 427,2-13-701,3-18-728,0 0 56,8-28-39,7-3-43,-5 15 1,2-2-1677,9-9 1,1 2 1667,-8 11 1,2 2 21,7-7 1,2 2-109,7 1 126,9 0-29,-2 12-44,-1 11 6,-1 16-12,6 21 11,-16-3 14,-8 4 1,-3 2-9,-5-1 0,-2 3 0,-1 0 6,-4-5 22,5 21-17,-8-36 154,2 5-92,-3-17 274,15-19-258,1-7-44,9-10 39,5-12 0,-4 8-5,8-9 3408,-1 6-3403,3 9-72,-8 13-7,-5 7 1,-5 12-6,-3 9-6,4 8 6,2 10 11,6 11 1,-3-6 4,-1-3 1,1-10 67,6-12-45,-6-3 135,25-25-118,-32 5 11,13-17 73,-20 2 146,-2-18-146,-2 9 196,-3-16 67,-3 26-297,-1 6-10,0 9-119,-2 14 1,0 3-1,1 15 12,1-1-101,7 34-106,-2-22-247,7 17-7903,19 6 7684,-11-21 0,8 10 0,-20-32 1</inkml:trace>
  <inkml:trace contextRef="#ctx0" brushRef="#br0" timeOffset="146845">5949 10952 18000,'-3'-2'3483,"1"0"-4101,2 2 0,0 0 1</inkml:trace>
  <inkml:trace contextRef="#ctx0" brushRef="#br0" timeOffset="147270">6747 11221 22821,'-42'8'159,"0"-1"0,0 0 0,-2 3 0,0 1 0,5 4-84,0 9 1,4 2-65,5-6 1,0 2-18,-8 11 0,5-1 6,15-8 324,4 20-156,31-29 64,19 2-148,21-22-34,-22-2 0,2-4-350,3-5 0,-1-3 378,0-3 1,-3-4 80,-3-3 1,-3-3 47,-5-4 1,-4-3-21,-3-5 1,-5-2-533,-2-6 0,-3-3 451,-2-3 1,0-1 5,-2-2 0,1 2-45,-3 13 0,1 3 92,0-3 1,-1 5 412,-1-8-382,-3 11-173,1 17-28,-4 29 27,0 18-16,-1 8-20,2 15 1,1 4-1,1-22 1,0 4-659,1 22 1,0 11 0,0-4-225,1-20 0,0-2 1,1 3 901,1 4 0,1 4 0,1 0 0,-1-7 0,-1 3 0,0-6 0,4-5 0,-1-1 0</inkml:trace>
  <inkml:trace contextRef="#ctx0" brushRef="#br0" timeOffset="147821">7612 11301 19798,'-10'0'3215,"2"0"-3025,8 0-44,0 0-79,122-77-690,-85 62 1,3 2 210,6-8 0,9-4 0,-1 1 1,-6 7-1595,-4 9 1,-3 5 2005,13-2 0,-7 2 0,-18 3 0,-2 0 0</inkml:trace>
  <inkml:trace contextRef="#ctx0" brushRef="#br0" timeOffset="147996">7951 11565 23896,'37'-22'-1095,"0"0"0,-1 0 0,21-10 0,-3 3 1095,-14 13 0,-4 2 0,14-4 0,-21 7 0</inkml:trace>
  <inkml:trace contextRef="#ctx0" brushRef="#br0" timeOffset="151342">10462 10892 21562,'10'-35'193,"-1"-1"0,-4-16-148,-35 61-17,0 2 22,-24 8-22,19-9 1,0 1-1,-22 7 98,10-4 0,1-3 221,4-3 85,-10 1-236,31-7 134,9-3-56,8 0-190,1 1-117,3-1-102,-2 1 35,2 2 83,-1 6 28,0 7 6,1 19 11,3 1-17,-2 2-11,3 1 39,-4-6 79,-5 14-45,-3-8 39,-7 0-51,4-20 370,-1-4 17,8-9-83,-2-2-147,4-6-106,0-5-33,-1-8-34,1 0-12,3-7-5,13-3-22,5 1-1,16-3-5,9 11-22,-4 5 22,-9 8 0,4 3-1691,5 2 1,1 3 1684,-8-2 1,1 3-18,18 7 1,-5 4-32,-13 2-35,11 23-18,-40-5-92,-17-4 0,-5 1-70,-11 12-566,-14-7 1,-3-4-151,2-8-3074,-2-6 1,0-4 4058,10-8 0,-4-1 0,29-7 0</inkml:trace>
  <inkml:trace contextRef="#ctx0" brushRef="#br0" timeOffset="151559">10485 10758 22824,'48'-29'94,"1"0"0,2 1 0,-4 6-1045,0 14-674,-1 2-8206,-7 7 9000,-20 0 1,-2 1 0,-12-1 0</inkml:trace>
  <inkml:trace contextRef="#ctx0" brushRef="#br0" timeOffset="151833">11469 10790 25247,'-16'31'0,"5"28"6,17-7-560,-1-12 0,0 0 403,6 15-745,-2-13 0,0 1-2835,6 15 1238,-7-23 1,1-1 2492,4 13 0,-10-36 0,0-3 0</inkml:trace>
  <inkml:trace contextRef="#ctx0" brushRef="#br0" timeOffset="152068">11033 11278 21855,'53'-33'102,"-1"-1"0,1 1 0,-4 2 0,0 1 0,-4 6-44,4 8 1,-5 5-28,-9 1 0,1 1 39,12-3 0,-1 1-45,-15 3 0,-1 1-36,12-2 0,-1 0-695,19-1-7763,-9 6 8469,-19 1 0,-13 3 0,-14 0 0</inkml:trace>
  <inkml:trace contextRef="#ctx0" brushRef="#br0" timeOffset="152918">12823 10962 14236,'-2'-58'1073,"-1"-1"1,3 13-1,-3 7-625,-18-3 960,0 26-1285,-9 1 411,-6 12-310,-23 25-154,28-6 0,0 3-25,-10 12 0,1 2-26,10-8 1,2 2-3,-12 20 0,3 1-873,18-16 0,2-1 870,-5 6 0,4 1 676,16 12-399,23-26 135,19-3-124,-2-20 1,3-5-146,19-7 72,-4-12 1,-2-3 1750,-7-5-1796,-6-1 1,-3-2 168,-2-14-163,-17 19 1,-3-2 81,-4 0 0,-3 2 70,0-11-102,-6 9-184,-3 22-78,0 6-62,0 6 388,-2 18-293,-2 11 17,-4 25-16,1-8-140,2-14 1,0 2 113,-2 8 0,1 0-392,1-8 0,0 2-62,-1 17 0,2 0-2190,2-18 1,1-2 2041,1 3 1,1-1-1,0 7 1,2-22 0</inkml:trace>
  <inkml:trace contextRef="#ctx0" brushRef="#br0" timeOffset="153375">10141 12127 26108,'-8'0'3013,"2"0"-2285,6 0-1663,0 0 663,33-13 348,4 5-1174,17-4 1,8-1 1198,-16 5 0,2 1 1,3 0-75,-3 1 1,3-1 0,2 0 0,0 0-30,4 1 1,0-1 0,1 0 0,1 0-73,1 1 0,0-1 0,1 1 0,-1-1-329,0 1 0,1-1 1,-1 1-1,-1 0 399,-1-1 1,-1 1-1,-1 0 1,0 0-111,-4 1 0,0 0 1,-1-1-1,-2 2-277,10-2 0,-1 2 0,-2 0 63,-5 1 0,-2 1 0,-5 0 0,-5 1 0,-4 0 0,17 2 0</inkml:trace>
  <inkml:trace contextRef="#ctx0" brushRef="#br0" timeOffset="153759">10989 12681 18392,'-3'-1'3276,"0"0"-2362,3 1-489,2-71-201,16 37-168,-6-12 0,7 2-11,13 24 0,3 7-23,16-7-8,-12 12 0,0 2 14,13 9-22,-19 1 0,-1 4-6,22 17 8,-33 1 0,-6 3-8,-2 14 6,-17-5 0,-8 0-1,-5-9 1,-4-1-292,-4 7 1,-1 0 299,-1-2 0,1-3-11,4-4 0,2-2 2,-6 7 57,13-7 78,24-18-17,21-10-132,-1-5 1,5-3-719,11-5 0,3-3 527,-9 5 0,2-2 0,1 0-459,4-2 0,1-1 0,1 0 659,9-4 0,2 0 0,-7 1 0,-4 3 0,-4 0 0,-2 2 0,0-1 0</inkml:trace>
  <inkml:trace contextRef="#ctx0" brushRef="#br0" timeOffset="153993">13217 11804 20594,'58'-13'-1967,"-1"-1"1,0 1 0,-8 1 0,-2 2 0,-3 1 1315,9 3 1,-6 2-1,-2 2 1,-23 2-1</inkml:trace>
  <inkml:trace contextRef="#ctx0" brushRef="#br0" timeOffset="154167">13492 11968 19720,'-41'22'1239,"0"1"1,-1 0 0,18-9-966,29-18-196,20-11-78,-2 3-115,12-5 1,5-1-572,-8 7 0,1 1-956,7-4 0,1 0 1642,-1 2 0,-7 3 0,-15 4 0,-5 1 0</inkml:trace>
  <inkml:trace contextRef="#ctx0" brushRef="#br0" timeOffset="156642">15245 11290 11536,'-5'1'9102,"0"0"-8475,-55 1-56,41-1 56,-16 0 1,3 0-348,26-1-61,1 0 262,4 0 63,1 0-348,7-2 0,11-4-51,22-6-50,19-5-1459,-20 8 1,0 1 1377,-6 1 0,1 2-177,16 0 1,-1 3 202,11 5-29,-19 1 0,-1 3-93,6 17 116,-13 14-12,-13-2 23,-14-1 0,-4 3-31,-5-7 0,-3 1-182,-1 16 0,-3 2 154,-1-6 0,-1-1 865,1 0 1,1 0-1060,4-3 1,1-2-208,0 18-808,4-22 0,1-2-5907,1 3 7130,-1 6 0,0-26 0,0-10 0</inkml:trace>
  <inkml:trace contextRef="#ctx0" brushRef="#br0" timeOffset="156817">15339 11748 16460,'0'-4'5270,"0"0"-5046,19-23 1,11-6-2039,12 3 1839,-7-6 0,3 1-123,5 14 0,1 6-1938,-12 3 0,-1 1-2442,7-2 0,-3 1 3716,10-2 0,-30 10 1,-8 2-1</inkml:trace>
  <inkml:trace contextRef="#ctx0" brushRef="#br0" timeOffset="165348">18830 2957 14925,'51'-7'25,"0"1"1,0-1 0,-3 0 0,0 1-1,-3-1-53,7 0 0,-3 1-413,-5 1 1,-1 0-39,-8 1 1,-2 1-3241,16 1 3719,-19 6 0,-15-3 0,-10 4 0</inkml:trace>
  <inkml:trace contextRef="#ctx0" brushRef="#br0" timeOffset="165588">18973 3053 11486,'-45'11'1982,"1"0"1,6-1 0,8-2-1569,15-5 29,15-1 224,14-3-169,18-5-178,26-5-575,-19 2 0,4 0 437,6-2 0,1 0 39,3-1 0,1 0 42,-2 0 1,0 0 2,-4 1 0,-2 0-6,-6 1 1,-2 1 181,21-6-167,-21 5-141,-18 5-1041,-13 3-298,-9 3 1205,-12 8 0,8-6 0,-7 5 0</inkml:trace>
  <inkml:trace contextRef="#ctx0" brushRef="#br0" timeOffset="169055">6694 14456 19944,'10'-53'950,"0"1"0,-2 6 1,-2 5-688,-4 1 353,-11-5-364,-4 17-157,-4-4 28,-16 9-95,1 15-33,-22 6 16,-6 18-914,25 0 1,0 1 904,6 0 1,0 2-3,-14 16 0,4 4-86,15-10 1,3 2 85,-7 13 0,3 0-12,7 12-77,19-20 0,6-2 100,17 3-5,9 5-6,0-30 0,5-5 33,19-3-16,-14-6 0,0-4-179,-8-2 0,-2-5 190,-1-3 0,-2-3 5,-1-4 1,-3-1 0,12-17 16,-16 6 1,-4-1 10,3-17-53,-8 15 1,-1 0 47,0-16-6,-5 15 1435,-4 8-1317,-3 20 527,-2 1-667,-5 18 180,-6 13-202,-6 19 472,-5 14-481,12-23 0,0 0 9,-7 21-1,4 9 23,13-6-22,10-4-1,6-9 58,31-17-19,-2-18-30,-9-7 0,2-3-235,-2-5 1,0-4 248,1-4 0,-1-2 8,0-3 1,-2-2 8,-4-3 0,-1-1-3,-4 0 0,-3-1-9,7-18-119,-16 13 1,-3 2 141,-3-9 50,-6-17-66,-3 31 32,-7 2 1,4 15-11,2 2-12,2 3 445,2 3-489,1 1 285,3-3-280,6 0-5,7-3-12,9-2 17,6 0-5,2 0 5,1 1 0,-2 4-5,-4 5 11,-6 5-12,-4 5 1,-5 7-12,-5-1-11,-4 20 17,-6-4-5,-2 17 5,-2-6 11,2-10-22,2 5 22,13-7 17,1-1-22,14-4-6,4-17 5,8-6 34,7-13-11,6-9-269,1-13 320,-4-6-1683,-26 9 0,-3-1 1626,5-10 34,-6-15-17,-14 21-5,-7-3-12,-8 4 203,-8 4-202,-5 4-12,3 3 6,6 4 3380,7 6-3385,4 5-7,5 3 6,7 2-22,9 0 0,14 0 22,8 0-5,7 1-1,7-1-383,10 0 381,-29-2 0,1 1 2,21-1-8,-20 0 1,-2 1-4,1 7 6,6 6 0,-28 11 11,-14 8 6,-9 7 384,-7 3-390,0 3-56,2-2 28,7-2 40,4-3-46,9-3-100,8-4-896,12-5-5887,12-7 6906,2-8 0,-21-5 0,-10-5 0</inkml:trace>
  <inkml:trace contextRef="#ctx0" brushRef="#br0" timeOffset="169859">9325 13941 23355,'-29'-20'28,"1"1"0,-11 3 0,-1 9-17,-10 18-9,6 0 1,-1 0-753,9-3 0,1 1 769,-10 1 1,0 0 2,3-2 1,1-1 78,8-1 0,1-2 1007,-10 0-935,21-3 273,13-1-401,8 0-23,2 4 34,7 15 6,3 10-40,1 8 34,-1 16-22,-9-1 197,-1-18 1,-1 1-210,-1 0 1,0 1 16,1 5 0,1 0-20,2-8 1,0-2 3,6 28 10,12-12-38,7-14-46,3 0-691,9-12 0,4-4-1381,-13-11 1,1-2 1467,16 3 1,-2-2 0,-4-9-1,-18-3 1</inkml:trace>
  <inkml:trace contextRef="#ctx0" brushRef="#br0" timeOffset="170214">9605 14153 25416,'3'-47'459,"10"6"-403,23 25 28,12 1-22,-9 8-12,21 1-33,-10 10-6,4 11-5,-21 3 16,4 15 6,-6 18-23,-15-24 1,-2 2-9,0 7 1,-3 1-24,-4-4 1,-1-1 14,1 19-17,0 9-129,-3-13-560,2 12-1059,-3-25 1,0 1 1775,3 18 0,-3-12 0,-1-24 0</inkml:trace>
  <inkml:trace contextRef="#ctx0" brushRef="#br0" timeOffset="170422">9741 14583 22873,'17'-45'104,"0"0"1,2 3 0,4 7-167,31 10-959,-4 5 741,-15 8 0,2 1-1289,4-2 1,0 1 366,-8 2 1,2 0 462,15-4 0,-5 2 0,-18 4 0,9-2 0</inkml:trace>
  <inkml:trace contextRef="#ctx0" brushRef="#br0" timeOffset="170823">10633 14059 22324,'-38'-11'689,"0"1"0,-17-10-639,62 13 152,28-11-124,-11 9 62,7-2 0,0 1-61,-3 3 167,29-5-84,-27 10-16,14-1-12,-9 6-33,1 3-45,-7 1 73,13 10-72,-13 1-1,10 15-6,-11 8 12,-4 10-40,-6-5 3,-8-9 0,-1 1 9,-1 19-31,-2-23 0,-2 2 2,-3 7 1,-3-1 16,-7 20-459,1-18 0,-2 0 401,-3-11 0,-2-2-93,-8 2 1,-1-3-7,-12 8-131,6-17 0,-2-4-1796,-21-4 180,1-3 1882,-6-5 0,37-5 0,0 0 0</inkml:trace>
  <inkml:trace contextRef="#ctx0" brushRef="#br0" timeOffset="171240">11666 14279 21013,'-4'0'1591,"1"0"-1518,3 0-571,145-49-1825,-104 41 1,2 2 1641,3-6 1,8-3-1,1 1 1,-8 5-3157,4 10 1,-5 3 3407,-8-1 0,-3 1 1,8 3-1,-23-2 0</inkml:trace>
  <inkml:trace contextRef="#ctx0" brushRef="#br0" timeOffset="171414">11743 14577 21389,'51'-18'-348,"1"0"1,0 1 0,-2 0 0,-1 0 0,-1 1-3201,5 0 0,-2 2 3040,-3-1 1,-4 2-1,16-4 1,-27 7-1</inkml:trace>
  <inkml:trace contextRef="#ctx0" brushRef="#br0" timeOffset="171665">12677 14113 21308,'47'-16'-360,"1"0"1,0 1-1,-4 0 1,1 2-1,-4 3 360,3 6 0,-5 3 0,6-1 0,-7 1 0</inkml:trace>
  <inkml:trace contextRef="#ctx0" brushRef="#br0" timeOffset="171872">12872 14360 14421,'-7'3'6995,"2"-1"-5756,5-2-13,0 0-1170,24-6-34,14-6-95,-5 3 1,3-1-654,5-2 0,1 1-4190,13-3 1,-2 2 3276,-18 4 1,-3 0-1,3 1 1,-7 1 0,-18 3-1</inkml:trace>
  <inkml:trace contextRef="#ctx0" brushRef="#br0" timeOffset="172140">13838 13578 26015,'-13'8'23,"4"49"-26,10-20 0,3 5-997,0 20 1,1 2 979,-1-18 1,0 1-191,-1 1 1,1 4 0,-1-4-351,0 4 0,1 0-148,-1-3 1,1 2-1,1-3-1471,2 6 1,2-3 2178,3-4 0,1-4 0,2 3 0,-1-14 0</inkml:trace>
  <inkml:trace contextRef="#ctx0" brushRef="#br0" timeOffset="172965">13633 14137 21734,'43'-17'-17,"0"0"0,0 0 1,-1 1-1,0 1 0,0 3 0,20 2 1,-2 3-386,-18 0 1,-1 1 398,12-5 0,-1 0 26,9-6 2,-27 6 0,1-1 17,-2 0 0,-2 0 42,5-2 551,-8 0-389,-23 11-15,-10 0-186,-9 2 144,-16 4 192,-23 8-258,13 0 67,-19 11-94,26-3-46,-5 5 445,11 2-478,9-1 39,10 2-28,6-9 67,13 2 28,7-14 45,24-3-73,-1-13-5,13-9-34,-20-1 201,9-17-122,-25 18 229,9-15 213,-20 16-314,-2 4-151,-3 6-100,-3 6-1,-3 4-28,-6 6 11,-12 14 1,3-4 5,-10 25 5,19-22-16,-3 20 0,16-8 17,2-6 27,29 17-10,-13-29-18,18 9 1,-10-20 11,0-2-6,15-10-6,-16 2 1,11-21 0,-24 11 10,9-22 1,-12 4 28,5-20-34,-6 17 73,8-14-33,-6 30-35,1-3-4,-2 13-1,8 5-17,-8 4 12,17 11 5,-13 4 0,2 7-11,1 4 23,5 1-18,4 2-33,7 2 6,-5-5-23,-8-7-218,-1 6-987,-12 1 410,-1-3-8082,-7 15 8074,-3-19 0,-1 2 0,2-12 0</inkml:trace>
  <inkml:trace contextRef="#ctx0" brushRef="#br0" timeOffset="174089">15529 14101 21646,'-1'-46'950,"0"0"0,1 5 1,-6 9-733,-15 21-145,0 6 78,-34 9-72,7 6-65,14-1 0,1 1 8,-12 11 12,17 1 55,18-3-5,11-5 130,16 1-41,21-4-83,5-3 0,10-2 55,-14-10-44,-14 1 381,-2-7-130,-13 4-105,1-1-90,-8 5-124,-3 1-66,1 1 21,2 8 18,4 10 0,4 20-18,-1 1 4,-5 2 0,-1 2-4,-1 7-658,-2 11 0,-2 1 658,-1-4-96,-2-14 0,-1 5 0,-1-3-30,-2-7 1,-1-2 126,-2 9 0,0-2 0,-8 9 44,9-35-10,0-12-7,0-23-21,0-21-12,-2-21 3,7 21 0,2-1-144,-1 7 0,3-2 60,7-14 0,6 0 538,1 19 0,2 1-597,2-6 1,4 1-350,5 8 0,3 2-60,9 1 0,2 1 241,1-1 1,2 1-239,8-2 0,1 1 484,-13 6 1,-2 1 83,-4 1 1,-3 1 421,14-6-159,-18 6-10,-14 7-73,-9 3 333,-11 3-154,-3 2 704,-3 0-906,1 2-134,7-2 6,3 0 22,3-1 84,3 2 95,6 0-67,10-1-62,9-2-61,-1-4 57,8-9 49,-3-12-56,0-4 11,-3-7 40,-15 10 61,-6 8-28,-7 6-100,-6 5-40,-4 3-22,-6 2 0,-5 5-6,2 3 11,-18 19-5,12 2-23,-9 15-16,19 0 22,13 0-11,8-9 5,23 6-5,14-12 5,-3-11 1,3-2-209,-5-4 1,2-4 199,6-1 0,0-5 8,-11-5 1,-1-4-4,4-7 1,-1-2 2,11-13 9,-16 3 0,-4-3 2,-11 3 1,-2-1 2,4-11 1,-2-3-314,-1-6 0,-4-2 333,-1-3 0,-3-2-441,-2-1 1,-4 1 493,-3 2 0,-3 2 39,-2 8 1,-3 4-26,-1 7 0,-2 4-16,-11-8 282,1 20-349,1 14 595,3 10-607,-12 30 11,12 10-8,6-8 0,3 3 28,7 3 1,6 1-32,3 6 0,4 0-554,5 4 1,3-1 536,4 0 1,1 0-52,3-1 1,1-2-191,1-3 1,0-1-312,0-3 1,-1-3-412,-3-4 0,0-2-2379,-5-7 1,-2-1 3358,9 9 0,-15-18 0,-6-12 0</inkml:trace>
  <inkml:trace contextRef="#ctx0" brushRef="#br0" timeOffset="174356">16456 13853 19546,'-5'-5'4604,"1"1"-4397,4 4-67,0 0 56,60-33-73,-27 23-206,23-10 0,5 0 226,-28 15 0,-1 2-23,13-3 1,1 0-9,-13 0 0,-2 0 320,21-4-180,-15 0-73,-15 4-106,-11 2-146,-7 3-610,-4 1-4579,-6 4 5262,-2 3 0,1-1 0,1-1 0</inkml:trace>
  <inkml:trace contextRef="#ctx0" brushRef="#br0" timeOffset="179685">17959 13743 23383,'18'-24'-689,"28"6"19,7 15 1,9 5-2189,-1-1 1,0 2-652,-2 0 0,-4 2 3509,-12 0 0,-5 0 0,7 4 0,-28-4 0</inkml:trace>
  <inkml:trace contextRef="#ctx0" brushRef="#br0" timeOffset="180010">18154 13910 11323,'-50'18'2193,"0"0"1,7-2 0,6-1-1880,5 0 151,19-6 219,26-6-354,25-5-280,-6-2 1,3-2-368,7-2 0,1-1 387,2-3 0,-2-1 146,-4-1 0,-4-2 148,-6-1 0,-5-2 397,9-24-138,-18-7-2,-12-4 23,-12 0 94,-5 6-161,-4 9 34,4 10-152,4 12-241,6 8-234,2 6-18,2 15 590,0 2-522,2 30 0,3 10-251,-1-17 1,0 1 216,2 3 0,0-1-22,1-1 0,0 0-135,0-2 0,1-1-412,-2-1 0,0-1-1587,-2-2 0,-2-1 1343,-5 20 1,1-22 0,-3-13 0</inkml:trace>
  <inkml:trace contextRef="#ctx0" brushRef="#br0" timeOffset="181145">18844 13719 20543,'-3'-9'4100,"0"2"-3784,-3-25 0,1-5 49,4 11-278,-6-14 0,5 4-71,9 25-4,19 15-7,10 14-8,-8-1 1,1 3-727,3 5 1,-1 2 717,1 5 0,-2 0-9,-6-5 1,-1 1-322,1 14 1,-4 2 267,-5 10 73,-6-18 0,-5-2 17,-14 3 39,-10-14-22,-1-11 55,-6-7 6,9-10 1337,0-8-1404,9-21-33,13-1-6,5-1-152,28-4 29,-12 21-331,10 0 0,3 1-79,0 5-786,8 0 0,0 1-87,-5 2-2165,2 1 0,-2 0 390,-8 3-768,20-2 6564,-42 6 1159,-5 3-2105,-14 1 3164,-9 5-2396,10-3-785,-1 1-605,6-2-296,2-3-544,6 1-174,-1-2 12,21-1 5,-2-1-17,7-1 29,3-2 55,-4-4 17,7-5 241,0-10-39,-14 0-179,-7 1 101,-14 2-68,-8 7-11,-9-3-84,-2 7-28,-4 5-11,5 5-45,3 6-23,0 9 23,5 1-17,-1 29 12,6-5-1,3 24-3391,9-7 3380,2-13 6,18 1-613,27-17 596,-8-6-34,7-13 1,0-5 28,-3-7 10,-4-2 1,0-5-181,-14-7 0,-4-4 220,0-1 0,-2-4 22,1-8 0,-6-4 0,-8 0 1,-4-2-4,-2 7 0,-3-1 118,0-27 0,-2 1-36,0-1 162,-4 1 0,-2 3 162,-4 15-156,-2-6-219,1 35 2788,3 10-2866,0 13 16,-3 27 12,-1 19 120,2-12 0,2 3-151,1 4 0,0-1-17,2-8 1,0 1-124,1 1 1,0 3 0,1-3-275,1 2 0,1-1-466,2 18 1,0-3 142,0-24 1,1-3-6711,14 25 6828,-5-29 0,-2-7 0,-6-12 1</inkml:trace>
  <inkml:trace contextRef="#ctx0" brushRef="#br0" timeOffset="182261">20294 13828 23110,'-39'-41'138,"0"1"0,3-1 0,18 8-255,41 20-107,23-4 61,-15 11 1,3 1 2,5 1 1,0 0 35,0 0 1,0 1 53,-3-1 0,-3 1 596,15-3-521,1-4 23,-29 4 349,9-6-153,-22 8 114,0-1-136,-6 4 286,-1 1-342,-1 5-6,-3 5-39,-3 10-79,1 0 28,0 19-27,10-9 16,7 12 28,14-10 17,13-7 11,8-9 45,3-11 40,-4-14 83,-8-10 73,-9-10 56,-10-5 28,-8-5-39,-6 1-73,-4 1-73,-5 6-67,-2 7-84,-3 8-84,2 7-78,2 4-101,2 4-107,3 6-285,0 8-644,4 10-886,13 8-1063,13-1-1468,15-6 918,9-10 2523,-1-10 2244,-7-11 140,-13-2 3742,-1-11-2191,-17 6-817,3-6-605,-11 7-313,-3 1 97,-3 5-641,0 1-348,0 4-117,0 2-72,3 5 72,5 8 0,3 4 22,22 26-16,-6-6-4,-7-10 1,-2 2-3,3 18 0,-12-3 6,-19-7 16,-10-11-5,-4-12 123,-25-14-90,28-4 62,-17-12-11,30-3-50,1-7-63,14-3-27,15-1-90,22 1-59,-13 15 1,4 1-284,5 0 1,2 2-356,3-1 0,2 0-2957,7-3 1,-1 0 2731,-16 5 1,-3 0-908,9-5 1,-4-1 379,-5-1 2609,-2-3 1736,-15 6 459,-11 5-773,-4 4-789,-2 1 2924,-1 2-3792,1 0-381,-1 0-409,4 14 11,3 6-12,4 17 18,-1 7-7,-3 4 7,-12 0 5,-9-1-17,-7-6 62,0-11 173,5-12-11,9-15-156,10-17-34,4-3 50,8-8 0,5-2 107,20-17-170,1 7 0,2 1 21,-15 15 1,1 4-267,11-6 1,0 4 307,7 8-44,8 4-46,-6 17-55,5 22-12,-20-3-168,-11-2 1,-4 3-1737,-3 18 1345,-8-12 1,-2-1 0,-1 5 0,-4-3 0</inkml:trace>
  <inkml:trace contextRef="#ctx0" brushRef="#br0" timeOffset="182934">19127 15236 21707,'0'-4'3731,"0"1"-3742,0 3-6,0-13 40,3 19-29,5 21-123,-1 21-255,-3-11 1,-1 1-670,0 14 1053,-3-12 0,0-2 0,0-12 0,0 18 0</inkml:trace>
  <inkml:trace contextRef="#ctx0" brushRef="#br0" timeOffset="183269">19291 15064 23483,'-39'-7'-106,"8"10"-224,36 49 190,3-17-28,19 5 145,3-25 90,7-3 118,-4-12 67,-11-11 23,-10-11-23,-9-6-34,-9-3-44,-7-2-23,-6 2-45,-2 1-72,0 6-34,5 5-756,4 7 89,7 7-5046,11 6 5713,2 4 0,1-1 0,-2 1 0</inkml:trace>
  <inkml:trace contextRef="#ctx0" brushRef="#br0" timeOffset="184086">19873 15171 25640,'-25'26'2,"0"0"0,2 0 0,4 2 12,11 6 0,3 0-14,-2 12 11,0 9-22,5-28 11,0-2 89,0-10 152,4-9-6,6-14-140,8-11-5,14-15 44,10-11-293,-16 20 0,1 0 220,0-1 1,1 1-9,6-2 0,0 1-53,10-6-13,-14 15 0,0 4-9,5 7-29,15 17-44,-12 13-149,-15 4 1,-3 3-138,1 11-476,-1 11-1019,-4-12-1345,6 0-1254,9 3 990,11-14 3104,-9-22 1,2-5 901,13-4 540,-11-6 1,0-5 1968,7-14-241,9-9-795,-7-6-1090,-20 14 1,-3 0-473,6-12-85,-12 11 1,-3-1 252,-4-10 134,-10-13-465,-18 16-19,-7 7-149,-32 19-17,-3 11-70,22 3 0,-2 4-20,-4 7 1,3 4 20,-11 10-27,24 0 1,7 2 0,12-4 302,6 22-296,22-25 60,19-2-52,1-16 0,4-5 14,19-4-532,-2-14 1,-2-5 503,-7-7 39,-7-3 0,-2-7-193,-16-3 0,-4-2 201,-2 9 0,-2-1 104,2-27 0,-5 3-16,-6 12 4,-2 8 1,-1 2 106,-2 7-11,-1 1-95,0 14-146,-1 9 1191,0 8-1224,0 13 655,0 15-616,3 21 13,0-16 1,2 2-584,5 15 0,3 1 388,1-5 0,2 0-34,0-2 0,2-1-821,4-4 1,2-5-3869,0-8 1,0-2 2571,12 16 0,-3-15 1,-28-23-1</inkml:trace>
  <inkml:trace contextRef="#ctx0" brushRef="#br0" timeOffset="184435">21383 15193 18352,'0'-6'6845,"1"2"-4588,-1 4-2240,-29-55-28,19 50-6,-19-45-11,37 75 17,3-13-23,32 14 34,-17-19 23,23 2 55,-23-18-44,-6 2 95,-7-23-12,-11 7-27,-7-10-12,-4 9-33,-4 7-28,-8 3 28,-1 8-6,-14 4-39,4 11 0,-2 13 0,15 2-34,2 17-106,16 15-241,15 3-106,0-25 0,8-2-1521,15-8 0,5-6 183,-13-5 1,1-3-820,9-2 0,0-4 2644,7-7 0,-22 2 0,-1-3 0</inkml:trace>
  <inkml:trace contextRef="#ctx0" brushRef="#br0" timeOffset="184726">21951 15142 26043,'-2'1'583,"-10"16"-494,-13 20-55,-5 9-57,-5 6-27,11-19-140,-16 6-57,1-20 107,-14-4 163,1-13 33,11-22 67,18-31-62,17 10 102,15-19 27,7 31-55,9 3-113,-6 14 28,25 24-16,3 9-498,-20-6 1,3 1 457,9 3 1,3 2-749,2 2 1,0 0-4163,-1-1 1,-2-1 3545,-2 0 1,-5-3-1,-5-2 1,-22-12 0</inkml:trace>
  <inkml:trace contextRef="#ctx0" brushRef="#br0" timeOffset="212706">4494 16243 22940,'41'-6'257,"1"0"1,9-1 0,1-1-261,-10 0 0,2 0-1076,12-2 0,2 0 942,-2 0 0,0-1-104,-2 0 0,-1-1-174,-3 1 1,-2-2-467,-4 1 1,-2-1-2618,-4 0 1,-2 1 3497,17-7 0,-23 8 0,-16 5 0</inkml:trace>
  <inkml:trace contextRef="#ctx0" brushRef="#br0" timeOffset="212931">5093 16155 25830,'-34'-18'420,"4"27"-350,24 24 0,6 9-59,-3-11 1,1 3-721,0 21 0,0 2 560,1-16 1,0 1-539,1 11 1,-1 2 686,2 3 0,0-4 0,0 7 0,1-11 0</inkml:trace>
  <inkml:trace contextRef="#ctx0" brushRef="#br0" timeOffset="213639">6112 16228 15028,'-59'-10'213,"-1"0"0,7 4 0,2 11 80,17 17 0,2 10 1,3-1-264,-3 1 1,2 2 667,-5 8 1,4 1-685,11-12 0,4 0 3,-1 12 0,6-1-23,17 16-31,10-28 1,6-6-70,27-2-387,8-13 0,6-5-303,-11-5 1,0-2 466,-11 2 0,2 0 0,0-2 329,3-4 0,1-1 0,-8 1 0,6-2 0,-13 2 0,-1-1 0</inkml:trace>
  <inkml:trace contextRef="#ctx0" brushRef="#br0" timeOffset="213923">6851 16303 20711,'-3'0'1994,"1"0"-1927,2 0-184,69-47-348,-20 31-750,6-10 0,3 2-300,-19 18 0,-1 4 1515,5-1 0,-3 0 0,5 0 0,-7 1 0</inkml:trace>
  <inkml:trace contextRef="#ctx0" brushRef="#br0" timeOffset="214314">7000 16471 21315,'54'1'-340,"1"0"1,-2-3-1,-2-4 194,-10-8 1,-2-4 92,-3 0 0,-2-2 61,-6 0 1,-3-2 91,8-23 108,-18-3 156,-21-2 274,-17 2 315,-18 2-553,18 25 1,-1 0 836,-25-14-234,6 5-66,10 8-596,13 9 286,7 4-487,9 7-128,1 0 16,7 10-12,9 9 297,12 18-308,14 14-5,-17-19 0,-1 2-249,0 1 0,-2 3 218,-4 1 0,-4 2-67,-3 0 0,-5 1-238,-6 1 0,-3-1-1126,-3 0 0,-1-2 816,-1-5 0,0-3 0,-3 7 0,7-17 0</inkml:trace>
  <inkml:trace contextRef="#ctx0" brushRef="#br0" timeOffset="227939">8944 16774 23601,'16'-17'1585,"4"-3"-1293,8-7 21,10-17-257,-11 10-6,-6 5 1,-1-3-455,-3 3 0,-1-2 449,6-12 0,1-4-614,2-7 0,0-2 576,-7 15 1,1 0 0,-1-1-1,0 0 1,1 0-1,-1 1 1,8-16 1,-1 2-249,-5 9 0,-1 3 287,-6 10 1,-2 4 81,0-7-90,-16 18 479,-11 12-557,-18 17 16,-15 17 422,17-2 0,-1 4-419,-4 10 1,2 4-214,10-9 1,0 1 0,2 2 217,1 2 0,2 2 0,2 1-6,1 0 1,2 2 0,3-1-7,2-1 1,3 0 0,2-1-13,5 16 0,7-3 8,6-8 0,7-5-300,9-8 0,6-6 300,6-8 1,4-6 2,5-4 0,3-7 25,2-6 0,2-5-3,0-4 1,1-5-760,-1-6 0,-2-3 773,-1-3 1,-2-3-1,-5 0 1,-2-2 68,-7 2 0,-2 0-55,-6 4 1,-4 0 89,11-14 994,-17 15-966,-11 14 506,-11 9-702,-10 8 1999,-14 8-1943,-13 11 0,-9 15 42,24-16 0,1 2-65,-15 25-10,14-2-23,15-6 17,20-9 11,14-12 11,20-8 11,13-14 14,-25-4 1,-1-3 8,1-2 0,-2-3 8,-2-3 0,-3-2 59,14-19 17,-15 0 28,-12 2-6,-11 4 334,-11 4-379,-7 4-50,-9 6-5,-7 5 5,-5 7-28,-4 8-12,4 6-60,4 7-214,10 7-414,10 5-1009,14 4-3482,20-1 4343,9-6 0,-5-10 0,-7-8 0</inkml:trace>
  <inkml:trace contextRef="#ctx0" brushRef="#br0" timeOffset="228397">10899 16215 25494,'-52'-5'242,"0"0"1,-1 4 0,3 6-209,11 13 0,2 5-20,-9 9 0,2 4-20,9-6 0,4 1-2,1-1 0,5 0-26,5 14 34,19-19 11,14-1 17,15-12 45,31-19-34,-14-2-1598,-5-8 1,-3-4 1692,-6-2-72,-5 0 0,-1-1 296,-1-8 17,1-2-33,-10 12-146,-9 12-151,-4 6 3256,-1 6-3313,-1 6-4,0 5 32,-2 38-38,-7 9 2,1-9 1,-1 6-563,0-17 1,-1 2 0,0 1 463,-1 5 1,-2 2-1,-1 2-57,0-1 0,-2 3 0,-1 0 0,1-4 102,0 0 0,1-2 1,-3 1-4,-2 1 1,-3 4-1,0-2 1,-1-6 37,1-7 1,0-4 0,-1-1 38,-2 3 1,-2 0 0,0-4-226,-9 2 1,1-12 234,-6-20 6,15-46-68,27-1 1,7-3-683,-1 2 0,4-2 208,5 0 0,4-4 1,1 1-2124,2 5 1,1 0 0,0 0 2472,4-4 1,0-1-1,-1 4 1,2-3 0,-2 7-1,6-4 1</inkml:trace>
  <inkml:trace contextRef="#ctx0" brushRef="#br0" timeOffset="229013">11409 16475 22218,'-6'-46'1099,"0"0"1,2 8 0,-1 5-456,-3 7-157,3 14-409,1 3-128,2 6 11,3 20 44,3-2 7,6 34-1,-2 2-22,0 3 27,-8-8 1,-3 0-985,-6 13 970,3-22 1,0-2 31,-8 7 268,8-26 102,1-5-186,5-20-112,7-15-33,2-5-3,6-2 0,3-1-3,4-5 53,10-7 1,2 0-31,-1 4 8,4 0 0,2 2 898,4 7-977,-13 11 1,1 3-3,14 6-17,-2 16 11,-3 15-61,-3 18 0,-10 0-264,-13 1 0,-3 3-346,-2 7-2014,-6 0 1,-4 2 2673,-6 6 0,-1-9 0,1-22 0</inkml:trace>
  <inkml:trace contextRef="#ctx0" brushRef="#br0" timeOffset="238589">8136 15931 14818,'-2'-6'5322,"1"1"-5031,1 5-45,-61 68-207,36-33 0,0 4-834,-8 6 0,-4 6 0,3 0 789,8-5 1,2 0-1,2-2 0,-5 10 1,2 1-23,8-11 0,2 3 0,4-5 83,5-6 0,4-1-41,1 12 0,8-5 114,29 0-64,-7-28 1,5-5-1,8-7 1,2-6 8,7-4 0,0-4-387,3-5 0,-2-5 462,-2-2 1,-4-4 123,-6-1 0,-4-3 66,-8-2 1,-4-3-59,-7-2 0,-5-4-112,-4-3 0,-3-3-70,-3-2 0,-2-1-20,-3 0 1,-2 1 41,-1 4 1,-2 3-250,-3 8 1,-1 3 172,-9-8 1362,-29 18-1418,-1 26-13,11 4 0,-3 4-266,1 8 1,0 5 237,-3 5 0,2 5-79,2 5 0,3 4-148,4 3 0,6 3-838,7 0 1,8 3 1117,9-1 0,5-2 0,0 6 0,13-13 0</inkml:trace>
  <inkml:trace contextRef="#ctx0" brushRef="#br0" timeOffset="238872">9091 15623 24413,'-50'3'218,"1"1"1,1 5-1,8 9-154,19 18 1,7 9-1481,-4 8 0,1 3 1419,6-13 1,0 1 0,1 1 1,1 3 1,0 1 0,1 0-3,2 0 1,0 0 0,2 0-25,1-3 1,0 0 0,3-1-84,3 19 1,6-2-340,2-6 1,6-1-931,5-5 1,5-3 1372,6 0 0,1-6 0,6 4 0,-3-9 0</inkml:trace>
  <inkml:trace contextRef="#ctx0" brushRef="#br0" timeOffset="239481">12273 15790 20800,'-4'-4'4470,"1"2"-4156,3 2-297,8 40-51,15 12-767,-6-3 1,2 5 777,6 1 1,0 3-61,-8-6 1,-1 4 0,-2-4-13,1 5 0,-3-1-243,-5-3 0,-3 2 0,-5-3-2185,-12-1 0,-4-2 2523,-2 6 0,-2-4 0,4-17 0,1-4 0,-7 3 0</inkml:trace>
  <inkml:trace contextRef="#ctx0" brushRef="#br0" timeOffset="240023">7404 17972 6520,'-52'1'709,"0"0"0,0 0 0,2 0 0,1 0 0,10-1 2422,4-5-2851,34-5 315,59-9-164,-4 7 0,7 0-880,-7 3 0,4 0 0,-1 1 583,-6 1 1,0 1-1,4-1 48,1 2 0,3-1 0,3 1 0,2 0 9,-6 1 1,3 0 0,1 0 0,0 1 0,-3-1-397,-7 1 0,-3 0 0,1 0 0,1 0 0,6 0 296,-3 0 0,5 0 0,4 0 0,2 0 0,-1-1 0,-2 1 0,-3 1 0,-7-1-397,9 0 0,-7 1 0,-2 0 0,6-1 326,-3 1 1,3-1-1,2 0 1,1 0 0,0 1-1,0-1 17,2 0 0,1 1 1,0 0-1,-1-1 1,1 1-1,-2 0-228,-6 0 0,-2 0 0,0 0 0,1 0 1,1 0-1,3 0 196,-3 0 1,3 0-1,2 0 1,1 0 0,0 0-1,0 1 1,0-1 0,-2 0-70,5 1 0,1-1 0,-1 1 0,0 0 0,-2 0 0,-2 0 1,-2-1 29,2 1 0,-4 0 1,-1 0-1,0 1 1,2-1 6,-1 0 1,4 0-1,0 1 1,-2-1 0,-2 1-1,-6 0-180,8 1 0,-6 0 0,1 0-537,9 1 1,1 1 0,-7 0 197,0-2 0,-19 6-6779,-31 18 5965,-47-13 1360,-11 1 0,-1-1 0,11-6 0,-2 0 0</inkml:trace>
  <inkml:trace contextRef="#ctx0" brushRef="#br0" timeOffset="240352">7903 18410 9632,'-50'-2'3520,"-1"0"0,4-11-3038,74 0-233,1 2 0,7 0-913,6 0 0,5 0 0,2 0 977,1 1 1,0 0 0,5 0-601,-6 1 0,3-1 0,2 0 0,0 1 0,-3 0 375,0 1 0,-2 1 1,0 0-1,3 1 33,2-1 0,3 0 0,1 0 0,1 1 0,1 1-113,-4 0 1,2 1 0,0 0 0,0 0 0,-1 0 0,-1 0 38,2 0 0,-2 0 0,-1 0 0,2 0 0,6 1-133,-7 0 1,7 0-1,2 1 1,2-1-1,0 1 1,-3 0-1,-5 0 1,-6 1 124,6-1 0,-9 1 0,1 1 0,7-1-30,-7 0 1,6 1 0,4-1 0,2 0 0,0 1-1,-1-1 1,-3 1 0,-6-1 51,14 1 1,-7-1 0,0 0 0,5 1-26,-12-1 1,5 0 0,3 0 0,0 0 0,-2 0-1,-3 0 1,-4 0-23,4 0 0,-5-1 0,-2 1 0,1-1-2,2 0 1,2 1 0,-2-1 0,-3-1 202,2 1 0,-2-1 0,-4 0-344,5 0 0,-2 0 576,10-1 0,-6 0-447,-9-4 0,-30 6 0,-7-2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5:39.0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6202 16701 14869,'-5'-1'790,"2"1"-656,3 0 185,4-2-33,4 1-129,2-1 140,9-1-1,0 1-38,9-1 72,8 1-122,-4 1 4,7 1-88,-13 0 111,9-1 34,8-1-3509,5-1 3307,-1 0-79,12-1 57,-28 2 13,2 0 1,0 1-25,-6 1 67,31 2-12,-26 1 29,15 1-68,-18 0 57,11-1 3294,-2-2-3326,-6-1 1,3-2 19,27-2-670,-24 0 1,0 0 636,12-4-435,-11 2 1,-1 0 400,1 1 28,3 0 0,-1 1-11,-1 2-12,14-1-5,-17 2-17,-3 0 17,1 0 6,4-3 11,3 0-6,3-2 0,3 0-16,-11 0 5,20 0 5,-19 2-5,17 2-11,-13 1-11,-10 1 1411,7 0-1383,4 1-34,4 1 1016,-2 0-988,11 3-16,-14-2-1,19 1-6,-22-2 23,20 2-11,-19-3-6,17 0 1,-22-1 44,19 0-28,-25-1-6,6 0 0,0 1-5,7-1-11,17 0-12,-17 3 12,-2 0 11,17 5 16,-13-2-5,15 1 6,-17-4 16,1-1-11,1 0-5,1-1-17,2 0 0,-2 0-12,-2 0 23,-4 0-17,-10 0 34,12 0-6,-12 0 12,13 0-29,-17 0 51,14 0-62,-11 0-5,13 0-1,-8 0 7,-1 0 10,0 0-11,-2 2 34,1 0 11,1 2-10,1-1 4,2 0 0,2-1 1,2 0-1,2 0-5,1 1-6,0 0 0,-3 4 1,-3-1 10,-2 2 0,-2-2-10,0 0-29,-7-3 45,12 1-11,-10-3 5,11 2-33,-14-2 44,11 1-38,-16-1 38,24 1-21,-14-1 4,13-1 24,5 1-46,-14-1 17,16-1 0,-12-1 1,12 1-18,4-2 6,0 3-6,1-1-16,-4 1 0,-2 1-18,-2 2 18,-1 1 28,-1 3-1,1-1 6,0 1-16,1 1-12,-8-3 0,20 6-5,-26-5 13,3 1 1,1 0-14,6 1 5,19 3 39,-10-4 6,3-1-5,6-2-221,-27-3 0,0 0 186,4 0 1,1 0-6,2 0 1,-1 1-10,-7-1 1,0 0 19,15 1 1,-1 0-12,17 1-6,-19-1 1,0 0 8,-10 0 0,-1-1 6,-1 0 0,0-1 13,10 1 1,0-1-29,15 0 3,-23 0 1,1 0 22,2-1 0,0-1-26,-5 2 1,1-1 8,14-1 0,0 0 0,-10 1 0,-3 0-20,29-1 29,-8 0-1,-8 0 29,-5-2-29,1 0-28,2-3 29,5 1-12,3 0 0,1 0 0,-2 2-16,-3 0 16,-4 1 0,-5 0-5,-3 0 11,1-1-23,3-1 23,5-1-6,4-1-5,3 0-4,-19 4 1,0 0-14,12 0 22,-14 1 0,1 2 12,7 0-29,0 0 397,9 0-403,-15 0 35,15 0-23,-6 0-11,3-2 16,3 1-22,-3-2 51,-3 0 0,-4-1-18,-3 0 7,-1-1-1,-1 1 29,-1-1-12,-3 0-6,-2-1-5,-4 1-33,-2 0 27,-3 1-44,-4 1-157,-4 0-342,-3 1-6738,-5 0 7259,-2 0 0,-1 0 0,0 1 0</inkml:trace>
  <inkml:trace contextRef="#ctx0" brushRef="#br0" timeOffset="2515">21145 759 27991,'11'-34'-370,"0"1"1,0-21-428,-36 46 195,-17 4-58,-17 9 451,23 1 0,1 1-84,-22 9 165,19-1 0,2 1-805,-2 5 491,-9 10 72,31-9 122,12-1 203,17 2 5,15 1 3,19 2 43,-2-5 8,-3-5 0,1 0-270,-11-4 1,-1 0 252,11 6 1,0 0-4,10 15 6,-20-3 0,-19-2 28,-27-2-6,-30-3-25,9-12 1,-6-2-325,-8 1 1,-2-2 334,-4-2 0,0-2-5,3 0 0,3-3-85,8-4 1,3-4-877,-15-12-654,27-5 1612,21-19 0,5 26 0,5-10 0</inkml:trace>
  <inkml:trace contextRef="#ctx0" brushRef="#br0" timeOffset="3200">21640 716 9436,'0'-3'6878,"0"1"-4683,0 2-503,-8-70-438,2 39-825,-1-12 0,0 1 204,-3 17-180,0 7-335,3 9-152,2 7 29,2 16 10,-1 16-55,1 22 36,2-17 0,0 2-253,1 5 0,1 1 132,1 3 1,1 1-157,1-1 0,0 0-1054,5 12 1,0-2 772,-4-22 1,0-1-196,3 6 0,-2-4-4107,-2-5 4874,-3-5 0,0-5 0,-1-9 0</inkml:trace>
  <inkml:trace contextRef="#ctx0" brushRef="#br0" timeOffset="4192">21538 1116 15676,'-21'-46'1110,"0"0"1,2 5 0,7 5-1043,15 13-119,15 3-10,20 2-7,20 5 17,-23 8 1,2 0-241,1 2 0,1 0 249,-1 1 0,-1 0 75,-3 0 1,-1 0-37,0-1 1,-1 0 24,6-2 146,0-2 320,-26 3 83,-3 1 213,-12-2-700,-2 1 78,-12-2 11,-1 2 18,-9 1-6,-3 3-73,1 5-23,2 9-89,11 3 0,3 3 0,10 0 23,6-3 49,6 3 35,8-4 128,13-6-140,-7-4 124,15-10 28,-13-6-6,5-6 39,-7-4 246,-6-2 12,-8 3-404,-5 6-22,-3 4 50,-2 7-89,0-1-140,-1 2 45,0 1 44,-2 5-11,-1 6-28,-1 15 12,1-7-46,6 19 7,9-17 44,1 5 5,12-8 34,7-7-27,-5-3 27,16-9-17,-23-4 68,9-9 5,-15-3 0,-2-17-61,-6 9 39,-3-22-57,-1 27 18,0-15-34,4 15 11,7-4-16,18 2-12,4 8-6,11 4 12,-16 9 22,1 9 12,-7 14 10,-2 17-33,-7-4 6,-8 11-12,-3-16 1,0 0-6,6 1 22,2-11 11,12 4 12,3-12-1,10-6-10,-8-10 72,19-18-67,-21 5 28,2-8 0,-1-4-11,1-16-824,-9 10 0,-2-1 818,1-15-121,-11 19 0,-3 1 245,-1-16-88,-6 14 1,-1 1-25,-2-7 83,-11-8-95,11 32 56,-5-4-106,10 15-118,-1 2 113,3 12-24,4 24 18,1-4-1,1 2 1,3 0 1575,2 5-1595,5 5 0,1 1-59,2 1-171,2 4 0,1 0 234,-4-9-1090,3 2 0,1-2-301,-4-8-6004,18 18 7433,-17-30 0,-4-4 0,-7-10 0</inkml:trace>
  <inkml:trace contextRef="#ctx0" brushRef="#br0" timeOffset="4341">22739 800 13250,'-2'-3'2336,"1"0"-2415,1 3-1058,80-50 9,-19 32 0,-15-9 1,-2 3-1,-4 19 0</inkml:trace>
  <inkml:trace contextRef="#ctx0" brushRef="#br0" timeOffset="4566">23359 611 21439,'55'-23'-1740,"-25"12"1,3 3-1224,9 7 0,0 2-3332,21-1 6295,-12 1 0,-35-1 0,-8 1 0</inkml:trace>
  <inkml:trace contextRef="#ctx0" brushRef="#br0" timeOffset="5082">23513 814 20526,'60'-4'-423,"-28"1"0,2-1-151,7-5 0,1-1-771,-1 1 0,-1 0-176,1-1 0,-2 0-75,20-6-480,-16 3 1,-1-2 1532,11-6 991,-16 6 0,-3-1 1759,6-8 1058,-17 2-145,-12 5-101,-13 0-1445,-8 5-631,-5 2-646,-6 5-219,6 4 56,-12 16-72,6 6 23,-9 20-57,13-7 17,5 28-17,15-17-20,2-13 0,4 0-13,22 14 38,10-8 85,4-11 168,-1-12-85,-12-7 253,1-16 190,-7-16-297,-4-12-61,-4-16-51,-14-1 0,-9-3 6,-5 1-11,-6 8-51,-2 9-151,0 10-89,3 10-147,2 9-335,2 7 22,2 6-3949,-8 25 3622,9 11 0,-4-7 0,10-4 0</inkml:trace>
  <inkml:trace contextRef="#ctx0" brushRef="#br0" timeOffset="5249">24780 873 24575,'-3'49'-688,"1"0"0,0 0 0,-1 17 0,-4-9 0,-10-13 0,4-18 0</inkml:trace>
  <inkml:trace contextRef="#ctx0" brushRef="#br0" timeOffset="10016">26214 891 32767,'-13'27'0,"3"-1"0,15-4-2581,3-2 1126,6-5 1536,7-5 105,-6-7 248,15-18-1760,-16 3 1182,12-24-72,-11 3 557,1-14-206,-7-2-278,-8-6-566,-5 20 53,-9-3-287,-8 25 115,2 3 139,-13 14 390,-5 24 193,5-2 61,8 0 1,1 3-37,-2 17-143,11-15 0,3 0 210,2 1 0,5 1-23,12 4 1,4-2 3,7 12 7,8-18 1,6-5-76,25-3 17,-18-10 0,3-2-6,1-4 1,2-3-9,7-9 0,0-4 87,-12 0 0,-2-3 11,-2-1 0,-4-3 11,7-30 11,-20 2 40,-1-14 36,-13 27 0,-3 1-3,2-7 96,-8-2-18,-2 26-66,-1 1-219,0 7-68,0 15 192,3 1 425,-4 24-415,1 10-5,-2 17-12,5-21 1,1 0-17,-1 24-6,5-1 6,1-28 33,3-13 135,3-11-67,1-7 61,18-20-78,-1-4-3392,17-19 3335,-13 9 12,6-10-11,-7 9-17,13-7-33,-9 12-29,3 10 17,-15 12-16,6 13-40,-5 9-95,14 23-6,-5 0 57,-1 1-270,4-4-347,0-10-235,19 2 356,-15-18 0,3-3 1612,-4-3 0,0-2-1016,9-4 1,-2-3 83,-8-2 0,-3-2-584,16-9 814,-1-12 78,-19 0-95,-11 3 0,-2-2 196,2-18 23,-6-8-281,-14 25 314,-31-2-425,10 22-28,-23-5 72,-6 29-95,7 5 921,-8 8-983,12 10-16,18 5 33,6-9 681,16 15-647,18-26 11,6 2 17,21-12 22,12-17 34,1-10-620,-25-1 1,-2-4 585,3-15 8,-17 6 1,-2-5-1450,-3-10 0,-3-2 1427,0 9 1,-1-1 136,0-26 0,-2 2-186,-3 4 183,-2 18 1,-2 3 148,-2 0-202,0 17 691,-1 8-848,3 16 3192,0 14-3164,3 23 3,1-10 1,-1 1 180,4 29-189,-1-18 0,0 3-690,-1 6 0,1 2-254,1 0 1,-1 1 943,-1-10 0,1 0 0,-1-5 0,2 16 0,-2-11 0</inkml:trace>
  <inkml:trace contextRef="#ctx0" brushRef="#br0" timeOffset="16383">28489 893 32767,'51'-10'0,"0"1"0,9 1 0,-3 3-280,-23 4 0,-2 3 560,8 0 0,-4 3-5526,-12 7 4787,-5 3 1,-13-6 0,-6-3-1</inkml:trace>
  <inkml:trace contextRef="#ctx0" brushRef="#br0" timeOffset="16508">28527 1090 18738,'63'-10'-637,"-1"0"0,-6 1 0,-6 1 0,0 1 0,-20 4 0</inkml:trace>
  <inkml:trace contextRef="#ctx0" brushRef="#br0" timeOffset="16950">29683 768 17720,'0'-4'3681,"0"1"-3261,0 3 313,-64-30-400,14 29-306,6-12 0,-3 3 43,8 19 0,2 6-73,7-2 0,1 3-231,-8 7 1,2 3 156,-9 18 33,17 8 44,26-21 16,18 3 63,19-10-23,-3-6 33,2-12 1,1-6 112,14-15-523,-15 1 1,0-2 494,9-12 235,0-14 33,-16 4-44,-3 0 258,-9 1-416,-12 21-167,-2 4-129,-2 13 954,0 12-859,0-1 163,-2 23-185,0 3-17,0-2 0,-1 2-31,1-3 0,-1 0-138,1-1 0,0 2-691,-1 8 0,1-2-1381,0 3 2241,1-6 0,1-4 0,0-14 0,0 0 0</inkml:trace>
  <inkml:trace contextRef="#ctx0" brushRef="#br0" timeOffset="23301">6174 3863 11849,'-6'-1'2877,"1"0"-367,5 1-702,-61-3-1257,43 2-2068,-17-1 1,6 1 1786,27 1-142,0 0 135,10 2-190,-1 0 234,31 5-225,1-5-29,-5-1 1,2 0-49,2 0 1,1-2 1568,-7 1 0,2 0-1528,23-1 1,-1 0-29,6-1 58,-17 1 1,7-1 0,-7 1 126,17 0-161,0-1 1,0 0 15,-6 1-45,-20 0 1,-3 1 80,-2-1 249,-17 0 29,-9 1-216,-6-1-550,-11-3 196,2 2 414,-20-3-298,-20 1 29,-12-1 286,7 3 0,-1 1-501,20 0 0,0 1 511,-20 0 0,-1 1 252,18-1 0,0 1-377,-17 2 0,-2 0 280,13 0 0,1 0 8,-4 1 0,3 1 407,-13 3-513,18-1 81,5 0-78,20-4 102,-6 1-199,14-3 633,0 0-1261,6-1 1041,8 2-842,9 1-192,22 1 61,0 0 204,9-2 1,7-1-1644,7-2 1,3 0 1744,-3 0 1,3 0 6,-10-1 1,3-1 0,-3 1-362,4-2 1,-2 0 476,-9 1 1,1 0 0,0 0 15,-4 1 0,-1-1 0,-1 0 5,14 0 0,-3 0-23,-16 1 0,-2 0-33,1-1 1,-4 0 86,-4 0 149,2-1-91,-24 2 2861,-15-1-3578,-11 0 185,-20 1 87,-19 1 163,20 2 0,-3 0 8,-6 1 1,-3 0-1,-6 2 1,-1 0 12,-5 1 0,2 0-33,12-1 0,0 0 340,5 0 0,-3 0 1,4 0 5,2-1 0,2 0 11,-15 2 0,2-1 60,-9 0 0,18-1 1,15-1-113,13 0-403,8-1 341,5 0 1803,10-1-2004,8 1-150,17 2 51,1 0 115,2-1 1,7-1-1,19 0 0,2 0-1273,-10-1 1,0 0 1230,-7-1 0,1 1 0,-6-1-306,-7-1 0,-1 0-674,6 0 1,4 0-1,0 0 1096,17 0 1,-3-1 0,-2 1 0,-4 0 0,-20 1 0,1 0 0</inkml:trace>
  <inkml:trace contextRef="#ctx0" brushRef="#br0" timeOffset="24342">9229 3766 16729,'-52'3'1059,"19"-1"-983,62-2-68,11 0-34,10 0 3,7 0-559,5 0 578,-28 0 0,1-1-7,3 1 0,0 0-8,24 0-35,-11 0 0,1 0 34,-15 0 1,-1 0-55,16 0 1,0 0 16,-13 0 1,-3 0-58,27 3 140,-14 0-137,-13 2 225,-14-2 240,-10 1 50,-8-2 125,-5 0 434,-6-2-325,-12 2-59,-16-1-66,-20-1-798,19 0 0,-2 0 291,-7 0 0,-1 0 42,-4 0 0,-1 0 98,0 0 0,0 1 19,3 0 0,1 0-70,5 1 1,1 0 58,6 0 0,1 0 282,-25 2 50,10-1-93,10-2-126,11 0-85,10-1-155,11 0-204,5 0 999,17 0-847,10-1-39,24 1 47,-18-1 0,4 1-616,18-1 0,2 0 618,-16 1 0,2-1 7,20 0 0,-1 0-370,-21 0 1,-2 0 380,7-1 1,-1 1 9,-8 0 0,-1-1-61,23-1-1,-25 1-314,-2-1-896,-18 2-4310,1-1 5586,-5 1 0,-3-1 0,-2 2 1</inkml:trace>
  <inkml:trace contextRef="#ctx0" brushRef="#br0" timeOffset="56990">18411 2195 23323,'-30'-39'158,"0"0"1,2 3 0,2 10 48,0 23 339,-8 8-67,-9 5-125,-4 8-53,3 3-52,8 2 138,12-1-6,9 2-151,8-7-55,9 8-203,20 4-237,13 3 208,-5-14 0,4-1 56,4-3 0,2-3-56,4 0 1,0-1-293,-2-2 0,-1 0 269,-7-1 0,-3 1-104,6 6 145,-27 0-8,-30 3-1,-25 2-78,11-8 1,-3-1-342,-8 0 1,-2-1 548,-2-1 1,0-2-27,2-1 1,0-2 55,7-4 0,2-1-709,-18-10-2154,23-7 2702,19-5 0,11 11 0,5 1 0</inkml:trace>
  <inkml:trace contextRef="#ctx0" brushRef="#br0" timeOffset="57224">18756 1959 27947,'1'-5'2632,"1"2"-2392,-2 3 700,12-4 68,-4 32-1960,19 25-11,-14 5 280,-2-12 0,0 0 65,-3-13 1,-2 0-428,2 9 0,-1 0-2376,-2 0 1,-1-2 3250,-1-6 0,-1-4 1,-1 9-1,-1-20 1</inkml:trace>
  <inkml:trace contextRef="#ctx0" brushRef="#br0" timeOffset="58133">18791 2474 28574,'3'-49'-111,"1"0"1,-1 6 0,5 8-181,12 17 1180,14 8-350,16 5-454,11 3-87,-28 2 0,-1 0-122,29 2-4,-11-1 455,-12 0-33,-11-3-403,-9-3 170,-7-3 338,-5-2-89,-4-1 14,-1 2-298,-3 4-546,-1 3 166,-6 10 442,3-3-103,-1 13-348,6-2-10,9 5-13,8-1 180,4-7 496,26-2-67,-11-9-435,19-6 61,-13-9 486,-7-8 357,-8-6 400,-9-3-422,-11-2-403,-15 2-558,-13 4 23,-15 6 213,-10 8 14,-4 7-8,3 11-37,-2 24 437,23-6 88,1 30 31,22-27-368,7 28-461,10-9-289,0-17 0,3 1 22,6-2 1,4-3-100,4-1 0,3-2-96,3-4 1,1-3-164,21 5 607,-20-13 1,-2-4 474,8-9 345,15-9 373,-20-13 88,-8-6-108,-5-5-87,-6 3-24,-5 3-99,-7 10-318,-4 10-371,-4 7 61,-2 11-187,-3 12 44,-1 16 24,0 0 93,4 0 0,1 3-72,4 2 1,1 0 17,-2 0 1,0 1-401,3 11 0,0-2 398,-3-14 1,-2-1-73,-1 5 1,-3 1-102,-6 21 72,-7-20 17,4-21 99,-2-19 15,3-22-8,-2-21 89,8-2 0,2-3-125,1 12 0,2-1 132,3-25 1,3-1 24,1 19 1,1 2-3,2-8 0,0-2-1510,0 1 0,-1 2 1515,4-11-14,-5 27 1,0 2-3,7 3-18,9-1 7,8 10-6,9 9 88,4 13 263,3 13-263,-20 4 0,-2 3-5,6 12-93,-13-5 0,-7 1-204,-18 11-641,-13-9 1,-7-2-1847,-18 11 2380,4-16 1,1-5 0,11-9 0,-1-1 0</inkml:trace>
  <inkml:trace contextRef="#ctx0" brushRef="#br0" timeOffset="58657">20364 2332 27437,'31'-12'1290,"-8"3"-2867,13 2 0,3 0 1612,18-2 1,-4 1 0,-20 4 0</inkml:trace>
  <inkml:trace contextRef="#ctx0" brushRef="#br0" timeOffset="58850">20872 2054 32767,'-1'21'-1314,"2"-2"725,2 12 1,2 4-122,1-3 0,3 3-4206,5 20 1,1 3 4562,-4-14 0,1-2 0,-1-4 0,-1-4 0,-2-6 0</inkml:trace>
  <inkml:trace contextRef="#ctx0" brushRef="#br0" timeOffset="59166">18597 3174 15883,'-56'7'1148,"0"0"0,12-3 1,8 1-315,8-1-140,45-3-556,9 0 267,10-1 0,12-1 1,0 0-903,1-1 0,1 0 0,5-1 555,-7 1 0,4 0 0,2-1 1,1 0-1,-1 0-561,3 0 0,1-1 0,0 0 0,0 0 0,1 0 505,-6 0 0,0 0 0,1 0 0,0 0 0,1 0 0,-1 0-215,1 0 1,1-1 0,-1 1 0,1-1 0,0 0-1,-1 1 197,-2-1 0,1 0 0,0 1 1,-1-1-1,-1 0 0,0 1 2,7-2 1,-1 1 0,-1-1-1,0 1 1,-1 0-24,6-1 1,0 0 0,-2 1-1,-1-1-89,-8 2 0,-2-1 0,0 1 0,-3 0-578,6 0 0,-2 0 1,-4 1-1675,2 0 1,-4 0 2377,-8 2 0,-8 0 0,-14 1 0,-6 0 0</inkml:trace>
  <inkml:trace contextRef="#ctx0" brushRef="#br0" timeOffset="61891">22929 2349 22246,'-7'-45'242,"1"0"0,-1 3 1,-4 10-364,-15 18 1158,-12 8-594,3 11 244,-7 12-283,15 2-46,-3 14-62,10 8-74,5 2 372,13 6-682,18-11-332,5-9-54,19 5-13,1-7 77,12 5 75,-7-3 201,-13-2-4,-16-9 138,-24 2 296,-23-5-58,-8-5 1,-5-1-85,-1 0 1,-1-3-330,-3 0 1,-1-1 285,2-3 0,2-2 37,-13-5-1353,-2-8 1230,30-6 0,16 5 1,13 2-1</inkml:trace>
  <inkml:trace contextRef="#ctx0" brushRef="#br0" timeOffset="62541">23262 2315 18130,'5'-55'1495,"-1"0"0,0 7 0,-1 6 204,-6 9-1280,0 12 25,-1 11-589,1 5 272,2 14 151,1 14-18,4 26-199,0-14 1,1 3-755,3 8 1,2 1 655,-2-9 1,1 2-624,5 22 0,0 0-862,-5-21 0,-1 1-1327,3 16 1,-2-1 2332,-4-20 1,-2-4 0,0 7 0,-2-21 0</inkml:trace>
  <inkml:trace contextRef="#ctx0" brushRef="#br0" timeOffset="63782">23184 2526 21647,'56'-13'-25,"-1"0"0,1 0 0,-5 0 0,-1 1 0,-5 5-50,-8 7 1,-4 2 22,27-3 68,-13-3 16,-15 1 529,-1-10-353,-20 6 247,4-9-46,-14 6-12,-3-3-38,-5 0-79,-5 1-56,-5 2-90,-5 3-38,-2 4-58,-4 5-83,-1 7 1,2 8-29,3 9 22,9 4 46,7-7-23,12 12-6,7-14 23,7 6 90,6-14 78,2-6 72,0-9 40,-2-7 145,-2-10-273,-9 3 161,-3-9 1,-7 11-29,-2-2-44,-1 5-96,-1 4-100,0 4-135,-1 2-56,1 1 84,-1 7 79,0 6 11,0 11-28,2 7-12,6 3 23,8-1-11,10-5 17,9-4 10,4-9 29,1-8 17,-2-9 5,-3-8 34,-6-8 0,-6-9-29,-7-6-27,-8-6-6,-2-2 6,-3 0-6,2 4-16,3 4-6,4 8-1,6 3 1,7 7 254,5 6 8,4 6-13,2 11-108,-1 8-54,-4 12-15,-6 8-59,-6 8-26,-4 5-240,-3 0-39,0-3 45,4-5 58,-2-13 21,16 2 105,-3-17 108,16 0 51,0-19 6,4-10 60,1-14-17,-3-13-240,-23 16 1,-2-2 131,-2-2 1,-2-2-17,-2 1 1,-3-1 24,3-28-22,-10 9-85,-9 8-27,-3 7 23,-2 7-6,2 5 9,2 6 16,2 3-28,3 5 303,1 3-236,1 2 40,1 4 53,-1 0-64,0 2 650,0 0 343,-2-2-645,1-2-231,-1-7-157,0 3-61,-1-9 60,-3 0 21,2 3-635,-3-2-251,4 10 780,1 2 220,1 2 198,1 3 713,1 1-818,0 9 63,6 13-200,4 17-148,12 16-380,-8-23 1,2 1 264,0 3 1,1 1-186,0 1 0,-1-1-471,-3 1 0,0-1 107,-3-2 0,-1 0-597,-2-3 1,-2 1-6942,2 25 7492,-5-15 0,-1-23 0,-1-16 0</inkml:trace>
  <inkml:trace contextRef="#ctx0" brushRef="#br0" timeOffset="63949">24615 2305 26113,'43'-22'-232,"1"-1"1,-1 1 0,6-9 0,-2 8 319,-2 22 1,-7 5 0,-13-3-1,11 4 1</inkml:trace>
  <inkml:trace contextRef="#ctx0" brushRef="#br0" timeOffset="64257">25605 2190 27270,'3'-4'2386,"-1"1"-57,-2 3-1547,-27-4-782,-5 14 0,-6-1 0,-2 3 0,6 3 0,1 3 0,-1-1 0,1 2 0,3-2 0,2 1 0,-9 10 0,4-1 0,9 13 0,17-23-580,10 17-197,21-20 404,28 1 120,8-7 1,4-4-107,-22 0 0,0-1-143,5-2 0,5 1 1,-6-2 69,-2 0 0,-5 0 1,19-1-1,-11 1 0</inkml:trace>
  <inkml:trace contextRef="#ctx0" brushRef="#br0" timeOffset="65182">26144 2203 24804,'41'-24'-909,"-1"1"0,0 6 0,2 2 0,-3 5 118,-5 6 0,-1 3 0,5-3 0,-2 2 0,-4 1 0</inkml:trace>
  <inkml:trace contextRef="#ctx0" brushRef="#br0" timeOffset="65349">26273 2377 23690,'48'-17'-345,"0"0"0,0 0 1,7-4-1,-10 4 1,-18 13-1</inkml:trace>
  <inkml:trace contextRef="#ctx0" brushRef="#br0" timeOffset="67066">27041 2170 24889,'9'-1'5443,"-2"1"-4038,-7 0-375,0 0-1030,-27 35 0,18-18 0,-7 11 0,4 1 0,17-6-910,12 8-120,16-15 454,13-7 275,10-10-451,3-9 965,-13-3 411,5-19-22,-30 5 274,1-17-250,-24 4-968,-13 3-463,-13 5 136,-9 9 108,-5 10 124,0 9 277,0 12 945,6 8 832,7 11-595,8 9-844,8 7-178,7 5 0,9 3-63,12 1-874,13-5-557,14-6 346,-3-13 734,-4-16 1,2-3-168,22-4 435,-16-5 0,1-3 90,-8-3 0,-1-5 99,-1-3 1,-2-3 178,14-11-163,-18 0 1,-3-2-179,5-11-19,-11 12 1,-2 0-45,-2-7 217,-8 10-61,-6 13-177,-2 6 29,0 6 137,-1 6 309,0 8-119,0 12-26,2 1-127,-2 24-68,2-13 27,-2 15-33,2-18-152,-1-9-219,1-10 244,2-8 0,4-11 196,7-9 97,10-13 5,8-10 2,9-3-12,2 1-18,1 7-6,-7 10-5,-7 10-76,-6 11 32,-3 11-75,-1 10-85,2 8-5,3 4-59,4-1-131,9-4-158,11-6-71,10-8-51,-23-10 1,0-3 507,3-2 0,-1-3 94,0-2 1,-1-3-96,-2-2 0,-3-3 148,-2-2 0,-3-3 105,16-21 16,-10-5 16,-11 0 120,-11 2-42,-13 5-81,-13 8-60,-13 9-55,-13 11-34,10 10 0,0 3-14,-14 4-5,14 3 1,2 4-12,1 11 686,2 9-716,15 1 252,19-3-269,20-3-6,19-9 11,12-10 35,5-10 62,-5-11 52,-8-12 35,-10-15 11,-10-14-73,-19 20 0,-4-3 164,0-14 0,-4-1-36,-2 8 0,-2 1-68,1 1 1,-2 1 348,-6-12-150,1 28-207,0 4-42,0 18 437,3 9-390,-6 26-34,0 14-45,3-12 1,1 2-223,1 5 0,1 3 208,2 14 0,1-1-21,2-17 1,0-1-208,3 16 0,2 0-1013,0-21 1,2-1 1146,2 11 0,1-2 0,1 4 0,1-7 0</inkml:trace>
  <inkml:trace contextRef="#ctx0" brushRef="#br0" timeOffset="80683">21243 3819 19944,'7'-42'1037,"1"0"1,-1 0-1,3-14 1,-2 8-461,-3 17-505,-3 15-55,-1 6-28,-1 11 22,2 10 23,2 26-17,-1 10-9,-1-12 0,0 1-5,-3-2 0,0 0 8,0 0 0,-2-1 1,-1 17 16,-4 3 72,0-19 147,1-6-62,1-10 90,5-20-158,1-24-33,0-9-50,3-10 10,3 8 1,3 0 28,11-17-218,-5 16 0,0 1 190,13-14-28,-3 14-17,-2 13-22,0 13 16,1 17 0,3 13-5,4 15 6,1 11 5,0 5 385,-3 4-385,-1-2-12,-4-6-3374,-1-10 3403,-8-14 44,5-11 18,-5-19-12,8-12-17,2-17 6,2-11 17,1-4-28,-2 2-28,-3 5 0,-3 11 3380,-7 12-3402,-1 8-7,-7 10-4,8 9 16,-2 9 0,8 13-6,1 6-11,1 5-5,2-1-1,2-4 18,-7-10 27,12-4 17,-9-14 45,18-13-44,-17-3 44,7-18 11,-13 5-17,0-7-5,-3 1-39,-6 8 50,0-1-62,-3 10-39,0 1-33,-1 7-12,1 9 34,3 8 17,4 12-45,3 10-11,-2-3-706,8 23-723,-4-16-2212,9 15 3708,3-19 0,-13-15 0,0-8 0</inkml:trace>
  <inkml:trace contextRef="#ctx0" brushRef="#br0" timeOffset="80875">22585 3376 20492,'-42'7'-6223,"16"9"6223,46 17 0,-5-11 0,-6-10 0</inkml:trace>
  <inkml:trace contextRef="#ctx0" brushRef="#br0" timeOffset="81323">23080 3674 21952,'-52'-6'76,"0"0"1,3 1 0,6 7-43,-1 26 737,9 6-765,11 1 462,13 1-457,11-1 265,12-3-242,4-11 128,26-1 34,-4-16-5,23-10-23,-7-18-90,-27 4 1,-2-4 8,-1-5 0,-3-3-1,-3-5 0,-2-3-11,-4-3 1,-2-2-1,-3-1 1,-3 0 25,0 3 0,-3 0 36,-2 7 0,-3 3 288,-3-22-173,-4 18-84,1 13-151,4 12-67,3 9-1,2 13 651,2 15-595,2 22-13,-1-14 0,0 2-610,-1 7 1,1 1 603,-1 5 0,0 1-59,-1 1 0,0 0-157,-1-2 1,2-1-348,2-4 0,4-1-940,3-6 0,5-2 1517,10-4 0,2-4 0,4 4 0,5-11 0</inkml:trace>
  <inkml:trace contextRef="#ctx0" brushRef="#br0" timeOffset="81549">23823 3537 22957,'28'-17'-146,"1"0"1,3 1-1,3 5-426,8 6 1,2 4-1965,1 0 0,-1 1 2536,-7 1 0,-2 1 0,8 0 0,-21 2 0</inkml:trace>
  <inkml:trace contextRef="#ctx0" brushRef="#br0" timeOffset="81741">23951 3763 24699,'55'-5'-17,"-20"3"-322,9-5 0,3-2-5925,13-1 6264,1 0 0,-25 3 0,-20 4 0</inkml:trace>
  <inkml:trace contextRef="#ctx0" brushRef="#br0" timeOffset="91559">25013 3589 15793,'12'-47'2208,"-1"0"1,1-2 0,-1 6-1352,-2 9-168,0-6-174,-3 10-156,-4 9-191,-1 10-196,-1 6-6,-4 13 73,-6 14-22,-2 6-14,-4 6 0,0 5-15,-5 19-306,6-15 0,2 0 329,7-10 1,2-2 4,6 22 1,5-18 39,10-6 242,8-16 21,3-6 6,10-17 27,-2-13-184,-7-2 320,12-20-214,-15 14-61,7-11 569,-13 16-721,-6 10-27,-5 8-12,0 11-22,-3 4 11,2 8-5,4 26-12,-2 3 6,-2-10 0,-2 2-36,-2-2 0,0 0-2016,0 3 0,0 1 832,2 23 1220,3-17 0,0-3 0,-3-12 0,7 15 0</inkml:trace>
  <inkml:trace contextRef="#ctx0" brushRef="#br0" timeOffset="114274">7772 4782 7951,'-9'-1'6094,"2"0"-4211,7 1-198,0 0-1595,-56-6 22,44 4 134,-35-4 264,74 6-365,-2 0 35,28 0-101,-3-1-51,-15 1 0,1-1-159,5 1 1,1 0 141,4-1 0,1 1-298,4 0 0,3 0 275,-8 1 1,4 0 0,-4 0-750,5 0 1,-2 0 763,10 1 0,1 1-17,-1 0 0,-3 1-184,-21-2 1,1 1 189,11 0 1,5 1 0,-7 0 4,-11-1 0,-3 1 3,12 0 0,-2 1 223,5-1-201,-14 0 584,-10-3-209,-11-1 1480,-6 0-1877,-8-2 455,-6-3-500,-10-3-5,-15-3 5,-19 1-313,16 6 0,-3 0 358,-10 1 0,-1 0 3,8 1 0,-2 0-9,-3 1 0,-4 0 1,3 0 13,-2 1 1,1 0 2,3 0 0,-3 0 0,3 1 17,-4 1 0,4 1-3,4 0 1,2 1-4,-15 3-16,21-2 1,0 1 60,-7 1 17,-16 3-11,17-4-12,4-1 29,1-2 22,5-1 677,7-2-789,10 0-30,8 0 58,9 0 118,11 0-74,15 1-27,18 1-34,-15 0 1,2 0-304,5 0 1,2 0 305,4 0 0,1 0-6,3 1 1,2-1-577,1 0 0,2-1 565,1 0 1,1 0 10,1-1 1,1-1-402,-2 0 0,1-2 390,-3 0 0,-3 0 3,-12 0 0,-2 0 6,4-1 0,-4 0 111,-3 1 62,1-1 346,-31 1-553,-22 1 45,-19 0-6,-24 0-1003,21 2 0,-2 0 986,-5 1 1,-2-1 13,-2 1 1,0 0-292,-1 0 0,2 1 288,12-1 1,-1 0-164,-14 2 0,2-1 177,15 0 1,0 0 8,-17 1 0,1 0-17,19-1 0,0 0-14,-17 1 0,-1 1 25,17-2 1,0 1-4,-13 0 1,0 1-6,14-1 0,2 1-36,-17 0 2572,13 0-2556,17-2 1606,8-1-1583,9-1 816,8 1-738,15-1 121,21 1-202,-12-2 0,2-1-6,9 1 0,1-2-161,-7 1 1,3-1 157,2 1 1,5-1 0,-3 0-626,7 0 1,1 0 609,-4 0 1,4 0 0,-3 0 9,12 0 0,-2 0-341,-3-1 0,-1 1 332,-5 0 1,-2 0 8,-7 0 0,-4 0 40,18-2 77,-25 2 211,-21 1-351,-24-1 34,-25 1-5,7 1 0,-3 1 55,-11 1 0,-3 1-72,-6 0 0,-3 0 1,17 1 1,0 0 0,0 1 11,-2-1 0,1 1 0,-1-1 1,2 1 1,-1 0 0,2 0 10,-20 2 0,2 0 11,5 0 0,2 0-11,4-1 0,2 0 343,6 0 1,1 0-321,5-2 0,2 1 36,-19 2 0,17-2-62,15-2 50,15-1-38,28-1 27,37-3-45,-18 1 1,3 0-60,16-2 1,3 0 49,-21 2 1,0 0-1,1-1-413,3 1 1,1-1-1,0 0 404,0 0 0,1 1 0,0-1-4,-2 0 0,-1 0 1,-1 0 4,17-1 1,-2 1 11,-9-1 0,-4 1-66,-9 1 1,-3-1 37,16 0 44,-23 1-4,-15 1-52,-22 1 1,-22 3 34,-27 3 2,16-1 0,-4 1-101,-8 0 1,-4 1 118,15-1 0,-1-1 0,0 0 13,-2 0 0,0 1 0,0-1 5,3 0 1,0-1 0,2 1 10,-12 1 1,4 0 604,13-2 1,4-1-549,-5 1 112,23-2-168,13-2-96,15-4-44,3 1-516,13-4 1,6-1 610,2 2 0,1 0 0,-7 0 0,-1 1 0,23-2 0</inkml:trace>
  <inkml:trace contextRef="#ctx0" brushRef="#br0" timeOffset="167342">20686 4918 18162,'-1'-3'5473,"0"0"-5440,1 3-10,-14-5 16,10 22-106,-10 5-471,12 26-1854,6 7 2392,6 5 0,-4-26 0,4-5 0</inkml:trace>
  <inkml:trace contextRef="#ctx0" brushRef="#br0" timeOffset="167716">20898 4689 21299,'-33'28'136,"1"1"0,4-3 0,13-1 189,36 7 225,22-7-337,-12-12 285,11-7 0,-22-14-44,0-5-96,-10-12 90,-7-13-313,-5 11 101,-6-12-18,-2 17-134,0 2 67,-8 0-112,4 11-162,-7 0 39,9 7-179,-1 10-393,7 9-996,1 12-8179,15 18 8982,-4-16 1,8-1 0,-11-25 0</inkml:trace>
  <inkml:trace contextRef="#ctx0" brushRef="#br0" timeOffset="167949">21490 4669 20207,'0'-7'3612,"0"2"-2352,0 5-1187,-64-10-45,44 23-17,-18 1 1,3 8-7,26 13 1,8 8-1145,-4 12 1,2 4 1121,2-16 0,2 2 0,1 2-94,2-1 1,1 3-1,1-1 1,-1-2-42,1 0 1,-1-3 0,3 3-288,1 2 1,1 4 0,2 0 0,-1-5-996,0-2 0,0-3 0,0 1 1434,1 13 0,1 3 0,-1-7 0,0-4 0,-2-5 0,-5-7 0,1 0 0</inkml:trace>
  <inkml:trace contextRef="#ctx0" brushRef="#br0" timeOffset="168108">21371 6103 10587,'-21'-49'1517,"0"1"1,0-1 0,0 1 0,-2-6 0,2 1 0,3 3-1227,4-8 1,4 4 122,5 9 1,2 5 910,4-18-1247,2 26 1,2-1-51,15-25-104,5 25 1,5 3-71,14-12-327,9 9 0,3 5-634,-2 5-95,-1 4 1,2 0 1201,-17 7 0,-3 2 0,17-6 0,-11 5 0</inkml:trace>
  <inkml:trace contextRef="#ctx0" brushRef="#br0" timeOffset="168358">22257 4689 21825,'-1'-3'3288,"0"0"-2655,1 3-325,-81 32-238,60 0 0,0 7-496,-10-9 0,-5 1 0,9 2 423,10 16 0,9 2-31,4-1 1,7 0-186,14-2 1,4-1 81,-6-8 0,5-1-397,12-3 0,9-1 0,-3-7 4,-7-9 1,2-4-1628,8 1 1,6 1 0,-3-5 2156,-5-5 0,-3-2 0,-2 0 0,-4 0 0,5-2 0</inkml:trace>
  <inkml:trace contextRef="#ctx0" brushRef="#br0" timeOffset="171032">23037 4969 7755,'4'-2'5086,"-1"0"2828,-3 2-7359,42-41 364,-32 20-488,11-9 0,-6 0-111,-26 6-108,-8-1-72,-6 10-72,-5 5-52,3 5-16,-14 11-33,10 7 10,-11 12 35,10 9 4,5 5-16,7 4-11,8 1 22,8-1-5,12-2 5,7-7 68,11-7 128,10-11-118,-10-9 130,12-14-18,-11-11-105,1-4 172,6-27-105,-15 10-1,4-19 12,-13 16 39,-4 6-22,-3 10-40,-2 11-73,-1 6-117,-1 7-23,-1 4 40,-1 9 16,0 10-5,1 15-6,0 8 17,8 8-16,4 0 10,10-2 23,8-8-6,7-8 0,6-13 17,4-10 17,0-15 17,1-11 22,-6-11 5,-7-10 1,-7-6-1,-9-3-5,-9 1 0,-6 5-22,-7 5-6,-3 4 0,-4 6 0,2 6-39,3 6-6,4 5-11,2 3-39,1 2 5,0 2 12,4 0 16,3 2 12,8 2-1,4 1 1,4 1-17,2-2 28,3-1-1,-6-2-16,13 4 12,-18-2-24,11 5 7,-21-3-12,2 11 6,-5 0 5,0 10 6,-2-4 0,1 17 6,1-10-12,5 15 12,4-12-6,3-2-6,6-4 23,2-6-11,4-6 16,2-6 34,1-6-11,2-9 5,-2-6 34,1-11 11,-7-7-27,-4-6-29,-9-4 17,-5 2-6,-10 1-22,-7 5 6,-7 1 11,-6-1-23,6 8-16,1 3 5,10 12-11,2 4-34,4 5-33,0 0 28,5 4 44,0 0-5,16 4 0,7 1 0,15 0 0,8-3-11,1-2 22,-2-5 12,-8-3 5,-10-3-6,-10 1 17,-11 2 12,-6 3-46,-4 1-77,-1 1 66,-1 8 0,0 0-16,0 31 5,0-16-5,4 30-17,4-16-213,8 13-353,6-2-535,-5-20 0,2-1-562,7 7 1702,15 6 0,-29-30 0,6 2 0</inkml:trace>
  <inkml:trace contextRef="#ctx0" brushRef="#br0" timeOffset="171449">25171 4717 18649,'0'-3'5327,"0"0"-4308,0 3-946,-29-20 0,-11 20-28,-11-16 5,-10 26 34,19-5 18,-5-1 21,12-1 17,14-3-23,8-1-10,6 0-102,4 1-10,2-1-23,0 1 17,0 8 44,-3 13-22,0 0-39,-1 11 28,-1 2-11,-1 19 6,1-8 7,3-11 1,0 0-36,3 26 5,2-11-138,6-11 1,4-2-311,15 0-495,-4-11 1,2-1 225,15-1-1720,1-13 0,2-4-1976,5-5 4441,-5-3 0,-4-1 0,-14-1 0,-1-2 0</inkml:trace>
  <inkml:trace contextRef="#ctx0" brushRef="#br0" timeOffset="171873">25543 4857 15356,'1'-6'6290,"0"2"-2694,-1 4-3276,-2-47-242,-1 44-5,-4-28-28,0 53-17,-3 5 56,-3 20-28,2 6-51,1 0 1,5 1-1,11-26 1,0-2 22,11-4 56,13-14-34,7-8 12,12-14 33,-4-15-11,0-14-48,-23 18 1,-1-1 44,2-5 0,0 0 143,9-16 79,-3 3-152,-18 25 90,-6 8-140,-4 7-101,0 2 0,-3 9 0,-2 21-17,0 10-6,1 8-55,2-8 0,2-1-68,3 5-291,4 4 0,4 1-767,10 3-368,-5-15 0,2-2-652,9 3 2224,11-3 0,-25-23 0,7 2 0</inkml:trace>
  <inkml:trace contextRef="#ctx0" brushRef="#br0" timeOffset="172232">26213 4750 19854,'-3'-2'3730,"1"0"-2739,2 2-811,59-44-1,-25 32-101,6-12 1,0 3 38,-3 23-72,-11 0 118,8 9-73,-9 1-34,10 8-17,-5 2-17,-1 9-11,-7-4-8,-6 1 0,-2 2 8,5 20-6,-7-13 1,1 1-224,-4-3 1,-1-1 220,-1 0 0,-1 0-15,-1 8 1,-2-2-5,1 13-18,-4-18 0,-4-1-50,-7 1-124,-10 6-620,-11-10-7462,-10-10 8290,1-8 0,14-8 0,11-4 0</inkml:trace>
  <inkml:trace contextRef="#ctx0" brushRef="#br0" timeOffset="172739">27300 4746 32637,'-5'0'130,"2"0"-130,3 0 0,-7-10 0,23 3 0,12-9-339,5 9 1,4 3-400,-5 0 0,4 0 575,9 2 0,6 1 1,-8 0-1,5 0 1,-4 1-1,0 0 1</inkml:trace>
  <inkml:trace contextRef="#ctx0" brushRef="#br0" timeOffset="172915">27369 5017 23883,'57'-9'-1575,"0"0"0,0 0 0,-3 0 0,0 1 0,-4 0 1575,-2 0 0,-6 1 0,14-2 0,-26 4 0</inkml:trace>
  <inkml:trace contextRef="#ctx0" brushRef="#br0" timeOffset="173139">28196 4624 21533,'54'-15'-1244,"0"0"1,0 1-1,-4 0 1,0 1-1,-7 5-784,-6 6 1,-4 4 2027,27 1 0,-41-2 0,-1 2 0</inkml:trace>
  <inkml:trace contextRef="#ctx0" brushRef="#br0" timeOffset="173365">28274 4904 25931,'42'3'84,"1"-1"0,0 0 0,0-2-118,-1-5 1,-2-1-12,-8 2 0,-1 0-241,11-2 1,-3 1-841,9-2-2985,12-2 4111,-31 3 0,-15 1 0,-8 3 0</inkml:trace>
  <inkml:trace contextRef="#ctx0" brushRef="#br0" timeOffset="174590">29475 4609 10640,'0'-3'8833,"0"1"-6212,0 2-1607,-9-63-835,4 44-95,-1-17 0,-5 4-39,-6 26-34,-13 1-11,-24 14 0,-2 8-5,-3 7-9,30-8 0,1 1-25,-9 13-85,-2 13 35,21-8 61,13-6 61,20-8 46,12-9 16,16-2 45,8-7 45,4-11 50,-4-7 28,-8-8-5,-11-6 5,-9-3 39,-9 0 52,-6 4 105,-5 3-358,-1 12 28,-2 2-124,1 9-72,-1 2 11,1 12 62,1 7 10,0 7-4,4 17-1,-1 1-28,2 17-45,-3-29 1,0 2-273,1 7 1,1 0-437,0-5 0,0-1-104,1-2 0,1 0 874,3-1 0,0-5 0,-2-6 0,5 6 0</inkml:trace>
  <inkml:trace contextRef="#ctx0" brushRef="#br0" timeOffset="176182">29343 4610 16185,'7'-4'-975,"-2"0"-2430,-5 4 3405,1 2 0,-1 0 0</inkml:trace>
  <inkml:trace contextRef="#ctx0" brushRef="#br0" timeOffset="177199">29399 4677 22543,'15'-33'386,"-3"10"-201,-16 31 84,-4 10 33,-9 12-11,-8 10-61,-7 10-152,15-22 1,0 0-35,2 0 1,1 1 0,-6 26-6,12-4 23,14-4 67,13-7 27,14-3 1,11-7 0,6-7 11,5-9 29,-2-7 55,9-14-168,-21-1 78,9-13 0,-27 3-22,1-8-28,-12-2-16,-12-9-85,-5 10-17,-11-10 6,-4 13-28,-8-7 6,-5 0 5,-11-6 6,13 10 0,-14-9-1,18 15 1,-7-3 0,1 5 5,3 4 1,-9-1-1,13 7 6,-13-4 6,18 6 39,-5-5-6,3-7-22,7-2-12,5-2-5,7 3 0,4-7 11,5 6-22,6-13 11,-1 17 6,7-4-12,-3 8-11,9-2 1,-2 4-1,21 4-11,2 9 11,-1 1 0,5 12-5,-20 3-1,4 8 1,-4 11 22,-10 4 11,-6-4-11,-9-3 23,-7-7-12,-3 2-11,-5 7 33,-9 9 1,5-15 22,-5 4 0,7-18 28,-1-2-34,3-6-33,2-1 39,5-5-17,4-1 275,-1 0-644,3-5-594,1 0 33,0-3-2521,6-2 3412,7 0 0,-6 2 0,4 0 0</inkml:trace>
  <inkml:trace contextRef="#ctx0" brushRef="#br0" timeOffset="178215">30092 4317 25029,'45'-9'790,"9"20"-698,-16 16 1,0 8-2387,2 7 1,-2 1 2307,-7-7 0,-2 3-1,-5 4 0,0 6 0,-5-3-121,-3 6 1,-5 0 8,-2-2 0,-2 4 0,-6-3-511,-7-7 1,-6-2-1,-4-1 610,-7 3 0,-6 0 0,2-4 0,3-3 0,0-4 0,-4-4 0,-1 0 0</inkml:trace>
  <inkml:trace contextRef="#ctx0" brushRef="#br0" timeOffset="182840">10447 14840 10382,'-3'0'7550,"0"0"-6457,3 0-326,-62 4-503,46-2-393,-45 3-22,63-4 358,9 3-157,1-1-5,6 2-6,4-1 0,3-2 51,21 0-45,-1-4-28,1 0-1,-7-3 24,3-2 72,-15 3 655,4-1-482,-31 4-274,-35 6 17,-18 2-11,15-1 0,-4 1 36,-5 2 0,2-1 20,9-1 0,1-1 33,1 0 1,4-1-17,4-1-6,14-2-39,9-1-17,2-1 302,13 0-55,12-1-191,8-2-34,-2-1 1,3-1-168,0-2 0,3 0 128,21-6 0,3 0-3,-11 2 1,-2 0-303,-1 1 1,-2 1 293,12-2-40,-31 8 7,-6 0 16,-34 11 0,-40 11 23,-1 1-339,6-5 1,-1 0 343,-5 1-5,-1-1 0,0 0 5,2-1 33,3 0 1,3-1 529,11-3-574,-4 0-11,28-6-68,9-4 68,11 0 101,10-2-51,19-5-28,2-1-3,-6 0 1,3-2 13,-4 1 1,2 0-275,15-4 0,-1 0 241,16-3 16,-26 7 1,-4 2 45,-11 3 117,-3 0-23,-16 4-72,-27 6-34,-13 4-20,7-1 1,0 1 3,-21 6-9,12-3 0,3 1-31,1-1 28,-19 8-61,40-15 33,6-2 1511,23-5-1835,21-8-287,6-1 628,1-3 0,-1 0 0,-10 3 0,21-6 0</inkml:trace>
  <inkml:trace contextRef="#ctx0" brushRef="#br0" timeOffset="184123">32024 4557 19451,'1'-5'3047,"-1"1"-2459,0 4-437,-38 17-78,15 1 5,-23 16 1,-4 7-876,16-8 1,0 2 792,0-1 0,-2 3 1,2-2-28,-1 1 0,0 0-171,1 0 1,-2 1-1,3-2-258,-1 0 1,2-1-84,-13 13 0,2-4-96,-1 2-6272,4-17 6911,23-23 0,0-1 0,11-7 0</inkml:trace>
  <inkml:trace contextRef="#ctx0" brushRef="#br0" timeOffset="184291">31299 4762 21707,'48'3'244,"-1"0"0,-1 7 0,1 3 0,-5 1-795,-11 2 1,0 3 400,18 8 1,8 4 0,-4-1-1381,-3-2 1,-1 1 1529,0 0 0,3 1 0,-7-3 0,-11-6 0,-4-3 0,19 13 0</inkml:trace>
  <inkml:trace contextRef="#ctx0" brushRef="#br0" timeOffset="189091">7021 7522 8874,'-4'0'8065,"2"0"-7078,2 0-808,8-4 198,22-2-257,23-4-94,-15 4 0,2 0-199,2 1 1,0-1 202,-1 1 1,-1 0-101,-6 1 0,-1-1 64,18-1 167,-26 2 125,-13 3-436,-24 1-30,-14 3 465,-18 1-314,10 1 1,-1-1 50,-15 3 3,14-3 0,2 0 87,-6 0 82,-6 2-8,12-2-226,12-2-191,12 0-50,6-2 576,26 1-184,10 0-112,-2-2 0,4 0-120,2-2 0,2-2 140,5-1 0,0 0 7,-1-2 0,-1 0 11,-4 0 1,-3 1 260,14-3 17,-23 4-396,-41 5 72,-3 5 72,-44 5 34,1 4-30,22-6 0,-1 1 59,-2 0 0,2 0-137,-12 1-151,15-3-96,31-4 96,22-2-1430,21-1 1592,14-2 0,-12 1 0,-12 0 0</inkml:trace>
  <inkml:trace contextRef="#ctx0" brushRef="#br0" timeOffset="191032">20584 6943 11387,'-4'-1'6350,"1"0"-369,3 1-5173,-4-25-835,3 19-118,-3-18 297,5 28-66,4 14-24,7 5-147,-1 3 1,5-6 210,7-6 210,1-8 25,16-1-43,10-23-30,-6-6-14,-2-8 98,-15-10-25,-18-11-199,-11-1-152,-5 21 1,-3 3-164,-13-5 124,-15 5-45,2 17 20,-10 3 10,4 9 97,-1 17 105,10 10 40,4 6 20,4 17-12,8 2-167,8-8 1,1 4-369,3-7 0,3 1 321,4 7 1,3-2-100,8 10 13,3-27 1,4-2-102,24 8 25,-13-16 1,5-3 198,15-4 1,1-4-488,-15-5 1,0-2 474,19-6 1,-3-4-1,-2-9 119,-2-5 1,0-6-32,-13-4 1,-3-2-61,3 3 1,-2-4-23,-11-1 1,-3-4 0,-5 2-36,-4 0 1,-2 1 32,3-8 1,-2-1-15,-6 5 1,-2 2 10,-3 2 0,-1 0-5,0 3 1,-1 0 10,-1 0 0,0 3 50,-6-8-47,5 19-6,-1 7 224,3 10-226,0 3 926,-6 10-931,-3 8 6,-4 5 481,-7 19-495,11-12 0,0 3-3,0 3 1,2 2-283,0 9 1,3 1 283,6-5 1,3-1-6,2 1 0,2-1 3,8 21 8,-1-22 0,1-1-2,5 6 2,-5-14 0,1-2-2,7 6 10,1-10-10,-6-10-1,20-9-5,-2-12-12,23-9 18,-1-10-624,-3-5 640,-16 7 34,-5-10-28,-22 16 523,1-19-534,-11 20 11,2-16-12,-2 20 12,2-11 0,2 4-6,2-2-5,-1 1 709,1-9-676,-5 6 59,1-10-64,-6 6-23,-1 7 67,-13-11-61,7 17 22,-9-11 6,10 14-6,-1 0 1,4 3-12,2 4-45,1 2 6,3 2-23,-2 8 40,0 7 16,0 16-33,5 9 22,11 12-11,14 5-3,-8-27 0,3-1 0,3 0 1,2-1-152,1-2 1,0 0 139,-3-3 0,-1 0-9,7 11-83,-22 12-62,-31-14-252,-21 13-70,14-27 0,-3-4-646,0-2 1,0-3-7048,-23 0 7663,15-13 0,19-1 0,10-1 1</inkml:trace>
  <inkml:trace contextRef="#ctx0" brushRef="#br0" timeOffset="191415">21964 6808 24083,'27'18'417,"0"1"0,22 10-221,-21-22-39,3-7 0,0-8-22,-2-8 232,-4-16-221,-11 8 73,-5-15-67,-11 13-18,-7-3 6,-8 5 6,-10 10-23,-4 6-134,-2 8-15,1 8-43,4 8 86,5 10-18,6 9-7,8 10-63,12 7-34,5-7-416,8-8 1,5-2-1424,19 15-1996,-9-16 1,1-1 3939,-5-11 0,-2-4 0,8 4 0,-14-12 0</inkml:trace>
  <inkml:trace contextRef="#ctx0" brushRef="#br0" timeOffset="191839">22869 6845 24934,'-12'13'-55,"3"10"-347,13 28-840,3 3-1976,4-3 3217,1-5 1,-5-22-1,0-6 1</inkml:trace>
  <inkml:trace contextRef="#ctx0" brushRef="#br0" timeOffset="192182">22983 6619 22179,'-28'-5'610,"6"9"-504,29 29-55,1-7 150,27 6-44,-3-17 62,16 2 94,-10-16 29,-8-11-51,-12-9-84,-9-11-72,-15-6 10,-7-3-16,-9 3-28,-3 5-28,0 9-51,4 10-39,4 7-196,4 14-582,5 9-1748,6 16 2543,13 14 0,-7-21 0,9-1 0</inkml:trace>
  <inkml:trace contextRef="#ctx0" brushRef="#br0" timeOffset="192623">23561 6688 25394,'-9'49'9,"0"-1"0,2 5 1,5 2-20,4-13 1,4 1 0,-1 1-1002,0 2 0,0 0 0,0 0 921,-1 1 1,0 0-1,-3 1-108,-2 2 0,-3 1 1,-1-2-58,0 10 0,-6 0-522,-8-1 1,-5 4-1,-2-8 298,-2-4 0,-2-4 486,3-5 1,-2 1 0,-2-10 556,-4-16 1,1-11-442,-7-14 20,19-18 0,5-9 128,10-2 1,5-4-218,0-12 1,4-3 345,5-2 0,6 0-59,2 14 1,3 0 0,2 2-115,8-9 0,3 4-141,-1 3 1,3 3-73,2 10 0,0 5 123,-7 7 1,2 2-24,6-4 1,1 1 33,4 0 1,-1 1-68,-9 5 0,-1 1-19,20-11 1294,-21 9-1306,-16 7-4,-3 2-203,-5 3 351,-4 4-7201,-1-1 7007,2 3 0,0 0 0</inkml:trace>
  <inkml:trace contextRef="#ctx0" brushRef="#br0" timeOffset="192966">24315 6490 14824,'2'-4'6301,"0"0"-2021,-2 4-3972,4-18-174,-9 24 57,-8 4-96,-16 43-28,6-2 0,-1 4-39,5-4 0,2 2-427,5-10 0,0 2 0,5-1 365,6 11 1,5-3-21,1-11 1,6-2-123,13 3 0,10-2-809,15-3 0,7-3 118,-17-11 1,2-1 0,1-1-2411,9 2 0,3-2 0,-5-3 1909,0-2 1,-5-4 0,-10-4 0,-6-2 0,-12-3 0</inkml:trace>
  <inkml:trace contextRef="#ctx0" brushRef="#br0" timeOffset="195456">9632 7585 7716,'7'0'2571,"-1"0"-2280,25-2 1,11-1 2,1-2 0,3 0-1167,11 0 0,3 0 1110,-17 0 0,0-1 1,-2 0 106,3 1 1,-1-1-223,9-1 0,0 0 35,-6 0 0,-3 1 92,-9 1 0,-4 0 1255,8-3-1094,-29 4-489,-16 3 18,-28 1 1038,-13 4-924,3-1 0,-3 1 141,14 0 0,-2 0-148,-7 0 1,-5 2 0,4-2 57,1 1 0,2 0-20,-10 1 0,-1 0 131,5 0 1,1 1 89,2 0 0,2 0-213,8-2 1,0 1 24,-5 2 1,4-1-112,10 0 67,5 0 173,23-3-50,23-2-149,10-4 1,6-3-43,4 0 1,1 0-297,3-2 0,3-1 271,5-2 1,0 1-566,-9 1 1,-1 0 573,10-2 0,1 1 8,-7 1 0,-2 0 52,-7 1 0,-5 0 40,6 0-133,-25 2-85,-44 4-1026,-10 4 0,-5 2 1163,9-2 1,-4 0 12,-8 4 0,-9 1 0,-1 0 0,7 0-353,0 0 1,0-1 342,-7 2 0,-7 2 0,5-2-97,-2 0 1,0-1 144,7-1 1,-3 1 0,0-1-21,-1 0 1,0 0-1,-1 0-240,-6 0 1,-1 0-1,4 0 285,10-2 0,2-1 0,3 0 3,-7 1 0,1-1 117,-2 0 1,3-1 2184,-12-1-1935,1 0 2160,22-6-2368,19-2 355,8-2-428,4-3 1561,1 1-1622,-4-5-7,-7 0-90,2 3 47,-12 1 46,2 6 14,-11 1 8,-3 2 55,2 2 18,4 0-23,12 1-39,9 0-87,7-1 43,8 1-15,23 1-5,16-1-62,-5 0 1,2 0-10,-6-1 1,3-1 10,9 0 1,7-1 0,-5-1-492,-5 2 0,1-2 472,6 1 0,8-2 0,1 1 1,-4 0-741,-3 0 1,-5 0-1,5 0 758,2 0 1,4 0 0,0 0 0,-1 0-57,-7 1 0,0-1 0,-2 1 0,-2 0-22,5 0 1,-2-1 0,2 1-17,-1 0 0,3 0 1,-1 0-1,-5-1-231,13 0 0,-3 0 245,-6 0 1,1 0 0,-6 0-3,-8 0 1,-6 0-225,3-1 103,-26 1 781,-27 0-628,-44 0 34,6 0-132,11 2 0,-7 0 1,5 0 133,9 1 1,-2 0 5,-5 0 1,-9 1-1,-1-1 1,7 0-7,-2 1 1,-1 1 9,-6 0 1,-10 1 0,-1 1 0,9-1-13,-2 1 0,1 1 0,5 0 0,-6 0 0,-3 1 0,3 1-139,5-1 0,1 1 0,0 0 0,0 0 148,0 0 1,0 0 0,0-1 0,1 1-2,2 0 0,0 0 1,2 0-1,1-1 24,-7 2 0,3-1 0,8-1-10,11-2 0,4 1-193,-8 0 0,8-1 176,19-1 46,29-2-29,7 0 17,17-2 0,9-2-19,-4-1 0,3-1 322,0 0 1,5 0 0,0-1-336,-1-1 1,0 0 0,0 0-300,6-2 0,0 1 0,-1-1 238,-11 2 0,-1 0 0,3 0-2404,5-1 0,5-1 1,-2 1-1,-6 0 2112,0 1 1,-3 1 0,-2-1 0,3 0 0,-12 2-1,-13 3 1</inkml:trace>
  <inkml:trace contextRef="#ctx0" brushRef="#br0" timeOffset="196590">25472 6748 14891,'0'-4'4918,"0"0"-863,0 4-3904,9-48-78,-19 33-56,7-34-3336,-58 44 3347,28 3-3,-2 0 0,-2 1-1642,-11 0 1662,9-1 27,-6 0-10,21 1 11,-5 0-51,9 2 17,-4 4-5,6 4 2549,-4 7-2555,2 3 2589,4 5-2567,5 3 12,6 4-1,3-1 12,5 2 17,2-1 39,3 6-34,-3-7-44,-2-3 22,-6-5-1,0-8-16,0 2 90,0-5 61,3-6-89,2-4 67,10-8-118,13-5-34,18-7-16,13-2-1708,-19 11 1,0 1 1696,12-1-6,10 2 0,-38 10-11,26 15 5,-17 8-22,5 4-22,-16 6 33,-15-17 3381,-6 13-3465,-20 2 51,2-6-107,-10-4 0,-3-4-56,-2-3-205,-1-4 1,-2-1-1559,-15-5-5239,-8-7 7215,16-5 0,21 0 0,13 1 0</inkml:trace>
  <inkml:trace contextRef="#ctx0" brushRef="#br0" timeOffset="196832">25514 6597 12458,'43'-5'672,"-1"0"0,1 1 0,1-2 1,1 1-1,-7 0-274,20-1-48,-24 1 0,-4 0 3067,-4-2-3176,-6 2 1407,-9 1-1508,-10 3-1091,-1 1 1,0 0 0</inkml:trace>
  <inkml:trace contextRef="#ctx0" brushRef="#br0" timeOffset="197789">26600 6692 13558,'4'-7'6766,"0"1"-5411,-4 6-519,0 0-730,23-36 84,-36 42-134,24-31 96,-51 58-1,3-3-81,12-10 0,-3 2 11,-2 0 0,-1 2 62,-9 3 0,0 0-73,7-5 0,1-1-48,2-2 1,2-1 5,-4 2 67,17-4 56,15-4-17,20-1-134,15-7 0,6-3-25,-9-1 0,2 0-431,6-1 0,5 0 0,-2 0 55,8 0 1,-1-1-332,-9 0 0,2 1 0,0-1 732,21 0 0,-4 0 0,-25 0 0,-4 1 0,21-1 0</inkml:trace>
  <inkml:trace contextRef="#ctx0" brushRef="#br0" timeOffset="199381">27641 6643 22218,'-20'-26'487,"-5"17"-325,5 30 1,1 9-74,-9 10-33,9-6 0,2 1 28,6 12-28,3 14 23,18-7-601,17-4 553,-5-28 0,5-3-6,4-2 0,3-2 6,3-4 0,3-2 8,-1-2 0,0-3 8,-2-1 1,-1-4 28,-2-4 0,-2-3 2,9-12 146,-13-3-213,-22-10 91,-19 1-107,-11-9 7,-2 15 1,-5 0 11,3 3 0,-2 2-9,1 0 1,-2 1 25,-4-4 0,3 1 3,-1-1-4,5 2 1,2-1 59,2-6 55,2-12-111,12 14 335,11-6-335,12 15-1,12-1-27,10 6 0,22 8-12,-16 8-5,10 6-34,-3 25 17,-12 4-1691,-11 1 1,-4 3 1685,-3 12-1348,-16-2 0,-6-2 788,-3-5-1077,-2-3 1,-1 0 1669,2-1 0,0-7 0,7-17 0</inkml:trace>
  <inkml:trace contextRef="#ctx0" brushRef="#br0" timeOffset="199649">28266 6396 19518,'-3'-5'3669,"0"1"-3020,3 4-503,63 44-118,-43-16 0,1 4-866,8 3 1,5 5 0,-6-2 834,-6 8 0,-5 1-45,1 14 1,-4 0-174,-7-12 1,-5 0-3057,-5-4 0,-3 3 0,-1-4 3086,2-2 1,-3-3 0,-5-1 0,1-7 0,7-21-1</inkml:trace>
  <inkml:trace contextRef="#ctx0" brushRef="#br0" timeOffset="204848">29427 6943 22554,'-12'-34'86,"0"0"1,-6 0 20,20 69-57,-1 9 17,0-6 1,-1 0-1,0 13-34,1-14 1,1-2 140,8 9 156,10-13 96,13-14-6,15-14-261,-17-8 1,2-5-721,6-4 0,2-4 642,6-7 1,2-4-43,-13 6 0,0-1 0,1-2-7,3-3 0,2-1 0,0 0-8,3-4 1,1 0-1,1 0-8,2-1 1,2 0 0,0 0-17,0 2 0,2 0 0,-1 2-905,-2 1 1,0 2 0,-3 1 907,9-2 0,-3 3 27,-1 0 1,-4 4-65,-17 10 0,-2 1-151,19-7-471,-18 12-4452,-38 25-3405,-1-5 8513,-10 11 0,12-17 0,2-4 0</inkml:trace>
  <inkml:trace contextRef="#ctx0" brushRef="#br0" timeOffset="211522">10517 13424 24631,'-6'-10'84,"6"13"-56,14 36 0,4 10-22,0 7-12,-3 4 12,-5-13-17,-1 15 22,-4-27 0,-1 10 34,-1-24 224,-2-10 398,-1-7-622,-5-15 67,-6-17-28,-2-13-12,-3-16 46,6-2-34,5 10 45,4 12 0,0 0 78,-2-8 17,0-16-6,-3 27-61,0 11-34,0 8-56,4 8-78,0 4-45,2 2-28,0 6 84,0 2 11,3 7-16,10 26 33,-3-12-28,3 10 0,-1 1-39,-2 12-245,-4-15 0,0 0 278,-3 8-5,-6 2 22,-2-13 0,0-4 62,0-9 95,4-16-39,1-12 461,0-12-584,0-17 16,0-19-242,1 23 0,1-2 245,-1-2 0,1-1 6,1 2 0,-1 1 64,1-24 28,-1 18-50,-3 17-56,1 13-79,-2 7-22,0 10 78,0 2 486,0 38-497,-1 3 17,0-10 0,1 3-112,-2-5 0,1 0 114,0-2 1,1-1-8,-3 25 5,2-17 11,2-15 17,0-12 174,1-10-174,-4-27 0,0-5-17,-5-28 6,0-1-282,1-5 298,1 7-16,3 12 140,0 16-247,2 14-207,-1 9-139,1 5-119,0 11-229,-1 13-247,-2 14-626,-6 10 724,0-6-2058,1-9 0,-1-2-880,-2 2 3023,-5 20 0,12-40 0,2-2 0</inkml:trace>
  <inkml:trace contextRef="#ctx0" brushRef="#br0" timeOffset="212274">10324 13808 22212,'-17'-44'1021,"0"1"0,1 3 0,3 8-494,7 12-140,0 7-130,2 7-167,2 3-140,0 2-18,2 4 40,1 9 51,6 11-12,7 13 6,12 7 5,11 4 1,6-3-340,3-6 357,0-11 21,0-12 34,1-12-5,2-16-213,3-13 184,-25 9 1,0-3 33,-1 0 0,0-1 163,18-17 33,-11 6-5,-12 10-79,-11 8-90,-6 7 282,-3 5-411,-2 2-4,-1 5 21,-5 7 221,-5 9-242,-7 10-1,-7 5 17,-10 5-11,-7-1-6,-7-4 28,-4-7-11,4-10 11,6-9 0,11-9-5,8-10 0,2-9-6,0-10 16,-2-8-4,-2-4 10,-6-7-16,10 16-1,-5-5 12,15 22-11,0 0-6,7 8-28,3 4-62,3 1 40,0 5 33,0 0 17,8 17 5,8 9-21,5 6 21,1-4-5,2-4 0,-3-8 23,8 0-12,5-6 17,20-17-17,-12-5-6,-8-4 1,-1-4-204,14-15 220,-20 11 1,-1-1 27,18-19 12,-14 5 45,-10 5-107,-12 14 0,-3 5 0,-5 9-79,0 1-980,-3 5 334,1 0 725,-5 12 0,5-9 0,-2 5 0</inkml:trace>
  <inkml:trace contextRef="#ctx0" brushRef="#br0" timeOffset="213322">9656 13441 23987,'-44'-18'913,"-3"5"-650,-2 18-423,-12 4 263,24-2 1,-2 1-663,-5 0 1,-1 1 586,8-2 0,-1 1 13,-3 0 0,-4 2 0,3-2-2,-4 1 0,1 0 15,3 0 1,-2 0 0,2-1 51,-11 1 1,5-1-23,-13 3-3,27-6 1,3-2 63,-3 0 163,-9-1-212,1-1-29,-1-1-39,-1 0 1031,0 0-1065,3 2 1,6-1-68,8 2 122,11-1-653,8 0-943,10 5 786,3-3-1396,13 5-1495,8-6 3652,14-3 0,-17 0 0,-2-2 0</inkml:trace>
  <inkml:trace contextRef="#ctx0" brushRef="#br0" timeOffset="213727">8607 13441 11374,'0'-4'8586,"0"0"-4917,0 4-3070,-33-60-296,24 44-253,-9-18 0,2 8-38,14 26-40,1 0 56,-2 3 56,-1 3 28,-3 5 5,-4 2 1,-3 2-1,-3 0-21,-9 4-74,8-6 6,-14 5-11,6-4 11,-8 2 34,1-1 11,8-4-51,10-6 34,9-2-28,4-2-28,2 1 28,1 3 45,5 8-17,-2-2 45,10 10-40,-2-3-5,8 7-33,2 3-68,12 9-117,-9-11-1183,14 12-1529,-18-18 2026,9 7 0,-23-21 0,-1-1 0</inkml:trace>
  <inkml:trace contextRef="#ctx0" brushRef="#br0" timeOffset="256375">7227 8441 9330,'-59'-8'1599,"0"0"1,-3 1 0,6 1-564,-4 5-2336,21 2 0,-2 0 1465,9 0 1,-1 1 228,-18 4 1,0 1 41,17-1 1,0 0-118,-14 2 0,2-1 208,-12 4-79,18-4 626,16-3-710,12-2-40,8-1-100,4-1 1697,7-1-1881,0-1 44,22-6-62,-4 1 28,35-10-331,-13 6 1,3 0 294,5-1 0,4 1-3,-9 2 0,3 0 1,-1 0-9,-3 3 1,0-1 0,0 2-531,2-1 0,1 2 1,0-1 514,0 1 1,-1 1 0,0-1-8,-2 2 1,-2 0-1,0 1-558,18-1 1,-3 2 562,-18 0 0,-1 1-160,7 3 0,-4 1 174,4 4-22,11 4-6,-33-3 947,-14-2-824,-9-3 1504,-21-1-1582,1-1 22,-32 0-22,-8-1 589,14-1 1,-4 0-599,-8 0 0,0 0-223,7-1 1,-1 1 227,6 0 0,-2 0 1,-2 0 4,-3 1 1,-2-1 0,0 0-407,-1 1 1,-1-1-1,-1 1 395,-6-1 1,-2 1 0,3 0-5,11 0 1,2 0 0,1 0 18,-18 1 1,2 0-4,3 0 1,5 1-12,13-1 1,1 0 27,-4 1 0,3 0 37,-2-1 22,-7 2 172,29-4-301,10-1 775,8 0-741,10 0 1425,12-1-1386,24-2-33,2-1 2,10-1 0,6 0-829,-9 1 0,2 0 834,-1 0 0,4 0 0,0 1-15,-4 0 0,0 1 0,0 0-9,2 0 0,1 0 0,-2 0 3,-10 1 1,-2 0-1,2 0-18,17 0 0,2-1 0,-3 1 3,-2 0 1,-1 0 11,-6 0 0,2 0 0,-3-1-302,1 1 0,-5-1 307,-8 0 1,-3 0 22,19-1 16,-24 2 146,-13-1-190,-24 0 1526,-19-1-1549,-33-1 25,12 2 1,-5 1-496,7 0 1,-3 1 0,-2 0 510,-9 1 1,-3 1 0,-1 1-1,9-1 0,-2 0 0,0 1 0,-1 0 7,-2 0 0,-1 1 0,0 1 0,0-1 8,1 1 0,-1-1 1,1 1-1,2 0 6,3 0 0,2 1 0,0-1 0,3 0 7,-7 1 1,2 0 0,4 0 17,-5 2 1,5-2-82,-5 2-17,32-3 168,28 0 62,17 1-17,26 1-101,-14-5 0,3 0-465,9-2 0,4-1 356,7-2 0,3-1-278,-17 1 1,2-2 0,-1 1-110,10-2 0,2 0 429,-3-1 0,4 0 0,-9 1 0,8-1 0,-14 2 0,0-1 0</inkml:trace>
  <inkml:trace contextRef="#ctx0" brushRef="#br0" timeOffset="263110">23203 8590 23674,'-15'-41'375,"0"1"0,0 3 0,-1 10-167,-12 20-57,-4 6-34,-3 10-33,-2 7-33,-2 10-23,1 7-11,6 4-17,8 1 11,9-2 17,16-1-16,16-2 4,19-4-10,20-3-6,-23-14 0,2-2-295,1 0 0,1-1 286,-3 0 1,-2 0 14,16 8 11,-19-1 5,-31 1 17,-26 3-11,-29 0-518,18-9 0,0-1 501,6-2 1,0-1-29,-15 1 0,1-1-225,-5-3-270,19-3 0,2-4-2412,5-10 2924,22-14 0,4 12 0,7-3 0</inkml:trace>
  <inkml:trace contextRef="#ctx0" brushRef="#br0" timeOffset="263360">23698 8319 22010,'0'-5'3355,"0"2"-2212,0 3-1121,1-27 6,1 40 0,5 14-22,-2 25-520,1-5 0,1 3 486,-3-12 0,0-1-165,1 12 0,-1 1-429,-1-2 0,-1-1-938,-1-1 0,-2-1-2899,-3-5 1,0-2 4458,-6 20 0,2-25 0,3-18 0</inkml:trace>
  <inkml:trace contextRef="#ctx0" brushRef="#br0" timeOffset="264351">23677 8833 22229,'-22'-48'578,"-1"-1"1,3 5 0,10 8-568,28 19-33,23 1-18,4 7 1,4 1-833,-13 2 1,1 0 834,24-1 1,1-1 22,-21 4 0,0-1 8,8-1 1,1-1 27,-1-2 0,-2 1 17,-13 1 1,-3 0 44,17-6 719,-29 7-203,-20 4-268,-2 2-253,-11 0 329,-26 4-233,13 1 105,-32 8-112,20 2-84,-5 4-56,14-2-17,6 18-17,17-19 877,3 18-888,17-17 23,11 1 27,12-6 51,16-13-16,-6-9-12,-2-5 106,-10-9 56,-13 3 90,3-6 213,-7-2-174,-9 9-207,-3 4 96,-5 8-102,-2 5-67,-2 1-28,-9 10-33,2 0-12,-10 15-10,6 4 10,2 1 6,6 20-11,21-8 39,11 5-23,20-12-16,-7-19 11,13-6 11,-14-9-11,15-11 12,-13-6 16,-3-11-12,-18 5 18,-3-9 22,-7 3-6,1-17-50,-4 16 6,2-12 1,-1 20-7,3 0 0,-1 7 0,5 9 0,0 5 0,1 4 0,9 9 0,2 7 0,11 11 0,-13-8 0,1 1 0,8 8 0,-5-3 0,0-1 0,3 0 0,5 7 0,-8-12 0,-5-10 0,3-3 0,5-11 0,-8-5 0,7-17 0,-6-7 0,6-20-112,-16 20 1,-2-2 111,2-13 0,-2 0-267,-3 14 1,-2 0 266,1-12 0,-3 3 0,-5-3 0,-9-10 0,-1 20 0,-2 10 0,4 16 0,6 6 212,-1 3-212,2 8 0,2 39 0,3-12 8,2 5 0,3 2-8,14 17 0,-11-29 0,2 0 0,5 6 0,2-1 0,-3-7 0,0 0-275,9 12 0,0 0-593,7 12-2361,-9-17 0,-1-5 3229,-5-9 0,2 1 0,-14-18 0</inkml:trace>
  <inkml:trace contextRef="#ctx0" brushRef="#br0" timeOffset="264534">25311 8482 25170,'42'-25'-135,"0"-1"0,1 1 1,6-8-1,2 6-711,-8 20 1,3 5 0,-3 1-4071,3-2 1,0 0 4606,13 0 0,-3-1 1,-3 1-1,-26 0 1</inkml:trace>
  <inkml:trace contextRef="#ctx0" brushRef="#br0" timeOffset="264717">25886 8372 25870,'42'-9'-1115,"0"-1"0,1 1 0,7-4 1,-1 3 1114,4 7 0,-6 3 0,-12-1 0,16 0 0</inkml:trace>
  <inkml:trace contextRef="#ctx0" brushRef="#br0" timeOffset="264935">26137 8614 28451,'39'-5'41,"1"1"0,-2-1 0,0-1-30,-2-2 1,0-1-589,-3 1 1,-3 1 503,15-3-38,-6 1-3614,-18 4 3771,-5 1 0,-7 2 0,-9 1 1</inkml:trace>
  <inkml:trace contextRef="#ctx0" brushRef="#br0" timeOffset="270685">27531 8252 23511,'15'-17'885,"-3"4"-672,-23 13-163,-12 0-10,-23 2-12,-16 1-6,26-1 0,-1 1-2,1 0 0,1 0 41,-24 1 23,20-1 11,18-2-33,13 0-23,6-1-39,2 0-22,1 3 44,1 3-22,2 8 39,2 8-16,0 10-23,-3 8 33,-1 6 18,-4 2 16,-2 0-38,-5-4-1,-2-8 33,0-8 29,2-9 240,4-10 208,2-5-141,2-5-212,3-14-146,0 2 29,7-21-29,4 4-17,8-8 1,6 4-7,4 7 12,4 10-5,6 9-40,6 11 6,5 12 11,3 14-233,-29-11 1,-1 2 221,15 24-17,-15 1 28,-20 1-34,-21-2-67,-17-1-184,-13-6-474,14-19 0,-1-3-249,-11 3-3199,-16-5 4207,25-18 0,10 4 0,6-5 0</inkml:trace>
  <inkml:trace contextRef="#ctx0" brushRef="#br0" timeOffset="270928">27628 8268 18565,'4'-3'4342,"-1"1"-3833,24-12 1,10-4 268,3 1-481,6-4 0,2-2 31,-15 8 0,-3 2-149,12-7 174,8-5-113,-31 15-105,-2 3-85,-10 3-319,-9 6-627,-11 6-683,-3 3 731,-13 9 0,15-11 0,-2 1 0</inkml:trace>
  <inkml:trace contextRef="#ctx0" brushRef="#br0" timeOffset="273511">20079 10450 7145,'0'-5'9830,"0"2"-8139,0 3 74,11-70-517,-9 43-870,3-14 1,-5 2 19,-13 22-129,-13 7-57,-16 8-16,-17 12-109,22-2 0,-1 3-26,-3 4 1,0 2-309,-1 1 0,1 2 280,3 0 1,2 2-26,6-1 1,3 1-20,-9 18-6,19-5 28,23-3-5,6-8 10,14-6 1,5-1 0,-2-5 0,3-1-477,16 5 1,4 0 462,-3-4 0,0-1-1,0 0 1,-2-1 159,-7 0 0,-2 1-173,15 8 22,-29 0 12,-33 1 10,-31 1-16,4-9 0,-5 0-728,-10 1 0,-3-1 719,-6-1 1,-1 0-1,0-2 1,1-1 115,6-2 0,3-2-267,9-3 0,4-1-870,-16-10-2908,28-7 3921,28-12 0,1 12 0,11 0 0</inkml:trace>
  <inkml:trace contextRef="#ctx0" brushRef="#br0" timeOffset="274678">20531 10113 24659,'-30'33'-5,"11"27"5,22-25 0,5 2-642,-2-1 0,2 0 533,5-1 0,2-2-546,11 17 92,-11-21 1,0 1-1650,9 18-1340,-13-5 2774,-10-19 491,-15-5 600,-5-18 449,-6-10 482,0-10 981,4-10 43,1-12-1714,9 13 281,2-11-359,8 16-291,5-5-123,8 4-74,25 3-27,-5 10-118,30 2-50,-8 8 109,-20 1 0,2-1 25,3 1 1,0 0 60,18 0 12,-10-2 62,-19-4 72,-13-5 96,-2-4 28,-6-2 178,-7-2-279,-3 8 146,-6-2-40,-1 10-78,-6 0-79,-3 8-16,-4 7-29,9 5-50,2 0-22,14 0 17,13-4 33,12 2-50,11-3 28,2-5 16,-2-3 146,-2-17-67,-16-5-27,-3-8 16,-14-5-51,-3 13-5,-4-5 117,-13-3-83,-3 9 134,-23-5-129,7 14-51,-6 13-22,17 3 6,-2 17 22,10 7-106,-1 29 45,9-15-18,8-12 1,6 1-280,24 19 118,-3-10-407,1-17 1,4-4-244,19 1 305,-17-11 0,2-2 2,5-3 1,0-2 465,13-1 80,8-13 307,-32-9 419,4-17-191,-11-2 12,-3-7-28,-7 9-269,-4 9 815,0 6-842,-5 11-48,0 9-165,1 14 27,2 17-17,-1 1-5,2 22-11,-1-3-4,-2-16 1,0 1 2,0 1 1,0 1 0,0 8 0,-1 0-378,-1-10 0,0-2 378,-1 28 61,-3-28 202,-2-25-230,-3-15-17,1-10 29,-4-47-40,5 21-422,-1-16 0,2-5 431,2 20 0,1-1-4,1 1 1,0-2 0,0 1-3,3-11 0,1 3-11,2 2 0,1 3 2,-1 11 1,1 2 2,3 0 1,1 2 697,11-11-695,-3 16 0,4 2 11,29-10-22,-7 11 0,1 15-5,-11 18-12,9 24-11,-6 10 28,-8 8 14,-30-16 0,-9 0-14,-23 13-17,7-14 0,-4-2-187,1-11 0,-2-3-2289,-21 8 2493,15-15 0,18-7 0,10-5 0</inkml:trace>
  <inkml:trace contextRef="#ctx0" brushRef="#br0" timeOffset="275118">22301 10329 25141,'25'-21'-676,"1"0"0,7 0 1,4 3-2963,16 3 0,3 3 2506,-6 1 0,-3 1 0,14-4 0,-28 7 0</inkml:trace>
  <inkml:trace contextRef="#ctx0" brushRef="#br0" timeOffset="275452">22868 9939 24949,'50'-36'46,"1"1"1,-5 5 0,-2 14-44,-12 24 0,-4 9-3,13 24 0,-21 10 0,-27 11-752,-7-29 1,-5 0 779,-9 3 0,-5-2-9,-5 0 1,0-2-17,6-8 0,0 0 2,-6 2 1,4-1 528,7 0-467,6 3 338,42-18-349,27-8-70,-12-4 0,2-2-157,9-1 0,2-1-1359,5-1 1,2 0 1529,-13 2 0,1 0 0,-4 1 0,-3 0 0,-4 1 0,30-3 0</inkml:trace>
  <inkml:trace contextRef="#ctx0" brushRef="#br0" timeOffset="275761">19271 11837 19658,'-49'12'802,"-1"0"1,11-2 0,16-4-298,44-13-256,18-4 0,11-3-1822,0-1 1,7-2 0,3 0 1620,-13 3 0,2 0 1,2 0-1,2-1 0,1 1-255,0 0 1,1 0-1,1-1 1,2 1 0,1-1-1,0 1 212,-2 1 1,1-1 0,0 0-1,1 1 1,1-1 0,0 1-1,1 0-75,-5 1 1,1-1-1,0 1 1,1 1-1,0-1 1,0 0 0,0 0-1,0 0 63,1 0 1,1-1 0,1 1 0,-1 0-1,0 0 1,-1 0 0,-1 0 0,-2 1-181,7-2 1,-3 1 0,-1 0-1,1 1 1,0-2 0,3 1 105,-5 0 1,3-1-1,2 0 1,0-1-1,0 1 1,-1 0-1,-3 1 1,-4 0-870,7-2 1,-3 2 0,-3-1 0,0 1-1,3-1 950,1 0 0,3-1 0,1 0 0,-2 0 0,-3 2 0,-8 0 0,7-1 0,-8 2 0,-5 1 0,-9 1 0,1 1 0</inkml:trace>
  <inkml:trace contextRef="#ctx0" brushRef="#br0" timeOffset="276661">25104 9915 25270,'15'-57'745,"-2"12"-616,-16 45-123,-6 0-6,-12 0 22,-16 2-5,-14 2 5,-6 2 34,2 1-11,9-3 5,12-2-16,13 0-23,8-2 17,5 3-39,3 2 5,-1 4 46,-2 3-35,-1 4 18,0 5-1,1 2-33,2 2 11,0 2 11,2 0 34,-3 3 33,-3-3 23,-4 0 11,-4-4-6,1-4 57,1-6-107,8-6 84,3-2 39,4-5 45,1 0-28,2-2-67,4-4-79,8-3-22,12-5 6,11-2-29,7 1-5,4 5-5,0 4-1,2 10 1,4 6-18,2 9 1,-1 5-34,-10 2-34,-15 9-22,-22-3 11,-15-2-274,-32 1-342,-15-6-277,10-8 0,-2-1-1073,9-6 0,0-2 653,3 1 0,2-4 1414,0-8 0,22 2 0,4-4 0</inkml:trace>
  <inkml:trace contextRef="#ctx0" brushRef="#br0" timeOffset="276902">25133 9848 16650,'4'-1'4906,"-1"0"-2458,-3 1-1692,62-30-291,-37 18-345,13-6 1,0 1 14,-12 6-62,4 0-62,2 0-34,0 2-89,-2 3-331,-6 3-4474,-5 7 4917,-9 0 0,-4 2 0,-5-2 0</inkml:trace>
  <inkml:trace contextRef="#ctx0" brushRef="#br0" timeOffset="277312">26077 9859 21304,'3'-4'2879,"-2"0"-1787,-1 4-917,-8-2-2,-7 16-83,-6-3 67,-24 27-104,20-20 0,-3 1 0,-14 9 0,-1 1-11,9-6 0,2-1-22,2-2 0,4-1 52,4 4 136,16-11 144,11-1-72,14-4-100,36-3-582,-8-3 404,-5-2 1,3-1-23,-11 1 1,1-2-76,10-1 0,2 0-292,0 0 1,0 0-2056,11-3-1,-2 1 1989,-14 1 1,-2 0-1,-5 0 1,-4 1-1,-8 0 1</inkml:trace>
  <inkml:trace contextRef="#ctx0" brushRef="#br0" timeOffset="277561">26693 9748 25343,'42'-12'-97,"0"0"1,0 0 0,3 1-1,0 1 1,-5 3-901,22 7 23,-1 3-3040,-28 3 1,-4 2 4013,-4 4 0,1 1 0,-22-6 0</inkml:trace>
  <inkml:trace contextRef="#ctx0" brushRef="#br0" timeOffset="277728">26853 10010 18969,'-3'2'4705,"1"-1"-2453,2-1-2236,62-10-38,-28 3-130,4-1 1,8-1 0,-4 0-1711,-7 0 0,-1 0 845,8-2 1,0 1 1016,17-7 0,-38 10 0,-2 2 0</inkml:trace>
  <inkml:trace contextRef="#ctx0" brushRef="#br0" timeOffset="279102">28060 9757 23024,'-10'-34'434,"0"-1"0,-21-18-232,-23 59-51,-7 6-571,30-2 1,0 2 458,2 2 0,1 1 23,-21 20 264,11 1-298,13 0 96,12-2-90,16-6 72,15-8 6,18-6-11,14-9-17,9-11-17,-26 0 1,-1-3 133,4-5 1,-2-3 22,10-7 297,0-11 450,-30 16-540,-2-1-123,-8 8-156,-3 7-136,-1 3 46,0 15 16,0 18-50,0 0 17,0 26-50,0-10-159,1-16 1,1 2 118,0 0 0,1 1-316,1 1 0,1 0-1675,0 0 0,-1 0 2036,2 24 0,-3-23 0,-3-16 0</inkml:trace>
  <inkml:trace contextRef="#ctx0" brushRef="#br0" timeOffset="281580">28915 9632 23864,'-12'-24'241,"6"14"-135,17 51-66,-3-8 105,2 13-50,0-18 79,7 10 291,13-18-179,7-11-141,0-14 1,2-4-485,-2-3 0,0-2 420,14-9 0,-2-2-36,-13 6 0,-1-1 39,9-8 0,2-4 14,5-3 0,1-1-475,-15 10 1,0 1 0,1 0 406,5-3 0,2-1 0,-1 3 6,10-5 0,-2 4-25,-13 7 1,0 2 2,14-5 0,-4 3-14,-3 3-14,-5 3 0,-3 2-70,-15 6-84,2 5-291,-26 12 49,-15 13-783,-4 0 1193,-3 0 0,0-2 0,6-6 0,-12 10 0</inkml:trace>
  <inkml:trace contextRef="#ctx0" brushRef="#br0" timeOffset="284012">21774 12123 25494,'-14'-40'208,"3"20"-130,9 55-16,-3 13-23,-3 7-39,0-10 39,-4 11-17,7-31 96,-1 12 313,5-29 73,0-3-263,5-16-179,0-3 61,12-30-62,-3 2-226,-2 10 1,0-1 214,9-22 0,1 5-16,1 11-23,-5 16 12,13 2-1,-4 14-28,13 0-5,-3 15-11,0 10 5,-9 2-5,5 24 10,-16-9 18,3 14 385,-9-16-374,-5-9 11,-1-12 28,0-7 17,10-27-73,-3 6 11,11-21 40,-1 4 5,4 0-17,5-5-17,-2 10-5,-5 10-23,-3 10-10,-1 9 16,-4 4-17,15 17-11,-7 1 33,13 12 7,-4-3-18,1-5-5,3-6 11,-2-8 11,0-10 11,-3-12 1,-2-12 10,-3-12 1,-6 2 72,-1-8 118,-6 5-28,-1 4-127,-3 6-69,-5 15 0,-3 6 0,0 4 0,2 7 0,4 8 0,5 11 0,3 7-175,4 7-340,4 0-605,2-2-1222,-1-7 2342,-1-10 0,-12-11 0,-2-6 0</inkml:trace>
  <inkml:trace contextRef="#ctx0" brushRef="#br0" timeOffset="284178">23023 11726 21752,'21'26'-1020,"-15"-15"1,12 6 0</inkml:trace>
  <inkml:trace contextRef="#ctx0" brushRef="#br0" timeOffset="284629">23568 11985 26105,'-44'-7'134,"0"1"0,1 0 1,-19-2-1,7 8-117,24 13 0,4 3 0,-18 17 0,16 0-23,15-2 0,10-3-10,11-6 49,12-8 40,16-6-6,16-15 28,10-11-210,-30 3 1,0-4 273,-3-2 1,-1-3 27,-4-4 1,-3-1-14,9-20 25,-14 4 0,-3-3-82,-6 13 1,-1 0-101,2-15 0,-2 0-17,-2 14 0,-2 3 0,-3-22 0,-1 18 0,-2 13 0,3 12 0,0 10 0,2 12 0,-1 4 0,2 27 0,4 14-125,-2-15 0,2 4 125,5 18 0,2 1 0,-5-19 0,2 1-163,4 3 0,3 3 1,-1-7-597,8 11-269,1-8 1,3-3-6910,13-6 7937,5-2 0,-17-19 0,-11-10 0</inkml:trace>
  <inkml:trace contextRef="#ctx0" brushRef="#br0" timeOffset="284836">24319 11804 23285,'50'-17'-1366,"0"1"1,0-1 0,4-5 0,-2 5 1365,4 13 0,-8 3 0,-17 1 0,-3 0 0</inkml:trace>
  <inkml:trace contextRef="#ctx0" brushRef="#br0" timeOffset="285028">24514 12026 27992,'50'-15'-1226,"1"3"4,3-1 1,3-2-1932,-20 7 0,-2 0 3153,-2-1 0,-4 1 0,-7 2 0,-4 0 0</inkml:trace>
  <inkml:trace contextRef="#ctx0" brushRef="#br0" timeOffset="288061">25717 11504 22032,'-40'-7'821,"-1"0"1,3 0 0,12 3-604,22 4 169,3 0 235,6-1-493,0 0 33,17-3-39,12-1-61,2-1 16,24 0-36,-26 5 0,1 1-22,0 2 0,1 3-20,4 3 0,-1 3 11,-9 5 0,-4 2-22,14 14 22,-18-7 0,-2 1-28,8 24 6,-10-8 0,-1 2 8,-5-6 0,-1 1-28,0 7 1,-3 0-68,-2-9 0,-1-1-1906,1 1 0,0-3 1410,3 19-1379,-2-20 0,1-2-115,-2-2 2088,1 13 0,-6-33 0,-2 0 0</inkml:trace>
  <inkml:trace contextRef="#ctx0" brushRef="#br0" timeOffset="288286">25741 11990 15888,'0'-4'4750,"0"1"-2280,0 3-1966,83-53-3038,-30 32 2601,-1-10 0,3 2 39,-18 19 1,0 2-215,5-1 0,0-1 124,-8 2 1,1-1 352,12-2 0,-1 0-543,9-2-168,-13 2 342,-8 2 0,-29 8 0,-2 0 0</inkml:trace>
  <inkml:trace contextRef="#ctx0" brushRef="#br0" timeOffset="290404">21533 13476 22627,'1'-44'955,"0"1"1,0 1 0,-2 12-799,-1 24-157,-1 4 11,-1 15 6,-2 14-62,-2 16-190,1 13-533,3 6-559,4-29 0,2 0 1327,5 0 0,1-2 0,0 5 0,5-9 0</inkml:trace>
  <inkml:trace contextRef="#ctx0" brushRef="#br0" timeOffset="290777">21822 13182 20459,'-4'-39'1330,"0"-1"0,-6-21-1246,-3 65-28,-4 12 0,0 11-28,4 8 12,6 0 10,12 0 23,8-6 95,11-8 95,5-9 79,1-9 66,-3-14 29,-4-8 1,-8-11-97,-8-6-94,-14-2-35,-10 2-55,-11 5-39,-3 9-40,2 7-67,6 9-100,3 10 50,8 3-124,-1 16-212,8 6-382,2 13-794,15 9 106,2-8 1445,7-12 0,0-3 0,-5-7 0,11 9 0</inkml:trace>
  <inkml:trace contextRef="#ctx0" brushRef="#br0" timeOffset="291170">22516 13217 25018,'-38'-39'396,"0"0"0,2 4 0,2 14-284,-6 37-51,3 18-30,20-7 0,3 4-887,1 7 0,4 4 847,1 9 1,2 2 2,3 7 1,2 0-511,1-11 1,3 2 375,2 3 0,3 4 0,1 1-322,1-4 1,1 1 0,-1-1 181,1 0 0,-1-1 0,-1 2-299,1 6 0,0 1 1,-6-5-139,-10-3 0,-6-3 426,1-11 0,-2 1 0,-4-4 307,-16 10 1,-7-8 235,-2-10 0,-4-11 106,1-14 1,-1-12 106,3-13 0,4-9 148,3-15 1,7-8-185,12 13 0,3-2 1,5-2-134,3-1 1,5-1 0,4 1-137,3 1 1,5 1 0,4 2-24,14-17 1,8 6-81,-9 18 1,2 3 0,2 2-23,1 1 1,2 3 0,0 0-17,19-9 1,-2 3-20,-12 8 0,1 1-42,12-4 0,1 1-1257,-13 6 0,-1 1 1134,0 0 0,-1 0-581,-4 4 1,-7 2-4234,-11 5 4979,-2 2 0,-13 4 0,-3 1 0</inkml:trace>
  <inkml:trace contextRef="#ctx0" brushRef="#br0" timeOffset="292261">23246 13093 19947,'1'-10'2377,"5"-24"1,1-4-1442,-1 11-676,1-10 1,0 5 135,-3 21-323,-5 20 55,-7 23-33,-3 8 1,-3 5-2087,-2 4 0,-1 1 1988,-1 3 0,-1 2 8,-3 4 1,1-1 90,8-13 0,4 1-124,-1 7 0,7 0-199,10-8 0,10-4-244,9-7 1,9-6-1163,13-6 1,4-6 1339,-1-5 0,-2-4 0,-13-4 0,-3-1 0,6-2 0</inkml:trace>
  <inkml:trace contextRef="#ctx0" brushRef="#br0" timeOffset="294177">13795 14901 8618,'-6'-1'9830,"2"0"-8878,-31-3 0,-9 0-73,4 2-543,-13-2 0,1 1-49,14 5 670,-20 4-811,33-2 0,-14 1-146,32-5 16,8 1 40,6 0 28,19 0-22,35 2-54,-25-3 1,2 1-489,13 0 0,3-1 466,-5 0 0,-1 0 5,-10 0 1,0 0-32,14 0 1,-1 1 0,7-1 11,-21 1 0,-3 0 28,-2 0 79,-17 0-46,-9 0 961,-23 2-983,-13 0 23,-32 4-466,23-3 1,-3 0 465,-7 1 0,-1 0-6,9-1 0,1-1 25,-8 1 0,1-1 22,11-1 1,2 0-37,-22 0-44,13 0-29,35-2 45,13 1 6,17-1-11,21-4-1,19-2-1002,-23 0 0,-1 1 997,-5 0 0,1 0-11,17-2 0,0 1-316,-18 3 0,-1 0 310,13-2 1,-2 1-29,8 0 17,-18 2 39,-18 2-28,-21 0 1826,-22 3-1792,-28 4 0,15-1 0,-2 0 338,-8 2 0,-2 0-302,-2-1 1,0 1 32,4-2 1,3 0-77,9-1 1,3-2 96,-7 1 27,22-3-78,22-2-17,28-8-33,-2 1-133,7-2 0,3 0 68,-2 1 0,2 1-165,13-3 0,3 0-652,3 0 0,2 1 745,5 1 1,-4 0-1,-24 4 1,-3 1 0,24-4-1</inkml:trace>
  <inkml:trace contextRef="#ctx0" brushRef="#br0" timeOffset="295104">23956 13405 16297,'2'-5'5932,"0"0"-4650,-2 5-369,18-62-302,-18 41-424,8-14 1,-5 3-8,-16 25-113,-4 5-17,-7 11-11,-7 9-11,-5 15-11,0 9-11,7 6-17,11 1 11,14-1 0,9-13-23,32 10 1,9-20 22,-8-8 0,3-3-306,2-6 1,1-3 313,2-2 0,-1-3 9,-1-3 0,-3-2 5,-7 0 1,-3-3 61,11-11 5,-23-1-66,-18-1-23,-18-1 0,-18 1-6,-18 0-276,20 11 0,-1 1 290,-2-1 0,0 0 9,-1-1 0,1-1-6,1 0 0,2-2 6,-15-8 680,-1-14-602,30 10-27,-2-9-24,24 9-21,13 2 10,19 0-5,19 0-505,-20 13 1,4 2 487,3 1 0,1 2-11,1 2 0,-1 3 170,-3 4 0,-2 2-175,24 15-6,-20 14 16,-18 11-22,-16 10-78,-16 5-34,1-28 1,-2-1-197,-2 1 0,-1-1-1277,-8 28-2425,7-7 3304,8-13 0,4-17 0,2-12 0</inkml:trace>
  <inkml:trace contextRef="#ctx0" brushRef="#br0" timeOffset="295378">24858 13188 24435,'55'-11'-416,"0"1"0,1 0 0,-2 3-16,-4 3 1,-1 2-459,-2 1 1,-2 0-461,-5 3 0,-2 1-5452,20 6 6802,-21 4 0,-19-5 0,-12-3 0</inkml:trace>
  <inkml:trace contextRef="#ctx0" brushRef="#br0" timeOffset="295554">25019 13441 19591,'-39'17'1918,"0"0"0,-15 9-1666,62-26-67,28-7-202,18-6-89,-16 4 0,4 0-526,5-2 1,2 1-649,13-3 0,0 1-634,-19 3 1,0 1 1913,10-3 0,-6 1 0,-18 4 0,-3 0 0</inkml:trace>
  <inkml:trace contextRef="#ctx0" brushRef="#br0" timeOffset="295778">25967 13093 25029,'48'-26'-1036,"-15"12"0,2 4-269,0 5 0,0 3-2891,8-2 1,0 1 4195,-7 1 0,-2 0 0,6 0 0,-21 2 0</inkml:trace>
  <inkml:trace contextRef="#ctx0" brushRef="#br0" timeOffset="295987">26175 13327 24799,'60'-2'170,"1"-1"0,-17 3 0,-2-1-305,0-7 1,-3-1-1019,7 0 1153,7-5 0,-26 8 0,-7 0 0</inkml:trace>
  <inkml:trace contextRef="#ctx0" brushRef="#br0" timeOffset="298754">27413 13112 21959,'6'-44'702,"0"1"0,2 4 1,-6 10-574,-10 25-51,-8 14-50,2-1 11,-17 18 17,6 4-17,-4 15 1,8 5-12,10 5 11,17-2 45,18-2-398,-3-27 0,4-3 344,6-2 1,3-2-14,4-3 0,4-2 30,8-4 1,0-3-20,-16-2 0,0-1-121,6-4 0,-3-4 250,-5-6-34,-3-10-67,-16-6-67,-36-13-1,0 10 12,-9 8 0,-6 1-303,4 8 1,-2 1 302,-10-3 0,-3 1 325,3 1 1,-1 0-298,-2-2 0,3 0 6,-11-4 22,1-10 0,39 8-34,3 0 372,15-12-343,20 4-29,9-5-33,6 11 22,12 10-5,-4 9-4,-2 12 1,1 4-8,9 4-285,-17 0 1,-1 5 289,4 16-50,-3 8-26,-14-16 1,-1 3-141,-3-1 0,-2 2-918,-1 7 0,-3-1-653,3 13 1275,-7-16 1,-2-4-1,-3-14 1,0 6 0</inkml:trace>
  <inkml:trace contextRef="#ctx0" brushRef="#br0" timeOffset="299037">27944 12647 26066,'22'-5'386,"11"16"-369,-3 14 0,3 10-1557,1-1 0,2 3 0,-2 0 1542,2 6 1,0 1 0,-3-2 1,1 3 0,-5-2-7,-1-1 1,-8 0-119,-8 20 1,-9-3-17,-6-27 0,-7-1-1585,-13 14 1,-11 6-1,0-7 1457,-5-8 1,0-4 0,-7 7 0,4-4 0,-1-6 0</inkml:trace>
  <inkml:trace contextRef="#ctx0" brushRef="#br0" timeOffset="300344">28837 13058 21657,'-25'-55'870,"0"0"0,2 7 0,7 11-808,13 21-51,5 13 73,7 15 45,9 15-28,11 19-2180,-6-10 1,-1 1 2118,11 16-1,-9-17 0,3-2 630,14 2-569,-13-17 1,3-2 34,4-4 0,2-5-9,5-4 0,3-6-396,6-6 1,3-5 317,-13 1 1,2-3 0,0-1-432,6-4 0,1-2 0,0-2 407,6-2 0,0-1 1,1-1-3,-13 6 1,1-1-1,0 0 1,0 0-1,0 0 0,1-1 1,-1 0-1,0 0-4,-1 0 0,0 1 1,-1 0-1,0 0-5,11-6 0,-1 0 0,-1 1-4,-5 2 1,-1 1-1,-1 0 541,-6 4 1,-1 0-1,-1 1-570,7-4 1,-3 0 76,-11 7 1,-3 1-1800,4-1 878,-18 8 864,-20 14 0,4-3 0,-8 4 0</inkml:trace>
  <inkml:trace contextRef="#ctx0" brushRef="#br0" timeOffset="304229">8894 6712 7515,'-39'-9'-137,"0"-1"0,-12-10 964,70 9-883,19-3 151,14 1 452,-7 2-113,-12 5 0,0 1 876,28-4-755,-20 4 0,4 0 444,15-1 1,2 2-1035,-2 0 0,1 0 199,-10 1 0,3 0 0,-3 0-856,5 0 1,0 0 784,-7 1 1,2 0-1,0-1-9,-8 1 0,0 0 0,4 0-6,4 0 1,5 0-1,2-1 1,-3 1-28,-5 0 1,-1 0 0,0-1 0,2 1-481,8 0 1,2-1-1,0 1 1,-5 0 459,-3 0 1,-3 0 0,2 0 40,10 0 1,2 0 0,-2 0-211,-11 1 1,-1 0 0,4 0 216,4-1 1,4 1 0,2 0 0,-3 0-19,-7 0 1,-2 0 0,1 1 0,1-1-216,7 0 0,3-1 1,-1 1-1,-5 0 191,-4 0 1,-3 1-1,1-1 6,-6 0 1,3 0-1,0-1 1,-2 1 128,5 0 1,-1 0-1,3 0-132,5-1 1,5 0 0,0 0 0,-1 0 179,-8 1 0,-1-1 0,-1 1 1,3-1-197,-6 1 1,3-1 0,0 1-1,-1 0 1,-4-1-41,9 1 0,-3 0 0,2 0 39,-6 0 1,1 1 0,2 0 0,-1-1 6,3 1 1,0 0 0,1 1 0,-1-1-5,3 0 1,0 1 0,0 0 0,1 0-4,-6 0 1,2 0-1,0 0 1,-1 0-1,-2 0-1,4 1 1,-2 0-1,0 0 1,-1 1-237,2-1 1,0 0 0,-2 1 0,-1-1 218,4 0 1,-2 0 0,3 1-189,3-1 1,5 0 0,-1 0-1,-7 0 185,-13-1 0,-5 0 0,7 0 4,6 0 1,8 0 0,3 0 0,-1 0 0,-6-1-92,6 1 0,-6-1 0,3 0 90,-7 0 1,2 1-1,1-1 1,-2 0 208,-2 0 1,-1 0 0,-1 0 0,2 0-171,0 0 1,1 0 0,0 0 0,0 0-11,2 0 0,0 0 0,0 0 0,2 0-4,5 0 1,2 0 0,0 1 0,-3-1-12,-9 0 1,-2 1 0,0-1 0,0 1-4,0 0 1,0 0 0,0-1 0,-2 1-4,3 0 0,-2 1 0,4-1 2,3 0 1,4 1-1,0-1 1,-4 0 71,0 1 0,-3-1 1,3 1-86,2-1 1,4 1 0,1 0 0,-3-1 13,6 1 1,-3 0 0,1 0-4,-1-1 0,1 1 0,-3 0-9,-13-1 0,-2 0 0,3 0 1,-1 1 1,4-1-1,-2 0 1,-2 0-70,-4 0 1,-2-1 0,3 1 76,15-1 0,4 1 0,-3 0 2,-12-1 0,-2 0 0,0 0-93,-1 0 1,1 0 0,-1 0 86,-1 0 1,0 0-1,0 0-4,-1 0 1,0 0 0,0-1 440,20 1 1,0 0-428,-1-1 1,-1 0 265,-1 1 0,-1-1-260,-1 1 1,0 0-1,-2 0 0,-2 0-3,-2 0 1,-1 0 277,-4 0 0,-2 0-286,-3 0 0,-1-1 6,-3 1 0,-1-2 1102,-2 1 1,-1-1-1117,-1 0 0,-2-1-6,17-1-3,-16 2 0,1 0-42,8 1 924,15 1-3287,-22 5 2408,-10 3 0,-11-2 0,-8-1 0</inkml:trace>
  <inkml:trace contextRef="#ctx0" brushRef="#br0" timeOffset="332419">6425 15721 23943,'24'-58'296,"0"0"1,3 1 0,6 5-185,7 19 0,4 3-1908,-8 4 1,2-1 0,-3 2 1843,2 0 0,0 0 64,9-7 0,-5 2 1426,-9 7-1102,13-14 693,-25 19-754,1-5-157,-15 14-145,-4 2 17,-2 5-62,-2 2 3319,-1 0-4254,-3 8-4947,2 4 5854,2 4 0,2-5 0,3-5 0</inkml:trace>
  <inkml:trace contextRef="#ctx0" brushRef="#br0" timeOffset="332930">7789 15229 22895,'-49'-2'743,"0"1"0,5 0 0,8 1-445,14 4 172,8-2-56,10-2-318,3 0 100,14-4-79,17-2-78,-2-2 1,11 2 27,-1 2-11,21 3-34,-10 3-11,-5 5 1,-3 4-7,-5 6 6,-4 3 1,-3 3 4,-1 22 4,-14-15 0,-3 3 10,-3 11 1,-4 1-20,-2 17-8,-4-12 0,-1-4-25,-1-9-1957,1-2 0,2-1 1363,4-10-4269,6 16 4885,2-30 0,-1 3 0,-4-12 0</inkml:trace>
  <inkml:trace contextRef="#ctx0" brushRef="#br0" timeOffset="333168">7715 15744 17636,'-4'0'5943,"1"0"-4459,3 0-756,47-63-420,-4 24-241,-10 0 1,5-1 63,2 10 1,-1 5-48,10-6-195,-15 10 1,0 2 115,6 2-167,-11 10-1306,-9 15-1332,-10 1 2800,-6 12 0,-4-13 0,0 2 0</inkml:trace>
  <inkml:trace contextRef="#ctx0" brushRef="#br0" timeOffset="347970">28999 4586 9574,'-4'0'5495,"1"0"-1776,3 0-318,-77-8-5755,48 4 2853,-14 0 1,3-2 1537,27 2-1297,9 1-46,1-1-349,5-1 365,8 0-221,12-3 3565,13-2-3337,13 2-382,-13 2 1,0 2 380,16 0-336,-5 1 0,1 2-380,15 4 0,-25-1 0,0 1 0,21 5 0,-23 3 0,0 3-684,17 16 356,-13 4 1,-5 3-500,-4 14 138,-17-6 0,-6 2 251,-10-11 1,-3 2 78,-6 22 1,-2 2-36,1-10 0,-2 0-564,-1 8 0,2-3 693,6-22 1,3-2 34,1 4 1,3-1 570,10 15-1197,8 10-1055,13-9-2879,3-10 4720,-3-14 1,-12-13 0,-10-9 0</inkml:trace>
  <inkml:trace contextRef="#ctx0" brushRef="#br0" timeOffset="348353">29069 4731 16880,'-5'-4'3786,"1"0"-2437,4 4 461,0 0-1743,-7-65-33,18 46 10,7-19 1,6 4-5,33 29-35,-22 3 1,0 3 2,6 8 1,-3 5-666,11 19 657,-20-14 0,-1 4 11,-5 5 0,-4 6 20,-1 9 0,-3 1-23,-2-9 0,-1 2 10,-3 6 1,-1 5 0,-2-4-11,-3-5 1,-2-2-9,1 9 0,-1 0-14,-2-8 0,-1-2-288,-4 25 72,0-13-1484,-1 8 549,6-38 1205,5 6 1,-3-19 0,5-2 0</inkml:trace>
  <inkml:trace contextRef="#ctx0" brushRef="#br0" timeOffset="349038">29189 5080 16874,'-47'-2'1413,"1"-1"0,1 1 1,10 0-837,24 2-134,1 0-214,11 0 443,23-5-2208,11 0 0,5-1 1558,-7 1 0,4-1 4,6 1 0,6-1 1,-3 1-195,8-1 1,0 2 178,-11 0 0,3 0 0,-2 1-14,16-2 1,-3 1 10,-7 0 0,-2 1 12,-10 0 0,-4 0-9,10 1 45,-19 0 11,-22 2-45,-29 2 23,-18 3 1244,7 0 1,-4 0-1276,-5 1 0,1 1 260,6-2 0,1 1-260,0-1 0,-1 0 25,-16 3 1,-1 0-18,15-2 1,0 0-23,-13 2 0,3 0-6,4-1-5,31-4 11,10-2-17,5-1 34,10 0 712,14-3-713,25-3 1,-13 1 0,2-1-345,5 0 0,1-1 333,0 0 1,0 1 19,-6 1 0,-3 0 99,14-2 100,-23 5-129,-21 0-101,-11 1-27,-42 0 44,-15 2 14,14 1 0,-4 1-8,3 2 0,0 0-945,1 2 1,3 1 941,12-2 0,2 1 284,-4 2 1,3 0-254,-1 3-23,-6 2-22,24-6 0,10-3 11,4-1 157,18 0 2049,13-2-2054,32-4-107,-17-2 0,2-2-470,10-1 0,1-1 484,2-2 0,-1 0 28,-4 0 0,-3 0-129,-10 2 0,-4 1 283,8-4-157,-24 6-341,-18 3-936,-21 4-885,-6 2 1473,-24 4 0,26-3 0,-3 0 0</inkml:trace>
  <inkml:trace contextRef="#ctx0" brushRef="#br0" timeOffset="353519">27294 6565 22408,'20'-34'468,"0"0"1,4 3 0,7 7-279,14 17 1,3 7-107,-9-2 0,-1 1 56,7 3 0,0 5-716,-6 6 1,-1 5 642,-1 2 0,-1 4 0,0 9 1,-6 5-1,-10 0 0,-6 3-5,-3 5 0,-4 0-40,-2-9 1,-5 4 27,-9 11 1,-6 6-1,0-7-45,5-16 1,-1 0-6,-4 8 0,-3 4 0,2-6-39,-10 12 193,4-2-911,0 8-1780,10-13 2537,15-11 0,-1-17 0,7-9 0</inkml:trace>
  <inkml:trace contextRef="#ctx0" brushRef="#br0" timeOffset="353894">27341 6626 17434,'-51'-10'1432,"1"0"0,5 3 0,11-1-743,27 3-17,28-6-296,13-2-208,-2 3 0,2 1-12,25-2-86,-28 6 0,3 2 196,20 2 0,1 4-571,-17 3 0,0 1 352,22 5 1,-1 4-3,-25 4 0,-5 4 19,-1 3 1,-4 3-7,-3 3 1,-4 2 5,-4 3 1,-4 2-17,-3 0 0,-4 1-9,-6 0 0,-4-1-8,-2-1 0,-2-1-23,-3-3 1,-2-1-1,2-3 1,0-1-93,-8 23-320,10-8-1304,11-10 1708,16-8 0,-7-14 0,6-5 0</inkml:trace>
  <inkml:trace contextRef="#ctx0" brushRef="#br0" timeOffset="354461">27632 7028 19216,'-45'-8'1150,"-1"0"0,6 0 0,7 2-898,20 5 375,6 0-431,40-1-95,12-2-65,-2 0 1,4 0-695,0 0 1,1-1 668,3 0 1,0 1 13,-3-1 0,-2 1-11,-6 1 0,-2-1 344,16-1-285,-23 2 145,-18 1-179,-22 2-33,-19 2 16,-25 4-11,16-2 1,-2 2 291,-6 0 1,-2 1-296,-2 1 0,0 1-332,1-1 0,1 0 332,5 0 1,2-1 2,-21 5-11,22-4 11,21-3 23,18-3 5,23-1 0,27-3-36,-12-1 0,4-1-215,9-1 1,2-1 219,4-1 0,0-1 3,-2 0 1,-2 0 7,-7 0 1,-3 0 785,19-4-626,-30 3-123,-30 5-61,-33 1 16,1 5 0,-4 1-586,-13 0 0,-3 2 589,-8 2 0,-2 1-6,-2 0 1,1 0-9,6 0 0,4 0 94,11-2 1,4 0-95,-3 0 28,30-3-112,30-5-622,29-3-1815,-10 1 1,4 0 1966,1-1 0,-2 1 0,19-2 1,-25 3-1</inkml:trace>
  <inkml:trace contextRef="#ctx0" brushRef="#br0" timeOffset="364655">27156 13048 11407,'-44'-16'3276,"0"0"1,5 2 0,8 2-1451,19 3-1327,7 2-247,11-1-157,3 2 168,40-5-137,0 7 0,4 1-101,-11-1 1,1 0-299,14 1 0,0 2 323,-19 2 1,-2 2 2,1 1 0,1 1-6,6 3 1,-1 3-20,-7 2 0,-4 3 45,16 23-17,-22-3 61,-18 0 1,-6 4-34,-5-8 1,-3 1-40,-3 15 0,-3 3-971,-5 2 1,-2-3 919,7-15 0,0 0 6,-2 10 0,3-1-131,5 9-167,6-21 1,2 1-1595,8 25-5564,7-9 7456,0-13 0,-6-17 0,-5-10 0</inkml:trace>
  <inkml:trace contextRef="#ctx0" brushRef="#br0" timeOffset="365020">27166 13140 14768,'-9'-4'6223,"3"1"-5299,6 3-207,0 0-78,-10-63-85,31 39-330,-11-14 0,5 4-45,15 23 0,4 8-39,2-2 0,1 3 0,11 6 0,-2 4-106,-13-4 0,0 3-207,14 8 1,-3 4 211,-15-2 1,-2 2-24,6 6 1,-2 3 11,-4 3 0,-4 3 59,-3 10 0,-6 3-14,-7 3 0,-4 1-37,-3 1 0,-5 0-22,-4-2 0,-4-3-14,1-9 0,-1-1-151,0 4 0,1-1-152,-3 11-991,6 11 124,7-39 1170,13 6 0,-8-20 0,7 1 0</inkml:trace>
  <inkml:trace contextRef="#ctx0" brushRef="#br0" timeOffset="365736">27413 13443 18616,'-51'-6'1182,"1"1"0,3-1 0,9 2-667,22 3-33,9-1-354,11 0 136,50-2-214,-11 0-1143,9-1 0,7 0 1107,-7 0 0,0 1-7,-8 0 1,3 0-1,-1 1 7,-2-1 1,0 1 0,0-1-10,2 1 1,-1-1 0,-4 1 2,0 0 0,-2 1-37,3-2 1,-6 1 62,-11 2 16,-6-1-39,-24 2 1605,-23 2-1613,-8 2 0,-4 0 19,-22 4-817,6-1 1,-2 0 797,13 0 0,1 0 5,-12 1 0,-2 0-168,3 2 1,0 0 178,-2 1 1,3-1-17,19-2 0,2 0 8,-3 0 0,6-1 0,11-1 40,9-2-23,16-2 45,45-8-68,-12 1 737,6-2 0,4-1-734,-9 1 1,2 0 6,-1 0 0,4 0 0,-4 0-10,2-1 1,0 1 41,15-3 1,-7 1 453,-18 2-249,8-3-134,-40 6-118,-18 0 0,-24 2 8,-4 3 0,-4 2-434,13-1 1,-2 0 417,-3 2 1,-4 1 0,3-1 10,-4 2 0,1 1 19,3-1 0,-3 0 1,2 0-12,-6 2 0,3-1-1234,1 0 1,5 0 1199,5-1 121,20-2-81,23-3-39,18 0 22,27-2 2,-5-2 1,4-1-353,-2 0 0,1-1 370,0 0 0,0-1-6,-2 0 0,-3 0 1232,-12 2 0,-1 0-1232,5-1 0,-2 1 64,20-4-50,-26 5 28,-12 1-56,-16 2-168,-7 0-235,-5 1-510,-8 1 101,2 1-5739,-9 0 6551,12-2 0,-1 1 0,9-2 0</inkml:trace>
  <inkml:trace contextRef="#ctx0" brushRef="#br0" timeOffset="366044">27110 13084 17860,'-2'-3'3601,"0"1"-2178,2 2-745,71-36-5812,-23 29 5246,-1-11 0,1 4 61,-14 17 1,0 6 165,5 4 0,0 2-297,-7-3 0,0 1 452,14 10 0,-1 4-393,-9 5 1,-4 4-63,2 3 0,-2 3-314,0 11 0,-4 1 317,-11-4 0,-5-1-20,-3-1 1,-4-1-82,-4-1 0,-3-1 1178,1-13 0,-2 1-4446,-2 9 0,-1-1 3327,3 0 0,-2 5 0,5-32 0</inkml:trace>
  <inkml:trace contextRef="#ctx0" brushRef="#br0" timeOffset="366570">28850 12905 19363,'-6'-60'1277,"0"1"0,1 9 0,13 9-812,29 21 0,11 11-238,-6 8 0,5 8-998,4 6 1,5 4-1,-1 4 866,-6 0 0,-1 2 1,2 2-56,-3-1 1,3 2-1,-1 0 1,0 0-16,-2-2 0,0 1 1,-1-1-1,-2 0-10,7 2 0,-2-1 0,1 0-3,-4-3 1,2 0-1,0 0 1,0 0-513,-2-1 1,1-1 0,-1 0 0,-1-1 480,5 3 1,-1-1-1,1 0-145,9 5 0,1 0 0,-7-2-1172,-14-6 0,-4-1 1336,1 1 0,-3-1 0,1 2 0,-21-11 0</inkml:trace>
  <inkml:trace contextRef="#ctx0" brushRef="#br0" timeOffset="371854">21368 15149 12914,'-4'-8'7270,"1"3"-6693,3 5 381,0 0-606,-6 23-65,4-8 10,3 20 50,12-17 17,11-5 123,18-8-341,-12-6 145,17-12 0,-19-7 34,4-11-23,-10-8-66,-10-6-124,-11-8-45,-10 0 17,-6 3 0,-5 9 0,-2 11-5,2 11-18,-1 10-50,8 8 12,-6 14-1,4 17-27,-7 21-9,8-8 0,1 3 14,3-2 0,1 0-199,0 0 0,3 0 204,4-3 1,3-1 16,14 16-16,-2-23-1,4-1 20,13-1 1,6-5-7,-1-8 1,2-3-15,-1-1 1,3-4 36,14-12 0,-1-6-554,6-5 529,-2-5 0,1-6-496,-19 2 1,-2-5 514,8-6 0,-1-7 25,-14 4 1,0-4 0,-4 1-45,1-2 0,-3-1-1,-4 0 1,-1-3 0,-4 3 2,-2-1 1,-2 1-112,1-8 1,-1-1 116,-3 7 0,-2 1 42,-2 4 1,-1 3 72,-4-10-90,-1 13 461,-1 25-472,-4 21-16,-14 34-15,8-15 1,-1 3-75,-2 3 1,1 1 65,0-4 0,2 1 0,-2 1 0,2 3-23,0 10 1,1 3 0,2-2 0,2 0 24,5 3 1,5-3 3,9 5 349,23-4-338,10-21-3,-4-14 0,4-4 0,-3-6 0,1-5-250,9-4 1,-1-6 257,-8-7 1,-3-2-15,-8 1 1,-3-2 33,4-8 0,-3-4 14,-6-3 0,-2-1-45,-3 6 0,-1-1 36,0-17 1,-4 2 47,-6-1-50,-4-8 62,-10 18-46,-4 13 1104,-4 1-1120,1 6 227,6 8-238,3 3 555,6 12-583,2 8 33,9 29-45,5 6-5,-3-15 0,1 1 11,9 16-20,-8-21 1,1 2 2,-2 1 0,-1 0-200,-2 0 0,-2 2 191,-2 3 1,-5 1-48,-7-9 1,-6-2-432,-18 26 11,-1-18-1182,-10-5-1988,11-24 3663,-3-13 0,16 0 0,7-9 0</inkml:trace>
  <inkml:trace contextRef="#ctx0" brushRef="#br0" timeOffset="372255">23018 15059 24665,'19'43'448,"-3"-9"-263,8-21 56,11-6-157,-5-2 62,14-7 134,-8-14-73,-2-5-95,-5-4 454,-9-33-460,-18 32-11,0-27 51,-15 34-29,-5 3-21,-8 2-63,3 7 23,-12 10-39,12 7-11,-8 10-12,10 10 6,6 8-22,6 8-46,8 8-1236,14 2 990,3-10-1136,9-15 0,5-3-2163,24 4 1599,-21-13 1,0-2 2013,29-2 0,-39-10 0,-1-3 0</inkml:trace>
  <inkml:trace contextRef="#ctx0" brushRef="#br0" timeOffset="372436">23790 15005 23769,'8'-44'954,"-1"-1"0,-1 1 0,-6 12-663,-9 25-201,-3 3-56,6 13-6,1 13-12,3 17-16,2 15-11,3-6-261,4-7 1,2 1-785,0-12 0,1 1 377,4 17 1,1-3 0,1-3-1,-4-6 1</inkml:trace>
  <inkml:trace contextRef="#ctx0" brushRef="#br0" timeOffset="372831">24067 14740 21483,'-4'-5'2656,"0"1"-2416,4 4 24,0 0-220,-50-1 18,45 10 22,-32 1 11,63 8-28,8-4 12,3-6 78,-3-8 22,-5-8 264,-6-24-309,-12 9 12,-2-15 162,-13 11-34,-2 1-27,-4-6-91,-2 6-60,-1 7-57,4 8-11,-8 5-28,4 10-45,-5 10-11,6 5-689,2 31-829,9-4-664,3-10 1,1 0 2101,7 19 1,0-21 0,-5-15-1</inkml:trace>
  <inkml:trace contextRef="#ctx0" brushRef="#br0" timeOffset="373055">24503 14817 19316,'0'-7'5495,"0"1"-4672,0 6-39,0 0-688,-41-17-18,23 44-56,-28-18 9,35 37 0,10 11-65,-2-13 1,2 1-220,0-1 0,0 3 0,1 2-296,1 9 0,0 2 0,0-3-875,1 5 1,-2 0-525,0 0 1,-2 3 0,-2-4-2969,-4-3 1,-3-3 4896,-2 6 1,-2-5-1,5-21 1,0-5-1,-5 0 1</inkml:trace>
  <inkml:trace contextRef="#ctx0" brushRef="#br0" timeOffset="373228">24098 16044 12830,'-11'-56'3076,"1"1"1,5-11 0,9 6-2454,18 2-1157,-2 18 0,5-5 0,-1 3 724,5-2 1,3 1-117,-3 3 1,2-1 0,1 2-269,8-6 0,1 4 244,-1 4 0,-1 2 340,-2 3 0,0 2-371,-4 3 1,-1 2-12,-6 5 1,0 0-59,14-9-270,-11 9-917,-9 9-2566,-4 6 3803,-6 4 0,-5 1 0,-3 0 0</inkml:trace>
  <inkml:trace contextRef="#ctx0" brushRef="#br0" timeOffset="373505">25153 14561 26682,'19'59'422,"-15"-6"1,-6 4-1249,-4-6 1,-4 3 842,1-2 0,-1 4 0,2-3-404,2 0 0,4-2 390,2 12 0,7-1-51,5-7 1,7-3-155,9-6 0,6-5-459,6-5 1,4-7-1889,6-5 1,2-6 2548,-4-6 0,-3-3 0,15-2 0,-25-7 0</inkml:trace>
  <inkml:trace contextRef="#ctx0" brushRef="#br0" timeOffset="376203">25178 14615 7391,'0'-8'4397,"0"1"-1613,0 7 3092,0 0-4796,12-39-643,-7 25 566,13-40-521,-11 39-85,0-6-94,-1 6-90,-2 3-23,1 2-84,-2 4 158,1 0-113,-3 4-50,1 0-12,-2 2 18,-1 6-40,0 1 124,-10 24-74,-2 0-55,-10 19-17,2-2-28,4-10 5,0 16-33,11-21-23,0 5-1344,14-7 1378,8-15 0,-5-1 0,3-8 0</inkml:trace>
  <inkml:trace contextRef="#ctx0" brushRef="#br0" timeOffset="380812">25903 15043 9761,'2'-6'7382,"-1"2"-6410,12-25 0,4-6 663,-4 7-938,5-10 1,-2 1 355,-9 19-359,-4 7-330,-4 5-213,-4 5-22,-5 7 0,-8 8 5,-7 12-27,-4 11-62,2 7-1,8 5-32,10 1-29,17-3 34,13-5-6,18-7 34,9-9-17,8-7 0,0-8 50,-3-9-11,-8-10 45,-9-6 18,-10-7 10,-11-2-40,-8-5-72,-6 6 28,-14-16-39,-6 11-6,-16-11 12,-8 8-18,-6 1 1,8 8 25,11 6 0,-1 1 8,-7-4 22,-13-5 7,22 8 44,11 3-40,9-1 18,27-13-79,-2 9 0,33-14 29,-18 20-10,5 3 1,0 1-42,2 3 28,-4 4 0,-1 5-12,3 11 18,-1 18-7,-12 15-133,-17-19 1,-4 3 43,-3 3 1,-2 1-508,-3 2 0,-1 1-3670,0 0 0,0-1 4250,1-6 0,1-2 0,1 8 0,3-19 0</inkml:trace>
  <inkml:trace contextRef="#ctx0" brushRef="#br0" timeOffset="382794">26916 14790 17002,'47'-41'1131,"-1"0"1,-4 4-1,-5 5 1149,-7 7-1922,-12 11 404,-9 8-537,-12 12 268,-11 11-381,-16 17-70,7-11 0,-2 1 223,-5 4 0,-2 1-240,-3 1 0,-1 0 0,0 0 1,1-1-10,3-2 1,2 0-6,6-5 1,2 0 16,-7 13 0,16-11 0,9-9 123,22-3-90,10-8-33,26-1-45,-21-6 1,2-1-43,5 0 0,1-1-154,2-1 1,2-1-590,-1 1 1,1 0 774,3 0 0,-3 0 1,5 0-1,-6 1 1</inkml:trace>
  <inkml:trace contextRef="#ctx0" brushRef="#br0" timeOffset="384377">27879 14639 14337,'-3'-4'7051,"1"1"-4172,2 3-2240,-42-51-275,34 31-235,-10-11 0,7 0 73,38 12-6,18 0-68,14 5-106,-25 9 1,0 3-6,3 4 0,-1 3 0,21 7-9,-19 8 0,-3 6 20,4 21-28,-14-12 0,-3 4 3,-11 4 0,-4-1-9,0 17-30,-6-19 0,-1-2-250,3 11-627,4 10-1199,6-3-3114,6-8 5226,4-5 0,-10-20 0,-2-8 0</inkml:trace>
  <inkml:trace contextRef="#ctx0" brushRef="#br0" timeOffset="384577">27941 14960 15300,'-5'-3'6564,"1"1"-5645,4 2-919,43-60-67,10 36-677,-5-12 1,7 1 264,-2 22 0,2 6-1605,1-2 0,2-1 2084,3-2 0,-3 1 0,-24 4 0,-3 1 0,22-6 0</inkml:trace>
  <inkml:trace contextRef="#ctx0" brushRef="#br0" timeOffset="384819">28725 14367 18913,'-5'-8'3021,"-15"-25"1,-1-3-2562,7 13-82,-9-15 0,1 2 176,12 21-279,1 3-51,5 7-118,25 32-27,5 11-51,-1-2 0,2 4-1042,-2 5 1,0 2 1007,1 6 1,-2 3-18,-7-7 1,-1 2 0,-2-2-51,0 3 0,-2 0-258,-4-3 1,-3 2 0,-4-3-2663,-9 1 0,-4-2 2993,0 5 0,-2-2 0,2-17 0,0-4 0,-5 4 0</inkml:trace>
  <inkml:trace contextRef="#ctx0" brushRef="#br0" timeOffset="385453">30516 14472 25976,'-41'0'194,"-1"0"0,1 6 0,4 7-174,8 17 0,3 8-923,-5 2 1,-2 1 759,-5 4 0,-1 1-1117,11-14 0,-1 1 1,0-2 662,-6 7 1,-2 0 596,-2 0 0,-3 2 0,7-7 0,-4 5 0,5-7 0,1 0 0</inkml:trace>
  <inkml:trace contextRef="#ctx0" brushRef="#br0" timeOffset="385628">29716 14800 18414,'23'-50'1770,"0"0"0,-3 5 0,1 7-1047,8 3-443,-7 17 398,23 9-370,-3 18-224,-8 0 0,2 4-724,1 7 0,0 1 642,-6-2 1,1 2-136,3 3 1,3 2 0,-1 0-1291,7 2 0,-1 0 1034,-5-3 0,1 0 1,-3-2-1,-5-4 0,-4-2 1,8 2-1</inkml:trace>
  <inkml:trace contextRef="#ctx0" brushRef="#br0" timeOffset="388628">6423 10589 10455,'-53'4'1155,"0"1"0,-1-1 1,1 0-1,0 0 1,-2 0-1,6-1 1,13 0-719,9-2 6,-6 0-275,31 0 196,18 2 73,24 0-242,-5 0 1,4-1-50,13 0 0,5-1-654,-12 0 0,3-1 0,1 0 558,6-2 1,3 0-1,0-1-728,-10 1 0,1-1 0,0 1 0,1-1 694,4-1 1,0 0 0,2 0 0,-1 0-1,4-1 1,0 1 0,1 0 0,1 0-385,-10 0 0,1 0 0,0 1 0,0-1 0,1 0 374,1 0 1,2 0 0,-1 0 0,1 0 0,0 0-1,1 0 1,0 0 0,1-1 0,1 1-1,1-1-212,-3 1 1,2-1 0,0 1-1,1 0 1,-1-1 0,-3 1 211,2 0 1,-2 0 0,0 0 0,-1 1 0,1-1-98,2 0 1,2 1-1,0 0 1,-4-1 0,-5 2 91,2-1 1,-5 2 0,-2-1 511,17 2 0,-5 1-508,5 6 79,-16 1 1585,-26 5-1618,-28-3 2295,-29 3-2301,-25-1-42,19-5 1,-5 1 0,1-1 1098,-6 0 1,-3 1-1113,1-2 0,-9 1 1,1 1-1,7-2-793,-3-1 1,-1 1 799,4-1 0,-7 1 1,-1-1-1,4 0-662,-1 0 1,3-2 0,-2 1 669,3-1 1,-1 0-1,-2 1 1,-2-1-6,5-1 0,-2 1 0,-2-1 0,2 0 0,0 1 8,-5 0 1,1-1-1,0 1 1,-2 0-363,7 0 1,-2 0 0,0 0 0,2 0 0,3 0 360,-8 1 1,5 1-1,-2 0 5,9-1 1,-2 1 0,1 0 0,2 0 21,-1 0 0,2 0 0,-3 0 45,2 0 1,-3-1 0,0-1 0,3 1 4,0-1 0,2 1 0,1-2 9,1-2 1,1 0-1,6-1 830,-16-2-760,25-5 1511,29 1-1629,45-4-37,-12 6 1,6 0 290,2 1 0,4 0 0,-1 1-299,10 0 0,3 1 3,-4 1 1,5 0 0,-1 0-6,-3 1 0,-1 0 1,3 0 3,-2-1 1,2 1 0,2-1 0,2 0-8,1 0 1,2 0-1,2 0 1,-1-1-1,-1 0-330,-4 1 1,-1-1 0,-1 0 0,0 0 0,1 0 336,-2-1 0,0 1 0,0 0 1,0 0-1,-1 0 2,10-2 0,0 1 0,-2-1 1,-3 1-395,2-1 0,-4 1 0,2-1 390,-10 0 0,2 1 0,-1-1 0,-2 0-58,5 0 0,-2 0 0,-3-1 72,10 0 0,-7-1 19,3 0 1158,-28 2-1241,-53 3 2,-15 3 1,-6 1 35,10 0 1,-6 0 8,-4 1 0,-10 2 1,-1 0-1,7 0 216,-8 1 0,0 1-214,13-2 0,-5 1 0,-3 0 0,1 0 0,2 0-383,0 0 0,1 0 1,1 0-1,-3 1 386,0 0 0,-1 0 1,-2 0-1,-1 1 0,1-1 3,-1 1 1,0 0 0,0 0 0,-1 0-1,1 0-1,1 0 1,0 1 0,0-1-1,0 1 1,-1 0-251,-4 1 0,-2 0 1,0 0-1,3 0 1,4 0 254,5-2 1,4 0 0,0 0 0,-1 1 11,-9 2 0,-3 0 0,3 0 0,11-2 1330,-16 5-1334,17-4 0,17-3 839,42-7-655,41-9-145,-21 3 0,5-1 388,6-3 0,7-1 0,1-1-386,1 0 0,2-1 0,3 0 124,-2 0 1,2 1-1,4-2 1,1 1-173,-9 1 0,1 0 0,3 0 1,0-1-1,0 1 0,-2 0-359,-5 1 0,0 1 0,-1 0 0,0-1 0,1 1 0,1-1 354,6-1 1,4 0-1,0 0 1,-1 0 0,-2 1-1,-5 0-283,5 0 0,-5 0 0,-1 1 0,1 0 210,5-1 1,0 1 0,0-1 0,-3 2-1365,4 0 1,-3 2 0,-1 0 1431,-7 0 0,-2 1 0,-2 0 0,10 0 0,-11 2 0,-21 3 0</inkml:trace>
  <inkml:trace contextRef="#ctx0" brushRef="#br0" timeOffset="398711">13860 13382 13681,'4'-63'2673,"0"-1"1,-4 13 0,4 12-2585,5 25 152,-2 30-10,-2 15-131,1 2 68,-4 27-98,-3-23 0,-2 2-36,2 1 0,-1 1-252,-1 6 1,0-1 239,1-12 1,1-2 5,-1 22 126,3-13-109,0-15 257,1-11 224,-1-10-206,1-13-208,-2-10 303,1-6-337,-1-22-25,0 11 0,1-2-36,0-3 0,0-1-527,1-11 1,1 1 525,-1 17 1,1 0-1498,1-11 1,1 3 1531,-1 3 107,2-23-90,-5 46-52,1 0-21,-1 24 706,4 13-696,2 21 6,2 17 1224,-6-23 1,0 1-1236,-1 3 0,-2 0 2,-1 0 1,-1 1 39,0-4 1,0 0-32,-4 25-5,2-20 95,1-8 224,2-23-135,0 0 90,-2-25 671,-3-8-912,-3-23 0,-2-9-17,6 22 1,0 0-131,0-2 0,2 0 127,0 0 1,1 3-9,0-18 34,4 3-45,-1 28-62,0-1 23,1 25 45,2 15 5,3 19 0,3 15-11,-2-7 0,1 0 0,3 12-3,-4-19 1,0-2-10,5 2 326,-1-3-331,-1-3-146,-4 0-251,-11-21 66,-4 3-1018,-34-13 509,-1-8 479,12 1 0,-1-4-418,-16-11 23,10-8 258,13-5 314,7-4 189,2-1 108,-1 2 66,-5 6 62,-4 8 95,0 9 101,1 5 56,6 4 51,6 1-275,6 1 331,4 0-214,2 0-307,10 0-34,-2 3 106,24 17-55,-6 4-23,14 16-17,-5 1 28,2 1 28,3-2 34,2-4 61,7-7 40,5-10-258,7-9 131,-28-10 1,0-2-26,0-3 1,-1-3 83,27-14 29,-10-6 39,-13 1 5,-14 3-39,-12 5-73,-7 6-89,-7 5-29,-3 5 18,-18 4 251,1 4-262,-12 4-1,3 4 0,1 0 0,-3 1-11,-3 1 0,-10 2 11,-8 0-5,26-8 0,-2-2 10,-3-1 1,-1-2 0,-21-3-342,9-6 342,20-7-6,12-1 11,-3-14 1,-1-3-34,-3-9 19,3 4 1,2 1 13,5 1-28,5 9 23,5 10-22,2 7-23,2 6-56,0-1 33,0 6 404,2 1-370,8 18 12,3 3-1,9 17 17,3-1 6,6 1-17,11-2 0,8-5 8,-6-19 1,2-3 2,9 2-1241,-8-9 1,-3-3 1235,-11-7 33,20-8 23,-13-9-34,7-11 22,-3-6 1,-7-4-40,-9-1 6,-11 11 89,-7 2-61,-7 20-51,-7 3 2504,-11 18-2498,-2 2 6,-22 26-1,9-7-5,9-10 0,0 2-3414,-15 18 3419,13-14 12,-7 6-6,8-16 6,-1 0-17,-21 2 23,8-12-7,-17 0 12,7-10-16,2-10-12,0-12 28,1-13-34,2-9 28,6-5 1,8 0-12,9 3 6,8 7 3380,5 8-3402,4 12-18,1 9-16,0 8 34,3 6-1,5 6 0,7 8 12,8 8-12,18 15 18,-10-12-12,13 5-6,-15-18 0,1-2-277,24 6 283,-14-8 0,1 0 28,20-3 73,-1-12-56,-24-3 55,1-12 1,-17 0 39,4-15-89,-9 11 77,-1-9-94,-11 21-23,0-2 65,-4 12-2013,-8 13 1937,-16 18 0,10-10 0,-6 6 0</inkml:trace>
  <inkml:trace contextRef="#ctx0" brushRef="#br0" timeOffset="400418">14814 13708 22440,'50'-4'-146,"1"1"1,-1-1-1,1 1 1,5-1 86,-10-1 1,8-2 0,3 0 0,-2-1 0,-7 2-1377,-3 1 1,-5 0-1,4 0 1415,15-2 1,7-1 0,1 1-1,-7 0 2,-5 2 0,-4 0 1,1 0 7,9-1 1,2 0 0,-1 0 7,-2 1 1,-1-1-1,-3 2-153,2-1 1,-4 1 190,-8 0 1,-8 1 1287,-15 2-1246,-42 4-44,-34 6-17,7-1 0,-8 0-651,-3 2 1,-6 0 0,4 0 648,13-3 0,2 0 0,-3 0 18,-3 0 1,-4 1-1,-1 0 1,5-1-254,2-1 1,4-1 0,-1 0 312,-10 1 1,-1 0-1,0-1 4,6-1 1,0 0-1,1-1-11,5 0 0,1 0 0,1 0 540,-14-1 0,3 1-545,9-1 1,3 0 75,-19 0-96,26-2-83,30-2 2759,16-1-2715,27-6 1,9-2-20,-16 4 0,3-1-59,16-2 0,7-3 0,0 2 65,-7 2 0,-1 0 1,3 0-10,-4 1 0,2 0 0,1 0 0,2 0-2,-5 2 1,2-1 0,1 0 0,-1 1 0,-2 0 1,3 0 0,-3 0 0,0 1 0,-1-1-4,13 0 0,-2-1 1,-5 1 33,4 1 1,-10 0 518,-6 0-381,-51 1-157,-18 4-3,-26 3 1,-7 3-332,22-2 0,-2 1 326,-8 1 1,-5 2 0,-3 0-306,9 0 0,-2 0 1,0 0-1,-1 0 306,-1 1 0,-1 0 1,0-1-1,-1 1-289,-7 1 1,-2 1 0,2-1 0,4 0 286,6-1 0,3-1 0,1-1 7,-2 1 0,1 0 1,5-1 4,2-1 0,4 0-6,-2 0 0,5-1-13,-1 0 489,43-8-456,34-7-11,15-2-113,-4 1 0,5 0 92,-18 3 1,1 0-1,2 0 9,13-2 1,4 0 0,2 0-5,-5 1 0,2 0 1,1 1-1,-5 0-3,-1 0 0,-4 0 1,4 1 1,1 0 0,5-1 0,-2 1 0,-11 1 5,-7 1 1,-5 1 13,24-3 1,-7 2 2852,-24 3-2754,-17 1-79,-44 7-39,-21 3 0,-8 1-472,14-2 1,-5 2 489,-2-1 0,-10 3 1,-2 0-1,6-1-819,4-1 0,3 0 0,-2 1 812,-1-1 0,-5 2 0,2-1 1,5-1 207,7-1 0,5 0 0,0-1-188,-15 3 0,7-1 2,6-1-5,9-2 898,37-5-550,51-14-287,-14 3 1,4-2 725,1 0 1,4-2 0,1 0-749,6-2 0,1 0 1,-1 0-471,-7 1 1,-1 1 0,3 0 435,-3 0 1,2 0 0,0 0-1,-2 1 0,3-1 1,-2 0 0,1 1-6,6-3 0,2 0 0,-3 1-4,-8 1 0,-2 0 1,-4 2-224,-2 0 0,-7 1-6141,0-3 6340,-44 16 0,1 0 0,-3 2 0</inkml:trace>
  <inkml:trace contextRef="#ctx0" brushRef="#br0" timeOffset="414295">22885 16631 21758,'-17'33'330,"5"0"-239,18 0 60,10-6 62,9-6 117,7-8 90,4-8-11,0-11-62,-1-11-67,-2-11-34,-4-10-22,-7-7-39,-8-3 34,-8 2-35,-11 7-43,-9 7-12,-9 9-90,-9 8-5,-5 9-18,-3 12-38,-2 12 33,3 12-22,4 11-298,7 9 259,8 7 13,14-21 1,3 0 30,3 12-42,5-16 1,5-2-77,16 3 57,15 2-39,13-14-18,8-10 88,-28-13 0,0-4 10,3-3 1,-2-3 9,21-14-238,-17 0 0,-3-3 344,6-12-51,-13 12 0,-3 0 73,0-12 23,-9 12-45,-8 10-40,-6 10 47,-2 6-97,-2 13 590,-1 6-561,-2 16-36,2 4-21,-1 3-5,6-2-68,4-3-17,4-7 62,3-8 84,1-9 23,5-10 5,5-14 28,8-11-39,-6-2-6,-5 4 1,0 0-1,7-9-17,12-11-33,-8 14 11,-12 13-17,3 5-28,-4 13 45,-4 2-23,10 10-49,-8 2-68,8 6-135,2 1-262,6-2-197,8-4-39,8-6 347,-14-9 0,1-3 314,14-2 140,-8-6 0,-2-2 67,-7-3 34,-5 1 1,-1-3 206,1-10 106,2-6 34,-10-2 207,-9-2-324,-13 10-219,-4 6 50,-15 11-72,-10 9-90,4 3-6,-23 21-27,28-6-1,-18 23-28,17-2 6,6-7-106,6 16 50,20-24 56,2 2-39,18-12 50,2-11-3313,19-17 3369,-14 0 162,9-24-26,-20-2-52,-11 13 1,0-4-1,-2-4 1,-1-2 24,0-4 0,-1 0 56,-1-1 1,-1 1 136,-2 0 1,0 2 84,0-11-264,-3 16-10,-4 24-130,0 8-22,0 34 6,0-9 2,0 10 0,0 5-2,0-6 0,0 1-32,0 22 1,0 1-12,-1-17 1,2 1-362,2 5 1,1 3 0,1-6 1787,6 17-1390,5-2 0,2-5 0,-6-22 0,9 10 0</inkml:trace>
  <inkml:trace contextRef="#ctx0" brushRef="#br0" timeOffset="414569">25279 16354 21663,'-7'-1'2856,"2"0"-2643,5 1-140,0 0-112,5-14-34,11 8-521,31-12-986,-15 14 1,3 1 728,5-1 1,-2 1 0,12-1 0,-21 1 0</inkml:trace>
  <inkml:trace contextRef="#ctx0" brushRef="#br0" timeOffset="414779">25283 16726 26861,'58'-14'33,"-1"-1"1,-10 4 0,0-1-1,-7 3-206,5 0-1511,2 0 1,-3 1-6836,-12 4 7103,10-1 1,-33 4 0,-5 1 0</inkml:trace>
  <inkml:trace contextRef="#ctx0" brushRef="#br0" timeOffset="418687">26610 16089 10175,'0'-9'7393,"0"2"-5611,0 7 659,0 0-1885,3-24-248,-5 18-107,1-17-55,-7 24-29,-3 5 35,-6 7 66,-10 10-22,-9 12-22,-6 9-329,19-18 0,0 0 208,1 2 1,1 2-15,2 0 0,2 2-20,3-1 1,3 1-9,-1 17 9,11-16 0,5 0 8,13 8-108,-3-12 1,5-1 123,29 10-30,-20-21 0,2-2 22,1-3 1,2-2 75,29 2 151,-9-11 90,-13-12 1,-11-9 10,-12-9-11,-8-5-40,-11-1-195,-5 8 66,-27-3-128,-6 19-50,9 4 0,-4 3-32,2 7 1,-1 3-123,-1 2 0,-1 3-567,0 5 1,1 2-4202,1 3 1,3 1 3896,-15 11 1,18-8 0,19-18 0</inkml:trace>
  <inkml:trace contextRef="#ctx0" brushRef="#br0" timeOffset="427869">12556 15220 17878,'-22'23'1502,"5"1"-1271,11 14 256,4 8-347,4-23 147,6 14 177,11-17-287,-3-5 534,14-3-409,-16-10 465,16-12-375,-13-4-90,6-15-50,-9-4-73,-4-6-95,-4 8-3156,-4-12 3156,-1 22 151,-4-19-151,0 27 67,-7-10-112,2 16-33,-8-1-12,4 6-27,-18 14 10,3 5 3402,-6 8-3368,-1 12 36,4 13-47,7 4-9,14-21 1,3-1 8,8 7-5,26 12-23,8-21-12,-8-10 1,4-1-126,-1-8 0,1-4-708,3 0 1,2-4 872,6-5 0,-3-2 0,5 1 0,-2-7 0</inkml:trace>
  <inkml:trace contextRef="#ctx0" brushRef="#br0" timeOffset="439452">11613 15357 6619,'-5'2'3534,"2"0"3103,3-2-5114,-6-18 236,-2 10-958,-6-14-465,2 18 235,-4 0-100,0 4-118,-6-1 45,-10 7-208,3 1-50,-8 7-56,9-1-56,8-3-5,4 3-12,10-1 11,2 5-16,10 4-1,0-4 18,13 7 5,3 0-6,18 13-22,-3-5 0,-1-2 11,2-1-22,-22-16 11,11 10 56,-21-6 0,-10 2 6,-14 5-6,-17-2-28,1-4 5,-20 4-13,22-11 0,0-2-20,0 0 0,-1-1-17,-3 0 0,1-3-84,-11 0-50,16-6-919,7-3-8761,15-4 8459,2 1 0,5 1 0,1 4 0</inkml:trace>
  <inkml:trace contextRef="#ctx0" brushRef="#br0" timeOffset="440018">11528 15332 10416,'0'-3'8110,"0"1"-4940,0 2-2811,-28-24 5,11 22-61,-24-16-79,16 30-67,-3 5-68,0 4-44,0 1-23,6 0-16,8-5 5,5 4 6,8-7 5,2 2 102,17 6-74,-4-11-3369,22 10 3352,-14-14-187,29 8 165,-24-7 6,24 6-12,-21 1-5,-7-2 79,-5 14-23,-20-8 3265,-3 3-3220,-28 8-68,9-14-14,-2 0 1,-4 1 5,-3-4 1,-1-1-44,1 1 0,-1-2-19,-5 1 1,2-2-1431,-6-1 1467,20-13 0,13 2 0,9-6 0</inkml:trace>
  <inkml:trace contextRef="#ctx0" brushRef="#br0" timeOffset="444894">12796 15108 6680,'0'-10'3058,"0"2"-571,0 8 1098,0 0-2790,-2-27 516,1 14-263,-2-20-220,1 23 79,-2 0-470,0 4-258,0 0 62,-1 4-118,0 1 197,-9 1-163,1 3-56,-3 0 106,0 2-5,2 0-12,-5 2-16,-1 0 5,-6 6-157,8-3 90,-9 9-5,5-1-23,-14 15-67,11-7 8,5-1 0,1 1-3,4-1 12,-11 27-17,16-25 5,1 3 1,2 3 10,-5 28-25,7-24 1,0 0 2,-1 22 17,8-7 6,6-18 39,18 7-1,9-18-4,19-7-12,1-17-45,-8-4 28,9-8 39,-7-8-5,-3-2-11,-10 1 95,-17 0 5,-13 5-39,-1-5-28,-12-1-50,-4 5-22,-12-1-18,4 9 34,-11 0-22,1 4-6,-22 2-5,13 2 8,5 5 0,0 0-8,5 2-6,-30 8 5,36-7 1,-18 3-6,27-6 22,-4 1 12,12-4-1,2 1 46,2-1-79,6-5 0,4-2-6,4-3 17,10-6-5,3 3 0,23-8 10,-11 8-24,-2 4 0,1 2 8,-4 3-14,2 2 0,0 2-9,-1 7-5,10 5 17,-23 3 17,-3 14-6,-13-4 0,0 14 11,-18 3 6,3-12 11,-20 12-40,2-16 35,-20 10-23,14-13 5,-15-1 35,21-16-12,-7-3-6,6-11 18,4-8-40,8-2 28,1-25-23,10 15 1,3-6 0,1-3 10,7-11-10,-1 13 0,2 0-6,5-10 5,2 11 1,2 0 27,11-16-25,-10 21 1,1-1 8,7-4 0,0 2-6,10-9-14,-10 13 0,-1 0-8,8-6 22,-8 9 6,-10 8 11,-7 8-5,-4 4-1,-7 2-16,-3 0-12,-7 1 12,1 2-6,-10 4-6,3 4 12,-12 8-18,9 0 7,-20 23-40,9-3-495,9-8 1,0 1 539,-7 11-9,11-7 1,1-1 3,2 1 13,1 6 0,2-1-2,5-5-172,4 5 1,2 1 148,7 7 17,2-14 0,4 0-11,14 15-107,11-6 124,8-10-12,6-8 34,2-11-16,1-6-18,-5-8 51,-7-5 5,-9-8 29,-9-6 979,-7 3-963,-3-19 330,-7 4-370,0-14 29,-8 9 17,-5 6 62,-3 12-57,-17 2-89,1 13-17,-6 1-157,-23 21-1607,9 9 1476,9-1 0,2 0 1,1 2-1,3 0 1</inkml:trace>
  <inkml:trace contextRef="#ctx0" brushRef="#br0" timeOffset="448877">11542 13660 11894,'2'-43'2715,"0"0"0,2-6 0,0 6-2217,1 21-72,1-11 223,-4 23-374,-2 5-236,0 5 56,1 15-11,-1 18-44,1 4-4,-3-6 1,0 2-21,-1 6 1,1 0-14,-1 1 0,0 1-201,1 5 0,-1-2 204,3 18 5,0-19-5,0-4 16,0-15 73,0-4 253,0-7 16,-1-11 132,-1-4-434,-5-9 16,-8-13-39,-2-10 17,-6-14 0,5-1 11,0-3-22,7 13 56,-2-1 123,2 13-123,1 4-90,2 8-56,5 12-5,2 6 44,1 9-3375,3 21 3376,-2-4-261,1 4 1,-1 1 265,0-1 17,-3 30 5,-1-25 12,-5 9-1,1-20 214,-4 0-118,8-22 3238,-5-2-3261,-7-16 724,-3-6-791,-7-14 17,4-2-22,6 6 72,-3-15-55,9 23 22,-5-20-79,9 27 28,-1-7-33,5 17-22,0 2 49,3 6-4,5 8 4,11 17-4,3 5 10,3 2-22,14 8-22,-4-19 44,17 8-5,-15-18 61,23-7-39,-26-8 20,3-6 1,0-2-16,-4-4 26,-1-6 0,-1-1-8,-8 1 72,13-24-122,-26 25 161,1-11-66,-9 19-74,-3 2-16,-4 6-11,-6 5-12,0 0 6,-13 14 0,3-1-6,-15 11-16,-1 0 22,-8 2 6,9-6-1,5-8 1,-1-1 22,-12 2-17,-10 3 17,5-13-22,27-7 5,-14-8 0,11-17-17,5 2 12,-10-28 0,16 15-1,-5-13 6,10 20 12,1 2-51,6 18-6,-1 0 34,5 13-11,7 8 0,0 4 11,20 28 0,-10-18-3,5 4 0,1 0 9,1-4 2,8-2 1,1-1-9,1-7 8,8-4 0,3-3 9,12-8-373,-16-4 1,-1-2 361,11-8 10,-18-3 1,-2-2 11,-2-2-218,-2-2 1,-1-1 201,-10 5 16,7-13-112,-18 21-448,-1-1-567,-4 11 1270,-1 12 0,0-7 0,0 7 0</inkml:trace>
  <inkml:trace contextRef="#ctx0" brushRef="#br0" timeOffset="456853">12693 13583 9285,'-1'-8'4458,"0"0"-2346,1 8 1725,0 0-3585,-10-6-79,2 4 29,-9-4 22,3 8-112,2 0 140,-5 6-84,6-1-68,-4 3 141,-2 8-134,5-2-57,-4 6-50,9-8 11,3 1 40,7-1 16,3 1 45,6 1 45,2-1 0,5 2-95,-2-2 89,11 9-123,-12-10 17,20 17-28,-16-12 11,5 8 44,-13-7 63,-6-1 167,-20 4-223,2-7 55,-25 6-28,3-10-50,0 0 68,-8-4 139,8-5-73,3-2-11,2-5-111,17-1 55,0-3 45,5 1-129,2 1 34,1 1-73,2 4-241,1 1 263,5 4-22,2 1 0,8 4 12,4 0-1,5-1 0,6-1 0,2-3 6,7-2-11,-9-4-12,18-6 17,-15-3-5,6-3 39,-7-5 39,-16 8 22,0-2-28,-11 6-33,-5 2-22,-4 0-7,-4 1-10,-5-1 0,-4 1-1,-1-1 6,-1-1-5,-1-3-6,-2-1 11,-1 1-5,-2 1 5,-2 4 0,-1 1 12,1 1 10,3-2-10,4-1-7,4-6 7,5-4-1,2-4-5,5-3 0,2 0 16,6 1 1,0 1-6,5 4-6,2-1-16,3 2-6,3-1 11,7 0 0,3 0-5,5 1-6,2 4 0,1 2 0,1 3 11,-3 2-5,-4 2-12,-7 1 6,-8 1 11,-1 0 12,-6 0 5,2-1 17,-3-1-29,0-1 30,2-1-7,-5 2 6,2 0 212,-4 2-245,-5 0 4,-12 0-4,-7 0-7,-7 3-5,3 1 0,2 3-11,-8 5 28,12-2-17,-12 6-17,9-2 23,-4 4-6,7-3-28,-1 5 16,13-7 1,-1 3-11,8-1 22,2-8 0,9 9 5,3-5 1,10 2 5,5-1-5,12-1-6,-9-3 0,5 0-6,2 1 6,-7-2-17,11 5 6,-13-2 17,-8 2-12,-6 0 23,-8 1 28,-9 1-28,-10 4-6,-11 2 6,-10 2 11,-7-3-6,-4-2 17,-1-5-5,3-5-17,6-3 27,5-3-4,6-3-35,7 1 23,-6-1-11,9 1 22,-6 0-22,10 1 11,0 0 0,7 0-45,1 0 17,4 0-45,1 0 40,3 0 5,4 0-6,8 3 12,-2 0-17,14 2 5,-6-2 17,14 1 12,2-4-35,8-6 12,6-4 6,0-4-12,-5-3 12,-9 1-17,-12 1 33,-9 3 12,-7 2-1,-6 1 23,-2-1-44,-6-1-7,-4-1-5,-9 1 11,-4 1-11,-4 3 0,0 0 23,-2 1-29,4-3 12,-1 1 33,0-2-28,0 0 0,1 0-5,3 0 0,6 0 33,3 0-28,6-1-11,3 0-11,6-3 11,7-1 33,9-1-27,0 3-12,13-3-5,-9 8 0,8-3 11,-3 4 0,-9 4 0,9-1 22,-8 0-10,0 0-24,12-5 1,-12 3 17,7-3 39,-14 4 27,-5 0-4,-5 2-7,-2 0-22,-1-2-11,-1-1-5,-3 0-6,-3 0-23,-4 3 6,-5 0 0,-5 4-11,-5 5 22,-5 4-5,-4 9-23,-1 4 28,0 4-11,5 3-11,5 0-17,4 5 22,9-12 1,3 9-12,8-12 11,4 7 17,6-4 1,8 0-1,8-5 0,10-3-17,6-4 1,4-3-6,0-2 11,-4 0 5,-8-1-10,-11 1 16,-9 0-6,-9 4 1,-16 5-12,-19 8-19,5-8 0,-3 2-68,-7 1 1,-2 1-457,-4-1 0,0-1-779,2-2 1,1-3 573,-20 2 1,27-9 0,19-5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24:37.1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16686 304 8030,'-6'-1'3926,"2"0"4722,4 1-7623,-1-30-274,-1 17-213,-3-21-157,-3 25-146,-3 2-11,-11 2-95,-3 2-79,-2 2 0,-7 5-10,4 5 10,-7 6-22,4 3-17,6 3-5,8 0 27,7 3 12,8 0-17,13 3 11,10 2-39,16 4 23,12 1 5,5 0-28,-21-15 0,-2 0-6,8 5 23,-3 6-6,-29-15 34,-13 3 17,-18-1-18,-21-1-16,16-9 0,-1 0-11,-3-1 0,0-1-3,2-1 0,1-2 8,-25 2-55,10-4 5,18-1-112,2-2-319,14 2-953,0-1-2991,7 1 3555,2 0 0,3 1 0,1 0 0</inkml:trace>
  <inkml:trace contextRef="#ctx0" brushRef="#br0" timeOffset="297">16907 310 18868,'0'-5'4817,"0"2"-2683,0 3-2134,-12-44 28,8 38 11,-8-20 17,12 58-5,2 16-62,3 10-115,-1-18 0,-1 0-152,0-3 1,0-2 27,0 0 1,-2-1-1694,0 28-2947,-3-18 4890,-1 6 0,1-24 0,0-9 0</inkml:trace>
  <inkml:trace contextRef="#ctx0" brushRef="#br0" timeOffset="1297">16907 631 22520,'-26'-34'75,"0"0"1,0-21-64,59 50-12,-1 1 0,3 0 2,-2-1 1,0 1-725,9-2 1,-1 0 698,13-2 23,-22 2 0,-1 0 40,16-5-29,8-3 90,-6-4 78,-19 4-67,-11 1 67,-14 5-89,-12 1 67,-15 2 33,-8 1 1065,-12 5-1065,4 5-117,10 1 362,-2 9-368,10 2-39,0 6-22,8 10-1,13-6 18,3-2 21,15-7 63,8-7-1,12-4-61,-6-5 50,4-12-44,-20 0 77,9-9 113,-9-4-78,-2-2 0,-5-1 10,-7 10-78,-2 5 62,-3 4-84,-1 4-11,-5 2-68,-4 10 0,2-2 18,-2 15-7,8-9-10,1 12-1,7-3 51,12 10-6,6-9-17,10-1-5,-10-14 6,6-4-35,2-7 24,-1-6 38,3-7 28,-15-5-50,-6 1 28,-6-8 23,-3-4-51,-1 1 56,1-4-11,1 17-62,1 3 11,5 6 1,3 4-7,7 1-4,4 5-24,2 9 24,1 7 10,-7 2-5,4 8-28,-1 4 33,1 0-50,5 1 28,-4-11 11,0-7-22,-5-7 28,15-4 5,-7-7-16,17-7 5,-4-8 0,-9-2 6,-9-2 0,0-3 5,4-18-203,-6 11 1,-2-3 224,5-22 35,-10 4-23,-12 8-17,-7 16 39,-18 4-16,6 16-34,-4 0-22,5 14-23,7 8 34,-4 13 27,6 11-44,1 9 34,4 9-12,7 3-143,8 1 60,3-15-275,4-15 0,3-1-751,12 6-48,-9-10 0,1-1-4954,13 4 6089,-10-8 0,-14-10 0,-7-6 0</inkml:trace>
  <inkml:trace contextRef="#ctx0" brushRef="#br0" timeOffset="1488">18069 421 21847,'60'-19'-3133,"-1"0"1,-1 1-1,-4 4 3133,-20 10 0,-3 2 0,10-2 0,-18 2 0</inkml:trace>
  <inkml:trace contextRef="#ctx0" brushRef="#br0" timeOffset="1688">18690 365 23170,'55'-17'-2332,"0"-1"0,-5 1 0,-5 6-7499,-3 14 8265,-16-1 0,-12 2 0,-10-3 0</inkml:trace>
  <inkml:trace contextRef="#ctx0" brushRef="#br0" timeOffset="1831">18668 606 11934,'-3'2'7489,"1"0"-6683,2-2-918,61-18-1041,-13 3-3763,1 0 1,0 0 3593,-2 0 0,-18 5 0,-21 7 0</inkml:trace>
  <inkml:trace contextRef="#ctx0" brushRef="#br0" timeOffset="8435">19585 288 32767,'-48'11'0,"1"-1"0,1 3 0,6 6 0,13 17 0,8 5 0,3-8 0,2-1 0,3 4 0,5-2 0,17 10 0,4-16-144,20-5-1403,3-14-308,1-6 507,-1-13 535,-16-14 97,-8-3 558,-6-10 1,-2-2 96,0-1 77,-3-3 1,0-1-88,-3 3 143,-2-4-68,0 16-40,-6 6-20,-3 11-224,0 2 28,1 5-2991,1 11-3058,5 0 5453,-1 11 0,5-10 0,0 1 0</inkml:trace>
  <inkml:trace contextRef="#ctx0" brushRef="#br0" timeOffset="8656">20051 611 24497,'-28'43'-131,"1"0"0,-1 0 1,0 3-1,4-7 1,-4-5-1</inkml:trace>
  <inkml:trace contextRef="#ctx0" brushRef="#br0" timeOffset="10409">20556 428 25375,'-4'0'5398,"2"0"-4926,2 0-652,-25 32-771,19-18 508,-19 31 154,28-24-191,5 5-1130,7-1 762,13-3 268,-1-10 155,2-4 356,1-11 151,2-13-297,-6 1 341,6-18-15,-20 3-35,-1-8 8,-11-1-22,-10 4-40,-9 5-16,-14 5 33,2 10-39,1 5 0,1 12 17,7 8-11,-12 19-6,10 6-3415,1 17 3415,14-13-50,4 12-57,12-9 12,7 12-85,13-7-55,-3-22 0,2-3 5,11 5-11,-7-14 1,3-4-163,15-10 218,-10-6 0,-1-3 163,13-7 50,-19 0 0,-3-5 190,2-26-106,-7 9 123,-2-20 202,-11 18-140,-3 3-152,-2 8 3511,-5 16-3684,0 11 5,0 1 34,0 16-11,0 6-5,2 7-23,3 20 22,0-21-22,4 25 39,-1-20-5,1 4 5,-1-10 17,5-10-5,2-11-12,2-6-17,9-9 40,0-7 72,17-13-50,-3 1-45,6-6-5,-16 15 11,5 0-90,-2 9 56,-7 3-201,14 9-57,-18 10 63,3 3-1015,3 21-437,-5-5-105,16 10 839,2-13 711,6-12 213,-7-9 153,7-13 217,-12-6 593,14-18-178,-10-1-63,-1-12-82,-8 3-348,-10 7 666,1-13-404,-13 23-391,-1-5-39,-28 19-51,-28 23-39,1-1-238,10 5 0,1 4 227,-9 14-12,21-13 1,1 1-45,-7 19 0,18-5 44,12-10-10,15-4-46,21-13 40,9-8 84,16-14 11,-4-14-62,-13-1 14,-14 0 1,-1-3 53,5-21-73,-10 13 0,-1-1 61,-7 7 0,-3 0 180,10-26 73,-9 13 5,-5 13-185,-6 15 56,-2 8-223,0 9 55,-3 17 11,-2 13 443,-2 8-505,2 1 1,0 1-34,1 22-407,1-15 1,2 0 128,3-9 1,2-1-426,3-2 1,2-1-3739,21 21 4486,1-16 0,-8-18 0,-9-11 0</inkml:trace>
  <inkml:trace contextRef="#ctx0" brushRef="#br0" timeOffset="10626">22419 425 22979,'53'-16'-1567,"1"-1"1,-4 2 0,-3 5-8265,11 14 7831,-19 0 0,-17 1 0,-17-4 0</inkml:trace>
  <inkml:trace contextRef="#ctx0" brushRef="#br0" timeOffset="10818">22530 587 13317,'-8'4'8822,"2"-1"-7310,6-3 959,0 0-2298,-40 19-139,40-18 55,6 5-66,32-18-63,9-1 1,1 0-252,6-1-138,-18 4 1,-1 1-2698,6-1 3126,-15 2 0,-14 5 0,-7 1 0</inkml:trace>
  <inkml:trace contextRef="#ctx0" brushRef="#br0" timeOffset="12469">23359 311 8444,'0'-6'5411,"0"1"-196,0 5-4498,-28-43-196,15 28-348,-20-30 219,14 41-140,0 8 11,-14 8-44,-3 10-46,-3 8-106,8-4 51,-3 18-84,21-21 146,-1 28-18,21-24 79,7 11 56,12-16-1,4-8-38,3-7 0,2-12-158,-8-2 264,16-23-50,-13 1 56,10-15 257,-14 0-419,-13 16 161,-5-1-122,-8 20-169,0 2 12,0 4-118,0 3 33,0 6 68,-1 12-11,-2 16-1,-2 18-42,1-21 1,-1 2-45,1 2 0,-2 1-12,1 1 1,0 0-199,0-1 1,0-1 144,1-2 0,1 0-1047,-1 26 325,5-3 1,0-26 0,2-6-1</inkml:trace>
  <inkml:trace contextRef="#ctx0" brushRef="#br0" timeOffset="18576">15566 1653 32371,'4'-59'-1877,"-5"11"482,-11 39 766,-10 4 1413,-10 5 379,-11 8 84,-6 8-144,1 9-1103,7 4 0,11 1 0,11-1 0,11-1 0,10 1 0,10-2 0,12 0-574,14-1-1524,13-3 1339,-21-12 1,0-1 267,2 0 1,-1-1 5,25 9 471,-17-2 647,-17-1 244,-28-1 346,-22 1 901,-27 3-1718,20-9 0,-3 0-406,-3-1 0,0 0 0,1-3 0,1 0 0,5-2 0,1-2 0,-15-9 0,17-8 0,16-11-2727,18-5-5378,15 0 8087,7 7 0,-5 12 0,-8 7 0</inkml:trace>
  <inkml:trace contextRef="#ctx0" brushRef="#br0" timeOffset="18809">15821 1626 24194,'3'-6'6330,"0"2"-4087,-3 4-2243,27-45 0,-19 39 0,22-25 0,-25 60 0,3 14 0,4 12 0,-6-24 0,2 1 0,1 1 0,0 0-481,0 0 0,0 0-1636,1 3 0,-1-2-2181,2 11-5533,-3 3 9256,-7-34 1,-1-1 0,0-10 0</inkml:trace>
  <inkml:trace contextRef="#ctx0" brushRef="#br0" timeOffset="19809">15912 1938 26602,'-3'-4'-2286,"0"1"2173,3 3 2754,16-54-2302,15 37 461,-14-13 1,3 3-22,41 18 191,-13 0-249,8-1 792,-9-3-1513,-6-2 0,-14 3 0,-8-1 0,-11 4 0,-7 4 0,-2 1 0,-12 4 0,-4 7 0,-3-1 0,-10 23 0,18-15 0,-6 18 0,18-15 0,9 2 0,1-5 0,6-5-1222,15-3 390,-3-6 782,21-10 637,-23 0 738,4-16-1133,-20 3-192,-2-8 0,-12-2 0,-13-4 0,-6 10 0,-6 2-415,9 15-1110,0 4 675,7 4 1178,-3 8 1202,4 9-598,1 13-932,5 0 0,3 17 0,6-1 0,5-10 0,2 1 0,6 11-1535,7-11 0,4-5-1432,1-9 1455,9-3 0,1-3 819,-2-9 604,-1-3 1,-1-3 1098,6-12 1896,12-16-817,-20 3 924,0-16-2100,-18 11-913,1-9 0,-8 15 0,-2 4 0,-5 16 0,0 2 0,-2 8-481,-3 17-311,-2 11 405,-2 17 84,2 2-27,2 1 40,3-12 2873,3 18-2583,1-30 0,3 29 0,-3-34-648,1 2 270,-3-17 472,1-12 141,-1-3-249,0-19 53,-1-9 22,0-21-3,1 22 0,0-2-768,3-12 0,1 0 869,-2 14 0,1 1-632,2-20 1,1 4 224,-2 10 339,2 2 0,0 2 220,0 10 163,7-11 96,2 19 683,5 3-1253,1 4 0,16 11 0,-16 2 0,28 19 0,-29-8 0,15 21 0,-27-13 0,-7 11 0,-13-12 0,-24 4 0,-8-7 0,9-8 0,-1-1 0,-24 2 0,12-5 0,26-10 0,32-13 0,-7 9 0,10-8 0</inkml:trace>
  <inkml:trace contextRef="#ctx0" brushRef="#br0" timeOffset="20051">17267 1784 32767,'37'-9'0,"0"1"0,-5 1 0,-1 0-2319,30-7 2412,-22 3 1,-16 4 0,-12 2 0</inkml:trace>
  <inkml:trace contextRef="#ctx0" brushRef="#br0" timeOffset="20241">17692 1542 30982,'1'-5'1750,"-1"1"-1715,0 4-35,-21 21 0,9 1 0,-14 23 0,18 13 0,4-16-968,5-9 1,2 1 639,4 20 0,-2-18 0,1-3 0</inkml:trace>
  <inkml:trace contextRef="#ctx0" brushRef="#br0" timeOffset="20659">15473 2544 18564,'-54'8'1232,"0"-1"1,9-1-1,4-1-383,-1 1-470,22-4-237,13 0 633,33-2-292,25-3-288,-2 0 1,8 0-764,-10-1 1,3-1 0,2 0 632,-5 1 1,0-1 0,3 0 0,3 0-35,3 0 0,4-1 1,2 0-1,-1 1 0,-4-1-533,-2 1 0,-3 0 1,0 0-1,3 0 509,5 0 0,5 0 0,0 0 0,-1 0 0,-5 0-82,-7 1 1,-4 1 0,-1 0 0,2-1-5,9 0 1,2 0 0,-1-1 0,0 1-15,-6 0 0,0 1 0,-1-1 1,-1 0-38,12 0 0,-2-1 0,-1 1-2,-7 0 1,-1 1-1,1 0-5,3 1 0,0 0 1,-4 0-231,-1 0 1,-3 1 179,4 0 0,-6 1 103,-15 1-90,-13 0-2419,-11-1-6285,-4 1 8878,-2-1 0,-1 0 0</inkml:trace>
  <inkml:trace contextRef="#ctx0" brushRef="#br0" timeOffset="22101">19311 2023 32696,'5'-50'-1493,"-2"11"462,-12 37 1523,-4 6 870,-10 8-621,-10 13-741,-5 12 0,0 9 0,8 4 0,12 2 0,14-5 0,32 0-515,-2-19-685,20-5 768,-8-19 0,2-5 142,-6-1 1,1-3-18,16-3 1,0-3 276,-14-2 0,-3-4 154,-6-1 1,-3-1 341,5-22 191,-21-3-596,-22 0-237,-4 18 1,-4 1-199,-22-13 27,-2 5 196,1 14 454,11 10 21,-7 3 219,8 5 385,7 8 595,6 6-1523,6 9 0,5 7-3910,14 6 3699,5-2 1,1-11-1,-3-10 1</inkml:trace>
  <inkml:trace contextRef="#ctx0" brushRef="#br0" timeOffset="22428">20300 1879 23570,'0'-3'1863,"0"1"-1326,0 2 1581,-62 16-302,29 4-1143,-8-4 0,0 4 372,4 15-686,10-8-246,-10 15-113,10-11 0,-9 14 0,12-10 0,9-3 0,16-6-1050,21-6 69,25-8 612,-13-9 0,3-2-137,6-3 1,1-2 121,2-1 0,-1-1-509,-1-1 1,-2-2 931,-2 0 0,-3 0 0,3 0 1,-11 1-1</inkml:trace>
  <inkml:trace contextRef="#ctx0" brushRef="#br0" timeOffset="23026">20848 1934 16028,'-3'0'4940,"0"0"-3931,3 0-1155,36-29-115,17 15-495,-7-4 1,2 2 773,-9 10 0,0 4-932,8-1 0,-2 2-3590,11 7 4605,-2 2 1,-28 0 0,-17-1 0</inkml:trace>
  <inkml:trace contextRef="#ctx0" brushRef="#br0" timeOffset="23183">20949 2161 13222,'-3'1'7900,"1"0"-4182,2-1-4311,34-13-260,11 0-499,-3 1 0,4-1 489,5 0 1,-2 3 0,8-3 0,-4 3-1</inkml:trace>
  <inkml:trace contextRef="#ctx0" brushRef="#br0" timeOffset="23634">22056 1830 16142,'2'-3'8220,"0"1"-4045,-2 2-2679,-27-50-2537,6 37 1087,-8-12 0,-5 4 294,0 27 1,0 8 360,-23 3-245,20 0 1,3 5 42,2 21-609,6-9-184,12 20 733,22-29-923,8 7-370,3-16 195,24-5 496,-9-8 484,19-8 572,-11-8 373,-4-9-732,-11 2-534,-3-9 0,-9 0 0,-2 1 0,-5 3 0,-6 16 0,-2 5 0,0 3 0,-2 8 0,-3 9-264,-5 17-29,-2 16-26,2-5 267,5-14 1,0 2-30,3 2 1,1 1 43,-1 1 1,1 0-133,2 4 0,1-2-669,1 7-3051,7 11-2222,-5-32 5118,3 13 1,-5-29 0,0 0 0</inkml:trace>
  <inkml:trace contextRef="#ctx0" brushRef="#br0" timeOffset="24410">22499 1989 22991,'-26'-47'179,"5"17"-146,13 54-16,3-2 6,-1 12-7,4-7 7,5 4 50,5-5 173,14-6-100,-4-10 218,14-6-79,1-14-100,19-10-96,-8 0 1,2-2-1084,-1-1 0,0-1 1013,2 1 1,0-2 2,0 0 1,0 0-320,-10 6 1,-1-1 356,8-2 1,0-1-137,0 2 1,-1 1 146,-12 7 1,-3 0 36,25-7-30,-31 13 1804,-9 4-1876,-9 2 976,0 3-1954,-3 11-930,-4 7-1425,-2 6 3417,-4 1 0,3-15 1,0-1-1</inkml:trace>
  <inkml:trace contextRef="#ctx0" brushRef="#br0" timeOffset="30926">19064 3065 14096,'0'-10'4223,"0"3"-2503,0 7-343,0 0-1349,-10-20 0,8 19 84,-8-8-5,11 29-12,3 11-11,2 3-6,-1 3 85,-1 4-90,-5-14 151,-5 4 67,-3-17 157,-2-1 73,2-7-140,2-7-129,2-10 28,3-17-196,0 3 34,5-21-34,5 7 5,6-9 12,3 3-34,3 7-28,-1 8-39,-1 9 0,3 9-11,1 7 6,6 7 10,0 8-10,4 9 16,-4 9-11,-2 4 5,-6 4 7,-6-1-24,-5-4 12,-4-9 124,-2-7-9,-2-9 82,0-6 25,1-10-119,2-9-34,4-9-4,6-5 13,6-1 10,8 6-22,2 6-3,1 10-98,2 10 105,-10 6-21,5 10-41,-9 4-47,4 7-29,0 1-17,0-3-25,2-4 23,0-8 66,1-5 11,2-10 101,-2-7 55,0-10-33,-4-5-12,-5-3-39,-6 7 19,1-8-73,-7 18 157,1-6-67,-5 15-91,0 4 40,2 8-118,2 7-9,3 10-16,7 14-1,-3-11-336,11 13-386,-2-16-664,9 4-1322,2-7 2797,1-8 1,-15-8 0,-5-4-1</inkml:trace>
  <inkml:trace contextRef="#ctx0" brushRef="#br0" timeOffset="31126">20110 2767 15266,'-2'-3'3091,"1"1"-4362,1 2-645,15 27-3660,6-4 5575,10 18 1,-12-23 0,-8-9 0</inkml:trace>
  <inkml:trace contextRef="#ctx0" brushRef="#br0" timeOffset="31577">20664 2915 12617,'3'-2'9830,"-1"0"-6220,-2 2-3096,-18-31-652,-3 23 241,-11-24-104,-10 40 219,5 4-6,8 3 1,0 3-186,-16 18-87,19-11 0,4-1-80,-3 11 275,4 7-230,13-11 24,8 9-313,12-14-5,5-6 93,16-13 170,4-12-1591,-6-5 0,1-2 1616,12-8-214,-11-6 0,-4-2 279,-6-2 10,-5-1 1,-1-2 241,0-17-92,-6 11 1,0 0 71,2-14 29,-6 15 1,-2 3 85,-2 4 2804,-1-4-2896,-2 18 902,-1 12-1256,1 1 295,0 10-188,0 11-3401,0 16 3401,1 0-1,1 18-35,4-2-211,1-11 0,2 2-280,2-6 1,3-1 120,-1-1 0,3-2-889,5-4 0,2-3 770,26 7 0,-17-7 0,-1-9 0</inkml:trace>
  <inkml:trace contextRef="#ctx0" brushRef="#br0" timeOffset="31809">21296 2844 25033,'48'-38'-228,"-20"20"1,1 5-972,28 16-775,1 3-544,-25 0 1,-2 0 2507,7 7 1,-16-4 0,-12-4 0</inkml:trace>
  <inkml:trace contextRef="#ctx0" brushRef="#br0" timeOffset="31993">21429 3037 24904,'1'7'164,"17"-4"-45,29-14-39,-9 3 1,0 0-61,8-1-89,9-2-1049,-20 5 1098,-14 3 0,-6 1 1,-5 1-1</inkml:trace>
  <inkml:trace contextRef="#ctx0" brushRef="#br0" timeOffset="34796">22445 2790 9710,'2'-5'7550,"-1"1"-3467,-1 4-3467,9-60-268,-6 44-320,5-44-78,-9 61 78,-3 8 34,0 12-6,-3 15-28,-2 10-6,-1 7-11,1 0 6,3-2 5,3-5 1,3-8 38,5-8 96,2-10 213,6-7 106,3-8-269,-2-6 247,17-13-186,-6-5 124,17-15-280,-18 11 62,5-6-12,-13 12-27,2-1-67,-4 6-46,-4 5-28,-3 5 1,-2 7 22,2 7-1,1 11 12,0 9-11,-2 11-11,-2 8-90,-2 6-393,1 5-1509,0-29 1,0-1 1985,4 22 0,-1-20 0,-2-15 0</inkml:trace>
  <inkml:trace contextRef="#ctx0" brushRef="#br0" timeOffset="47226">5733 5812 15162,'-48'-12'2175,"10"4"-1932,34 6-160,1 1-136,2 0 562,0 0-539,5 0 107,3 1-180,6-1-12,7 0 138,7-1 175,6 0-13,7-1-106,-6 1 181,28-2-136,-12 2-82,-13 1 0,1 0-156,-4 1 0,0 0 192,3 0 0,0 0-348,1-1 1,1 1 359,1-1 0,0 0-20,0-1 0,0 0-10,-1-1 0,0 0 0,-1-1 1,-1 0-6,0 0 1,1 0-244,-1-1 0,0 2 219,1-1 0,1 0-14,-1 2 0,1 0-18,2 0 1,-2 1 5,-7 0 1,0 1 25,17 0 0,0 2-9,-15-1 1,0 1-15,14 0 0,1 0-1333,-12 0 1,-3 0 1358,18 0 179,-18-1 0,-1-1-123,13-2-60,-14 2 1,2-2 14,20-2 0,2 0-6,2 1-16,0 1-7,-3 1 12,-5 1 0,-4 2 13,-6 0-41,-5 3 11,-10-2 323,5 2-306,-12-3 3323,8 1-3323,-12-2 337,1-1-321,-10 0 68,3 0-100,-6 0-46,1 0-61,2 0-213,5 0-95,1 0 403,22 0 0,-21 0 0,13 0 0</inkml:trace>
  <inkml:trace contextRef="#ctx0" brushRef="#br0" timeOffset="48392">9606 5743 7044,'-8'0'4324,"1"0"-3747,7 0 1299,0 0-1663,-29 2-22,21-1 167,-19 1 107,30 0 28,2 0 101,3 0 89,3-1-84,8 1-218,8-2-151,10 0-57,12-3-61,10-1-1769,-17 0 1,0 0 1678,19-1-8,-17 2 0,0-1 3,14 2-3,-15 0 0,0 2-289,14-2 297,-20 2 1,0 0 72,10 0 44,12 0 30,3-1-110,-30-1 0,1 0 1391,1-2 1,1 1-1426,1-1 0,0 0 0,0 0 0,0 1-5,-2 1 0,0 0-78,-1 0 0,-1 1 52,30 1-5,-15 0 19,-14 0 1,-1 1 13,15 0-3,-6 0 1,1 0-9,7 0 0,-13-1 1,0 0 16,15 0-12,-19 0 1,0 0 6,30 0 7,-27 0 1,-2 0-8,11-1 27,11 1 1,-21 0 61,18-1-68,-16 0 52,20-1-63,-32 0 444,18-1-399,-18 1 41,2 0-1,-4 1 531,-6 0-576,-7 1 225,-3 0-247,-5 0 33,2-1-392,3 0-2381,0-1 2689,2 0 0,-4 0 0,-2 1 0</inkml:trace>
  <inkml:trace contextRef="#ctx0" brushRef="#br0" timeOffset="51635">20027 3891 13788,'1'-9'4872,"0"2"-3779,-1 7 772,0 0-1815,1-11-11,-1 34-83,1 5-63,1 28-38,-1-8-522,5 0-917,5-10-3732,8 8 5316,4-12 0,-8-15 0,-4-10 0</inkml:trace>
  <inkml:trace contextRef="#ctx0" brushRef="#br0" timeOffset="52001">20350 3709 12701,'-2'-5'5153,"0"2"-3629,2 3-1451,-59-4-68,41 10 1,-44 6 33,60 17 28,6-1 62,8 1 157,4-15-12,-3-5 454,1-5-73,-3-9 29,1-12-258,-5-6-29,-1-11-94,-10 5-169,0 7 90,-8 1-56,-2 4-162,1 5-197,0 2-10,8 7-303,2 4-118,2 7-672,0 9-2089,9 11 3383,13 8 0,-8-15 0,5-2 0</inkml:trace>
  <inkml:trace contextRef="#ctx0" brushRef="#br0" timeOffset="52441">20799 3693 23271,'-43'13'35,"0"0"0,-1 19 1,12 6-30,25 15-998,6-8 0,1 9 0,1-3 961,3 8 0,1 0-848,-1 0 1,0 5 0,0-4 853,-1-16 1,-1-3 0,-1 3-98,-2 3 0,-2 5 0,-1-1 1,1-6 319,-1 3 1,-2 1-400,0-4 1,-2 6 0,-2-1-1,-1-6-59,-8 2 0,-1-4 206,2 6 1,-3-7-109,-27-3 35,20-52 149,0-7 121,12-20 0,4-6 53,2-10-2,5 12 0,2-7 0,2 6-40,1 14 0,3 0 74,2-9 0,1-5 0,2 5 1137,2 9 1,2 3-1302,5-14 0,3 2-36,1 11 0,2 3-109,4 0 0,1 3 87,21-13 10,-7 11 1,2 1 0,-15 9 0,1 1 0,11-7 0,-1 1 102,10-6-152,-16 8-29,-16 7 1065,-8 3-2337,-8 7 1334,-3-1 0,0 3 0,-2-1 0</inkml:trace>
  <inkml:trace contextRef="#ctx0" brushRef="#br0" timeOffset="53201">21327 3800 23674,'10'-31'918,"-13"24"-733,-18 42-62,-1 9 0,1 5-123,7-10 0,2 1-837,-4 19 1,3 2 816,9-11 1,7-2-110,6-1 1,7-3-351,7-2 0,7-4-3307,19 2 0,3-6 3786,-9-9 0,-1-4 0,-8-4 0,-6-4 0,-13-9 0</inkml:trace>
  <inkml:trace contextRef="#ctx0" brushRef="#br0" timeOffset="55608">10474 14926 15333,'-39'9'2764,"0"-1"1,7-1-2670,-8 2 0,5-1 96,24-6-203,8-1 46,4-1 134,10-5-17,15-3-72,16-6-40,14-5-31,-24 10 1,-1 0 19,29-9 5,-5 3-22,-22 6 85,-9 3 134,-20 5 61,-1 1-134,-10 0-101,-12 6 0,-18 3 17,-18 6-23,22-7 1,-2 0 30,-1-1 0,0 1 48,1-1 0,2-1 167,-22 2-94,17-3-152,18-3-134,12-1-56,6-1 241,24-1-22,9-4-35,30-5-426,-25 3 1,0-2 409,4-1 0,0-1-14,0 0 0,-1-1-9,-4 0 1,-2 1-73,19-7-476,-20 5-2067,-17 7 2610,-9 4 0,-6 2 0,0 0 0</inkml:trace>
  <inkml:trace contextRef="#ctx0" brushRef="#br0" timeOffset="57866">22120 3928 11329,'4'-4'7987,"-2"1"-6861,-2 3-695,44-32-134,-34 24 84,32-22 72,-49 34-94,-9 4-95,-11 4-52,-8 2-4,-7 0 4,-2-2 24,1-1 10,5-5-140,13-3 169,2-3-130,15-2-49,-2 0-96,9 0-90,0 2 107,0 7 16,-1 6 1,-2 10-23,0-1-5,-2 10 33,2 4-28,0-5 17,4 18-22,3-25 55,1 9 12,1-15 22,-1-7 191,-2-5 135,0-4-91,1-4-235,0-1 40,11-13-85,4-1-28,5-4-72,18-3 50,-9 10 22,16-1 18,-9 9-52,-1 8-32,1 8 38,-10 2 0,8 19-38,-17-6-29,2 13 0,-17-6 11,-10-7-302,-23 12-224,-6-12-101,8-7 0,-2-1-5873,-21 3 2585,13-9 3410,5-6 0,21-5 0,1 0 0</inkml:trace>
  <inkml:trace contextRef="#ctx0" brushRef="#br0" timeOffset="58114">22124 3872 21545,'52'-19'328,"0"-1"1,2 2 0,-5 3-166,3 6-102,-5 2-21,-11 0-68,-10 3-392,1 0-2538,-5 2 2958,-7 1 0,-7 1 0,-4 0 0</inkml:trace>
  <inkml:trace contextRef="#ctx0" brushRef="#br0" timeOffset="58380">22658 3972 22712,'40'-16'-390,"1"0"1,-1 0 0,18-6-1,-2 5-752,-17 12 0,-2 2-2505,-3 0 0,-1 1 3647,17 0 0,-24 1 0,-14 1 0</inkml:trace>
  <inkml:trace contextRef="#ctx0" brushRef="#br0" timeOffset="58571">22795 4102 21646,'5'4'-851,"18"-4"55,16-9 1,5-3-149,-4 2 0,-1 0-282,0 0 1,0 0 1225,-1 0 0,-6 2 0,-8 1 0,8-1 0</inkml:trace>
  <inkml:trace contextRef="#ctx0" brushRef="#br0" timeOffset="58797">23361 3802 21388,'53'-13'-1442,"1"1"1,5 0 0,-5 4 1441,2 6 0,-9 1 0,-29 1 0</inkml:trace>
  <inkml:trace contextRef="#ctx0" brushRef="#br0" timeOffset="59037">23418 4034 14628,'-6'4'6788,"1"-1"-5583,5-3 1466,0 0-2289,10 17-2,24-20-3587,6 13 3274,10-22 10,-2 1-15,-12 2-40,6 1-274,-5 2-56,-17 3-1675,-5 1-7848,-12 3 8610,-2 0 1,-1 0-1</inkml:trace>
  <inkml:trace contextRef="#ctx0" brushRef="#br0" timeOffset="63063">6714 14987 8702,'-6'0'6312,"0"0"-5332,-23-1 1,-6 1 671,5-1-941,-11 1 1,1-1 520,14 1-167,5-2-237,8 0-380,6-4-263,5-2-56,10-3-23,6-1-16,13 0-28,6 4-1,4 5 1,1 9-1,1 7 35,1 8-12,3 5 22,4 3-188,4 4 126,-24-14 1,-2 2-6,-2 3 1,-3 3 49,-4 14 1,-6 2-294,-4 20 226,-13-12 1,-6 0-371,-3-15 0,-1-1 306,-3 8 0,1 0-62,2-5 1,2-2 99,-4 12-1402,13-4-3255,15-30 4661,5 2 0,-2-15 0,-4-2 0</inkml:trace>
  <inkml:trace contextRef="#ctx0" brushRef="#br0" timeOffset="63446">6599 15094 21847,'-38'-8'754,"1"0"0,-20-12-558,71-2-6,13-5-67,1 11 0,4 2 29,28-4-460,1 4 431,-5 22 11,-17 8 23,5 16 33,-9 13-16,-12 12-104,-15-23 0,-4 1-207,-2 2 1,-3 2 175,-2 2 1,-1-1-24,-1 0 1,0 0-20,0-1 1,0 1-43,2 1 0,1-2-39,2 13-784,12 9 134,-2-43-2453,14 4 3187,-2-22 0,-7 0 0,-1-3 0</inkml:trace>
  <inkml:trace contextRef="#ctx0" brushRef="#br0" timeOffset="64071">6643 15418 15104,'-6'3'4772,"1"-2"-3232,5-1-974,3 3-134,26-12-217,1-1 1,4-1-166,-4 0 1,1-1-223,17-7 0,1-1 225,-17 6 0,-1 2-28,8-4 1,0 1-10,-6 2 1,-2 3-11,19-5 16,-25 8 1,-22 11-1,-28 11-11,-6 2-5,3-1 0,-2 0-1,3-1 1,-2 0 8,-15 8 0,-2 1-463,9-4 0,0 0 457,3-2 1,0-1 41,-16 10 472,18-11-427,-1-1-39,14-6-45,9-6-11,11-3 17,11-8 955,15-8-972,21-9 17,-17 9 0,3-2-562,12-3 1,-1 0 552,-14 7 0,0 0 9,9-4 0,-4 2 5,-6 3 197,-3 2-118,-21 9-101,-12 5 11,-34 19-6,11-6 1,-2 2 0,-3 2 2,3-2 0,0 1 6,1-1 0,0 0 3,-2 1 0,3-2 5,-5 3 1067,16-9-1133,8-6-7,8-4 23,8 0-235,19-11-202,12-6 96,6-5-253,-16 6 0,0-3-1574,-1-1 1,0-1 2195,1-3 0,-2 1 0,12-11 0,-19 12 0</inkml:trace>
  <inkml:trace contextRef="#ctx0" brushRef="#br0" timeOffset="64388">6666 15158 22957,'-7'-36'411,"0"-1"1,-4-20-205,52 49 73,11 11-89,6 8-365,-23-1 0,0 4 269,-6 1 1,-1 5 20,2 7 0,-3 4-7,-8-2 0,-3 0-58,-2 2 0,-3-1 27,-8 20 17,-12-14 0,-3 0-67,-5 11-11,-5 4 0,-1-1-764,-1 2 736,9-22 0,3 0-3,2 16-1991,18-23-7826,9 4 8600,2-17 0,-3-6 1,-11-4-1</inkml:trace>
  <inkml:trace contextRef="#ctx0" brushRef="#br0" timeOffset="65635">24010 3681 23265,'-31'-43'1086,"11"2"-990,30 31-46,10-4-16,10 7-18,7 3-4,5 12-12,3 8 5,0 13 3,-20-4 1,-2 1-9,6 11 0,-13-6 0,-4 0-17,-5 12-22,0 14-101,-2-2-196,1-4-358,4-4-432,0-5-443,0-8-979,-4-5-3412,-7-8 5960,-5-8 0,1-5 0,0-6 0</inkml:trace>
  <inkml:trace contextRef="#ctx0" brushRef="#br0" timeOffset="65868">24070 4027 23730,'13'-33'214,"0"-1"1,1 2 0,4 6-30,22 12-17,9-1-40,1 1-38,-3 2-17,-10 3-51,-13 4-128,-12 2-471,-7 3-1737,-6 0 2314,-2 1 0,0 0 0,0 1 0</inkml:trace>
  <inkml:trace contextRef="#ctx0" brushRef="#br0" timeOffset="67701">24503 3344 22615,'-32'-37'2235,"5"7"-1815,20 25-268,2 2 55,2 2-39,2 1-140,10 5-11,0 1 33,23 16-22,6 7-11,-11-6 0,1 3-614,1 4 0,-1 1 594,-5-5 0,-2 3-6,7 18 1,-5 3-15,-10-13 1,-2 1-73,4 17 0,-3 3-398,-7-8 0,-5 0-3014,-6 5 1,-3 0 3506,0-5 0,-2-3 0,1-13 0,1-5 0,-6 6 0</inkml:trace>
  <inkml:trace contextRef="#ctx0" brushRef="#br0" timeOffset="71006">25510 3506 13709,'-3'-8'5024,"1"2"-4082,2 6 1281,0 0-2061,29-23 164,-26 26 15,12-5-139,-43 40-160,8-14 0,-2 2-255,-2 3 0,-2-1-17,-1 2 0,1-1-372,0-1 0,0 0-701,3-2 1,0 0 1302,-18 22 0,20-23 0,5-5 0</inkml:trace>
  <inkml:trace contextRef="#ctx0" brushRef="#br0" timeOffset="71222">25009 3646 22795,'33'-3'199,"1"0"1,4 5 0,-2 4-116,17 27-734,-18-12 0,2 2 625,2 0 0,1 1-121,0 0 1,1 0-486,-2 0 1,0-1 630,0 0 0,-3-2 0,4 3 0,-8-6 0</inkml:trace>
  <inkml:trace contextRef="#ctx0" brushRef="#br0" timeOffset="74675">5330 7565 8466,'-55'0'1721,"0"0"1,8 0 0,6 0-1302,4 0 448,10 0-27,8 1 111,-1 0 5,4-1-190,6 1-727,5 0-124,4 1 61,1-1 79,4 5 17,4 2 151,19 6-157,-3-4 57,30 1 11,3-6-60,-1-3 1,2 0-549,-16-1 1,1 0 534,1 0 1,3-1-1,1 1 17,-3-1 1,0 1 0,-2-1 19,11 0 1,3 1-69,-11-1 1,5 0 0,0 0 0,-4 0 17,15-1 1,-3 0-36,-12 1 0,2-1 0,2 1 22,7-2 1,1 0 0,-3 0-2,5 0 1,-2 1-435,-12 0 0,1-1 0,-1 1 351,15 0 1,-4 0 2,-16 1 0,1 0 126,15-1 1,1 0-12,-13 1 0,-2-1 30,2 0 1,-3 0 45,5-1 106,1-1 136,-9-2-262,-7 2 201,6-2 724,-25 3-937,3-1 1363,-13 2-1307,-3 1-594,-1-2-3049,0 0 3473,1-1 0,-1 1 0,1 0 0</inkml:trace>
  <inkml:trace contextRef="#ctx0" brushRef="#br0" timeOffset="76984">19996 5426 20711,'-6'1'509,"5"1"-145,6 4 123,6 1 18,5-1-298,0-3 320,14-4-202,-8-4 61,9-4 34,-12-6-101,-7-3-128,-5-4-74,-6-4-22,-4-3 1,-3 3-57,-1 7 57,-6 3-74,3 9-11,-9 1-16,-1 11-12,1 3 11,-18 24 1,8 0-13,-10 17 7,13-3-6,10 3 12,8-2-23,14-2 16,3-11-10,25 5 0,-1-18 33,20 3 17,-1-15 0,6-10 5,-12-4-2,-9-6 1,-1-4 24,15-14-343,-15 6 1,0-3 319,-7 1 1,-3-1-6,15-18 22,-12 10 1,-2-1 44,8-15-39,-11 13 0,0 0 11,-8 6 1,-1 2 7,-1-1 1,-1 2-31,8-25 140,-7 7-12,-6 8-44,-4 9-11,-7 9-68,-1 7-39,0 7 621,-1 4-671,1 8 164,-6 9-114,-5 13 1,-4 12-18,-3 7-11,1 8 0,8-19 1,1-1 10,-4 14 3,5-14 0,3-1 20,2 5-39,1 8 11,7-8 5,4-3-16,4-6 5,2-4 11,-2-5 17,-1-6-16,-5-5-12,-1-3 51,-1-4-23,-1-1 22,-1-1-38,2 0-6,-2 0 22,0 2-11,0-2 0,0 0-6,4 1-5,-1 1 17,2 0-12,4 2 6,-1-3 6,7 0-6,3-1 11,7-5 0,5-2 11,3-7 6,5-8 23,-9 0-29,-3-2 12,-6-4-1,-6 4 18,1-6 27,-6 1 6,-4 3-17,-5 3-11,-3 4 12,-3 1-52,0 6 24,1-1-29,3 8 17,0-3-39,1 6-96,1-2 62,0 7 34,0 7 6,0 8 16,3 8-17,3 5-11,3 3-5,8 8 22,-4-14-11,10 10-40,-5-14-77,3 6-74,-8 1-78,-11-2-207,-15 0-471,-14-2-1322,-10-6-5948,-2-9 8228,8-6 0,14-6 0,9-1 0</inkml:trace>
  <inkml:trace contextRef="#ctx0" brushRef="#br0" timeOffset="77384">21127 5460 17507,'6'-4'5215,"-1"1"-4482,-5 3-117,0 0-481,4 0 83,4 3-16,8-1-29,7 2 68,9-2-134,-9-1 246,9-5-241,-21 0 84,6-8-28,-7-3-11,-2-7 0,-2-1 100,-7-3-162,-2 10 29,-8 1-52,0 11-27,-5 1-22,-5 8-1,6 1 23,-7 12-34,9 3-11,-1 8-6,4 4-167,12 14-398,12-5 5,5 0-1854,22-4 2420,5-8 0,-15-9 0,0-5 0</inkml:trace>
  <inkml:trace contextRef="#ctx0" brushRef="#br0" timeOffset="77850">21618 5589 25405,'21'-33'168,"0"-1"0,12-13-151,-31 55-12,1 13 12,6 3-62,11 18-196,3-3-476,7 7-890,-2-11-2123,-5-6 3730,-6-5 0,-8-12 0,-5-4 0</inkml:trace>
  <inkml:trace contextRef="#ctx0" brushRef="#br0" timeOffset="78217">22015 5273 17076,'-1'-5'4788,"1"2"-3930,0 3-617,-61-13-152,41 14-14,-16 0 1,3 6-20,25 15 0,0 12-5,10-7-18,2-8 51,7 1 129,4-8 140,-2-3 84,3-3-84,-6-12-62,-1-5-16,0-9-23,-3-4-34,-2-2-22,-4 1-78,-4 4-85,1 8-10,-4 4-180,1 7-123,1 2-381,0 11-672,3 9-1446,7 9 52,1-2 2727,8 3 0,-8-19 0,0 0 0</inkml:trace>
  <inkml:trace contextRef="#ctx0" brushRef="#br0" timeOffset="78441">22392 5369 25651,'-45'27'3,"0"0"1,4 1 0,7 8 1,21 1 1,7 7 0,0-1-1363,-3 3 0,-1 0 0,1-1 1295,-2 12 1,-2 4-346,1-12 1,0 4 0,-2 0 0,1-3-1105,0-1 1,0-3 0,-1 3 1510,-3 3 0,-1 6 0,0-2 0,2-8 0,0 0 0,1-6 0,0-6 0,0 0 0</inkml:trace>
  <inkml:trace contextRef="#ctx0" brushRef="#br0" timeOffset="78658">21761 6686 14572,'-1'-62'2727,"0"1"1,2 2 0,2 3-2160,2 7 1,2 1-928,3 3 0,4 2 544,3 0 0,4 3-51,5 0 0,3 2-53,6 0 1,2 3-26,5 1 0,1 3-864,3 1 1,0 2 832,-11 7 0,1 0 34,15-5 0,0 2 141,-19 9 0,0 1-158,12-6 0,-1 1-25,-12 5 0,-3 2-17,6-2-118,-7 2-560,-21 9-1156,-2 1 1834,-3 1 0,-1 1 0,1 0 0</inkml:trace>
  <inkml:trace contextRef="#ctx0" brushRef="#br0" timeOffset="79758">22823 5278 19652,'17'-43'1133,"1"0"1,-2 4-1,-2 7-377,-3 11-168,-1 7-269,-2 0-78,-4 11 208,-3 13 27,-4 17-179,-6 23-208,1-14 1,-2 2-23,-2 7 0,-1 3-24,2-5 0,-2 2 0,2-2-257,-1 3 0,1 1 225,-2 16 1,3-2-24,10-24 1,4-1-84,5 6 0,6-2-205,7-4 1,9-5-3762,23-1 0,5-7 4061,-11-8 0,-1-2 0,-1-3 0,-4-3 0,-6-5 0</inkml:trace>
  <inkml:trace contextRef="#ctx0" brushRef="#br0" timeOffset="82004">23539 5258 22195,'24'-34'980,"-4"7"-840,-22 27 107,-1 3 66,-7 2-55,-7 5-56,-11 3-113,0-2 202,-27 5-67,11-7 62,-18 0 6,20-6-29,11-5-45,13 0-50,10 0-67,4 0-213,3 2 123,1 6-5,2 5 5,1 10 0,2 6-16,1 4 10,2-1-5,-1-1 17,1 1-6,-4-12 1,-1 2-1,-3-13 39,1 1 191,0-6-101,-1 1 101,3-5-135,3-4-95,4-6-11,9-6 6,4-2-23,4 4 12,1 4-12,-1 6-6,3 8 7,4 7-1,2 8-6,1 3-38,-4 4-23,-5 0-23,-8 1-38,-9-1-62,-14 1-247,-15-2-706,-18-2-1781,-13-6 2093,-9-7 0,26-5 0,4-3 0</inkml:trace>
  <inkml:trace contextRef="#ctx0" brushRef="#br0" timeOffset="82263">23665 5209 24105,'50'-33'143,"0"1"1,-8 3 0,-6 6-138,-7 13-185,-10 5-415,1 2-1081,-5 3-5976,-5 7 6803,-3 0 0,-5 0 0,0-3 0</inkml:trace>
  <inkml:trace contextRef="#ctx0" brushRef="#br0" timeOffset="82597">24393 5118 20604,'0'-5'3294,"0"2"-2113,0 3-906,-44 46-101,9-12-330,4-3 1,-1 2 211,4-8 0,0-2 22,-15 13-16,-5 5-29,13-9 122,18-7-121,10-11 66,14-3-16,10-8-39,16 0-45,13-2-117,12-1-337,4-3-230,-30 0 1,1 0-5084,27-8 5767,-10 0 0,-21 3 0,-14 3 0</inkml:trace>
  <inkml:trace contextRef="#ctx0" brushRef="#br0" timeOffset="82954">24672 5058 26413,'22'-27'57,"-1"0"1,6 1 0,-2 8-63,-6 16 27,29 7-16,-25 1-6,24 15 5,-13 9-2,-9 1 0,-1 2 3,7 17-294,-14-18 0,-5 3 252,-6 3 0,-4 0-96,-1 0 0,-3 1-150,1 7 1,-2-1-439,-2-7 0,0-5-685,-2 4-6241,1-5 7646,1-17 0,1-4 0,2-7 0</inkml:trace>
  <inkml:trace contextRef="#ctx0" brushRef="#br0" timeOffset="83220">24803 5367 24643,'52'-34'435,"-1"0"0,1 3 0,-7 7-345,-15 15 66,3 3-32,-21 4-40,1 0-62,-6 1 12,3-2-169,-2 2-722,4-2-5427,-2 0 6284,-2 0 0,-4 1 0,-1 1 0</inkml:trace>
  <inkml:trace contextRef="#ctx0" brushRef="#br0" timeOffset="83764">25343 5027 22302,'-13'-49'1124,"0"-1"0,2 5 0,4 8-727,10 17-240,1 8-135,1 7-10,-1 6 83,15 23-17,9 13-39,-4-4 1,1 3-128,3 4 1,1 3 122,-5-4 1,2 2-1,-2-2-281,1 2 1,0 1 262,6 15 0,-3-3 5,-8-6-25,-12-2 0,-8 0-56,-11-14 1,-6 0-526,-10 14 1,-8 0-2694,-2-13 0,-6-2 0,3-3 2388,0 1 0,0-2 1,-5 1-1,8-5 1,22-14-1</inkml:trace>
  <inkml:trace contextRef="#ctx0" brushRef="#br0" timeOffset="86514">8174 7526 18347,'-35'-10'1826,"7"2"-1798,28 8 56,2 0 157,6 1 246,22 7-185,12 0-156,7 1-260,-15-4 0,1-1 245,-2-1 1,2 0-42,12 1 0,2 0-382,3 0 1,1 0 327,5 0 1,-1 0-26,-10-1 0,1 1 5,2-1 1,4 1 0,-3-1-742,7 1 1,0-1 727,-2 1 1,3-1 0,-2 0 3,-10 0 1,0-1-1,-1 1 0,0-2 1,-1 1 0,0-1-11,19 1 0,-4-1 6,-13 0 0,-2 0 2,10-1 1,-3 0-62,10 0 61,-19 0 1,-2-1-6,17-3-22,-2-2-29,-2-1 435,-3 0-367,-9 2 610,-13 2-548,-15 2 1604,-14 1-1711,-14 0 121,-16-1-93,-17 0 6,-15-2-243,25 2 0,-2-1 212,-4 1 0,-1 0-491,-5 0 0,-2 1 510,-5-1 1,-2 1 6,16 0 1,-1 0 0,-1 1 3,-15-1 1,-2 1 0,3 0 2,-5 0 1,0-1-4,3 1 1,-4 0 0,4 0 5,-2-2 0,0-1-479,12 1 1,-2-1 0,0 0 493,3 0 0,1 0 0,1-1-4,4 0 1,0 0-1,2 0-118,-16-1 0,2 0 166,8 1 0,0 1-9,5 0 1,1 1-17,4 0 0,0 0-6,2 3 0,1 1 0,2-1 1,0 2 10,-24 5 316,10 1-327,16-4 792,14-2-831,10-2 1661,12 1-1571,13 2 432,20 3-472,3-3 1,3-1-313,-11-1 1,2 1 279,3-2 1,5 0 0,0 0 3,1-1 0,1 1 1,-2-2-683,13 2 1,2-1 662,-1-1 1,4 1 0,-2-1 3,-14-1 1,-2 0-1,3 0-644,12-1 0,4 0 0,0 0 625,-15 0 1,0-1 0,1 1 0,0-1-3,0 0 0,1 0 0,-1 0 0,0 0-9,14-1 1,-1 1 0,-1-1 1,-5 1 0,-1 0 1,-2 0-219,-6 0 1,-1 0-1,-3 0 205,12-1 1,-4 0 59,-9 1 1,-3 0-71,19-2 925,-20 3-954,-17 2 2017,-11 1-1955,-10 1 1045,-12 2-1011,-13 0-1,-22 1-11,13-4 1,-2 0-187,-11 1 1,-4-1 174,-9 0 0,-4 0-722,16 0 0,-2 0 0,0 0 739,-3 1 0,-1 0 0,-1-1-1,-1 1 1,0 0 0,0-1-392,2 1 0,0 0 1,1-1 394,2 0 1,0 0-1,2 0-2,2 0 1,2 0 0,0 0 6,-17 0 1,2-1-1,6 1 0,2 0-70,6-1 1,3 0 58,6 0 0,3 0 458,-21 1-467,26-1 1875,11 1-1891,17 0 1659,8 1-1576,15 1-27,25-1-28,-11-2 0,3 1-248,10-2 1,3 0 196,9 0 1,2 0-546,-18 1 0,2-1 0,0 0 213,3 1 0,0-1 0,1 1-893,2 0 1,0 0-1,-1 1 1259,-5-1 0,-1 1 0,-3-1 0,2 0 0,-5 1 0,6 0 0</inkml:trace>
  <inkml:trace contextRef="#ctx0" brushRef="#br0" timeOffset="87571">11846 7500 16947,'-43'2'1219,"0"1"0,2-1 0,11 0-844,26-2-246,1 0 297,13 2-90,10 0-27,23 2-197,0-1-134,-6-2 0,5 0 134,16 0 0,5-1-1129,-18 0 1,1-1-1,1 1 1022,0-1 1,0 1 0,3-1-2,-5-1 0,3 0 0,1-1 1,0 0-497,4 0 0,1-1 0,0 0 0,0 0 489,0 1 0,0-1 0,1 0 1,-1 0 2,2-1 0,2 1 0,-3-1 0,-5 1-6,10-1 0,-7 0-16,-16 2 1,-4 0 60,14-1 113,-36 2-197,-19 2 34,-53 3 11,20 0 0,-4-1 40,2 1 0,-3 0 0,2 1-40,-9 0 0,-1-1 11,7 1 1,-2-1-1,-2 0 268,-6 2 1,-2-1 0,2 0-277,9 0 1,3-1 0,-6 1 14,-8 1 0,-7 0 0,-1 0 1,7 0-452,9-1 0,4 0 0,-4 0 455,-1 0 1,-4 1-1,1-1 1,4 1-7,7-2 1,2 1 0,-1 0-434,-11 1 1,-3 0 0,8-1 472,12-1 0,2 1 53,-23 0 0,5 1 835,26-2-944,4-1 872,28-2-776,45 0-82,-18 0 0,4-2 319,21 0 1,5 0-331,-17 0 1,2-1 0,0 1 172,5-1 1,2 0 0,-2 1-174,-9 0 1,-1-1 0,3 1-4,4 0 0,4 0 0,0 0 0,-2 1-246,-1-1 1,-1-1 0,2 1 235,1 0 0,4 0 1,0-1-1,-2 1-9,5-1 1,-1 1-1,-2-1 4,-3 0 0,-1 0 0,-3 0 4,7 1 0,-4-1-12,-2 0 1,-6 0 22,-1 0 62,-7 0 699,-28 2-744,-48 3-11,-11 3-1,7-1 1,-4 0-38,0 2 0,0-1 32,6 0 0,-2 0 11,-6 1 0,-5 0 1,1 0 51,11-1 0,2-1 1,-2 0-46,-17 3 1,-3-1 0,3 0 10,11-1 1,4-1 0,1-1-117,-11 2 0,5-1 140,14-1 0,6-1-2,-2-1 22,30-1 2256,10-3-2183,26-7-90,1 0 0,3 0-51,-8 1 1,2 1 104,11-2 0,5-1 0,-2 2-158,0 0 1,-1 2-51,8-2 0,2 1 98,-9 4 0,1 1 0,-7 1 0,3 0 0,-4 1 0,-1 1 0</inkml:trace>
  <inkml:trace contextRef="#ctx0" brushRef="#br0" timeOffset="94017">10567 13650 19406,'-8'-45'1015,"0"1"1,0 4 0,3 7-282,7 16-230,-1 7-275,1 5-234,-1 4 72,-1 13 22,0 9-27,-1 22-28,-2 10-313,0 9 287,2-30 1,0 0 2,0 0 0,0 0 45,-1 27 23,-3-7 5,-3-8 33,0-14 292,0-12-247,4-10 40,0-12-168,-1-13 0,-1-15-23,-2-20 3,5 21 0,2-3 11,-1-3 1,1-1-12,0-1 0,1 0-3,1 2 0,0 0 6,0 5 0,0 1 22,1-20 290,0 17-363,-1 15-11,0 10-22,-1 12 73,5 12-1,1 17 6,5 16 17,1 13-31,-6-29 1,0 1-123,1-1 1,-1-2 124,4 15-28,3 2 62,-8-28 162,1 4 224,-4-20-386,-8-31 22,-1-4-28,-6-29-51,4 0 34,5 23 1,2 1 242,-1-12-243,2-6 50,1 35-66,0 6-34,0 6-57,0 15 96,1 1-11,4 18-11,2 7 5,3 16-39,2 5-300,-4-20 1,1 1-251,2 11-1466,7 15-2605,-9-27 4677,-1 0 0,-3-14 0,-4-11 0</inkml:trace>
  <inkml:trace contextRef="#ctx0" brushRef="#br0" timeOffset="94817">10243 13826 11995,'-4'-3'8604,"1"0"-5742,3 3-2694,-23-45-134,17 34 38,-11-29-27,24 45 39,12 13 0,2 5-17,8 7 51,16 9-12,0-10-44,2-4-212,5-14 279,-6-9 17,12-7-17,-3-6 44,2-14-38,-15 4-74,-8-1 57,-12 8-34,-12 7 23,-2 1-46,-4 3 229,-3 3-262,-1 0 22,-2 5 40,-2 2-56,-1 4 61,-17 12-78,8-8 16,-26 17-5,-1-8-11,4-7 0,-1-1-105,5-4 0,1-2 116,-4 0 0,2-2 11,-1-4 23,7-8-1,9-9-27,-1-6-6,-3-11-17,8 7-3305,-8-18 3299,12 20 174,-10-21-145,13 25-23,0-3 23,4 11-57,3 6-10,1 0 3363,0 3-3352,3 4 22,9 9-11,3 6 16,8 11 1,-5-6 16,13 15-16,-5-12-1,15 10 12,-1-17 0,4-6 0,-8-9 11,11-8 28,-2-13-28,-7 0 22,-11-3 1,-3-3 27,1-10 17,10-13 12,-13 9 33,-3 7 56,-6 8-12,-6 7-111,-3 9 11,-4 2-588,1 3-722,-1 6-4381,5 4 5607,1 6 0,0-5 0,-2-3 0</inkml:trace>
  <inkml:trace contextRef="#ctx0" brushRef="#br0" timeOffset="98270">9775 13743 7772,'-3'-10'5618,"1"2"-4923,2 8 1573,0 0-1999,-9-8 78,3 4-123,-14-7-95,3 9-67,-2 0 111,-10 2 46,-3 0 52,-3 0 1,-1 0-160,-9 0-12,8 1 1,0-1 73,-1 1-112,0-1 95,-10-4-73,14 0-11,-16-5 56,5 0-286,-6 2 269,9 1 145,-15 1-55,24 3 0,-1-1-88,-1 1 1,-2-1-6,-7 0 0,1 0-2,-13-1-23,25 2 0,-2-1 5,-1 0 1,1 0-40,-22-1-14,8 1 1,0 2-9,-15 4-1320,14 0 1,0 1 1291,15 0 0,-1 1 5,-9 3 1,-3 1-269,-2 0 1,-2 1 279,0 0 0,1-1-9,2 0 1,1-1 24,-3 0 1,2 0-195,14-3 1,0 0 179,-5 1 1,-2 0 13,3-1 1,1 0 50,-24 2-39,12-2 0,-1 0-12,7-2 1,-1 0-12,-8 0 1,1 0-12,17-2 0,1 0 20,-16-1 0,1 1 25,-15-1 11,12-1 1,2-1-40,-3 1 73,-11-5 2279,27 3-2268,-7-3 1029,0 0-1034,2-1 16,-10-1-101,16 1 12,-15-2-17,24 6 602,-26-5-558,5 1-44,-1-1 22,-4 2-22,28 3 56,-19-2-23,16 3 12,-8-1-23,11 2-11,7 1-5,4 0-18,5 0-66,4 0-387,2 0 33,3 2-638,5 4 140,0 0-4184,18 6 5097,-3-5 0,-2 0 0,-6-4 0</inkml:trace>
  <inkml:trace contextRef="#ctx0" brushRef="#br0" timeOffset="98987">6475 13542 15816,'-3'-49'1295,"1"-1"1,1 8 0,-2 8-703,-5 20-156,3 8-168,-2 1-168,1 3-118,1 2-6,-3 6 23,-3 6 0,-4 9 12,-4 5-12,-1 4 11,-3 0 0,0-2 6,1-3 22,2-5 6,3-5 56,3-4 89,3-5 56,4-2-5,1-4-134,4 0 173,-2-2-100,1-2-40,-3-3 0,1-2-6,0 1-28,0 1-33,1 3-45,2 2-17,1 1-172,0 1 274,0 6 23,1 0 3,-1 7 1,-1 4 13,-1 6-11,-1 6-15,-1 5-30,-1 2-62,-1-2-12,1-3 3,0-5 14,0-6 7,2-6-20,1-4 230,2-6-11,-2 2 28,1 3-67,-1 8-16,-2 5 2,2 2-30,0 0-4,2-4-417,1-6 24,0-5-34,0-5 119,0-3-31,6-1-57,6-1-146,13 0-856,11 0-3103,11-1 3752,-3 1 1,-14 0 0,-14 1-1</inkml:trace>
  <inkml:trace contextRef="#ctx0" brushRef="#br0" timeOffset="114896">11466 14954 7027,'-11'0'6598,"2"0"-5366,9 0-722,0 0 62,-33-5-819,28 3 186,-17-6 162,45 1 22,13-1-50,8 1-29,5 3-4,-5 1-74,-7 5 73,-14 3 286,-11 4 95,-12 4-95,-11 3-196,-3-2 173,-26 11-89,3-6-96,9-6 1,-2 1 184,-22 7 40,4-2-67,10-5-135,13-5-140,14-5 45,7-3 341,15 0-178,7-4-68,17-3-56,9-5-51,-7 1 29,22-7-29,-22 7 7,14-4-7,-22 7 6,-10 3 34,-10 1 28,-6 2-23,-6 1-50,-9 3-5,-13 5 5,-18 5 11,-14 4-6,25-7 1,-2-1 8,2 0 0,0 0 132,-28 6-118,25-7-6,10-2-50,21-6-11,4 0 78,9-2 11,14-3-33,21-5-11,17-4-26,-24 5 1,0 0-451,1 1 1,-1-1 453,21-4-237,-23 7 1,-3-1 246,0 1 112,4 0 152,-26 4-107,-12 2-168,-13 0 855,-19 3-844,-22 4-8,19-2 0,-2 1 5,-4 0 1,-2 2 5,2-2 1,0 0 78,6-1 1,3 0-14,-14 0-165,23-3-94,17-1-89,17-2-673,16-4 930,27-3 0,-21 2 0,7 0 0</inkml:trace>
  <inkml:trace contextRef="#ctx0" brushRef="#br0" timeOffset="115837">16370 15069 9593,'-6'1'2775,"-24"2"0,-8 0-7012,-18 5 4421,12-3 1,0 0 103,7 1 1,4-1 1478,-7 1-1526,-1 0 585,18-4-770,17-1 95,11-3 62,16-1-107,11-4-33,18-3 17,9-1-40,-20 4 1,0 0-17,23-3 3380,-6 1-3346,-20 2 72,-20 4 16,-1 0 572,-10 1-593,-6 0-197,-9 0 57,-11 1 21,-16 0 1,-15 2 2,20 1 1,-1 0 14,-3 2 0,-1 0 2,-8 3 0,2 0-36,-13 2-44,-5 4-91,43-7 34,2 2 163,14-4 56,11 0-51,11-2 0,13-1-17,13-5-25,-12 0 1,2-1-15,15-3-1674,-4 0 1,-2 0 1690,-6 2-9,-4 0 1,-1-1 53,0-1 73,-7 2-107,-11 2-145,-20 3 5,-4 3-235,-16 3-678,-5 6-8817,-19 7 8904,18-5 0,2-1 1,23-9-1</inkml:trace>
  <inkml:trace contextRef="#ctx0" brushRef="#br0" timeOffset="116730">11409 15106 9162,'45'-32'-215,"-1"0"0,-9 3 0,-5 8 781,-7 19 991,-21 7-616,-13 3-482,-14 6-61,-13 1 134,-9 0 342,-4-1 156,3-4-217,8-2-511,13-4 432,2 0-533,15-2 85,-6 1-521,11-2 128,1 0 455,20 0-231,-3-1 57,41-4-118,-10-2-54,-11 1 1,0 0-8,12-2-34,8 0-57,-26 6 124,4-2 45,-22 4 78,-19 4-83,-16 4 16,-19 5-23,1-2 182,8-3 1,2-2 558,-4 0-63,-6 1-487,32-8-235,14-3-23,17-6-610,28-7-572,-5 4 1188,-10 4 0,-1 1 0,-11 4 0,-1 0 0</inkml:trace>
  <inkml:trace contextRef="#ctx0" brushRef="#br0" timeOffset="125175">21844 7092 8013,'7'-7'9483,"-1"2"-7388,-6 5 357,0 0-1712,9-47-219,-12 30-190,3-36-107,-19 44-68,-8 3-27,-10 8-28,-8 9-11,-5 9-46,0 8-38,10 3-12,14 1 1,14-3-1,11-7 29,21 4 5,10-11 11,20 6-28,4-6-8,-22-6 0,0 0-3,9 3 0,1 5 11,-31-6 22,-7 5 7,-21 2-7,-20 4-22,9-10 1,-4 0-4,-15 3 0,-2-2-285,14-3 1,0-1 251,-14 1 0,2-1-137,-2-5-449,0-3-100,20-6-2622,14-10 3333,16-9 0,-1 9 0,5-1 0</inkml:trace>
  <inkml:trace contextRef="#ctx0" brushRef="#br0" timeOffset="125435">22119 6781 14986,'0'-4'7389,"1"0"-4981,-1 4-2358,4-27 6,-3 34-34,3-21 18,-2 70-35,3-4-5,-2-13 0,1 3-3,0-6 1,0 0-12,0-1 0,1 0-73,-1-3 0,0 0-563,6 23-946,1-9-2263,2-9 3859,1-8 0,-6-15 0,-1-5 0</inkml:trace>
  <inkml:trace contextRef="#ctx0" brushRef="#br0" timeOffset="126451">22186 7181 22946,'-13'-30'89,"-1"0"1,7-21-68,54 41-10,12-1-455,-27 5 0,0 0 445,1 0 1,-1 0 295,26-7-270,-10 1 17,-14 0 177,-12 1-77,-9 0 79,-7 2 39,-3 1 440,-5 1-507,-4 3-39,-8 1-40,-6 5-16,-7 8-23,-4 8-44,2 9-23,6 4 0,10 4-11,9-3 23,13-4-1,8-5 1,3-8 49,17-5-21,-9-10 10,11-6 23,-11-8 12,-4-7-29,-9 4 157,-1-13-151,-9 14 218,1-19 6,-5 20 22,0-5-72,-2 12-118,1 4-101,-1 3-34,-4 14 17,0 13-5,-1 0 11,2 14-12,6-15 6,6 6-16,7-6 5,7-3 0,6-9-11,3-5 27,1-6 1,-2-7 11,-2-7 11,-6-7 1,-4-7 10,-7-4-28,-3-6-10,-4 8 27,2-12-17,-2 18 12,3-7 5,0 14-17,2 3 6,2 5-11,2 3-6,1 5-11,1 8-16,1 7 21,1 8-5,1 7 0,2 1 6,2-1-12,1-4 12,1-4-1,-1-7-16,-1-4 22,-1-7 6,0-5 11,0-9 6,2-8 11,-2-14 11,-1-12-12,-2-14-369,-10 22 0,0 0 339,-1-3 0,-1 0 17,0 0 0,-2 0 8,0 5 0,-2 2 101,-3-21 79,-4 16-46,-4 12-72,1 11-56,2 7 655,3 6-666,-1 8-12,1 10-22,0 16-5,4 14-12,10 12 6,-2-25 0,3 0-9,4 0 0,3 0-614,1 0 1,0-2 454,14 17-552,-11-18 1,-1-2-1107,3 7-7994,7 14 8779,-19-29 1,-5-7 0,-7-13 0</inkml:trace>
  <inkml:trace contextRef="#ctx0" brushRef="#br0" timeOffset="126658">23196 6915 24771,'38'-21'47,"1"0"1,0 0 0,18-10 0,-5 9-211,-11 17-749,9 1-3726,-2 1 4638,-9 1 0,-14 1 0,-11 1 0</inkml:trace>
  <inkml:trace contextRef="#ctx0" brushRef="#br0" timeOffset="126858">23864 6684 21640,'-3'0'2991,"0"0"-2699,3 0-477,58-20-868,-13 13-1549,4-4 0,1 1 2602,9 7 0,-22 3 0,-17 0 0</inkml:trace>
  <inkml:trace contextRef="#ctx0" brushRef="#br0" timeOffset="127091">23960 6902 19557,'49'-18'69,"1"-1"0,-5 2 1,-4 3 2211,6 2-2343,-14 4-448,-4 2-213,-19 4-5915,-6 4 6638,-7 0 0,1-1 0,-2 1 0</inkml:trace>
  <inkml:trace contextRef="#ctx0" brushRef="#br0" timeOffset="128741">24946 6490 22520,'8'-22'930,"-2"3"-785,-8 20-33,-6 1 118,-16 5-62,-6 0-78,-5 1 94,-4-3 18,11-3 50,-3 0 129,5-4-140,11-1-45,3-3-106,8 4-12,2 0 73,2 2-162,0 9 17,0-2 5,-1 18-22,0 10 0,0 4 27,0 9 18,1-7-34,0-11 11,0 3 6,0-10-23,0 3 12,0-11 95,0-4-6,0-9 202,0-1 28,3-6-253,5-6-32,8-9 4,9-5-27,6-3-11,11 0-6,-12 10 5,1 2-10,-5 14 5,-4 5 5,10 8 1,-10 4-28,9 17 5,-13-6-11,4 12-45,-13-8-50,-6-3 28,-6-7-633,-18 6-449,-6-12-1108,-19 3-3557,0-12 5842,5-9 0,17 2 0,11-2 0</inkml:trace>
  <inkml:trace contextRef="#ctx0" brushRef="#br0" timeOffset="129025">24935 6416 16062,'8'-7'5651,"-1"2"-5152,20-6 0,6 1-102,-8 2-64,16-5 1,2-1 595,3 3-346,0 0-84,3-2-63,-16 3-88,-7 1-80,-9 4-161,-6 1 100,-6 3-257,-4 0-550,-10 4-655,0 0 1255,-21 8 0,18-6 0,-7 3 0</inkml:trace>
  <inkml:trace contextRef="#ctx0" brushRef="#br0" timeOffset="135767">14882 8001 9526,'6'-1'9101,"-1"0"-5634,-5 1-2934,-2-14-214,-5 8-112,-10-10-39,-14 13 22,-13 5 12,-10 6-90,19 0 0,2 2-78,-11 5-29,-4 9 6,32-8 6,3 4-6,10 2 34,11 1-17,8 2-17,11 0 23,7 1-23,4-1 0,4 1-5,1-1-6,-2 0 45,-5-1-12,-9-1 7,-12-2 16,-11-1 0,-17 0 22,-16 0 0,-19 0-58,17-10 0,-1-1-15,-21 3 14,13-7 1,1-2-76,-7-10-436,-8-7-1121,33-11-6554,26-6 7319,9 3 0,1 10 0,-3 8 0</inkml:trace>
  <inkml:trace contextRef="#ctx0" brushRef="#br0" timeOffset="136009">15165 7854 24407,'11'38'160,"0"0"0,6 15-166,-8 5 0,-1 0-83,-2-9-7,0-5 1,0 0-985,0 6-2208,2 0 3288,4 10 0,-6-28 0,0-10 0</inkml:trace>
  <inkml:trace contextRef="#ctx0" brushRef="#br0" timeOffset="137018">15185 8380 18352,'-1'-43'1583,"-1"0"1,1 5 0,0 7-1237,1 15-336,6 7 11,9 4-5,4 3 11,16 1-33,2 0-51,11-1 22,3-2 6,-2-1-3353,1-5 3415,-20 3-2084,-2-4 2162,-22 6 201,-2-2-251,-6 5-23,-1 0 101,-8 2 2308,0 3-2196,-7 3 3218,6 3-3425,1 4-34,7-3 45,2 3 28,9-1 17,7 1 45,24-2-124,-9-5 51,21-4 34,-20-8-3320,10-10 3297,-17 2 140,0-19-56,-17 11-84,0-6 50,-9 5 6,-4 6 40,-12-2-91,-3 8-33,-8 3-39,7 9 17,-6 7-23,2 16-11,6-2-6,0 21-16,15-4-1,4-7 1,2 1-112,8 27-250,4-20 0,2-2-41,10 4-113,-2-16 0,2-3 3280,4-7-3826,2-6 0,2-1 597,0-4 112,26-10 459,-25-12 538,9-24 185,-13-2-252,-3-11 0,-15 19 447,-3 1 192,-5 12-898,-1 6 96,-2 5-257,0 11-135,0 2 542,0 9-514,0 12-3353,0 30 3364,0-11-25,0 5 0,-1 2-158,0-14 0,-2 0 144,0 19 0,-2 0-8,1-18 0,-1 0 5,-3 11 0,1-3 20,0-5 5,-5 20 51,9-46 28,-2-6-62,5-24-22,-1-19-17,1-4 11,3-7 0,3-4 528,0 10 0,1-1-536,1-8 0,2-2-3,1 4 0,1 1-386,-3 5 1,-1 2 396,-1 7 0,0 0 9,1-13 1,-1 4 63,1 0-2227,5-11 2182,-3 25 1249,10 0-1260,0 12 937,13 0-954,4 8-5,3 12 53,-7 3-76,5 22 3365,-19 2-3348,1 18-12,-24-2 18,-14 3 134,-5-12-134,-1-13 0,-4-1-90,-10 3-224,-15 5-745,22-21-12,15-6 1065,15-17 0,3 9 0,5-8 0</inkml:trace>
  <inkml:trace contextRef="#ctx0" brushRef="#br0" timeOffset="137241">16524 8210 26620,'45'-20'-1137,"-8"4"-2669,-4 8 0,-1 0 3806,7-1 0,4-2 0,-27 7 0</inkml:trace>
  <inkml:trace contextRef="#ctx0" brushRef="#br0" timeOffset="137601">16900 7967 22363,'-1'-3'2996,"-1"1"-2149,2 2-763,42-65-34,-12 46-1036,4-16 1,2 5 985,3 28 421,20 17-432,-23 8-12,7 7-66,-23 23 55,-23-9 17,-5-11 1,-3 0 16,-8-4 0,-3-2 16,-3 0 1,-2-1-3,2-2 0,0-1 25,-17 14 373,14-10-328,13-12 22,9-8 23,8-5 1004,12-5-1127,19-5-208,24-5-294,-19 4 1,2 0-1712,6-1 0,1 0 1562,-3 1 0,-4 1 0,14-3 0,-24 5 1</inkml:trace>
  <inkml:trace contextRef="#ctx0" brushRef="#br0" timeOffset="138617">14753 8814 9677,'-47'-3'798,"1"0"0,-1 1 0,-17-2 0,6 3-241,25 4 1,3 3-102,-3 1 1,-2 0-466,-6 2 1,-1 1 375,4 0 0,1 0-12,5-1 1,1 1 282,-21 8 128,11-2-447,10-1-81,11-4-59,10-2 471,14-2 252,17-1-356,13-3 0,4-2-406,-7 1 0,3-2-353,10-1 0,6-1 0,1 0 265,-4-1 1,1-1-1,3 0-728,0 0 1,2 0-1,2-1 1,0 0 698,6 0 1,1-1 0,1 0 0,0 0-414,-9 1 0,1 0 0,1 0 1,0 0-1,0-1 394,2 0 1,1 0-1,0 0 1,1 0-1,0 0 0,2-1 1,0 1-1,1-1 1,-1 0 0,1 0-223,-10 2 0,0-1 1,0 0-1,0 0 1,0-1-1,0 1 222,10-2 1,0 0-1,-1 0 1,1 0 0,1 0-101,-7 0 1,1 0 0,1-1 0,-1 1 0,-2 0 0,-3 0 97,5-1 1,-4 1 0,-1 0 0,2-1-1,7-1 1,4 0 0,-3 0 0,-8 1 266,2 1 1,-4 0-279,4 0 1,-4 1 583,-17 2 0,-5 2-1163,-1 1-2689,-31 3 0,-15 2 0</inkml:trace>
  <inkml:trace contextRef="#ctx0" brushRef="#br0" timeOffset="143045">18799 8129 22685,'5'-21'575,"-4"6"-569,-17 20 80,-9 3 35,-11 2 13,-6 0 16,-4-2 9,0-3-26,3-2 85,9-4 12,9-1-40,12 0-89,7 0-62,3 1-128,3 1 50,-1 4 67,-2 6 33,-11 25-61,6-10 6,-8 16 11,4-10-12,-1 2 12,-1 8 39,1-3-39,4-9-12,2-8 63,4-10 178,1-7 595,2-3-696,5-9-122,0 1 44,21-20-6,2 7-61,21-10-11,2 12-22,7 4-430,4 7 457,-30 7 1,0 2-37,7 5 0,-2 4-31,22 12 17,-9 6-79,-20 3-16,-20-3-67,-11 9-102,-21 0-223,-21-3 27,16-18 1,-2-1-390,-1-2 1,-1-2-3476,-26 5 4380,12-8 0,20-6 0,13-3 0</inkml:trace>
  <inkml:trace contextRef="#ctx0" brushRef="#br0" timeOffset="143338">18636 8161 14465,'6'-5'2487,"-1"2"-678,-5 3-710,0 0-8,81-47-811,-47 30-285,22-12 0,2 1 448,-11 14-85,10 0-134,-7 5 17,-14 4-185,-8 3-56,-15 2-11,-5 2 28,-7 1-17,0 3-191,-1 5-560,1-2 751,4 7 0,-3-11 0,4 3 0</inkml:trace>
  <inkml:trace contextRef="#ctx0" brushRef="#br0" timeOffset="143729">19636 8102 23539,'-32'33'387,"10"-11"-303,-11 7 0,-4 1-5610,-12 6 5562,19-14 1,0 0 86,-21 12 1392,14-6-1493,8-3 877,9-2-843,17-10-11,6-5 117,20 2-106,8-6-50,26 1-40,-25-5 1,0-1-46,24-1-58,-21-2 0,1-1 2360,23-6-3517,-22 3 0,0-1 643,4-1 0,-3 0 0,3-1 0,-5 0 0</inkml:trace>
  <inkml:trace contextRef="#ctx0" brushRef="#br0" timeOffset="143980">20196 8109 21775,'59'-18'-299,"-1"0"0,-4 1 1,-5 5-509,2 14-408,-12 7-970,-13 7-6620,-15 8 5623,-9-3 3397,-8 3 0,1-15 0,-1 0 0</inkml:trace>
  <inkml:trace contextRef="#ctx0" brushRef="#br0" timeOffset="144146">20329 8333 11536,'-4'4'8419,"0"-1"-4751,4-3-3460,-32 20-186,33-18-33,-13 12-135,50-25-268,12-1 5,-4 2-1202,-10 3 1,0 1 1610,17-3 0,-4 0 0,-20 4 0</inkml:trace>
  <inkml:trace contextRef="#ctx0" brushRef="#br0" timeOffset="144863">21173 8248 8002,'5'-3'8155,"-1"1"-4867,-4 2-2280,62-70-837,-40 38 246,14-12 1,-4 1 394,-24 15 49,-5 3-480,-7 4 7,-7 4-243,-10 3-21,-11 6-7,-18 7-111,12 5 394,-18 9-389,20 6-16,-8 9 5,6 5-34,7 4 23,10 1-6,11 0 17,16-4 28,17-4-28,19-6 0,-2-10 8,-6-8 1,1-3-9,13-8 42,-15 0 0,0-2 75,12-14 57,-8-8-56,-12 4 297,-2-13-12,-13 15-17,0-6-128,-7 16-191,-3 7-123,0 6 56,-1 10 90,-3 12-23,-2 18-11,-3 17-464,4-22 1,0 0 426,0 4 1,0 1-1,1 0 1,0 0-189,0-1 1,1-1 179,0-3 1,1-1 5,0 23-17,1-14-45,1-15-358,2-13 403,10-14 0,-8-2 0,9-3 0</inkml:trace>
  <inkml:trace contextRef="#ctx0" brushRef="#br0" timeOffset="147672">22197 8406 18008,'-14'-55'1862,"-1"0"1,3 6 0,3 6-1380,6 9-185,3 13-380,0 12-42,0 10 136,6 13 10,3 14-221,6 17 229,2 12-27,-9-26 1,1 0 8,10 28 38,3-8 73,6-14 163,8-16 67,11-15-527,-16-12 1,3-3 271,9-7 0,1-3-56,-6 1 1,3-3 13,7-6 0,6-5 0,-3 2-1092,-10 6 1,-2 0 0,1 0 1051,7-5 1,2-1 0,0 0 31,5-2 1,0 0 0,-5 3-199,-3 2 0,-2 1 163,-6 4 0,2-1 0,-5 2-19,17-9-33,-28 14-342,-13 11-409,-10 15 165,0 3 625,-6 26 0,4-25 0,-3 12 0</inkml:trace>
  <inkml:trace contextRef="#ctx0" brushRef="#br0" timeOffset="165230">17915 9368 16679,'-1'-5'5442,"-1"2"-4860,2 3-335,3-37-207,0 36 226,3-18-127,-1 52-92,-2 11-68,-1 7 161,-6 2 34,-1-3-103,-5-8 234,0-12 98,2-13 308,3-8-407,2-7-95,3-3 57,-3-26-237,3-3-52,0-28-41,7 4 61,6 0-26,5 6 1,0 11-44,0 12 55,-1 12 34,3 9-23,5 10-5,5 8 22,4 10-11,1 8-11,0 3 16,-4 2 1,-4-4 11,-7-5-12,-6-9 63,-7-9 156,-3-6-28,0-8-124,3-8-66,1-3 22,14-21-11,-3 10-23,9-10-5,-5 14 0,-2 9 11,0 6-11,4 7 27,5 8-10,3 9-17,3 6 0,1 4-23,-1 1 12,-2-3 5,0-4 22,-4-8 51,-3-6 17,-5-11 6,-2-8-12,-4-11 50,0-12-89,-6 10 45,1-10 11,-7 17-11,1 0-45,-3 8-50,0 5-130,-1 7 152,4 6 6,5 9-23,3 2-33,22 32-12,-15-25-81,0 2 1,2 0-687,5 0-1406,8 2 2235,2-10 0,-16-10 0,-4-6 0</inkml:trace>
  <inkml:trace contextRef="#ctx0" brushRef="#br0" timeOffset="165414">19079 9191 15782,'-7'-4'5388,"2"1"-4576,5 3-1137,0 0-123,-24-15-806,34 22-1838,-8-6 3092,46 33 0,-20-15 0,0 1 0</inkml:trace>
  <inkml:trace contextRef="#ctx0" brushRef="#br0" timeOffset="165871">19657 9309 15877,'0'-3'5153,"0"1"-2873,0 2-1810,-70-25-173,30 27-583,-8-11 0,-1 5 387,1 31-34,6 6 165,7 6-227,14 2-10,9 0 10,16-4-5,10-3 0,10-8 34,8-11 581,4-9-520,1-15-11,-7-2 215,-6-19 1,-3-7-87,-1-16-602,-3 6 0,-2-2 501,-8-6 12,-2 5 212,-4 13 5,-1 5-55,-4 2 27,-2 11-262,1 10-68,1 6-28,2 5 1008,0 9-974,1 9-12,2 12 12,7 12-28,7 8-67,9 5-26,-9-27 0,1 0-294,4 6 1,0-1-200,-3-5 1,-1-2-468,12 24-3927,-7-15 5019,-8-19 0,-3-3 0,-3-9 0</inkml:trace>
  <inkml:trace contextRef="#ctx0" brushRef="#br0" timeOffset="166095">20193 9266 24206,'45'-30'-473,"0"1"1,-6 3 0,0 7 178,0 17 0,-1 6-645,-5 0 1,-2 1-2417,8 7-3148,-1 7 5440,-16-2 0,-13-6 1,-7-4-1</inkml:trace>
  <inkml:trace contextRef="#ctx0" brushRef="#br0" timeOffset="166279">20405 9369 20929,'-40'13'982,"0"-1"0,2 0 0,15-4-802,31-8-102,16-3-72,5 0-82,6-2 0,3 0-265,21-5 206,-23 5 1,0-1-908,0 0 0,-3-1-5293,3-2 6335,7-2 0,-29 4 0,-8 5 0</inkml:trace>
  <inkml:trace contextRef="#ctx0" brushRef="#br0" timeOffset="166905">19596 9166 23030,'-10'-47'670,"0"1"0,0 3 0,3 8-446,5 16 331,-1-1-370,3 11-168,-1 0-73,1 6 33,0 5 18,0 8-1,0 1-11,7 37 29,1-10-12,-1-6 0,2 1 5,5 14 18,2-5-23,-2-8-12,-3-8 46,-3-10 117,-3-8 219,-4-5-73,0-6-219,-3-7-39,-3-12-33,-1 0 39,-7-17 27,-2-8-4,2 1-29,2 2-3330,5 14 3291,3 20-174,1-1-145,1 16-1317,3 14-8195,1 15 7753,0-2 1,-1-7-1,-1-18 1</inkml:trace>
  <inkml:trace contextRef="#ctx0" brushRef="#br0" timeOffset="169330">21587 9159 11038,'-4'0'5338,"1"0"-387,3 0-4403,-26-18-65,35 3 15,-5-17-111,49 8-225,-3 4 28,-12 9 1,-1 2-74,10 1-44,14 3-6,-23 16-16,-3 11 16,-2 14 17,1 11-67,-18-19 0,-1 1-23,0 2 0,-1 1 0,0 2 1,-2 0-236,1 0 1,-2 0 133,1-1 1,-1-1-56,6 16-328,-5-16 0,-2-2-115,1-2-4285,5 22 17,-12-34 4058,0 4 1,-4-15-1,0-2 1</inkml:trace>
  <inkml:trace contextRef="#ctx0" brushRef="#br0" timeOffset="169587">21770 9474 13866,'-3'-2'6145,"1"0"-3524,2 2-2218,88-42-2537,-28 25 2233,-18 0 0,5-2 0,-3 4 41,-4 6 0,-3 4 326,-4-2 0,-2 1-303,18-3-113,-20 4 381,-11 3-599,-13 1-454,-2 1-492,-3 1 1443,-3 5 0,3-4 0,-3 4 0</inkml:trace>
  <inkml:trace contextRef="#ctx0" brushRef="#br0" timeOffset="181037">15231 10207 23954,'3'-59'-79,"-2"25"141,-1 48-34,0 38-179,-1-5-62,0 10-686,2-19 0,0-2-697,2 2 1596,2-3 0,1-2 0,-1-14 0,3 4 0</inkml:trace>
  <inkml:trace contextRef="#ctx0" brushRef="#br0" timeOffset="181437">15460 9981 12707,'-1'-7'7192,"1"1"-6212,0 6 566,0 0-1512,-45-13 5,29 29-45,-31-13-22,42 40 0,8-8-11,8 6 39,9-6 179,25-6 129,-12-14 224,11-10 370,-18-23-281,-9-6-88,-5-13-320,-7 8 106,-12-8-67,-5 7 73,-24-15-286,13 21 6,-18-1-56,26 21-68,-7 1-83,9 7-404,1 17-202,9 8-1920,19 30 694,0-19-2922,4-9 1,0-3 3283,0-3 0,0-1 0,-14-18 1</inkml:trace>
  <inkml:trace contextRef="#ctx0" brushRef="#br0" timeOffset="181655">16074 10066 23310,'-50'-10'54,"0"-1"0,4 7 1,8 10-50,14 39 14,12-8 1,2 4-40,4 11 1,3 3-71,-1 4 1,1 2-528,3-10 1,1 1 0,0 0 39,1-2 1,0-1-1,0-1-568,1 13 0,-1 1-1247,-2-6 1,0 4-1,-1-5 2163,-2 6 0,-1-5 1,2-4-1,-1-4 1,-2 4-1</inkml:trace>
  <inkml:trace contextRef="#ctx0" brushRef="#br0" timeOffset="181845">15513 11357 14652,'5'-60'1515,"-1"1"1,1 0 0,2 4 0,1 1 0,2 5-1236,3-2 0,5 3 58,3 10 0,3-1 0,-1 5-240,-5 8 0,2 1 38,9-7 0,5-3 1,-3 3-1382,0 6 1,-2 2 1280,6-5 1,1 0 61,5-1 0,-3 4 877,1-2-969,0 1 0,0 1-91,-1 4 272,11-6-1335,-21 17-3159,-10 7 4307,-8 6 0,-5 0 0,-3 1 0</inkml:trace>
  <inkml:trace contextRef="#ctx0" brushRef="#br0" timeOffset="182141">16511 10045 26122,'-16'31'610,"-4"25"-549,11-20 1,1 2-1228,-2 11 1,1 1 1148,0 1 1,3 0-29,3-3 0,5-2-1,5-5 1,7-2-297,5-5 1,5-4-712,7-6 0,4-4-3863,3-4 1,-1-5 4348,18 2 0,-19-9 0,-26-4 0</inkml:trace>
  <inkml:trace contextRef="#ctx0" brushRef="#br0" timeOffset="184850">13798 14898 8646,'7'-5'5131,"-2"1"-2628,-5 4 1144,0 0-2443,-17 0-628,10-1-200,-13 1-163,8-1-118,0 2 146,-13 4 11,-5 2-33,-8 4-12,-2 1-202,14-5-49,8-1-91,14-6 79,6 0 191,12 0-57,8-1-56,8-2-5,16-4-11,-3 0-34,17-2 11,-14 4-33,-4 2-51,-20 4 95,-12 2 17,-5 1 73,-21 8-11,-9 3 6,-24 6-12,5-5 98,5-6 0,1-3 3,-1 1 115,4-4 0,3 0 14,13-2-124,-1-2-128,17 0-84,7-5 16,1 0-10,27-13 38,6 2-10,10-4-6,8 4-1,-8 6 7,-10 3-51,3 2 33,-30 5 1,2 0-45,-9 0 22,-3 2-123,1 0-2027,2 4-3009,0-3 5204,5 2 0,-6-3 0,2-1 0</inkml:trace>
  <inkml:trace contextRef="#ctx0" brushRef="#br0" timeOffset="185875">17316 10418 17304,'0'-4'5239,"0"0"-2873,0 4-1874,-17-27-715,7 27 621,-21-10-212,6 42-150,-8 13-168,-1 6 45,8 1-86,10-3-170,20-6 381,18-5-356,22-10-84,-13-17 0,4-3 357,4-2 1,3-3 66,0-3 0,1-2 14,-4-1 1,-1-2 75,20-10 95,-20 0 1,-18-3-80,-12 0-88,-11-2-18,-9-2 602,-10 0-618,-10-2-1,2 5 6,2 5 1,-1 1 33,-17-8-3,13 7 0,0-2 109,-16-10 17,12 0-33,14 3-57,11 1-33,10 1-17,10-2-34,11-1 29,12 0-1,11 4-16,4 8-12,-1 8 34,4 21-17,-19-1-11,4 26 28,-21 0-28,-2 2-8,-8-7 0,-3 0-48,-5 13-31,2-14 0,-1 0-81,-3 4-863,6 9-823,13-23-4951,14 2 6805,4-17 0,-8-9 0,-8-2 0</inkml:trace>
  <inkml:trace contextRef="#ctx0" brushRef="#br0" timeOffset="186116">17958 10401 18700,'-3'0'5142,"0"1"-4599,3-1-554,12-3-124,21-4-290,24-3-21,-18 4 1,1-1-827,2 3 0,-2 0-870,-1 1 0,-2 1 2142,16 3 0,-23-1 0,-16 3 0</inkml:trace>
  <inkml:trace contextRef="#ctx0" brushRef="#br0" timeOffset="186325">18088 10698 25214,'2'-5'-163,"43"-11"79,-12 6 0,4-1-772,16-3 1,-3 0 429,-5 3-1829,-5 1 1,0 0 2254,1 0 0,2-1 0,-27 7 0</inkml:trace>
  <inkml:trace contextRef="#ctx0" brushRef="#br0" timeOffset="186559">18805 10373 20711,'-3'0'2520,"1"0"-1881,2 0-645,55-15-5,-29 8-20,14-3 0,2 1-103,0 4-336,11 0-718,-3 3-8643,5 0 8537,-22 2 0,-5 0 1,-23 0-1</inkml:trace>
  <inkml:trace contextRef="#ctx0" brushRef="#br0" timeOffset="186777">18926 10620 17613,'-7'1'4044,"2"0"-2946,5-1 470,0 0-1215,-8 8-269,15-9-22,10 2-34,26-10 0,16-5-73,-22 7 0,-2 0-61,12-3-2374,-13 3 0,-2 2 547,-6 0 1571,24-3 0,-36 5 1,6-1-1</inkml:trace>
  <inkml:trace contextRef="#ctx0" brushRef="#br0" timeOffset="187142">19706 10284 18941,'-4'-1'4660,"1"1"-1876,3 0-2661,-12-18 0,21 7-72,-10-11 94,41 5-61,-6 8-22,16-1-40,-6 7-11,1 10-11,-9 0 23,16 23-18,-27-9 9,0 9 0,-2 4-8,-3 17-12,-9-21 1,-1 2-1,-5 7 1,-3 0-57,-4 13-11,1 10-302,-1-28 0,0-3-1278,2 10-3163,5 12 4816,2-24 0,0-14 0,-2-9 0</inkml:trace>
  <inkml:trace contextRef="#ctx0" brushRef="#br0" timeOffset="187399">19812 10646 26262,'46'-29'61,"1"-1"1,-3 2-1,-1 6-111,18 10-12,-12 5-226,-12 3 0,0 1-127,0 0-1305,1 0 0,-1 1-2195,-10-1 3915,12-1 0,-30 2 0,-2 0 0</inkml:trace>
  <inkml:trace contextRef="#ctx0" brushRef="#br0" timeOffset="187691">20528 10094 22021,'-3'-4'5053,"1"1"-4101,2 3-964,-9-19 18,8 18 67,1-7-51,11 23 0,10 9 1,3 4-12,-3-2 0,-1 0-148,6 5 0,0 3 145,5 13 0,-4 2-576,-9-14 0,-2 0 545,5 7 1,-5 3-188,-11 10 0,-9 0-302,-8-14 0,-5 0-1178,0-2 0,-2 2 0,-3-3 1690,-9 4 0,0-5 0,-12 9 0,18-23 0</inkml:trace>
  <inkml:trace contextRef="#ctx0" brushRef="#br0" timeOffset="191712">22023 10175 21943,'0'-3'2498,"0"1"-1843,0 2-100,-46 36-426,22-13-731,-14 11 0,-3 3 636,13-8 0,0 0-32,-9 9 1,-3 2-84,-1 1 0,0 1-264,0 0 0,2-1-769,1-1 0,2-1-2681,4-3 0,2-2 3249,6-7 0,3-4 0,-3 6 1,13-17-1</inkml:trace>
  <inkml:trace contextRef="#ctx0" brushRef="#br0" timeOffset="191921">21352 10429 18078,'0'-8'4442,"0"2"-3355,0 6 133,0 0-822,32-33-117,7 39-203,-2-12 0,3 3-42,0 21 1,1 7-20,14 5 0,0 0-422,-16-9 1,-1 0 216,17 8 0,-2-2-389,-4-1 577,-2-1 0,-2 0 0,-15-9 0,18 13 0</inkml:trace>
  <inkml:trace contextRef="#ctx0" brushRef="#br0" timeOffset="194778">15363 12070 13855,'-3'0'5377,"1"0"-2588,2 0-2598,-10 9 308,7 4-376,-8 2 73,12 2 33,3-5 197,7 3-247,-3-6 527,11-2-465,-10-7 117,12-7-94,-3-8-29,8-11 6,-2-9 61,-1-16-106,-10 5-5,-3-8-23,-10 13-84,-2 11 84,-5-5-107,-1 18 12,-2-4-39,3 15-68,-2 6 34,-4 13-3375,-1 2 3369,-6 11-175,-10 23 181,5 0-3,10-20 0,2 2-53,-2 31 0,14 1 28,7-2 28,6-5-22,26-13 33,-13-26 17,33 7-28,-8-20 8,-8-7 1,2-3-219,-8-1 1,1-4 203,4-4 0,-2-5 31,-9 0 1,-5-3 2851,12-15-2858,-17 11 1,-2-4 8,-2-4 0,0-1-20,-3 7 1,0-2 41,6-19 1,-1-1 16,-1-4-31,-5 17 1,-1 0 147,2-20 120,-6 24-164,-3 2-17,-3 23-72,-1 2 10,0 4-94,-1 2 643,-1 2-638,-10 15 325,-4 8-303,-11 19-27,6-5 24,7-5 1,2 0 58,2 4-56,2-3 1,1 2-3426,6 22 3420,2-11-176,5-11 0,2-2 170,4-7-22,28 19 22,-6-30-11,18 0 39,-3-18 45,1-12-50,-11-3-1,-12-3 1,-1-2 27,7-10 3213,6-7-3184,-12-2-23,-15 14-6,2-5 46,-9-4-51,-3 16 632,0-22-542,-1 21-68,-1-3 86,0 11-136,-1 9 0,1 0 0,0 4-7,0 12 14,1-2-7,7 31 0,1-7-13,4 9-20,4 15-12,-7-13-3,-4-11 1,-2-1-9,0 12-213,-19 15-123,-4-24-336,-17 10-605,3-25-896,3-12 649,11-10 1580,10-26 0,7 17 0,4-15 0</inkml:trace>
  <inkml:trace contextRef="#ctx0" brushRef="#br0" timeOffset="195171">16727 11892 19283,'-7'6'3282,"1"-2"-2408,6-4 850,0 0-1533,-6 36 28,11-21-102,-6 25 264,34-28-297,-16-8 95,24-4-16,-18-10 16,4-7-84,-8-1 168,1-19-179,-13 17 342,3-31-336,-11 33 66,-4-12-77,-7 22-62,-2 3 16,-21 5-16,5 9-11,-13 5-6,12 8 0,7 5-12,9 7-32,8 5-180,9 7-773,12 4-4112,14 2 5109,3-7 0,-9-17 0,-8-13 0</inkml:trace>
  <inkml:trace contextRef="#ctx0" brushRef="#br0" timeOffset="195637">17401 12107 23551,'13'-44'726,"0"1"0,-2 3 1,-2 11-627,-6 23-111,-3 8 11,0 8 17,-1 3-39,-1 32-174,1-1-233,-1-11 0,1 1-2556,9 24 2985,9-3 0,-5-25 0,3-9 0</inkml:trace>
  <inkml:trace contextRef="#ctx0" brushRef="#br0" timeOffset="196022">17740 11794 17972,'0'-7'4912,"0"2"-4341,0 5-106,0 0-364,-54-9-51,35 22-22,-38-1 6,50 22 0,11-1 44,6-5 79,9-7 302,8-9-241,-6-9 214,5-11-12,-11-11 146,0-21-443,-7 9 118,-4-18-129,-7 26 129,-9-14-135,-2 18-95,-5-1-56,3 13-27,1 10-46,0 8-151,3 11-341,2 10-684,9 10-1602,12 7-6935,8 2 8407,0-15 1,-5-12 0,-10-18 0</inkml:trace>
  <inkml:trace contextRef="#ctx0" brushRef="#br0" timeOffset="196471">18252 11770 26071,'-20'42'111,"0"1"0,0 0 0,1 0 0,1 0 0,4 0-100,3 14 0,5 0-1408,0 2 1,3 1 1197,4 2 1,2 0-165,-1-18 1,2 0-1,-1 1-261,0 2 1,1 0 0,-1 1-785,-1-1 1,-1 0-1,-2-1-1558,-4 18 0,-6-4 1387,-3-12 1,-5-6 1471,-3-13 1,-4-7 946,-30-4-655,-3-33 170,30-2 1,1-5 837,1-7 0,3-5 1453,2-10 1,3-2-1409,7 14 0,3 0-267,2-11 1,7 2 70,14-8-743,-3 20 1,4 0-76,6 0 0,2 2-25,5-1 0,3 1 54,3-1 1,3 1-47,1 0 0,1 1 17,0 1 1,-1 2-1,-2 2 0,-1 1-37,-4 2 1,-2 1 137,19-10-34,-12 6-78,-11 7-22,-10 3-175,-7 7-16,-5 1-196,-3 3-1234,3 0-8401,3 2 9555,-1-1 1,1 1 0,-4-2 0</inkml:trace>
  <inkml:trace contextRef="#ctx0" brushRef="#br0" timeOffset="197011">18870 11832 23086,'6'-47'1150,"0"1"0,-1 5 0,-2 10-1016,-5 24-117,-1 9 39,-6 10 84,-16 35-76,10-17 1,0 4-506,-6 15 1,1 4 473,4-1 1,3 2-23,1 2 1,5-1-24,5-3 1,7 0-244,13 3 1,9-4-1105,3-11 1,5-4 1358,7 0 0,-1-6 0,8-2 0,-20-16 0</inkml:trace>
  <inkml:trace contextRef="#ctx0" brushRef="#br0" timeOffset="201128">19582 11864 23511,'-25'10'342,"4"1"-230,3 17 0,1 7-6,-10 20-616,9-15 0,0 1 515,7-6 1,1-2 11,1 26 0,19-10-12,4-18 57,37-4-34,-21-19 90,9-3 1,2-5-29,6-10-34,-13 1 0,-2-3 326,11-15-203,-14-5-5,-13-5-51,-12 0-84,-9 6 7,-32-8-35,9 21 8,-11 1 1,-3 2 8,-11 1 89,15 5 1,2-2-62,-11-5 129,15-5-168,14 3 5,11-21 12,16 9-23,12-16-5,15 14 27,7 6-10,2 10-12,0 8-17,-2 10 1,-2 9-6,-2 11 5,-2 12-11,-6 10-16,-8 9 10,-11 6-238,-10-27 1,-4 0-373,-2 2 0,-2-2-776,-1 0 1,-2-2 1408,-10 27 0,8-27 0,2-9 0</inkml:trace>
  <inkml:trace contextRef="#ctx0" brushRef="#br0" timeOffset="201470">20508 11727 24872,'-30'34'157,"0"-1"0,0 0 0,-1 0-121,4-5 1,1 0-6,-1 0 0,2-1-20,2-2 0,3-1 6,-10 18-6,13-9 11,11-8 62,14-6 23,11-5-12,17-5-39,14-4-34,10-3-16,-28-3 0,0-1-174,31-1-1048,-4-3-2760,-3 0 3976,-13 1 0,-17 2 0,-12 1 0</inkml:trace>
  <inkml:trace contextRef="#ctx0" brushRef="#br0" timeOffset="201838">21077 11739 25025,'33'-28'122,"-1"0"0,1 0 0,12-11 0,-4 12-50,0 26 175,-8 5-225,14 20 6,-17 8-14,-8-6 0,-2 3 3,-6 2 0,-4 2-301,-1 4 1,-3 2 255,-3 3 0,-2 1-73,-3 2 0,-3-1-235,0 0 0,-2 0-454,0-3 0,0-2-1039,2-4 1,0-2-3045,0 14 4915,2-12 0,3-23 1,-1-2-1</inkml:trace>
  <inkml:trace contextRef="#ctx0" brushRef="#br0" timeOffset="202071">21228 12062 23071,'25'-36'7,"-1"0"1,6 2 0,4 7-36,25 18-45,-22 4 0,1 0-372,-1 1 0,1 0-4471,6-1 1,-2 1 2457,11 0 0,-6-1 1,-39 5-1</inkml:trace>
  <inkml:trace contextRef="#ctx0" brushRef="#br0" timeOffset="202355">21907 11548 26838,'-17'-49'152,"24"25"-136,28 52 7,6 8-7,-17-10 1,-2 2-296,-5-1 1,0 2 286,5 18 1,-1 3-1561,-7-5 0,-3 0 1549,1-1 0,-5 0-62,-7-2 1,-6-1-611,-4-6 0,-4-1-3143,-9 12 1,-3-1 3817,-1-5 0,-1-5 0,-11 13 0,14-23 0</inkml:trace>
  <inkml:trace contextRef="#ctx0" brushRef="#br0" timeOffset="203039">23223 11605 18016,'1'-4'5215,"0"1"-4134,-1 3-857,-22 11-50,-6 13-149,2-5 0,-2 3-415,1 5 0,-1 2 392,1 2 1,0 2-96,0 0 1,1 2-348,2 1 1,1 0-1250,1 1 1,2-1 1088,-2 4 1,3-4 0,-2 6 0,4-7 0</inkml:trace>
  <inkml:trace contextRef="#ctx0" brushRef="#br0" timeOffset="203321">22703 11705 22908,'38'1'392,"-1"0"0,2 2 0,0 6-269,-2 10 1,0 5-24,1 1 1,0 0-505,-1 2 0,-1 1 449,-2 0 0,-2-1 472,14 15-497,-17-14 0,-1 0-20,8 6-71,-11-10 1,2 0-1632,15 8 1702,6-6 0,-22-12 0,-2-4 0</inkml:trace>
  <inkml:trace contextRef="#ctx0" brushRef="#br0" timeOffset="207930">4651 4917 11200,'1'-6'5453,"-1"1"-2470,0 5-2202,-26-21-939,9 15 270,-25-14-140,13 26 419,-19 11-171,13-2 39,-11 7 88,-10 7-84,6-3 60,14-6 1,-2-1 59,3 0 0,2-2 449,-17 8-373,7-3-51,19-12-88,14-6-112,2 0-135,6-3-130,2-1-278,2 5-390,3 4 0,0 8 202,1 17 61,-3 5 64,-1 19 16,-2-11-27,0-12 0,0 2 547,1-3 0,-1 3 134,0 5 0,-1 4 0,0-3-19,0 4 1,-1 2 14,-1 9 0,-2 8 0,0-9-1018,0-14 1,0-1 908,-2 9 1,-1 7 0,-1-5 31,1-1 0,-1-2-385,-2 11 0,2 2 346,1-7 1,1-2-22,2-2 1,1-2-33,2-1 0,1 0-274,-1-2 1,1 1 222,0-2 0,0 2-53,0 9 1,-1-3-90,1-17 1,0 0 84,1 19 0,-1-3-156,0-10 131,1-6 0,0 0 488,0 8-450,0-12 0,0 0-14,0 23 146,0 7-47,0-12 1653,0-11-1645,1 7 18,0 4-213,2-1 969,-1-4-818,3-8 688,-1-9-823,4 11 33,-2 0 100,0 14-87,-2-3-674,-5-18 1,-1-1 646,-2 13-318,-7 15 219,3-13 143,1 9-1,2 4-34,9-12-54,-1-5 20,5 0 35,2 7-15,-3-9 67,0-5 0,-1 0-67,1 4 7,5 18-16,-5-24-1906,4 9 1919,-6-23 209,6 27-112,-7-28 7,2 12 133,9 22-156,-8-30 5,17 30 1,-4-41-40,14 1 0,-1-7-1210,8-7 1,1-4-8436,5-3 9662,-7 1 0,-4-1 0,-14 2 0,-9 2 0</inkml:trace>
  <inkml:trace contextRef="#ctx0" brushRef="#br0" timeOffset="211322">16037 13335 22021,'-17'11'667,"4"6"-521,14 18-45,6-1 50,8-2 28,10-7 11,7-8 40,5-8 11,1-11 22,-1-9-11,-4-9 129,-4-18-280,-12 9 39,-5-19-17,-13 12-11,-4-7 12,-5 3 4,-5 7-27,-3 9-17,-4 8-45,-5 8-33,-5 11 11,-17 18-17,15-2 0,-14 23-17,26-4-5,0 13 10,12 6-5,16-21 1,4-2 10,7 15-226,5-16 0,5-4-44,24 4-77,-6-13 1,1-2 228,-13-6 1,0-3-163,22-2 1,-1-6 134,2-14 13,-22 6 1,-2-2 137,16-24 45,-16 0 61,3-10 34,-7 0 11,-8 2 68,-5 6 55,-6 9 333,-4 8-450,-3 9-225,-2 6 91,0 16 278,-3 21-301,1-5-17,-2 13 23,3-15-12,0-1 6,1 3 11,3-7 1,3-8 10,1-7 45,23-21-44,-4-4 16,21-19 0,-22 15 0,0 0 84,15-15-50,-14 14 1,-2 1-24,1 1-11,6 1-44,-20 16 10,7 2-22,-7 10-11,6 12-28,-3 5-79,2 11 7,-5-9-438,9 8-548,1-6-618,10 6-771,6-7-622,6-9 761,5-10 1647,2-9 992,0-8 609,-5-8 1508,-1-11-1423,-17 6 1714,7-18-1966,-23 20 437,5-18 123,-12 7-975,-3 6 309,-15-8-477,1 22 152,-20-3-1,1 11-55,-22 11-163,9 5-50,-3 11-23,23-4 6,5 8-16,12-3 4,5 11 1,7-13-11,14 2-12,21-18 12,6-7 16,3-6 45,4-21 108,-20-10-52,1 0 129,-15-19 67,-14 8-140,-2-4 92,-2 9 1,0 1-42,-2-2 83,0 4 1,-2 1 33,-3 12-95,-3-5-151,4 22 6,1 4-74,2 8 12,1 7-17,1 3 11,1 32 6,4-16-17,0 2 0,4 2-17,11 19-317,-4-19 1,1 1 235,1-1 0,3 0-717,5 4 0,1 0-1084,-3-7 1,0-2-2819,-2-2 1,0-3 3920,4 5 0,-17-20 0,-4-3 0</inkml:trace>
  <inkml:trace contextRef="#ctx0" brushRef="#br0" timeOffset="211541">18433 13294 25012,'46'-18'-716,"0"1"0,-1 0 0,-2 1 1,-2 1-1,-2 5 716,-1 7 0,-4 3 0,5-1 0,-9 1 0</inkml:trace>
  <inkml:trace contextRef="#ctx0" brushRef="#br0" timeOffset="211761">18555 13459 26032,'35'-12'148,"1"1"1,22-8-124,-20 9 0,-2 0-14,14-2-11,-10 2-240,-9 4-1643,-9 2 1883,-8 0 0,-8 2 0,-4 1 0</inkml:trace>
  <inkml:trace contextRef="#ctx0" brushRef="#br0" timeOffset="215237">13827 13690 13452,'-2'-62'2783,"1"1"1,-1 6 0,0 7-1630,-1 12-280,1 2-202,-1-4-191,1 12-268,1 11-280,-1 9-17,2 9 101,-1 13 16,1 17-16,0 4-12,0 3 1,-1 3-6,0-10 0,0 1 3,0 15 0,0 0 2,0-11 1,0-2 0,4 27-1,3-13 6,1-17 23,-1-15 370,-2-10-147,-2-13-184,0-12 0,-1-13-34,0-17 0,-2-11-267,-1 25 0,0-1 247,0-2 1,-1-1 11,1 1 0,-1 1 25,0-28 6,3 15-12,1 18-78,0 16-50,-1 11 50,3 12 534,3 10-500,3 16-6,2 14 11,-2 11-17,-6-28 1,-1 1 2,0 0 0,-2 0-8,0 25 11,0-17 17,-3 0-12,2-25 18,-4 2 10,-1-22-16,-2-13-11,0-4-1,-3-34 1,6 21 5,2-6 0,0-2 29,3-4 27,0-16-39,0 26-23,0 15-66,0 10-51,0 8 84,1 13 22,2 9 1,2 15 5,-1-2-12,3 25-4,-2-17-35,4 16-33,1-18-33,1-10-7,0-12 113,-3-8 39,-1-13-5,-4-11 21,-5-16-32,-8-13 4,-6-7 1,-6-5-373,1 0 412,3 0-17,4 2 6,7 3-17,3 5 11,4 10 17,0 11-56,0 12-118,0 9 113,2 30 16,0 7 17,1 28-28,2 2-66,-2-29 0,2-1 66,1 0 0,1-1 6,9 26-12,1-9 1,-3-13 38,-4-11 113,-5-12-51,-4-7 56,-4-22-134,-1 5 522,-6-26-523,-2 2-4,-2-14 10,2 0 17,3 7-39,4 11-33,2 13-96,2 10-6,0 9 85,2 12-73,1 11-247,2 14 40,1-3-768,2 15-2610,7 6 3448,4 5 0,-4-17 0,-4-17 0</inkml:trace>
  <inkml:trace contextRef="#ctx0" brushRef="#br0" timeOffset="215995">13682 13829 22582,'-21'-48'679,"-1"0"1,2 5-1,6 8-292,10 18-169,2 7-207,2 6-61,0 5 50,0 6 33,6 8 7,6 9-24,10 8 7,6 4-6,7 2-23,0 0 17,-2-6 6,-5-5 11,-6-8 23,-6-9 218,3-6-28,11-19-197,-3 4 46,19-21-12,-12 6-10,9-6 21,-7 5 51,-9 8 11,-12 8-44,-8 6-51,-6 4-17,-1 1-45,-7 5 23,-4 3 0,-13 7-6,-5 2 28,-11 2-27,-9 1 4,-6 1 12,19-11 0,1-1-5,-13 3 22,-13-4 5,29-14 17,-5-8-39,6-13 28,-1-20-17,12 12-5,-2-15-12,11 22 6,1-1-11,3 9-62,2 10-16,3 5-29,1 5 68,1 7 22,3 9 33,5 22-27,3 2-23,6 13 17,-3-18 6,9 6 5,4-14 11,25 3 12,0-15-185,-19-12 0,0-4 179,12-7 56,10-14-31,-28 4 0,-1-2-20,1 1 1,-1-1 11,1-5 0,-1 1-3236,5-13 3230,-12 10 45,-5 1 0,-9 12 39,-1 0-190,-3 9-582,-7 7-281,0 6-885,-8 7 1815,-10 20 0,13-20 0,-8 11 0</inkml:trace>
  <inkml:trace contextRef="#ctx0" brushRef="#br0" timeOffset="217353">12738 15008 8903,'-8'3'6649,"1"-1"-5517,7-2 2844,0 0-3309,-33 13-561,24-9 0,-24 9-134,33-13 28,0 0 96,5 0 60,6-1-10,15-4-112,0 1 22,3-2 22,-14 4 466,-7 1-286,-12 1-219,-9 2 17,-30 7-39,7-2-6,1 1 0,1-1-5,-2 2 10,2-1 1,0-1 56,-6 1-28,-5 2 140,14-7-17,19-2-68,-2 0-94,10-1-101,4 0 89,7 0 68,12-4-40,15-3 6,18-7-14,-22 6 0,1-1-456,1 1 0,-1-1 453,15-2 17,-8 2 342,-25 7-236,-3 0 0,-15 2-3220,-13 5 3098,-18 3 496,-18 7-497,17-4 0,0 0-5,-23 7 5,6-2 0,19-7 56,11-4-39,5-1-39,6-1 11,9-3 3337,3 0-3348,12-3 164,9-2-158,20-6 10,11-1-5,8-1 0,-11 4 23,3 1-23,-21 5 33,-4-1 34,-16 3-44,-19 3-1,-16 3-3414,-17 3 3398,1 1-115,7-2 1,0 0 136,-9 1 11,-15 2-11,27-6 11,12-2-39,10-1 3170,6-1-3181,21-3 372,10-3-356,9-2-1693,0 0 1,-1 0 1687,6-1-154,3 0 0,0 0 154,-1 3-77,9-2 82,-30 6 35,-13 1 44,-17 2 3164,-15 5-3225,-24 6-15,14-4 0,-2 2-27,-4 0 1,-1 0 37,1 0 1,2-1 87,-20 3 150,22-5-44,20-5 6,12-2-85,8-3-39,3-2-11,7-2 466,-1 0-528,0 2-22,-1 1-201,4 1-1301,10-1 1502,20-3 0,-21 4 0,7-1 0</inkml:trace>
  <inkml:trace contextRef="#ctx0" brushRef="#br0" timeOffset="221096">14046 15497 17647,'49'-6'284,"0"0"0,0 1 0,10-2 1,4 0 41,-11 3 0,5 1 1,3 0-1,-3-1-1370,-8 2 0,-2-1 0,2 1 0,3-1 1141,5 0 1,5-1-1,1 1 1,1 0-1,-2 0-329,-4 0 0,-1 1 0,0 0 1,0 0-1,1 0 282,1 0 1,1 1-1,0-1 1,-1 0-1,1 0-48,-1 1 1,1 0 0,-1 0 0,0-1-1,0 1 22,-3 0 1,1 0 0,-1 0 0,-1 0 0,0 0-3,10 0 1,-1 0-1,-2 0 1,0-1-11,-6 1 1,0 0-1,-2 0 1,-2 0-187,9 1 1,-2-1-1,-2 0 177,-11 1 1,-2-1 0,-3 1 616,4-1 1,-6 2-486,4-1 2137,-40 0-2244,-37 0-23,0 0 1,-5 0 265,-15 0 0,-6 0-264,10-1 1,-3 1-1,1 1-4,6-1 1,1 0 0,-5 0-12,2 1 0,-6 0 1,-2 1-1,1-1 0,2 1 10,0 0 1,2-1 0,-1 2 0,-3-1-247,5 0 1,-3 0-1,-2 1 1,0 0 0,0-1-1,2 1 248,-4 0 1,2 0-1,0 0 1,0 0 0,0 1-374,-1-1 1,-1 1 0,0 0 0,2 0 0,1-1 372,-1 1 0,3 0 1,0 0-1,-4 0-1,-3 1 0,-4 0 1,0 1-1,2-1 1,7 0-197,3-1 1,6 0-1,-6 1 197,-3 0 1,-9 2-1,-1-1 1,4 0 0,9 0-3,-4-1 1,2 0-7,7 0 0,-6 0 0,1 0 0,8-1 384,6-1 1,5-1-398,-11 1 0,6-1 1821,17-1-1809,33-2 22,30-5 8,-6 3 0,5-2 1016,12-1 0,4 0-1013,-12 2 0,2-1 0,3 1-412,3 0 0,5-1 0,-1 1 0,-2-1 391,0 1 1,-3 0-1,4 0 8,-7 0 1,4 1 0,2-1 0,-1 1 0,-3-1-380,-2 1 1,-2 1 0,0-1 0,2 0 373,-1 1 0,2-1 0,2-1 0,0 1 1,-1 0-4,0 0 1,-1 0 0,1 1 0,0-1 0,-1 0 4,12-1 1,-1 0-1,0 0 1,-1 0 2,-3 0 1,-1 0-1,-1 0 1,0 0-12,-6 0 0,-1 0 0,0 0 1,-2 0-2,8 0 1,-2-1 0,-3 0-321,9 0 0,-5 0 378,-18 2 1,-6-1 870,-1 0-848,-44 2-67,-30 1-12,5 0 1,-5 1 392,-13 1 1,-3 1-397,13-1 0,-2 1 0,-2 0 1,-4 1 1,-2 0 0,-1 1-6,11-1 1,1 1 0,-2 0-1,1 0-28,-3 0 1,0 0-1,-1 1 1,1 0 33,-1 0 0,0 0 1,0 0-1,-2 1 0,4 0 1,-2 1-1,-1-1 1,2 1-1,3-1 1,-10 2 1,4-1 0,-4 2-3,9-2 0,-5 2 1,-1 0-1,3-1 1,8-1-4,-7 2 0,4-1-4,-6 1 0,-4 1 1,8-2 722,-13 2-809,9-2 1,43-5 117,38-9-23,15-1 287,0-1 1,5-2-291,4 0 1,3 0-1,-5 1 0,3-1 0,1 1 0,7-1 0,0 1 0,3 0 26,-14 1 0,2 1 0,0 0 0,1 1-26,2-1 1,1 2 0,1-1 0,0 0-474,1 1 1,1 0 0,0 0 0,0 0 472,0 0 1,1 1 0,0 0 0,0 0-3,-1 1 0,0 0 0,-1 0 0,1 0-6,-4 1 1,1-1-1,-1 1 1,-2 0 5,-2 1 0,-2-1 0,0 1 0,-2 0-193,10 0 0,-2 0 0,-3 1 190,13-1 0,-5 1 257,-15 0 0,-5 0-226,10 1 252,-27 0-185,-16-1 1542,-7 0-1631,-4-5 2666,-5-3-2705,-6-4 1311,-7 0-1278,-3 0 248,-4 0-237,1 1-5,6 1 22,-12-8-28,8 0 33,-21-16-27,20 12 39,-7-8 28,18 15-12,2-2-5,5 7 23,5 3-23,0 3-28,3 1-17,-3-1 6,0 0 22,-4-2-17,-1-1 29,0 1 33,1 2-5,4 1-18,2 2-55,2 1 27,7 8-5,5 3 17,15 11-22,-3-4-1,4 1 0,2 1 18,19 13-805,-4-4 1,2 1 769,-20-11 1,1-1 13,11 8 1,-1-1-743,6 8 757,4 7-12,-15 1 157,-19-9-78,-13-4 50,-15-7-17,-7-5 1398,-14 4-1482,-13 1-45,18-9 1,-1 0 105,-5 1 1,0 1-3453,-2 0 0,1 0 2903,5-2 0,3-1 0,-7 3 0,20-7 0</inkml:trace>
  <inkml:trace contextRef="#ctx0" brushRef="#br0" timeOffset="237562">20069 12978 15518,'0'-4'5495,"0"1"-4357,0 3-696,-72-20-84,31 31-235,-8-11 1,-1 6-60,24 15 1,5 6-259,0 2 1,2 1 212,2 3 1,3 1-6,3 0 0,3 2-3,2-2 0,3 1-8,4-2 0,4-1-12,11 23 37,15-12 6,8-11 72,8-12 62,2-8 101,1-10 89,-4-10 34,-7-7 28,-9-7-22,-11-2 304,-9 0-484,-13 2-19,-5 5-127,-29 1-49,-5 9-18,9 2 1,-2 2-12,3 2 1,0 2-324,-29 5 133,10 4-466,9 6-1842,6 6 2504,9 0 0,11-8 0,8-6 0</inkml:trace>
  <inkml:trace contextRef="#ctx0" brushRef="#br0" timeOffset="277813">11485 15486 22475,'-6'-47'1188,"-1"8"-976,0 35-66,-5 2-79,-1 1 124,-19 6-74,1 3-38,-15 7-12,8 4-28,5 1-28,8-2 12,9-1-7,7-3 1,5 0 11,7 1 17,9 2 45,20 5-62,-5-6-17,26 4 6,-13-8-12,11 4 6,-6-1-11,-12 2 12,-13 0-1,-11-3 34,-14 13-1,-10-5-4,-16 13-24,-11-4 24,-10-2 10,-4-4-1066,0-6 1061,14-8 112,-12-5-73,22-11 6,-10-2 5,18-5 12,6-1-51,8 6 1066,4 0-1089,4 6-128,2 0 67,4 0 28,5 4 17,7 2-17,6 4-17,4 3 23,4-1-6,4 0 0,2-3-6,3-4 17,-1-2 6,1-3-6,-2-5 1,-9 0 10,8-11-28,-15 2 23,7-8 17,-11 2-1,-6 0 23,-5 0 0,-3 2-33,-3 5 44,-6-2-28,-2 7-28,-7-2-27,-3 4 32,-3 4-10,-2-1 11,-1 2 11,3 0-11,1-1 5,4 1 0,1-2 1,0-1-6,-3 0-17,-3-3 22,-1-1 6,-3-2-11,2 0 11,0 2-6,4 0 6,3 2 17,4-2-23,4 4 6,2-3 0,4-3-22,1-2 5,5-6-11,11-6-5,-1 7 5,14-6 5,-5 10 1,9-2-6,4 3-3398,16 1 3387,-15 4-12,19 0 29,-22 6-6,8 0-6,-5 0-5,-6 5 17,-5 2-6,-10 0-11,5 5 3400,-11-4-3395,5 2 17,-7-3 12,-3-1 8,-3-2 238,0-2-208,-6-6-38,-3 0-12,-8-6-17,-6 1 6,-7 1 23,-3 4-23,-4 3 5,-2 4-10,-1 4 5,-2 4-6,-2 5 0,8-1 23,-15 9-3420,9 1 3403,2-2 6,4 2-40,19-10 12,1 5 5,5-2-11,5 1 33,2 3 3382,2-6-3387,5 6 5,3-6-16,7 3 17,6 0-17,17 0 5,-9-5 6,23 0-22,-8-6 16,11 1-22,-4 0-11,-10 5 50,-18-3-28,-8 9 23,-15-2-1,-8 4 7,-15 8-1,-8-4-11,-3-1 5,-7-3 7,3-6-7,-9 0 18,0-4-40,-3-6-202,12-8-279,4-3-5109,15-12 5607,11 4 0,3 1 0,4 6 0</inkml:trace>
  <inkml:trace contextRef="#ctx0" brushRef="#br0" timeOffset="289887">12523 15551 20834,'-13'-18'778,"-2"13"-660,10 13 251,-4 24-172,6-6-51,1 13-68,5-16 169,12 7-74,2-13 29,10 3 50,-2-12 84,2-5-23,-1-10-55,1-8 145,2-19-140,-7-1-145,-4-2 95,-12-1-39,-5 9-3432,-5-7 3309,-1 11 61,-14-3-95,2 13-6,-11-3 0,3 11-22,-3 9 16,7 3-5,-14 20 0,13 3 12,-7 19-18,15-2-5,7-8 3392,7 4-3398,10 1 17,2 1-11,6 6 22,-3-13-11,-2-1 0,-4-11 22,4 7-22,-3-11 6,15 13 5,-9-17-11,10 1 6,-3-12 16,5-2 0,2-3 51,19-8-50,-18-1 49,11-5 29,-20 3-11,-9 2-1,-7 0-27,-3 1-17,-2 2-6,-1 0-28,0 2 23,-4 0-107,1 2-45,-6 0 62,2 2-151,-9 2 129,-1 3 27,-8 2 18,2 1 44,3-2 0,2-2 12,4-2-23,4 0-23,-3-2 18,1-2-7,-5-1 18,-1-2 28,-2-2-18,-4 1-10,6 1 16,-18-1-16,20 4 0,-16-2-1,19 0 12,-1-2-23,3-3 12,2 0 28,3 0-18,1 1-4,2 3-1,2 2-347,1 3-11,4 0-696,4 1 24,4 0 1019,17 2 0,-18-2 0,10 1 0</inkml:trace>
  <inkml:trace contextRef="#ctx0" brushRef="#br0" timeOffset="291428">12557 15714 10606,'-7'7'5568,"1"-2"-3317,6-5 1059,0 0-3125,-5 0 583,4 0-309,9 0-61,4-1 33,20-6-319,-12 2 67,11-9-11,-7 2-22,6-6-40,0-3 34,-3-1 34,-6-3-6,-8-2-11,-6 1-39,-9-1-23,-4 2-16,-9 1-1,-4 3-28,-5 3 1,0 2 5,-1 3-23,1 3-10,2 3-6,-2 4 5,0 4-22,-1 8-6,4 0 40,-8 18-34,10-2 17,-6 17-17,7 1-17,5 5 6,4 0 11,4 0 11,7 6 0,8-10-11,2-4 39,13-8-27,4-8-18,13 1 28,6-5-5,3-7 0,1-7-3364,5-6 3369,-19-3-5,0-1 5,-16 1-16,-2 1 0,-5 0-29,-3 2 29,-8 0 5,-1 0-11,0 0 3907,-3 0-3896,-4-1-11,0 0 6,-9-1-23,-2 1 17,-8 0 6,-6 2 5,-11 3-11,12 0 11,-10-1-5,12-2-12,-7-3 23,1-2-6,-8-5 6,9-2-6,2 2 6,7-2-6,5 2 0,-2-4-5,1-1 11,2-1-17,3 0 0,3 1 22,3 2-11,1 0 1,2 0-1,2 3-11,1 2-39,1 5-118,0 1 157,3 4 5,3 3-5,1 0 12,7 5-18,1-2 23,8 3-12,4-1 18,5-5-1,3-3-16,1-5 22,-2-5-6,-4-4-11,-4-5 12,-3-4 10,-2-3 7,-2-5-7,-4-3 18,-5-7-18,-4 11 68,-5-13-67,-3 23 22,-6-14-23,-2 10 1,-6-3 5,-2 0-5,-3 1-18,6 9 7,-1-2 22,8 10-23,-3-2-16,4 5 5,-1 1-17,1 2 6,-5 2 6,-8 5-6,-7 4 22,-4 7-44,-7 8 22,15-8-6,-3 9-27,17-9 44,-1 6-34,5 5 23,3 2 34,3 15-23,3-3-11,1 0-5,6 2 10,1-7-38,12 15 33,-5-18 22,16 4-5,-3-22 5,16-4 23,4-6-31,-17-11 0,0-1-53,12-1-84,1-6-174,-29 7-2672,-5 0 2969,-2 2 0,-2-1 0,-5 3 0</inkml:trace>
  <inkml:trace contextRef="#ctx0" brushRef="#br0" timeOffset="323213">25934 213 32486,'-14'-31'-5017,"3"7"3017,10 25 2429,0 0-139,0 2-93,0-1 76,-1 2-145,-3 4-1129,-1 4 1555,-2 6 14,0 2-752,0 3-77,0 2-55,0 3-119,2-5-211,-5 15 123,2-10 33,-3 14 25,1-7-5,4-7-95,-2 13 17,6-13-43,-2 14 415,3-8 46,2 1-2,-2 1-3,1 1 6,-2 1 151,-1 3 0,-2 1 6,-1 3-5,0 3-12,1 4 6,2 0-17,1-1 11,4-4 11,2-3 1,3-2-6,2 1-6,0 1 22,0 2-16,1 3 6,1 2 10,1 3-22,2 2-366,-2-12 383,-1-9 0,1 1 5,7 15-16,-5-13 0,1 1-6,-1-6 0,1 0 0,-1 0 1,1 1 7,0 0 1,0-1 10,0 2 1,0-1 5,-1 2 1,1-1-9,0 3 0,0-1-9,0 2 1,-1 0-9,1 1 1,1 1 16,-1 0 0,1 0 8,0 1 1,0 0-358,2 0 1,-1 1 351,1-1 0,-1 1-1,1-1 1,0 0 8,-1 0 1,0 0-12,-2-1 0,1 2-17,-2 0 0,0 0 3,0 2 0,-1 0 5,-1 2 1,0 1-599,0 2 0,0-1 581,-3-11 1,0 2 11,4 21 0,0 0 6,-4-18 0,1 0-9,0-2 0,0 3 1,-1-2 4,3 9 1,-1 0 8,0 0 1,0 0-288,-1 1 1,0-1 277,-1 2 1,-1-1-3,0 0 0,-1 1-3,-1-1 1,0 1 4,-2-1 1,0 0 0,-1 11 0,0-2-17,-2-19 0,1 0 0,0 17 0,-1-1 2,-1-18 1,0 0-9,-1 12 1,0 0 10,1-11 1,-1 1 18,-1-1 1,-1 3-1,0-2-7,0 4 0,-1 0-10,0-3 1,-1 3-1,-1-2 7,-1 11 0,-2-1-3,-2-1 1,-1 1 2,0-1 0,-1 1 2,-2-1 1,0 1 5,-1-2 1,0 1-9,-1-1 0,1 1-9,-1-2 1,0 0-338,1 0 0,-1-1 349,0 0 0,1-1-3,-1 1 0,0-1 87,-1 0 0,1 1-98,0 0 0,-1 0 5,2 0 1,-1 0 110,-1 0 1,1 0-112,0 0 1,-1-1-4,0-1 1,-1 0-1,1-1 1,-1-1-6,0-1 0,0 0 6,1-1 0,-2 1-993,-2 9 1,0-1 991,7-16 1,1-1 8,-6 14 0,1 1 316,8-18 0,1 0-330,-7 18 0,0 2 0,6-18 0,1 0-176,-5 14 0,1-2 182,1-3-18,-4 1 1,0 2 11,4-14 0,0 2 4,-2 3 0,-1 4 0,0-4-2,3-3 1,-1 0 5,-5 14 1,0-1 57,8-16 1,-1 0-59,-2 9 1,-1 1 1218,1-1 0,0 1-1225,-2 8 1,1-1-9,5-15 1,1 0-4,-4 12 1,0 0 8,5-15 0,0 0-222,-3 8 1,0 2 238,0 0 0,-1 1-17,0 0 0,-1 0 11,0 1 0,0 1-8,0 1 0,-1 0 2,0 1 1,0-1 5,-1 1 1,-1 0-10,0-1 1,0 0-6,0 0 1,-1 0-10,-4 12 1,2-1 11,5-18 0,1 0-3,-5 18 1,0-1-7,7-17 1,1-1 10,-3 10 1,0 4 11,-3 11 0,2-2-20,4-18 1,1 0 5,-5 16 0,1 0-6,5-20 1,1-1-4,-2 11 1,-1 1 13,2 0 1,0 0-3,0 0 0,1 1-6,-2 11 0,1-1 3,3-18 0,0-1 0,-2 17 0,0 0 0,2-20 0,1-1 0,-2 10 0,0 3-14,-2 8 0,0 1-6,2-9 1,0 1 8,-2 9 0,1-2 13,2-19 1,1-2 11,-2 9 0,0 1-14,2-9 0,-1 2 11,-3 21 1,0 0-12,2-19 0,0 0-2,-1 4 0,-1 4 0,1-6-3,-5 17 5,1-2 0,-1 3 2,3-21 1,-1 1-5,1 1 0,-2 3 1,1-1 9,-4 15 0,0-1-74,1-3 1,0 0 67,1-3 1,0 1 0,-1 3 0,2 0-3,0-10 0,1 1-8,1-4 1,0 3 0,1-1 5,0-4 0,0-1 0,0 1 4,0 3 0,-1 0 0,0 0-2,1-1 0,-1-1 0,0 0 0,-1 1 0,0-1 0,-1 0-14,-3 11 0,-1 3 5,3-13 1,-1 3-1,0 1 1,1-3 8,0-2 0,1-2 0,-1 3 0,-1 0 0,0 3 0,-2 0 0,1-1-25,-4 9 1,0-2 0,1-1-1,2-8 1,1-1 0,-2 3-337,0 0 1,-1 2 0,-1 1 0,2-4-843,-2 1 1,2-4 0,-2 1 1202,-1 6 0,0-1 0,0-3 0,0 3 0,2-6 0,-5 8 0</inkml:trace>
  <inkml:trace contextRef="#ctx0" brushRef="#br0" timeOffset="325204">26338 716 32767,'14'-43'-216,"1"-1"1,-3 4-1,-2 8 853,-8 16-1651,-7-2-9,1 10-66,-15-8 995,-1 10-173,-15-2-140,-3 8-137,-2 6-253,4 6 626,7 7 503,11 4-80,9 5-678,8 4-208,9 5-33,1-6-162,13 10 236,7 2-64,0-1 13,2 2 178,-16-20 331,-6-3 180,-8-6 0,-3-4 56,-13-1-85,-4-7-4,-7 1-12,-6-5-476,-8-15-735,8-1-149,1-8-1240,22 5 2600,7 3 0,1 7 0,1 1 0</inkml:trace>
  <inkml:trace contextRef="#ctx0" brushRef="#br0" timeOffset="325461">26758 421 23702,'-24'22'78,"10"10"-61,26 25-26,-3-26 1,1 1-824,0 2 1,-1-1 669,6 19-417,-8-15 1,-3-1-1349,-2 11-919,-4-14 1,-2-1 2845,-8 6 0,1-16 0,4-11 0</inkml:trace>
  <inkml:trace contextRef="#ctx0" brushRef="#br0" timeOffset="326469">26633 782 16772,'51'-35'-30,"1"-1"0,-4 4 0,-3 8 1853,8 21-1834,-7 3 844,-11-2-833,-11 2 484,-11 0-434,-7 0 1397,-5 0-1352,-6 4 243,-1 4-24,-8 7-28,1 3-73,0-1-129,4-3-6,5-2 40,4-2 33,9-1 28,7-2-11,9-2-28,5-7 34,2-5 95,-1-8 27,-6-8-32,-7-6-7,-8-5-22,-6-1 12,-8 2-23,-4 5-72,-8 7-29,-1 5-28,-1 8-45,-1 4-55,-1 8-34,-3 10-1,-4 13 1,2 13-34,5 8-61,10 6 5,9-11-549,20 18 90,5-23 263,-5-13 0,3-1-447,18 5-64,3-11 108,2-9 392,1-12 381,-3-10 235,-5-11 163,-8-12 129,-6-6 156,-4-3 100,-4 3 12,-3 8-123,-7 9-257,-3 9-275,-3 8-224,-1 6 11,-1 10 56,-2 10-17,-4 28 6,3-8-9,0-6 0,1 2 4,0 18-10,2-19 1,0 0-282,-1 30 279,1-10-22,-1-11 10,-2-12 24,1-11 44,1-9 39,0-6-50,2-9-51,-2-10 6,2-31 6,1 6-12,4 2 0,1-2-60,2 9 1,2-1 65,2-8 0,0 0 8,1 2 1,-1 2 5,-1 3 0,0 1 64,7-20-22,-1 11-73,2 11 17,3 10 12,2 8-7,4 6-22,3 10-27,4 7-1,-1 10 11,-8 6 434,-11 5-389,-14 0 11,-16-2 1,-14-3 5,-13-5-34,-5-6-61,0-7-308,6-7-1093,15-7-5198,14-7 5818,15-2 0,2 3 0,2 5 0</inkml:trace>
  <inkml:trace contextRef="#ctx0" brushRef="#br0" timeOffset="326687">27855 672 24519,'28'-15'-1134,"1"1"1,3-1 0,0 3 1133,14 4 0,-13 2 0,-6 2 0</inkml:trace>
  <inkml:trace contextRef="#ctx0" brushRef="#br0" timeOffset="327178">28267 446 19400,'-4'-2'3551,"1"-1"-2403,3 3-1052,20-66-63,-6 46-22,6-18 1,4 4 10,15 29 17,12 1-39,-2 10-5,-7 7-29,-3 18-33,-16 0 39,-6 1 28,-15 1 39,-15-4 6,-22 14 28,-7-9-40,-4-4 68,1-10 95,14-10 157,-4-1 409,10-5-538,10-4 185,7-6-325,6 1-28,5-6-51,8 3-16,21 0 0,-6 3 45,38 5-29,-34 3-10,27 8 5,-25 6-34,14 22 6,-22-14-39,-2 17 5,-22-26-117,-13 11-252,-12-4-466,-20 3-940,-15-4 1158,13-12 1,0-2 0,-1 1 0,-10-3-1</inkml:trace>
  <inkml:trace contextRef="#ctx0" brushRef="#br0" timeOffset="327529">26070 1356 16796,'-48'3'724,"0"1"1,1-1 0,-17 2 0,20-2 351,40-4-738,40-4-218,13-1 25,0 1 0,12-3 1,0 2-1328,-3 0 0,0 1 1,2 0 1220,-8 0 1,2 0 0,1 0-1,4 0-7,-7 2 1,3-1 0,2 1-1,0-1 1,-1 1 0,-3 0-352,10 0 0,-5-1 0,2 1 0,3-1 321,-7 1 1,3 0 0,3-1 0,-1 1 0,-2-1-1,-5 1-167,3 0 1,-5-1 0,0 1-1,2-1 108,2 0 0,3-1 0,1 1 0,-3-1 0,-7 1-33,-2 1 1,-5-1-1,4 1-161,11-1 0,6 0 1,0 0-1,-7 1-711,-10 1 1,-4 1-1,0 0-2315,6 1 0,0 0 0,-4 1 2820,2 0 0,-6 0 1,6 2-1,-36-2 1</inkml:trace>
  <inkml:trace contextRef="#ctx0" brushRef="#br0" timeOffset="348607">29945 575 29277,'-6'4'-830,"-1"-1"419,-3-2 12,-8-1-258,-10 0 270,-11 0 70,5 0 257,-26-1-783,19-1 421,-16 1-43,22 0 157,10 1 161,10 0-39,6 0-38,5 0-59,0 2 55,1 3 156,-3 13-25,1-2 35,-1 16 123,3-6-16,1 11-11,0-2 22,2-1 28,0-4 11,0-5 39,0-3 34,-2-6 34,-2-4-85,1-4 393,0-3-51,2-3 830,0 0-1110,1-12-151,3 1-39,3-8 11,11 3-39,10 2 27,13 2-4,11 4-1,7 4 28,3 9-17,-1 5-265,-7 7 254,-14-3-39,-6 13 28,-22-7-5,-1 11-23,-20-3-45,-10 0-73,-13-1-89,-11-4 321,5-8-680,8-9 1,0-2-303,0-2-7988,-30-10 8912,41-3 0,-4-2 0,20 3 0</inkml:trace>
  <inkml:trace contextRef="#ctx0" brushRef="#br0" timeOffset="348900">29858 586 15490,'4'-2'4140,"-1"0"-707,-3 2-3237,68-27-50,-32 14-410,11-4 1,0 0 330,1 4-120,1 3 75,-3 2-83,-5 4-152,-11 1-336,-8 6-667,-7 5-1643,-7 4 2859,-4 7 0,-3-8 0,-1-1 0</inkml:trace>
  <inkml:trace contextRef="#ctx0" brushRef="#br0" timeOffset="349275">30822 510 24416,'-31'31'500,"-7"4"-388,-8 0-7,18-15 0,0-1-512,-2 1 1,-1 0 474,2-2 0,0 1 27,-24 15-51,11-4 186,10-3-224,9-3 177,7-2-178,6-2-10,6-1 10,12 1 556,22 1-572,-1-8-6,17 0-205,-11-11 1,1-1-289,-2 0 1,3-1-1947,17-2 1,1 0 2455,-13-1 0,-3 0 0,13-2 0,-24 1 0</inkml:trace>
  <inkml:trace contextRef="#ctx0" brushRef="#br0" timeOffset="349707">31172 612 29854,'-3'0'2913,"0"0"-2913,3 0-459,62-27-397,-15 17-1044,-7 0 0,6-3 1,-4 4 1048,-9 6 0,-1 1-2015,18 0 0,-2 1 1925,-2 0 0,-6 1 1,-21 0-1</inkml:trace>
  <inkml:trace contextRef="#ctx0" brushRef="#br0" timeOffset="349958">31291 806 16086,'-8'5'4648,"1"-2"-4088,7-3-345,0 0 240,70-10-16,-31 4-579,8-1 0,1 0 492,-7 1-91,-2 1-171,-15 2 198,2 0-226,-14 2-135,5-1-728,-6 1-5858,0 0 6659,-5 1 0,-3 0 0,-1 0 0</inkml:trace>
  <inkml:trace contextRef="#ctx0" brushRef="#br0" timeOffset="352725">32526 549 25663,'0'-6'-780,"0"1"1558,0 5 2499,-3-60-307,-2 44-4283,-4-44 531,-5 59 1706,-9 9-1301,-14 10 1294,-16 17-559,21-11 0,-1 3-1230,-2 5 1,-1 4 999,-6 11 0,2 1-1,12-15 0,3 1-111,-5 11 1,5 1-1460,9 6-336,5 10 542,18-9 163,13-11 124,14-10 509,9-9 333,5-10 97,2-6 89,-5-8 364,-8-6 68,-10-4-86,-11-5 371,-9-3-639,-8-4-21,-8-3-96,-19-4-50,2 11-6,-11 1-140,-19 10-353,3 5-1092,14 3 1,0 3 1601,-15 6 0,22-1 0,15-2 0</inkml:trace>
  <inkml:trace contextRef="#ctx0" brushRef="#br0" timeOffset="355965">32858 822 18660,'-16'-37'784,"0"0"1,0 2-1,6 11-577,10 22-156,0 0 72,0 10 50,2 9-44,3 13-90,1-1 29,4 12-12,1-9 11,5 8 135,12 0 11,-1-14-62,0-5 185,2-14 56,-7-6 45,4-7-39,-2-7 5,3-17-302,-9 8 72,8-19-78,-6 8-44,11-15-35,-11 21 1,2 0-337,11-9 0,3 0 331,-4 6 0,1 2-14,0 0 1,0 2 13,-3 5 0,-2 4-5,21-6-96,-5 5-337,-4 7 85,-21 14-1343,-4 11 1685,-3 13 0,-5-9 0,-1 3 0</inkml:trace>
  <inkml:trace contextRef="#ctx0" brushRef="#br0" timeOffset="365807">27251 1915 15517,'-2'-4'4460,"1"1"-1897,1 3-1637,-12-43-1004,8 32-22,-9-32 131,13 48 318,1 8-439,0 4 604,1 28-171,-5-9-306,-6 19 345,-6-14 50,-4-6 73,3-7 20,6-11 418,4-9-136,4-8-197,2-10-537,4-10 135,2-12 50,6-8 52,7-4 68,4 0 67,6 3 108,2 7 50,1 10 539,0 9-1021,-3 9-121,-2 12 0,-4 8 0,-7 14 0,-5 8 0,-4 5-558,-3-1-461,-3-3-156,0-6 109,-1-7 413,1-9 366,4-7 353,1-7 847,10-9 382,4-8-267,10-12-117,5-5-366,0-1-545,-6 2 0,-5 5 0,-12 11 0,-3 5 0,-6 9 0,1 2 0,2 7 0,7 10 0,-4-2 0,7 11 0,-5-8-554,4 4-227,1-4-555,0-6 451,6-6 1531,-6-6 548,5-6 420,4-15-1512,-3 0-102,8-18 0,-14 11 0,-6 3 0,-6 11 0,-2 8 0,-1 3 0,0 1 0,4 11 0,3 6-96,9 13-541,4 4 0,4 4-352,2-1-919,-1-2-2155,-1-6 3801,-1-7 1,-12-10-1,-2-5 1</inkml:trace>
  <inkml:trace contextRef="#ctx0" brushRef="#br0" timeOffset="365990">28139 1699 32767,'6'-31'-9304,"11"14"9316,25 45 1,-15-11 0,-11-6 0</inkml:trace>
  <inkml:trace contextRef="#ctx0" brushRef="#br0" timeOffset="366448">28628 1851 32767,'-44'-8'0,"0"0"0,0 0 0,-12-6 0,8 9 0,0 31 0,11 7 0,7-6 0,6 10 0,27-12 0,3-4 0,19 4 0,7-15 0,15-2 0,16-15 0,-20-1 0,-11-8 0,-3-4 0,-8-3 0,11-30 0,-23 8 0,-5 9 0,-1 0 0,-1-13 0,-2 14 0,-1 2 0,0 10 0,-1-14 0,0 28-495,0-1-808,1 8 929,0 10 176,-1 1 89,0 21 236,-2 25-133,2-23 0,0 2 18,0 1 1,1 0-102,4 12 0,2-4-117,3 2-530,4-4 0,5-1-1963,16 3 2712,-2-14 0,1-1 0,1 0 0,7-3 1</inkml:trace>
  <inkml:trace contextRef="#ctx0" brushRef="#br0" timeOffset="366690">29051 1774 26229,'-6'-3'1931,"1"1"-157,5 2-973,-22-18-1308,23 13-308,16-13-382,36 18-989,-12 2 1,2 0 2086,-7 0 1,-3 1 0,10 1 0,-20 0 0</inkml:trace>
  <inkml:trace contextRef="#ctx0" brushRef="#br0" timeOffset="366907">29051 2008 32767,'36'-4'0,"1"-1"0,19-2 0,4-2 0,-23 3 0,10 0 0,-24 2 0,-12 3 0,-13 0 0,-4 1 0</inkml:trace>
  <inkml:trace contextRef="#ctx0" brushRef="#br0" timeOffset="380328">30488 1696 32767,'3'-1'0,"-1"1"0,-11 0 0,-4 0 0,-13 1 0,3-1 0,-20 0 0,20 0 0,-35 0 0,33 0 0,-10 0 0,21 0 0,1 0 0,4 0 0,-6 0 0,4 0 0,-2 0 0,2 1 0,1 2 0,1 1 0,2 4 0,0 2 0,-3 13 0,3-7 0,-3 16 0,5-17 0,-3 13 0,3-5-688,-1 5-382,3-4 122,2-6 297,0-8 102,1-2 40,0-6 162,1-1-572,0 0 1709,4-1 781,11-3 236,-1 2-294,25-5-1513,-13 2 0,18 0 0,-8 3 0,4 1 0,3 5 0,0 3 0,0 4 0,-6 3 0,-7 0 0,-11-2 0,-7 7 0,-10-7 0,-9 8-608,-11-4 530,-12 0 620,-18-1-398,12-7-144,-13-3 0,28-5-5339,-10-11 5604,18 0 0,-1-2 0,11 5 0</inkml:trace>
  <inkml:trace contextRef="#ctx0" brushRef="#br0" timeOffset="380644">30434 1714 32767,'47'-13'0,"0"-1"0,6 0 0,-7 3 0,-12 7 0,12-3 0,-15 2 0,-5 1 0,-4 0 0,-5 1 0,-4 1 0,-7 0 0,-2 2 0,-3 0 0,1 3 0,-1-2 0,1 3 0</inkml:trace>
  <inkml:trace contextRef="#ctx0" brushRef="#br0" timeOffset="388733">27050 2637 13877,'1'-9'5607,"1"1"-3932,-2 8 5,0 0-1584,-6-16 16,5 22-68,-4-12-32,5 50-220,0-5-436,0 21-1372,0-10 2016,1 0 0,-1-24 0,1-4 0</inkml:trace>
  <inkml:trace contextRef="#ctx0" brushRef="#br0" timeOffset="389158">27313 2446 14941,'-4'-2'4538,"1"0"-3374,3 2-1001,-57 20-12,41 6-148,-15-11 0,4 2 8,27 18 28,7-15 34,5 2 112,5-7 139,5-7 80,-4-7 56,0-9 10,-4-6-33,-6-9-56,-4-5-45,-7-3-56,-4 0-28,-4 2 56,-5 0-180,3 10-100,0 3-67,4 10-118,3 4-83,-1 8-315,0 10-761,2 15-2201,0 12 2669,14 10 0,-7-23 0,7-2 0</inkml:trace>
  <inkml:trace contextRef="#ctx0" brushRef="#br0" timeOffset="389566">27755 2574 24861,'-47'29'125,"0"1"0,1 5 0,7 5-100,15 9 1,6 5-1064,3-15 0,0 1 0,1 1 1011,0 2 1,0 2 0,0 2-188,2-1 0,1 2 0,-1 1 0,2-4-16,0 0 0,2-4 1,-1 4-273,1 1 1,1 4 0,0-1-1,1-5-534,0 9 0,1-4 974,-1 6 0,-2-4 90,-2-17 0,-1-5 562,-6-4-404,-11-36 161,11-26-56,8 6 0,1-3-61,2-9 0,3-2 579,8-16 1,4 0-612,1 8 0,2 2 1,2 1 0,3 4 106,3 8 0,1 4-145,16-16-96,-13 21 1,3 1-40,1 2 0,4 1-115,21-6 1,5 3-275,-3 4 0,0 2-141,1 0 1,-1 2-448,-4 4 0,-5 3-6027,7-4 6979,0-1 0,-23 8 0,-16 5 0</inkml:trace>
  <inkml:trace contextRef="#ctx0" brushRef="#br0" timeOffset="389815">28349 2637 21047,'0'-4'3556,"0"0"-1797,0 4-1663,-36-3 111,8 29-112,-8 1 0,0 5-407,17-3 0,2 3 328,-8 20 1,2 4-48,8-5 1,4 1-144,-1 2 1,3-1-12,1-2 0,5-3-544,8-5 1,6-5-2610,23 14 2703,-13-25 0,1-2 0,10 2 1,-12-14-1</inkml:trace>
  <inkml:trace contextRef="#ctx0" brushRef="#br0" timeOffset="394286">28921 2948 21864,'8'-41'691,"0"0"0,1 4 0,-7 10-473,-19 21-117,3 5 62,-10 6-68,-4 8-56,-14 12-28,12 0 0,0 4-8,4-2 0,1 2-6,-3 7 0,3 0-308,-1 13 277,12 8-5,16-17-12,19 14 46,18-9 5,-2-12 11,5-12 45,-11-14-6,0-4 158,11-7 4,-13-6-88,-5-2 400,-11-7-266,-8 4-34,-3-3-22,-17-3-96,-6 7-38,-18 1-57,8 6-11,-11 4-95,7 3-29,6 1-1175,3 6-1872,20 2 3171,5 3 0,2-5 0,3-1 0</inkml:trace>
  <inkml:trace contextRef="#ctx0" brushRef="#br0" timeOffset="395778">27027 2864 20655,'-1'-42'834,"-1"0"1,0 3 0,0 9-600,0 22 190,-1 0-352,3 6-78,-1-1 44,0 16 28,0 7 28,-2 18-39,-1 6-17,-2 6-22,0-2-6,2-11 17,2 5 0,1-21 45,1 5 218,1-16 241,0-6 18,0-3-203,2-6-173,-1-6-51,0-9-45,0-9-11,-1-3 6,-1 1-6,0 4 6,0 5-28,0 9-28,0 7-62,0 4-17,-1 4 46,0 6 16,1 1 0,-2 25 5,-1-4 1,-3 15 11,1-8-6,1-8 0,2-6 62,1-11 72,1-5 270,0-6-331,0-15-62,0 5 40,0-30-17,0 10 16,0-23-50,0 22 27,0-10 0,0 21-33,0-1 27,0 8 0,0 7-33,0 2-62,0 3 125,0 10-73,0 5 11,0 14 11,-2 6-42,-1 4 36,-3-2-10,1-5 7,2-9 8,1-8 8,2-8 73,0-5-79,4-14 4,-1-4-42,3-15 27,-4 0 8,0-1-18,-2 3 48,-3 4-34,1 7-16,-1 7-6,2 7-257,0 2 134,1 11-224,0 6-1070,3 16 1434,6 12 0,-3-18 0,2 1 0</inkml:trace>
  <inkml:trace contextRef="#ctx0" brushRef="#br0" timeOffset="396503">29371 2982 17339,'-3'0'5136,"1"0"-4424,2 0-701,-9-11-73,15 5-195,15-10 5,7 13-564,12 0 1,2 2-383,4 0 525,5 3 0,-2 1 0,-18-2 0,13 3 0</inkml:trace>
  <inkml:trace contextRef="#ctx0" brushRef="#br0" timeOffset="396713">29404 3158 21724,'11'-6'-1579,"18"-2"892,2 3 1,4 1-635,-3 0 0,2 0 1321,20-2 0,-2 1 0,-13 0 0,19 0 0</inkml:trace>
  <inkml:trace contextRef="#ctx0" brushRef="#br0" timeOffset="397099">30212 2848 23747,'-43'0'509,"16"-1"-481,56-4-84,9 3-4425,11 0 3809,11 3 123,-10 1 180,-16 1 1,0 0-4566,27 8 4367,-6 2 0,-15-4 0,-26-3 0</inkml:trace>
  <inkml:trace contextRef="#ctx0" brushRef="#br0" timeOffset="397328">30277 3057 25626,'-25'24'947,"15"-7"-851,51-22 79,9-3-62,7-1-221,-3 2 15,-8 1-62,-12 3-298,-10 2-977,-9 0-5276,-7 2 6673,-5 1 0,-2-1 1,-1 1-1</inkml:trace>
  <inkml:trace contextRef="#ctx0" brushRef="#br0" timeOffset="399346">31062 2787 11922,'-41'-12'3002,"0"0"1,3 1-1,8 1-2408,17 4 470,-2-3-134,3 1-163,0-1-16,6-2-595,5 3 35,9-3-79,11 3-28,17 0-22,15 3-17,10 3-20,-24 8 0,0 3-19,11 3-9,-18 3 0,-2 4 3,-1 14 0,3 15-5,-12 9-29,-11-18 0,-3 1-38,0 17-32,-2-17 0,0 0-249,3 10-157,4 11-167,0-10-1026,-2-1-369,-7-16 234,-3-6-6361,-16-12 7351,2-10 0,1-2 0,6-2 0</inkml:trace>
  <inkml:trace contextRef="#ctx0" brushRef="#br0" timeOffset="399502">31062 3191 23276,'-1'-39'-154,"0"0"0,3-24-230,26 54 1,9 7-477,-1-3 0,1 1-272,18-2 0,-2 1 0,9 0 0,-6 0 0</inkml:trace>
  <inkml:trace contextRef="#ctx0" brushRef="#br0" timeOffset="411674">7668 10549 13505,'-58'-4'108,"26"-3"247,68-2-210,-1 2 0,3-1-63,5 0 1,4-1-762,6-1 0,6 0 0,0 0 900,-3 1 0,1 1 0,-1 0-64,2-1 1,-1 1 0,1 0 42,2 2 0,0 0 1,-1 2 3,-8 1 1,-1 0-1,2 0-91,-5 1 1,1 0 0,1 0-1,1 0-63,6 1 0,2 0 1,-1 0-1,-2 1 19,5-1 1,-3 0 0,1 1-124,2 1 1,-1 1 0,-5 0-178,-9-1 1,-5 2 166,-4 4 0,-8 2 92,-11 5 55,-16 7-168,-35-4 218,4-8 0,-5-1-546,-11 1 1,-2-2 448,5-1 1,-2 0-7,3-2 1,-4 1 0,0-2 17,5 0 0,-1 0 0,-2 0 203,-10 0 0,-3 0 0,-3 0-159,7-1 0,-3-1 0,0 1 0,1-1-374,-10 0 1,2 0-1,1 0 285,2 0 0,0-1 1,0 1 199,-5-1 0,1 0 0,2-1-297,15 0 1,2-1 0,0 0 134,-2 1 0,0 0 0,2-1 82,-11-2 0,9-1 125,11-1 478,6 1-1084,19 1 1154,14 1-632,21-3-92,7 1 0,7-1-12,8-1 0,3 0 511,4 0 0,3-1-533,-8 3 1,2-1 0,0 0-98,-3 0 0,0 1 1,3 0 154,-3 0 1,1 1-1,2-1 1,2 1-1,-2 0 1,2 0-1,1-1 1,-1 1-1,-1 1-56,6-1 1,-2 0 0,0 1 0,1-1 15,5 0 1,3 0-1,-2 1 1,-3 0 25,0 0 1,-3 1 0,-3 0-120,12-1 1,-5 2 122,-18 2 0,-6 1 171,0 1-124,-48 10-192,-35 1 45,2-2 0,-5 0-226,5-2 1,-3 0 216,1-1 0,-4 0 0,0 0-9,4-2 0,1 0 0,-3-1 12,-6 1 0,-4-1 0,-1 1 0,2-1 6,8-1 1,0-1 0,1 1 0,-1-1 44,-7 0 1,-2 0 0,2 0 0,4 0-35,6-2 0,4 1 0,-2-1 58,-13 1 0,-2 0 0,4 0 60,-2-1 0,2 0-87,-3 0 0,3 0 135,16-1 1,8-1 1254,13 0-1542,4 0 70,13 0 215,30 0 60,22 0-664,-4-2 0,6-1 522,-10 0 0,3 0 0,1 0-50,8-2 0,2-1 0,1 0-426,-10 1 0,1-1 0,0 1 0,-1-1 425,4 1 1,-1 0 0,3-1-43,2-1 0,3 0 0,0 0 0,-5 0-310,-4 1 1,-5 0-1,3 0 304,14-1 1,2-2 0,-6 2-27,-10 0 1,-6 2 85,20-2 59,-51 5-170,-27 6-4,-14 2 1,-7 1 128,-20 5 0,-3 0-40,5-1 0,-3 2 466,4-2 1,-5 0-1,0 1-466,14-3 1,-1-1 0,0 1-1,0 0-8,-15 2 0,0 1 1,0-1 22,13-2 1,0 0 0,2 0 0,3-2 80,-14 3 1,7-1 11,13-3 1,6-1-37,-2 0 713,29-4-473,63-15-224,-18 4 0,6-1-514,2 0 1,5-2-1,-2 0 428,-9 3 1,-1 1 0,5 0-107,10 0 1,6-1-1,1 1 1,-7 2-275,-12 2 0,-4 2 0,5-1 357,2 1 1,8 1 0,2 0 0,-5 0 0,-9 1 0,-6 1 0,-3 1-1,14 1 1,1 0 0</inkml:trace>
  <inkml:trace contextRef="#ctx0" brushRef="#br0" timeOffset="427966">31454 2360 23388,'-29'-39'547,"-1"0"0,4 3 0,6 11-525,17 23-16,6 4 28,4 4 33,22 16 5,5 6 1,6 6-324,4 3 1,3 3 292,-5-3 0,2 3 0,-3 1-425,-5-3 0,-2 1 0,-4 3 383,-4 0 1,-3 3 0,-5 1-24,-7 0 1,-5 2 0,-6 0-51,-7 1 1,-8 0 0,-3-1-116,-6 2 1,-5-2 0,-2 0-889,-4-1 1,-3-2 0,-2-1-1385,1-1 1,-1-3 0,0-1 2129,6-6 1,1-2 0,2-3 0,-1 0 0,5-4 0,-3 2 0</inkml:trace>
  <inkml:trace contextRef="#ctx0" brushRef="#br0" timeOffset="429082">32990 2535 17675,'0'-3'5159,"0"1"-4560,0 2-336,-12 1 73,-5 18-33,-18 15-205,13-6 0,0 4-520,-7 5 0,-1 1 419,-4 5 0,-2-1-62,-3 2 1,-1 0-146,-1 0 0,1-1-314,3-2 1,0-1-645,5-3 0,2-2-1243,4-5 0,2-2 2315,-14 14 0,18-20 1,7-11-1</inkml:trace>
  <inkml:trace contextRef="#ctx0" brushRef="#br0" timeOffset="429290">32316 2941 19011,'-8'-52'1824,"1"0"0,0-1 0,2 5-1163,5 8-291,4 4-280,1 21 145,4 10-185,9 12-3,7 8 1,4 4-17,5 3 0,3 2-378,-2-2 0,2 3 0,2-1 339,0 0 1,1-1-1,-1 0-618,10 5 0,0-1 439,-10-5 1,1 0-1,-2-1-1118,3 4 0,-1-1-3611,3 4 1,-2-1 3469,10 10 0,-26-16 1,-20-16-1</inkml:trace>
  <inkml:trace contextRef="#ctx0" brushRef="#br0" timeOffset="434098">26855 4326 20403,'-7'-4'806,"1"4"-565,5 9-28,-1 5-17,2 1 0,6 1 51,5-4 78,7-3 50,3-4 28,1-6-11,0-6-6,-3-8-50,-2-6-67,-4-5-50,-4-4-35,-4-2 7,-3 1 56,-3-2-186,-1 12 68,-4-2-6,0 12-44,-1 2-40,0 3-50,-1 5 11,-4 8 11,-5 8-22,-7 16 28,-5 12-17,-3 9-3,17-23 0,2 0 0,1 7 0,1 0-2,0 13-6,4 11-12,14-28 12,3 4 17,17-6-6,-7-12 28,16-4-17,-5-13 28,11-7 34,-7-8 0,-1-4-51,9-8-11,-13 5 0,-2-3 51,7-20-539,1-7 502,-13 18 0,1-2 6,-2 1 0,-2 0 14,0 2 0,-2 1 5,-2 2 0,-2 0 90,7-22-61,-8 15 156,-4-11-140,-7 16-17,1-11 6,-4 13 23,-2 6-107,0 11 561,0 5-578,2 6-16,0 1 10,0 5 29,0 0-12,0 3 23,0 1 0,1-3-34,-1 3 28,0-5-11,1 3-5,0-4 21,0 1-21,-1-1 16,0 2-11,0-1 0,0 2 0,1-1-11,0 0 11,-1 0 0,1-2 5,-1-1 315,1-1-315,0-5-10,0 3 27,0-3-123,0 3 84,-5 11 17,1-2-33,-8 19 33,-5 20-11,1-7 13,-1 4 1,0 1-3,5-15 0,1 0-1707,-5 14 0,1 0 1684,-3 13-511,11-17 1,3-2 359,3 0-120,5-5 0,4-1-1101,17 0-3396,0-12 0,2-3 4791,16 4 0,-3-7 0,-25-12 0</inkml:trace>
  <inkml:trace contextRef="#ctx0" brushRef="#br0" timeOffset="435724">27616 4346 17703,'-4'-12'666,"1"2"-492,3 10 3607,0 0-3456,-1-4 28,0 0 0,1-4-17,0 0-28,0-1-40,0 0 1,0-2-6,0 2 17,0 0-28,-2 2-55,-1 3-66,-1 2-37,1 2 10,-1 0 1,2 2-6,-1 4 2,-1 5-28,1 8-17,2 6-42,8 8-78,6 4-37,7 3-11,-2-9 1,15 18-1,-19-28 17,12 21-45,-21-24-67,-2 4-92,-10-3-152,-6-5-331,-9-6-462,-4-8-380,-2-9-297,-2-21 1668,10 6 147,3-22 314,13 9 313,1-12 363,6 2 175,1 4-101,3 7-208,0 8-156,-2 8-146,-2 7-213,-1 8-168,-1 3-11,-5 9 51,-3 9-6,-8 14-62,-6 14-45,-4 9-151,0 4-431,5-2-924,7-3-1927,8-8 3439,13-7 0,-5-18 0,7-6 0</inkml:trace>
  <inkml:trace contextRef="#ctx0" brushRef="#br0" timeOffset="436123">27831 4430 23265,'-3'15'347,"3"-1"-190,7-7 39,5-1-78,2-3 201,14-7-112,-6-7 39,9-11-61,-9-7-34,-6-7 34,-6 1 51,-5 3-18,-8 6-66,-4 7 21,-11 7-134,4 5-5,-7 4 16,2 8-44,3 0-12,-2 6-16,2 16 0,3 4-51,0 21-151,8-2-342,14 2-745,11-5-1546,16-6-5342,14-9 7351,-2-12 0,-23-10 0,-16-8 0</inkml:trace>
  <inkml:trace contextRef="#ctx0" brushRef="#br0" timeOffset="436332">28420 4382 16605,'0'-5'6738,"1"1"-3859,-1 4-2839,-12-43-24,5 39-16,-11-22-3392,4 70 3364,5-8-973,4 1 0,1 1 738,3-4-1097,7 28-2163,4-26 3103,6 6 0,-6-20 0,-2-7 0</inkml:trace>
  <inkml:trace contextRef="#ctx0" brushRef="#br0" timeOffset="436708">28693 4116 24027,'-37'18'14,"0"0"1,2-5 0,11 2-26,27 10 11,6-6 73,11 4-23,-4-11 152,5-3 112,-11-9 10,1-7 119,-2-15-174,-4-5 39,-2-10 23,-8 7-191,2 7 84,-9 3-90,3 9-106,-3 0-73,3 5-117,-1 7 78,3 4-207,-2 12-415,5 8-5873,3 26 3106,3-13 2906,7 12 0,-5-34 0,1-1 0</inkml:trace>
  <inkml:trace contextRef="#ctx0" brushRef="#br0" timeOffset="436923">28947 4252 20380,'0'-4'4055,"0"1"-3394,0 3-650,-62 24-3,46 3 1,0 5-973,-21 5 0,3 3 958,22 1 1,6 1-15,2-10 1,3 2-432,3 28 0,1 2-367,-1-14 1,-1 0 324,2-5 0,0 3 0,-3 0 493,-5 4 0,-3 0 0,1-8 0,2 5 0,-7-5 0,1-1 0</inkml:trace>
  <inkml:trace contextRef="#ctx0" brushRef="#br0" timeOffset="437066">28424 5163 15625,'21'-53'1150,"0"0"1,0 0-1,-4 9 1,-1 2-1,3 3-1007,15-6 0,1 6-1809,-6 10 0,0 2 1666,5-5 0,2-1-137,11-1 0,-2 3-160,5-1-1305,-15 8 0,5-2 0,-5 2 1602,16-13 0,-22 15 0,-3 3 0,-6 3 0</inkml:trace>
  <inkml:trace contextRef="#ctx0" brushRef="#br0" timeOffset="437307">29477 3953 25842,'-22'23'327,"-3"14"1,-3 7-267,2 1 1,1 3-684,4-11 0,0 2 0,1 0 625,1 2 1,1 1 0,3-1 2,1 17 0,6 0-1,1-1 1,6-1-48,7 4 0,9-4-107,7-16 1,7-4-427,3-3 1,3-4-4342,3-4 1,-1-5 4524,17 6 1,-19-14 0,-25-10 0</inkml:trace>
  <inkml:trace contextRef="#ctx0" brushRef="#br0" timeOffset="442683">30152 4430 9268,'3'-7'4749,"11"-32"1,2-7-3254,-10 11-992,8-14 0,-7 3 106,-20 20-290,-15 11-219,-2 7 64,-2 13 0,-3 5-84,6 1 1,0 4-40,-15 9 0,1 4-326,6 3 0,3 4 306,-3 13 1,3 2-23,11-16 0,3 0 3,0 13 0,5-1 2,12 4 12,6-2 86,12-17 1,4-3-76,22 5-3,-10-10 0,3-2-94,-3-8 0,0-4 209,27 3 62,-8-14 22,-9-12-12,-10-10 7,-7-8 490,-10-3-485,-11 1-62,-16 5-72,-14 6-40,-16 9-11,-11 7-27,7 7-35,6 9 1,0 5-68,5 5 58,5-1 0,4 3-640,15 9-555,17 3-1338,20-3-5114,25-5 7679,6-10 0,-16-7 0,-15-6 0</inkml:trace>
  <inkml:trace contextRef="#ctx0" brushRef="#br0" timeOffset="442998">30723 4357 13564,'3'-7'6368,"0"2"-4794,-3 5 56,0 0-1523,-3-24 150,-33 48-162,10-27-11,-6 29 0,-2 10-171,11-12 1,0 0 119,-4 6 1,0 1-15,4-4 1,2 1 27,2 3 1,3-1 25,0 8 33,11 2 18,19-22-18,14-6-45,16-4-55,-2-2-9,-3-5 0,2-1-81,17 0-126,-17 0 1,-1 0-1573,12 4-8049,-14 2 9031,-17-1 1,-12 1 0,-7-5 0</inkml:trace>
  <inkml:trace contextRef="#ctx0" brushRef="#br0" timeOffset="444674">31311 4386 14874,'-6'-9'6856,"1"2"-5948,5 7-186,0 0-201,-4-13-196,5 7-96,0-13-61,12 10-44,10-2-40,14-1-40,10 4-24,-14 7 0,1 3 2,18 13-11,-4 6 34,-21 23 17,-16 1-40,-6-14 0,-2 2-2,-3 6 0,-1 1-243,1-6 1,-1-1 161,-3 27-3796,5-1 3386,2-30-4676,5 27 3092,-4-36 1946,1 13 1,-4-25 0,-1 1 0</inkml:trace>
  <inkml:trace contextRef="#ctx0" brushRef="#br0" timeOffset="444849">31325 4798 13245,'-4'-3'7197,"1"0"-5545,3 3-1573,3-60-73,20 37-54,-7-12 0,7 2-941,17 22 1,4 7-889,-13-1 1,1 1 1025,13 0 1,-4 1 0,-15 1 0,0 0 0</inkml:trace>
  <inkml:trace contextRef="#ctx0" brushRef="#br0" timeOffset="445307">31956 4156 13765,'-3'-3'5803,"0"0"-3266,3 3-1327,-67-35-706,47 25 53,-19-10 1,5 2-317,28 15 118,-1-2-96,7 4-84,0 0-157,3 1-16,2 3 22,14 8-11,12 9 8,2 3 0,4 3-3,0 2 1,1 1-326,1 0 0,0 5 318,-6-2 0,0 3 0,-4-2-15,-6-6 0,-1 2-6,5 11 0,1 7 1,-7-3-4,-12-3 1,-6-1-674,-4 20 1,-11 1-106,-15-6 0,-13-3 436,1-11 0,-6 0 1,4-5-1,4-1 1,1-4-1,-5-2 1,1 1-1</inkml:trace>
  <inkml:trace contextRef="#ctx0" brushRef="#br0" timeOffset="455215">32603 4517 21909,'-7'-42'616,"0"0"0,1 2 1,1 11-315,4 24-240,1 1 212,-3 14-27,0 10-163,-1 6 39,-3 13-67,2-3-23,-1 8 7,7-4-24,3-12 180,25 1-67,-11-19 185,29 0 112,3-31-336,-8 2-280,-8-2 0,-1-3 276,-9 3 1,0-1 0,7-8 0,0-1 11,2-2 0,-1 0-20,0 0 1,0 0-15,-1 3 1,-1 2-9,15-12 28,-17 17 0,-2 2-51,4 0-33,9-6-17,-15 15-173,-3 7-628,0 2-1070,0 11 1888,1 7 0,-10-5 0,-2 4 0</inkml:trace>
  <inkml:trace contextRef="#ctx0" brushRef="#br0" timeOffset="460128">28159 5627 21635,'-20'-47'1120,"-1"9"-991,0 31-50,-8 4-4258,-23 12 4207,13 0 368,7 2 0,1 3-379,-8 10-17,-3 6-23,12 1-5,14-2 45,12-2 0,13 1-17,4-7 3353,27 14-3364,-2-9 11,10 6-17,-15-13 0,0-2 6,12 7 8,-13-7 0,-2-1 3,4 5 196,-14-6-117,-14-5 16,-19-3 6,-16-2-6,-22-1-64,20-2 0,-3-2-23,-2-1 0,-1-3-242,1 1 0,2-3 178,-25-8-173,15-2-695,19 1-2897,12 3 3821,8 3 0,5 4 0,0 2 0</inkml:trace>
  <inkml:trace contextRef="#ctx0" brushRef="#br0" timeOffset="460402">28498 5548 18100,'0'-4'4409,"0"1"-3082,0 3-1299,-14-3-5,10 23-12,-7 9-17,19 31-3,-2-27 1,2 1-189,2 1 1,0 0 126,0-2 0,0 1-286,-1 3 1,-1-1-126,0 11-1234,-4 8-2502,-7-28 4217,-4 1 0,2-13 0,-1-7 0</inkml:trace>
  <inkml:trace contextRef="#ctx0" brushRef="#br0" timeOffset="461451">28466 5902 20121,'32'-41'-58,"0"0"0,8 2 1,4 11 62,-1 22 1,0 6-748,-7-2 0,-1 0 742,23-1 34,-30-1 636,-7 0-396,-1 0 511,-11 1-23,-5 1-549,-5 2-49,-3 0 794,-6 0-840,-7 2-28,-9 2 5,-6 6-34,-4 6-49,2 3-35,7 4-33,9-1 28,9 3 28,11-7 62,7-1-17,3-10 100,9-3 96,10-9-146,-4 0 101,12-9 219,-16-4-253,-4 3 163,-4-6 11,-12 10 106,0-3-307,-3 7 95,-3 0-208,1 6-11,-3 0-5,-2 4 0,2 0-68,-4 7 22,4 5 58,0 6-92,9 18 52,2-15 11,7 10-1,13-12 24,0-7 4,6 3-4,-6-12 32,7-8 35,-6-6 50,10-6 28,-13-16-112,-10 8 16,-3-18-10,-9 10 16,-1-8 23,-2-1-62,0 14 22,-1-4-44,1 19 10,3-6-32,6 8-24,7 0-4,21 3 21,-1 8 12,3 2-17,-5 14 11,-13 4 23,-2 1-1,-4 29-10,-9-27-6,4 34 11,-5-40-6,3 13 0,0-17 12,8 4 0,3-8 27,12-4 6,5-13-16,-2-2 30,-5-7 0,0-5 3,9-15-269,-11 7 0,-1-4 232,-8 2 1,-4 0-3,6-20 45,-7-12 117,-11 0-56,-5 1-113,-7 1 62,-3 25-38,3 12 50,1 6-62,3 11-22,3 0-56,-2 8 541,0 9-490,-3 13 65,2 3-54,0 22-26,6-16 1,1 3-7,1 0 1,1 2-392,0 8 1,2 0 352,2-10 0,-1-1-60,5 16-321,-2-19 0,1-1-810,7 5-1674,10 11 2929,4-23 0,-13-12 0,2-7 0</inkml:trace>
  <inkml:trace contextRef="#ctx0" brushRef="#br0" timeOffset="461669">29740 5679 14807,'-4'-1'4941,"0"0"-2460,4 1-2459,5-22-44,13 14 5,2-14-286,38 20-655,-8 2-2798,-12 2 0,2 0 3756,21 1 0,-22 0 0,-17-2 0</inkml:trace>
  <inkml:trace contextRef="#ctx0" brushRef="#br0" timeOffset="461912">30346 5618 22649,'50'-15'-503,"0"0"1,-1 1 0,-1 4-770,-5 7 1,-2 2-2563,22-1 3834,-7 2 0,-35 0 0,-4 0 0</inkml:trace>
  <inkml:trace contextRef="#ctx0" brushRef="#br0" timeOffset="462136">30483 5827 16667,'-6'2'4452,"1"0"-917,5-2-3138,-6 15-212,28-14-106,5 9-74,31-18 12,-10 1 5,-15 2 1,0 1-174,5-1-869,10-1-3807,-26 3 4827,-12 2 0,-8 0 0,-2 0 0</inkml:trace>
  <inkml:trace contextRef="#ctx0" brushRef="#br0" timeOffset="462936">29742 5651 8881,'-9'2'4257,"3"-1"-2386,6-1 3400,0 0-4572,-31-9-139,16 4-341,-21-6 308,18 8-281,4 0-38,-7 1-7,4 1-50,3 0-50,4 1-17,5 0 23,4 0 72,1 0-67,5 0-17,4 0-33,13-1 10,9-2-49,9 1-29,3 0-16,12-1 27,-22 2 1,3-1-17,-22 2 39,-5 0 0,-2 0 33,-9 0-10,-22 0-29,2 2 12,-33 1-23,7 2 0,-13 2 12,6 0-23,12 0 11,16-2 6,10-2-23,10-1 12,5-1 16,1 0 28,5-1 57,8 1-6,14-1-17,16 0-62,15-3-214,-25 0 0,1-1 153,0 1 0,-1 0-700,22-4-931,-17 4 853,-14 0 0,-16 3 0,-3-1 0</inkml:trace>
  <inkml:trace contextRef="#ctx0" brushRef="#br0" timeOffset="472804">6023 8398 8034,'-3'0'2307,"0"0"65,3 0-1684,-41 9 25,27-4-116,-30 6-81,38-8 14,3-1-360,1-2 653,1 2 1263,0-2-1652,5 1-149,6-1-88,9 1-27,8-1-99,-2 1 87,19-1 122,-10 0 27,18 0-91,-19 0 146,18 0-97,-16 0-59,8 0 159,15 0-144,-30 0-256,34-2-21,-25 1 24,19-2-85,-18 2 12,8 1 14,-20 3 0,4 2 4,-4 3 151,-2 0-14,-2 0-25,-5-3 126,14 0-48,-6-3-12,15 0-54,-13-1 25,6-1-9,-9 1 7,5 0 22,0 2-26,-5 0-26,-2 0 13,2 0-9,-1-1 41,19 2-40,-4-1-8,17-1-5,-25-1 9,10 0-4,-15 0 0,7 1-36,-1-1 68,-1 1 197,2-1 21,-1 1 5,1-1 0,2 0 17,0 0-10,0 0 32,0-1-104,-3 2-221,-7-1-195,8 2-103,-11-2 16,11 1 28,-7-1-23,3-2 16,0-3-12,1-2-8,-5 0 182,16-4 19,-7 2-230,16-2-874,-3 3-5001,3 1 6189,-7 2 0,-15 1 0,-12 2 0</inkml:trace>
  <inkml:trace contextRef="#ctx0" brushRef="#br0" timeOffset="473696">8662 8491 10942,'-6'-1'5277,"1"0"-4701,-25-5 1,-8-1 303,5 4-522,-10-3 1,0 0 190,10 7-325,11 0 392,-2 2-347,15-1-85,-1 0-156,8-2 28,1 1 6,1 3 67,2 2 117,4 4 79,7 0 28,10 0-78,12-1-101,15-4-104,-18-4 0,1-1-20,24-1-3,-8-2 1,2-2-496,-13 2 0,1-1 484,17-3 0,2 1 6,-9 1 0,0 1 0,-1 0 0,1 0 8,0 1 1,1 1-6,-1 1 0,0-1-20,0 1 0,1 0 0,-1 1 0,0-1-11,-1 1 0,1 0-3,-3 0 1,-2 0-4,-2 0 1,-2 1-61,-4-1 1,-1 0 146,24-4 6,-5-4-6,-3-8-50,3-5-73,3-5-249,-27 12 1,1 1-1052,25-11 1328,-12 6 0,-19 9 0,-15 5 0</inkml:trace>
  <inkml:trace contextRef="#ctx0" brushRef="#br0" timeOffset="495078">31685 5568 19930,'0'-36'868,"-1"0"1,0-19-356,-2 49-446,-6 6 155,-12 8-71,-15 12 12,-13 16-90,3 0 22,11 0 0,0 3-367,12-10 1,2 2 313,-8 12 0,3 2-11,11-8 0,4-2-6,2-1 0,5 0 208,10 29-166,16-5-31,-4-30 1,4-2-213,4-2 1,3-2 223,3-2 0,1-4 8,22 7 50,-18-15 0,-1-4 135,4-5-106,6-2 245,-22-17-268,-15 8 845,-4-20-827,-14 11-69,-10-10-27,-3 11 44,-27-7-50,3 12-14,10 6 0,-2 1-20,0 3 1,1 3 20,-4 3 1,-1 2-216,-1 2 1,0 3-2641,0 3 1,1 3 2839,5 0 0,4-1 0,-9 6 0,20-7 0</inkml:trace>
  <inkml:trace contextRef="#ctx0" brushRef="#br0" timeOffset="500194">26609 6833 20364,'-23'-42'705,"0"-1"1,3 7 0,3 6-168,7 14-118,-17 7-213,-13 3-109,7 6 0,-2 3-1117,-3 3 1,0 1 1043,6 0 0,0 2 134,-4 3 0,3 2-142,-6 11-11,4 8 22,24 9-12,21-4-16,8-2 12,21-1 16,5-8-23,-6-5 1,2 0-153,-5-3 0,-1-2 141,6 4 0,-2-2 1588,5 4-1588,-8 5 40,-25-10 274,-12 6-285,-24-6 27,-21-2-22,15-9 0,-1-1-5,-26 1-7,10-5 1,0-2-39,-14-7-99,21 2 1,2-4-826,3-14-690,25-4-285,19 4 1921,26-5 0,-18 17 0,9-3 0</inkml:trace>
  <inkml:trace contextRef="#ctx0" brushRef="#br0" timeOffset="501420">26667 6690 16829,'2'-4'5641,"-1"1"-3788,-1 3-1707,22-21 39,-15 38-96,15-2-67,-19 14 1,-6 7-12,1 1 1,-2 4-49,-2 10 1,-1 1-566,0-1 0,-1-1 198,1-1 1,1-4-384,2-7 0,0-5-1425,3 6 72,1-15 858,2-13 1041,0-9 123,5-11 505,-1-14 985,-1-3-381,-4-8 303,-6 4-616,-1 7 1063,-5-9-1281,5 17 302,-5-12-135,6 9-498,3 1-129,11-1 11,14 6-11,15 2 0,13 2 6,-6 3-6,-2 1 33,13-3-16,-21 1-6,13-2 6,-27 0 297,-9 1-169,-18 7-83,1 1 72,-25 16-55,9 0-51,-2 7 0,8 1-28,8-6 73,14 4 22,8-10-11,13 1 17,5-8-51,-4-5 96,12-13-12,-15-5-78,3-5 135,-11-18-107,-12 10-34,0-7 124,-17 0-56,-1 15-18,-12-7-16,0 13-16,-2 8-18,0 4-56,1 12 6,7 0 12,-6 26-12,11-2-6,-2 20-39,9-2-50,11 1-79,6-5-55,13-5-74,9-9-140,11-9-72,9-10 78,5-11 225,-1-10 212,-4-8 89,-10-8 68,-9-3 61,-8-1 62,-7 2 45,-8 4 0,-5 6-90,-4 7-161,-1 5-69,-2 6 29,-3 8-6,-3 11-11,-5 14-1,-1 10-4,-2 9-1,-2 3-6,1 2 12,-1-5 11,4-6-28,2-9-17,5-12 45,2-10 23,3-9 150,5-11-145,5-13-22,8-16 5,4-20-28,-8 19 1,-1-3-251,1-5 1,0-2 257,0-1 1,0-1 2,0 1 1,-2 1-4,0 4 1,0 2-6,-1 5 0,0 3 14,9-16 0,0 14-22,2 12 5,2 10-17,2 8-5,2 11 521,-1 11-526,-5 14 4,-8 8 12,-8 5 12,-13-1 16,-10-5-12,-15-6-4,-7-7-29,-4-8-62,4-8-223,6-6-869,11-11-2862,11-6 4033,10-4 0,3 5 0,3 3 0</inkml:trace>
  <inkml:trace contextRef="#ctx0" brushRef="#br0" timeOffset="501636">27875 7092 23254,'50'-14'-687,"-1"0"1,-5 2 0,-6 2 0,-10 4 0,-12 4 0</inkml:trace>
  <inkml:trace contextRef="#ctx0" brushRef="#br0" timeOffset="502028">28410 6844 18112,'2'-3'4817,"-1"0"-2313,-1 3-2370,-21 35-78,8-1-37,-1-3 1,1 2 8,4 20 17,9-6 34,16-4-40,-2-18 62,16-4 16,-3-18 6,13-8 152,15-15 27,-9-4-117,-5-1 196,-12 5-40,-17 9-133,-2 3-147,-6 4-55,-6 8-29,-4 8 23,-3 12 0,-4 11-84,0 12-128,1 11-399,3-15 1,0 0-701,-3 19-81,1-15 0,-1-1-7493,-7 14 8885,9-28 0,1-1 0,-3 6 0,6-20 0</inkml:trace>
  <inkml:trace contextRef="#ctx0" brushRef="#br0" timeOffset="502336">26087 7796 17910,'-43'8'645,"1"0"1,0 1 0,-15 2-1,23 1-1,43-1 376,45-2-697,-12-6 0,7-2 0,0-1-1839,9 2 1,8-2 1574,-20 0 1,6-1 0,5 0 0,2 0-1,-1 0 1,-5 0-519,0 0 0,-3 0 1,0 0-1,0 0 1,2 0 461,9-1 0,1 1 1,2-1-1,0 0 0,-1 1-4,-8 0 0,1-1 0,0 1 0,0 0 1,-2-1-1,-1 1-4,0-1 1,-2 0-1,-1 1 1,1-1-1,2-1-40,7 1 0,1-1 0,1 0 0,1 0 1,-1-1 30,0 0 1,1-1-1,0 0 1,-2 0 0,-3-1-77,1 1 0,-3-1 1,-2 1-1,0-1-112,10-1 1,-2-1-1,-3 1 202,-11 2 0,-2 1 0,-8 0 0,4 0 0,11 0 0</inkml:trace>
  <inkml:trace contextRef="#ctx0" brushRef="#br0" timeOffset="504836">30428 7132 15782,'-57'-20'1062,"0"1"1,9 0-1,4 8-726,-11 30-28,16 2 0,2 3-196,-12 11-28,17-5 0,-3 7 0,6-3-998,-5 19 976,6-2 0,5 5 30,17-13 0,6 0 3,2-1 1,6-2 52,7 3 1,7-5 38,5-13 1,4-6 33,2-3 0,1-4 14,1-4 1,-2-2-12,18-1 645,6-15-589,-28-4 122,7-12-195,-19 0-84,-9 0-33,-13 3-57,-12 3 462,-18 5-467,-19 7-20,21 6 1,-3 2-7,-4 4 1,-2 1-6,-1 3 1,1 1-135,9-1 0,1 1 145,-3 3 1,3 2-502,-8 16-106,11-5 599,37 18 0,-2-31 0,19 8 0</inkml:trace>
  <inkml:trace contextRef="#ctx0" brushRef="#br0" timeOffset="505161">31074 7138 22890,'-43'24'82,"1"0"1,-1-1 0,3 0 0,1 0 0,5 0-58,4 6 1,3 0 4,2-1 1,1-1 3,-12 21-40,12-8 17,13-14 45,7-1 118,18-10-90,-1-3 39,48-3-112,2-8-482,-14 0 0,4-1 320,-4-1 0,1 0-365,-1-1 1,1 1-2241,-4-2 1,-1 1 2755,-8 0 0,-3 0 0,8 0 0,-21 0 0</inkml:trace>
  <inkml:trace contextRef="#ctx0" brushRef="#br0" timeOffset="505470">31813 7197 14969,'-4'-2'4807,"1"1"-1973,3 1-2767,-12-19-28,32 13-61,7-13-34,24 17-398,-4 2 0,2 1-749,-13 1 0,-1 0-1855,14 1 0,-1 1 2274,11 5 1,-26-4 0,-18-2 0</inkml:trace>
  <inkml:trace contextRef="#ctx0" brushRef="#br0" timeOffset="505660">31732 7450 13743,'-5'2'3977,"2"-1"-1871,3-1-2330,74 3-1093,-20-6 648,9 1 0,-1 0 1,-16-4-1,-5 0 0</inkml:trace>
  <inkml:trace contextRef="#ctx0" brushRef="#br0" timeOffset="506178">32949 7071 22923,'-41'-23'1165,"-6"15"-1017,16 24 1,0 7-34,-1 1 0,0 2-773,0 2 0,1 2 731,3 2 0,3 1-34,4-1 0,3 1 230,4-3 1,4 1-180,4 26-1,19-6-5,17-6 12,20-10-65,-19-21 0,1-3 2,3-3 1,0-3-3,-1-1 0,0-3 47,25-7 282,-13-7-225,-13-8-7,-15-3-44,-19-1 736,-21 0-803,-20 1-26,12 13 1,-3 3-323,-4 1 0,-3 2-373,-2 2 1,-2 4 703,-5 4 0,4 1 0,-7 0 0,9 5 0</inkml:trace>
  <inkml:trace contextRef="#ctx0" brushRef="#br0" timeOffset="513874">26857 8639 13866,'2'-5'7629,"-1"2"-6273,-1 3-388,21-61-268,-12 38-490,3-13 0,1 4 20,-7 21-185,-3 6-28,0 5 22,1 8-6,2 8 7,0 4 50,-1 30-29,-5-7-39,-3-10 1,-1 1 0,-8 20 16,-3-7-11,2-12 28,4-13 285,4-12-49,8-13-175,9-13-61,3-4 62,15-19 11,0 2-17,-7 9 0,0 0 0,15-14-68,-4 7 7,-8 16-29,-10 11-33,2 1 22,-2 10-11,3 16 6,-7-1-6,5 18-23,-6-8 40,5 8 6,2-4-51,5-7 44,3-9-4,3-9 4,1-10 12,1-9-22,0-11 16,-1-8 34,4-10-44,-12 12 32,6-6-21,-12 19-1,1 0-16,-4 6 5,-4 6 0,-4 3 12,3 9-29,-3 8-22,3 12 39,0 20-22,1-5 0,0-1 11,6-9 5,1-14-5,8-1 17,11-8-11,-11-9 5,12-8 0,-12-6 12,2-4 33,-4 2-17,-8 3-6,-5 6-10,-6 3-12,-2 3-22,-1 0 0,0 2 11,1 8-45,3 1-56,4 8-67,2-7-806,5 3-1625,-2-4 2599,5 3 0,-9-6 0,-2-1 0</inkml:trace>
  <inkml:trace contextRef="#ctx0" brushRef="#br0" timeOffset="514623">28084 8519 20761,'-6'-5'2521,"2"1"-1670,4 4 1093,0 0-1675,-17-35-79,13 23-72,-13-25-40,17 33 6,0 2 101,0 0-191,3 3 34,1 0-5,5 1 16,2-1-22,-3-1 33,2-2 34,-7-4 6,1-2 16,-2-1-22,-2 2-45,0 1-5,-1 4 27,-1 0-44,0 2 6,1 0-40,-1 0-28,-1 5 11,1 0-262,-3 11-2415,3 10 2711,6 5 0,-2-8 0,4-7 0</inkml:trace>
  <inkml:trace contextRef="#ctx0" brushRef="#br0" timeOffset="515139">28541 8729 17437,'1'-7'4295,"0"2"-2846,-1 5-26,0 0-917,-45-61-327,19 46-151,-2-18 0,-1 5 28,-8 40-34,17-2 194,-23 28-199,21-8-28,-3 15 16,15-16 394,20 4-377,10-17 17,18 2 12,6-15 33,2-12 0,-1-9 145,0-21-117,-16 7-126,-13 4 0,-2-3 288,0-22-134,-7 16 0,0-2-6,0-2 1,-2 0 5,0 0 0,-2 1 28,0 4 0,0 2 134,-1-20-295,-2 17-7,-2 15 0,1 10 0,-2 8 0,2 6 0,1 13 281,1 18-281,4 22 0,-2-17 0,1 2-226,2 5 0,0 2 226,1 11 0,0 1-2022,0-10 0,-1-3 1590,1-2 1,-1-3-4408,7 18 4297,-3-29 0,-1-6 0,-4-13 0</inkml:trace>
  <inkml:trace contextRef="#ctx0" brushRef="#br0" timeOffset="515365">29105 8546 20184,'-3'-2'4358,"0"0"-3400,3 2-952,58-46-107,-13 30-318,2-9 1,1 1-836,15 20-68,-18 3 1322,0 9 0,-31-5 0,4 4 0</inkml:trace>
  <inkml:trace contextRef="#ctx0" brushRef="#br0" timeOffset="515540">29294 8738 24743,'53'-25'-3277,"0"-1"0,3 0 0,-5 6 3274,-10 10 1,-5 2 0,-18 4-1</inkml:trace>
  <inkml:trace contextRef="#ctx0" brushRef="#br0" timeOffset="516264">30539 8457 20622,'22'-40'860,"0"0"1,1 3 0,-12 12-50,-17 25-659,-10 9 32,-16 11-4,-17 14-176,4 0 69,5 0 1,2 0 136,0 5-207,0 7 0,4 5 2,20-15 1,4-1-200,-6 0 1,5 1 198,11-1 1,6-3 67,16 2-34,17 6-50,9-10 33,1-9 207,-11-11-145,7-8-50,-26-6 134,14-13-56,-22-2 715,0-10-743,-11-1-50,-6-1-51,-10 3 0,-12 6-33,-14 7-168,-16 8-587,23 6 0,-3 2 805,-9 4 0,1 0 0,-5 0 0,0 5 0</inkml:trace>
  <inkml:trace contextRef="#ctx0" brushRef="#br0" timeOffset="525890">25861 9714 19848,'0'-5'4302,"0"1"-3053,0 4-1254,6-37 10,-6 39 18,0-20-18,-10 53-16,-3 8-214,2 1-659,3 0-1777,5-5 2661,10-5 0,-5-17 0,5-5 0</inkml:trace>
  <inkml:trace contextRef="#ctx0" brushRef="#br0" timeOffset="526272">26131 9352 22285,'-40'30'121,"1"1"0,3-3 1,11 0-10,34 11 45,8-5 11,9-9 50,4-9 51,0-9 78,0-13 62,-4-9 22,-5-11-22,-7-7-134,-7-4-57,-7 0-111,-4 9 128,-11-5-140,-1 16-61,-9-2-51,1 12-28,0 8-39,0 9-112,3 10-67,7 2-2101,8 9 0,5 2-3635,4 1 5320,1 1 1,3-2 0,0-15 0,1 0-1</inkml:trace>
  <inkml:trace contextRef="#ctx0" brushRef="#br0" timeOffset="526665">26722 9459 26071,'-51'7'33,"0"0"1,9-4 0,4 8-16,12 20 1,6 14 0,1-2-1382,-3 8 0,0 2 1320,1 0 0,-1 4 1,1 1-738,3-1 0,0 0 0,1 2 245,4-10 0,-1 1 0,0 1 1,1 0-1053,0 1 0,0 1 1,0 0-1,0 0-871,-1 3 0,-1 2 1,1-2-1,1-4 1799,2-5 0,0-3 0,-1-1 3022,-6 21 1,-3-15 3024,-1-36-2890,0-13-983,8-29 0,4-12-972,3 2 1,3-4 42,-1 1 0,0-4 0,2 1-155,2-17 0,3 1-81,2 3 0,3 3 489,1 8 0,3 3-722,1 9 1,3 3-65,3 5 1,3 3-29,4 0 0,2 2-25,6-1 0,3 1-281,16-6 0,2-1 32,-6 4 0,1 1-415,-1 1 0,-1 0-400,-2 2 0,-2 2-2487,-8 3 0,-1 2 3551,4-2 0,-3 1 0,10-3 0,-21 9 0</inkml:trace>
  <inkml:trace contextRef="#ctx0" brushRef="#br0" timeOffset="526907">27220 9617 27807,'-32'-48'275,"-14"46"-239,26 31 0,2 9-834,-3 0 1,1 2 799,1 6 1,3 0-3,6-7 0,4 0-144,4 17 1,6 0-73,7-11 1,6-4-337,10 3 1,4-6 2,-4-16 0,2-4-594,0-4 1,1-2 1142,17 0 0,-22-7 0,-2-2 0</inkml:trace>
  <inkml:trace contextRef="#ctx0" brushRef="#br0" timeOffset="529624">27806 9669 23814,'-14'-36'291,"0"0"0,5-24-162,53 48-34,12 6-61,6 17-15,-31-1 1,-2 5-171,0 5 0,-3 4 167,-1 4 1,-3 2-6,-1 4 1,-3 2-254,-1 1 0,-3 2 264,-3 0 1,-1 1-18,-2-1 1,-1-1-1,1 20-22,-4-18 1,0-3-35,1-1-315,-1 1 0,1-1-793,0-4-1160,2 12-4610,0-21 6929,-3-9 0,0-7 0,-2-5 0</inkml:trace>
  <inkml:trace contextRef="#ctx0" brushRef="#br0" timeOffset="529822">27903 10044 19843,'19'-36'-36,"-1"0"1,8 3-1,4 7 0,2 17 0,5 5-1237,4-2 0,6 0 0,-2 0 1273,14 0 0,-3-1 0,-4 1 0,-3 0 0,-14 2 0,-1 1 0</inkml:trace>
  <inkml:trace contextRef="#ctx0" brushRef="#br0" timeOffset="530099">28886 9712 18817,'-4'0'3109,"0"0"-2947,4 0-201,72-22-196,-11 14-563,-20 0 0,5-1 0,-2 2 159,7 5 1,-1 2-4278,9-1 1,-3 1 3912,-20 0 1,-3 0 0,24 0 0,-48 1-1</inkml:trace>
  <inkml:trace contextRef="#ctx0" brushRef="#br0" timeOffset="530290">29003 10005 22935,'49'-10'-1701,"-1"-1"0,3 1 0,-1 0 1701,2 2 0,-4 0 0,8 0 0,-4-1 0</inkml:trace>
  <inkml:trace contextRef="#ctx0" brushRef="#br0" timeOffset="530723">29811 9641 23259,'-56'-9'684,"13"1"-617,47 8-17,6 0-16,6 0 33,10-1 23,6-2-51,9-2-17,5-1-11,15-2-5,-19 3 5,5 1-11,-11 3-17,-10 1-11,3 0 62,-17 0-12,-8 0 12,-3 0-56,-1 0-460,3 0-1770,6 0-7579,7 0 8736,-2 0 0,-2 1 1,-8-1-1</inkml:trace>
  <inkml:trace contextRef="#ctx0" brushRef="#br0" timeOffset="530982">29877 9955 18224,'-3'0'2985,"1"0"-447,2 0-2522,13-10 1,11 3-101,21-8-381,15 4-629,-23 6 1,1 0-1839,4 0 0,0-1 2415,-3 1 1,-3 0-1,11-1 1,-21 2 0</inkml:trace>
  <inkml:trace contextRef="#ctx0" brushRef="#br0" timeOffset="531347">30774 9584 17613,'-4'-1'3921,"1"1"-678,3 0-3109,-6-43 79,17 27-56,2-32-39,20 39-34,5 4-17,3 9-16,11 17-51,-17-1 28,10 23-23,-22-5 9,-9-5 0,-1 1-2,2 15-4,-9-11 0,-3 0 15,-1 15-262,-2-19 1,0 2 67,-1-2 0,3 0-728,6 6 1,1-1-116,4 12-2820,6-15 0,3-3 3834,0-9 0,2 4 0,-15-22 0</inkml:trace>
  <inkml:trace contextRef="#ctx0" brushRef="#br0" timeOffset="531574">30818 9932 19070,'-2'-3'3450,"1"1"-2481,1 2-476,61-50-364,-14 32-622,3-11 0,4 1 484,-14 21 1,-3 4-59,26-5-1986,-14 4 0,0 0 417,2 1 1636,1-1 0,-4-1 0,-19 3 0,11-2 0</inkml:trace>
  <inkml:trace contextRef="#ctx0" brushRef="#br0" timeOffset="531865">31447 9331 21058,'-3'-6'2717,"0"1"-1698,3 5-167,0 0-808,19-40-10,-2 38 5,17-1 0,3 7-22,7 31-367,-10-1 0,6 8 0,-5-1 352,-1 2 1,-2 3-511,-4-2 0,2 3 0,-5-3 499,-3 1 1,-5 0-9,-8 7 1,-10 0-334,-12-11 1,-10 1-533,-6-1 1,-6 2 0,-1-3-2340,-5 3 1,-3-3 3220,1-5 0,-2-1 0,8-6 0,-3-1 0,3-1 0</inkml:trace>
  <inkml:trace contextRef="#ctx0" brushRef="#br0" timeOffset="534282">32369 9932 15445,'-8'-62'1537,"0"1"1,3 17 0,1 0-1,1 5-1009,0-24-10,3 25 0,1 4 288,0 6-414,0 5-386,-1 12-51,0 13 73,0 14 0,0 14 17,0 18-29,0 14-368,2-28 0,0 1 366,1 1 0,1 0 22,2-3 1,3 0 181,5-1 1,1-3 44,7 6 359,16-8-146,-4-28-207,20-14-118,-7-6 1,2-5-758,-13 7 0,0-3 639,2-1 1,4-4 0,-3 0-9,5-4 0,-1-1-7,-6 6 1,1-2 0,1 0 12,-2 1 1,1-1 0,-1 1-25,-2 1 1,0 1 0,-1 1-281,11-7 0,-1 2 276,-8 5 0,-1 3 459,19-7-775,-17 13-1188,-14 12-5232,-14 16 6269,-12 4 1,0-2 0,-3-3 0</inkml:trace>
  <inkml:trace contextRef="#ctx0" brushRef="#br0" timeOffset="539268">7064 6885 6971,'51'8'519,"0"0"0,-1-1 0,-2-4 22,-11-7 0,-2-1-543,5-2 0,0 0 568,3-2 0,1 0-79,3-1 1,1 0 27,3-1 0,0 0-448,5-1 0,0-1 347,4 1 1,1 0-557,-19 3 1,1 1-1,0 0 267,2 0 0,-1 0 0,1 1-60,1-1 1,0 1-1,1 1-28,-1 0 1,1 0-1,-1 1-4,2 1 1,-1 0 0,-2 0-9,9 0 1,0 1 15,-4 1 0,3 0 0,-4 1-449,2 0 1,-1 1 435,-4-1 0,3 0 0,-1 1 44,7 0 1,-2 0 42,1-1 0,-1 0 13,1 0 1,0 0 3,2-1 0,1-1-15,2 1 1,1-1-3,2 0 0,1 0-50,-20 1 1,0 0-1,0 0-17,0 0 1,-1 0 0,1 0 9,20 1 1,-1 0-3,-1 0 0,-2 0 5,-1 1 1,-2 1 5,-1 0 1,-2 0-84,-1 1 1,-2 0 113,0 0 0,-2 1-45,-11-1 1,0-1 74,19 2 1,-2-1-73,4-1-4,-14-1 0,6 1 1,-3 0-11,-2-1 0,-1 1-24,0-1 1,3 0 0,-2 1 6,12-1 0,-2 0 9,3 0 0,-1 0-6,0 0 0,-1 0 5,0 0 1,0 0 5,0 0 0,-1 0 25,-1-1 1,0 1 22,2-1 0,-2 1-48,-12 0 0,2-1 24,0 1 1,3 0-1,-3 0-29,7 0 0,0-1-80,-3 1 1,3-1-1,0 0 61,-8 1 0,0-1 0,0 0-4,0 0 0,1 0 0,0 0 2,0 1 0,0-1 1,0 0 2,0 0 1,0 1 0,-2-1 0,7 1 0,1-1 18,-5 1 1,2 0-1,-3 0 7,2 0 1,-1 0-19,-2 0 0,2 1 1,-3-1-11,-2 1 0,-1-1 28,20 2 0,0 1-14,-15-1 0,0 1 190,-3-1 0,4 0 0,-2 0-190,13 0 0,-1 0-3,0 0 0,0-1-11,0 0 0,1-1 0,-1 1 0,-1-1 11,0 0 1,-1 0 2,-1 1 0,0-1 19,-2 0 1,0 0 8,-1 0 0,0 0 5,0 0 1,0 0-9,-1 0 1,2 0-12,0 0 0,1-1-17,1 0 0,1 0-17,1-1 1,1 0 58,2 0 0,1-1-56,1 0 0,1 0 6,1 0 0,0 0-1,-1 0 1,0 1 16,-1-1 1,-1 1 30,-2 0 1,-1 0-29,-14 1 1,1 0 50,18-1 0,1 1-31,-18 0 0,1 0-28,-2 0 0,1 0 0,0 0 2,13 0 1,-4 0-17,-10 0 0,0 1 19,20-1 1,0 1-17,-19 1 0,0 0-9,20 0 1,0 1 2,-14 0 0,-1 1 11,-2 0 1,0 1-12,-3-1 0,0 1 244,-3 0 1,-1 0-225,-2 0 0,0 0-9,-2 0 1,-1 0 13,-1 1 1,0-1 5,0 1 0,-1 0-9,0 0 1,-1 0 39,31 5-34,-6 0-11,-3 1 5,-5 1-16,0 0 45,-2-1 16,0-3 1068,-2-3-1056,-1-3-1,3-6 13,3-4-40,6-7 206,-25 6 0,1-1-246,20-7-11,-12 5 1,1 0-7,13-3 460,-17 5 1,-1 1-505,7-1 45,-12 4-1423,-10 3 1417,-7 3 0,-6 0 0,-2 0 0</inkml:trace>
  <inkml:trace contextRef="#ctx0" brushRef="#br0" timeOffset="567112">24907 13204 18913,'-7'0'4397,"2"0"-3955,5 0-341,83-42-578,-53 33 1,2-1 483,11-6 1,6-4-1,-5 5-7,-6 7 0,-2 2-106,8-1 0,0 2-1020,-5 1 0,0 2-2087,-2 0 1,-1 0 2697,27 3 0,-38 0 1,-13 1-1</inkml:trace>
  <inkml:trace contextRef="#ctx0" brushRef="#br0" timeOffset="567318">25296 13158 25203,'-13'34'294,"0"-1"0,-9 21-283,15-20 1,2 2-814,0 5 1,0 2-126,1 0 0,1 2 927,3 10 0,3-4 0,-1-3 0,5-8 0</inkml:trace>
  <inkml:trace contextRef="#ctx0" brushRef="#br0" timeOffset="567945">26056 13248 24458,'-45'-11'289,"-1"1"0,8-3 1,4 10-102,1 25 0,4 11-76,0 1 0,3 3-613,-1-2 0,3 3 515,2 2 0,8-2-8,19 8 3,22-6-99,6-15-291,8-11 0,3-4-50,5-3-628,10-3 1,2-4-2833,-24-4 0,-2-2 3891,12-1 0,-3 0 0,-1-5 0,-20 5 0</inkml:trace>
  <inkml:trace contextRef="#ctx0" brushRef="#br0" timeOffset="568194">26509 13222 22442,'56'-24'-36,"0"-1"1,-1 3-1,-3 5-354,-15 13 1,-3 2-445,25 0-659,-23 1 0,1 2 1493,-4 4 0,-2 0 0,11-3 0,-4 8 0</inkml:trace>
  <inkml:trace contextRef="#ctx0" brushRef="#br0" timeOffset="568561">26851 13321 17182,'-56'21'2037,"1"1"0,6-2 0,5-2-1527,0 4-342,16-3-68,17-3 7,20-3-51,20-4-34,25-4-11,-21-5 1,3-2-166,2-2 0,0-2 159,-1-2 1,-2-3 16,-2-2 1,-4-2 66,18-24-27,-14-11 61,-15-7 157,-9-4 146,-12 27 0,-3 1-112,-2-9 240,-11-7-50,9 26-280,1 2 336,3 4-358,4 11-130,1 0 270,2 23-337,9 24-5,-2 1-186,1-4 1,2 2 185,-2-8 0,0 1 0,1 8 0,-1 2-67,-1 0 0,-2-2-112,1 22-757,-12-21 1,-5-1-6476,-14 13 7255,6-21 1,-1-1 0,-5-3 0,9-15 0</inkml:trace>
  <inkml:trace contextRef="#ctx0" brushRef="#br0" timeOffset="569594">28177 13468 26110,'27'-26'142,"1"0"0,-1-2 0,-2-2-106,-5-2 1,-1-3-1007,2-5 1,1-3 980,1-7 1,0-3-12,2-4 0,-1-1 11,-8 18 0,0-2 0,-1 1 11,5-19 1,-1 1 10,-3 5 1,-3 1 8,-3 9 0,-2 3 680,1-22-621,-7 24 258,-3 20-359,-2 13-11,-16 32-12,3-2 3,-12 22 1,-3 9-262,6-9 1,-1 3 282,2-2 0,-3 4 0,3 0-1,5-5 1,0 0 0,3 0 2,3-1 0,1-1 0,3-1-27,1 16 1,7-2 8,8-8 0,10-3-3,17-4 0,7-5 11,-11-13 1,3-4-9,22 0 0,2-9 8,-16-12 1,-1-4-199,0 2 1,2-5 203,-3-6 0,2-6 0,-3 0-23,3-6 1,-2-3-269,-2 2 1,1-2 0,-3 0 287,5-7 0,-4-1 20,-4-2 0,-3 3 16,3-11 7,-12 0-7,-27 28 1,-8 1 1441,-13 8-1447,-9 15 399,-8 13-394,-3 15-25,24-12 1,2 3-6,3 2 0,2 1-3,-6 31 898,18 1-876,22-4-22,18-8 39,14-12 0,8-16 12,2-16 5,0-18-48,-29 2 1,-2-3 16,-1-4 0,-2-3 14,-2-1 0,-2-1 34,9-28 28,-13 4 0,-14 4 61,-14 6-78,-13 7-89,-13 7 33,-6 8-17,6 8-6,-10 9-66,17 15-23,1-1-297,13 20-414,18-2-594,14 13-785,17 4 60,-8-25 0,3-1 1679,9 0 0,0-3 0,4 2 0,1-6 1</inkml:trace>
  <inkml:trace contextRef="#ctx0" brushRef="#br0" timeOffset="570494">29843 13229 12869,'7'-5'7377,"-1"1"-5568,-6 4-476,55-72-381,-44 42-493,10-15 1,-10 4-241,-32 26 94,-33 4-100,3 17-471,17-1 0,-1 4 317,2 2 0,0 4-1558,-2 7 0,3 1 1482,-7 10 45,5 14 6,36-13-18,4-7 52,21 0 21,5-20 113,18-13-113,-14-3 197,9-18 89,-22 3 290,2-5-217,-8-2-291,-9 12 3453,-4 1-3597,-4 14-13,-4 6 0,0 6-3392,-16 33 3392,7-10 0,-2 7 0,-1 4-304,2-5 0,-1 1 304,-4 15 0,-2 2 0,6-16 0,0 0 0,-1 2 0,-4 11 0,0 3 0,0-4-511,-1 3 1,-1-1 510,2-4 0,-1 2 0,1-7 0,6-13 0,-1-3-35,-11 15 0,0-6 28,0-11 1908,-2-31-2321,22-22-748,13-26 0,7-8-1128,1 10 1,3-1 1800,-5 11 0,1-2 0,2 0-342,3-2 1,1-1 0,1 3 738,5-5 0,1 1 14,-2 6 0,1-2 0,0 2 101,5-5 0,0 4-375,-3 4 1,-1 3 382,-1 6 0,0 2 6,-1 6 0,1 0-84,6-4 0,4 0 182,10-2 0,2 2 125,-8 6 1,0 1-54,-2 3 1,-2 1 913,22-3 2937,-26 7-2365,6-2-1222,-18 5 686,-4 0-356,-10 3 1451,-1 2-1978,-3 0 1020,-1 2-1265,-1 3 21,-1 5 35,-4 11 10,-2 13 1,0-1 0,0 1-29,-3 17-14,1-8 1,1 1 14,-4 16-1727,6-18 0,-1 1 1681,0 10-88,0 7 89,6-42 84,-1 5 100,2-19-33,7-19-140,-2 1 3,7-13 0,3-4-14,14-21 1641,-12 22 1,2-1-1639,10-4 0,2 4-20,2 1 0,-4 7 0,3 3 0,16 2 0,-9 5 0,-6 11 0,-2 3 0,-3 6 0,3 5 0,0 5 0,2 13 0,-10-5 0,-1 3-578,6 23-1773,-9 7-2713,-9-12 4703,-6 2 0,-3-30 0,-1 0 1</inkml:trace>
  <inkml:trace contextRef="#ctx0" brushRef="#br0" timeOffset="571352">27801 14276 19901,'52'-3'96,"0"0"0,0 0 0,0 0 0,0 0 0,12-2 0,-4 1 0,1 1-856,-10 2 0,0 0 0,0 1 1,3-1 789,6 0 1,3-1 0,0 1 0,-1-1-557,-3 1 1,-2-1 0,2 1-1,3-1 530,-6 1 1,3-1 0,2 0 0,1 1 0,0-1-1,-3 1-163,6-1 0,-1 0 0,0 0 0,-2 1 0,-1-1 159,2 1 0,-3-1 0,1 1 0,4 0-211,-8-1 0,4 1 0,3 0 0,-2 0 0,-3 0 1,-6 0 198,7 0 1,-5-1 0,4 1-51,-2 0 1,7-1 0,2 1 0,-3-1 0,-8 0-64,1 1 0,-6-1 0,1 0-586,11 0 0,2-1 0,-6 1-208,-3 0 1,-7 1-5883,14-2 6801,-72 3 0,-2 0 0,-6 0 0</inkml:trace>
  <inkml:trace contextRef="#ctx0" brushRef="#br0" timeOffset="571644">28126 14481 19474,'58'-13'383,"0"0"1,0 0 0,-1 0-1,2 2 1,3 1 0,0 0-1,-2 1 1,-4 3-915,4 1 0,-5 3 1,4 0 617,-8-1 0,2 1 1,2-1-1,1 1 1,-3-1-556,6 1 0,0-1 1,-2 0-1,1 1 548,1-1 0,0 1 0,-1-1 0,-2 1 81,4-1 0,-3 0 0,3 1-61,-3-1 1,3 1 0,0 0 0,-6-1-36,-7 1 1,-5 0-1,3 0-20,13-1 0,2 1 0,-7-1 8,-7 0 0,-6 1 226,6-2-621,-32 1 590,-18 2-7497,-30-1 7249,-4 2 0,5 0 0,9 0 0</inkml:trace>
  <inkml:trace contextRef="#ctx0" brushRef="#br0" timeOffset="590828">25138 15308 16303,'1'-7'4816,"0"1"-4477,7-24 0,2-6 989,-4-1-1071,1-4 1,-5 1 50,-21 9-213,-7 18 40,-26 4 16,-6 10-56,12 3 0,-4 5-47,2 7 0,2 5-60,11-4 1,4 2 11,-12 26-5,51-8 10,20 6 1,-1-8 2,-3-8 1,3-2-368,13 9 364,-14-12 1,-1 1 5,15 12-3,-15-11 1,-3 1 8,-1 9 5,0 10 12,-31-15-12,-5-10-5,-27-1-28,4-10 0,-1-2-62,-16 3-283,9-4 1,3-4-3769,7-11 4124,1-2 0,17 0 0,13 4 0</inkml:trace>
  <inkml:trace contextRef="#ctx0" brushRef="#br0" timeOffset="591118">25897 15217 24570,'-50'3'326,"0"0"1,3 2 0,3 4-254,14 4 0,4 4-37,-2 0 1,2 1-20,-18 20-23,13 1 6,15 0-67,22-1 5,6-10-2445,23-8 0,6-4 1981,3-3-297,8-2 0,4-4-731,-21-8 1,1-4 1553,12-2 0,-1 0 0,5-4 0,-7-2 0</inkml:trace>
  <inkml:trace contextRef="#ctx0" brushRef="#br0" timeOffset="591336">26402 15137 22352,'47'-15'-753,"1"1"1,-1 0 0,0 2-926,-3 4 1,-1 2-3239,-4 1 1,-3 1 3957,12-1 1,-21 4 0,-20 1-1</inkml:trace>
  <inkml:trace contextRef="#ctx0" brushRef="#br0" timeOffset="591694">26512 15383 21523,'-39'16'476,"0"0"0,-17 9-285,73-25-169,21-8-89,-7 1 0,3-2-48,7-4 0,0 0 64,-6 2 1,0-2-18,21-13 1,-3-2-251,-25 9 0,-2-1 352,15-11 0,-4-1 16,-13-5 309,-10-14-146,-15 27 470,-10-18 330,-7 22 371,-13-6-1037,11 10 572,-2 0-695,17 11 45,-1 0-185,6 3 552,0 2-636,4 7 11,6 10-5,9 14 5,8 14-28,-10-11 0,0 1-28,5 16-298,-9-12 1,-5 1-851,-9 21-1798,-7-20 0,-2 1 2340,-2-4 1,-2-4-1,-8 12 1,8-20 0</inkml:trace>
  <inkml:trace contextRef="#ctx0" brushRef="#br0" timeOffset="592351">28793 15372 16325,'1'-7'5399,"1"1"-4373,-2 6-561,0 0-101,-72-53-219,31 52-904,-9-16 1,1 6 814,11 42-30,18-4 0,2 2 42,-8 28-35,12-13 1,3 1-23,6-8 0,4-1 8,5 3 1,5-3 14,13 2-6,25-4 0,-13-19 11,12-6 0,3-6 107,6-12-62,-9 0 0,-4-5 0,-5-15 162,-5-23 17,-15-5 209,-8 16 0,-2-4-335,-2-10 1,-4-1-29,-3 11 0,-2 1 3,-3 0 0,-3 5-34,-11 3 451,-19 16-540,-13 22 5,-3 10 6,3 8 6,20 8-1681,15 8 0,4 3 1501,1 6-297,1 6 1,7 3-3134,17-13 1,5-3 3603,-3-3 0,1-2 0,1-3 0,1-5 0,1-8 0</inkml:trace>
  <inkml:trace contextRef="#ctx0" brushRef="#br0" timeOffset="592978">29556 15149 26105,'-57'9'29,"1"1"1,9-6 0,6 8-5,12 31 1,9 8-805,8-15 0,3 1 779,-5 16 0,4 2-17,11-12 1,5-2-29,3-2 0,4-1-168,5-5 1,4-3-377,4-3 1,0-4 186,22 8-1581,-8-18 1,3-7 534,-12-8 0,1-4 720,14-3 1,0-6 976,-8-8 0,-4-4 585,-1-5 1,-2-3 31,-1-3 1,-2-2 247,-4 0 1,-1 0-359,-4 2 0,-2 1-36,-4 5 1,-2 2 52,2-20-198,-8 13-71,-3 13 283,-2 11-703,0 6 749,0 7-845,-1 10 375,-1 11-335,-2 19-23,-2 15-2,3-24 0,0 2 5,0 2 1,1-1-12,1-2 0,0 0 102,2 22-83,2-14 7,1-17 61,0-11 39,7-25-89,0-1-6,14-29-6,2-1-3,-8 16 1,0-2-15,2 2 1,1 0 45,20-19-3376,-3 11 3353,-4 11-252,4 9 224,-13 10 11,10 12-5,-14 10-12,4 13 12,-5 11-40,-8-5-520,-5 28-1076,-8-21-6385,-3 16 8414,-1-28 0,0-14 0,2-10 0</inkml:trace>
  <inkml:trace contextRef="#ctx0" brushRef="#br0" timeOffset="593212">30802 15040 27757,'48'-38'39,"-3"26"-50,-30 37 0,-3 12 13,3 3 1,-1 3-1602,0 7 1,-2 0 1528,-2-8 0,-4 1-677,-5 1 0,-4 3 0,-1-4-457,-2-8 1,-2-1 1203,-8 24 0,-1-5 0,3-23 0,0-2 0</inkml:trace>
  <inkml:trace contextRef="#ctx0" brushRef="#br0" timeOffset="594978">30124 15618 20265,'17'-46'738,"0"1"0,-1 0 1,0 2-1,0 0 1,-2 4-322,-1-2 1,-1 3-74,0 3 0,-2 1 638,5-19-573,-6 19-66,-6 16-331,-2 10 34,0 12-46,-2 14-3182,-2 23 3199,1-8 0,-1 4 8,-1 9 0,0 3-476,-1 7 1,-1 1 469,0 1 1,1-1-364,1-1 0,1-4 352,0-13 1,2-1-56,0 6 0,1-4 59,0 1 2625,0 5-2424,0-32 1197,0-33-1399,-1-1 0,1-10 0,0-4 175,1-1 0,2-3-192,0-14 1,2-5-418,2-5 0,1-1 431,0 1 1,1 0-9,-3 8 0,0 3 19,-2 12 1,-2 3-20,-8-10 22,-4 20 1,-9 15-51,-4 18 799,-7 20-765,-7 24-9,17-16 0,0 3 78,1 7 0,1 2-78,1 4 0,3 0 3,2-10 0,3 0 8,1 13 1,2-2-303,2 9 291,2-22 0,1-2 9,1 0 61,0-17 6,0-17-45,0-20 11,-4-19-39,1-25 115,1 20 0,0-3-109,0-6 1,2-1-7,3-1 0,2 1 0,1 3 0,0 3 0,3 7 0,1 4 295,4-14-295,-2 20 0,-7 14-34,-2 11 22,-1 13 29,4 17-11,0 23-9,-2-16 0,-1 3-266,-1 6 0,0 1 266,-1 2 1,0 0 2,-3-1 0,1 0-364,-1 1 0,0-4 370,-2 11 17,1-3-23,2-37 0,0-6 0,1-32 0,-1-14 0,1-14 161,0 14 1,0-4-162,2 0 0,1-2 0,2-12 0,1-2 0,2 2 0,0 1 0,1 9 0,0 3 762,4-18-762,-6 28 0,-5 20 0,-2 15 0,3 20 0,0 21 0,0-10 0,0 3 0,0 7 0,0 2 59,-1 4 1,-1 2-60,-1 1 0,-2-1 0,0-1 0,-3-1 0,-3 2 0,-1-3 0,2-13 0,-1-2 0,-7 21 0,7-30 0,5-17 0,0-22 0,2-17 0,1 1 0,0-2-575,4-26 575,0 15 0,2-2 0,3 8 0,1-1 0,1-6 0,1 0 0,0 8 0,1 3 537,6-15-537,-8 26 0,-5 11 0,-6 14 0,1 14 0,-3 19 0,-5 26-1334,-2-9 0,-3 1 1334,3-14 0,0 0 0,-7 17 0,-1-2 108,7-21 0,0-2-108,-1 8 0,0 0 0,-1 8 0,6-11 0,7-38 0,4-21 0,3-9 0,1-7 0,0-3 0,1-3 199,-2 5 1,1-4-1,0 3-199,0-5 0,1 0 0,0-10 0,1 3 7,-4 21 0,0 1-7,0-3 0,-1 2 0,0 0 0,-3 15 0,-3 17 0,-4 12 2793,-4 16-2793,-7 25 0,2-3 0,0 2-501,3-13 1,1 0 500,-6 21 0,1 1 0,7-23 0,2 0 0,-2 5 0,2 1 0,2-9 0,1-2 0,2 13 0,0-23 0,1-24 0,0-11 0,0-30 0,1 4 0,1-3 0,1-6 0,2-2 221,-1 0 1,1-2-222,6-10 0,2 5 0,-1 4 0,-1 11 0,-1 5 0,-4 14 0,-2 5 0,-4 13 0,-2 19 0,-1 2 0,-5 29 0,3 10 0,1-5 0,3 4-889,4-6 0,2 1-604,2 10 1,1-1-1524,1-20 0,0-2 3016,1 1 0,-1-4 0,-2-8 0,-1-2 0</inkml:trace>
  <inkml:trace contextRef="#ctx0" brushRef="#br0" timeOffset="595809">28145 16518 20095,'57'-6'241,"1"0"1,-1 0 0,5 0 0,0 0 0,0 1-133,-13 1 0,0 0 1,0 1-1,2 0-1367,7-1 0,1 0 0,2 0 1,1 0 1308,-7 1 1,0-1-1,1 1 1,1 0-1,1-1-207,-6 1 0,0 0 0,1 0 0,0 0 0,1-1 0,0 1 167,1 0 0,1-1 1,0 1-1,1-1 0,0 1 1,2-1-59,-1 0 0,2 0 0,2 0 0,-1 0 0,0 0 0,-3 0 1,-2 0 56,2 1 0,-2-1 0,-3 0 0,2 1 0,2-1 1,1 1 0,4-1 0,1-1 1,-1 2-1,-3-1 0,-5 1-9,-3 0 1,-4 0 0,-2 1 0,2 0-129,5-1 0,2 1 0,-1 0 0,-3 0 120,2 0 0,-3 0 1,-5 1 607,6-1 0,-22 3-737,-50 8 18,-25-2 135,-1 0 0,-11 0 0,-2 1-91,14-3 0,0 0 1,-3 0-1,-1 1 40,-3-1 0,-3 2 1,-2-1-1,-1 1 1,-1 0 22,5-1 1,-1 0 0,-1 0-1,-1 0 1,0 1 0,0-1 7,5 0 0,-1 0 1,0 1-1,-1-1 1,1 0-1,-2 1 1,1 0-109,-2-1 1,-1 1 0,0 0 0,0 1 0,-1-1 0,1 0 0,-1 0 117,0 1 1,-1 0 0,0 0 0,1 0 0,-1 0-1,0 0 1,0 0-153,1 0 1,-1 0 0,1 0 0,0 0 0,0 0 0,0 1-1,0-1 165,1 0 1,1 0 0,-1 1-1,1-1 1,0 0 0,1 0 0,0 0-34,-6 1 0,-1 0 1,2 0-1,0 0 0,0 0 1,1-1 24,5 0 0,0 0 0,1 0 0,0-1 0,1 1 0,2-1 95,-5 1 0,2-1 0,0 1 0,2-1 0,2-1-38,-2 1 0,0 0 0,4-1 0,2-1 336,0 0 0,4 0 0,5-1-266,-21 2 1646,72-11-1677,19-2 1,12 0-2,-1 0 0,5 0 0,2-1 32,-3 1 1,3 0 0,1 0-1,2 0-76,7 0 1,2-1-1,1 1 1,2 0 21,-9 1 0,2 0 0,0 1 1,1-1-1,1 1-148,-8 0 0,1 0 0,1 1 0,0 0 0,0-1 0,0 1 125,2 0 1,-1 0-1,1 0 1,1 0 0,1 0-1,1 1 15,1-1 0,1 1 1,3-1-1,-1 1 1,0 0-1,-2 0 1,-4 0-46,5 0 1,-5 0 0,0 0-1,0 1 1,3-1 7,-5 1 1,2 0 0,2-1-1,1 1 1,-2 0 0,-2 0-1,-5 0-254,12 0 1,-5 0-1,-1 0 1,2 1 249,-5-1 0,1 1 0,1-1 0,0 1 0,-3-1-4,6 1 1,-2 0-1,-1-1 1,-1 1 18,9 0 0,-2 0 1,-6 1-25,-2-1 0,-7 0 89,-7 1 1,-10 0 1398,-20 0-1527,-14 0-308,-23-3-1014,-27-4 1986,-4-2-653,-2-2 0,3 0 0,14 3 0,7 1 0,1 0 0</inkml:trace>
  <inkml:trace contextRef="#ctx0" brushRef="#br0" timeOffset="596927">27673 12979 16812,'2'-8'3363,"9"-23"1,1-4-2910,-6 17-241,6-16 0,-2 5 375,-9 23-381,-1 4-146,-4 5-16,-9 13-6,-9 19-16,5-7 0,0 3-149,-4 7 1,1 2 133,-1 3 1,2 2-324,3-1 0,2 1 326,3-3 0,5-1-3,4-5 1,4-1 8,16 22 11,13-15 39,11-16 39,2-13 45,-2-14 51,-5-12-2783,-2-25 2682,-13 6 22,-10 2 0,-2-3-5,0-25-65,-6 19 0,0-2 3,-1 0 0,0-1 19,-2 2 1,0 1 8,-2 5 0,-1 2 56,-6-17-45,-8 16-50,-8 14-28,-7 10 0,-7 14 3165,-4 8-3232,1 14-68,5 11-302,9 9-840,11 6-2325,13 2 3220,15 1 0,-5-25 1,6-7-1</inkml:trace>
  <inkml:trace contextRef="#ctx0" brushRef="#br0" timeOffset="597211">28106 12596 21909,'3'-48'1376,"-1"1"0,0 6 1,-2 6-689,-4 11-570,0 14-96,-1 9 46,0 17-7,0 21-30,0-4 0,1 5-671,-1 15 0,1 5 671,0-12 1,1 3 0,0 3-744,-1 2 0,1 4 0,-1 1 0,1-4 715,-1-1 1,1-2 0,0 4-13,0 2 1,0 5 0,0-1 0,1-9-624,-1 2 1,3-1 561,2-8 0,1 4 0,2 1 0,4-5-621,6-2 0,4-4 1,1 1-655,3 5 1,1 0 0,4-6-1855,11 1 1,5-11 2885,-4-14 1,-3-7 0,-6-4 0,-1-4 0</inkml:trace>
  <inkml:trace contextRef="#ctx0" brushRef="#br0" timeOffset="597785">31030 12509 17468,'0'-9'5931,"0"2"-4710,0 7-11,0 0-890,14-51-18,9 55-5,26-20-236,-27 34 1,-1 11-445,14 16 0,-1 6 427,-14-16 1,-1 2 0,0 4-549,0 6 0,0 5 1,0 2-1,-3-2 521,-3-4 0,-2 0 0,-2 0 0,-1 2-33,-2 8 1,-2 2-1,-2 1 1,-4-3-162,-4-6 1,-4-2 0,-1-1-1,-2-1-2281,-2 1 0,-2 0 1,-1-2-1,1-3 2047,-2 3 1,1-3 0,0-4 0,-4 6 0,4-10 0,8-14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5B35-ECD6-3E5C-3FE5-2D6663628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2EA75-9628-D573-5964-A0E1C37A0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DCAB2-09EE-A6AE-416B-C27FAD3F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C30E5-755E-18F9-5DB6-1EC137343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BCAB7-70B8-8B3E-D921-F347E3CE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7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DACC-1A4D-2AA3-22EB-ED409282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2088E-AEEE-99D4-4684-914FB7B3C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B972C-8112-7F09-A9D0-4AF63D072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8C7D2-7A04-5CAD-0EDA-58253751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87B81-8809-E137-2C7A-6D7FC299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4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4079-8019-19FD-71FA-D53ADC968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6F2D0-2DDD-E66E-94FC-660F7949D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D30CA-3868-0D7D-55DD-C0C1D99B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788E5-DDD6-1470-D08C-F5BD2B8A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EE331-369F-98CF-E3E0-BA80E135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7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DF01C-0959-966A-ADD9-F7014346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D0CC4-AD63-F85E-62A3-B15D7FAAC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68ECF-ED0E-323D-9984-CC9222CE2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720DD-7F40-7159-F01A-BB1F9875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B3F01-6C42-5462-987C-37BD1088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3801C-594B-4877-3ACC-004997F6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86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3B53F-8D42-7B06-C89F-31CC63FEF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8DCD6-B8B5-F745-9C92-CA1B61889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B4D94-339F-4B14-ADBC-A564723FF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1067C-CAAA-8F90-DD67-3A69BAA18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8236E-9AFF-1ACF-2FDD-70387E5A3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CA404-D98F-7128-E097-EA2AF1F0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F4C0E-BB5A-B315-B070-C983F24C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316A-D2C2-6896-0E79-BDE1326E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8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3E17-AB0A-9E45-5E87-8A843F9D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E8A5F-AC2D-2887-9F35-65C788A8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46AB1-3187-EB61-AADC-E82E9795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2782D-0EC5-2D39-6925-3F2FBBC4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4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F0654-C3A8-6392-8D6C-19C03FCA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BDE46-AEB5-3304-7AF7-4A23456D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AE640-A031-67E1-8075-E5BF65FE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4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F430E-91FC-0661-DB50-7B94AC09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53FB1-71EC-1283-2A70-959E6D5E9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18963-0063-E021-6BFE-16990BDCC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60544-CF7D-0180-E6BA-78B8F012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18DD6-98D0-3981-2E27-BDC06544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E9769-93A0-F8BC-2595-FA22C503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999F8-D0C3-2281-1403-6DE28D89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716B4A-DA76-9F06-3824-D2ED79593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2A985-1836-2C3C-B962-B7392A729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DF3FA-630A-DD9D-E6D9-E7A2A7ABC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DB76B-7108-6AF3-D590-01EEBA11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33844-CA9E-E72C-C4F2-9BC87CB8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7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DAB3-D0CE-35ED-E3E9-682A4C6D5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C3697-0432-469A-D8DC-DA8F226AF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C1C23-9895-E62D-2E5A-CC89645A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92A61-7694-BC8F-B3C1-2BBCD9C28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737A-2E1C-A109-44C5-BF19B4EA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2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AF4047-8BDB-C57A-691B-7ADD23AAC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4ACEA-BFEC-497F-C744-E0822E331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FCF29-CCCE-7262-B439-CA314E31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198B8-D618-5E2D-7806-337AF75BE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F25AD-5158-DC82-9002-C1DAC8726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7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FA2C6-8532-E52A-3105-4AD25493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E1AB4-8D33-DFEA-54CC-931B2C10E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75EDC-14EE-4DE2-9D0B-6CEC48019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F9F9B-D389-8B41-9C90-3D735AD6BF38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83C1-56A8-A904-FCC4-33C7631E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2955A-4B29-90C5-E76B-95E85E125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E7641-243E-A149-A381-8526D2F28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31BCA0-B16C-AA93-C1A7-34869E34CC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6E54F0D-3C60-07DE-3B57-EB7BD3C3E773}"/>
                  </a:ext>
                </a:extLst>
              </p14:cNvPr>
              <p14:cNvContentPartPr/>
              <p14:nvPr/>
            </p14:nvContentPartPr>
            <p14:xfrm>
              <a:off x="2068920" y="420840"/>
              <a:ext cx="3184200" cy="3040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6E54F0D-3C60-07DE-3B57-EB7BD3C3E7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9560" y="411480"/>
                <a:ext cx="3202920" cy="305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620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1B2D7FC-48E3-200F-29A4-707F064CEA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7E1AA7-1247-FF62-488C-5978AAC149A5}"/>
                  </a:ext>
                </a:extLst>
              </p14:cNvPr>
              <p14:cNvContentPartPr/>
              <p14:nvPr/>
            </p14:nvContentPartPr>
            <p14:xfrm>
              <a:off x="377280" y="621360"/>
              <a:ext cx="7915680" cy="5352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7E1AA7-1247-FF62-488C-5978AAC149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0" y="612000"/>
                <a:ext cx="7934400" cy="537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479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48898-381F-6752-EE8A-CD71310FF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453463-D465-802D-9DB9-AA7C20A0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6DED03A4-68A2-3D28-03CD-764CF73518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741A91-E143-48BE-4397-6C02B8857659}"/>
                  </a:ext>
                </a:extLst>
              </p14:cNvPr>
              <p14:cNvContentPartPr/>
              <p14:nvPr/>
            </p14:nvContentPartPr>
            <p14:xfrm>
              <a:off x="309600" y="737640"/>
              <a:ext cx="11014200" cy="5822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741A91-E143-48BE-4397-6C02B88576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240" y="728280"/>
                <a:ext cx="11032920" cy="584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2679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34F06-547C-57E9-4A26-8E96DACAF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700F47-A286-3F94-7A7C-F5B79DF4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DE40C2C-C5BC-19B9-0CD0-45D3C97756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6E02E7-03CD-964E-A09D-5A03939E1230}"/>
                  </a:ext>
                </a:extLst>
              </p14:cNvPr>
              <p14:cNvContentPartPr/>
              <p14:nvPr/>
            </p14:nvContentPartPr>
            <p14:xfrm>
              <a:off x="81000" y="101160"/>
              <a:ext cx="11080440" cy="6526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6E02E7-03CD-964E-A09D-5A03939E12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40" y="91800"/>
                <a:ext cx="11099160" cy="654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2391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7E1D9-EB19-F727-49B9-22897C71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F3ED05-B3E0-1D0B-F530-E3CCCA4D1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28ABB04B-F42E-B0E0-9CE8-C2AE3163C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E9D0E-4F94-97FB-7A25-823671E8B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608450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1D127B-3E19-D026-91DD-59D1F80256EA}"/>
                  </a:ext>
                </a:extLst>
              </p14:cNvPr>
              <p14:cNvContentPartPr/>
              <p14:nvPr/>
            </p14:nvContentPartPr>
            <p14:xfrm>
              <a:off x="2143800" y="165600"/>
              <a:ext cx="9415440" cy="5945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1D127B-3E19-D026-91DD-59D1F80256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4440" y="156240"/>
                <a:ext cx="9434160" cy="596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02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13A54-C637-475C-ABAD-4DE85DBC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67385F0-350E-78E5-4F21-89C7B5261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DA619E6-B368-1314-8BD6-C7054C6866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04AC97-9106-0AA5-1ED7-CF0EACD7F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608450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B8A2E4-B21F-56BD-A1E2-9132F0B8930D}"/>
                  </a:ext>
                </a:extLst>
              </p14:cNvPr>
              <p14:cNvContentPartPr/>
              <p14:nvPr/>
            </p14:nvContentPartPr>
            <p14:xfrm>
              <a:off x="1411200" y="56880"/>
              <a:ext cx="10702080" cy="601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B8A2E4-B21F-56BD-A1E2-9132F0B893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1840" y="47520"/>
                <a:ext cx="10720800" cy="603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9108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2025-10-25T13:28:39Z</dcterms:created>
  <dcterms:modified xsi:type="dcterms:W3CDTF">2025-10-25T15:49:08Z</dcterms:modified>
</cp:coreProperties>
</file>