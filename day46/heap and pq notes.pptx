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36:22.6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3232 2120 24435,'-3'-43'455,"0"0"1,0 4 0,1 12-400,1 22 0,2 11 28,4 9-16,1 15-12,1 17-17,-2 13-400,-6-23 1,-1 1 340,-1 4 0,-1 1-42,-2 2 1,-1 1-183,-1 6 1,0-1 114,2-17 0,0-1-121,-1 4 1,1-4-3,0-11 213,-1-3-11,3-18 33,2-15 73,2-11 62,6-9 788,1-3-705,7 1 6,2 3-83,3 5-74,4 3 7,4 3-7,5 1-39,8-3-5,6-3-6,6-3-191,-26 12 0,1-2 196,-2-1 1,-1-2 0,-3-1 0,-1-1 16,10-24 34,-13 5 62,-8 11 307,-13-1-134,-1 14 12,-4-2-124,4 12 270,1 6-421,3 7-11,0 14-1,1 16 12,-1 16-16,2 13-381,0-27 1,1 1 331,0 1 1,2 3-295,3 9 1,1 0 25,-2-15 0,1 0-905,4 12 0,2-1 1210,10 5 0,-8-12 0,1-13 0</inkml:trace>
  <inkml:trace contextRef="#ctx0" brushRef="#br0" timeOffset="1215">3980 2416 25724,'-27'-1'213,"17"1"-174,24 4 34,12-4-23,-5-8-5,6-7-11,-2-9-6,-3-8 0,-4-5 16,-7-13-21,-5 17 38,-6-9-10,-10 23-12,-7 2 17,-13 9 11,-4 13-11,-5 9-17,3 12-5,3 10-17,7 7-34,9 17-3,16-28 1,4-1-26,4 22-28,15-8-257,11-16-275,10-2 5,-7-10 1,3-2-99,-5-6 1,-1-2 557,1-1 0,-2-4-207,26-13 226,-15-8 180,-13 0 0,-1-2 13,8-9 169,2-16 386,-22 5-363,-3 8 290,-6-8-56,-10 24-150,-10 2-101,-9 12 607,-11 12-736,-11 14-107,10 7-11,5 1 34,14 6-29,10-5-10,11 20 16,9-12-28,5-2 17,13-15-11,-6-13 0,6-2 17,-5-16 50,1-18-40,-13 1 40,5-22 45,-11 11 129,3-19-34,-5 12 56,-2 1-118,-4 22 73,-2 10-123,-1 7-56,-4 11-16,0 1 4,-11 25-32,7-2-1,-1 6-39,6 4-353,19 1-431,6 3 30,-3-20 1,3-1-1425,23 12 995,-7-11-1259,8-8 751,-12-13 1612,9-21 1323,-14-5 666,-6-19-818,-14 10 801,-1-10-515,-2 7-364,2-6 123,0 6-583,-3 14-352,-2 7 5,-2 13-72,-3 10 77,-6 24-111,-1 10-14,2-11 0,0 2-229,1 0 0,1 0 209,1 5 1,0 0-7,1 2 1,2 1-4,6 12 1,3-1-9,-3-18 1,0-2 10,5 5 1,-1-7 17,-1-14 10,-5-15 7,-4-29-40,-1 2-6,-1-17 0,-1-7 14,1-8 1,1-1-573,-2 2 0,2-1 567,0 7 1,2-3 0,-1 4 2,1-1 0,0 2-4,0 1 1,1-1 8,0-11 1,1 3-7,1 20 0,0 3-5,0-7 0,2 0-36,4 6 0,3 3 30,8-3 1,12-7 16,-3 23 1131,0 14-1147,0 14 459,-2 14-465,-2 13 5,-9-2 9,-12-5 0,-4 0-9,-6 3-36,-6-2 0,-5 1-216,-7-6 1,-3-3-826,0 1 0,0 0 649,0-3 0,0-2 409,-19 8 0,31-20 0,-6 1 0</inkml:trace>
  <inkml:trace contextRef="#ctx0" brushRef="#br0" timeOffset="1581">5585 2179 21780,'-3'-2'3551,"1"0"-2268,2 2-1143,-32-27-106,23 20-6,-23-20-11,32 30-12,0 0 12,5 9-11,6 1 5,13 7 6,11 4-12,-3-3-8,-3-1 1,0 1-9,8 10 5,8 7-5,-23 2-17,-22-13-151,-13 10-62,-9-14-1765,-31 5-1500,12-15 3506,-19 2 0,34-11 0,5-4 0</inkml:trace>
  <inkml:trace contextRef="#ctx0" brushRef="#br0" timeOffset="1751">5436 2275 17020,'0'-5'6419,"0"2"-4549,0 3-1651,21-34-51,-19 43-50,9-16-102,-27 56-195,-4 7-919,1 5 990,11-27 0,2-2 0,-1 4 0,5-3 0</inkml:trace>
  <inkml:trace contextRef="#ctx0" brushRef="#br0" timeOffset="2175">6336 2080 19374,'0'-4'4603,"0"1"-2912,0 3-1607,-38-9 105,17 22-145,-31 0 51,30 25-89,6 0-6,7-2 187,9-6-165,9-8 12,7-9 16,6-11 34,5-13 11,2-11-11,-1-11 6,-6-7 28,-6-3 5,-8 0 45,-3 5 5,-6 5-16,-4 9-50,-4 8-68,-4 7-17,-3 7-22,-2 10-45,-1 8-3733,-3 21 3369,8-8-1596,3 22 2005,13-5 0,-1-16 0,3 1 0</inkml:trace>
  <inkml:trace contextRef="#ctx0" brushRef="#br0" timeOffset="2524">6515 2477 27118,'-45'24'121,"-1"0"1,5-1-1,8 1-81,18 8-24,7 1-4,7-2-7,12-4 18,9-6-12,10-9 84,2-32 0,-1-9-67,-2 0-20,-4-7 1,-6-1 58,-25 5 6,-6 5-73,-11 8-11,-16 8-12,10 5-89,-18 10-481,13 6-1188,-7 9-6403,4 6 8184,9-1 0,14-7 0,8-8 0</inkml:trace>
  <inkml:trace contextRef="#ctx0" brushRef="#br0" timeOffset="2985">2200 3279 11603,'-58'5'3017,"-1"1"0,12 0 1,8-2-2346,16-4 89,46-3-234,15 2-325,-1-1 0,7 1-497,9 0 1,8 0-1,2 1 338,-10-1 1,1 1-1,0-1 1,1 1-331,-2 0 0,0-1 1,2 1-1,4-1 302,-6 1 0,4 0 0,3 0 1,1 0-1,1 0 0,-3 0 0,-4 0-518,2-1 1,-3 1 0,-2 0 0,3-1 0,4 1 504,-5 0 0,3-1 0,3 1 0,1 0 0,1 0 0,0 0 1,-1-1-1,-3 1-243,0 0 0,-1 0 0,-1-1 1,-1 1-1,1 0 0,0-1 0,0 1 246,3 0 1,0 0 0,0 0-1,0-1 1,1 1 0,1 0 0,1 0-100,-7 0 1,1 0 0,3 0 0,-1 0 0,1 0 0,-1 0 0,-1 0-1,-2 0 1,-2 0 93,7 0 0,-3 0 0,-2 0 0,0 0 0,2 0 0,4 0 6,-7 0 0,4 0 0,4 0 1,0 1-1,1-1 0,-2 0 1,-3 0-1,-5 1 0,-5-1-127,10 0 1,-10 0-1,0 0 1,6 1 123,2-1 1,5 1 0,3-1 0,0 1-1,-1 0 1,-5 0-5,-3 0 0,-3 0 0,-2 1 0,0-1 0,1 0-69,13 2 0,-1-1 0,0 0 0,1 1-547,-12 0 1,2-1 0,-1 1 0,-1 0 0,-5 0 616,8 1 0,-4 1 0,-5-1 0,1 0 0,-7 0 0,2 2 0</inkml:trace>
  <inkml:trace contextRef="#ctx0" brushRef="#br0" timeOffset="5620">8953 1926 17837,'-4'0'7147,"1"0"-2702,3 0-3565,-56-32-973,47 18-492,-28-27 267,61 29 629,16-1 1,6 0 121,-3 2 1,3 0-575,0 1 1,4-1 0,-1 0 246,-1 2 0,-1 1 0,0 0-320,1 1 0,1 0 0,-1 1-738,-3 0 1,1 1 0,-4 1-967,6-1 0,-2 1 2180,-6 2 0,-6 0 0,-10 1 0,-5 1 0</inkml:trace>
  <inkml:trace contextRef="#ctx0" brushRef="#br0" timeOffset="5826">9292 1819 32767,'-24'28'0,"8"9"0,30 10 0,-1 10-112,0 5-1036,-4-12-626,-2-11 1,0 1 1634,7 18 1,-2-4 0,-3-22 0</inkml:trace>
  <inkml:trace contextRef="#ctx0" brushRef="#br0" timeOffset="6181">9709 2122 32571,'1'-4'196,"-1"0"-196,0 4 0,6-19 0,3 21 0,9-11 0,5 26 0,8-2 0,4-4 0,2-5 0,-3-8 0,-5-8 0,-6-8 0,-3-9 0,-2-5 0,-1-1 0,-4 4 0,-3 7 0,-6 10 0,-3 9 0,-5 18 0,-10 20 0,2-5 0,-2 3 0,-4 9 0,-1 4 0,-2 7 0,2 2-694,1 4 1,4 2 475,6-18 0,2 0 0,3 1-143,3-1 1,3 1-1,2-1-435,3-1 0,2 0 0,3-2-3632,13 17 1,3-5 4298,-1-10 1,-1-5 0,12 6 0,-18-24 0</inkml:trace>
  <inkml:trace contextRef="#ctx0" brushRef="#br0" timeOffset="6660">10522 2455 21529,'2'3'84,"1"13"1913,-1 38-1997,-1-21 0,-2 2 19,-1 4 1,-1 2-20,-1 2 0,-1 0 5,0-2 1,-1 0 5,0-6 1,0-2-12,-2 14 1127,3-21-1004,3-20 497,2-20-614,0-20 5,0-23-3,0 19 1,0-5 90,2 0 1,1-5 0,-1 1-102,1 2 0,0 1 0,0-1 11,1-1 1,1 0-1,-1 1 5,3-18 0,1 4-292,-2 17 1,1 1 282,2-7 1,0 1-100,0 10 1,1 1 98,10-19-5,1 15-5,-2 13 1537,-1 12-1289,-1 10 46,3 21-192,-7 0 804,1 22-902,-12-3 45,-12 13 212,-15 2-29,6-25 0,-5 0-110,-12 4 1,-2-2-84,-12 6-239,19-14 0,5-9-555,15-17 0,5 4 1,9-9-1</inkml:trace>
  <inkml:trace contextRef="#ctx0" brushRef="#br0" timeOffset="7061">10968 2084 24233,'-3'0'4139,"1"0"-2581,2 0-1452,-20 19 132,30-8-581,-20 12 370,39-15 47,-4-7-10,9-6 92,8-13 40,-9-8-140,-3-3 281,-10-7 348,-9 3-418,-1-8-69,-9-5-250,-9 13-317,-3 5-113,-4 14 502,-16 7 115,2 6 105,-24 15 889,21 1-974,-10 21-155,18-4 0,-1 14 0,11 4 0,17-17 0,6 2 0,2-5 0,5 1-1679,9 6 0,4-2 1426,-3-8 0,0-3 0,9 7 0,-13-15 0</inkml:trace>
  <inkml:trace contextRef="#ctx0" brushRef="#br0" timeOffset="7702">12891 2030 26220,'-35'-33'316,"1"0"1,-1 0 0,-12-12 0,3 14-228,-5 39 701,3 15-219,12 5-441,14-4 1,0 2-32,-12 23-971,10-7 0,0 3 939,6-7 1,3 0 25,-1 7 0,5-2 589,7 8-1142,27 5-216,-3-34 498,9-5 1,3-6 37,12-18 139,-13-2 0,0-3 60,6-18 12,-16-2 1,-4-5-37,0-21-117,-7 13 0,-3-2 219,-4 7 1,-4 0-116,-1 1 0,-3 1-74,-1 3 0,-3 2-254,-15-20-151,1 21 174,-15 13 1261,4 17-730,-17 22 199,10 12-62,6 11-979,22-9 1,6 3-3486,12 22 3561,-2-20 1,1-2-1,9 3 1,-5-17-1</inkml:trace>
  <inkml:trace contextRef="#ctx0" brushRef="#br0" timeOffset="8080">13374 2020 25168,'-5'-54'899,"0"0"0,0 7 1,-1 6-856,-2 6 121,-2 12-330,4 17 225,-7 17 463,-1 22-431,2 0 0,0 2-499,1-3 0,0 3 460,-2 11 0,0 7 1,1-1-834,4-8 0,1 0 0,0 1 814,-2 9 1,0 2 0,1-1-2,3-10 1,1 0 0,2 3-414,1 10 1,2 5 0,0 1 0,0-7-78,0-10 1,0-4 0,-1 5-103,2 4 0,0 7 1,0 3-1,-1-3 1,-1-7-886,-2-3 1,-1-4 0,-3 0 688,-4 11 1,-3 1-1,-3-5 853,-7 2 1,-5-10 70,-7-8 1,-2-13-170,-11-24 562,16-26 0,4-11 23,11 1 1,4-5-351,0 2 0,1-5 0,3 1 44,5 1 0,4-1 1,2 0-25,2 0 1,3 0 0,1 0-101,3 1 0,2 2 0,1 1-82,3-6 0,4 1-8,4 9 0,3 0 1,0 3-97,6 0 0,2 3 247,-2 2 1,4-1 0,-1 2-217,21-6 0,-4 5 0,-23 12 0,-2 1 0,28-12 0</inkml:trace>
  <inkml:trace contextRef="#ctx0" brushRef="#br0" timeOffset="9412">15319 2301 19085,'2'-58'971,"0"-1"0,0 1 0,-1 5 1,-1 1-1,-4 9-489,-20-14-197,-8 18 119,-7 17-291,-5 21-35,-6 19-257,23-1 0,2 4 193,-2 5 0,2 2-3,0 5 0,1 2-6,2 4 1,1 1-244,2 2 0,2 2 249,4-1 1,2 1-7,3-3 1,4-2-12,5-5 1,4-3 119,13 13-69,16-22 0,9-30-37,-15-6 1,-1-5-373,5-9 0,0-4 392,3-8 0,-2-3-336,2-6 0,-2-4 321,-12 14 0,0-2 0,-1-2-309,0-2 1,-2-1 0,0-1 302,-1-1 1,0 0-1,-1 0 4,-2 3 0,1 0 1,-2 2-229,3-13 0,-3 4 253,-3 12 1,-3 4 632,-2-10-608,-8 23 859,-3 17-897,-6 21 5,-5 17-28,-8 25 401,9-20 0,1 4-395,-1 7 0,1 3-6,1 6 0,1 2-161,6-18 0,0 2 0,2-1 144,1 2 0,0-1 1,2 1-49,4 19 1,2-2-51,4-4 0,3-2-67,5-7 0,4-4-56,2-7 0,3-5-38,1-8 1,2-6-190,31-2 157,1-30 288,-30-1 1,0-5-79,-1-7 0,-1-3 129,0-4 0,-2-2 166,-1-3 0,-1-1-130,-1 0 0,-1 0 39,0 2 1,-2 2 41,-3 4 1,-2 3 1337,7-14-1144,-12 15-82,-10 16-187,-10 9 286,-11 13-309,-10 11-10,-5 14-18,-1 10-22,5 9 296,10 5-313,10-1-22,15-6 17,10-9 22,10-15 33,6-13 18,-1-16-6,2-15 5,-3-16 17,0-11-5,-3-8-1,-3-1 7,-2 1 16,-3 10 61,-4 11-5,-5 14 188,-4 10-300,-5 6 130,-6 10-29,-6 9 1,-7 14-30,-2 22-16,8-14-117,3 20 16,15-24 17,10 6-168,13-10 22,12-11 10,10-11 94,-16-17 1,0-4-243,12-6 306,-13-4 1,-2-5-1,7-20-14,-14 12 1,-1-3-652,0-5 0,-2-3 648,1-5 1,-2-1 8,2-5 0,-2 0 14,0-1 0,-2 0-457,-3 4 0,-1 2 488,-4 6 0,-3 1-128,-4 7 1,-1 2 264,-4-6 36,-2 14-165,1 21 1085,1 7-1130,-5 12 1033,-5 16-1058,0 4 1,0 2-4,-6 20-83,5-7 1,1 3 79,7-11 1,3 0-22,0 1 0,2 4 1,0-3-553,2 3 0,1-1 363,5 17 1,4-1-328,0-22 0,3-1-889,5 8 1,1 0 1434,4-1 0,0-4 0,4 4 0,-3-11 0</inkml:trace>
  <inkml:trace contextRef="#ctx0" brushRef="#br0" timeOffset="10002">16350 2115 24827,'7'-41'-50,"32"6"-1032,11 33 1054,-10 0 0,3 0-62,-8-1 0,1-1 12,0-1 0,0-1 47,-2 1 0,-1-1-8,23-10 666,-16 2-270,7-7 191,-20 5-258,-9 2-103,-19 6-139,-4 4 708,-22 1-501,-2 6 125,-17 3 360,6 8 83,5 5-141,10-1 104,-5 19-158,14-6-157,-3 15-112,14-8-513,10-1-600,7-5-124,10-6 348,5-9 334,3-8-55,7-22 26,-11 2 176,8-24 20,-14 4 861,7-16-304,-11 14-105,0-5-186,-10 18 96,-1 5-151,-2 5 2,-3 10-20,-8 17-255,0 5 1,-6 16 33,6-7-132,3 12-1308,14 9-1914,6 4-5317,6-1 8690,2-10 0,-13-28 0,-2-1 0</inkml:trace>
  <inkml:trace contextRef="#ctx0" brushRef="#br0" timeOffset="11081">18229 2074 12623,'0'-6'4839,"1"0"-3296,2-30 1,-1-8-632,-3 4-623,1-11 1,-3 1 993,-12 15-1070,-4 11 425,-3 8-537,1 9 1377,-3 8-1015,-2 11 97,-6 22-183,10-6 291,-1 12-372,10 12-148,11-7-259,4-11 0,4 1 11,22 22-384,5-12 210,2-11 0,2-2-82,-12-10 1,1-2 172,9 8 1,-3-1-110,0 5 152,-21-11 54,-26-8 194,-20-4 71,-19-4-150,22-6 0,0-1-47,0-1 0,0-3 114,-25-12 359,13-6-954,14-1-2098,15 2 2572,15 5 0,1 9 0,6 4 1</inkml:trace>
  <inkml:trace contextRef="#ctx0" brushRef="#br0" timeOffset="11368">18772 1875 26545,'-13'-45'502,"-1"-1"1,2 5 0,2 8-626,3 17-6,4 8 28,2 14 195,1 13-33,4 24-56,-2-10 0,2 3-536,1 7 1,1 3 530,1 5 1,0 2-72,1 2 1,0 0-163,0 3 1,0 1-928,1 0 0,-1 1 64,1-2 0,-1-1-761,1-4 0,-1-2 1852,-1-7 0,0-5 0,1 5 0,-2-18 0</inkml:trace>
  <inkml:trace contextRef="#ctx0" brushRef="#br0" timeOffset="12152">18779 2458 16398,'-28'-51'2602,"1"-1"1,2 6-1,4 6-1880,3-1-6178,12 8 5404,10 15 1372,21 0-1483,16 12 47,-10 3 0,2 1 298,5 0 1,3 2-411,13 1 1,-2 2 165,-15-3 0,-1 2-28,11 0 1,-3 1 38,-3-2 132,-2-2 60,-20-6 3506,-17-6-3092,-12-5 6,-4-1 22,-1 1 248,2 2-415,4 3 120,1 2-404,4 5-108,2 2-92,2 4-3167,14 12 3229,-2-1-9,23 23 2,-13-8 1,1 1-20,13 16 23,-11-8 0,-3 1-79,-7 11-79,-5 13-2425,-25 0 2536,0-23 69,-17-4 21,10-26-12,-2-10 2306,6-11-2270,7-21-64,7 8-57,11-15-15,11 13 5,13-5-11,9 4 17,4 5-6,2 6 6,3 3 33,1 3 6,-12 3 3443,11-1-3376,-24 2 34,7-3 27,-19 1-10,-5 0 11,-4 0 5,-3 2-44,-1 4-51,-1 2-33,-3 5 5,-4 6 21,-3 7 0,2 9-2,2 7-24,5 4-23,13 8 40,4-8-6,7-4-51,8-10 46,-3-10 30,10-2 39,8-15 8,-10-9-10,-3-7-6,-11-10 11,-11 2 16,-2-9-21,-6 1-6,-6 3-12,-1 8-33,-3 7-157,2 8-27,3 7-2578,1 2 2762,25 20 0,-17-13 0,18 12 0</inkml:trace>
  <inkml:trace contextRef="#ctx0" brushRef="#br0" timeOffset="12618">20555 2157 21567,'-1'-3'4135,"1"0"-3654,0 3-408,-78-3-51,49 11-14,-24 4 1,1 7-9,23 24-9,11-11 1,1 2-597,2 26 588,13-12-22,17 10 8,6-30 1,3-2-15,17 19 8,-5-19 1,5-5-17,-1-12 0,0-5 39,-6 1 0,0-3 22,13-6 0,-1-8 28,-10-10 1,-3-5-20,-5 8 0,0-5 12,2-16 1,1-10 0,-6 5-680,-9 12 0,-2-1 659,2-5 1,2-4-1,-4 0 92,0-12 0,-5 3-253,-3 11 0,-1 0 308,0-15 1,-1 3 23,-7 1 223,-6 10-319,4 28 275,-1 0-376,4 13 1666,-1 23-1556,-1 14-55,0-3 0,0 3-24,0 5 1,0 2 10,0-7 0,1 2-13,-1 11 0,1 2-96,1-8 0,2 1-361,0 0 1,0 2 0,2 0-869,2 10 1,1 0 1293,4 10 0,1-6 1,2-6-1,1-13 1</inkml:trace>
  <inkml:trace contextRef="#ctx0" brushRef="#br0" timeOffset="13111">20701 2388 22573,'49'-19'2,"1"1"1,-1-1 0,12-6 0,-5 5-26,-9 14 1,-4 2-17,15-6 30,-18 3 1,-1-3 59,11-10-1,-19 3 241,-9-10-162,-15 14 759,-2-7-619,-10 13 42,-1 1-271,-2 4 132,-3 4-122,1 5 402,-5 14-402,4 5-33,2 11-11,7-1-6,5-7 28,17 14-17,8-15 6,16 8 95,-2-17 146,-5-10-124,-11-9 107,-6-10 157,-7-17-174,-3-5-45,-4-14-50,-10 3-40,-2 0-16,-3 6-34,2 10-39,2 10-67,2 8-275,1 6-610,4 2-1876,9 8 2828,15 5 0,-10-2 0,6 0 0</inkml:trace>
  <inkml:trace contextRef="#ctx0" brushRef="#br0" timeOffset="13452">21802 2147 26693,'59'13'22,"-3"13"-33,-35 1 0,-4 5-1,1 0 1,-1 1 5,-2 0 1,-2 0-17,4 25-1,-11-11 7,-13-16 38,-9-15 62,-15-20-78,7-6 5,-6-22 22,15-3 18,3-16-12,11-2-39,16 2-22,12 6-85,13 9-318,8 9-880,7 10-403,7 10-706,-28 7 0,0 3 2414,28 4 0,-23 0 0,-17-1 0</inkml:trace>
  <inkml:trace contextRef="#ctx0" brushRef="#br0" timeOffset="13839">22504 2258 19452,'-5'-2'5916,"0"1"-3867,5 1-1997,-31-28-122,26 22 15,-19-16 23,42 37 15,-4-2-29,9 7 24,-7-8 21,4 0-27,3-5 59,4-3 31,5-12-3,2-7 5,-3-13-2,-5-6 8,-10-3-7,-7 1 3,-13 4-36,-8 5-7,-11 7 184,-5 7 108,-8 8 86,-6 14 19,-4 12-71,1 14-368,5 11 14,13 7-15,13 5-274,16 3-105,7-30 1,4 0-878,5-1 1,5-1 1194,11 0 0,-1-3 0,6 4 0,1-10 1</inkml:trace>
  <inkml:trace contextRef="#ctx0" brushRef="#br0" timeOffset="20063">7538 5055 21634,'-35'-45'698,"0"0"1,4 3-1,5 16-530,9 35 82,7 20-88,5 28-117,3-18 0,1 4-1052,-1 10 1,0 2 1000,-1 6 1,-1 3-35,1-20 1,-1 1 0,-1 2-1036,0 11 1,-1 2 0,0-3 690,1 3 1,0-1-670,1-4 0,0 2 0,1-4-3282,4-6 0,0-2 4335,1 4 0,0-4 0,2 7 0,-1-29 0</inkml:trace>
  <inkml:trace contextRef="#ctx0" brushRef="#br0" timeOffset="20360">7306 5376 11175,'-1'-58'1636,"1"-1"1,0 1 0,0 4 0,-1 2 0,2 2-1262,2-3 0,2 4-179,1 5 0,4 2-310,4 4 0,3 3 158,4 3 1,4 3-26,3 4 1,3 4-12,3 3 1,1 4-18,3 3 1,0 4 0,-1 5 0,-2 3 55,-1 5 1,-3 5-82,16 27 11,-31-10 1,-5 3-3,-9 6 0,-7 2 11,-7 2 0,-7 1-232,-9 1 1,-5-2 251,-5 0 0,-3-3 2,-2-1 0,-1-2 3,1-3 1,2-1-10,3-5 1,3-1 12,6-4 1,2-1-2811,-7 13-1462,22-14 3595,16-7 0,2-10 0,2 0 0</inkml:trace>
  <inkml:trace contextRef="#ctx0" brushRef="#br0" timeOffset="21873">8140 5079 23937,'-34'-18'119,"1"-1"1,-2 8-1,5 9-107,7 30 21,-2 13-33,20-22 23,5 12-12,9-13 11,7 1 62,5-10 23,4-11 33,15-21-3426,-4-9 3331,0-3 61,-7-2 40,-16 15 78,0 0 45,-6 8-50,-4 7-180,-5 7 3375,-2 4-3386,-8 9-5,-2 5-1,-7 10-11,0 14 0,7-11-16,3 22-6,11-30 5,9 20 6,9-19 6,12 4-1,8-11 29,16-13-29,-18-9 18,14-16-1,-23-5 12,4-10 16,-9-13-27,-10 15 16,-6-12 0,-3 17-28,1-1 6,3 5 5,3 7-27,11 2 33,2 5-23,2 2 1,4 5-17,-8 11 5,4 9 1,-7 15 33,-8 26-23,-5-14-8,-4-5 1,-1-2 13,1-3-17,5 23-5,7-22 50,2-7-5,1-8 27,5-22-21,13-21-24,-5 2 1,-4-1 0,1-3-6,-5-1 0,-2 0-11,14-19 28,-15 9 0,-3 0 6,-7 7 28,-3-21 5,-12 25 17,-8-5-39,-3 10-34,1 5 17,3 9-23,5 5 12,-2 4-11,1 6-40,-1 17 29,2-3-12,1 30 11,6-25-5,7 26-207,21 0-388,-5-16 499,14 9-486,5-27 313,-13-10-135,27-3 185,-7-23 197,2-5 44,-6-7 50,-11-5 124,-13-3 6,-3-1 39,-5 0 27,-7 14 506,-2 7-673,-1 6 33,2 5-101,1 4-11,2 4 62,6 13-39,-1 8-23,2 6 34,-1 18-40,-8-20 18,1 30-18,-4-27-10,-2 9 72,0-19 23,0-10 94,1-7-111,5-19-45,2-5-17,8-17 12,5-2-18,-3 8 29,7-5 16,0 9-22,1 3 12,2 6-18,-3 13-16,-6 5-6,11 10 0,9 16 0,-6-3 5,-1 3 1,0 1 5,6 7-11,8 6 6,1-4 22,-20-19 50,9-1 0,-14-23-55,-2-15 5,6-30-11,-7 8-324,-5 7 0,-1-4 318,-4 7 0,0 0-391,1-12 1,0-2 390,0 0 1,-2 1 7,-1 11 1,-1 1 22,-1-1 0,-1 2-114,-2-10 184,-2 9 173,-4 10-240,2 21 507,-2 6-530,3 5 788,-5 29-799,3-10 0,-3 13 1,1 2-12,0 2 5,1 11 1,2 1-81,6-3 52,3-11 1,4 7 0,3-5-666,6 0 0,4-2 497,-1-1 1,3 2-1,1-3-355,10 5 1,2-5-366,-4-7 0,0-5-2584,19 4-1052,-23-22 3831,-14-15 1,-12 1 0,-2-1-1</inkml:trace>
  <inkml:trace contextRef="#ctx0" brushRef="#br0" timeOffset="22102">9827 4978 16264,'-3'2'6469,"1"-1"-3769,2-1-2431,62-21-141,-15 8-600,4-2 1,2 0 482,-15 6 1,-1 2-21,2 0 1,0 1-43,1 2 1,-1 0-129,22-2-1269,-17 5 0,-2 1-4243,-1 0 5691,22 2 0,-47 0 0,-2 0 0</inkml:trace>
  <inkml:trace contextRef="#ctx0" brushRef="#br0" timeOffset="23173">11198 5014 21248,'-7'0'2454,"2"0"-1844,5 0-509,0 0-202,55-8-190,2 12 56,-3-4 0,3 1-529,-7 5 0,-2 2 217,-1 0 1,-2-1-258,-4 0 1,-3-1-626,15 4 819,-28 0 576,-38 0 174,-31 3 70,9-4 0,-3 1-249,-7 1 1,0 0 570,-3 2 0,0 0 103,-3 3 1,2 0-533,17-6 1,2 1 99,-24 13 842,45-15-720,15-1-168,23-4-127,7-6 1,4-2-25,21-1-419,-10-2 0,2-2 396,-17 2 0,-2-1-6,9-3 1,-1-1 400,-5 0 1,-3-1-368,18-19 23,-22-6 27,-25-9 74,-20-9 19,1 26 0,-2 0 86,-2 0 1,-1 1 246,-3-1 1,2 3-169,-7-8 202,3 3-190,18 21 720,1 1-989,10 6 104,14 10-166,10 11 0,5 5-9,-12-1 1,0 4-9,-4 0 1,-1 3-222,3 8 0,-2 4 193,-3 1 1,-6 3-2075,-7 10 0,-6 0 1668,0-16 1,-3-2-3488,-12 16 1,-4-5 3394,-10 1 0,4-9 1,12-19-1</inkml:trace>
  <inkml:trace contextRef="#ctx0" brushRef="#br0" timeOffset="24264">11360 6088 24805,'-42'27'28,"1"9"-112,24-5 0,3 3-915,0-1 0,3 0-82,-3 17 1081,16 10 0,0-39 0,6 9 0</inkml:trace>
  <inkml:trace contextRef="#ctx0" brushRef="#br0" timeOffset="24543">11800 6303 19843,'-3'-1'4464,"1"0"-3826,2 1-565,35-28-56,-17 19-6,13-9 0,3 1-28,1 9-61,17-5-169,-11 2-447,-6 2-1457,-7-1-7680,-9 4 8381,-10 0 0,-4 4 1,-5 1-1</inkml:trace>
  <inkml:trace contextRef="#ctx0" brushRef="#br0" timeOffset="25054">12780 6192 24060,'-1'-4'2034,"0"1"-1620,1 3-392,-4-18-10,2 25 10,-6 30-16,3 0 2,0 4 0,-1-1-2,-6 4 5,-2 7 0,4-15 85,-1-7 116,1-18-144,-1-9-40,-1-15 0,4-17-17,3 1 0,4-3 0,1-2-5,5-9-626,3-16 1,5-5 619,-2 20 0,3 1 4,-2 2 0,1-3 0,1 3-192,5-5 1,2 3 195,-2 7 0,2 3-2,-1 7 0,1 3-6,21-8 5,0 17-5,2 13-17,0 14-11,0 16 12,-5 15 357,-23-17 1,-2 3-362,-2 3 1,-4 0-49,-2 3 1,-3 1-138,-1 1 1,-3 1-390,-2-1 1,-2 1-894,0-1 0,-1-1 1487,0-1 0,-1-3 0,0 4 0,2-10 0</inkml:trace>
  <inkml:trace contextRef="#ctx0" brushRef="#br0" timeOffset="25254">12840 6234 20056,'-3'-2'4015,"1"0"-3466,2 2-493,43-65-129,-5 40-759,2-15 1,4 3-362,-6 24 0,-1 6-650,-4-1 0,-1 1 1269,6 0 0,-3 1 1,-7 2-1,-1 0 0</inkml:trace>
  <inkml:trace contextRef="#ctx0" brushRef="#br0" timeOffset="26097">13431 6322 24611,'39'-41'51,"0"-1"1,-1 1-1,-1 1 1,-2 0-1,-5 2-15,-4-2 1,-5 0-259,1-5 0,-2-2 244,-2-3 1,-3-1-1,-1 2 1,-3 0 16,-3 6 0,-2 2-3,-1 8 1,-3 3 652,-8-13-683,2 23 363,-7 10-353,2 16 382,-4 10-375,-4 16-1,-3 19-19,6-6 0,0 2 220,4-13 1,1 2-224,-5 21 0,2 2-484,4-16 0,2-1 473,0 12 0,1 1-3,1-4 0,3 0-67,5-4 0,4-3-104,2-6 0,5-3-155,4-6 0,4-6-277,27 6-38,6-25 145,1-24 231,-28 2 0,-2-4 284,0-5 1,-2-3 36,-1-2 0,-2-1 53,-1-1 0,-1 1 57,8-18-1041,-10 20 1,-3 3 1124,-3 8 668,4-6-826,-15 26 124,-2 9-73,-2 10 248,-3 13-310,1 17-34,2-9-16,4-2 3409,8-13-3393,7-12 23,9-1 12,9-10 16,13-18-51,-14 0 62,10-23 6,-23 4-6,2-8 1,-8 4 21,-6 10 23,-4 12-129,-4 9-50,-4 5 17,-2 9-1,-1 6 7,3 15 21,3-7-22,16 19 1,-2-22-24,27 13-10,2-15 22,17 0 31,-26-11 0,-1-3 13,10-3 24,-1-14 21,-26-17-16,-3-4 0,-5-10-12,-6 18 40,-4-2-28,0 11-28,-4-1-40,3 10-133,1 5-102,3 9-632,8 6-937,13 5 455,5 0 1372,5-3 0,0-3 0,-6-1 0,15 3 0</inkml:trace>
  <inkml:trace contextRef="#ctx0" brushRef="#br0" timeOffset="27257">15324 5977 26330,'-47'-23'54,"-1"1"0,3 3 0,4 13-43,14 27 0,5 10-16,-14 17-6,6-2 11,19-6 0,12-8-6,1-7 283,13-3-249,-4-20 39,23-18-50,-16 1 28,21-26-11,-15 5-1,-7 9 1,-1-2 11,5-16 57,-6 5-51,-10 17 14,-8 15-70,-1 1 130,-15 17-120,1 8-5,-6 6-11,1 10 0,8-1-6,1 11 17,7 12-11,11-11 0,9 0 5,11-20 17,8-11 0,-3-7-22,21-19-11,-23 2 30,3-10 1,-1-4 13,-5-2-14,-2-1 1,-1-2 24,4-12 18,3-16 27,-10 17 34,-6 5-56,-9 21 23,-3 8-68,0 4-17,-3 8 17,1 1 1,-7 21-24,4-11 7,-5 30 10,7-25 1,3 28-17,4-29 11,17 16 11,-8-26 11,17 0-5,0-28 11,3-5 11,6-18 12,-6 0 22,-3-1 61,-7 2-50,-8 12 224,-4 0-217,-8 17-91,1-2 0,-4 11 0,0 5 0,3 16 0,1 10 0,2 9 0,0-2 0,-1 2 0,-3-6 0,0 0-474,2 18 0,-2 0 474,-1-15 0,-2 0 0,-1 23 0,-1 2-4,-1-16 1,-1 0-72,-1-2 1,0 3-1,-3-2-68,-6 7 1,-3-4 44,-4-5 0,-2-4 42,-16 11-11,-14-26 50,29-35 22,0-22-10,25-28-12,7 22 0,4 1-128,-2 5 1,4-1 131,7-2 0,4-3 0,-1 4 93,-3 6 0,1 0-97,11-12 1,5-6-1,-2 5-573,-2 6 0,0 1 584,-3 3 1,3-2-1,-2 3 11,7-3 1,-2 2-392,-2 4 1,-1 3 396,16-12 127,-23 15 0,-3-1-71,-1-6 619,0-13-613,-21 11 1161,-10 2-1211,-1 9 1032,-13-1-1032,8 12-18,-8 0 6,9 7-39,3 4 12,5 2 21,-1 10 6,5 5 6,-1 14-11,11 10-17,8 16-428,4-5 436,4-2 0,1 1 6,-10-25 0,0 2-11,5 10 1,3 5-1,-3-4-9,-6-8 1,-3-1-21,4 11 1,-4-1-31,-12 1-1082,-42 2-2956,-8-26 4105,15-6 0,1-3 0,-6-4 0,17-5 0</inkml:trace>
  <inkml:trace contextRef="#ctx0" brushRef="#br0" timeOffset="28445">17511 5804 20888,'6'-50'1043,"-1"0"0,0-1 1,2-15-1,-1 9-511,-2 10-6,-3 21-476,0 15 79,-2 18-79,-3 16 79,-3 24-76,-6 11 1,-1 5-46,1-9 1,1 1-465,-2-3 0,0 4 0,0-4 442,-1 9 0,1-2-34,0-3 1,1-1-352,4-5 0,3-2 141,5-7 1,5-4-792,18 20-407,21-24-477,15-22 847,-24-16 0,0-5 321,2-4 0,-2-4 336,-1-5 1,-2-3 520,-4-2 1,-2-2 190,-3-2 0,-3-1 271,-3 0 1,-2 0 750,-1 2 1,-2 2-494,3-14 1778,-5 7-1867,-8 20-260,-5 1-189,-5 12 566,-5 8-582,-1 5 179,0 6-319,5 4-12,4 0-5,6-1 5,8-4 1,8-5-23,11-6-28,9-10 11,3-7 34,-2-11-6,-1-14-73,-15 9 23,-2-15 11,-15 15 0,0-5-6,-5 8 23,-8 6-62,1 11 1,-13 7-12,-1 14 11,-11 7-6,-4 14 18,1 7 16,4 8-33,8 7-6,9 2-17,9 2-22,14-5 27,12-5-4,17-8 4,13-9 1,7-11-228,2-12 244,-1-18-10,-6-11 33,-5-15-11,-8-10-15,-21 17 1,-3-2 8,-1-3 1,-1-1 10,-1-2 0,-1-1 9,0 0 0,-2-1 64,0-3 0,-1 2-16,2-12 83,-4 0-39,-6 35-33,0 4-68,0 8-16,0 4 11,-1 9 228,0 0-223,-2 14-22,2 2 0,-1 11 0,0 8-17,6 5 12,6 7 5,0-26 0,2 1-120,1 1 0,2 0 114,1 0 1,0-1-12,11 26-28,-10-5 12,-13-21-163,-16 1-426,-11-19-1288,-11-2 1910,-6-6 0,17-5 0,4-1 0</inkml:trace>
  <inkml:trace contextRef="#ctx0" brushRef="#br0" timeOffset="28934">18961 5877 23674,'-1'-4'2789,"0"1"-1994,1 3-744,-14-37-57,11 29 29,-11-20-18,21 53-10,-1-3-7,15 35 12,-9-29 0,2 2 0,3 1-5,14 14-7,-8-16 1,1 0-31,1-2 0,-1 0-92,0-4 0,-1-1-600,11 10-1983,-15-10 734,-15-12-7848,-31-12 3901,3-4 5930,-34-10 2842,14-7 1,2-1 389,-11-6-266,9-5 0,7-2-972,23 6-1283,0-4 347,12 15-296,2 10-151,0 1-449,0 5-106,0 24-33,-2-5 38,-8 44-83,2-29-847,-2 6 1,1 2-2688,1-6 2708,-1 21 0,8-38 0,1-1 0</inkml:trace>
  <inkml:trace contextRef="#ctx0" brushRef="#br0" timeOffset="29368">20488 6058 22263,'-4'0'3096,"0"0"-1790,4 0-1127,9-65-11,4 19-306,-6 3 1,1-4 215,2-5 0,-1 3-38,-2-12-5,-4 13 0,0-8 1,-1 7-19,-2 14 0,-1 0 24,-1-8 0,-1-6 0,-1 8 37,-6-10-56,-3-6 80,4 36-153,-1 20 35,-4 14-18,-5 21 28,2 6-2,6-4 0,2 4-392,1 1 0,0 4 385,0 5 0,0 5 1,0 1-661,0-5 0,0-1 1,1 3 584,0-6 0,1 2 1,0 0-1,0-2-300,0 7 0,1-2 0,1 0-538,1-1 0,1-1 0,1-2-1117,2 8 1,3-3 1564,2-2 1,2-6 0,0-13-1,1-1 1</inkml:trace>
  <inkml:trace contextRef="#ctx0" brushRef="#br0" timeOffset="30035">20062 6107 23086,'-17'-46'390,"0"0"0,7-4 0,9 9-373,16 21 0,15-2 0,4 1-1,7 1-706,10-1 0,3-3 763,-21 8 0,-1 0 25,14-9 0,-2-2-56,-16 7 0,-4-1-26,4-9 0,-2-4 82,-1-7 0,-2-3 8,0 0 1,-1-2 47,1-5 1,-2 0 55,-7 16 0,-3 2 249,5-18 162,-8 20-581,-5 16-136,-2 13 91,-3 18 22,-2 20-23,-4 22 17,0-3-64,1-6 0,0 2 50,1-11 0,0 0 0,0 7 1,-2 2-15,-2 11 0,-2-1 17,2-16 0,0-2 0,-2 7 0,0 1 0,-1-7 0,0-3 162,2-7 1,-1-2-118,-7 22 123,5-13-67,9-30 39,10-23-124,-1 0 900,17-38-888,0 12-23,-6 11 1,2-1 113,13-15-91,-2 8-23,-5 12-33,7 7 23,-7 13-7,12 6-10,-4 12 11,-1 10 0,-1 5 5,-5 4 6,-3-3-11,-4-3 28,-2-9 67,-4-8-23,-5-5 90,6-12-78,1-4 22,8-10 23,2-1-28,0 2-40,-3 4-22,-5 7-39,-5 5-17,-2 6-90,5 7-610,7 9-2487,11 8 3215,0 1 0,-9-10 0,-9-6 0</inkml:trace>
  <inkml:trace contextRef="#ctx0" brushRef="#br0" timeOffset="31690">21264 5977 9498,'5'-5'9830,"0"2"-7361,-5 3-945,0 0-897,7-59-487,-7 42 118,-3-45-219,-5 58 23,-14 0-1,3 7-10,-9 4-7,-2 6-4,0 6-18,-2 11-11,12-9 0,0 12 1,13-13-1,1 5 17,7-2 95,12-1 23,4-8-62,4-4 235,18-15-67,-10-12-95,12-8-78,-18-1 83,-7-3 12,-7 6 72,0-5 118,-3 2-151,-4 11-146,-1 4-11,-1 8-112,0 2 22,-4 10 34,2-2-11,-5 21 6,6-13-3460,-1 23 3398,6-22-258,10 17-947,20-8-296,9-1 694,4-5-890,-13-13 0,-1-4 531,0-2 550,1-4 0,-2-4 1315,-7-9-38,3-4 1014,-18-6 94,-7 4 3746,3-15-4423,-1 7-599,2 3 521,-1 6-735,-4 14 63,1-1-202,-3 8-157,1 2 67,-1 7 17,2 10 5,1 10-10,-1-1 5,-1 18 5,0-22-10,1 20 16,2-17 39,-2-7 34,1-4 185,1-18-207,1-8-29,3-1 225,15-29-174,-9 20 17,13-18 78,-4 14-50,5 2-40,10-3 7,7 7-74,-7 9-16,2 8-18,-16 7-4,6 11-192,1 16-111,-6-4-1697,-4 4 0,-2 0 2016,-2 3 0,2 5 0,-13-24 0</inkml:trace>
  <inkml:trace contextRef="#ctx0" brushRef="#br0" timeOffset="72339">23690 6090 24648,'32'-53'532,"-14"18"1,-1 0-483,5-8-22,-9 6 0,-1-1-11,-1-22 5,-3 8 1,-1-2-426,-3 17 1,0 0 421,0-15 1,-2 3 36,-6-3 218,-4-4-218,-6 17 136,0 14-192,2 13-11,-1 13 0,-3 18 0,-7 21 13,9-9 1,-1 4-361,-2 8 1,2 3 334,-1 6 1,2 4-48,0 5 0,3 1-76,4-18 1,1 1 0,0-1-210,2 2 0,0 1 0,1-1-325,0-1 1,2 0-1,0 0-2597,2 2 0,2 1 0,0-4 3235,-2 3 0,2-3 1,1-8-1,1-5 0,-4-12 1</inkml:trace>
  <inkml:trace contextRef="#ctx0" brushRef="#br0" timeOffset="73009">23330 6047 16868,'-5'-46'1305,"0"-1"0,0 1 0,-4-13 0,8 10-962,26 14-217,15 16 0,6 4-110,11-7-607,-18 11 1,5 0-1,-2 2 594,-2 2 0,0 1-3,13-3 0,1-1 11,1-1 0,1-2 15,-11 0 0,0-3 0,-2 1-15,2 0 1,-2-4 23,0-4 1,2-4-1,-7 2 44,6-11 52,-8 2 1,-5 0 804,-11-3-118,-3-7-550,-11 19 393,-7 7-638,0 18 33,-5 14 5,-4 15 6,-4 21-33,3-9 0,0 2 248,3-12 1,1 1-258,-5 27 0,0-1-605,3-6 591,1-4 0,1 0 0,1 5-11,2 6 12,2-16 111,2-14-28,2-15-2690,9-15 2629,-1-7 365,25-20-366,-16 10 35,27-20-52,-29 24 7,13-8-6,-18 17-34,-3 3 17,1 9 3388,-3 7-3382,4 9 107,2 3-113,2 2-3392,10 1 3392,-7-11-11,22 0 22,-11-15-6,8-3 9,-8-11 0,-1-6 98,12-24-53,-13 14 0,-2-1 14,1-17 112,-10 6 3447,-9 14-3184,-2-3-330,-3 13-12,-4 5-94,-2 13-1,-1 1-17,-5 13-27,1 4-96,0 11-1036,6 16-2078,13-3 2395,6 2 0,-2-24 0,-3-10 0</inkml:trace>
  <inkml:trace contextRef="#ctx0" brushRef="#br0" timeOffset="76919">26190 5376 17944,'8'-48'1685,"0"0"1,0 0 0,2-15 0,-1 10-1159,-5 16-308,-1 18-191,-3 11-11,1 15 39,1 15 11,1 19-22,-1 22-34,-1-24 0,-2 1-393,-2 6 1,-2 0 392,-3 4 0,-1 1-8,-2 2 0,-1-1-3,-1 0 0,0-1 8,0-3 0,0-2 3,2-7 1,0-2 33,-6 16 139,4-22 124,6-17-95,3-18-95,2-16-45,5-18-23,7-18-31,-1 23 1,3-2 142,2-2 1,4 1-158,1 1 1,3 1-9,-1 4 0,1 4 9,19-12-28,-7 17 5,-1 13 11,-2 16-3240,9 18 3251,-13-1 25,6 25-75,-20-9-107,-2 14 141,-14-1-6,-16-3 17,-19-8-9,13-25 1,-4-3-29,-3-2 1,-2-3-34,-1-3 0,0-2-109,2-3 0,2-2-1026,-23-11-8626,23-21 8138,14 10 1,13-5-1,4 22 1</inkml:trace>
  <inkml:trace contextRef="#ctx0" brushRef="#br0" timeOffset="77343">26974 5520 25135,'-46'1'106,"0"0"1,3 0 0,7 7-84,2 30-7,14-1-4,5 1 10,19-2 0,13-6 18,15 5 10,11-5 23,5-10 56,-2-11-6,-5-15-11,-10-12 17,-10-11-29,-10-7-38,-10-4-6,-10-3-17,-7-2 6,-6 2 17,-1 6-46,4 7-38,4 11-101,6 8 50,5 7-145,4 4-354,8 7-699,11 6-874,17 7-1670,-3-6 1,3 0-1541,17 6 4676,-14-7 1,-4-2 0,-12-5 0,-1 1-1</inkml:trace>
  <inkml:trace contextRef="#ctx0" brushRef="#br0" timeOffset="77885">27465 5596 25057,'-4'-35'417,"0"1"1,-3-22-284,6 53-122,1 1 318,-1 1-257,0 0-40,0 0-5,1-1-5,0 0-1,0 0-16,0 0 5,0 0-5,0 1 10,0-2-10,0 1 11,0-2-12,1-1 40,2-7 0,-1-3 5,3-10-27,-3 3 16,1-12 23,-1 3 128,-1-14-11,0 11-16,-1 3-107,0 19 0,0 7-84,-1 4 16,-2 12 46,-4 11-23,-4 21-11,1-2 3,2-11 0,-1 2-3,-7 28 0,3-9 0,1 4-1722,2-5 1,2 0 1690,-1 0 1,2 0-133,3 0 1,3-2-512,2-9 0,3-1-267,-1 7 0,3 0-3975,1-3 1,1-4 3775,2 8 1,-3-15-1,-7-28 1</inkml:trace>
  <inkml:trace contextRef="#ctx0" brushRef="#br0" timeOffset="78385">27301 5760 23730,'10'-46'151,"-1"-1"0,-3 7 0,6 7-145,36 9-17,-14 11 0,3 1-20,3-3 0,1 0-708,10-3 1,-1-2 701,-9 2 1,-1-2 36,-4-1 0,-4 0 28,14-14 157,-25 9 0,-5-1-12,-3-9 367,0-12-103,-11 19 40,-2 11-332,0 10 660,-1 7-743,0 13 210,-2 14-126,-2 20-62,2-15 0,-1 2-17,-2 25 5,0-7 1,-1 2-39,2-14 0,0-1-29,-2 8 1,0 1 27,-1 2 1,0-4 28,-3 13-23,0-1 235,4-27 68,5-27-191,1-13-73,7-14-10,5-18-40,11-6-12,8-3 29,6 6-896,3 8 868,-7 13 28,12 6-17,-13 14 0,14 6-34,-6 10-16,0 12-68,-1 9-240,-2 7-1026,-5 7-8475,-6 0 8884,-10-14 1,-7-11 0,-6-17 0</inkml:trace>
  <inkml:trace contextRef="#ctx0" brushRef="#br0" timeOffset="79301">29659 5414 21483,'0'-6'3356,"0"1"-2292,0 5-991,-61-21-23,22 36-335,-7-13 0,-1 5 290,17 18 1,4 6-20,-3 1 0,1 2-6,0 2 1,3 2-51,2 1 0,4 1-118,3-1 1,6 0-164,6-3 1,6 0-143,6-5 1,7-2-150,6-6 1,5-4-121,5-4 0,3-6 28,2-6 1,1-5 310,1-6 0,0-5 342,-1-6 0,-1-6 100,0-6 1,-3-4-477,1-8 1,-3-4 549,-9 12 1,-1-3 0,0 0 133,0-2 1,0-1 0,0 0 143,0-1 1,-1-1-1,0 1 45,-2 2 1,-1 1-1,-1 0 155,4-15 1,-1 2-63,-5 6 1,-3 2-186,-1 7 0,-3 3 248,3-15-241,-4 20-242,-3 16 334,-3 12-361,-1 15 1180,-3 14-1158,-4 23-50,1-1-6,-3 1 0,-1 4-448,2-11 1,-1 1 424,0-2 1,-1 3 0,-1-1-606,-4 14 0,0-2 608,-1-1 1,1-2 2,1-6 0,1-1-79,2-9 1,0-2 89,-3 13 191,5-23 62,6-16 714,8-21-939,8-14-33,14-17-6,-9 16 0,2-1 494,3-2 0,1 1-491,0 0 0,1 2 11,-2 2 0,0 2 193,17-11-190,-9 12-17,-4 11 12,-5 7-7,1 11-27,1 7 353,2 12-358,1 10-29,2 7-190,2 7-1099,2 2-828,-14-26 0,1-2 1343,15 17 1,-10-16 0,-11-13 0</inkml:trace>
  <inkml:trace contextRef="#ctx0" brushRef="#br0" timeOffset="79967">30668 5553 26189,'12'-26'106,"-6"14"-95,-19 50-78,-3 17-67,6-17-561,2 19-1484,7-22-4884,5 7 6215,1-12 0,1-12 0,-2-10 0</inkml:trace>
  <inkml:trace contextRef="#ctx0" brushRef="#br0" timeOffset="80133">30859 5254 19098,'-3'-4'1601,"1"0"-3079,2 4-8353,0 19 7855,3-10 1,-2 10-1,1-14 1</inkml:trace>
  <inkml:trace contextRef="#ctx0" brushRef="#br0" timeOffset="80600">31252 5557 20084,'1'-3'3523,"-1"1"-1412,0 2-2038,-65-21 11,24 27-62,-6-10 1,-2 6-4,17 18 1,5 5-20,-10 10 3,13-3 0,5 0-9,8-4-5,-1 23 0,21-23 0,25 7 11,13-15 8,-12-12 0,1-5 9,16-8 19,-15-10 1,-2-3 2,-2-8 17,-1-13 0,-3-5-367,-7-4 337,-8 8 0,0-7 1,-1 3-635,-1-1 1,-1 0 660,1-8 0,1-1 59,-1 8 0,-1 4-249,4-19 261,-3 14 100,-4 12-196,-6 29 264,-2 5-281,-5 13 12,-10 26-18,1-4-8,-3 9 1,0 4-508,7-13 0,0-1 501,-2 8 1,0 2-48,4 0 0,2 2-647,3 2 1,2-1 402,-2-8 0,2 1-2330,5 19 1,3-4 2629,2-10 0,3 6 0,-5-36 0</inkml:trace>
  <inkml:trace contextRef="#ctx0" brushRef="#br0" timeOffset="80961">31637 5479 26038,'-20'-18'22,"6"4"-8,18 40 0,5 13-70,2 10-215,-3-14 1,-1 1 186,2 24 17,-6-16 34,-5 1 210,-9-17-115,-8-15 89,-7-18-84,3-10 23,8-14-6,9-7 234,16-6-279,11-1-39,12 3-28,6 10-73,1 8-173,1 10-359,-2 7-913,1 5-1663,-1 8 3209,4 4 0,-20-3 0,-1 0 0</inkml:trace>
  <inkml:trace contextRef="#ctx0" brushRef="#br0" timeOffset="81278">32138 5589 19960,'-5'-7'4156,"1"1"-3097,4 6-208,0 0-811,-37-21-29,26 23-28,-28-11 39,37 29 23,6 3-28,1-4 22,16 5 23,-1-12 44,7 1 1,-6-9-1,-3-8-61,-7 1 89,-1-9-61,-8 4-34,-1-4-22,-5 3 5,-3 2-27,1 2-12,2 1-95,1 3-723,2 0 1,1 1-1</inkml:trace>
  <inkml:trace contextRef="#ctx0" brushRef="#br0" timeOffset="82378">30762 5933 8562,'-2'9'7002,"1"-1"-4398,1-8 1075,0 0-2838,5-17-622,-2 10 397,12-17-426,-7 16 157,9-6-78,-5 0-51,5-8-78,-1-8-67,3-10-28,2-13-353,-9 21 0,1-1 324,0-2 1,0 0 19,-1 2 1,0-1 117,-2-1 0,0 1-25,3-8 124,-2-8-46,-3 24-28,1-6 23,1 4-96,-3 10-61,0 5 11,-5 8-51,-2 4 1,-1 16 11,-1-5-2754,-8 34 2737,3-21-104,-14 32 116,-2-7-15,6-14 0,-1 2-289,-2 4 0,-1 1 292,0 2 0,0 1-17,1 1 1,2 0-60,3 0 0,3 0-154,3-2 1,3-1-490,5-2 1,5-1-1172,3-4 0,3-2 1890,15 17 0,-7-21 0,-6-16 0</inkml:trace>
  <inkml:trace contextRef="#ctx0" brushRef="#br0" timeOffset="83872">32110 5732 22324,'-10'-2'868,"-1"4"-633,9 3 191,2 1 117,6-3-140,8-1-279,2-2 83,23-7-95,-7-3-11,16-10-11,-12-3 11,-6-5-57,-11 2 80,-5-14-91,-10 19 102,-6-15-85,-4 24 56,-21-4-83,10 13 33,-25 5-39,22 3 33,-22 16-28,16 0 6,-11 14-22,4 2-23,3 2 12,8-7-35,6 19-49,16-13-124,14 18-269,20-11 8,-8-24 1,2-2-294,22 10-944,-4-16 0,2-5-129,-13-5 1,-1-2 522,15-3 1,0-4 831,-14-3 1,-3-4 596,14-14 619,-22 2 0,-3-4 1643,5-14-1217,-8 12 0,-2-1 646,6-16-408,-5 9-370,-9 12-661,-3 11 107,-5 8-404,-4 11 709,-3 9-647,-6 13 467,-3 12-540,1 10-11,0 3-17,4 2-12,3-3-10,4-5 22,5-10 28,1-14 218,7-10-162,4-19-16,11-11-7,7-13 40,8-7 45,4 1-18,1 7-72,-1 8-33,-3 12-18,-2 13-33,-1 13-5,-9 5-113,11 29-599,-18-4-2229,-8-10 1,-3 1 2945,-6 19 0,-4-19 0,-3-15 0</inkml:trace>
  <inkml:trace contextRef="#ctx0" brushRef="#br0" timeOffset="86613">10956 7770 23394,'-5'7'274,"1"-4"-33,-13 18-107,-2-8-22,-11 5 51,-1-7 89,1-4 33,4-10-38,7-10-79,8-16-73,6-14-16,10-9-12,7-1-33,9 4-17,7 12 11,1 11-17,3 13-22,1 8 11,5 12-12,2 9 12,-6 3-25,-12 4 0,-4 5-9,-1 20-434,-10-8 0,-8 2 448,-11 1 1,-8-1-18,-11 8 0,-8-1 13,8-13 0,-4 1 0,-1-1-598,-3 1 0,-3 0 0,0-1 635,0-1 0,-1-2 0,1-2 13,4-4 0,1-1 1,0-5-334,-13 2 1,4-7 390,-6-5 62,13-29-29,32-10 660,7-12-665,12-1 1771,11 5-1822,7 10 1087,7 10-1148,8 14 22,8 15-25,-23-2 1,1 4-453,2 4 1,0 1 420,18 17-394,-12-5 0,-1 2-1626,-11-9 1,-1 0 2053,8 8 0,-2-2 0,0 1 0,-14-15 0</inkml:trace>
  <inkml:trace contextRef="#ctx0" brushRef="#br0" timeOffset="86906">11454 8109 25724,'44'-13'-437,"4"0"-2874,6 1 1896,-2 0 0,-19 4 0,-12 4 0</inkml:trace>
  <inkml:trace contextRef="#ctx0" brushRef="#br0" timeOffset="88214">12519 7855 21870,'3'-48'1084,"0"0"1,-1 3 0,0 14-1001,-2 28-45,0 7 23,0 13 73,-2 33-90,0-8-2101,-4 7 0,0 0 2090,-3 0-6,-1-2 0,-3 2 299,2-16 0,-1 0-296,-8 17 0,-1 0-12,3-11 1,1-1 25,-3 1 0,1-5 78,-1-1 162,6-17-100,9-21-112,1-17-37,7-9 1,2-4-15,2-20 580,2 13 0,3-5 1,-1 5-592,-1 8 0,0 1 11,3-10 1,2-5-1,-1 3-317,1-1 0,0 1 326,3-10 0,1-2 30,2-1 1,1 1-23,-4 15 1,0 2-35,-2 4 1,2 4 16,26-13-22,-20 28 6,25-3-12,-13 18-16,22 21 28,-19-2-18,-12 6 1,-3 6-17,-1 26-48,-11-6 1,-2 4-149,-5-5 0,-3 2-938,-4 10 1,-3-1 119,1-20 1,-2 0 1041,-4 11 0,0-4 0,2-13 0,-2 13 0</inkml:trace>
  <inkml:trace contextRef="#ctx0" brushRef="#br0" timeOffset="88405">12484 8122 23814,'15'-50'227,"0"0"1,4 1 0,5 8-233,24 6-35,-12 14 1,2 1-582,-5 6 0,2 0-57,8-1 1,3 1 677,11 3 0,-3 3 0,1-1 0,4 6 0</inkml:trace>
  <inkml:trace contextRef="#ctx0" brushRef="#br0" timeOffset="89406">13126 8181 25948,'44'-40'183,"0"0"0,-2 2 0,-4 1-141,-16 10 0,-2 0-715,2-5 1,-1-3 697,2-5 0,-1-3 3,0-5 0,-1-1-3,0-3 0,-2-2-452,-3 1 1,-3 0 434,-2 3 0,-3 1 9,-3 6 0,-2 4 5,-3-16 134,-7 13-173,3 29-11,-7 5 40,2 22 4,-9 19 18,-7 19-460,10-16 0,0 1 432,2-5 0,0 1-6,-6 25 0,0 2-28,7-16 1,1 0 23,1-2 0,0 3 1,2-2-11,2 9 0,3-3 146,6-3 0,3-1-174,5-5 0,3-2-37,5-6 1,3-3-6,1-6 0,2-5-79,26 5-5,-2-26 45,0-18 106,-5-19 39,-22 17 1,-1-1 5,16-27 8,-19 22 1,-1 1-3,4-10 72,-1-6-28,-14 29 1694,0-4-1727,-5 14 1140,-2 4-1174,-4 13 60,-4 10-60,-2 9-34,2 5 12,4-1 11,10-3-11,6-5-17,11-9 22,6-7 1,3-9 16,4-12 6,0-8 16,-3-10-5,-5-4-11,-8 2 62,-5 6-18,-7 10 23,-3 7-78,-3 9 5,-6 8 6,-1 9-12,-5 10-10,3 5-6,3 0-1,6-3 12,9-4 12,9-7-7,18-8 1,-8-8 11,19-13 27,-13-10 1,7-15-252,-4-9 257,-5-10 62,-8-4 25,-15 24 1,-1 2-26,0-11 73,-3-3-34,-11 26-28,0 2-78,-2 6-34,2 6-50,3 4-936,0 1-5119,5 6 6094,3-1 0,-2 1 0,1-2 0</inkml:trace>
  <inkml:trace contextRef="#ctx0" brushRef="#br0" timeOffset="90890">14654 8027 11150,'8'0'7499,"-2"1"-5135,-6-1-1002,0 0-371,47-65-224,-27 31-465,9-10 1,-2 0 173,-13 8-78,-6 6-56,-5 8-152,-11 11-106,-10 7-11,-13 12 16,-10 8-5,-6 13-56,-1 9-16,5 6-278,5 1 260,9 0 1,8-4-1,10-3-16,11-6-12,14-6 29,10-10 5,12-9-6,15-22 23,-14 2 5,13-22 6,-23 5 17,3-12-17,-5 0 282,-5-5-248,-7 15-34,-5 6 6,-6 18-23,-2 6-11,-4 5 11,-3 6-5,-8 8-29,-4 15 12,4-8-51,1 12-38,11-13-91,4 6-223,9-5-259,11-3-122,10-8-90,8-6 107,7-13 459,0-7 347,-2-11 117,-6-5 102,-6-4 100,-5 1 185,-6 2 179,-6 7-50,-6 9-257,-5 8-242,-3 6-61,-5 4-34,-2 6-56,-3 5-5,0 3 5,3 7-17,3-8-22,7 5-5,6-12 5,16 0 28,-6-6 33,14-8 79,-11-10 62,6-12 117,-3-9 152,0-3 21,-3 1 57,-2 5-342,-8 14-134,-4 6 6,-7 11-12,-2 11 0,-2 10-11,-3 15-6,-7 26-22,2-17-170,3-8 0,-1 1 170,0 20 2,3-19 1,-1 3-34,-4 17 1,-1 2-1699,-3-4 1,-2 0 1675,1 0 0,-3-1-43,-5-3 1,-2-5-28,8-17 0,-1-3 151,-20 21 11,10-47-22,16-33 0,3-14-12,11 10 1,3-1-148,3 2 0,2-1 161,6-9 1,3-2-15,5 2 1,4 1 1269,10-4 0,4 4-1278,-4 10 0,0 3 6,-1 3 0,0 4-12,-1 6 1,-1 3 13,23-6 1,-22 8 0,2-1-1,-1 1 1,0-1 2,5-5 1,-2-1 13,14-9 3,-22 6 0,-5-3 296,-3-15-214,-4-19-1,-15 12-22,-15 3-62,-3 23 46,-9 5 822,6 8-840,3 1 547,5 5-597,6 2 0,2 1 0,0 17 0,0 4 0,0 23 0,0 9 0,2-6-233,0-11 0,2 0 199,11 25-50,0-15 0,3 2-54,-3-9 1,0-1 53,0-2 0,-2-1-336,-2 25-1153,-38-9 413,2-10 1160,-13-16 0,-2-6 0,13-8 0,-18 1 0</inkml:trace>
  <inkml:trace contextRef="#ctx0" brushRef="#br0" timeOffset="92180">17623 7849 18958,'2'-45'1265,"1"0"1,0 0 0,1-16 0,-5 9-594,-11 13-129,-6 4-329,-2 4 194,-13 5-301,7 22-74,-15 12 7,-1 24-429,16-6 0,1 3 383,-3 7 1,0 2 5,0 4 0,2 3 2,1 0 1,4 2-20,3-2 1,4-1-126,4-3 0,4-1 130,7-6 1,3-2 34,15 16 38,13-21 29,6-26-34,-5-11 33,-7-13 1,0-5 33,11-18-42,-12 10 1,0-3 60,-4 0 1,-3 2-47,5-12 852,2-4-836,-17 38 175,-2 8-265,-4 23-11,-2 8 1,-2 35-18,-2-26 0,-1 2-193,1 0 1,-2 2 196,-4 8 0,-3 4 1,1 0-778,1-8 1,0-1 0,-1 3 744,-1 4 1,-1 3-1,0 1 1,1-4-5,0 1 1,1-3 0,-1 3-131,-2 5 0,-1 5 0,0 0 0,0-4-64,-1-2 1,0-3 0,-2 2 88,0 0 0,-1 4 0,-2-1 0,0-5 70,-3-2 0,-1-4 0,-2-3-40,-11 7 1,-1-9 72,5-14 1,-1-10-241,-18-24-263,16-40 170,25 8 1,7-6-703,6-13 0,7-3 602,2 15 1,2-1-1,4-1-672,4-4 1,4 0 0,2 0-2133,2 1 0,3-1 0,-1 5 2773,-6 10 0,-1 3 0,0 3 1,3-5-1,-4 9 0,-8 11 1</inkml:trace>
  <inkml:trace contextRef="#ctx0" brushRef="#br0" timeOffset="93529">18067 7676 25903,'-8'-8'34,"5"17"-51,13 48 14,-4-22 0,0 2 3,-1 3 0,-1 0-11,0-6 0,-2-1 11,0 26-6,-16-11 1,-4-2 55,-4-4-3,1 1 1,-2-11 64,4-30-16,7-17-24,9-13-16,14-12-11,11-6-34,17-3-5,-15 25 0,2 2-129,2 1 0,2 1 117,0 3 0,1 2-28,-1 2 1,0 1-84,27-5-130,-3 6-234,-4 6-293,-6 5-351,-11 6-40,-12 4 358,-11 4 488,-12 0 403,-5-3 296,-5-3 640,0-4-12,-1-3-11,0-1-191,3 0-296,0 0-258,5 0-134,2 3-23,2 2-11,6 4 17,4 1-6,12 1-56,10-4-16,10-3-23,9-7 22,2-7 17,-3-7-5,-9-8 11,-9-6 16,-12-5 1,-9-1-17,-6 1 61,-9-1-56,0 16 40,-9 0 0,-1 16-34,-9 0-17,-6 10 28,-2 6-22,-2 10-51,2 8-5,4 8 17,6 8-29,5 6-16,8 3-6,8 2-50,20-3-20,0-27 0,6-4-564,10-1 1,4-4 504,9-4 1,4-3 19,3-3 0,4-5 47,-11-6 1,1-2-1,-3-1 79,2 0 0,-2-2 20,12-9 0,-5-3-277,-6-11 329,-2-10 29,-18 2 34,-15 0 27,-7 6 0,-9 6-5,-6 8 986,-12 10-1009,-8 8 333,-7 10-383,-2 7-23,2 6-27,5 5 11,5 2-40,5 4 18,8-7 16,3 11-6,8-14 12,4 6-11,7-14 27,8-7-16,7-12-6,5-9 23,3-10 5,0-5 0,-4-1 6,-6 1 22,-3 5 29,-6 6-85,-5 9 6,-3 6 27,-6 10 24,-1 7-40,0 2 39,-7 30-3448,7-14 3370,-3 12 0,13-11-1,7-11 1,26 3 6,5-12-1,3-9 0,6-16-5,-11-10-125,-17 5 1,0-3 135,-2-3 0,-2-4 25,2-14 0,-4-5-8,-4 1 0,-3-1 1188,0-1 0,-3-1-1183,-4-4 0,-3 2 14,-2 12 1,0 0 78,-1-11 0,-1 1 86,0-14-5,-1 11-123,2 34 0,3 7-34,3 11 6,4 11 413,4 15-436,-4 7 1,-2 3-18,4 21-5,-6-5 0,-3 3-132,-3-11 1,-1 0 105,-3 13 1,-1 2-76,-1-1 1,-2 1-298,2-14 0,-1 1 1,1-4-119,0 2 1,1-1-2630,2 13 0,2-5 2391,5-6 1,1-7 0,-2-22 0</inkml:trace>
  <inkml:trace contextRef="#ctx0" brushRef="#br0" timeOffset="94329">19560 7898 23133,'49'-18'-163,"-1"0"0,1 0 1,11-7-1,-3 6-159,-14 13 0,-2 3-70,-9-2 0,1 1-140,4-2 0,0-2-37,-4-1 1,-3-2 579,8-7 1298,-14-1-1214,-19 10 1042,-18 3-303,-5 5 279,-14 4-335,-1 5-212,-1 7-364,7-2 758,-1 8-803,11-4-17,0 12-89,9-4 21,12 3-27,4-12 22,15-1-44,5-7 27,22-2-33,-4-9 11,8-8-11,-21-4 28,-1-11 55,-9-9-55,-5 6 106,-4-19-39,-11 23 17,-7-6-73,-1 15 95,-16 5-83,3 7-18,-12 5 6,3 9-11,-3 8-17,8 1-17,-4 10-39,9 1 28,-2 21 0,10-6 0,10 8 0,6-20-17,15 4-16,17-5 27,4-2-28,13-7-3414,-10-16 3415,-11-9 5,5-11 33,-6-6 1,-7 1 0,2-3 5,19-19-6,-1-1 17,-22 15 1,-3 1-12,0 0 12,17-23 16,-24 28 3415,4-5-3426,-8 11-6,-1 6-5,0 5-6,-2 3-5,6 10 16,2 21-16,-1 10-29,-5-8 1,-1 2-45,2 20-40,0-4-559,-4-9-2079,-4-10 2745,0-1 0,-3-12 0,0-10 0</inkml:trace>
  <inkml:trace contextRef="#ctx0" brushRef="#br0" timeOffset="94905">21938 7331 22811,'4'-46'936,"1"0"1,-1 0 0,1-13 0,-1 7-433,-1 7-235,-3 21-196,0 14-56,0 13 5,-3 15 6,-3 21-14,0-9 0,-1 4-584,-2 10 0,-1 3 567,-3 9 1,-1 3-15,4-15 0,0 2 0,0 0-54,0 4 0,0 0 1,1 2-817,1 1 0,1 1 0,0 0 194,2-1 0,1 1 1,1-1-1655,2 0 0,1-1 0,1-1 2347,1 12 0,2-5 0,-2-19 0,2-5 0,0 2 0</inkml:trace>
  <inkml:trace contextRef="#ctx0" brushRef="#br0" timeOffset="96123">21731 7762 21455,'23'-47'489,"1"0"1,0 2-1,4 5-461,-1 17 0,3 3-658,4-3 0,1 1 624,4-3 1,0-1-1,2-3 1,-1-1 13,0-1 0,-2 0 28,-3 0 1,-3 0 55,-5 5 1,-4 0 749,10-17-125,-17 11 246,-9 6-358,-5 5-157,-2 7-218,0 6 491,0 10-693,0 6 67,-5 20 17,-3 16-59,1-12 0,-1 4-258,-2 5 1,0 2 237,-1 2 1,0 1-382,1 0 1,-1 0 347,1-3 0,1-1 5,2-4 1,0-2-34,-3 23 33,4-18 1,3-17 78,5-15 449,6-17-510,8-13 759,7-10-726,3-6-11,-1 1 24,-2 6-46,-4 7-1,-5 9-33,-2 8-23,1 6 17,5 8-11,6 6-39,6 7-34,4 2-111,1 1-119,5-2-61,5-4-39,10-5-313,7-7 626,-30-7 0,1-3 87,-1-2 1,-1-2 69,24-17 23,-14-10 33,-8-5 51,-11-5 61,-7 3 45,-7 5 6,-5 9-45,-10 12-62,-8 8-11,-12 12 329,-8 9-435,3 3 50,-14 24-67,19-8-29,-6 18 1,19-11-17,10-3-28,12-6 11,11-8-39,8-9-56,15-13 124,-12-4-29,22-19 34,-29 7 39,18-19-12,-20 7 24,3-9 49,-5-1-16,-5 1 11,-1 0-39,-5 13 28,0 1-45,-5 16-45,-1 1 0,-1 7 11,-1 7-16,0 10-34,0 9-90,2 8-50,2 7-280,8 3-695,10 0-341,12-3 443,10-9 570,3-13 381,-4-12 275,-8-14 572,-7-15-315,-13 2 555,-1-10-6,-7 11-195,-2-2-191,-1 5-113,-3 7-402,0 4-45,-1 5 5,0 8-22,0 6 17,-1 8 5,-1 3-10,-4 8-12,3-12 5,-2 7 18,4-17 55,0-1 34,2-8-22,10-16-85,-1 2 40,18-18 11,1 4-39,13-6 11,5 2-6,-18 15 1,1 3-29,10-4 28,11 5-22,-21 14-22,7 8-213,5 19-4053,-8 6 3027,-4 2 694,-8 11 0,-15-31 0,2 8 0</inkml:trace>
  <inkml:trace contextRef="#ctx0" brushRef="#br0" timeOffset="98526">25097 8003 25668,'22'-30'239,"-1"1"0,0 0 0,-3 4-49,3 1-61,0-7-28,-1-8-34,-1-12-263,-10 21 1,-1-3 231,0-17 0,-1 0-30,-2 14 0,-1-1-1,0-19 1,-1 1 13,-3 21 1,0 1 13,-2-4 1,-1 1 39,-6-18 83,-3 20-122,-2 16-46,5 9 1,-5 14 22,-2 14-22,-12 21-9,11-8 1,-1 3-301,-3 10 0,1 3 314,-1 9 0,2 3-578,6-16 1,2 1 0,0 1 545,1 2 1,1 0 0,1 0-47,1 0 0,1 1 0,2-1-291,-1-2 0,2 0 0,2 1-307,4 5 0,3 1 1,0-5 34,0 2 0,3-2-2019,10 11 0,3-7 2091,4-11 1,-4-9-1,-10-19 1</inkml:trace>
  <inkml:trace contextRef="#ctx0" brushRef="#br0" timeOffset="99218">24931 7820 20683,'-26'-49'1008,"-1"0"0,2 0 0,13 8-968,25 23-40,5-4 0,27 3-34,11 5-793,-16 5 1,2 0 834,5 0 1,1 0 8,1-2 0,-1-1 2,0-2 1,-2-2 24,-3-1 1,-2-3 47,-4-1 0,-3-1 65,-6 2 0,-2-2 599,14-21-487,-19 18 819,-5-2-925,-13 20 5,0-1-151,-2 7 802,-2 11-808,-1-1 34,-9 38-40,2-15-1478,-5 12 1,0 2 1483,1 1-373,-2 13 0,1 3 370,9-31 1,1-1-12,-4 13 0,2-2-8,3 0-23,0-13 57,2-7 145,0-4-45,4-15 2941,4-15-3047,1-4 1102,13-15-1097,2 4-16,10-9-12,1 7-22,-2 9-5,-5 11 27,-11 8-5,-1 11-17,-3 11 34,2 2-6,5 7-6,1-5-5,-2-8 11,9 2-6,9-10 6,-5-2 23,25-17-7,-22-8-16,8-8 23,-7-9 5,-3-7 17,-3 2 22,-3-4 11,-16 19-50,-6 10-17,-3 6-33,-6 13 11,-6 16-56,-2 9-152,-5 15-44,7-10-2543,4 24-7025,13-14 8243,-2 4 1,5-24 0,-6-17 0</inkml:trace>
  <inkml:trace contextRef="#ctx0" brushRef="#br0" timeOffset="99969">27621 7518 21097,'-2'-53'816,"0"0"1,-1 0 0,1 6-1,0 1 1,0 5-178,-3-18-101,-1 19-482,3 20-45,0 9-5,3 19 10,-2 12 1,-1 21 11,-5 19-414,3-22 0,-2 2 405,-3 5 1,0-1-17,1-7 0,-1 0 0,-7 19 0,-2 0 5,7-19 0,-1 1 9,-5 13 0,0-1-9,5-16 1,2-4 2,-6 9 314,6-14-112,7-22-169,2-5 24,11-35-52,-2 10-5,6-12 1,2-2-7,2 1-2,-1 2 0,2-2 2,0 9 1,1 2 388,-1 2 1,0 0-395,3 0 0,-1 4-17,8 3-28,-1 12 34,-6 7 0,20 15-11,-7 6 5,16 17-11,-13 7 17,-10 7-1,-12 3-10,-17-3 5,-19-4 34,-20-8-240,13-24 0,-2-2 215,-3-3 0,-2-2-26,0-3 0,1-2-33,-19-2-571,-5-17-752,30-4-2525,-1-15-5916,28 0 7844,6 9 0,4 8 0,-5 13 0</inkml:trace>
  <inkml:trace contextRef="#ctx0" brushRef="#br0" timeOffset="100319">28101 7493 12685,'3'-2'9370,"-1"1"-6015,-2 1-3114,-25-14-90,7 18-78,-22-7-28,15 26-11,4 3-1,4 9-27,8-11 27,4 9-5,10-14-5,4 4 61,9-6 45,5-7 11,4-8-28,1-9-28,0-7 28,-6-8-17,-5-7-22,-8-10-79,-5 10-5,-2-10-6,-3 19-123,-2 1-252,-3 9-482,-5 8-2184,-2 11 3058,1 9 0,4-7 0,4 2 0</inkml:trace>
  <inkml:trace contextRef="#ctx0" brushRef="#br0" timeOffset="100668">28394 7834 24632,'16'-41'302,"-1"0"1,0-1-1,4-6 1,0-1 0,-1 5-605,-3 8 1,-1 1 351,10-21 1,0-2-567,-9 16 1,-1 0 599,3-9 0,-1-1 39,-5 7 1,-2 1 228,-3 8 1,-2 3-129,-7-12-208,1 23-8,-7 15 4,-3 21 324,-7 15-347,-8 23-1128,9-4 1,0 3 1138,5-14 0,1 1 0,1 4 0,0 3 0,2-2-309,0 6 1,2-1 267,1-7 0,0 2 0,1 0-169,0 20 0,2 0-632,2-3 1,2 0-179,1-5 1,3-1-1468,0-8 1,1-3 2408,1-8 0,1-4 0,-1 3 0,0-17 0</inkml:trace>
  <inkml:trace contextRef="#ctx0" brushRef="#br0" timeOffset="101168">28397 7583 16560,'-4'-6'5557,"1"2"-4947,3 4-419,5-75-629,8 48 432,3-21 1,6 1-15,4 29 1,3 4-1,8-7 0,2 0-265,0 0 1,0 1 326,-3 0 0,-2 0 28,-5 0 0,-3 1 165,9-19 258,-15 2 201,-13 4-72,-3 6 96,-3 10-527,-1 6 557,1 7-714,0 11 67,-5 15 16,-6 20-33,-5 15-59,5-24 1,0 1-12,0 9 0,0-1-323,-2 17 326,6-19 0,2-2-17,3 9-3270,0 13 3265,1-25 206,0-6-61,2-25 191,3-9-275,0-3 50,6-14 23,0 1 219,5-8-230,5-2 3308,5-1-3443,7 2 17,5 4 22,2 9-11,6 8 12,-11 11-6,-5 3-34,-7 13-67,-8 5-151,2 10-1093,-7 15 191,-4-14 1137,-2 19 0,-3-39 0,2 7 0</inkml:trace>
  <inkml:trace contextRef="#ctx0" brushRef="#br0" timeOffset="102268">30038 7316 18986,'0'-6'4430,"0"0"-3388,0 6-169,0 0-754,-48-43-30,19 51-67,-2-23 1,0 4 5,9 31 0,3 11 14,-4 5 0,0 1-1744,-1 3 1,2 1 1692,0-2 1,2 2-45,4 9 0,5-4-122,1 2 6,9-5 1,6-1-800,28 7-52,12-11 280,-14-23 1,3-7-286,-3-12 0,0-4 510,20-9 260,-20-3 0,0-4 129,1-8 0,-1-2 106,2-4 1,-1-4 146,-2 1 0,0-4 0,-3 3 21,-2 1 1,-2 0 804,-1 0 1,1-2 0,-3 5-643,-6 9 0,1 1-637,10-25 0,-1 1 897,-1 4 35,-4 5 1,-2 2-63,-5 10 305,1-5-776,-8 24 834,-4 8-890,0 15 3346,1 9-3335,0 20 17,0 15-26,-2-20 1,-2 1-15,-2 5 1,-1 0-45,0-6 0,-1 1 50,-8 21 0,-3 0 6,4-17 0,-1-1-4,-1 2 0,-2 2 0,2-5-13,1-5 0,0-3 14,-2 3 0,0-4 109,5-9-5,1-3 100,6-11-117,11-23-62,6-6-39,12-19-22,-1 9 47,-3 9 0,1 1 3,5-2-34,8-5-22,-20 19 285,-3 11-263,-2 7 1,5 7 5,4 4 5,3 2 6,3-3-11,2-2-16,3-6 16,1-4 22,2-4-16,1-6-1,-1-6 23,1-10-11,-7 2-6,12-18 56,-14 12 45,7-12 45,-15 15 62,-8 5-107,-3 8 106,-5 3-240,-1 4 16,-1 13-11,-2 6 12,-1 15-29,-1 5-56,2 5-145,5 1-297,4-1-644,6-5-23,3-11 1199,13-2 0,-16-16 0,7 0 0</inkml:trace>
  <inkml:trace contextRef="#ctx0" brushRef="#br0" timeOffset="102441">31106 7249 23075,'16'1'-934,"-9"-9"0,5 25 1</inkml:trace>
  <inkml:trace contextRef="#ctx0" brushRef="#br0" timeOffset="102811">31129 7725 25511,'28'-40'106,"1"0"0,0-1 1,-2 3-1,-1-1 1,-2 4-82,-2 1 0,-2 2 3,1-5 0,-2-1-437,-1-4 1,-1 0 447,-2 2 1,-2 0 27,-4 3 0,-1 1 604,1-21-480,-7 17 221,-5 14-362,0 12 152,-1 9-230,0 5 690,-1 10-651,-5 10-28,-6 16 1,-7 13-118,10-19 0,1 1 100,-1 4 1,1 1-32,2 2 1,2 0-132,1 1 0,2 0-250,2 0 1,2 0-513,3-1 1,4 0-965,3-2 1,5-1-2462,6-4 0,3-4 4064,24 14 1,-14-21 0,-13-12 0</inkml:trace>
  <inkml:trace contextRef="#ctx0" brushRef="#br0" timeOffset="103251">31791 7643 21317,'10'-57'1180,"-1"0"0,-1 5 0,-5 8-642,-12 12-211,-5 9-198,-4 7-67,-5 9 5,-5 10-8,-5 7-19,-6 11-7,-3 8-22,2 4-5,8 4-30,11-2-10,13-1 1,15-5 33,11-8 16,14-8-27,8-14 17,6-13 27,0-12-5,-1-16-229,-25 17 1,-1-3 202,-1-4 1,-1-2-274,-1-5 0,-1 0 315,0-3 1,-2-1 19,0 1 1,-2 1 41,-2 3 1,0 1 167,3-22-16,-6 15-68,-3 17-100,-1 11 304,-2 9-394,-4 16 623,-1 1-629,-11 24 12,-5 8-3,6-11 0,0 3-172,-1 5 1,2 2 160,0 2 0,3 1-324,2 2 1,3 0 143,2-1 0,3 0-204,4-3 0,3 0-625,2-3 1,3-2-3146,3-4 1,1-4 4161,14 15 0,-10-22 0,-9-13 0</inkml:trace>
  <inkml:trace contextRef="#ctx0" brushRef="#br0" timeOffset="103585">32009 7239 24396,'32'32'50,"-1"0"1,1 0-1,6 3 1,-7-1-4,-14 4 1,-8-2 58,-3 1-33,-2 8 157,-12-19 44,-8-16-55,-8-2-34,-3-13 11,-1-9 0,4-11 17,5-6-28,9-5-124,7-3-55,11 3-23,9 2-117,10 9-281,5 7-638,6 9-2174,4 8 3227,7 8 0,-22-3 0,-2 2 0</inkml:trace>
  <inkml:trace contextRef="#ctx0" brushRef="#br0" timeOffset="104308">32445 7373 21411,'-2'-2'4537,"0"0"-3731,2 2-778,-16-23-50,11 18 5,-9-13 34,20 25-11,2 3 33,9 2 22,3-3 7,8 0-7,10-5-22,-5-9-5,0-1 16,-6-11-5,-9-2 6,0-7 27,-8-7-44,-10 7 5,-9 1-22,-3 14 11,-11 4-17,0 5-11,-8 4 11,0 6 0,-5 15-11,12-4-50,-11 27 5,20-12-73,-4 20-234,18-7-332,15 2 152,3-11-963,22 3-735,1-17-1254,14-2-814,-20-18 1,0-4 3642,11-6 801,8-16 1332,-30-7 1278,2-13 190,-7-5 79,1-11-1692,-4 13-320,1 2-631,-7 25 116,-3 6-274,-4 9-185,0 5 3370,-4 4-3359,-7 22-33,0-7 67,-16 36-67,9-18-11,-5 16-1,11-14 34,5-9 6,5-12 246,7-11-156,5-16-79,4-2 73,11-19 50,11-9-123,-7 5 28,15-10-34,-19 24-5,7 3-23,4 19-27,-5 14-68,4 17-129,-13-2-4714,-10-2 1,-2 1 4871,-3 7 0,2 6 0,-10-28 0</inkml:trace>
  <inkml:trace contextRef="#ctx0" brushRef="#br0" timeOffset="107794">6931 6157 11195,'-58'0'1440,"1"0"1,-1 0 0,3-2-1,1 0 1,6-1-1111,8 1 1,4-1 506,-20-7-366,49 0-438,9 3 179,26-8-165,7 5 1,8 2-9,8-3 1,4 1-1007,5-1 0,3 0 978,-7 3 0,3-1 1,1 1-749,-1 0 1,1 0 0,4 0 736,-14 1 0,3 1 0,1-1 0,1 0 0,1 1-397,5-1 0,0 1 1,2 0-1,0-1 0,1 2 369,-7 0 0,0 0 0,1 0 0,0 0 0,0 1 0,1 0-25,2 0 1,0 1 0,0-1 0,0 1 0,1 0 0,-1 1-31,0-1 1,-1 2 0,1-1 0,0 0 0,-1 1 0,0 0-317,-3 0 0,0 0 0,-1 1 1,1-1-1,-2 1 0,0 0-397,5 0 1,0 1 0,-2-1-1,0 1 1,-2 0 748,8 0 1,-1 0 0,-3 0 0,-6 0 0,14 1 0,-9 0 0,-18-1-1,0 0 1</inkml:trace>
  <inkml:trace contextRef="#ctx0" brushRef="#br0" timeOffset="108150">6677 6310 8886,'-49'3'1563,"0"0"0,1 0 0,7 0 1215,9-2-1479,11-4-1108,19 1 772,44-11-688,-6 5-849,9-3 1,7 1 755,-2 0 0,6 0-556,-9 2 1,6-1-1,3-1 1,-2 1 427,-1 0 1,0 1-1,0-1 1,3 0-368,-1 1 0,3-1 0,0 0 0,1 1 0,-1-1 338,-3 2 1,-1 0 0,1 0 0,-2 0-1,-1 1-405,4-1 1,-1 1-1,-1-1 1,2 2 386,-2-1 1,1 2 0,1-1 0,1 0 0,-2 1-191,0 1 0,0-1 1,0 1-1,-2 0 1,0 1 186,3-2 0,-2 1 0,0 0 0,2 1 1,2-1 1,4 0 0,0 1 0,-4-1-1,-8 1 116,10 0 1,-5 0-126,-11 0 1,2 0-1,-7 1 1292,18-2-2179,-40 2 1354,-11 0 0,-6 1 0,-7 0 0</inkml:trace>
  <inkml:trace contextRef="#ctx0" brushRef="#br0" timeOffset="113176">5709 7226 8584,'-9'2'7467,"2"-1"-5042,7-1 801,0 0-2206,-21-69-169,12 36-493,-4-11 1,0 1 201,5 12-185,1 9-213,3 8-162,2 8 0,2 8 18,3 12 15,1 12 1,3 14-17,0 10-6,-3 5-5,-2 1-1,-1-12 29,-1 10-29,1-26 46,-1 7 145,0-24 17,0-9-135,1-13-50,2-12-11,3-17-1699,1 8 0,1-2 1682,5-14 11,-3 11 0,2 1 23,4-6-29,4-4-16,-2 16-28,-1 13 22,1 11 23,5 13 3369,3 8-3409,4 14 29,1 7 10,-1 4-10,0 1 5,4 4-6,-13-15 6,6 3 11,-15-21 23,2-2-12,-5-13-22,2-11 0,2-12 17,4-9 0,1-3 0,2 2-12,-1 4-5,-3 12-16,10 5 27,-6 11-11,11 3-6,0 6-5,4 3 11,5 3 6,6-2-6,4-1 0,4-4-498,1-5 509,-1-8 17,-7-9 17,-11-9 17,-12-5 27,-13-1 62,-6 4 57,-7 5 38,-1 6 442,-3 7-638,2 5-50,1 4-11,2 10-6,2 9 29,3 13 4,5 9-60,4 4-102,6-1-207,4-3-677,6-5-2774,4-9 2956,-3-9 0,-11-9 0,-8-5 0</inkml:trace>
  <inkml:trace contextRef="#ctx0" brushRef="#br0" timeOffset="113351">6758 6736 21926,'-4'-8'-3277,"-1"-1"0,8 13 0</inkml:trace>
  <inkml:trace contextRef="#ctx0" brushRef="#br0" timeOffset="113742">7110 6962 25506,'-2'38'26,"-1"0"0,1-3 0,1-1-26,7 11 39,-1-1-11,-3-18 163,0-3 94,-2-20-117,0-7-73,3-11 23,6-27-62,-1 8 14,1 2 0,0-1 64,11-19-81,-6 19 1,3-1 10,8-1 1,2 3-540,-1 8 1,0 3 502,26-13-21,-6 22 4,-12 14 12,9 10 10,1 11-86,-10 2 0,0 3-37,8 8 0,-13-10 1,-3 0-902,-1 9-2847,-4 3 3838,-2 0 0,-10-14 0,-7-12 0</inkml:trace>
  <inkml:trace contextRef="#ctx0" brushRef="#br0" timeOffset="114250">7906 6645 23792,'-6'-43'698,"0"0"1,0 0 0,-2-13 0,2 8-240,7 14-324,0 17-113,1 7 42,-1 9-36,0 10-4198,1 24 4187,0-2 13,-3 15 1,-1 3-19,-2 6-297,-1 3 1,-1 3 290,1-17 0,2 1-121,1-2 0,1 4 1,1-2 119,4 9 1,2-2 2,2 3 1,4-4-4,0-19 1,2-5-17,8 11 33,-7-20 747,-7-12-736,-4-17 632,-1-23-654,-3 4 6,-7-29 5,-3 10 0,-1-12-33,4 6 450,11 11-411,13 9-17,0 17 3381,13 1-3380,0 8-12,-4 1 11,28-1-11,-10 6-268,-9 1 1,0 1 261,18 5-1623,-11 6 0,-2 3 1601,2 6-259,1 7 1,-2 4-44,-3 12-276,-13-11 1,-2 0-527,-1 8 1210,-4 2 1,-13-28 0,2 4 0</inkml:trace>
  <inkml:trace contextRef="#ctx0" brushRef="#br0" timeOffset="115541">8739 6780 26329,'-7'-19'28,"2"7"-17,8 15 11,3 2 12,7-1 0,5-2 5,4-5 22,2-6 12,-1-8-11,-4-8-40,-7 3 62,-6-17-39,-4 20 106,-7-21-95,0 26 84,-12-10-67,3 17-3420,-8-1 3358,5 7 28,-15 14-33,8 4-1,-10 15-5,9 5 0,5 9-16,9 6-7,9 3-10,15-2-85,15-5-123,18-6 68,-2-14-203,0-12 1,3-5-1,-12-6 1,1-2-201,16-2 1,0-3 311,-12-4 1,-2-3 151,-4-4 0,-1-3 3320,19-17-3091,-14-6-27,-16 9 352,-6-18-5,-11 17 45,-3-14-17,-12 16 507,-7 7-647,-7 7-101,-4 5-90,-1 6-89,1 5-22,5 8-12,1 8-22,2 10 16,2 6 1,4 4-17,7-1-1,8-3 7,4-10-23,15 1 28,-3-14-6,12 0 17,-4-16 29,1-8 27,-2-9 0,-2-6-5,-5-2 22,-5 1 28,-5 6 22,-3 7-16,-3 8-79,-1 5-28,0 6-22,-1 5 11,-2 8 0,-1 8-17,0 6-56,2 2-145,6 2-258,7-1-426,11-3-493,12-5-33,10-9 560,5-7 599,1-14 353,-8-11 297,-12-13 347,-14-10 347,-10-4 34,-6 0-235,-1 4-224,-2 8-219,1 10-190,0 9-163,1 8-61,1 8 22,0 14-5,0 14-12,3 18 6,1 12-341,0-27 0,1 1 316,0 1 0,2 2-6,1-1 0,0 1 6,2-1 0,1-1-122,0-4 0,1-1 119,10 20 5,-7-19 40,-6-15 0,-6-19-28,-6-17 626,-6-17-626,-7-19-9,6 21 1,0-2-272,0-7 0,1-2 263,2-4 0,2-2 8,2-3 0,2 1 9,3 0 0,4 2-9,1 3 1,3 2-12,2 6 0,3 3 6,0 6 0,2 3-9,18-12 1,0 17-1,0 12 6,-1 10-11,0 9 5,-5 7 798,-7 11-814,-12 6 5,-18 5-6,-22 2-19,4-19 0,-5-1-517,-7 1 0,-4-1-88,-5 0 1,-1 0 646,-4 2 0,3-2 0,-8 2 0,13-3 0</inkml:trace>
  <inkml:trace contextRef="#ctx0" brushRef="#br0" timeOffset="118459">5334 8498 18993,'0'-39'526,"0"0"0,1-22 1219,0 59-1627,6 10 678,5 9-650,3 16-40,-1 15-11,-6 14-56,-7-26 1,-4 1-49,-1 1 1,-2 0 25,-2-1 0,-1-1 39,-9 24 1070,3-15-1020,7-20 23,3-13 213,6-17-280,5-12-6,4-15-6,5-14-5,2-13-23,-8 26 1,0 0 25,0-3 1,2 1-38,1 1 0,2 0 8,1 4 1,2 2-3,20-19-28,4 12 16,3 11-16,2 10 6,0 7 38,-2 7-27,-3 10-12,-3 7-5,-7 12-6,-6 7 6,-9 6 22,-8 3 6,-6 0-6,-7 2-16,1-19 468,-5-3-368,7-21-61,0-12 5,6-13-22,5-16-6,8-11 17,8-6 0,5 1-17,6 5 6,2 10-17,-3 12-28,-2 11 28,-7 9 11,-1 8-50,0 5 11,0 8 0,4 5-17,1 7-67,2 2-140,1 3-308,2 1-516,0-4-368,3-5-304,1-8-39,1-9 678,0-13 790,-2-7 431,-5-9 201,-5-6 236,-5-4 331,-4-5 246,-5-2-23,-3 1-106,-5 4-151,-4 10-309,-8 9-234,-6 11-46,-12 13-72,-9 11-95,-6 12-29,0 9-38,5 6-12,9 1-5,11 0-18,9-8 1,12-7 11,10-11 6,8-10-1,6-14 63,11-22-29,-14 1 73,8-25 45,-21 7 50,2-15-219,-6-2 297,-3 4 40,-1 7 11,0 14-106,-4 13-152,0 11-44,-3 7-17,0 10-17,-2 12 247,-2 13-263,-2 14-12,0 6-146,-1 6-581,3-1-763,8-1-3517,10-2 5035,4-12 0,-3-17 0,-5-14 0</inkml:trace>
  <inkml:trace contextRef="#ctx0" brushRef="#br0" timeOffset="118861">7307 8244 17955,'1'-3'5332,"0"0"-4413,-1 3-802,-27 55-77,4-11-322,0 2 0,-3 3 256,1-5 1,-1-3-420,3-4 1,0-2 385,0-1 1,-1-2-121,-15 16 117,14-25 51,0-8 39,10-23 22,9-18 23,6-20 50,6-11-25,0 25 0,0-1 45,1-1 0,0 1 53,1 1 0,0 2 660,7-20-458,-1 15 748,-1 15-1034,0 10-51,1 8 12,12 19-67,-7-4-1,16 25-10,-8-5-40,9 12-196,2 3-695,-15-19 1,1 0-4896,17 18 5831,0-2 0,-22-24 0,-8-11 0</inkml:trace>
  <inkml:trace contextRef="#ctx0" brushRef="#br0" timeOffset="119561">7789 8402 16811,'-7'-43'888,"-1"-1"0,1 0 1,-1-1-1,1-1 1,1 6 950,-1-21-1309,4 17 0,0 4-351,2 14 510,0-12-549,1 31 188,0 4-300,0 9 34,1 22-34,0 0 2,-1 10 1,0 4-20,-4 4-804,0-7 1,-1 7 0,0-4 803,-1-9 0,0 0-11,-4 16 0,-2 8 0,1-5-361,1-5 0,0-1 366,0-3 1,-1 2 0,1-5-1,3-3 1,-1-4-6,-6 29-321,5-30 366,2-8 100,2-16-117,6-24 2850,1-4-2855,7-23-15,1 11 0,1 0 4,8-23-1,2 6 0,2 1 316,10-4-319,-13 21 1,1 1-1295,4 4 0,-1 5 1286,1 3-171,29-7 160,-30 21-28,29 8 50,-28 3-22,22 15-6,-19 4-34,-6-3 1,0 1-146,13 21-39,-15-19 0,-1 1-853,13 13 108,-8-11-2163,10-3 3143,-2-14 0,-10-2 0,-1-7 0</inkml:trace>
  <inkml:trace contextRef="#ctx0" brushRef="#br0" timeOffset="120417">8461 8438 25303,'-46'-35'56,"13"9"-21,44 38-19,7-1-21,6-4-18,6-2 23,-4-6 51,24-16-40,-27 6 34,21-22 56,-26 1-51,-4 4-5,-5-4 162,-9 1 0,-6 8 40,-3-8-12,-6 16-73,-4 7-61,-3 9-34,-4 9-11,0 7-39,1 9-6,2 7-22,4 6 11,4 6-17,5-10-78,7 20-67,13-19-146,12 15-286,17-16-789,14-9 840,-7-11-627,14-8 71,-2-16 959,3-5 146,-28 1 0,-1-3 117,16-17-91,-10-5 388,-11-3 168,-11-3 157,-6 0-23,-6 1-94,-5 6 89,-10 0-538,2 15 123,-9 0-117,6 14 372,-1 3-523,0 6 267,-2 11-290,-4 11-34,-3 13 18,-3 7-1,3 6 6,4-1-11,7 9-23,5-21-5,8 7-11,6-23-29,14-2 51,-4-9 6,15-10 5,-5-11 12,1-2 21,14-19 1,-18 5 17,7-16 22,-15 6-17,-7 9 62,-5-7-12,-3 17 1,-3-6 33,0 14-28,-2 6-67,2 2-78,0 3 33,0 3-5,1 3-45,3 5-17,1 2 5,2 1-55,1 0-264,0 0-1730,2-2-7703,4-2 7373,-2-4 0,-2-3 1,-6-2-1</inkml:trace>
  <inkml:trace contextRef="#ctx0" brushRef="#br0" timeOffset="121018">9333 8445 19372,'-5'-3'4391,"1"1"-3837,17-27 1,10-8 179,-6 5-423,5-9 0,-1 2 215,-11 16-218,-5 10-128,-4 8-124,-9 30 0,0 8-26,0-1 1,-1 3-6,1 0 1,1 1-352,-1 5 0,0 0 331,0 2 1,1 0-9,1-1 0,1 0 3,1 3 0,3-1 6,2 12-6,7 2 5,0-37 12,0-3 6,-5-16 10,-2-17-55,-1-14 5,-1-17 39,-1-12-14,0 23 1,0-2-32,-1-5 0,1-1 34,0-5 0,1 0-5,-1-3 0,2 0 8,1 1 0,1 0 0,1 2 0,0 1-3,4 4 0,1 1-6,4 2 1,3 2-3,4 1 0,4 4-211,6 2 1,3 5 204,4 4 0,2 6-3,-1 6 1,0 6 8,-3 7 0,-3 7-9,20 25-5,-30-9 0,-5 3 2,-4 2 1,-4 3 5,-3 0 0,-5 1-3,-7-1 1,-6-1-6,-4-2 0,-6-2-3,-5-2 0,-4-4-1571,-10 0 1,-1-4 1480,13-7 0,1-2-523,-11 0 0,2-5-1121,4-7 1748,-9-7 0,33 7 0,3-2 0</inkml:trace>
  <inkml:trace contextRef="#ctx0" brushRef="#br0" timeOffset="121950">9155 8460 9358,'-5'-12'8059,"1"4"-6451,4 8 1792,0 0-2762,2-42-380,-1 32 89,2-31-61,-5 41-12,-4 10-184,1-3 83,-7 15-94,5-9 61,-7 14-23,2-1-72,-2 8-28,4 8-62,5-7-22,7-3-846,14-5 913,16-8 0,-12-5 0,4-4 0</inkml:trace>
  <inkml:trace contextRef="#ctx0" brushRef="#br0" timeOffset="123779">3907 7566 9089,'5'-5'9375,"-1"1"-8674,-4 4-102,0 0 348,30-71-259,-23 36-400,8-11 1,-4-1 222,-16 8-103,-5 2-21,-3 5 5,-2 6-107,-3 9-150,-5 8-34,-7 14 16,-9 11 6,-8 15-75,22-11 0,0 3-140,0 1 1,2 2 108,1 2 0,1 0-9,4 0 0,2-1-41,-6 24 50,11-8 5,14-11-5,12-13 17,16-13 27,14-20-47,-17 0 0,0-2-65,1-6 1,-1-2 78,0-4 0,-2 0-3,-3-1 1,-3-1 4,-4 3 1,-2 0 114,7-20-50,-9 13 0,-6 12-44,-4 10-46,-1 8 18,-2 7 413,1 6-414,2 8-16,-1 8 22,0 6-17,0 3-106,4 12-35,0-15-659,9 12-1704,5-18 1645,18 6 0,-17-15 0,3-3 0</inkml:trace>
  <inkml:trace contextRef="#ctx0" brushRef="#br0" timeOffset="124114">4609 7360 25259,'-19'18'247,"4"-2"-169,14-8 112,3-2 40,2-3-84,5-9-29,4-5 18,0-9-7,-2-1 192,-7-9-220,-7 9-55,-4 1-17,-6 12-50,0 6-6,1 0-146,-3 8-3030,-1 21-2162,5-7 5366,-3 18 0,11-27 0,1 0 0</inkml:trace>
  <inkml:trace contextRef="#ctx0" brushRef="#br0" timeOffset="124921">3447 9215 19412,'-6'-51'1038,"-1"0"0,0-1 1,1 6-1,0 1 0,1 6-461,0-16-352,3 21 94,1 9-162,1 17-135,0 3-16,3 10 27,4 11-16,2 2 5,1 12 1,0 3-12,-1 3-8,0 4 0,-1 4 8,-3 12-6,-3-20 1,0-1 0,-1 19-18,0-19 1,-1-3 28,0-2 151,-2 18-45,2-37 141,-3 2-119,2-21-117,-2 1 28,-7-25-22,2 5-6,-3-16 28,5 10-34,3 2-22,6 10-5,7 0-12,19 5 6,7 2-1,17 4 7,-1 11-3404,1 9 3409,-11 2-53,8 21 42,-23-6 11,2 14 0,-21-7 0,-10-7 0,-15 4 11,-21-2 0,-5-2-28,-12-2-89,11-14-342,5-7 3254,11-5-11527,2-14 8721,16 0 0,-1-1 0,10 7 0</inkml:trace>
  <inkml:trace contextRef="#ctx0" brushRef="#br0" timeOffset="125272">4104 9129 17451,'9'0'3428,"-2"1"-1652,-7-1-522,0 0-1136,7 20-6,-3-11 0,9 15 56,-5-16 112,3-5 28,0-2-56,2-8-17,1-5 90,0-9 17,-5-4-29,-4-5-44,-8 0-50,-4 2-85,-5 4-84,-3 8-33,2 6-56,-1 5-123,4 6-622,3 9-3042,4 6 3826,6 3 0,-1-6 0,2-6 0</inkml:trace>
  <inkml:trace contextRef="#ctx0" brushRef="#br0" timeOffset="130797">1513 11047 15384,'-2'-6'4767,"0"2"-4000,2 4 555,-69-59-1115,42 45-19,-24-15 0,-1 9-20,14 41-506,9-4 1,1 4 359,-7 15-22,13-4 0,4 1-6,3 12-11,6-13 1,5-1-18,17 13 17,14-8 1,11-9-3149,7-9 3159,-9-9 40,5-6 184,-12-12 566,-7-1-532,-8-6-129,-21 4-72,-11 6 3385,-15 9-3419,-9 9 6,-6 11-12,1 6-17,8 4 1,12 1-46,12 10 1,11-15-208,14 10-391,15-14 21,3-2-2853,5-7 0,3-4 3481,11 0 0,6 1 0,-30-10 0</inkml:trace>
  <inkml:trace contextRef="#ctx0" brushRef="#br0" timeOffset="131154">1983 11165 14426,'0'-5'7494,"0"0"-5158,0 5-2162,-6-23-34,3 36-34,-8-9-22,1 46-61,0-8-4,-2-6 1,-3-1-76,-11 15 33,11-19 1,-3-1-48,-7 3 0,-3-4 76,-10 5 13,11-13 1,0-5 47,-6-9 34,12-23-17,10-17 33,13-13 74,9-3 17,9 3-57,4 11-84,2 11-28,4 12-33,-5 8 11,31 22-29,-8 5-289,-11-4 1,1 3 70,-4-2 0,0 1-582,1 3 0,0 0-3193,1 3 0,0-1 3356,-5-1 0,-2-2 1,9 7-1,-17-13 1</inkml:trace>
  <inkml:trace contextRef="#ctx0" brushRef="#br0" timeOffset="131397">1057 12237 20744,'-47'17'870,"0"1"0,5-2 1,18-6-435,47-11-72,37-14-266,-11 1 0,6-2-970,-10 1 1,3-1 0,3-2 880,-8 4 1,2-2 0,2 0 0,0 1-472,4-2 1,2 0 0,1-1 0,1 2 346,2-2 0,2 1 0,1 0 1,-1 1-1015,2 0 0,0 1 0,1 0 0,-3 1 1129,-6 1 0,0 1 0,-3 1 0,-3 1 0,19-4 0,-9 2 0,-25 5 0,0 1 0</inkml:trace>
  <inkml:trace contextRef="#ctx0" brushRef="#br0" timeOffset="132839">8499 10921 15614,'0'-9'3366,"3"-35"1,0-7-2813,-2 15-1042,0-22 0,-2-1 1037,-6 17-118,-8-5 350,-8 16-663,-12 16-28,-15 26-54,16 3 0,0 5-676,-7 9 0,0 5 643,-2 5 0,1 3-3,1 4 0,3 1-389,6 0 0,4 0 383,8-3 1,5-2 421,1 18-428,25-4-56,26-23 113,7-9 5,14-19-16,-8-25-6,-13-5 6,-14 4 0,-1-3 38,0-6 1,-1-2-6,1-1 1,0-2 41,2-4 0,-2-1 11,-6 11 1,-1 2 97,10-18 1416,-8 19-1472,-2 10 884,-8 15-974,3 9 350,-6 13-349,0 17 0,-5 15-54,-3-19 1,-3 1-358,-1 6 1,-3 1 323,-3 5 0,-1 3-660,-1 3 0,0 2 145,3 4 0,1 0-85,3-12 1,2 0 613,6 18 0,3-7 0,0-16 0,5 19 0</inkml:trace>
  <inkml:trace contextRef="#ctx0" brushRef="#br0" timeOffset="133554">7438 12240 18876,'32'-54'1639,"0"0"0,-4 8 1,-7 7-862,-12 19-315,-8 12-289,-10 15 50,-11 16-11,-18 20-135,12-11 1,-3 2-607,-8 6 1,-2 2 544,9-10 0,-1 1 0,-1 0-12,-4 3 1,0 0-1,-1 1-708,-2 3 0,-1 0 0,0 1 682,1 1 1,-1 0-1,1 1-100,3 0-1,0 0 1,3 1-669,3-3 0,1 0 0,4 0-2711,-4 15 0,5-2 3501,9-13 0,4-3 0,3 7 0,8-26 0</inkml:trace>
  <inkml:trace contextRef="#ctx0" brushRef="#br0" timeOffset="134040">8780 11832 24603,'8'-16'847,"11"17"-783,5 20 0,1 9-28,4 2 1,0 3-1265,6 5 0,2 1 1237,-9-10 1,2 0-1,2 0-532,4 2 1,2 0 0,1-1 490,5 2 0,2-1 1,1-1-192,4 0 1,1 0 0,1-1-1438,1 0 0,0 0 0,-1-2 1660,-5-3 0,-2-1 0,-3-2 0,1 1 0,-5-3 0,3 2 0</inkml:trace>
  <inkml:trace contextRef="#ctx0" brushRef="#br0" timeOffset="136769">6620 13374 21931,'-45'-7'280,"-1"0"0,1 0 0,-21 2 0,7 13-140,21 22 0,5 10-885,-3 3 0,1 3 812,1 4 0,1 2-31,2 3 1,3 1-20,3 0 0,3-1-59,5-4 0,4-1 33,4-5 1,5-2 195,7-6 1,5-3-216,20 20-1246,1-34 1,3-5 1267,15 3 11,-10-18 1,0-8 570,10-17-554,-19 4 1,-2-3 13,-4-3 1,-3-1 16,-5-1 0,-3-2 104,-1-25 495,-16 5-534,-14 9 140,-15 13-184,-10 14-35,-7 15-11,0 16-23,21 2 1,3 2-6,-10 14 1460,14-7 1,3 2-2010,-2 17-815,11-16 1,2 2 602,-2 21 0,7-19 0,5-16 0</inkml:trace>
  <inkml:trace contextRef="#ctx0" brushRef="#br0" timeOffset="137527">10301 13236 24687,'39'-43'172,"-1"0"0,4 3 0,2 7-147,-7 19 0,1 5-833,12-2 0,0 3 844,-9 4 1,-1 3-12,7 3 1,0 4-9,-1 10 0,-5 7 25,-12 2 0,-5 4-26,-3 0 1,-5 3 11,-9 7 0,-5 2-25,-6 7 0,-1 1-45,0 1 0,-1 2-430,-2 7 0,1 0-164,2-12 0,1-2-5,1-11 0,2-1-3235,1 5 0,3-2 3214,1 4 0,0-5 1,0-19-1</inkml:trace>
  <inkml:trace contextRef="#ctx0" brushRef="#br0" timeOffset="137699">10509 13631 21670,'30'-55'-53,"1"0"1,-2 5 0,7 7 52,2 21 0,6 5 0,-5 3 0,19-10 0,-28 13 0,0-1 0</inkml:trace>
  <inkml:trace contextRef="#ctx0" brushRef="#br0" timeOffset="181468">21234 8510 8853,'-53'1'1326,"1"1"0,-1-1 0,-16 1 0,15-1-676,36 0-28,15 0 112,15 0 5,27 2-582,-3-2-396,18 2 317,-22-3 0,3 0-729,22 0 0,5 0 692,-17 0 0,1 1 0,3-1-8,12 0 1,3 1 0,0-1-940,-2 1 0,0-1 0,-2 1 915,-9-1 1,-2 1-1,5 0 7,-6-1 1,5 1 0,1-1 0,0 1 0,-3 0-463,0 0 1,-2-1 0,0 1-1,1 0 450,8 0 0,2 0 1,1 0-1,1 0-235,-3 0 0,1 0 0,2 0 1,-2 0-1,-3 0 233,0 0 1,-4-1 0,0 1 0,2-1-43,-4 1 0,1 0 1,1-1-1,0 1 1,-1 0 39,11-1 0,1 0 0,-1 0 0,-2 1 1,-10-1 0,-1 0 1,0 0-1,4 0 1,-4 0 0,4 0 0,2 0 0,0 0 0,0 0 0,-2 0 4,3-1 0,-1 1 0,-1 0 0,1-1 0,1 1-5,-4-1 1,2 1 0,0-1 0,0 1 0,1-1 0,-1 1-4,0-1 0,1 1 0,1-1 1,-2 1-1,-2-1 0,-2 0 0,7 1 1,-4-1 0,0 1-1,3-1-2,2 1 1,4 0 0,2-1 0,-3 1 0,-3 0-3,-7 0 0,-3 0 1,-1 0-1,3 0 26,-2 0 1,2 0 0,1 1 0,0-1 0,-1 0-23,12 1 1,-1-1 0,1 1 0,-1 0-4,0 0 1,0 0 0,-1 0 0,-2 1-2,3-1 1,-3 1-1,4 0-68,-12-1 1,2 1 0,2-1 0,-1 1-1,-5 0 74,12 0 0,-5-1 0,4 1 0,0 0 0,5-1 0,0 1 0,-3 0 88,-12-1 1,-2-1 0,-1 1 0,1 0-91,14-1 0,-1 1 1,-3-1-1,-11 0 0,-3 1 0,1-1 5,5 0 1,0 0 0,0-1 210,-1 0 1,-2 0 0,1-1-217,1 1 0,-1 0 0,1 0 0,4-1 0,1 0 1,-2 0-11,10 1 1,-4 0 0,-14 0 0,1 0-1,-3 0 1,2 1 0,-2 0 5,2 0 1,0 0 3,-3 0 0,4 0 1,-2 0 501,9 0 0,-2 0-497,-1 0 0,0 0-1,-2 0 1,-2 0-3,-2 0 0,-1-1 3,-3 0 0,-1-1 889,-3 0 1,-1 0-915,-2-1 0,0 0 10,30-3-4,-1 2 10,-12 1-16,12 2 5,-27 2 0,0 1-14,3 0 0,1 0 3,6 2 0,-1 0 11,-8-1 1,-1 1 13,-1 0 0,-2-1 20,14 1 1471,13-2-1443,-23-3 1447,16-3-1481,-16-2-11,-7-1 731,14-4-764,-10 5 5,15-2-17,-8 3-17,-3 2 432,-1-1-510,-1 1 85,4 0-253,8-1-11,-6 0-1964,-2 1 1,2-1 2282,8 0 0,-2 0 0,-35 3 0</inkml:trace>
  <inkml:trace contextRef="#ctx0" brushRef="#br0" timeOffset="189968">5784 15530 17176,'8'-49'1996,"-1"0"0,-1 4 0,0 7-1380,-3 12-235,0 7-280,-1 9-17,-1 6-17,-1 14 6,0 11-17,-3 17-45,-1-1 17,-9 20-3,4-23 0,-2-1-13,-5 21-7,3-13 1,1-2 5,2-6 0,-2 6 118,5-19 207,5-14-16,0-5-225,2-12-28,0-12-39,1-3 3,2-5 0,2-3 2,7-26-402,-1 14 0,1-1 383,1 6 0,1 0 8,0 3 1,2 2-148,-1 3 0,1 2 153,8-9 34,10 4-57,-7 23 6,12 0-44,-4 12 771,3 9-738,-9 2 284,12 22-284,-15-4 0,8 19 0,-16-3 0,-9 3 16,-9 1-4,-9-3-7,-6-7 51,-1-10 39,3-14 1,3-11-52,5-9 57,1-27-62,7 9-11,4-10 0,4-3-11,14-13-149,-4 15 0,2 0 146,-1 9 0,1 3 3,29-13-12,-18 18 7,4 8-1,-18 16-11,5 5 0,-2 10-6,0 6-22,-2 5-45,1 3-134,1 3-241,4-2-331,4-2-262,7-6-186,7-11-218,9-10 845,-22-9 1,1-3 43,3-2 1,0-3 157,3-2 0,-2-2 266,0 0 1,-3-2 181,-3-1 0,-3-1 442,15-19 511,-18-4 336,-13-2-28,-8 2-292,-8 4-302,-4 9-258,-6 10 115,1 9-350,-12 14-166,9 4 4,-23 27-34,14 0-12,-5 7-5,16-12 1,3 0-1,2 11-33,-1 16 10,14-26 1,10-2 28,14-15 28,5-10 28,11-19-23,-13-7 70,-7-5 1,-1-1-3,-2-4 95,-2-3 0,-3-1-62,-7 5 330,0-23-206,-8 33-130,-2-2-105,-2 17-29,-8 8-6,-1 9 12,-9 11-11,1 8-40,4 7-95,4 3-268,7 4-734,4 4-1496,7 8-7204,4 3 9106,0-15 0,0-15 1,-7-21-1</inkml:trace>
  <inkml:trace contextRef="#ctx0" brushRef="#br0" timeOffset="190617">8023 15266 21075,'17'-50'1362,"0"-1"1,-2 8 0,-3 5-858,-1 9-264,-6 15-84,-5 15-12,-10 21-22,-11 20-95,3-11 0,-2 2-410,-5 6 0,-2 1 387,-3 2 1,0 2-568,-2 0 1,2 1 404,1-2 1,1 0-307,4-3 1,1 0-706,4-4 1,1-2-1657,-8 19-811,7-20 28,5-20 2536,4-26 1048,2-20 763,1-22 103,4 21 0,0-1 725,-2-3 0,0 0-244,-1 1 0,0 0-148,-2 3 1,0 1 515,-9-23-169,3 12-789,5 13-298,4 11-228,7 10-34,6 5-12,8 5 351,9 9-441,9 11-27,7 13-338,-17-11 1,1 0 188,2 4 1,1 1-542,4 2 1,1 2-2510,4 2 1,0-1 3153,-3-1 0,-2-3 0,11 9 0,-20-16 0</inkml:trace>
  <inkml:trace contextRef="#ctx0" brushRef="#br0" timeOffset="191235">8912 15128 19690,'-10'-59'880,"1"1"1,-1 0-1,1 4 1,1 1-1,0 3-443,1-9 1,2 5-324,1 18 1,1 2 61,0-6 1,2 4 592,2 9-646,1 4 131,2 14-170,8 29 33,-3-2-70,2 17 1,-1 5-379,0 6 350,-1 4 1,-1 6-9,-5-11 0,-1 3-24,-1 4 0,-1 5 0,0-3-577,-1 3 1,-1 0 592,-1-3 1,0 3 0,-1-5-4,1-4 0,-1-3-186,1 8 0,0-2 191,1-11 1,1-3-6,1 13 17,0-24 28,1-33 506,2-7-562,7-39 17,6-7 207,-4 18 0,2-1-208,1-2 1,2 1 13,3-2 1,1 2 8,5-10 409,5 3-442,-12 35 10,-4 4-5,11 6-22,10 16-6,-5-2-22,25 17-34,-7 1-70,-17-9 0,3 3-799,10 6 1,1 0-1414,-5-2 1,-1-1-326,-1-1 0,-2-1 2691,-7-3 0,-5-3 0,-5-4 0,-3 0 0</inkml:trace>
  <inkml:trace contextRef="#ctx0" brushRef="#br0" timeOffset="192458">9858 15222 15586,'1'-7'8082,"0"2"-7835,-1 5 324,0 0-392,-8-4-101,6 10-16,0-4-23,7 8 40,13-5-7,13-9-49,-2-3-1,2-5 1,1-2 16,9-10-23,-12 5 1,0 0 17,3-7 151,0-12-22,-22 12-6,0-9 5,-20 11 6,-12 6-90,-2 6 197,-31 5-85,14 10-67,-19 5-50,18 8-28,7 6-56,13-2 22,1 20-22,14-18-124,3 35-105,14-23-236,10 17-298,10-14 354,-3-11-179,11-3 392,14-20 218,11-10 8,-9-6 1,1-5-1711,-18 6 1,-2-2 1712,10-2 1,0-1 103,-5 4 0,-2 0 176,12-8-78,-19 8 0,-3-2 242,-10-5-24,-20-3-263,-5 4 157,-12-6 17,-6 3-269,4 4 79,-14 1-130,14 16-27,-3 3 5,2 15-22,-2 21-28,1 7 33,10-15 1,3 0 5,-1 21-40,7-6 35,7-14 3391,13 0-3397,2-20 11,11-2-6,1-18 1,5-10 16,-6-2 23,12-19 5,-17 12 28,8-12-5,-16 13 38,-6 3 24,-6 7-7,-1 5-44,-3 6-45,1 3-22,-1 12-6,1-1-28,-1 14-45,1 7-95,2 2-286,4 8-307,11-8 117,1-7-1787,33 6 1243,-6-16 927,-11-5 1,1-3 249,24-11 274,-8-10 365,-12-16 419,-14-8-409,-13 5 1211,-6-10-970,-6 23-347,-1-4-269,0 18-78,-1 9-90,1 5 113,0 15 72,0 27-135,0 13-350,1-19 0,2 3 230,0 0 1,0 1-495,3 3 1,0 0 471,2 2 0,0-1 2,0-3 1,0-2-102,0-7 0,0-2 79,1 19 56,-3-23 12,-9-20 421,-3-21-478,-9-17-39,-6-21-3,8 15 1,0-3 323,-3-5 0,0-1-318,1-5 0,1-1-239,0-3 1,3 0 274,3-2 0,2-2-533,6 0 0,3-1 547,4-1 0,4 1-11,6 1 1,2 2 4,-2 10 1,2 3-6,16-9 1,2 5-4,2 5-213,2 8 0,2 7 169,-1 16 39,15 13 16,-25 11 22,-7 9 0,-3 5-39,8 17 12,-10-13 0,-5 2-11,-15 20-6,-33-7 11,4-27 1,-6-3-130,-18 0 1,-2-5-57,16-4 1,0-3-1040,-16 0 1,4-5 768,3-10 0,8 3 0,22-4 0</inkml:trace>
  <inkml:trace contextRef="#ctx0" brushRef="#br0" timeOffset="194113">17679 11009 16896,'0'-10'3246,"-1"-47"0,0-10-2915,-2 26-249,2 1 0,1-9 0,-3 9 327,-6 8-68,-2 3-195,-1 2 128,-16 6-178,-4 16-18,-22 9-47,22 5 0,0 3-103,-5 5 1,0 3 99,-1 3 0,1 3-248,2 1 0,4 2 206,5 0 0,4 1 19,6-1 1,6 0 6,7 25-7,25-7 6,25-11 9,-14-21 0,3-5-365,6-1 1,1-5 386,2-5 0,-1-4 14,-1-3 0,-2-5 96,-3-4 1,-4-4 43,-6-1 0,-2-2 246,9-23 410,-16 5-472,-10 8-122,-8 12-129,-3 11 695,-2 10-801,-5 15-1,-8 15 12,-8 20-366,9-17 1,0 2 325,-1 6 1,0 2-1,0 5 0,1 2-120,1 5 0,2 1-431,3 3 0,3 1-2253,2 3 1,3-1 2809,4-7 0,1-4 0,-1-16 0,0-4 0,3 5 0</inkml:trace>
  <inkml:trace contextRef="#ctx0" brushRef="#br0" timeOffset="195189">16777 12513 16605,'2'-6'5461,"-1"0"-5236,-1 6 318,0 0 146,-3 1-533,-10 14 68,-26 24-148,8-8 0,-3 5-844,2-5 1,-3 3-1,0 0 775,-5 5 1,-2 1 0,-1 2-77,1-1 0,-2 1 1,-1 2-1,2-2-520,6-4 0,2-1 0,-1 0 1,1 1-194,-2 3 1,-1 2 0,2-1-1,5-4-803,-6 10 0,9-3 1157,9-2 0,8-5 1,6-13-1,7 0 1</inkml:trace>
  <inkml:trace contextRef="#ctx0" brushRef="#br0" timeOffset="195456">17178 12376 19473,'0'-2'4330,"1"-1"-2409,-1 3-1742,61 47-123,-29-24-640,7 4 1,9 7 0,-1-3 597,-1-3 0,1-1-460,1 1 1,5 2 0,0 0 417,-2-2 0,0-1 0,2 1-56,-11-5 0,2 0 0,-1 0 0,-1 0-77,4 2 1,-1-2-1,1 2-707,6 4 0,0 1 0,-3 0 478,4 6 1,-5-3 0,-9-7-1,-3-3 1,11 15 0</inkml:trace>
  <inkml:trace contextRef="#ctx0" brushRef="#br0" timeOffset="195953">14883 14233 20179,'3'-10'3668,"-2"2"-2788,-1 8-578,23-60-134,-16 49 22,18-34-60,-23 73-74,-1 20-51,-7 14-318,2-26 0,-1 2 99,-2 3 1,-1 2-1091,0 3 1,0 0 1303,1 7 0,0-3 0,-1 7 0,4-7 0</inkml:trace>
  <inkml:trace contextRef="#ctx0" brushRef="#br0" timeOffset="196188">15622 14182 23187,'0'-4'2974,"0"0"-2201,0 4-717,2 7-28,-7 20-23,-5 18-67,1-10 1,-2 1-60,2-6 1,-1 1-1975,-3 22 1,1 1 1528,6-21 1,0-2 0,-1 6-1,1-3 1,3-6 0</inkml:trace>
  <inkml:trace contextRef="#ctx0" brushRef="#br0" timeOffset="196695">18508 13841 22291,'0'-3'2889,"0"1"-1992,0 2-841,-32 43-34,15-7-403,-5 2 0,0 2 140,9-7 0,3-1-1092,-1 2 0,1 2 1333,1 3 0,2-1 0,-2 4 0,6-5 0</inkml:trace>
  <inkml:trace contextRef="#ctx0" brushRef="#br0" timeOffset="197221">18895 14045 22431,'0'-4'3035,"0"0"-2307,0 4-688,20-23 4,-14 22 24,14-15 10,-20 27 6,-5 0-22,-4-1 5,-4-4 11,-2-2-16,1-9-23,2-7-17,5-14 6,4-15-5,9-16-238,1 25 0,1-2 232,4 0 0,3 2 16,17-22-65,4 16 83,0 18-29,1 11 1,-1 12-12,1 14-11,-2 16 11,-4 18-11,-18-19 0,-3 2-317,-3 4 1,-4 1 316,-7 3 0,-6 1-11,-8 4 0,-7-1-23,-8 3 1,-8 0 25,5-12 1,-5 0-1,3-2 25,-3 2 0,0-4 33,-12 4 1,3-8 145,7-14 498,6-16-425,27-16 75,29-12-131,21-3-62,15 6-326,5 9 192,-4 9-17,-1 14-22,3 7-144,-25-3 1,0 3-583,4 1 1,2 2 215,7 2 0,-2 0 0,5 2 0,-2-1 0</inkml:trace>
  <inkml:trace contextRef="#ctx0" brushRef="#br0" timeOffset="203092">16828 15530 18739,'0'-9'2532,"2"-29"0,3-7-1872,4 14-444,-3-14 0,3 3 86,8 23-94,-1 10-51,-2 14-1,-2 13-16,-6 15-50,-2 12-1747,-6-10 0,-2 0 1674,-3 14 0,-2-13 0,-1 0-94,-9 7 99,-6 5 29,1-9 22,4-13 134,6-13-151,7-12-11,3-17-17,6-13 5,4-20-14,-2 18 1,2-2 1427,3-4 1,0 0-1428,3-2 0,0 0-4,2 4 1,2 1 34,15-20 149,1 19-150,-2 17-22,-1 11-5,10 20-12,-13-2-5,16 20-6,-15-4 5,7 11-5,-6 3 0,-6 0 486,-9-1-481,-6-5 6,-6-10 23,-3-9 28,-1-8 5,1-11-34,2-10-44,7-10 34,5-11 16,7-1-22,7 1-12,2 5 6,5 4 1,-9 10-1,7 3-17,-10 8 1,6 2-1,8 4-5,-3 4 28,-2 2-12,-4 8-10,-10 1 5,0 4-12,-7-2 18,-5-4 16,-3-8 51,0-2-17,2-10-17,5-7 1,4-8 16,8-7 16,4 1 12,3 3-5,-3 6-29,-6 9-22,-4 6-22,-5 9 61,2 15-56,-3-2 12,4 16-40,-6-7-45,2 10-800,5 3-1832,-1-10-2476,3-7 5170,-2-14 0,-6-8 0,-2-1 0</inkml:trace>
  <inkml:trace contextRef="#ctx0" brushRef="#br0" timeOffset="203283">17916 15036 21887,'-5'-4'3148,"1"0"-2824,4 4-1964,0 0 1640,12 2 0,-9-1 0,9 1 0</inkml:trace>
  <inkml:trace contextRef="#ctx0" brushRef="#br0" timeOffset="203668">18138 15278 22576,'-3'-1'3501,"0"0"-2762,3 1-683,10 42-22,-8-15-9,4 5 0,-2 0-3,-4-3 34,-1-3 112,0-16-61,1-5 234,5-16-111,8-6-62,12-17-22,11-9-46,-1 7 51,-2 8 1,2 1-78,14-3-204,-15 10 0,0 2 130,12 3 0,-10 8 0,-4 12 0,-5 8 0,-4 11 0,-4 7 0,-4 6-44,-2 6-1238,1 2 128,-3-8 1154,7 13 0,-11-33 0,4 9 0</inkml:trace>
  <inkml:trace contextRef="#ctx0" brushRef="#br0" timeOffset="205609">19651 15551 19487,'10'-54'622,"-1"0"1,1 0 0,-2 1 0,1 1 0,-3 3-290,-1-3 0,-2 2-319,0-1 0,-1 1 235,0 5 1,-1 1-21,0 7 1,0 3 759,0-13-776,0 21 159,-1 16-333,0 17 366,0 13-338,0 20-5,-3 21-62,-1-23 0,0 2-208,-3 7 1,-1 2 224,-2 4 0,-1 2-12,-1 1 1,-1 1-6,0 0 0,0-2 0,1-4 0,2-2-143,2-6 0,0-4 143,0 21-5,5-22 66,1-20 1,4-17-23,7-19 1056,8-18-1083,3-3 4,0-2 1,2-3-261,-6 11 1,1-1 257,7-14 0,1 0 5,-4 12 1,0 3-6,-2 5 0,0 2-3,17-14 17,-5 16-22,-1 11-1,0 14-16,-1 11-28,1 13 5,0 12-44,-1 8-124,0 5-201,2-1-275,2-3 554,2-8-918,-1-10 393,-3-12 481,-6-14 235,-4-15 106,0-11 135,2-8 129,1-3 84,-2 2 50,-4 7-33,-5 7-213,-7 11-190,-6 4-40,-5 8-39,-1 2-39,-2 4 22,4 2 11,9-1-44,9-3-45,23-3 27,-7-6 6,4-4 1,1-3 11,-1-3-4,-2-3 1,0-2 9,7-12 16,6-12 33,-9-2 23,-14 1 62,-11 4-12,-16 5-33,-13 7 45,-14 6-12,-9 9-39,-5 9-67,0 10-22,1 10 16,4 10-16,5 7-1,7 7-27,7 4-17,10 1-84,9-1-141,14-4-189,14-6-256,1-20 0,4-3-2,15 3-161,-7-9 0,2-4 4,21-10 483,-23 0 1,1-2 429,-1-3 0,-1-3 143,-2-3 0,-3-1-11,-2 0 0,-3-2 629,18-19 6,-12 4-77,-12 6 11,-11 8-438,-13 9 517,-11 7-651,-12 6 278,-7 7-385,-2 7-33,1 7-18,6 5-10,4 2-28,8 2 16,7-3-28,9-2-55,10-4-34,9-8 27,8-6 57,5-8 50,2-9 29,0-7 27,0-6 11,-3-3 17,-2 1 1,-5 2 16,-6 5-6,-6 4-44,-6 7-46,-3 3 7,-2 7 10,-4 5-21,-2 7-24,-5 6-16,-1 4-5,3 1-135,2 2-258,11-1-655,7-1-1529,15-6-773,12-6-2073,11-7 1183,2-13 6289,-4-7 3132,-13-10 431,-10-11-4555,-12 10 444,-5-8-454,-6 14-337,1-1-229,0 6-168,0 5-134,-2 5-68,0 3 1,-2 7 5,-2 9-17,-3 12-5,-4 10-12,-4 8-11,-2 5-28,0 4-11,4 0-11,2-1-39,5-8-17,-1-10 50,2-13 28,0-11-22,2-13-12,1-11 35,10-22-7,-3 4 1,13-30-1,0 1-1698,-2 2 0,1-2 1693,-5 16 0,0-1 13,1 0 0,0-3 0,0 2-443,3 0 1,0 2 423,4-10 1,1 2-213,0 5 0,1 2 223,-2 6 1,1 3 0,-1 6 0,2 2 5,22-15-161,5 13 144,5 13-22,5 9-16,1 16 32,-5 14 18,-11 18-26,-28-14 1,-4 3-9,-5 3 0,-6 3 33,-8 1 1,-6 0 1088,-6-1 1,-7-2-1087,-7-4 1,-5-4-35,-4-3 1,-3-5-73,-3-4 0,-2-3-263,-2-4 0,0-3-1273,0-3 1,1-2 1633,7-2 0,4-1 0,-10-1 0,25 0 0</inkml:trace>
  <inkml:trace contextRef="#ctx0" brushRef="#br0" timeOffset="207709">5717 16477 14275,'-58'8'631,"0"0"0,18-3 0,7 0-244,8 0 610,55-6 27,32-6-710,-9 1 0,5-2-1162,-6 1 0,2-1 1,0 1 865,-6 0 1,0 0 0,6 0-413,1-1 0,5 0 1,4-1-1,0 1 1,-4 0 399,-7 2 1,-3 0 0,0 0 0,2 1-1,4-1-256,-2 0 0,2-1 0,3 1 0,2-1 0,-1 1 0,0-1 0,-1 1 250,-3 1 0,-1 0 0,0 0 0,0 0 0,1 0 0,-1 0 0,1 0-183,3 0 1,0 0 0,0 0 0,1 0 0,0 0-1,0 0 1,0 0 159,2 0 1,0 0 0,0 0-1,1 0 1,-1 0 0,1 1 0,-1-1-69,1 0 1,0 0 0,-1 0 0,1 0-1,0 0 1,-1 0 0,1 0 9,-2 0 1,1 1 0,-1-1 0,0 0 0,1 0 0,-1 1 0,-1-1-336,-1 0 1,-1 1 0,0-1 0,0 1 0,0-1 0,-1 1 0,1-1 415,-1 0 0,2 1 0,0-1 0,0 0 0,-3 0 0,-2 1 0,-5 0 0,9-1 0,-5 1 0,-3 0 0,-1-1 0,8 1 0,-1-1 0,1 0 0</inkml:trace>
  <inkml:trace contextRef="#ctx0" brushRef="#br0" timeOffset="208385">15691 16566 6917,'-63'-1'329,"0"1"1,0 0 0,0-1-1,7 1 1,1 0 0,3-1 0,4 0 983,-17 0 0,8-1-204,18 1 0,6-1 1723,2-1-1767,47 1-169,44-1-661,-8 1 0,7 0-787,-9 1 1,3 0-1,2-1 576,-7 1 0,1-1 0,2 1 0,1-1-331,6 1 0,2-1 0,0 1 0,2-1 314,-10 0 1,1 1 0,1-1 0,1 0 0,3 0-191,-6 1 0,3-1 1,2 0-1,0 1 0,0-1 1,-2 1-1,-2-1 190,4 0 1,-3 0 0,-1 1 0,1-1 0,5 0 2,-1 1 1,4-1-1,2 1 1,2-1-1,-1 0 1,-2 1-1,-2 0-212,-3-1 1,-3 1-1,-1 0 1,1 0-1,0 0 1,4 0 209,-6 0 0,3 0 1,0 0-1,2 0 1,0 0-1,1 0 0,-1 0 1,0 1-46,2-1 1,1 0-1,-1 0 1,1 0-1,0 0 1,1 0 0,-1 1-1,0-1 59,2 0 1,-1 0-1,0 1 1,1-1-1,0 0 1,1 1-1,0-1 1,2 1 1,-7-1 1,2 1 0,1-1 0,1 1 0,0 0 0,0-1 0,-1 1 0,-1 0 0,-2 0 0,-3-1-4,6 1 1,-3-1 0,-2 1-1,0 0 1,-1-1 0,2 1 0,2 0 1,-3-1 1,2 1-1,1 0 1,2-1 0,-1 1-1,0 0 1,-3-1 0,-2 1-1,-4 0-11,13-1 1,-6 0-1,-3 1 1,1-1-1,2 0-44,-3 0 0,1 0 1,2 0-1,-1 0 0,-1 0 1,-1 0-308,3 0 0,0-1 1,-2 1-1,-1-1 1,-2 1 338,1-1 0,-2 1 0,-2-1 0,-5 1 0,16-2 0,-9 1 0,1-1 0</inkml:trace>
  <inkml:trace contextRef="#ctx0" brushRef="#br0" timeOffset="215852">26359 10295 19787,'32'-49'1096,"0"0"0,-3 2 0,-6 4-480,-10-4-101,-7 1-106,-14 7-191,-12 9-78,-17 11 11,-20 14-459,20 9 0,-2 4 358,-6 5 1,-1 4-482,-5 5 0,2 4 459,-1 4 0,3 3-9,5 0 1,3 4-14,6-1 0,6 2-128,8-2 1,5 0 121,7-2 0,7-1 5,22 27-2,-2-35 0,5-2-1,8-5 1,3-3 3,4-4 0,2-4-187,1-6 0,1-5 212,-1-4 0,-2-6-50,-2-5 0,-2-5 81,-4-4 0,-2-4 8,-3-4 0,-2-1 296,-5 1 1,-2-1-216,-3 4 1,-2 1 421,3-14-382,-8 19 310,-7 16-501,-7 15 859,-7 14-815,-10 17-30,6-9 0,-1 3-146,-2 5 0,-1 2 121,0 5 0,-1 3-12,0 3 1,1 2-62,1 3 0,0 2-272,0 2 1,1 1-1442,1 2 0,2 1 1797,5-17 0,0 1 0,2-4 0,0-4 0,1-2 0,-3 26 0</inkml:trace>
  <inkml:trace contextRef="#ctx0" brushRef="#br0" timeOffset="216366">25789 11519 17882,'5'-4'3680,"0"1"-1439,-5 3-2017,-12 31-140,-31 9-70,11-4 0,-4 3-568,5-13 0,-3 0 1,-1 0 526,0 2 1,-2-1 0,1 1-120,1 1 1,-1-1 0,1 1-505,-14 12 0,3 0-857,8-5 1,5 0 1506,10-5 0,4-3 0,1 2 0,15-11 0</inkml:trace>
  <inkml:trace contextRef="#ctx0" brushRef="#br0" timeOffset="216734">26159 11452 22792,'-14'-39'123,"0"0"0,0 2 0,8 12 863,12 23-952,1 0 341,-2 2-353,-2 3 171,-2 1-177,-1 1 540,0 4-534,0-4 79,0 5 56,8 0 45,7 4-107,4-2 56,17 8-115,-11-3 1,2 2-46,3 3 1,1 2-495,9 9 1,2 2 493,1 4 1,0-1-552,-5-6 0,1 2 420,0-3 0,3 2 0,0 0-1264,-2-4 1,0-1 0,2 2 1403,-1 0 0,4 2 0,-1-1 0,-5-4 0,12 8 0,-5-3 0,-5-3 0,0 0 0</inkml:trace>
  <inkml:trace contextRef="#ctx0" brushRef="#br0" timeOffset="217916">24676 12647 23366,'-52'-15'332,"0"1"0,1 3 1,4 10-213,14 17 0,1 8-1075,-7 4 0,0 4 997,-5 5 0,0 4-346,14-11 1,0 1 0,2 1 305,-11 16 1,5 1-17,6-3 0,6 0-2,10-6 1,5-1-35,9 16-221,18-23 0,8-6 260,26-1-828,-5-11 0,1-5 862,11-10 7,-22-7 1,-4-5 695,-3-15-609,-2-10 524,-15-2-501,-22 4-11,-19 6 6,-23 8-63,16 15 1,-1 2-25,-3 1 0,-1 2-9,-1 4 1,1 2-32,1 1 1,2 2-34,3 4 0,1 2 2629,-23 19-4492,14 4 1174,15 8 0,13-20 0,10-3 1</inkml:trace>
  <inkml:trace contextRef="#ctx0" brushRef="#br0" timeOffset="218525">27612 12876 12942,'-7'0'5741,"1"1"-4396,6-1 1898,0 0-2700,-30 10-134,37-12-62,-13 6-56,49-13-33,9 1-51,3 4-67,-3 8-50,-4 9-45,-6 14-239,-8 15 216,-7 11-14,-16-20 1,-3 1-9,-2 4 0,-3 1-294,0 3 0,-3 2 84,-3-1 0,-2 1-619,-1 0 0,-2-1-2725,-2-4 0,-2-1 3554,2-7 0,-1-2 0,-2 5 0,5-17 0</inkml:trace>
  <inkml:trace contextRef="#ctx0" brushRef="#br0" timeOffset="218700">27503 13336 18756,'-1'-5'2324,"-1"1"-1809,2 4-363,64-45-189,-34 36 1,3 1-482,7-9 0,4-2 1,1 4-1273,14 8 1,-1 4 1310,-5 0 1,-4 1-1,-14 1 1,-4 0-1,4 1 1</inkml:trace>
  <inkml:trace contextRef="#ctx0" brushRef="#br0" timeOffset="219822">24344 13720 16292,'0'-4'5158,"1"0"-3085,-1 4-1564,-106 87-2587,59-49 2132,7-7 1,-10 9-1,-2 1 1,6-6-1509,-4 2 1,2-3 1451,9-6 0,-1 2 0,0 0-21,1-1 1,0-1 0,2 2-500,-10 13 1,3-1 456,6-7 1,3-1-152,-1 8 1,8-3-272,13-6 382,12-3-422,20-22-190,19-22 384,-10-2 0,0-5 1010,6-7 0,0-3-725,5-7 1,0-2 666,3-7 1,-1-1-609,-8 10 1,1-2 73,-3 2 1,1-4 0,-3 5-2,-7 9 0,0 0 162,4-9 1,2-4-1,-4 4 1,-6 8 0,-2 1 181,5-11 1,-1 3-26,0-5 577,4 5-593,-8 22-85,5 3 753,-2 21-802,2 12 1363,-2 3-1448,9 17-34,0-2 36,1 2-117,1-9 0,4 2-22,11 2 0,3-1-530,-3-1 0,4 1 480,0-5 0,5 0 1,0-2-477,-7-6 0,-1-2 0,5 1 392,4 3 1,6 1 0,2 1 0,-4-2-1086,-7-4 1,-2-2-1,0 1 1,1 0 1187,6 1 0,3 1 0,-2-1 0,-9-3 0,2 0 0,-7-3 0,-10-5 0,0 1 0</inkml:trace>
  <inkml:trace contextRef="#ctx0" brushRef="#br0" timeOffset="221378">22957 15305 21618,'19'-50'625,"1"0"1,-3 4 0,1 10-324,1 19-123,3 5-128,2 6-51,3 5 11,2 9 0,-1 9-11,-5 11 0,-6 8 0,-7 8 6,-11 2-18,-11 2 1,-10-2-11,-11-5 33,-4-5 67,-3-6 46,4-10 100,6-10 22,9-12-56,11-10-22,6-10-16,14-3-24,7 1-43,12 4-12,4 5 5,2 7-22,-1 7-22,-3 13-6,-1 10-6,-3 16-22,-5 9-11,-8 3 0,-9-2 5,-13-6-5,-12-6-11,-14-7-79,-9-7-264,-5-6-878,-1-8-3747,3-12 4990,11-5 0,15 0 0,10 2 0</inkml:trace>
  <inkml:trace contextRef="#ctx0" brushRef="#br0" timeOffset="222218">25651 15313 23971,'32'-43'519,"0"-1"0,-1 0 0,-10 19-407,-20 28-39,-2 4 78,-9 18 17,-19 23-140,5-6 3,-3 1 0,1-1-544,3-2 513,3-2 0,2 1-6,6 6 164,9 13-147,17-20 12,16-9 16,13-25-17,-4-9 17,18-16 51,-24 4 0,-1-2-165,1 0 0,0-1 206,2-4 1,-1 0 137,9-10 293,-12 10-512,-13 11 12,-8 8-12,-8 14 40,-6 23-45,-7 10-34,2-9 0,-2-1-5,-8 16-65,2-7 0,-1 2-440,4-10 0,0 1-482,-5 17 1,-1 1-2630,5-6 1,2 0 3609,2-6 0,1-2 0,-1 11 0,5-22 0</inkml:trace>
  <inkml:trace contextRef="#ctx0" brushRef="#br0" timeOffset="228275">26326 17324 17344,'0'-8'2964,"0"2"-1800,0 6-177,0 0-903,-4-30 140,-6 49-124,-4-21-60,-5 56-12,6-16 50,-7 18-72,7-19 38,-6 11 46,4-20 16,5-13 298,1-8-287,6-14-16,2-10 0,8-15-23,6-14-44,5 3 10,-1 7 1,3-3-799,12-12 0,3-2 830,-10 18 1,1 0-1,1-1 21,5-4 0,3-1 1,-1 5-261,8-1 0,0 7 261,-6 7 0,-1 5-41,12 0-41,-9 16-10,-22 14 0,1 11-18,-6 11 1612,0 7-1628,2 6-12,1 3 34,-1-1 689,-2-3-700,-4-8 29,-3-9 16,-3-12 123,-1-9-100,0-11 27,4-20-55,6-8 27,11-20 6,9 2-17,9 4-39,-6 14 23,20 6-7,-27 17 18,31 7-28,-27 12-1,12 10 1,-9 7-23,-3 7-45,1 2-44,1 3-124,5-2-207,2-3-218,5-9-12,-1-10 46,5-15 542,-17-7 40,8-18 84,-15-2 73,4-9 66,-4 2 52,-6 3 49,-6 5-27,-6 4-85,-3 7-100,-6 6-67,-4 5 22,-6 8 5,-5 5-44,-3 11-11,1 5-51,3 12 56,8-11-33,3 10-45,12-17-23,5 1 56,11-7 62,-2-8 40,19-21 116,1-20-72,1-1-152,-17 7 1,-1-1 353,7-13-102,-13 16 1,0-1 264,10-18-74,-8 11-184,-9 13-91,-5 11-49,-5 9-51,-8 11 33,-8 10-21,-10 13-74,-6 11 12,-3 7-221,19-22 0,1 0-301,3 2 1,3 0-3910,-1 28 4481,13-10 0,0-20 0,4-14 0</inkml:trace>
  <inkml:trace contextRef="#ctx0" brushRef="#br0" timeOffset="228491">28541 17045 24167,'-34'20'-19,"1"0"0,1 0 1,1 1-503,-20 15-1076,2 2-2766,-1-5-4907,-1-5 8207,8-10 0,14-8 0,14-7 1</inkml:trace>
  <inkml:trace contextRef="#ctx0" brushRef="#br0" timeOffset="228659">28118 17179 14142,'28'-50'1693,"-1"-1"0,1 1 0,2-8 0,-2 8-1208,-6 22 0,-1 7 599,1 9-770,5 5-11,-2 16-236,2 15-50,3 16-34,-12-14 0,-1 2-248,1 4 0,1 1 35,0 4 0,1 1-591,1 1 1,0-1-3336,2-1 0,0-1 4156,-2-5 0,-2-4 0,8 6 0,-13-17 0</inkml:trace>
  <inkml:trace contextRef="#ctx0" brushRef="#br0" timeOffset="230785">29603 16919 15009,'3'-6'6463,"0"1"-6068,15-30 1,5-8-5738,-7 10 5488,8-13 0,2-3 204,-10 14 0,-2 4 907,7-12-1025,-1 2 0,0-1 1182,5-7-1097,-11 17 0,0 2-155,3-6 73,-6 7-229,-9 25 3227,-7 9-3210,-11 13 16,-16 18-28,11-11 0,-3 3 0,-9 16 1,-2 3-1404,4-3 1,1 3 1368,6-8 1,0 2 0,3-3 19,0 2 0,2 0-657,-3 19 0,5-2 660,2 0-9,5 1 1,2-2-3,5-15-9,2-4 1,0-4 75,1-15 68,1 3 4,8-39-94,6-14-28,4-12 19,1 3 0,1 1 2589,4-5-2606,6-4 1,2 3 1946,-3 11-1930,0 5 0,0 3-30,-1 11 61,7 1-78,-18 14-17,0 10 16,-6 8 12,9 23-11,-2 2-12,6 12-5,0-8-90,2-3 51,-5-11-152,13 0 157,-11-20 56,12-4-5,-7-21 33,-6-5 6,7-18 50,4-13-16,0 1-26,-16 20 0,0 3 37,4-5-40,-9 13-22,-6 9 6,-8 9 10,-5 5-10,-6 7-12,-2 5 1,3-1-34,3 13 33,10-9 0,1 4-38,20 0-1,1-12 28,16 2 23,-3-13 33,1-9 0,-4-8-5,-5-9 10,-6-4 7,-9-4-18,-6 5 79,-13-18-78,-7 20-12,-4-9-10,-9 19 4,0 10-21,-2 1 10,-23 17-21,22-3 4,-5 8 1,-1 5 0,10-1 0,2 2 5,-2-2 1,3 3-15,1 5 0,5 2-52,9 12-46,4 1-361,13-11 0,5-1-1145,18 11 188,-7-14 1,3-3-7,-1-9 0,1-5-362,2-3 1,1-3 78,19-2 532,-12-11 0,0-4 1545,16-13 284,-15 4 0,0-4 501,-8 2 0,-3-2 196,0-1 0,-2 0-107,14-12 216,-17 12 1,-1 1-37,1-3-347,4-8-410,-19 15 155,-12 7-591,-8 6-17,-16 7-163,5 3 18,-12 11 33,12 4-12,-6 8-72,4 5 6,5 3-12,8 1-22,7-1 12,12-6 21,8-9 1,11-9 16,6-15 12,3-13 11,3-11 27,-2-9 52,-4-1 27,-6 0 12,-8 7-1,-7 8-39,-6 8-72,-4 7-68,-4 7 17,-2 4-6,-13 15 12,-3 6-51,-11 15-67,4 3-544,6 17-1007,10-9-332,9-1-715,10-18 2710,17-4 0,-15-14 0,9 2 0</inkml:trace>
  <inkml:trace contextRef="#ctx0" brushRef="#br0" timeOffset="231226">31148 17325 20283,'26'-39'1053,"0"0"0,-1 1 0,10-14 0,-5 7-414,-6 5 104,-7 14-541,-9 10-33,-4 9-174,-4 12 62,-7 15-40,-4 18-6,-7 20-187,7-23 1,1 2 180,-1 2 1,1 1-12,1 0 1,0 0-1,2-1 1,0 0-1,1-3 1,0 0-7,-3 23-55,0-16 56,1-19 67,1-18-45,4-22-5,1-21 33,5-24-17,1 20 1,1-2-410,2-8 1,2-2 386,1-8 0,2-1 3,-5 19 1,1-1 0,0 1 18,-1-1 1,1 1-1,0 1 25,4-16 1,1 2-299,0 7 0,3 3 248,0 7 0,3 3-8,0 5 0,2 3 0,21-12 27,0 15-21,-5 13-18,-3 13 7,-7 12 1261,-3 13-1256,-5 13-22,-7 11-40,-12 4-17,-16 2 68,-16-6 116,9-29 0,-4-3-209,-3-2 1,-3-4-444,-3-3 1,-2-3 557,-3-3 0,1-2 0,-6 0 0,7-3 0</inkml:trace>
  <inkml:trace contextRef="#ctx0" brushRef="#br0" timeOffset="232400">26968 9497 17356,'-49'-40'464,"1"0"1,0 1 0,4 2 0,1 2 0,3 10-196,4 17 0,1 6-1301,-7 0 0,-1 4 1267,-14 5 1,-2 5-76,15 0 1,0 3-1,0 3-544,-6 7 0,0 3 0,2 1 429,6-5 0,2 1 0,-2 4-5,4 0 0,-3 4 1,0 2-1,1 0 0,3-1-22,-8 10 1,4 0 0,-1 3-297,8-9 1,-2 3-1,-1 1 1,3 0-1,3-1 289,3 3 0,2-1 1,4 0-1,1 1 4,-1 12 0,3 2 0,5-1-255,5-2 1,5-1-1,5 1 243,7-2 1,5 0 0,6-1-12,5-1 1,7-1 0,4-3-165,-3-10 1,3-2 0,3-1 0,1-2 152,5 1 1,3-1 0,2-2 0,0-1-9,5-1 0,2-1 1,0-2-1,2-2 7,-10-6 0,0 0 0,1-2 0,0 0 0,1-3 17,-1 0 1,1-2 0,1-1 0,-1-1-1,0-2 13,11 0 0,0-2 0,0-1 0,-1-4-1,-3-2 1,1-2 0,-2-2 0,0-3 2,-4-1 1,0-3 0,-1-2-1,-2-2 4,-2-3 1,0-3 0,-2-2 0,-2-2-41,0-2 0,-1-2 1,-2-2-1,-1-1 42,-2-2 0,0-2 1,-3-1-1,0-1-6,-3-1 1,-1 0 0,-1-2-1,-3 0 7,-3 1 1,-1 0 0,-2-1 0,-3 0 26,2-12 1,-4-1 0,-4 1 246,-7 3 1,-4 1 0,-4 1-263,-5 1 1,-4 1 0,-5 2-19,-6 1 0,-4 2 0,-4 1-10,-6-1 1,-4 2 0,-3 1-135,8 10 1,-3 1 0,-1 0 0,-1 2 104,-4-2 1,0 1 0,-3 1 0,1 2-27,-4-1 0,0 2 0,-1 1 1,-1 2-46,0 0 0,-1 1 1,-1 2-1,0 2-202,1 1 0,-2 3 0,1 0 0,0 3-1218,1 1 1,-1 1-1,1 2 1,2 2 1516,-10 1 0,3 1 0,4 2 0,-1 0 0,8 1 0,-7 5 0</inkml:trace>
  <inkml:trace contextRef="#ctx0" brushRef="#br0" timeOffset="235042">24439 11320 19115,'38'-42'658,"-1"0"1,-4 4 0,-6 10-339,-16 24 128,-6 11-5,-6 8-107,-9 16-90,-11 14-176,6-18 0,-2 1-385,-3 4 0,0 0 337,-1 1 0,1 1-8,1-1 0,3 0-70,2-2 0,3-1 45,-3 22 111,15-13 152,12-14-5,14-13 38,33-16-223,-15-2-61,-5-3 0,2-2 10,-11 1 1,-1-1-29,9-2 0,1-1-120,0-1 0,-1 0-636,0 1 0,1-1 773,3 0 0,-3 2 0,6-2 0,-7 3 0</inkml:trace>
  <inkml:trace contextRef="#ctx0" brushRef="#br0" timeOffset="235876">27886 11637 8562,'-3'-2'6732,"0"1"-190,3 1-5438,-30-33-880,21 22-39,-23-24 145,28 31-117,3 2-140,-2 0-67,3 2 22,3 4-17,2 1 11,11 10-22,7 2 6,13 10-9,-10-7 0,0 2-3400,20 20 3397,-4 0-37,-14 0 32,-17-9 28,-5 6 22,-18-6 17,-25-5-22,-12-10-257,-6-5 237,24-9 0,-1-2 8,-18 1-42,17-1 1,2-1-54,-7 2-1851,8 3-3308,30-2 4686,8 2 0,-2-4-1,3-1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40:35.1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2779 2397 25972,'20'-4'665,"23"-8"-611,5-1 0,6-2-1352,5-2 1,1 1 1223,-18 5 1,0 0 0,0 1-251,20-5 0,-2 2 35,-15 4 1,0 2-1496,9 0 0,-3 2-5309,4 3 7077,-21 2 0,-4 1 1,-8 0-1,-13 2 0</inkml:trace>
  <inkml:trace contextRef="#ctx0" brushRef="#br0" timeOffset="290">3394 2347 24883,'-38'-32'190,"0"0"1,2 0 0,12 15-163,24 26 17,0 12-23,0 19-16,6 17-3,-2-21 0,2 2-479,3 4 0,1 2 496,2 3 0,1 0-29,1 1 1,0 0-6,0-2 0,-1-2 131,-3-12 0,-2 1-117,-2 5 0,-7-2-22,-16 5 2,0-13 1,-4-3-105,-35 1-81,24-16 1,0-5-1230,-30-4 1434,9-17 0,26 7 0,9-6 0</inkml:trace>
  <inkml:trace contextRef="#ctx0" brushRef="#br0" timeOffset="707">4284 2461 22463,'-18'-48'737,"0"0"0,2 4 0,-1 12-328,-4 22-195,3 6-203,3 9 31,0 8-36,0 11 6,3 12-18,6 8-6,14 5-4,14 5 4,-4-25 1,4-1-299,4 1 1,4-2 278,3 0 0,1-1 6,2-2 0,-1-1 11,-4-2 0,-2-1-3,10 13 23,-26-8-1,-29-6-10,-22-5 5,-19-6-73,23-4 0,-1-2-213,-2-3 1,0 0-401,0-2 0,0-1-2448,3-2 0,2 0 2439,-16-6 0,20 3 0,17 5 0</inkml:trace>
  <inkml:trace contextRef="#ctx0" brushRef="#br0" timeOffset="1358">5177 2305 23091,'57'-27'-413,"0"-1"1,-2 3-1,0 7 35,-8 16 0,0 7-641,-4-1 1,-3 2-738,-6 2 0,-4 5-8075,6 29 5683,-25-10 4540,-40 23-9,5-35 1,-6-2 1038,-10 8 1,-2-1 638,-4-1 1,-1 0-368,1-2 1,1 0-357,4-3 1,2-2-617,7-2 1,3-1-19,-12 4-474,21-8 2957,21-5-3108,23-11-180,23-4-14,-13 1 0,2-2-173,5-1 0,1-1 137,2-2 0,0 0-104,-3-2 0,-2-1 274,-3-1 1,-5-1-132,13-24 27,-25-4 281,-31-1 246,-24 1-75,10 24 1,-3 1 91,-1 1 0,-1 1 17,2 2 0,2 1 443,-16-12-196,18 6 301,14 7-867,14 6 361,11 6-451,18 6 11,16 10-59,-17-1 1,1 4-422,3 5 0,0 4 402,0 5 0,-3 4-11,-2 4 0,-6 4-26,-4 2 1,-7 3-141,-10 4 1,-7 1-351,-8 2 1,-6 0-1443,-6 1 0,-4-1 1969,0-8 0,0-3 0,-8 10 0,15-25 0</inkml:trace>
  <inkml:trace contextRef="#ctx0" brushRef="#br0" timeOffset="3073">7405 2470 16342,'0'-57'1234,"-1"0"0,1-1 0,0 1 0,0-12 0,0 2 1,-3 17-479,-8 17-5997,-1 11 5359,2 4 1414,0 19-1437,5 20 34,-1 23-81,4-11 0,1 2 66,0-4 0,1 2-106,0 15 1,1 3 5,0-6 0,-1 2-3,1 1 0,0 3 0,-1-2 8,-1 14 1,-1-2-525,1-17 1,0 1-1,-2-5 505,1-3 0,-2-3 2327,-5 23-2153,2-32 72,-1-6-11,-1-25-173,4-18-17,-1-10-17,4-26-28,9-2-104,1 14 1,2 0 103,-3 15 0,3 0 8,8-11 1,1 5-15,-1 12-16,25-8 16,-23 28 2246,34 8-2240,-15 12-23,-9-1 1,0 3-441,21 21 356,-10-3-106,-16-9 1,-1 0-584,14 19-260,-8-12 1,1 0-71,-5-7 0,1-2-826,4 0 0,-1-3-669,7-6-3128,5-17 5530,-26-5 2812,7-20 3164,-19-12-4957,0 0 707,-6 1 898,-4 14-787,-4 13-1171,2 3-318,-2 6-78,7 5-18,1 4 3382,4 1-3387,6 4 28,10-1-40,24 0 1,4-7 12,16-7-24,-20-3 1,14-18 22,-32 9 67,11-28 0,-29 16 17,-9-14-56,-5 17 101,-14 0 34,2 11 10,-15 2-111,5 6-34,-6 12-17,14 3-17,-6 21-44,13 1 28,-1 18-23,11-2-95,14 4-174,9-1-470,17-3-4,-11-23 0,2-1 88,4-2 0,4-2-337,4-3 1,2-2-48,2-3 1,1-4 245,1-5 1,-1-4 585,-10 1 0,-2-4 333,7-11 0,-5-4 911,1-17-242,-13 11 1,-2-2 1019,-4-20-213,-9 3-3654,-3 5 2506,-4 12 757,-5 1-953,1 16-168,-3 0-79,3 14-5,1 3 16,-5 21 7,2 2-1,-2 7 3358,5 14-3408,7-16-11,6 11 27,2-21 29,9-6 33,-6-15-11,2-3 56,5-25-5,-7 0 38,5-17 57,-7 6 67,-5 3 44,-2 5-5,-3 9-78,-2 6-152,0 8-55,0 4-18,-2 8-10,-1 7-63,0 11-223,1 10-386,6 5-590,8 4-1113,13 1-5070,13 1 7478,2-9 0,-13-14 0,-10-11 0</inkml:trace>
  <inkml:trace contextRef="#ctx0" brushRef="#br0" timeOffset="3499">9245 2726 18868,'1'-7'2923,"2"-25"1,0-5-2010,0 8-590,0-9 1,1 1 101,-2 17-269,-1 11-129,-1 12 28,-1 15 0,0 18-23,0 19-19,0-21 0,0 1-345,3 4 1,1 1 341,1 2 0,1 1-8,2 2 0,0 1-9,-1 2 1,-1 1-12,-2 2 0,-2 0-6,-3-3 1,-3-2 30,0-8 1,-2-4 41,-9 7-16,1-35-6,1-34-6,1-27-2,6 15 0,1-3-684,-1-8 1,2-3 654,1-6 1,1-2 2,0 19 1,2-1 0,0 0 14,2 0 0,1 1 1,1-1-10,3-19 0,2 2-63,3 5 1,4 1 62,1 5 0,4 3-9,1 5 1,3 4-3,1 6 0,3 4 5,-2 7 1,2 5-18,25-3 18,-3 19-1,-4 15-5,-5 18-34,-5 16 39,-22-19 1,-4 1-6,-2 3 0,-5 0-193,-8 1 0,-5 0 58,-7 0 1,-5-3 99,-8 0 0,-5-2-646,-5-3 0,-3-2-2470,-2-3 0,0-3 3162,4-4 0,4-2 0,-12 1 0,24-8 0</inkml:trace>
  <inkml:trace contextRef="#ctx0" brushRef="#br0" timeOffset="4290">10208 2344 17210,'-1'-4'5685,"0"1"-4402,1 3-1171,-28-51-73,17 43-5,-21-30 5,25 62-39,3 13-11,9 10 5,10 5 12,15 4-375,-11-28 1,3 0 337,2-1 1,2 0-49,4 4 1,-2-1-185,8 9 67,-6 12-62,-36-25-346,-15 4-775,-19-10-4468,-18-12 1640,18-8 4207,-8-21 0,36 12 0,-2-9 0</inkml:trace>
  <inkml:trace contextRef="#ctx0" brushRef="#br0" timeOffset="4457">10234 2349 23216,'-10'36'167,"1"1"0,-1 0 0,-2 1-209,-8 8 0,-1 1-1712,1-1 0,1-1 1056,0 1 0,0 0 697,-3 9 1,3-6-1,5-13 1,-6 18-1</inkml:trace>
  <inkml:trace contextRef="#ctx0" brushRef="#br0" timeOffset="5549">11905 2706 18330,'4'-11'2145,"8"-30"1,2-9-1004,-6 0-821,0 11 0,2-8 1,-4 6 126,-8-18-275,-4 8 153,-18 15-265,8 24 40,-34 7-79,23 14 0,-9 11 1,-1 6-12,13-3 1,2 1-12,-10 13 0,1 3-342,11-3 1,3-1 336,-6 23 10,15-24 1,6 0-203,17 26 203,11-7-15,-5-29 1,5-4 25,26-6-6,-10-11-39,7-17 56,-3-23-3,-24 13 1,-1-2-12,2-6 0,-3-3 5,-6 2 1,-2 1 8,4-17 89,-1-12-77,-9 35 144,0-11 563,-5 28-713,-1 2 199,-5 14-217,1 2 18,-14 26-45,7-12 2,0 6 1,1 2 14,4 8 5,5 18-11,9-22-6,29 9 45,2-20-33,-9-9 0,2-2-51,24-3 56,-2-14 11,-15-4 51,1-23-56,-24 1-23,2-18 29,-20 1 5,-9-6-28,-2 10-6,-5-10 29,10 3-23,6 3 11,13-2-6,12 17-10,11 6 5,6 10 11,5 7-11,1 14 17,2 10-23,-2 12 6,-5 12 6,-10 7-17,-8 6 16,-9 1-5,-6-4 11,-3-6-39,-1-8 12,3-8 27,5-8 22,12-9-33,9-11-11,11-14-613,4-13 641,-10-2-210,-14-1 0,-3-5 198,0-19 34,-8 8 1,-3 0 10,-7-7 45,-13-8 29,-11 33-1,-8-2-11,-4 12-34,6 9 563,5 9-394,6 11 506,5 9-753,3 13-6,3 8-16,10 11-51,10 6-486,-2-27 0,2 1-57,5 4 0,1-1-65,-4-7 0,2 1-4235,15 18 1,0-3 3084,-2-4 0,-7-11 0,-4-4 0,-12-17 0</inkml:trace>
  <inkml:trace contextRef="#ctx0" brushRef="#br0" timeOffset="7407">14658 2483 17052,'7'-45'1368,"1"-1"0,0 0 1,2-14-1,-7 7-634,-14 5-77,-11 19-377,-11 17 33,-7 21-117,-7 16-98,22-4 0,2 5-45,-1 4 0,2 4-34,0 4 1,3 2-438,1 4 0,2 0 418,2 2 0,2 1-28,3-1 0,3 1-25,3-3 0,4 0-12,4-3 1,5-1-12,2-6 1,4-2 2,4-5 0,2-5 75,29 8-24,3-19 22,2-19 61,-4-11 57,-8-10 56,-11-4 55,-12 3 24,-10 6 901,-8 8-997,-6 7-35,-4 5-61,-3 6-50,1 4 12,1 6-1,4 4-5,7 0-11,10 1 10,13-5 18,14-4-28,11-5 5,-17-7 0,1-2 11,13-3 0,-17-2 1,-1-4 28,0-11 10,1-14 12,-10-8-11,-11-5 10,-5-1 29,-5 3 34,-1 6-7,0 6-38,4 10-34,5 7-39,8 7-12,10 5 18,6 4-18,3 8-10,2 8 16,-3 8-22,-3 9 16,-7 5 1,-6 4 0,-7 2-18,-3-1 7,-2 0-96,2-2-157,5-4-234,8-3-236,11-6 21,7-8 243,9-7 290,2-11 191,-1-8 67,-7-12 84,-11-7 168,-10-3 101,-10 3 39,-7 5-56,-8 7-117,-5 5-91,-4 5-100,0 5-72,3 2-18,3 4-39,4 3 17,2 6 17,8 3-23,8 1-16,12-1 16,10-6 12,8-5 16,-2-10 6,-3-8-16,-9-12 21,-7-8 23,-7-7-39,-7-1 11,-6 2 50,-5 6 12,-6 9-23,-7 10-39,-7 8-22,-7 9 22,-5 10-11,-3 9-34,4 10 0,6 10 0,11 6-28,11 6-61,17 3-29,-1-26 1,5-1-101,5 0 0,4-1-443,6-2 1,3-3 257,4-3 0,3-2 148,2-5 1,2-4 94,7-5 1,-1-6 170,-11-4 1,-2-3 24,-3 0 1,-4-4 103,10-29 118,-18 0-65,-11 14 1,-1-1 220,5-30-64,-11 26 1,-2 1-93,1-9 185,-10-5-169,-4 29-117,-10 2-50,-3 9-96,-9 15 12,10 0 5,-8 17-5,13 0 598,-3 12-604,2 13-12,7-6-10,7 4 22,7-20-6,8-1 23,2-14 22,6-3 45,8-17-5,0-6-46,-1-8 46,-1-3-6,-11 5 106,0-1-78,-8 8-57,-5 5-55,-2 7 6,-4 3 5,-2 6 16,-2 6-16,0 12-11,3-1 11,4-3 11,9-2-11,8-8 0,16 0 28,31-11-33,-3-13-348,-22-1 1,-1-2 363,7-14-3,-19 5 1,-4-3-126,-5-1 1,-2-3 166,5-25 1,-2-5-43,-3 4 1,-3-2-403,-4 11 1,-1-1-1,-1 3 402,0 0 1,-2 2 19,-2-3 0,-3 3 22,-4-12 96,-5-8-45,2 27 537,0 13-638,6 22 249,0 7-237,-2 18 10,-5 38-11,4-24 0,1 2-882,-2 18 0,1 1 857,2-15 0,1 0-14,0 17 0,3 1-326,2-9 1,4 3 276,3-2 1,4 4-1,3-2-149,0-9 0,2-3 1,3 1-631,5 3 1,3 0 0,0-5-1828,11 2 1,-1-7 2682,-7-10 0,-3-5 0,6 3 0,-21-18 0</inkml:trace>
  <inkml:trace contextRef="#ctx0" brushRef="#br0" timeOffset="8373">16745 2446 21041,'-3'-2'4027,"2"0"-3477,1 2-634,114-38-48,-82 33 0,1 0-1058,21-9 0,9-3 0,-9 5 949,7 7 20,-24-1 0,-3 0 675,-9-4-644,11-7 251,-16-1 286,1-7 28,-11 8 34,-12 1 2001,-5 11-1799,-21 3-275,5 8-140,-13 3-89,10 9-12,6 5-78,7-2 16,6 15 12,16-7-17,11 11-22,17-9 5,8-8 23,-6-8 10,7-9 18,-13-11 123,5-16-56,-15-8-34,-8-14-39,-14 2 28,-9 0 28,-6 4-23,-8 6-21,-3 10-12,-4 9-40,7 6 12,-4 11-11,0 12-28,-1 9 11,3 4-17,6 22 23,12-12-90,5 20-174,15-9-363,15 0 131,-7-24 0,5-3-362,20 4 1,3-3-86,-13-7 0,2-3 537,3-4 1,4-1-1,-5-3 204,-7-4 0,-1-3-325,29-6 1,1-6 638,-26 0 0,-1-3 117,11-7 0,-4-4 86,-19 1 1,-6-1 462,3-28 17,-19 2-90,-15 4-189,-16 10-186,-14 10-140,-9 12-78,-4 13-90,14 6-17,-9 22-6,23 2-16,-6 18-11,20-1-1,9 0 1143,9-9-1143,22 6 862,3-23-839,17 2 28,-2-27 5,0-15 46,0-18-49,-23 14 1,-2-5 19,-1-8 1,-1-6-1,-2 0-641,4-11 1,-2-1 647,-2 4 1,-1-3 0,-1 4 76,-1-5 1,-2 3 33,-2 8 0,-1 3-56,-4 9 0,0 3 145,-2-10-173,-2 21-33,-1 10-62,-3 15 219,-4 11-47,-5 20-52,-7 23 77,9-20 0,1 3-162,-1 8 1,1 2-44,2 8 1,2 3-101,3-17 1,1 2 0,2 0-261,3 4 0,2 1 0,1 0-1270,2 2 0,2 1 1,2-1 1632,5 5 0,3-1 0,-2-5 0,-2-4 1,-1-6-1,3-5 0,-1 0 0</inkml:trace>
  <inkml:trace contextRef="#ctx0" brushRef="#br0" timeOffset="9116">19889 2413 23707,'2'-43'371,"0"0"1,2 3 0,-6 14-333,-7 29-22,-3 12-23,-3 13 6,-1 14 0,3 9 6,4-7-15,6-11 1,2 0-9,8 10 45,5 15-11,8-21 17,6-11 55,4-10 34,7-17 17,5-16 1,3-16-379,-3-15 291,-23 21 0,-2-2-14,-1 1 1,-1-1 61,8-22-40,-7 16-55,-8 17-12,-4 15 17,-5 15-11,-1 11-5,0 14 38,2 7 368,7 0-390,9-4 11,10-6 34,8-12 112,3-10 28,-1-15-5,-3-13-18,-5-15-55,-6-12-34,-8-10-17,-6-6 17,-7 1-28,-3 7-22,-2 14-90,-2 13 17,3 13-107,-1 6-72,2 10-292,-1 7-818,1 9-2419,9 9 3747,4-1 0,-1-10 0,-2-9 0</inkml:trace>
  <inkml:trace contextRef="#ctx0" brushRef="#br0" timeOffset="9333">20859 2439 20369,'0'-3'5305,"0"0"-4202,0 3-1114,-40-35-4274,26 49 4279,-26-33 821,36 67-1000,7-7-325,8 15-845,6 1-655,6-4-3603,-1-8 5063,-3-15 1,-9-13-1,-5-12 1</inkml:trace>
  <inkml:trace contextRef="#ctx0" brushRef="#br0" timeOffset="9507">21207 1992 22358,'-20'-45'778,"1"0"0,0 5 1,3 8-841,2 14-230,2 17 298,9 10-1057,-2 21-2108,3 9 3149,6 21 1,-3-26 0,5-2 0</inkml:trace>
  <inkml:trace contextRef="#ctx0" brushRef="#br0" timeOffset="10224">21400 1981 29625,'-3'-51'19,"1"0"1,1 6 0,-3 11-760,-1 24 947,-3 24 440,-3 23-610,3-6 0,1 6-1828,-2 24 0,0 2 1746,3-15 1,0 1-76,0 2 1,0 5-1,2-3 41,-1 8 1,2 1-87,1-16 1,1 4-1,1 1 1,-1-2-310,2 5 1,1 0 0,0-1-264,1 6 1,0 0 0,0-5-310,1 3 0,0-7 349,-1-15 1,-3-3-2936,-10 6-594,-9-43 1470,-16-46 3055,9 2 499,13 9 0,1-6 1,2 5-69,4 9 0,2 0 646,-3-29 1,3-2 711,4 25 1,2 1-1077,1-13 1,1 1-781,2-11-42,-1 25 1,0 5-183,-1 11 852,6-7-1022,3 17-179,27 1 295,-6 5-292,8 3 0,1-1 176,1-1 78,-4 0 0,1-5 123,-10-6 0,-3-5 123,2-2 1,-2-4-163,2-8 0,-4-4 369,-7 2 0,-4-1 110,-3 2 0,-1 2 124,2-14 1647,-4 8-1539,-4 18 201,0 0-838,-2 10-27,2 9 365,-2 9 240,6 20-639,-2 1 0,0 4-26,5 22-268,-4-7 1,-1 5 214,-2-1 1,-1-1 5,-1-9 1,0 1-2,0 14 0,-2-1-171,-1-21 1,-1-4 193,-2 27 198,0-17-18,0-29 132,1-21-159,5-12-80,5-18-6,10-10 3,-1 17 0,3 0-27,19-17 7,-14 23 1,0 4 500,7 3-555,5 7 46,3 16 5,5 6-311,11 15-4395,-6 8 3201,-9-2 1494,-15-6 0,-3-1 1,-6-7-1,6 10 0</inkml:trace>
  <inkml:trace contextRef="#ctx0" brushRef="#br0" timeOffset="10924">23947 2599 25147,'18'-59'173,"1"0"1,-2-1 0,-1 1-149,-6 11 0,-1 0-1233,-1-6 1,-2-2 1246,-2-2 0,-1 0 0,-4 2 1,-3 1 46,-1 5 1,-2 4-54,1 13 1,-1 3 627,-12-19-717,11 34 17,-5 6 56,2 27-12,-5 24-2,5-7 0,0 3 53,-1 11 0,1 4-53,3-12 1,0 2 0,2 1-377,-1 3 1,1 2 0,0 0 353,0 2 1,2 1-1,-1 0-32,2 0 1,0 0 0,1 0-392,0-3 0,1 1 1,2-1 67,1-3 1,1 0-1,2-1-671,4 16 1,1-3-2081,3-7 0,2-5 3125,-3-10 0,0-5 0,3 3 0,-8-19 0</inkml:trace>
  <inkml:trace contextRef="#ctx0" brushRef="#br0" timeOffset="11634">23763 2585 11894,'-4'-5'4011,"0"0"-1944,4 5-431,-26-63-651,26 40-638,-11-14 0,7 2 225,26 22-129,5 2-57,2 2-55,3 0-79,6-1-62,6-5-44,11-9-455,-23 7 0,0-2 337,4-5 0,-1-3 2,1-5 1,0-1 5,-3-3 1,-3-1-201,-4 2 1,-3 0 252,-4 3 1,-4 2 190,3-19 67,-10 14 12,-6 12-27,-2 9 485,0 8-755,0 6 735,0 12-701,2 14-22,-1 21-16,0-16 0,1 3-258,-1 5 1,1 1 205,0 4 0,-1 0-335,1 1 1,0 0 343,0-2 1,-1-1-130,0-3 1,0-2 132,-1-4 0,-1-2 32,-4 18-12,-1-15 102,0-15 19,2-14 453,3-14-609,3-12 716,4-13-665,6-5-18,6 2-12,4 11-134,0 12-24,0 13-29,1 12 144,2 8-7,5 7-12,2 2-31,5 0-33,3-5 95,4-7 6,4-8 23,4-12-7,1-12-400,-2-15 389,-3-11 18,-8-7 21,-10 4 24,-11 6 10,-9 11-22,-12 8-28,-3 9-28,-5 6 0,-2 8-22,0 8 406,1 11-417,2 10-163,5 11-420,11 9-1009,14 7-2932,-2-27 0,3 0 4557,1-3 0,1-3 0,9 9 0,-11-16 0</inkml:trace>
  <inkml:trace contextRef="#ctx0" brushRef="#br0" timeOffset="12257">26163 2506 18896,'1'-7'2375,"21"-37"0,7-14-1913,-14 21 0,0-2-1246,7-12 1,4-7 0,-4 2 1041,-5-2 0,-3 1 111,-1-5 1,-3 4-269,-4 19 0,-1 2 64,-1-2 0,-2 5 866,-2 12-1031,0 3 420,-2 16-403,-6 31 5,1 0 22,-1 7 0,0 5-11,1-1 0,0 2-615,-3 15 1,0 4 577,3-18 1,0 2-1,-1 1 2,-1 12 0,-1 3 0,1-4 2,-1 4 0,0-1 0,2-6 0,-2 2 0,2-5 671,3-8 1,0-3-688,0 8 0,1-3 28,1 4 200,3-21-145,4-42-39,0-4-23,10-35 12,-5 22 0,1-2 591,3-10 0,3-3-608,6-12 0,1 0-1660,-3 12 1,0 3 1662,0 2 0,0 4 13,9-8-27,-13 25-22,1 4-29,2 14 51,1 14 5,1 6 172,7 19-200,-4 5-106,-5-5 0,0 2 1189,-2-5 0,1 1-1921,3 8 1,1-2-1027,11 12 1898,-5-19 0,-1-4 0,-7-7 0,13 6 0</inkml:trace>
  <inkml:trace contextRef="#ctx0" brushRef="#br0" timeOffset="13473">27073 2617 19714,'-9'-8'3837,"3"2"-2538,6 6-173,0 0-1098,12-34-28,-8 24 11,13-24-11,-7 33 28,6-2 39,10-6 96,7-14-107,-5 1-6,-2-9-5,-5-9-20,-9 11 0,-1-2 26,9-26 33,-4-1-17,-12 32-73,-6 14-10,0 8-1,-12 14 22,-1 8-27,-11 17 16,2 8 23,5-5 6,3 13 5,8-10-34,7 22 6,12-11-852,14 6 846,3-24 12,16 1-319,6-16 195,5-6-100,6-16-34,-12-14 106,-5-8 107,-13 4-28,-4-8 50,-13-5 17,-2-2-11,-2-10 50,-2 6-11,1 8 873,3-13-767,4-16-87,-8 28 1,1-2-217,1-10 0,0 0 205,-2 4 1,0 2-18,-1 7 1,-1 0 53,1-15 0,-1 2 45,-1-14-171,-1 19 0,-2 0 227,-3-8-28,-1 15-96,-1 16 647,1 11-746,-1 6 451,0 11-310,-4 14-3,-3 23-55,2-16 1,-1 2 10,-1 8 0,0 0-44,1-7 0,0 2 16,1 3 1,-1 5-1,2-2-584,0 7 1,1 1 441,1-2 0,0 3 1,2-1 75,2-6 1,1-2-1,2 0-59,2 0 1,2-1 0,1 0-175,6 17 0,3-2-199,4-6 1,1-3-369,0-8 1,0-5-1008,15 13-203,-12-26 892,-8-30 1362,-8-21 246,-3-23 67,-3 18 0,0 0 618,0-6 0,1 0-360,0 0 0,0 2-192,1 2 0,-1 2 596,5-18-565,-3 17-303,-2 17-229,-1 10-45,-1 8-17,-1 12 0,0 15 23,0 20-54,1-14 0,0 2 34,0 7 0,2 1 8,0 5 1,1 1-982,2 4 1,2-1 966,-1-10 0,1 1 5,2-1 0,2 3 1,-1-4-286,0-2 0,0-1 280,3 14 1,-1-4 58,-2 0 118,-9-24 343,-6-27-494,-7-22-17,-8-27-17,6 16 0,0-4 280,-1-7 0,0-3-269,1-6 0,3-1-3,1-2 1,3-2-191,3 2 1,4 0 173,3 2 0,3 2 2,-1 14 0,3 0 9,10-11 0,4 3-283,-6 19 0,3 2 271,7-11 1,3 3-130,19-4 126,-2 13 1169,-3 13-1191,-6 9 1014,-5 9-1014,-6 7 761,-5 11-716,-8 7 128,-10 4-116,-19 3 10,-19-4-33,7-17 0,-3-2-14,-5 0 0,-2-3-346,0-1 1,-1-1-31,2-1 1,2-1-2059,-21 4 2448,15-4 0,20-2 0,10-3 0</inkml:trace>
  <inkml:trace contextRef="#ctx0" brushRef="#br0" timeOffset="14040">29549 2478 15905,'5'-8'3204,"9"-24"0,-1-5-1821,-8 1-1002,5-5 0,-4 0 28,-20 8-185,-12 13-107,-7 9-44,-7 16-39,-2 12-23,0 15 0,3 12 0,7 8 12,10 4-272,10 1 238,14-2 33,15-2 2,15-6 48,10-9 96,5-15 40,-3-17-57,-6-21-28,-8-17-5,-7-16-93,-13 18 0,-2-2-11,-1-3 0,-1 0 5,-1-2 1,-1 1-3,-1 2 0,0 2 22,-1-21-28,0 17-106,-4 17-39,-3 13-135,-6 15-402,-3 12-1619,-1 16 1442,6 14 0,5-21 0,4-1 0</inkml:trace>
  <inkml:trace contextRef="#ctx0" brushRef="#br0" timeOffset="14440">30270 2190 24951,'-10'-50'503,"0"0"0,3 4 0,-2 16-462,-3 31-12,-3 24-1,-7 29-19,8-15 0,-1 5 1,1 0-1031,-2 5 0,0 3 1020,3-9 1,0 5 0,0 1 0,1-3-555,2 4 0,1-2 1,0 3 477,1-3 0,0 1 0,1 2 0,0-1-153,0 1 0,1 0 0,1 0 1,-1 0-205,1-1 0,0 0 0,0 0 0,-1-1-323,-2 11 0,-2 0 0,0-3 293,-1-8 1,-1-2-1,-3-4 327,-6 5 0,-3-9 825,-26-2 224,5-46 90,7-31-499,23 8 1,5-5 96,3-8 1,4-4-338,7-6 0,4-1-132,6-5 1,5 0 249,-2 19 1,3 1-1,2 1-322,2 0 1,3 1 0,2 2-25,2 0 1,2 1 0,1 2-16,3 1 1,1 1-1,1 1-281,1 2 1,1 1 0,0 2 211,1 1 1,0 1 0,0 2-184,-2 2 0,-1 2 1,2 1-2727,1-1 1,2 2 0,-3 1 2957,3 0 0,-3 1 0,-5 2 0,-6 3 0,-8 1 0</inkml:trace>
  <inkml:trace contextRef="#ctx0" brushRef="#br0" timeOffset="15623">5294 4320 24385,'-5'0'202,"2"25"-174,6 11 0,1 7-2143,-6 8 1,-2 1 2128,0-7 0,-2 0 6,-7 11 0,-3 2 185,-1-5 0,0-2-185,0-3 0,0-1 24,0-2 1,2-6 84,1-6 1435,6-16-1329,7-29-179,6-16-28,6-27-9,-2 20 1,1-1 878,-1 4 1,-1-1-899,7-26 0,-1-3 14,-3 11 0,-1-2-610,0 4 0,0-3 1,0 3 600,0-2 1,-1 2 8,4-10 0,1 4-195,6-1 181,-6 21 0,2 4 5,5 7 18,9 14-18,2 12-10,25 22 5,-16-2 2,-4 14 1,-2 5-212,-14-9 0,-3 3 153,10 17 0,-2 3-179,-8-4 0,-3-1-351,-3-1 1,-1 0-732,-3-3 1,-1-1 1316,-2-3 0,-1-4 0,0 4 0,-3-10 0</inkml:trace>
  <inkml:trace contextRef="#ctx0" brushRef="#br0" timeOffset="15799">5370 4814 17731,'-6'0'5030,"1"0"-3966,5 0-980,14-77-62,23 41-694,-10-13 1,6 2 469,6 27 1,3 6-429,0 0 0,1 0-1841,-2 2 1,0 0 2470,-6 3 0,-3 1 0,8-2 0,-20 5 0</inkml:trace>
  <inkml:trace contextRef="#ctx0" brushRef="#br0" timeOffset="16149">6017 4377 19025,'-3'-3'5254,"0"0"-3238,3 3-1993,-17-36-1,29 35-11,-3-18-33,40 53 16,-21-10 1,0 2-128,1 5 1,-2 1 79,-2 3 0,-2 1 2,-5 1 1,-3 0 19,-4-3 0,-5-2 26,-10 23 33,-14-17 33,-9-18 29,-1-16 22,4-18-17,7-14-5,8-12-18,8-8-21,12-2-40,11 2-22,10 4-62,7 6-196,6 7-565,7 6-1313,7 3-970,-26 12 0,0 1 2309,25-6 0,-21 6 0,-16 4 1</inkml:trace>
  <inkml:trace contextRef="#ctx0" brushRef="#br0" timeOffset="16483">6637 4215 21047,'-3'-2'4223,"0"1"-2750,3 1-1428,-31-21-45,40 25-22,-13-8 22,51 37 0,-21-10 0,-1 2-17,2 4 0,-3 4-349,-2 3 0,-4 2 329,-3 2 1,-4 0-1,-4-1 1,-5-1 2,-6-3 0,-5-1 12,-15 19 22,-11-16 28,2-18 6,5-19-23,10-16 6,11-14-1,15-12-21,15-6-23,-5 22 0,3 1 152,3 0 0,1 1-281,4 1 1,1 1-183,3 3 0,1 1-216,3 2 1,1 3-539,2 1 1,2 1-3380,3 2 0,0 0 3816,-5 2 0,-3 1 0,13-2 0,-24 4 0</inkml:trace>
  <inkml:trace contextRef="#ctx0" brushRef="#br0" timeOffset="17183">7558 4158 18660,'-4'-2'5238,"1"1"-4387,3 1-397,-61-9-213,27 15-135,-9-5 1,-1 4 33,0 25-107,1 8-278,7 8 256,11 2-39,11 0 23,15-2-29,10-8 82,10-12-31,6-12 11,2-17 17,0-15 27,-4-16 52,-4-11 44,-8-6 72,-6 1 57,-5 5 197,-5 9-258,0 12-80,-3 11-111,1 7-73,0 11 39,-1 10 12,-1 15-29,2 12-11,7 20-22,3-19-79,3-11 1,5-2-376,17 5 179,-6-14 1,3-2-303,4-4 0,2-4 285,4-2 1,0-4 184,0-5 1,0-4 17,-2-3 1,-3-4 206,18-23 111,-16-12 101,-16-5 152,-11 1 123,-4 8-79,-7 12-218,-3 14-140,-8 13-34,-7 17 476,-3 12-498,4 17 164,9-12-209,12 9-5,14-21 5,13 0 11,26-13-22,-11-8-3,-8-6 0,-1-3 53,10-17 34,4-12-268,-12-8 363,-13-2 112,-9 5 0,-7 12-68,-3 14-150,-3 11-67,0 13-23,-3 13 0,-2 36 0,0-7-257,2 0 1,-1 5 256,1-5 0,-1 3-581,1-6 1,-1 4-1,1 1 581,-1 6 0,0 2 0,0 1-709,1-10 0,0 0 1,0 1-1,1 1 709,0 7 0,1 2 0,-1-1 0,1-6 0,-1 14 0,1-5 0,2-4 0,-1-1 0</inkml:trace>
  <inkml:trace contextRef="#ctx0" brushRef="#br0" timeOffset="17449">8718 4861 25511,'0'8'1753,"0"-1"-1411,0-7-90,0 0-1221,8-20-526,-7 19 647,6-13 0,-7 18 0,-2 2 0</inkml:trace>
  <inkml:trace contextRef="#ctx0" brushRef="#br0" timeOffset="17900">4549 5657 15860,'-48'-2'2887,"0"1"1,-12-7-1930,95-6-675,-1 3 0,6 0-135,13-2 0,3 0-628,-7 2 0,4 0 509,-6 2 1,5 0-1,2-1 1,-2 1-969,8-2 0,-1 2 0,4-1 944,-8 1 1,4-1-1,1 0 1,2 1 0,-1-1-423,0 1 0,-1 0 0,2 0 0,-1 0 0,2 1 415,-5 0 0,0-1 0,2 1 0,-1 0 0,0 0 0,-3 1-205,3-1 1,-2 1 0,-1-1 0,2 1 0,3 0 196,-2 0 0,3 0 1,4-1-1,-1 1 1,0 0-1,-3 1 1,-5 0-271,0 0 1,-4 2-1,-2-1 1,0 1 0,4-1-816,2 0 1,3 0 0,2-1 0,-1 1 0,-4 0 0,-5 1 1094,12-1 0,-6 2 0,-7 0 0,-3 0 0,-9 1 0,-4 1 0</inkml:trace>
  <inkml:trace contextRef="#ctx0" brushRef="#br0" timeOffset="27820">7804 4385 21220,'-6'-37'837,"1"1"1,-5-25-530,6 53-84,0-3-33,1 1 22,2-2-169,0 4 68,1-2-11,0 3-6,0 1-11,0 2-33,0 2-107,0 1 61,1 11-5,0-3 28,0 22-33,0-13 27,-1 20-22,0-8 0,1 8 11,1-3-11,3-3 6,-2-13 67,2-4 212,-3-11 23,0-8-235,-1-6-50,1-3 21,0-10 1,-1 3-22,1-4 10,-2 1-55,0 10-40,0 6 23,0 7-17,2 4 45,0 4 33,3 6-11,0 7 1,2 12-24,-2-3 24,-1 0-18,-1-5 17,0-7 45,-1-3 264,0-5-158,-2-14-134,0-1 6,0-15 0,0-15-29,0-1-162,0-12-302,0 25-857,0 5 1316,0 15 0,0 4 0,0 1 0</inkml:trace>
  <inkml:trace contextRef="#ctx0" brushRef="#br0" timeOffset="33060">1710 7368 16230,'-4'0'5108,"1"0"-3707,3 0-1413,11-55-27,18 30-6,-6-9 1,2 2-46,25 17-188,-9 10 1,-1 2-65,2 4-854,-3 9 1,-4 4-21,-14 7-425,-12 10 0,-9 3 599,-28 16 470,3-12 1,-5 2 716,-4-5 1,-4-2 447,-2 2 1,-1-2 355,2-2 1,0-1-160,5-4 0,1-3 45,-17 11-432,22-14-45,16-12-16,20-9-258,6-5-73,15-8 0,6-3-48,-1 0 1,1-1-1157,20-9 1,1-1 1167,-15 8 0,0-1-16,-1 0 0,3-1 0,-6 2 32,-9 4 1,0-1-307,23-19 0,-6-2 483,-20-5 107,-8-17 201,-37 15 330,-20 8-323,1 12 214,9 12 0,0 2 2117,-4-4-2231,-9-5 1472,26 9-1708,8 1-285,9 6-51,8 1 12,10 13-23,12 11 5,-2 4-2,-3 3 0,-2 4-26,7 23-417,-10-11 0,-3 2 73,-8-2 0,-4 0-1844,-4 5 1,-3 0 2210,-2-5 0,-1-3 0,-4 14 0,2-25 0</inkml:trace>
  <inkml:trace contextRef="#ctx0" brushRef="#br0" timeOffset="33910">4312 7064 22492,'-5'-7'2498,"1"2"-2314,-30-6 1,-9 7 57,0 23-181,-9-11 1,1 7-1249,25 18 1,7 9 1194,-1 6 1,2 5-6,6-11 1,2 2 0,0 2-516,-1 6 0,1 3 1,0 1 449,1 5 0,0 2 1,0 1-96,3-14 0,1 0 0,-1 1 0,2 0-221,0 0 0,1 1 0,0 0 0,1-1-296,0 0 1,1-1-1,0 0 1,-1 0-664,-1 14 0,0 0 0,-2-2 267,-2-4 1,-1-2-1,-4-2 1233,-1-7 0,-3-2 0,-3-4 1156,-9 6 0,-6-15 540,-2-24 1,0-12-1087,-11-21-177,21-21 1,9-10-764,10 4 1,6-2 289,2 6 1,3-2-1,2-1-73,3-2 1,3 0-1,3 0-35,4 0 0,3 2 0,2 0-21,2 2 1,3 2-1,2 1-32,0 4 1,3 2 0,1 1-34,-1 4 0,2 2 0,0 1-34,-1 4 1,1 1 0,0 2-78,16-10 0,0 2 91,-3 3 1,-1 1 9,-3 1 0,-2 0 64,-5 2 0,-2-1 649,-6 2 0,-2 1-240,12-17 597,-16 8-216,-14 8 1425,-6 4-1403,-4 5 890,-2 2-1305,0 7 286,-1 4-554,1 10 0,-1 10-56,0 13-17,1 9-28,2 8-223,5 5-796,1 1-2561,3 0 2724,-1-11 1,-3-17-1,-3-12 1</inkml:trace>
  <inkml:trace contextRef="#ctx0" brushRef="#br0" timeOffset="34104">4658 7148 22985,'-6'-3'2565,"1"0"-2492,5 3-577,0 0-2492,-23 11-1889,23 1 4885,-13 12 0,21-12 0,0 0 0</inkml:trace>
  <inkml:trace contextRef="#ctx0" brushRef="#br0" timeOffset="34427">4946 7271 21579,'-3'-3'4139,"1"1"-3640,2 2-477,33 31-5,-5 3-31,0-2 0,-1 4-360,-9-3 1,-4 2 359,-2 2 0,-6 0 14,-10 6 0,-4-1 17,-7 12 69,-4-25 0,-4-5-8,-6-13-3097,-8-22 3070,15-4-1065,12-14 1,5-4 1041,6-1 31,4 0 0,2 0-154,16-10-246,11-7-528,9 9-694,7 7-1344,3 9-5186,3 7 8093,-9 7 0,-17 5 0,-15 4 0</inkml:trace>
  <inkml:trace contextRef="#ctx0" brushRef="#br0" timeOffset="34693">5630 7206 24038,'-27'-41'371,"-1"0"1,1 1-1,0 12 979,4 24-1250,-1 1 335,10 5-424,9 7 6,14 17-11,0-3-12,20 22 0,6-6 0,-3-5 1,2 0-34,-9-10 0,-1 0 30,10 11 1,-3 0-9,-6 8 6,-9 8-17,-34-2-1427,-12-21 1,-5-4 1384,7-6 0,-1-2-182,-20 6 0,0-3-1461,-12-4-2063,27-7 1,2-1 3255,-11-2 0,21-4 1,15-2-1</inkml:trace>
  <inkml:trace contextRef="#ctx0" brushRef="#br0" timeOffset="35077">6111 7755 24885,'13'-47'67,"-1"1"0,1 0 0,-1 0 1,1 0-1,0 6-51,1 5 1,0 2 3,4-16 0,-1-4 6,-8 11 0,0-2 0,-2-1-19,0-2 1,0 0-1,-3-1-2,0-7 1,-3 0 0,-2 2 11,-6-6 0,-3 5-3,2 15 0,-4 4 31,-16-20 1396,5 29-1408,4 7 495,5 12-522,9 13 267,2 17-262,0 19-5,2-8 0,1 5-240,-1 2 0,1 4 0,1 2 224,0 8 0,0 1 1,0-1-958,0-6 0,0 0 0,1 0 948,-1-2 1,2-1-1,-1-2-141,3 8 1,2-1-999,5 10 0,2 1-119,-1-3 0,2-1 1277,4 1 0,-1-6 0,0-10 0,-6-17 0</inkml:trace>
  <inkml:trace contextRef="#ctx0" brushRef="#br0" timeOffset="35237">6061 7401 21859,'-5'-3'4055,"0"0"-3444,5 3-550,-7-68-223,29 37-382,-9-12 1,6 1-11,19 23 0,3 7 1,4-6-1,2 4 1</inkml:trace>
  <inkml:trace contextRef="#ctx0" brushRef="#br0" timeOffset="35877">7949 7039 23416,'-11'-48'885,"0"-1"0,1 6 0,-1 9-711,-3 15-118,-1 13-23,-5 16 12,-7 16-28,1 3 5,3 4 1,-1 3-23,8-9 0,1 1-3,-8 20 0,2 1-234,3 5 226,11-19 0,5-1-40,17 1-33,9 6 11,15-13 40,2-11 50,-5-9 27,-10-11 12,-12-6 243,-8-7-198,-6-1 45,-5-1-113,2 7-5,-6 5 11,-3 15 6,-8 9 11,-8 17-50,-3 8 11,3 6 27,8-2-44,10-3-39,16-7-11,14-7-129,20-9-393,19-9-508,-22-9 0,2-3-494,5-2 0,1-3-3342,0-2 1,-2 0 4003,19-6 1,-24 2 0,-29 8 0</inkml:trace>
  <inkml:trace contextRef="#ctx0" brushRef="#br0" timeOffset="36220">8306 7510 26620,'27'-18'175,"0"-1"1,0-1-1,-1-1-113,-2 0 0,-2-2-608,2-5 0,-2-2 588,0-6 0,-2-4-634,-1-7 1,-3-3 622,-1-8 0,-3-2-18,-6 16 0,-1-1 0,-1 1 7,-1-2 1,0 0-1,-3 1 36,-2-17 0,-3 3-66,-1 8 1,-3 5 107,-1 12 0,-2 4 26,-11-5-57,2 20 482,0 21-526,-5 30-18,8-2 399,4 1 0,2 4-393,4-3 0,2 1-283,-3 14 1,1 3 251,2 6 1,1 1 2,2-19 0,1 2 0,1-1-101,0 1 1,2 0-1,1 1-280,1-1 1,1-1 0,1 1-718,2-2 0,1 0 1,1-1 1114,9 20 0,0-5 0,-7-22 0,0-5 0,10 18 0</inkml:trace>
  <inkml:trace contextRef="#ctx0" brushRef="#br0" timeOffset="37193">8982 7174 27270,'-44'5'67,"0"0"0,6-1 0,8 5-44,20 15 5,12 0-23,11-3 12,21-5-6,-6-9-11,20-9 11,-15-12 29,18-18-29,-18 5 34,7-21-12,-22 12 1,-3-8 27,-7 2 29,-11 10-40,-9 9-10,-11 11 38,-9 11 17,-5 12-28,-3 11-39,1 9-11,4 6-11,3 7-12,4 7-356,6 8 255,9 3-223,14 1-376,19-5 23,-2-31 0,4-2-356,6-2 0,3-5-751,4-3 1,1-4-1827,0-4 1,1-5 61,-3-6 0,0-4 3554,22-18 6,-11-17 5701,-11-9-67,-8-6-3711,-15 28 1,0 1 428,9-26-840,-4 9-509,-6 11-247,-4 12-253,-4 9-290,-1 7-158,-1 7 330,-1 10-352,0 10 11,-2 13-16,-1 12-6,0 6-23,1 3-10,1-4-1,7-3 12,-3-20 16,5-6-33,-3-23-12,3-10 40,1-15 6,5-26-23,-2 13 0,-3 9 0,0 0 22,4-3-11,4-3-5,-2 13 22,3 11-28,-6 7-11,7 8 11,-2 8 0,8 10 0,1 12-6,3 8 17,0 6-5,-4 0-6,-4-5 5,-8-10 46,-7-13 16,-7-11-67,1-10 34,-1-15-6,4-9-40,5-13 35,7-7 16,8-3-5,10 1-34,-10 18 22,8 2-5,-11 21-12,4 1 7,9 13-7,-12 0-10,6 7 5,-10 2-17,0 3-118,3 8-654,2 5-398,0-4 150,0-4-2604,10-6 3641,4-9 0,-11-1 0,-2-5 0</inkml:trace>
  <inkml:trace contextRef="#ctx0" brushRef="#br0" timeOffset="38094">10373 7259 27130,'-14'-17'537,"13"7"-492,9 15 61,24 1-89,-14-6 11,22-5-17,-11-7 12,16-19-18,-9-7 9,-17 12 0,-3-1 20,1-12-17,-9-7 28,-11 16 83,-14-4 7,-8 14 16,-12 8-45,3 14-72,9 4 16,-1 13-22,8 7-15,-5 28-13,14-22 0,2 1 0,-5 24 0,7-4-13,11-14-127,17 8 12,-2-9-150,6-15 1,1-4 70,1-9-157,29-4 179,-21-22 162,-8-4 1,0-3 33,-6-1 1,-1-1-102,3-6 1,-2-1 224,8-16-40,-10 15 146,-5 7 134,-9 14-325,-2 4 40,-1 7 33,-1 10 173,0 1-184,7 14-17,2 11-55,1 6-18,1 8-11,-5-9 12,-1-8-12,-1-8 50,-1-13-48,3-11-13,5-14 0,5-13 0,5-9 0,-4 5 0,9-11 0,-12 21 0,6-5 0,-13 19 0,-1 7 0,-5 4 0,6 10 0,4 13 0,5 2 0,11 7 0,9-8 0,15-7 0,-20-13 0,2-4-220,2 0 1,1-4 219,0-4 0,-1-3 0,-3-4 0,-2-5 0,-3-6 0,-3-6 0,-3-8 0,-3-5 0,-1-9 0,-3-4-581,-2-6 1,-1-2 580,-2 1 0,-1 0 0,-2 5 0,-1 3 0,-3 9 0,-1 2 0,-1 9 0,-2 2 0,-4-14 0,-2 16 0,-3 14 0,-3 14 387,-3 17-387,-5 18 0,2 4 0,6-6 0,0 4 0,0 14 0,0 3-84,0 5 0,1 2 84,3-12 0,0 3 0,3-1 0,3-7 0,2-1 0,2 0 0,6 20 0,5-2-62,7-3 0,4-3-414,2-4 0,6-4-1306,5-5 1,2-5-672,-14-13 0,1-5 2453,4-2 0,-2-6 0,-13-9 0,0-1 0</inkml:trace>
  <inkml:trace contextRef="#ctx0" brushRef="#br0" timeOffset="38277">11384 6943 23646,'-3'-1'3344,"1"0"-2684,2 1-654,63-28-157,-14 19-806,5-6 1,4 1-1864,-14 11 0,0 4 2222,-2-2 1,-3 1-1,13 0 1,-22 0-1</inkml:trace>
  <inkml:trace contextRef="#ctx0" brushRef="#br0" timeOffset="38720">14510 7076 21394,'15'-60'1624,"1"-1"1,-5 10-1,-1 6-1002,-3-5-309,-10 25-189,-4 15-80,-6 17-4,-5 15-1717,3 6 1,0 5 1676,-5 16-328,5-6 0,1 2 244,6-12 0,1 0-1879,0 19 0,0-1 997,3-16 0,1-1 966,6 15 0,2-5 0,-2-20 0,7 9 0</inkml:trace>
  <inkml:trace contextRef="#ctx0" brushRef="#br0" timeOffset="39077">14692 6670 22470,'-1'-6'3041,"1"1"-2570,0 5-477,-11-2-5,16 17 5,-2 1-11,25 16 1,6-7 32,10-8 18,-15-9 61,5-14 56,-22-11 68,-1-14 44,-9-10 79,-9-4-6,-6 1-68,-6 4-94,2 11-90,4 9-95,4 11-40,0 9-21,0 11-248,-3 14-777,1 13-1894,4 12 2991,8 11 0,0-26 0,4-3 0</inkml:trace>
  <inkml:trace contextRef="#ctx0" brushRef="#br0" timeOffset="39511">15386 6640 28149,'-39'44'22,"21"-13"1,5 4-26,9 14 0,6 1-782,-3-9 1,1 2 770,2 20 0,4-1-23,2-21 1,2-2-32,4 10 1,2-2-76,0-6 1,2-3 168,-4-8 0,1-3-659,2 6-157,-10-23-1030,-12-25-4952,-12-33 3159,1 4 622,2 4 1,1-1 2912,4 8 0,2 1 1307,-2-6 1,0-2 2430,2 1 1,1 2 170,-2-14-2509,1 12 453,1 22-683,1 10-481,1 2-275,1 5 709,-4 9-721,-3 12-100,-8 16-95,-8 12-364,9-19 1,-1 0 212,-2 3 0,-2 2-407,-1 1 1,-2 2 428,-3 6 0,2-2 0,-4 5 0,4-4 0</inkml:trace>
  <inkml:trace contextRef="#ctx0" brushRef="#br0" timeOffset="40895">17398 6943 19070,'25'-47'1971,"-1"-1"1,2-10-1,-6 4-1158,-8 1-561,-6 19 0,-6 3 50,-14 3-139,-11 15-124,-1 9 22,-14 16 1,2 11-29,7 3 1,-1 4-23,4-1 1,1 2-861,-5 9 0,3 0 851,9-13 1,3 0-1410,-2 14 0,3 0 1401,5-1-168,7-1 1,7-2 179,18-9 27,18 2 46,8-32-1016,3-17 1015,-13-5 621,-10-4 1,-4-2-605,0-4 116,-1-3 0,-3-2-105,-5 3-56,2-6 12,-12 25-12,-6 16 2762,-6 11-2812,-1 4 1554,-10 20-1537,0 4-6,-3 15-20,13-21 1,1-2 8,-1 12 227,24 6-244,13-33 17,10 1 0,16-18-6,-5-13 0,-8-4 1,0-5-514,-5-2 1,-2-4 523,6-12 1,-3-4-6,-8-3 0,-3-1 0,-6 8 0,-1-4 7,-1-4 1,0-6 0,-1 3 6,1-7 0,0 0-397,-3 5 0,2-4 0,-3 4 400,1-7 0,-3 5 16,-4 11 1,-2 5-1,0-11 29,-14 24-40,-3 29 6,-15 16-28,-5 27 8,11-11 1,2 1 346,2-4 0,2 3-346,0 5 0,1 4 1,2 0-430,0 6 0,2 2 410,1-1 1,0 3 0,1-1-3,3-6 1,2-1 0,0 1-15,3-1 0,1 1 0,1-2-16,0 7 0,4-1-625,14 12 1,7-5 416,-6-25 1,2-4-72,10 10 1,2-7 147,19-12 133,-8-26 46,-4-21 13,-17-4 1,-1-5-9,-7 11 1,-1-2-216,10-20 1,-2-3 225,-7 14 1,0 0 16,5-7 0,0 0 28,-2 8 0,-1 4 1861,9-11-1777,-13 23 834,-17 23-901,-6 8 101,-21 32-129,8-3-42,6-7 0,2 1-9,0 27 42,11 2-47,10-5-23,10-8 12,10-13 11,-2-16 899,21-16-876,-10-17-23,16-15-507,-12-18 495,-22 18 1,-3-1 25,-1-2 0,-3 0 3,7-18 84,-2-5 5,-13 29 270,3-1-337,-12 24 12,-3 13-1,-6 11 489,0 9-511,3 6-56,4 5-16,5 1 10,10 0-5,10-6-12,11-8 7,8-13 21,1-9 18,-2-18 16,-4-11 11,-5-11 12,-5-8-12,-7-2 12,-6 1-1,-6 3 7,-2 5-12,-1 6-34,-1 9-16,0 8-51,4 6-146,6 10-251,11 4-180,12 7-559,13 5 223,-2-2-2157,-4-5 1,0-1 3142,8 2 0,5 1 0,-34-11 0</inkml:trace>
  <inkml:trace contextRef="#ctx0" brushRef="#br0" timeOffset="41954">19515 6783 19624,'0'-5'5483,"0"2"-4687,0 3-281,-15-65-151,-2 46-235,0-17 0,-3 6 5,-19 35-55,-6 11-40,-1 16-22,4 8-12,8 7 1,10 1-12,11-2-22,12-5-16,13-6 10,9-10 28,9-12 23,4-18 0,3-13 45,1-15 50,-3-6 56,-3-6 22,-5-2 28,-5 0 51,-6 7-45,-6 12-101,-5 13-78,-4 9-34,-7 12 2,-5 7-13,-7 14 0,-4 7 0,3 7 0,4 2 0,7-11-13,14 12-20,9-18 10,11 5 7,7-17 16,3-15 22,1-11-11,-1-12-28,-3-9 34,-5-8 0,-5-2 18,-6 3-35,-6 11 0,-5 12 0,-4 10 0,-2 9 0,-1 7 0,-2 6 0,1 5 0,0 0 0,4-1 0,4-5 0,7-4 0,7-4 0,7-9 0,3-7 0,0-7 0,-6-6 0,-6-2 0,-7 2 0,-6 4 0,-2 5 0,-3 7 0,0 4 0,0 3 0,1 8 0,7 20 0,-1-2 0,11 33 0,-2-4-667,-6-17 1,-1 2 666,-1 4 0,-1 0 0,-2 2 0,-2 1-144,-3 0 1,-4 0 143,-4 0 0,-6-1 0,-5-1 0,-5-2-442,-5-4 1,-4-4 441,0-6 0,-1-3 0,4-8 0,1-5 0,-10-7 0,20-24 1158,22-19-1158,17-15 0,-1 21 0,2-1-523,7-4 1,3 0 522,5-2 0,2-1 0,4-2 0,3 0 0,0-1 0,1-1 0,0 1 0,-1-1 0,-3 1 0,-2-1 0,-4 3 0,-2 0 0,-6 2 0,-3 0 171,-4 4 1,-3 0-172,-4 3 0,-3 1-35,5-23 35,-7 8 0,-5 11 0,-5 6 1394,-1 12-1394,-3 3 644,1 10-644,0 0 44,1 3-44,-2 7 0,0 7 0,-1 13 0,4 13 0,8 15-390,2-22 1,1 2 389,4 4 0,2 1 0,3 2 0,0 1 0,0 0 0,-2 0 0,-2-1 0,-4-1 0,-3-3 0,-5-1-625,-6-4 0,-6-2-3223,-26 21 3848,-8-14 0,12-17 0,11-13 0</inkml:trace>
  <inkml:trace contextRef="#ctx0" brushRef="#br0" timeOffset="44220">22647 7222 25679,'10'-50'349,"0"0"0,0 0 0,0 2-296,-3 12 1,0 0-877,2-7 0,1-2 865,2-6 0,1-1 0,1-5 0,1-1-14,1-2 0,0-1-422,0 3 1,-2 2 410,-1 4 0,-3 3-6,-2 9 0,-3 2 625,2-20-575,-8 20-61,-2 17-39,-2 12 28,-4 18 39,-7 18-28,-9 22-20,8-13 1,0 2-66,-1 7 0,-1 2 65,1 6 1,1 3-42,2 4 0,2 1-3,6-19 1,1 1-1,1-1-171,1 21 0,4-1-166,4-4 1,5-2-364,3-7 1,3-3 331,4-9 1,2-5-388,24 12 63,-2-25 1235,-4-26-557,-4-18 150,-3-18 147,-2-11 397,-15 25 1,-1-1-304,0 0 1,-1 1 638,8-21 665,-7 12-962,-6 14-295,-6 11-248,-4 7-73,-1 8-22,-1 4 304,1 4-304,1 5 11,9-1 22,15-1-38,0-6-7,22-6 18,-9-9 27,9-7 45,-5-9 28,-9-6 23,-10-2 22,-9-2-6,-8 4-10,-10 4-29,-5 7-50,-16 8-62,7 9 28,-15 11-28,10 8-11,-5 14 0,3 6 0,6 5 11,6 4-11,8 0-22,12 1 11,12-3 16,15-5-21,14-9-1,11-11-310,4-11 338,-2-15 17,-6-12 28,-10-16-5,-9-10 21,-9-11-16,-14 26 0,-1-1 8,-1 0 1,-2-1 114,6-29 14,-3 7 9,-2 11-29,-3 12-149,-2 12-24,0 9 0,-2 6 326,1 5-326,-1 8 21,2 10-21,3 15 0,6 13 0,10 10-292,-7-24 1,2-1 287,3 3 1,1 0-115,2 1 1,-1-1-65,0 0 0,-2-1-56,-4-4 0,-2 0-322,2 19-135,-16-14-319,-13-13-996,-10-11 1210,-4-13 0,11 0 0,4-5 1</inkml:trace>
  <inkml:trace contextRef="#ctx0" brushRef="#br0" timeOffset="44687">24134 6668 27813,'-7'-41'17,"6"16"11,10 52-34,11 16 0,-1-10 1,2 3-4,0-2 1,-1 0-174,2 0 0,-2 0 157,0-2 0,-3-1-59,2 14 14,-2 5-249,-21-12-308,-16-12-532,-15-10-769,-8-10-1270,2-15-1058,4-9 565,7-16 2290,4-12 3121,3-12 380,13 26 0,0-1 94,2 2 0,1 0 338,-3-20-992,4 14-582,3 13-353,3 11-308,-1 6-252,1 6-29,-2 7 7,-2 8-40,-4 11-140,-9 19-173,4-10-2208,-4 22 1690,13-23 0,0-5 0,4-13 0</inkml:trace>
  <inkml:trace contextRef="#ctx0" brushRef="#br0" timeOffset="45260">26112 7185 25808,'17'-52'249,"0"0"1,1 0 0,-1 1 0,-1 0 0,0 3-197,3-6 0,0 1-1179,-6 12 0,0-1 1,0 1 1141,3-11 1,0-1-2,-4 8 0,-1-1 0,0 1 254,0-8 1,-2 0-227,-2 7 0,-1-2 0,-2 4 7,0-3 1,-3 5-21,-3 3 1,-2 8 626,-5 11-657,-6 18 28,-11 33-22,-6 16-469,9-7 0,0 5 457,0 6 1,3 1-1,2-7 0,1 3-18,1 7 0,0 6 0,3-6 7,2-7 0,1 2-74,2 2 0,-1 8 0,1 1 0,1-9-46,3-2 0,1 0-257,3-1 0,1 8 1,0 0-1,2-10-18,1-3 1,3-3-327,2 6 1,2 4 0,1-6-4179,1-8 1,1-5 3408,9 21 0,-7-22 0,-15-28 0</inkml:trace>
  <inkml:trace contextRef="#ctx0" brushRef="#br0" timeOffset="46460">26011 7002 16040,'-13'-56'2382,"0"-1"0,3 6 1,2 4-2036,1-11 6,24-1-325,9 28-700,24-7 652,-18 27 1,1 2 2,25-2 8,-16 5 1,3 0 16,5-1 1,-1-2 5,-8 2 0,0-2 17,0-4 1,3-3 0,-6-2-602,-8-4 0,-3-1 609,7-3 0,-2-2 98,-10-2 0,-3-1 1137,7-23-651,-5 3-97,-7 4-78,-10 23-173,-1 9 77,-2 9-324,-1 10 1160,-2 15-1171,-3 17 0,-6 23-9,4-21 1,-1 2-15,-1 5 0,0 2-534,0 3 0,-1 2 537,-1 0 0,1 1-3,-1-2 1,1-1-6,0-3 0,0-1 11,2-5 0,0-4-6,-1 16-25,3-9 81,4-30 0,5-7-16,6-23-12,8-13-5,1 0 11,10-10-22,3 5-17,1 6 1080,3 6-1108,-9 16 64,1 12-47,3 7 5,3 7 6,2 3 0,-8-5-107,17 1-72,-8-11-51,23 0 6,3-10-175,-28-3 1,0-2 375,3-3 1,-1-3 33,0-3 0,-2-3-83,-2-2 0,-2-2 125,-4 0 0,-4-2 98,9-22 39,-17 8-22,-18 7-39,-12 10-6,-11 8 569,-5 7-659,0 13 29,-1 9-29,1 12-11,2 12-5,3 6 208,5 5-231,7-1 11,9-2-5,8-13-56,17 6 39,3-22 5,13 3 23,-1-23 0,0-12 23,0-13 5,-1-10 5,-4-9 7,-2-3 16,-5-1 16,-3 6 18,-3 10 16,-4 9-55,-3 11-34,-4 7-12,-3 7-16,-1 7 0,3 7-23,2 5-95,4 6-324,5 1-600,8 0-790,9-3-1607,19-5 2638,-12-8-39,21-6 795,-21-11 856,6-7 807,-11-8 309,-10-5-353,-10 0-560,-5 4-303,-3 5-219,-3 7-245,-1 6-164,0 3-72,-2 10 6,0-1 0,0 18 5,0 2-17,-3 12 1,-1-7-7,-7 15 7,5-24-6,-7 22 50,8-30 62,0 2-17,7-18-45,8-12 22,9-8 35,13-10-18,8-2 17,7 0-5,3 4-45,-3 6-34,-3 9-22,-7 7 5,-5 11-61,-6 8-124,-3 13-682,-3 10-2493,-2 13 2518,-7-2 0,-4-15 0,-5-13 0</inkml:trace>
  <inkml:trace contextRef="#ctx0" brushRef="#br0" timeOffset="46887">29925 7214 25135,'15'-41'401,"0"0"0,0 0 0,-1 1 1,0-1-1,-1 2-284,1-10 1,0 0-1117,-1-3 1,0 0 1065,0-2 1,-1 0-24,0-1 1,-1-1-14,-1-1 0,-2-1 47,-1-1 1,-2 0 33,-1-1 0,-2-1-54,-1 2 1,-1-1-45,-3 4 0,0 2-6,-1 8 1,0 3 647,-7-16-740,1 30 365,0 24-304,-6 23 23,-6 21 0,7-9 0,0 4-599,-1 9 0,1 4 593,0 9 1,1 3-7,4-15 1,1 2 0,1 0 1,-1 5 1,1 1 0,-1 1-27,1 2 1,-1 1 0,0 1-66,1-6 0,0 2 0,0-1 1,0-3-231,0-2 0,1-3 1,0 2 25,-2 11 1,1 2 0,1-6-472,3-7 0,2-3-653,2 5 1,4-1 1428,1-9 0,3-5 0,3 2 0,0-16 0</inkml:trace>
  <inkml:trace contextRef="#ctx0" brushRef="#br0" timeOffset="47527">29630 6655 23195,'15'-46'155,"0"0"0,1 4 0,4 9-143,24 16-7,13 9 0,-17 5 1,2 2-3,-3 1 0,-1 0-6,1 1 0,-1-2 3,1 1 0,0-4 6,0-7 0,-1-2-4,-5 3 1,-1-2 8,11-12 1,-4-6-1,-13 6 0,-2-2 11,5-6 1,-1-2 13,-2 2 1,-2 0 24,-5 5 1,-2 1 212,7-13 1047,-9 13-1131,-7 12 162,-3 8-364,-3 15 216,-1 18-188,-4 25-16,1-16 0,-1 3-269,-2 16 0,-2 4 269,0-7 0,-1 0-3,0 0 1,0-2-4,-2-4 1,0-3 5,-7 17-3,8-27 0,-2-1 48,-7 18 11,8-24 185,2-10-23,8-18-151,5-7-50,11-13-11,-1 5 1084,21-11-1124,-18 20 12,15-3 16,-13 15 1,7 5-6,8 12-6,-3-1 11,0-2 12,0-6-1,2-9-8,-2-2 1,1-2-4,15-4 20,-3-6 0,0-4-3,6-18-274,-20 13 1,-2-1 284,-6-4 1,-4-1 83,2-10 68,-3-3-1,-14 11 1,-14 11-152,0 9 6,-12 5-28,2 14 459,-7 19-952,9 13-1364,11-11 0,5 2 1009,9 23 0,0-18 0,3-17 0</inkml:trace>
  <inkml:trace contextRef="#ctx0" brushRef="#br0" timeOffset="50762">3833 9698 14633,'1'-3'4915,"4"-28"0,-2-7-4360,-5 19-483,3-18 1,-6 5 0,-18 29-17,-11 9-39,-11 9-6,-4 15-221,-2 8 221,28-15 1,1 0-1,-11 15 6,3 10-45,15 1 11,3-9-11,24 16 28,13-33 11,10 2 11,22-15-8,-22-11 0,-1-2 15,22-2 72,-17-3 0,-6-2 145,-11-4 6,2-5-78,-22 7 142,-10 2-271,-11 4-68,-9 4 29,1 4-23,-22 15 0,21-2-3,-3 7 1,1 4 2,-1 12-8,11-10 0,3 1-98,0 20-96,19-5 7,6-11-1144,42 3-285,6-22 509,-12-5 1,4-5 294,-2-8 0,0-5-25,0-3 0,-2-4 792,-2-5 0,-3-3 235,-5-1 1,-4-2 17,-5-2 0,-2 0 430,-5-1 1,-2 0 125,-3 0 0,-1 1 578,7-25-332,-6 7-279,-2 11-1,-4 11-352,-2 9 630,-3 8-927,-1 5 447,0 9-447,2 7-28,0 12 0,0 11 23,-1 7-1,-2 5-50,-1-2 6,0-10-6,0 3 11,0-22 34,1 1 56,2-20-85,3-13 52,3-12-18,2-2 129,9-19-84,-3 18-22,7-9-39,-5 19-12,3 9 17,1 10-11,5 9-22,5 10-28,3 10 10,6 7 24,2 4-12,-8-10-3,-6-13 0,3-2 9,16-4-9,-12-7 0,2-5-219,-6-6 1,-1-5 243,0-6 1,-2-2-6,15-19-6,-18 1 0,-5-4 14,-8 8 1,-2-3-561,4-18 0,-3-4 577,-5 4 0,-3-1 16,-1 0 1,-1 0 33,-1 5 1,-1 2-117,1 9 0,-1 5 309,-3-12-133,-1 25-108,-5 21 383,-4 20-399,-1 19-39,0 22 28,9-23 0,1 3 256,1 5 1,2 0-280,3 4 1,2 0-6,1 1 0,2 0-45,3 0 0,4-1-146,3-1 0,2-2-355,4 0 0,4-2-673,1-4 1,2-3-3687,-1-4 1,-1-4 4335,12 6 1,-17-18-1,-17-13 1</inkml:trace>
  <inkml:trace contextRef="#ctx0" brushRef="#br0" timeOffset="51119">4907 9867 24570,'43'-21'-75,"0"0"0,0 0 0,-3 2 0,1 0 0,-3 4-54,4 6 0,-3 2 39,-2-2 1,-2 0 89,23-10 106,-19-4 135,-16-1 162,-12-2 202,-12 0 196,-4 4-56,-4 5-224,0 5-196,1 5-191,4 4-72,2 6 11,1 10-29,3 12-16,4 13-16,6 8-24,7 4-60,3 2-393,2-1-1182,-2-1-6637,-3-5 7436,-4-11 0,-7-15 0,-4-10 0</inkml:trace>
  <inkml:trace contextRef="#ctx0" brushRef="#br0" timeOffset="51303">5529 9390 26155,'4'-47'-7982,"13"18"7982,8 45 0,-2-2 0,-12-5 0</inkml:trace>
  <inkml:trace contextRef="#ctx0" brushRef="#br0" timeOffset="51594">5782 9528 22077,'0'-4'3804,"0"0"-2511,0 4-1281,70 12 27,-34 15-31,10-8 1,0 6-2177,-21 9 0,-6 3 2101,6 12-17,-13-15 0,-6 0 859,-21 5-775,-12 3 12,-11-17 16,5-19 28,14-23 11,14-18-39,16 1 0,4-2-39,7-16 1303,3 12 1,2 1-1341,-7 14 1,1 1-606,6-4 1,1 0 652,0 2 0,-1 4 0,4-3 0,-6 8 0</inkml:trace>
  <inkml:trace contextRef="#ctx0" brushRef="#br0" timeOffset="52827">6492 9641 17115,'-7'0'6928,"1"0"-6648,6 0 791,0 0-831,-9 34-66,10-20-34,-1 25-6,18-32-44,11-4-68,-2-7 68,29-14-6,-15-3-37,-13 4 1,-2-2 36,5-17 0,-16-5-3414,-15 0 3352,-7 10 141,-25 0-1,2 21-33,-18 4-40,7 18-27,4 13-12,5 13-33,10 8-11,10 9 3095,10 4-3168,14 1-37,0-29 1,3-2-312,7 1 1,5-3-1034,9 1 0,4-3 789,-1-3 0,0-3 0,17 5 0,-22-12 0</inkml:trace>
  <inkml:trace contextRef="#ctx0" brushRef="#br0" timeOffset="53786">8658 9352 18941,'0'-7'4806,"0"2"-4395,-25-24 1,-11-1 81,1 14-342,-8-15 0,-1 7 34,0 37-78,-1 13-770,2 16 691,22-16 0,3 2-17,2 4 0,1 0-3,4 1 1,2 1-4,2-1 1,4 0 5,8 25 141,15-10-147,15-12-16,9-11 0,4-11 177,-5-11-121,-9-10 28,-13-7 11,-10-6 369,-14-1-358,-10 3 83,-11 4-77,-8 6-17,-2 9 11,-3 11-11,2 10-45,6 10-5,7 4-17,10 4-17,12-1-6,15-4-67,17-4-162,19-7-300,-17-15 1,1-2-68,8-1 0,2-3-684,4-3 1,1-3 212,2-3 1,0-3 13,-3-3 0,-2-2 502,-6-3 0,-4-3 484,-8 0 0,-4-4 555,6-25 739,-17-5 418,-11-2 277,-8 0-460,-3 5-436,-4 9-606,2 14 837,0 3-915,5 16 774,0-2-1071,6 10-11,7 9-22,7 10 277,9 16-260,5 15-1719,-9-13 0,0 0 1696,7 16-12,-10-16 1,-1 0 6,-2 12-40,-6 10-17,-19-4 62,-14-12 12,-11-17 10,0-21-28,6-22 3426,12-17-3352,12-13-29,19-7-360,1 24 0,5 1 329,5-2 1,5 1 2,4 0 1,2 1-21,2 1 1,1 1-76,0 3 0,0 1-345,-2 4 1,-1 2-917,-3 2 1,0 2 1344,23-11 0,-25 13 0,-10 3 0</inkml:trace>
  <inkml:trace contextRef="#ctx0" brushRef="#br0" timeOffset="54829">8328 9438 12494,'0'-7'9830,"0"2"-7842,-4-57-3012,5 44 1144,-3-17 1,2 5 653,6 27-476,0 4 264,0 13-215,-2 17-27,-8 21-166,-6-5 0,-3 1-252,3-14 1,-2 2 128,-9 20 0,-2 2-12,2-8 1,0 0-23,1 0 0,0 1 8,-1 5 1,3-3 0,8-17 0,1-3-6,-1 13 61,5-14 85,4-20-34,0-12-56,10-32-51,3-17 1,5-10 135,-5 20 1,1-2-134,-1 2 1,0-2-2,2-4 1,0-5 0,1 1-1,-2 6 1,-1-1-1,1 0-922,3-8 1,0 0 0,-1 3 916,0 1 1,0 3 11,2-1 0,1 4-58,8-8 49,6 2 12,7 24-11,-14 18 22,27 30-6,-26 0 0,0 4 1,0 8 16,-4 10 0,-4 5-486,2 3 0,-1 4 458,-6-11 0,-1 3 0,-2-1-17,2 15 1,-3-4-4,-1-12 1,-1 0-50,1-6 0,1 2 1,-1-6-139,9 22-961,4-2 0,2-3-8674,2-11 8736,5 6 0,-19-34 0,-8-13 0</inkml:trace>
  <inkml:trace contextRef="#ctx0" brushRef="#br0" timeOffset="55887">8424 9831 24648,'-8'-32'241,"-1"0"0,-13-16-112,-9 55-17,-6 5-39,-1 5 22,3 0-16,10-1-1,10-5 51,11-4 33,13-4-50,10-6-50,17-5-29,14-6-22,-20 5 1,1-1-153,3 0 1,-1 0 151,1-1 0,-1 1 3,-1 0 0,-1 1 3,22-8 0,-13 3 33,-14 2 18,-12 5-12,-8 2-34,-6 3-11,-8 1 320,-9 2-331,-13 5 0,-9 2 0,-8 6 6,-1 1 0,3 1-6,11-1 22,9-2-16,13-7-18,9-1 7,15-6 10,12-6 7,16-4-1,12-8-402,7-3 382,-29 10 1,0 0 25,26-10-23,-10 1 6,-12 3 39,-13 3 6,-10 4 17,-7 3-34,-4 4-17,-5 1 397,-4 1-397,-7 3-11,-6 4-6,1 2-27,-1 2-163,6-1-818,6 0-8817,5-2 8637,3-2 0,2-2 1,0-2-1</inkml:trace>
  <inkml:trace contextRef="#ctx0" brushRef="#br0" timeOffset="56587">9799 9477 15592,'-4'-4'7623,"1"1"-4716,3 3-2616,-25-53-146,19 39-100,-20-39 11,30 57 0,3 9-61,7 11 27,6 11 12,7 7-29,5 6-377,3 4 350,-19-24 0,-1 0-51,6 28-11,-20 1 22,-21-5 29,-16-10-74,-8-14 147,3-16 4,12-23-4,14-16-18,19-17 0,19-11-19,-5 26 0,5 0 19,11-5 1,2 2-514,-11 10 0,1 2 407,11-4 0,1 5-661,12 3-416,-19 7 1,2 1-3355,0 3 1,0 0 4514,24-3 0,-21 4 0,-15 1 0</inkml:trace>
  <inkml:trace contextRef="#ctx0" brushRef="#br0" timeOffset="57328">10619 9353 19899,'0'-6'4660,"0"1"-3204,0 5-1002,-62-61-342,35 46-2123,-25-10 0,-1 9 2073,19 32-23,1 5 0,1 5 691,0 16-725,14-15 1,2 2-12,-2 27-22,14-4 39,16-7 1,12-9-12,24-13-12,-2-14 18,2-12-12,-3-17 18,-11-11 66,7-14 1647,-22 19 1,-2-2-1544,0-7 0,-2 0 70,7-23-140,-6 7 146,-7 19 199,-6 19-379,-1 2-44,-8 21-17,0 1-3365,-13 35 3360,9-18-12,-6 30-6,14-18-28,17 16-5,10-14-17,10-8-89,15-19 10,1-15 93,-9-10 0,1-4 36,-7-2 1,-1-3-169,0-1 1,-3-3 184,-5-3 0,-4-2 2939,8-17-2911,-1-9 23,-11 5 22,-10 22-6,-13 10-5,-9 30-34,-3 2 526,-9 26-560,7 16-16,3 4 34,10-25 0,4-1-29,12 17 0,3-17 6,19-3 0,6-19-11,14-6 2,-19-16 1,-1-6 8,-5-1 0,-1-2 6,-1-3 0,-2-3 13,-3-4 1,-2-2 30,7-16-15,1-9-35,-12 13 0,-8 15 0,-5 13 286,-4 16-286,-5 17 0,-8 18 0,3-8 0,-1 3-590,-10 19 1,-1 4 589,0 0 0,0 2 0,8-19 0,-1 1 0,1 1 0,-1 4 0,1 2 0,2 2 0,2 8 0,2 2 0,1 1-857,0 2 0,1 0 1,1 2 113,3-8 1,2 1 0,0 0 0,1-4 411,3-1 1,1-3 0,0-4 0,1 2 0,-1-7-1,4 3 1</inkml:trace>
  <inkml:trace contextRef="#ctx0" brushRef="#br0" timeOffset="58161">12929 9331 25819,'31'-23'-318,"0"1"1,3 1 0,3 5-456,15 13 0,0 7 206,-16-4 1,-2 2-272,7 4 1,-7 4-380,-13 10 988,-31 20 486,-10-10 244,-12-6 1,-5-1 251,5-5 1,-2-1-1338,-18 11 0,1 0 822,15-10 0,2 1 89,-8 4 1,5-1 3,11-3-51,5-2 120,28-8-254,20-8-68,23-9-64,-18 1 0,2-1-183,4-4 1,-1 0 162,-7 1 1,0-1-7,11-9 1,-3-2-11,5-19 22,-14 11 0,-4-3 0,-5-17-119,-17 7 0,-6-1 155,-4 13 1,-1 1-18,0-7 1,-2 0 132,-7 5 1,-1 5 228,-2-1 279,-7-2-436,13 21 3126,8 9-3305,3 14 424,6 15-430,6 18-17,7 15-171,-5-27 1,1 1 153,2 2 1,0 0-18,0 0 1,1 1-59,-2 1 0,-2 1-252,-2-1 0,-3 1-653,-5 0 1,-4 0 711,-9 2 0,-1-3 0,-3 6 0,-7-8 0</inkml:trace>
  <inkml:trace contextRef="#ctx0" brushRef="#br0" timeOffset="59874">14861 9256 26805,'23'-36'313,"-7"31"-285,-13 41 17,-12 27-11,-8-19-353,-11 13 341,-7-7 12,2-8 202,2-15-152,13-13-16,7-18-63,11-16 29,8-19-12,9-13-11,2 9 1,1 0-455,-5 11 0,1 0 451,9-18 1,1 0-4,-7 19 1,0 1 124,2-4 0,3 2-124,-2 8 0,1 3-6,12 0 5,-6 15 18,-4 15-12,-2 7-17,6 10-5,3 15 5,-9-2 916,-5 0-905,-8-2-5,-7-10 17,-1 3 5,-1-9 12,-1-9 28,0-8-57,0-6 1,1-7 50,6-12-23,3-3-33,3-1-5,4 2 27,0 7-11,8-2-11,2 5 12,1 6-24,6 8 12,-6 7-5,-2 2-29,-3 10 34,-7 0 11,8 16-33,-7-7 22,3 2 6,-8-17-12,5-3-5,-1-8 16,7-8-21,2-8 27,11-29 6,-14 14-6,6-15-6,-14 17-10,2-1 33,-3 7 22,-3 4-39,-8 21-11,-1 0 12,-1 17-7,-2 1-10,0 8-3382,0 7 3398,2-11-27,5 5-108,8-12-318,7-6-107,2-3-2571,8-10 3120,-9-5 0,-2 2 0,-8-2 0</inkml:trace>
  <inkml:trace contextRef="#ctx0" brushRef="#br0" timeOffset="60090">15940 8792 23052,'-2'-3'3411,"1"0"-3657,1 3-1715,6-15 1961,2 27 0,0-23 0,-1 26 0</inkml:trace>
  <inkml:trace contextRef="#ctx0" brushRef="#br0" timeOffset="60474">16103 9060 23875,'0'-4'2807,"0"1"-2225,0 3-481,19 13-12,-14 10-10,14 16-46,-23 5 1,0-6 16,-1-8-27,2-12 162,1-9-73,5-15-6,4-9 6,7-15 45,9-10 33,5-6-54,6-5-136,3 1-459,5 5 459,2 8 0,1 10 0,-9 13 0,14 15 0,-25 6-67,26 28 67,-29 1-231,-7-7 1,-3 2-4970,-3 26 2495,-7-9 2705,-5 1 0,2-37 0,0-3 0</inkml:trace>
  <inkml:trace contextRef="#ctx0" brushRef="#br0" timeOffset="61410">17519 8762 20845,'9'-47'1404,"0"-1"1,1 0 0,-2 0-1,1 5-1253,3-9 23,-10 48-34,0 8 34,-1 14 10,-2 20-27,-6 24-598,0-21 0,-1 2 497,-5 8 0,-1 1-45,-3 6 0,-2 0-2,5-17 1,-1 0-1,0-1-406,0 1 1,-1 0-1,1-1 394,-7 17 0,1-2-3,4-7 1,2-3-19,4-9 1,1-3 96,1 8 34,5-22-18,4-22 837,6-18-909,8-17 11,13-18 240,-8 21 0,3 0-271,3-3 1,2-1 7,2 1 1,2 1-4,-1 4 1,-1 3 35,-3 7 0,0 3-27,12-3-5,-13 16 10,-7 16-10,-1 8-23,3 11 851,6 5-873,4 2-152,6 2-273,3-1-376,3-2-707,1-4-883,3-8 637,-10-9 1793,12-11 0,-32-2 0,9-4 0</inkml:trace>
  <inkml:trace contextRef="#ctx0" brushRef="#br0" timeOffset="62136">18182 9165 27158,'5'-40'285,"-1"11"-246,-4 44-22,6-2 17,8-3 5,9-4-22,8-2 22,5-10 6,0-5-28,-5-9 16,-4-6 6,-8-4 34,-5-3-11,-8 2 11,-5 5 22,-8 6 0,-6 7-33,-8 7-12,-8 8 6,-6 8-28,-3 10-17,-3 10-11,2 7 0,6 6-22,8 3-253,12 11 12,10-20-655,18 12-623,14-25-699,17 1-1736,13-12 1343,-26-10 0,2-4 660,1-4 0,0-2 1774,-1-3 1,0-3 934,-1-1 0,-3-3 2748,21-18 482,-12-3-1036,-13 2-1026,-11 3-689,-9 5-419,-7 7-23,-11 6 204,2 9-647,-13 4-167,2 9-23,-14 12-123,9-1 5,-9 14 28,15-6-38,-2 7-24,8 0-4,6-5-7,12-6 23,13-9-11,7-11 17,2-7-12,2-13-44,-6-4 66,5-10 102,1-11-40,-8 8-33,-2 1 62,-4 10-18,-7 11-55,0 2-23,-5 12 0,-1 9-11,-2 5-22,-2 13-79,-3 0-201,0 9-449,0 1-1663,8 4 1115,2-14-3765,15 4 5064,13-18 0,-13-3 0,4-5 0</inkml:trace>
  <inkml:trace contextRef="#ctx0" brushRef="#br0" timeOffset="62570">18988 9244 24515,'26'-46'642,"-1"0"0,-2 5 1,-6 9-503,-13 23 707,-3 6-775,-4 12 263,-4 10-229,-11 31-67,-1 4-28,-2 3-5,10-27 0,0 0 5,-7 20-9,6-9 1,1-1 108,-4 12-142,8-16 1,1-3 7,4-13 410,0 4-392,4-25 5,5-10 0,4-14 28,7-33-23,-4 12-8,-4 5 1,0-3-207,-3 10 1,0-1 216,6-21 1,1-2-458,-1 9 1,1 0 454,4-7 0,1 2-6,-1 14 0,0 3 5,11-18 3,-11 28 1,1 3-9,15-9 11,1 7 12,2 10-29,-10 22-11,-5 2 400,2 22-388,-8 26-18,-3-10 20,-14 2 1,-6-1 614,-9-8-623,-5-4 0,-7-2-51,0-16 0,-4-3-635,-22 5 0,-4-2-4219,8-5 1,2-3 3866,0-1 1,5-2-1,0-2 1,33-4-1</inkml:trace>
  <inkml:trace contextRef="#ctx0" brushRef="#br0" timeOffset="63699">1250 12558 16560,'-9'1'6677,"2"0"-6487,7-1-33,0 0-291,-10-39-253,49 13-1451,-14-4 0,5 1 1501,10 13 1,5 6-834,16-4 0,1 4-2117,-13 6 0,-1 3 3287,4 1 0,-3 2 0,9 2 0,-31 3 0</inkml:trace>
  <inkml:trace contextRef="#ctx0" brushRef="#br0" timeOffset="64023">1479 12817 15564,'-45'28'1485,"1"-1"0,0 0 1,5-3-1,2-1 1,2-2-1139,0 0 0,6-3-173,-6 2 50,20-11 44,36-15-228,-1-3-38,8-5 1,6-2-140,13-11 0,2-1-731,-9 5 0,1-1 756,1 0 0,3-3 0,-1 1-54,7-7 1,-2 0 148,-9 7 1,-2-2 18,5-10 1,-13 0-631,-26-2 656,-7-6 72,-31 6 315,-11 8-18,1 4-184,3 6 258,17 13 1322,14 5-1630,2 1 672,12 6-824,12 10 17,16 13-17,12 16-423,-18-15 1,1 1 408,-5-4 0,-1 2-25,4 9 0,-1 3-336,-5 10 0,-3 0-82,-2-9 1,-3 3 445,-5 1 0,-3 5 0,-1-9 0,-3-1 0,-6 18 0</inkml:trace>
  <inkml:trace contextRef="#ctx0" brushRef="#br0" timeOffset="64648">3656 12577 23584,'-9'-46'1010,"-1"-1"0,2 8 0,1 7-814,0 15-140,4 22-22,2 22-12,3 26-8,-1-16 0,-1 2-1432,2 8 0,-1 0 1415,-1-9 1,0 3-138,-2 9 0,0 5 0,-1-6-48,2-12 0,-1-1-184,0 12 1,-1 5-1,1-6-28,2-13 0,-1-3-497,2 5 1,0-3-39,2 9-1351,5-27 1222,-1-30 555,1-22 514,-4-23 124,-4 20 0,-2-1 845,1 7 0,-1-3-663,-1-5 1,0-5 0,0 2-538,-1-6 1,1 0 579,0 2 1,1-2 0,0 1 149,0-12 0,1 3-305,2 13 0,1 1 64,1-6 1,4-1-547,6 3 0,3 1 300,1 1 0,2 2-275,6-2 1,4 4 170,-4 17 0,2 5 74,30-7-636,-1 17-689,-1 15-479,-3 13-5553,-9 15 7370,-14 1 0,-14-10 0,-10-8 0</inkml:trace>
  <inkml:trace contextRef="#ctx0" brushRef="#br0" timeOffset="64999">3628 12602 24139,'-3'13'268,"21"-9"-338,13-14 0,8-6-109,3 0 0,3 0-735,4-2 0,0 0 480,2 0 0,-1 0 47,-1 0 0,0 0 230,-4 2 1,-1-1 158,-5 2 1,-1 0 114,-8 2 1,-2 0 919,11-7 49,-18 4 342,-14 3-307,-6 3 111,-2-2-952,0 6 692,-2 0-821,1 5-90,1 1-21,0 4-24,1 5-16,0 9-22,1 8-146,2 7-728,2 4-2397,3 3 3293,-1-4 0,-3-14 0,-1-10 0</inkml:trace>
  <inkml:trace contextRef="#ctx0" brushRef="#br0" timeOffset="65206">4537 12062 26452,'-16'-40'5,"-1"1"1,1 0 0,8 15-208,15 29-352,7 7-628,10 11-1244,5 14 2426,3 15 0,-14-22 0,-3 2 0</inkml:trace>
  <inkml:trace contextRef="#ctx0" brushRef="#br0" timeOffset="65741">4728 12372 26978,'32'-14'17,"-1"11"-11,-5 35-29,-2 5-21,-2 7-12,-9 1 28,-9 0 39,-13-4 22,-6-10 57,-5-12-6,4-11-22,7-15-12,7-10-16,12-14-12,9-8-16,14-5-274,8 1 268,3 2-17,1 5-56,0 2-78,1 0-34,1 1 51,-2 1 89,-5 2 73,-11 4 67,-11 6 45,-10 3 23,-12 3 38,-6 3 79,-6 2 262,-3 2-278,3 2-46,4 2-134,6 1-62,2 2-10,4 5-12,6 11 11,5 13-11,8 11 11,6 6-22,4 2-308,1 3 207,-2-1-157,-9 1-308,-12-2-610,-20-3-1924,-14-4 3111,-19-7 0,20-15 0,0-8 0</inkml:trace>
  <inkml:trace contextRef="#ctx0" brushRef="#br0" timeOffset="66131">5751 12593 28115,'-2'-55'97,"-1"-1"0,0 13 0,1 1-77,4-4 0,1 3-1568,-1-7 1556,0-1 1,-1-2 5,0 14 0,0 1-3,0-6 1,0 0 245,0 6 1,-1 3-190,1-15-29,0 24 238,-1 12-277,0 13 0,0 11 0,2 16 0,1 23 0,-1-15 0,0 4-20,0 6 0,-1 2 20,1 4 0,0 1 0,1 1 0,2 2-230,2-10 0,2 2 0,2-2-588,5 15 1,2 0-683,-2-13 1,2 2 0,-1-4 1499,3 4 0,0-4 0,5 13 0,-12-29 0</inkml:trace>
  <inkml:trace contextRef="#ctx0" brushRef="#br0" timeOffset="66323">5618 12523 26945,'-24'-47'199,"-1"0"1,2 1 0,10 9-200,20 23-22,17-9-191,16 5-261,-8 7 1,4-1-1384,8 1 0,3 0 1857,11 0 0,-2 0 0,-22 5 0,-3 1 0,28-4 0</inkml:trace>
  <inkml:trace contextRef="#ctx0" brushRef="#br0" timeOffset="67265">7871 12062 14981,'0'-8'7366,"0"2"-6647,0-23 1,-3-6 109,-4 3-440,-2-10 1,-3 1-234,-6 19 35,-14 5-62,7 15-23,-11 11-59,10 9 1,0 5-25,-6 9-15,10-7 0,3 3 26,0 15-40,4 5 12,2 13 0,11-4-46,25 1 40,6-16 28,8-8 6,0-17 16,-17-12 135,-2-7-84,-10-5-23,-8-7-33,-3 3 11,-5-4 23,-6 5-35,-3 2-16,-10 9 17,-2 14-17,2 3 28,-12 18-22,5-1-29,-7 12-11,24-19 1,3 1-45,1 15-34,12-3-252,25-12-510,16-9 20,-10-9 0,3-2-646,6 0 0,2-3-906,13-1 1,2-2 1072,-9-2 0,-1-2 1254,-2 0 1,-2-1 1081,15-8 3164,-31-2-1551,-6 1-992,-13 1-604,-8 3-360,0 2-67,0-1 817,0-1-1192,4-5-22,9-13-134,7-4-62,3-5 22,11-15-22,-12 12 0,0-1-304,-3 6 0,0-3 293,2-9 0,2-6 0,-3 2-1578,-2-2 0,-2 0 1568,-2 10 1,0-1 0,-2 0 11,1-17 1,-5-2-776,-6 0 1,-3 2 788,2 16 1,-3 1 39,-4-9 0,-4 10 61,-4 23 238,-3 5-339,5 13 57,-5 25-62,9-3 3,-2 15 0,0 5-17,6-6 0,1 1 711,-3 21 1,2 2-726,3-17 0,0 1 2,2 12 1,2 1 721,2-11 0,2 0-1042,2-3 1,2 3 0,1-1-907,4 9 0,4-1-3692,4 5 1,2-4 4708,-6-19 0,-1-5 1,6 8-1,-11-20 1</inkml:trace>
  <inkml:trace contextRef="#ctx0" brushRef="#br0" timeOffset="68606">8582 12329 17636,'1'-8'7359,"0"1"-6389,-1 7 83,0 0-1020,-7-50-16,8 42-6,2-36 0,17 53 12,12-1-23,-1-5-6,29-8 6,-15-6-132,-13 1 0,0-3 149,12-19 0,-16 2 17,-8-16 27,-16-5 34,-9 1 51,-12 0-62,-3 24 95,-12 8 62,-6 14-135,-3 8-72,2 6 39,-2 26-51,16-1 118,9-8 1,3 4-147,2 27-22,16 3-357,13-1 275,-3-32 1,3-1-115,3-3 0,3-2-120,3-1 0,2-3-93,2-3 0,1-3-20,2-2 1,0-4 86,0-3 0,0-3 143,-1-5 1,-1-3 164,-2-2 1,-1-4 128,21-21 6,-15 3 498,0-20 106,-20 15 80,4-13-63,-14 19-156,-5 11-202,-4 9-151,-3 7-129,0 5 39,-3 10 240,3 4-301,-2 11-23,1 1 0,3-1-5,-2 13-1,5-11-10,-1 9-7,3-14 12,1-9 6,3-8-6,4-11 11,4-8 0,5-9-5,2-7-6,1-6 28,1-1-6,0 1-22,2 8-5,-3 7 5,-2 10 11,-1 5 0,1 11-11,1 6-11,4 8 22,0 6-5,0 3-6,-3 2 0,-5-3-11,-5-5 33,-4-9 28,-4-7-16,-2-7-12,0-9 1,2-8-1,6-8-16,9-8-6,10 0 0,7 1 11,4 7 0,-2 10 0,-5 7 6,-7 12 6,-3 8-29,-4 10-11,2 7 12,6 1 5,8 0-17,12-3-112,13-6-197,-23-14 1,1-2 140,2 0 0,1-3-45,-2-3 1,0-2 41,-5-1 1,-1-2 64,15-13 117,-19-2 68,-15-1 83,-15 4 79,-4 6 56,-5 7 338,0 3-411,1 3-33,2 2-12,2 2-50,3 1-45,2 1 0,3-2-5,3 0-12,3-1-33,6-2-6,6-1 1,5-2-29,8-3-6,3-4 7,4-5 4,0-5 24,-1-7 4,-7-7-16,-5-8 17,-8-2 17,-9-2 11,-7 4 39,-9 6 16,-7 8 12,-10 10-43,-3 9-69,-3 10 0,0 8 0,4 10 0,0 7 0,2 10 0,0 9 0,4 5-247,7 3 247,7-2 0,13-5-63,8-7-592,11-7-476,6-8-875,5-11-1074,8-10-4986,11-13 7406,-2-3 1,-18 0-1,-13 4 1</inkml:trace>
  <inkml:trace contextRef="#ctx0" brushRef="#br0" timeOffset="69207">10989 12060 27835,'-8'-45'146,"0"22"-101,4 65-17,-3 10-6,-1 2 6,-2-3-39,2-9-12,1-9 35,4-12 21,1-9-33,12-16 6,-2-3 16,15-17-5,-3-2 5,8-12-16,7-12 0,-10 16 5,9-6 22,-8 26-16,-4 3 0,6 14 17,-10 9 5,7 9-6,0 5 7,8 4-40,-10-11 28,12 2 5,-3-14-22,18-1-5,-11-7 0,2-3-1,-2-1 1,-1-2-130,1 0 0,-2-4 121,0-5 0,-4-4-3,-7-2 1,-1-3 13,9-23 1,-3-3-263,-10 15 1,-2-3 260,-4-9 1,-1-5 0,-4 5-3,-5 15 1,-1 0 13,3-25 1,-4-1-1552,-5 23 0,-2 4 1532,-1-21 0,-8 4 0,2 35 157,-2 6-157,1 10 355,-4 22-355,-2 13 0,6-8 0,0 3 1297,-2 15 0,2 4-1297,3-5 0,2 1 0,0 0 0,3-1 0,7-1 0,5 0-1564,10 2 0,3-2 1564,-5-7 0,6 0-42,9 2 1,7 2 0,1-6-1490,4-5 1,1-4 1276,-9-3 0,1 0 1,1-2-1544,16 1 1,-1-6 1796,-11-10 0,-3-1 0,19 5 0,-16-10 0</inkml:trace>
  <inkml:trace contextRef="#ctx0" brushRef="#br0" timeOffset="69391">11589 11861 25114,'43'-22'-443,"1"0"1,0-1-1,8 3 1,2 3 0,-4 8-2255,-5 12 0,-1 5 1786,17 0 0,-7-1 0,-20-3 0,0 0 0</inkml:trace>
  <inkml:trace contextRef="#ctx0" brushRef="#br0" timeOffset="72090">14030 11791 25769,'12'-27'196,"-3"19"-163,-8 59-122,-3 6-461,0 2-1600,-2-4 2150,7 0 0,-2-26 0,4-5 0</inkml:trace>
  <inkml:trace contextRef="#ctx0" brushRef="#br0" timeOffset="72458">14405 11438 25231,'-44'-1'93,"0"1"1,6-5-1,9 8-37,19 39-33,8-22-7,3 20 12,8-17 12,5 4-1,7-8 106,7-9-77,-8-8 105,5-12 85,-12-9 16,1-10-67,-7-6 1,-9-8-152,-2 15 28,-6-3-56,2 20-51,-1 2-38,-1 10-135,-2 9-577,2 10-1009,5 9-3858,14 7 5640,6-6 0,0-10 0,-5-9 0</inkml:trace>
  <inkml:trace contextRef="#ctx0" brushRef="#br0" timeOffset="72692">14937 11500 27354,'-43'34'9,"0"1"0,4-1 1,9 6-772,21 12 1,8 5 758,-2 5 0,2 0-729,2-8 0,2-1 569,0-9 1,1 2 0,-1 1-865,1 6 0,1 1 0,-2-4-418,1 3 0,-2-2 1445,-4 13 0,-1-12 0,1-31 0,-2-6 0</inkml:trace>
  <inkml:trace contextRef="#ctx0" brushRef="#br0" timeOffset="72825">14276 12625 18444,'15'-49'839,"0"0"0,0 0 0,11-8 0,4-1 0,1 6-1480,2-1 0,6 3 685,-4 10 1,6-2 0,1 1 0,-6 7-40,0 1 1,0 3-38,7-5 0,6-3 1,-5 5-594,-4 5 1,-1 3 624,12-9 0,-3 1 0,2 0 0,-9 6 0</inkml:trace>
  <inkml:trace contextRef="#ctx0" brushRef="#br0" timeOffset="73795">16920 11667 22173,'10'-43'1076,"0"-1"1,0 0 0,1-1 0,-2 6-931,-3-5 5,-7 42-78,-4 14-1,-6 15 12,-8 21-59,6-16 1,0 2-15,-4 6 0,1 0-178,3-7 0,-1 2 170,-8 19 0,0 1-339,8-17 1,0-1 340,-6 14 1,1-1-6,7-16 0,1-4 95,-3 13-33,6-22 83,5-28-106,3-22-5,5-24-20,0 18 0,0-3-381,4-7 1,0-1 374,0 7 1,0-2 2,6-15 1,1-4-1,-2 19 0,1-2 0,1 1-4,-1 0 1,0 0 0,2 0-5,1-2 1,2-1 0,-1 5-7,3 0 0,-1 5 9,12-10 22,12 16-34,-11 28 483,19 13-477,-5 22 0,-22-9 0,-2 2 0,16 23-20,-13-2 1,-2 2-15,-1 7-458,-11-15 1,1 8 0,-5-4-41,-4-3 0,-3 0-611,-1 19 1,-3 0-3026,-5-14 1,-2-4 3641,-1-7 1,-1-3 0,-3 6-1,4-20 1</inkml:trace>
  <inkml:trace contextRef="#ctx0" brushRef="#br0" timeOffset="73968">16840 11796 22342,'48'-31'-806,"0"0"1,0 0 0,-3 2-1,1 1 1,-3 5 805,8 8 0,-5 5 0,7-4 0,-5 3 0</inkml:trace>
  <inkml:trace contextRef="#ctx0" brushRef="#br0" timeOffset="75220">17523 11978 26424,'30'-33'112,"-1"0"0,1 0 0,13-15 0,-2 1-79,-11 14 1,0 0-1103,0-6 0,0-2 1083,0-6 0,-1-2 0,0-5 0,-2-3-3,-10 17 0,-1-2 0,-1 0-8,-1-1 1,-2 0 0,-1-1 3,-2 3 1,-1-1 0,-3 0 28,0-21 1,-3 4-35,-2 21 1,-3 4 19,-2-2 1,-2 7 655,-3 15-672,-3 6 348,0 23-365,-4 21 16,7-7 1,-1 3-436,-2 10 1,-1 2 429,0 9 0,-1 3-4,6-15 0,-1 0 0,1 1 0,1 2 1,0 1-1,1 0 0,1 0 1,1-1-1,0 0-27,1 19 0,3-2-70,4-6 1,4-3-96,3-6 0,3-4 479,2-7 0,4-5-692,20 7 117,2-25 124,1-28 129,3-21 53,-22 10 0,-2-4-244,1-4 1,-2-1 265,1-3 1,-2 0 30,0 0 1,-2 2 27,-1 4 0,-2 2 1066,8-15-937,-10 19-95,-8 19-56,-5 10 61,-6 13-50,-4 7-28,-6 19-39,6-10-11,0 15-18,10-17 24,14 7-24,0-15 559,19-5-547,-5-17 22,26-25-16,-22 8 5,10-17 39,-21 10-3262,-2-4 3301,-3 5 40,-4 1-56,-8 16-34,-2 8-33,0 4 10,-3 14 7,0 3 3374,-1 9-3397,0 2 6,4-1-6,1-10-22,16 0 33,-7-16 0,28-5-11,-20-7 6,20-13-6,-15-1 39,5-7 34,-6 0-17,-7 4 0,-7 3-23,-3 6-55,-4 6-34,-2 5-34,0 10-492,4 9-342,3 4 285,2 1-1058,8-3-706,6-8-2078,13 0 3633,16-5 0,-23-3 0,1-2 0</inkml:trace>
  <inkml:trace contextRef="#ctx0" brushRef="#br0" timeOffset="76227">19210 11528 25881,'-33'-30'181,"1"-1"0,1 4 0,2 13-153,-1 38-17,8-1 0,-1 9-5,10-4-34,1 14 0,7-16-168,17 10 129,-3-26-34,21 4 62,-5-15 56,9-9 72,4-14 62,-9-4-67,-5 0 129,-9-1 45,-6 6 134,3-7-286,-5 12 29,-1 4-68,-5 16-45,-8 15-5,-2 8 0,-11 23-17,6-9 0,2 6-11,8-19-45,10-2-107,11-13 118,0-2-16,25-13 72,-14-10 28,6-4 62,0-17-17,-14 6 34,6-13 38,-9 10 46,-5 5-90,-4 11 67,-4 5-140,-2 9-5,-2 7 16,0 11-5,0 11-6,-1 9-3419,-3 9 3396,0-6-4,-5 14-279,-3 8 261,6-29 1,-1 1-18,0 5 1,-1-2-34,-4 10-246,-6 6-11,-2-16 161,-9 2 152,10-18 3275,5-18-3253,12-11 431,6-15-391,9-14-17,7-6-26,-5 13 1,2-1-635,2 1 1,0 1 625,13-22-194,-6 18 0,0 1 188,7-4 1,-9 14 0,-1 1-6,12-2 11,-3 5 0,2 3 1207,-8 3-1184,13-8 464,-13 3-420,13-11-22,-8 0 17,-4-1 22,-5 1-44,-9 9 105,-6 1-105,-9 10-5,-5-1-46,-5 5 0,-1 2 0,-5 0 0,5 0 0,-3-2 0,7 0 0,4 0 0,3 2 0,1 2 0,1 8 0,0 5 0,0 14 0,4 10 0,0-2 0,6 2 0,2 2 0,1-7 0,1 1-331,9 14 0,2 2 331,0-7 0,0-2 0,0-2 0,-2-2 0,-5-5 0,-4-2 0,-4 14-180,-30-13-1517,-25-13 1697,9-11 0,-1-3 0,-5 1 0,-1-3 0</inkml:trace>
  <inkml:trace contextRef="#ctx0" brushRef="#br0" timeOffset="78178">22253 11337 24368,'-24'-43'409,"0"1"0,0 0 0,-2 2 0,-1 2 0,1 15-336,-6 24 44,-27 15-67,27 6 1,2 3-37,4-6 0,0 3 11,-14 21 0,3 3-1855,19-19 0,1 0 1833,-4 5 0,3 1 1080,2 19-1061,20-12 592,2-10-446,23-7-28,-3-29 50,14-12-61,-12-5 151,8-15 84,3-4-118,0 1-10,1-1 1835,-17 22-2071,-10 9 0,-7 21 0,-4 5 0,-3 18 0,-2 8 0,-2-3 0,0 2-536,-1 3 0,-2 3 1,1-1 535,-3 6 0,0 0 0,-1-4 0,0 2 0,-1-1 0,1-7 0,0 0 0,-1 2-88,-2 3 1,-1 4 0,0 1 0,-1-3-204,-3 7 0,-1-1 0,-1 0-588,2-9 0,-1 1 0,-1-1 0,1-5 486,-9 13 1,-2-5-54,0-11 0,-4 0 0,3-7 356,-17 9-19,4-16 0,3-10-143,17-22-1359,11-21 1,8-9 1610,14-6 0,6 0 0,-8 7 0,2 2 0,3 4 0,1 0 0</inkml:trace>
  <inkml:trace contextRef="#ctx0" brushRef="#br0" timeOffset="78569">22598 11281 19290,'-6'-11'2498,"1"2"-18,5 9-1736,0 0-137,11-5-607,3 32 307,5-9-305,-4 21 1,-3 6-3,-5-12 0,-2-1 256,3 15 0,-2 0-265,-5-11 1,-3-2 19,-9 24 0,-9-16-5,-7-19 0,5-13 50,-3-21-6,16-9 0,3-21-33,12 8-14,9 2 0,4 0 8,19-13-369,-9 12 0,2 1 341,-1 9 1,0 3-91,0 2 1,0 3-3259,29-7 2788,-14 11-1366,7 5 1886,-2 7 1,-18-1 0,1 2 0</inkml:trace>
  <inkml:trace contextRef="#ctx0" brushRef="#br0" timeOffset="78937">23137 11440 18476,'-8'3'5741,"1"-2"-4324,7-1 140,0 0-1512,0-6-23,18 7-16,10-4-17,20 9 0,7-2-1,-4-2 18,-8-8 5,-12-5-16,-11-12 27,-11-6 0,-4-4 12,-10 0 28,-7 3 27,-11 4 12,-9 8 28,-6 6 16,-4 9-38,0 10-34,4 8-40,4 10-38,7 9 5,6 3-12,10 7-66,12 2-185,14 2-538,16 0-31,-9-23 0,4-3-1402,5 0 0,3-3 2234,9 0 0,-2-3 0,8 2 0,-3-6 0</inkml:trace>
  <inkml:trace contextRef="#ctx0" brushRef="#br0" timeOffset="79303">23855 11565 12853,'2'-6'9830,"0"2"-8066,-2 4-773,2-63-313,-15 43-421,4-14 1,-3 4 101,-31 28-186,-8 10-66,-2 7-40,4 9-39,10 4-11,12 1-17,10 0 0,9-4-6,8-5 0,10-7 1,8-7 10,11-11-16,6-6 22,6-10 12,-1-5 10,-2-1 57,-7 2 95,-9 5 84,-8 7-57,-8 7-150,-4 4-23,-1 4 23,-1 4-29,-2 6-21,-1 6-12,-2 4-28,-2 5-174,3 5-520,0 2-858,4 2-3198,9-1 4778,3-7 0,-1-11 0,-3-8 0</inkml:trace>
  <inkml:trace contextRef="#ctx0" brushRef="#br0" timeOffset="79953">24369 11151 20530,'5'-51'909,"0"0"1,-1 0 0,1 5 0,-1 0-1,-1 4-520,0 1 1,-1 4 215,5-22 14,1 19-165,3 65-381,-6 18-783,-5 6 1,-1 4 723,-2-15 0,0 1-9,-5 14 1,-1 1-15,1-8 1,-1 1-68,-2 13 1,-1 2-303,-1-1 0,1 1-589,1-2 1,2-1-899,2-1 0,2-2 1352,3-3 1,3-4-1,0 6 1,4-16-1</inkml:trace>
  <inkml:trace contextRef="#ctx0" brushRef="#br0" timeOffset="80710">24115 11333 19675,'-2'-3'3534,"0"1"-3276,2 2-214,62-36-72,-27 25-634,16-9 1,5 2 437,-20 16 0,0 2-196,8-1 0,2-1-121,-3 1 0,1-2-288,0-2 0,-3-1 628,10-2 341,-3-10 487,-37 4 1114,-8-7-491,-12 5-253,-10 2 310,2 8-478,-6 4-45,1 3-347,-7 6-106,-2 12-242,11 2-66,4 2 38,13 2 12,12-5-62,10 5-50,14-5 0,10-4-12,13-7 46,-17-6 16,8-12 17,-23-14-22,-4 2 50,-4-26 33,-14 18 12,-6-11-39,-3 17 83,-10 3 23,0 12 17,-10 3-62,2 12-84,1 2 29,2 14-40,4 11-23,3-4 51,1 28-50,12-22-6,4 8-6,10-5-11,8-8-27,8 6-57,15-1 39,-7-15 6,6-6 17,-12-19 28,0-5 22,-2-9 6,-1-6-12,-8 3 29,7-18-40,-14 18 18,14-19 4,-5 17-4,9-2 77,14 5-16,-3 8-45,0 5 17,-5 6 5,-11 6 1,7 11-40,-11 7-22,-6 15 11,-10-8-62,-15 23-296,1-14-1440,-8 20-8033,6-15 8768,4-13 0,5-12 1,1-14-1</inkml:trace>
  <inkml:trace contextRef="#ctx0" brushRef="#br0" timeOffset="81386">26687 11217 22645,'8'-53'513,"1"0"1,-1-1-1,0 1 1,2-11-1,-1 1 1,-1 6-257,-1 5 1,-2 6-472,0 8 0,-1 5 365,0-9 534,-1 19-640,-2 31 17,-5 24-68,-1-1 0,-1 5-194,-4 12 1,-1 4 210,1-10 0,0 0 1,-1 2-875,-1 6 1,0 1 0,0-2 853,-2 11 1,-1 2-115,2-2 0,1 4 0,1-4-620,4-17 0,1-3 0,0 3-760,-2 16 0,0 3 0,1-4 1503,2 3 0,1-7 0,2-17 0,1-5 0,0 3 0</inkml:trace>
  <inkml:trace contextRef="#ctx0" brushRef="#br0" timeOffset="82061">26499 11414 16915,'21'-53'1036,"1"1"0,-1-1 0,0 5 1,1 0-1,0 6-893,5 5 0,1 5-1002,4-1 0,2 2 898,4 1 0,3 2-5,2-2 0,1 1-18,3-1 1,0-1-6,2-1 1,-1-1 18,-1 0 1,-1-1 25,-4 1 0,-2 0 87,-6 4 0,-3 0 444,-6 4 1,-3 1 145,8-12 229,-13 13-570,-9 10-230,-5 8-5,-2 13 1059,1 13-1093,-1 4 98,-1 9 0,-3 4-106,-3-5 0,-1 2-468,-5 20 0,-2 2 401,-4-4 0,-3 0-23,-2 1 0,-1-1-17,-1-1 1,1-3-1,5-12 1,0-2-4,-4 8 1,2-4 5,0 2 17,-2 7 34,18-32-29,14-21-22,13-12 12,16-14-1,12-7 154,-24 18 1,1 1-160,23-12-1,-11 12-4,-10 11-1,-12 14 0,-7 10 11,-2 11-16,0 9 481,4 1-504,2-1 12,0-10 5,18 1-28,-1-15 5,18 1 23,-4-15 6,-2-10 11,-5-12 16,-2-11 1,-5-4 50,-4 1 67,-9 6 17,-7 11-39,-7 9-67,-3 7-51,0 8-11,-1 7 11,0 10 23,1 8-46,3 6-66,3 1-286,4-1-868,2-3-5680,1-4 6912,0-8 0,-5-8 0,-4-6 0</inkml:trace>
  <inkml:trace contextRef="#ctx0" brushRef="#br0" timeOffset="82535">28394 11237 20750,'0'-7'4268,"0"1"-3607,0 6-190,59-64-35,-37 34-262,10-10 0,-3 1 44,-23 14-106,-20 7-17,-17 8 12,-27 9-344,21 5 0,-1 2 284,-6 2 1,0 3-343,0 3 1,0 3 316,3 2 1,2 2 5,4 1 0,3 2-80,5 1 0,3 1 69,-10 24-11,15-4 22,15-6-12,16-6-21,11-6 409,9-8-404,4-7 829,2-7-812,-2-9 157,-3-6-163,-3-8 11,-7-5-5,-5 0-6,-9-1-5,-6 5-6,-2 3-56,-4 6-314,-1 2-884,-5 5-8577,-7 2 8447,5 1 1,0 0 0,8 1 0</inkml:trace>
  <inkml:trace contextRef="#ctx0" brushRef="#br0" timeOffset="83261">28246 11309 24811,'-8'-42'328,"1"0"1,0 3 0,-4 9-100,-15 17-38,-5 4-29,-5 4-16,-2 3-1,-1 9 23,-11 12-128,16-3-1,-13 15 0,21-7-11,-2 7-6,9 7-10,9-12-18,13 14-5,4-23-6,15 11-17,5-15 23,13-2 0,21-7-6,-2-10 17,0-2 6,2-10 22,-13-4-20,-12-1 1,-1-1 13,11-11 59,-13 1 0,-3-1 20,-8 6 185,10-21 61,-23 28-39,-2 0-106,-3 9-62,-3 6-96,0 6-21,-3 13 10,-5 6 8,-5 17-41,-11 19 0,4-3 0,0-1 0,10-3-242,13 0-705,10 3-1579,13 5 2526,14-13 0,-18-19 0,0-6 0</inkml:trace>
  <inkml:trace contextRef="#ctx0" brushRef="#br0" timeOffset="83653">28782 11188 24279,'0'-3'3287,"0"1"-2906,0 2-286,-20 29-22,12 1-6,-15 28-16,17-7-29,3-11-11,-1 2 23,0-10 39,1-6 78,0-9-39,2-18-90,4-10-9,6-8-13,9-12 0,9-5 0,7-5 0,7 2 0,3 4 0,2 8 0,-9 10 0,14 7 0,-17 10 0,14 8 0,-12 8 0,-10 1-556,3 11-3538,-6 6 4094,-5-4 0,-5-4 0,-11-16 0</inkml:trace>
  <inkml:trace contextRef="#ctx0" brushRef="#br0" timeOffset="84077">30382 11272 22957,'-3'-5'3719,"1"2"-3456,-3-25 0,3-7 57,8 1-220,-4-9 1,2-2 45,21 0-51,4-8-61,-5 7 19,-6 2 0,-2-2-513,-5 10 1,0-1 473,3-17 0,0 0 0,-5 12 0,-2 2-9,-2 6 1,-1 2 207,0-12-235,-4 22-12,-8 19 34,-10 19 12,-14 17-7,4 4 1,1 3-15,6-10 1,0 1-153,-10 23 0,1 2 150,11-14 0,2 1-12,-4 13 1,1 2-96,5 1 1,2 0-258,3 1 0,4-1-547,4 1 1,3-1-1261,3-3 1,4 0 2181,2-1 0,2-4 0,3 7 0,-2-15 0</inkml:trace>
  <inkml:trace contextRef="#ctx0" brushRef="#br0" timeOffset="84729">30153 11298 23842,'14'-50'526,"0"-1"1,1 3 0,6 6-499,4 18 0,5 4-1119,6-4 0,4 2 1091,7-2 0,2 1 0,7-2 0,1-1 3,-18 7 1,1 1 0,0-2-3,-1-1 1,1 0 0,-2-1 2,-1-1 0,-1 0 0,-2-1 24,13-12 0,-3-1 25,-8 2 0,-3 0 223,-8 5 1,-3 0 126,6-17 224,-13 11-492,-9 17 445,-2 6-574,-4 14 11,-5 15 27,-8 17-36,2-5 1,-2 4 367,-3 7 0,-1 2-359,-3 8 0,1 1-521,-2 3 1,0 1 517,1 1 0,1-2 0,2-2 0,1-1-194,3-6 1,1-3 173,3-6 1,1-3 11,-1 12 10,5-21 375,7-21-391,10-18 0,11-13 11,9-10 0,3-1 28,-4 6 1276,-5 12-1326,-8 11 433,-3 12-428,0 12 17,2 11 6,5 7-22,5 4-1,3-3 0,5-7-5,3-10 17,2-10-1,0-14 1,-1-13 0,0-16-188,-21 13 1,0-1 214,1-3 1,-2-1 33,-1 0 0,-2 2 174,8-19 39,-9 16-61,-8 15-107,-4 10-90,-5 7-11,-11 19-5,2-4-12,-15 29-95,8 0-241,9-13 0,4 4-115,7 5 1,6 2-771,12 7 1,6-1-2051,-1-14 0,2 0 0,1-3 2415,7 6 1,0-3 0,-6-9-1,-5-6 1,-8-8 0</inkml:trace>
  <inkml:trace contextRef="#ctx0" brushRef="#br0" timeOffset="88249">2280 4019 11479,'55'-15'314,"1"-1"0,0 0 1,0 0-1,0 0 0,-1 0 1,0 0-1,0 1 0,-1 0 1,-2 0-1466,2 0 1,-3 1 0,0 0 0,1-1 1202,4 0 0,0 0 0,1-1 0,0 1-33,0-1 1,1 1-1,0-1 1,0 1-25,-1-1 1,0 0 0,-1 1 0,-2 0-9,2 0 0,-2 0 0,1 0-48,-8 2 1,2-1 0,-1 0 0,-8 3 609,0-1 1,-3 2-884,22-7 1,-14 2 143,-41 9-471,-28 9 543,-12 4 0,-8 2 87,-13 6 1,-2 0-430,7-2 0,-4 1 399,11-2 1,-7 2 0,1 0 0,5-2 523,-8 2 0,-2 1-687,9-3 0,-7 3 0,-3 0 0,0 0 1,6-2-774,-10 4 1,5-2 0,-3 1 913,8-3 1,-2 1-1,-1 1 1,1-1-54,0 1 0,0-1 1,0 1-1,0 1 114,-1-1 0,1 1 0,0 0 1,0 0 136,0-1 0,1 0 0,-1 0 1,1 1-26,-2-1 0,0 2 0,1-2 0,5 0-68,-14 2 0,9-1 85,17-7 0,7 0 113,2-1 2137,63-17-1300,25-9-777,-7 3 1,6-3-115,-16 4 0,2-1 1,1 0-96,5-1 0,1 0 1,4-2-44,0 2 0,3-2 1,0 1-1,-3 1 45,-1 0 0,-3 1 0,4 0-32,-9 2 1,3 0 0,1-1 0,-1 1 0,-3 1-504,12-3 1,-4 2-1,3-1-358,-5 2 0,3-2 1,1 1-1,-3 0 658,-6 2 0,0 0 0,-2 1 0,-4 0 0,19-3 0,-8 1 0,8-1 0</inkml:trace>
  <inkml:trace contextRef="#ctx0" brushRef="#br0" timeOffset="88514">2640 4310 14666,'-11'5'7202,"3"-2"-6637,8-3 1042,0 0-1535,125-54-1069,-86 40 0,0 0 1,4-1 1009,2-2 1,4-2 0,3-1 0,1 1 0,-3 1-355,7-1 1,0 2 0,-1 1 0,1-1 352,3 0 1,0-1-1,1 1 1,0 0-46,-12 3 1,1 1 0,-1 0-1,0 0 1,0 0-105,10-2 1,-1-1 0,0 2-1,-1-1-290,-5 2 1,0 1 0,-1 0 0,-2 0 432,12-2 0,-2 0 1,-6 2-1,-5 1 0,-6 1 1,19-3-1</inkml:trace>
  <inkml:trace contextRef="#ctx0" brushRef="#br0" timeOffset="91903">4035 13935 8730,'2'-4'9830,"0"0"-5433,-2 4-3635,-6-46-141,1 25-122,-8-34-203,-2 43-133,-8 5-39,-10 15-40,-8 12-23,-6 17-881,22-14 0,1 2 826,-14 17-199,13-8 0,3 1 204,-1 13-17,8-14 1,3 0-7,4 15 12,13-7-28,10-7 0,13-10 6,7-9 28,5-10 1585,0-13-1591,-3-8 541,-3-9-490,-10-1 38,-8 2 29,-9 6-51,-8 7-22,-7 7-12,-7 11-10,-7 7-6,-2 11-17,-2 6-6,4 2-11,5 0 6,9-4-6,6-3-50,11-7 28,3-8-174,23-9-56,1-14-73,21-9 205,-29 5 0,0-2-90,0-2 0,0-2 182,-1-1 1,-3-2 46,-2-1 1,-2-1 76,13-28 78,-11 2 72,-5 6 68,-6 8 12,-3 10-40,-2 7-40,-1 7-78,-2 6 213,1 5-308,-1 8 11,4 7-11,0 10-28,0 10-6,-2-4 18,0 22-29,-1-16-6,3 13-10,1-16-6,-2-11 33,2-9 12,0-15-6,3-9 11,5-12 11,3-7-22,4-2 0,4 1 0,3 5-5,1 7-7,0 10 1,0 7-6,-1 12 1,1 8 4,0 9 7,0 5-23,4-2 11,0-5 6,4-10-17,1-14 17,1-14-12,1-16 6,-10-1 34,-9-1 0,-2-5-515,-8 7 0,-1-3 489,6-19 1,-2-3 19,-6 1 1,-2-1-1,-1-3 0,-1 2-11,-2 11 0,0 2 137,-1-7 0,0 4 132,-1 4-101,-3-4-84,-5 36-61,-6 21-18,-4 16-22,-3 22 1,4 0-37,5 0 0,1 4 22,4-11 1,2 1 2,-3 19 0,3 2-14,6-11 0,4-1-126,3 0 0,4-1-308,5-1 0,3-1-622,4-1 0,2-2 1070,3 0 0,0-3 0,4 5 0,-5-11 0</inkml:trace>
  <inkml:trace contextRef="#ctx0" brushRef="#br0" timeOffset="92286">4970 14124 24615,'19'-42'5,"1"0"1,1 3-1,5 7-30,7 18 0,3 6-681,1-4 1,1 0 654,0-2 1,0-1 30,-1 0 1,-2-2 238,-4 2 0,-3-2-113,13-15 310,-19 6-40,-12 3 246,-12 6 44,-4 4-2666,-9 3 2156,4 6 52,-6 2-46,6 8-33,-3 6-56,-1 14-40,2 12-16,4 11-6,4 5-33,11 2-118,8-3-510,10-3-1333,6-5 1983,4-4 0,-15-19 0,-3-7 0</inkml:trace>
  <inkml:trace contextRef="#ctx0" brushRef="#br0" timeOffset="92477">5476 13528 25186,'-6'-19'-9831,"8"13"8288,25 35 1,-10-9 0,-8-9 0</inkml:trace>
  <inkml:trace contextRef="#ctx0" brushRef="#br0" timeOffset="93137">5714 13719 20627,'0'-3'4817,"0"0"-3434,0 3-1332,17-24-7,1 31 18,26 1-56,-16 24-4,-7-4 1,0 0-14,9 16-1722,-7-12 1,-1 1 1682,7 12-57,-1 8 67,-34-22 51,-1-8 45,-16-7 28,6-21 17,-4-20-62,10-9-11,6-18-28,11 12-6,12-9-50,8 12-129,12-7-335,8 7-337,5 7 495,-21 17 1,0 2-23,4 1 1,0 2-138,2 2 0,1 2-34,4 2 1,-1 3 3679,18 7-3075,-12 6 90,-30 0 482,-16 5 1052,-15 3-576,-2 0-308,-7-1-275,10-10-235,6-5-184,5-3 161,6-3-195,2-2 33,21-9-50,1-2-28,17-11-23,-12 6 17,6-6-3324,-10-2 3346,-7 5 40,-7-13 39,-24 2-62,1 5 174,-23-10-145,15 25 111,-21 1-44,12 22 16,-12 16-95,13 4 57,-6 24-82,19-18 1,2 3-258,0 2 1,3 1 214,1 7 0,5 0 0,7-11 0,6-3-188,6-3 0,6-4-47,-2-7 0,5-2-142,21-1 0,4-4 377,-10-6 0,-1-2 0,-3 0 0,-3-2 0,9-1 0</inkml:trace>
  <inkml:trace contextRef="#ctx0" brushRef="#br0" timeOffset="93986">8839 13582 24111,'-7'-60'907,"1"0"0,1 6 1,1 7-466,4 2-128,0 16-169,0 14-94,0 14-12,0 19-11,-4 18-11,-4 22-325,2-22 1,-2 2 321,-1 4 0,-1 1-397,-1 1 1,1-1 387,2-9 1,0 0 2,-1 10 1,1-2-35,0 1 88,-2 10 44,6-37-33,2-21 532,2-20-577,0-19-22,3-19 123,0 26 1,-1-2-125,2-3 1,2-1-6,-1 0 0,3 0 2,0 1 1,3 2 0,1 4 0,2 1-3,1 5 0,2 3 20,18-17 3,2 15-12,1 13 6,1 12-12,1 17-22,4 16 11,-21-6 1,-1 3 41,1 5 1,-1 3-99,-2 4 1,-1 1-121,-1 1 0,-2 1-241,-3 1 0,-3-1-378,-1 0 0,-3 0-745,-4-1 1,-2-2-2310,-5 20 3855,-8-7 0,9-38 0,0-5 0</inkml:trace>
  <inkml:trace contextRef="#ctx0" brushRef="#br0" timeOffset="94520">8796 13753 17008,'-4'-4'6520,"1"0"-5988,3 4-308,-1-64-134,19 35-74,-6-12 1,4 3-11,24 18-54,-3 6 1,3 2-43,-9 4 1,2 0-252,14-3 1,2-1 127,-5 3 1,-1 1-338,1-1 1,-1-1 347,-1 0 1,-2-1 83,-3 1 1,-2-2 134,19-9 156,-22 2 191,-18 2 264,-18 4 161,-8 2 359,-6 2-397,0 2 574,4 1-866,4 2-207,4 2-156,3 0-68,3 4-6,4 4 6,6 8-17,10 11-5,9 11-12,8 10-157,-16-20 1,0 1 150,1 1 1,-1 0-6,-2 1 1,-3-1-35,5 28 18,-22-5 16,-15-11 28,-11-14 17,-2-15-5,4-17 10,4-11 309,8-11-314,6-9-11,11-2-17,9-2 0,13 3 11,10 4-27,9 4-80,7 6-545,7 3 84,-27 13 0,1 1-895,2 0 0,0 2-2951,3-1 1,0 2 3871,-5 0 1,-3 0-1,10 0 1,-19 2-1</inkml:trace>
  <inkml:trace contextRef="#ctx0" brushRef="#br0" timeOffset="95593">10187 13384 19972,'-3'-3'6234,"1"0"-5462,2 3-312,-23-65-186,20 39-199,-8-12 1,6 3-3,16 20-39,4 8-18,3 11 1,4 12-6,6 17-11,5 16-341,-16-20 1,1 2 328,0 2 1,-1 1-14,-2 0 0,-1 1-31,-2 1 0,-2 0-96,-3 6 1,-3-1 84,-3 14 6,-15 5 55,-7-40 34,-10-5 45,1-17 16,5-14 700,7-12-672,9-8-16,8-3-39,13-2-40,9 1-16,13 2-12,8 4-44,10 4-34,-22 18 0,2 1-425,3 0 0,2 2 184,2 2 1,3 0-528,13 1 1,3 1-43,-7 1 1,-1 1-67,1 0 1,-2 1-467,-5 0 1,-3 1-1258,12-2 1838,1-2 2222,-22-3 3249,-18-10-3292,-12 4 959,-8-12-1189,-4 5 547,-5-6-1074,-7 3-174,-5 5-145,-6 8-113,-4 6-61,1 13-50,0 9-17,0 23-12,14-9-10,1 21-7,17-15-27,3 10-34,9-5-44,8-6-12,10-11-17,16-12 130,-12-10 16,15-15 22,-18-9 0,6-10 29,-5-4 44,-5 0 17,-7 2 11,-7 4 6,-5 7 28,-3 8-118,-2 8 45,-7 18-73,2-1 12,-10 22-18,6-3-16,1 9-62,8 6-3453,12-11 3408,5-5-184,15-14-57,4-10 180,16-7 162,8-9 14,-27 2 1,-1-3 21,5-7 1,-3-1 19,9-7 107,-1-12 83,-30 20 12,-3 0 3437,-10 9-3510,-7 13-84,-2 2-10,-8 12-74,4 2 0,0 5 0,6 5 0,8-9 0,5-4 0,12-11 0,8-9 0,25-12 0,-1-5 0,-19 7 0,-1-1 0,13-10 0,-14 7 0,-7 2 0,-11 8 0,-2 2 0,-6 9 0,-5 7 0,-1 4 0,-11 26 0,5-12 0,-4 15 0,1 4 0,-1 5-776,4-7 1,-1 8 0,2-5 775,3-10 0,0 0 0,-1 9 0,-1 7 0,3-3-805,2 5 1,2-1-1183,1-8 0,2 2 1,0-2 1637,4 16 1,0-5 0,0-17 0,0-6 0,3 4 0</inkml:trace>
  <inkml:trace contextRef="#ctx0" brushRef="#br0" timeOffset="96436">12985 13404 20453,'-9'0'4173,"2"0"-3064,-53-13-829,45 2-168,-38-14-78,73 6-51,20-1-31,-10 10 1,4 3-678,7 0 0,3 1 321,5 3 1,1 2-314,3 4 0,-2 3-706,-2 4 1,-4 3-1256,-7 5 1,-6 4 748,-10 2 1,-8 4 1793,-20 30 1465,-11-27 1,-9-2 526,-7 0 1,-6-3-105,-3-1 1,-2-3-687,3-2 0,-1-3-376,6-3 1,1-2-187,-11 2 206,12-7-325,27-8 464,15-5-833,24-6-62,25-5-19,-22 8 0,1 0-346,3 0 0,1-1 256,-2 0 0,0 0 64,-5-2 1,-1-1 611,19-16-489,-19-10 46,-15-10-12,-11 5 92,-5 6 1,-3 0 204,-2-13-143,2 16 0,-2 2 255,-4-5-112,2 16 429,-1 12-681,2 12-16,-2 15 16,-1 18-34,-4 21-67,6-21 0,-1 1-17,0 5 1,2 1-1,0 1 1,2 0-191,0-10 1,1 2-315,4 17 0,1 0-1308,-1-15 1,1-1 1817,1 11 0,-1-2 0,2-1 0,-3-22 0</inkml:trace>
  <inkml:trace contextRef="#ctx0" brushRef="#br0" timeOffset="97227">14655 13828 15210,'2'-7'4411,"6"-22"0,0-7-3145,-1-7-835,1-4 1,1 0 229,-2-9-174,-1 12-185,0 15-167,-1 14-96,-1 14-6,1 13-16,4 13-6,3 13 12,0 9-12,-7-14 0,-1-1-5,1 14 2,-6-13 1,-2-2 2,-8 5 6,-8 3-6,-2-15 11,1-14-5,8-11 5,2-25-5,8-8 17,9-27-29,0 28 1,3 0-207,3-4 0,3-1 209,3 1 1,0 0 2,2 2 0,1 2 0,-1 4 1,1 2-1,16-16 0,-4 14-11,-1 12 11,1 8 28,4 16-39,4 11-28,2 17 23,-2 12-99,-24-21 0,-2 2 93,4 28-1,-12-1 1,-16-6 0,-16-3 11,4-20 6,-9-6 22,15-18 377,-1-11-394,7-9-6,6-13-5,10-9 12,7-3-1,9-3 0,7 5 0,6 7 0,4 9-11,5 11 0,5 7-22,5 9 0,2 12 5,-2 12-211,-28-6 0,-3 2 29,-2 2 0,-3 1-831,15 28-1038,-9-3-7763,-4 2 8195,-11-22 1,-3-5 0,-7-21 0</inkml:trace>
  <inkml:trace contextRef="#ctx0" brushRef="#br0" timeOffset="97636">16245 13552 22800,'-1'-4'3523,"1"1"-2464,0 3-863,-71-6-124,38 20-58,-12-8 0,1 4 3,14 29 0,5 10-11,12-15-12,6 9-5,14-19-12,7 0-10,11-8-12,8-8 34,6-15 22,-1-10 11,-4-11 1,-6-6 27,-7-6 73,-7 1 62,-4 3 45,-6 7 16,-2 9-106,-5 10-88,-5 9-52,-8 11-3392,-11 18 3392,6-4 0,-5 20 0,17-9-337,1 11-515,15 2-1366,7-2 2218,15 0 0,-13-22 0,0-5 0</inkml:trace>
  <inkml:trace contextRef="#ctx0" brushRef="#br0" timeOffset="98020">17049 13688 28289,'-52'7'22,"0"-1"0,3 1 1,6 7-90,16 15 0,5 3-143,2-7 0,0 0-238,-2 2 0,1-2-224,-7 3-1239,-6-2-5454,-4-14 6816,8-1 1313,-3-21 104,26-13-145,3-9 901,14-22-325,5 2-842,-4 21 0,2 0 58,1 1 0,2 3-67,9-5-319,-3 11 3397,-4 23-3453,-3 15-11,7 16-62,-6-1 0,0 3-73,7 16-487,-1-4 0,0-1-768,0-6 649,5-1 1,-1-3 0,-9-16-1,9 8 1</inkml:trace>
  <inkml:trace contextRef="#ctx0" brushRef="#br0" timeOffset="98711">17766 13554 21151,'12'-55'671,"0"0"0,-1 0 0,1 0 1,2-10-1,-1 1 0,-2 8-346,-4 11 0,-2 6 168,3-20 194,-4 25-463,1 15 123,-1 24-190,-1 18-17,-1 28-84,-3-17 0,-3 3-309,-2 7 1,-1 2 285,-5 4 1,-1 1-382,-4 1 0,-1 1 356,-2 0 1,-1 0-4,0-3 1,1-1-9,4-12 1,1-1-7,0 6 1,2-3 30,1-2 6,1 3-28,9-36 12,19-47-7,4-4 3,-2 8 1,2-1 24,1 6 1,0 2-25,2 0 0,2 1-9,1 1 0,1 3 370,0 3 1,1 2-371,25-9 0,-7 15 0,-9 15 0,-7 14 0,-8 15 0,-5 15 0,-6-4-6,-7-5 0,-2 2-67,-1 14-84,-1-14 0,0 0-733,6 17-846,9-7-1109,14-11 475,-1-14 2370,28-11 0,-38-8 0,15-2 0</inkml:trace>
  <inkml:trace contextRef="#ctx0" brushRef="#br0" timeOffset="99437">18497 13720 19573,'31'-54'1374,"0"0"0,-5 7 0,-5 10-797,-14 22-375,-9 10 224,-15 16-262,1 0-80,-5 11-13,12-4 8,9 0 61,11-5-22,12-4-62,11-5-28,9-5 6,4-6-1,-2-7-10,-12 0 150,-4-16 57,-19 4 111,-4-13 1,-17 4-34,-10 1-50,-7 5-113,-2 8-27,-3 9-34,1 12-51,0 12-27,0 14 11,8 2-9,7 0 1,2 2-15,-2 15 3,6-12 0,2 1-81,3 17-156,14-7-388,14-6-693,18-11-1228,19-9 213,-21-12 1,4-2 293,8-2 1,2-1-900,8-3 0,1-2 1560,2-1 0,0-2 1639,-5-4 0,-3-2 1118,-9-2 1,-5-2 1258,-10-1 1,-5-1-138,4-11 2044,-17-14-3130,-14 16 78,-6-12-941,-9 15 1176,-3 7-1490,-7 9 23,-16 21-197,11-1 446,-18 26-417,9 6-73,8-7-6,-2 14 0,25-22-11,5 2-11,13-8 0,8-10 5,9-8 12,4-12 5,1-6-6,1-10 18,-1-6 38,-1-4 29,-2 1 50,-2 3 62,-7 10-46,-7 9-66,-7 8-34,-5 10-11,-6 8-12,-5 12-21,-7 7-63,-2 6-251,2 4-678,6 0-1082,12-2-7769,13-6 9303,1-12 1,0-10 0,-8-11-1</inkml:trace>
  <inkml:trace contextRef="#ctx0" brushRef="#br0" timeOffset="99885">19756 13761 24463,'3'-4'2840,"-2"0"-1625,-1 4-1086,-19 75-105,5-39-495,-2 4 1,-3 9 0,0-4 470,0-9 0,-1-1 0,-9 16 0,0 3 20,7-11 1,3-2-27,2-4 0,2-2-17,-4 17 23,11-23 17,7-20-6,8-20-2245,11-24 2234,0 2-117,-3 2 0,2-3 117,-3 5 0,1-2 0,6-11 0,1-3 0,3-4 0,2-3-324,-8 15 1,0-1-1,1 0 324,1-2 0,0 0 0,1 1 0,-1-1 0,1 0 0,0 2 0,9-17 0,0 2 0,-2 7 0,-1 2-81,-3 8 1,-2 3 80,14-15 2607,-10 21-2607,-10 15 557,-4 16-557,-5 14 1508,-3 19-1508,-4 21-57,-1-20 1,-1 2-483,-1 5 1,0 2 347,-1 2 1,-2 0-20,-2-2 0,-5-3-252,-5-4 0,-6-6 73,-8-5 0,-7-7-239,-8-5 1,-4-7-2490,-5-4 1,0-4 3116,5-3 0,4-3 0,-12-1 0,29 0 0</inkml:trace>
  <inkml:trace contextRef="#ctx0" brushRef="#br0" timeOffset="108985">4501 5962 12960,'-48'13'778,"0"-1"1,0 1 0,0-1 0,-3 1 0,3 0 0,-1-1-261,-6 3 1,-2-1-1,1-1-429,6-1 0,1-1 0,0-1 424,4-1 0,1-1 1,1 0 371,-17 3 0,10-7 989,22-16-1918,59-17 1071,21-3-1429,-1 9 1,12-2 0,-3 3 623,-6 2 0,4 1-157,-6 2 0,9-1 1,4-2-1,0 1 1,-6 2-435,-5 3 1,-4 2-1,0 0 1,5-1 356,-5 1 0,3-1 0,2-1 0,1 1 0,-3 1 1,-3 0-121,6-1 1,-4 2-1,0 0 1,5-2 204,-8 3 0,5-1 0,2 0 0,1 0 0,-1 0 0,-3 0 0,-4 1-516,6 0 0,-6 0 1,1 1-1,8-2 370,-8 2 1,5-1 0,5-1 0,3 0 0,1 0 0,0-1 0,-1 1-1,-3 1 1,-4 0-24,6 0 1,-5 0 0,-1 1-1,0 0 1,1 0 0,4-1 51,-8 2 0,3-1 1,2-1-1,1 1 0,1-1 1,-2 1-1,0 0 0,-3 0 1,-3 1 48,4-1 0,-2 1 1,-3 0-1,-1 0 1,2 0-1,2 0-119,0 0 0,3 0 0,2 0 0,-1 0 1,-1 0-1,-3 1 0,-5 0-491,6 1 0,-6 0 0,-1 0 1,2 0 614,13-1 1,5 0 0,-5 1 0,-9 0 0,-7 2 0,-10 2 0,3 1 0</inkml:trace>
  <inkml:trace contextRef="#ctx0" brushRef="#br0" timeOffset="111561">1359 6490 14634,'0'-5'5183,"0"0"-2949,0 5-1124,-32-65-1419,19 47 263,-12-18 1,-2 5-324,8 29 759,-24 3-106,2 6 64,-17 5-419,25-2 0,-1 1 208,-12 6 0,-1 2-873,3 0 1,2 0 1117,-1 0 0,2 0 59,0 1 1,2 0-1720,3-2 1,1 1 1235,6-5 0,0 2-976,-7 3 0,4 0 895,11-7-35,-7 9-61,20-8-71,3 8-83,5-5 1061,11 14-1138,3-10 2090,8 13-2294,-5-11-36,10 21 6,-12-17-116,0 9 1,-1 3 491,-3 1-21,-2 12 1,-1 1 432,-5 0-15,0 0 1,-1 3 11,-2-16 1,0 2-14,0 2 0,0 4 0,0-3-2,0 4 0,1 0-47,0 10 1,1 5 0,1-7-11,-1-14 0,0 0-73,2 10 1,0 7 0,-1-3-82,2 2 0,-1 2 103,-1-14 1,0 4 0,0 1 0,-1-4-46,1-2 1,0-2-1,-1 3 6,1 9 0,0 6 1,0-1-1,0-9-380,-1 0 0,0-3 382,0 11 0,1 6 0,-1-5 599,-1 1 0,0-1-468,0-10 1,0 3 0,-1 1 22,-2-6 0,0 3 1,-1-1-1,0-1-43,-1 9 0,0-1 1,0-1-27,-1-1 0,0-1 0,-1 0 47,-1 8 0,0 2 0,1-8-43,1-9 1,1 1 19,0 0 1,-1 9-1,1 0 1,0-5-14,2-8 0,0-3 1,1 2-20,-1 18 1,0 3 0,0-4-11,1-2 1,0 0-2,1-3 1,1 4-1,-1-7 1,1-9 1,0 1 9,1 1 0,-1 7 0,1 1 1,0-8-11,0-3 0,0 0 3,0 2 0,0 8 1,1-1-1,-2-7 6,1-3 0,-1 0 14,1 17 1,0 10 0,0-6-7,0-6 0,-1 0-376,1-1 0,-1 3 1,1-4 361,-1-2 0,1 0 4,0-2 0,0 2 0,0-2-100,0 1 1,1 1 102,-1-2 1,1 3 0,-1-4-8,1-2 0,-1 0 28,0 2 0,0 2 1,-1-4-18,0-8 1,0 1 12,-1 17 1,-1 9-1,0-8-10,-1-18 1,0 0 22,-2 17 1,-1 8-1,0-9-28,1-17 0,0-1 4,-1 7 0,0 5 0,0-1 26,1 11 1,1 0-20,0 3 0,0 0-20,2-3 0,1-1 7,4-14 1,1 0 0,1-5-19,-1-7 0,2-1 0,6 11 0,4 4 0,2-6 76,3-7 0,3-4-141,15 12 1,5-6-115,4-15 0,3-11-324,-8-9 1,2-5 0,0-3-919,15-6 0,1-4 1421,-11-4 0,2-3 0,-8 3 0,-13 4 0,-4 2 0,3-2 0,-1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45:07.5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1813 3065 16560,'2'-45'2343,"-1"1"0,0-20 1,0 8-3062,0 23 908,0-28 246,-1 54-341,0 2 65,1 4-132,5 11 6,4 11 28,4 29-34,-4-10 0,-6 1 0,-3 0-17,-3-4 11,-1 0 1,-2-1 5,-6 5 491,-1 4-272,2-14 133,5-16-138,2-18-169,3-6 106,4-31-101,3 1-39,-1 8 1,1-1 4,10-23-4,3 3-35,-2 16 18,7 4-23,-1 19 5,18 2 6,-3 13 6,6 11-17,-11 12 17,-6 8 5,-8 5-16,-8 4 11,-7-1-28,-4-3 11,-1-13 44,-1-5 7,0-14 167,3-6-173,5-14-39,10-13 16,9-8-16,9-4 22,8-1-6,-10 13-16,-3 7 16,-10 14-28,-4 7 6,-1 2 17,4 8-28,0 11 11,3 3 6,-1 1-6,18 7 16,-20-20 1,23 8 6,-19-19-1,6-9-16,1-8 27,-2-11-5,-6 3 6,0-6 139,-6 0-33,-2 4-67,-3 4 45,-6 11-124,-2 7 23,2 6-34,3 7 34,4 7-45,3 6-17,5 4-173,3 2-85,-4-5-2167,9 16 274,-14-19-3690,7 12 5886,-10-16 0,-5-8 0,0-1 0</inkml:trace>
  <inkml:trace contextRef="#ctx0" brushRef="#br0" timeOffset="166">3020 2706 15557,'-3'-9'5904,"0"2"-5573,-5-24 0,-2-5-275,5 15-127,-5-20 1,1 14-65,9 32-520,0 15-2190,1 17 1997,0 17 0,0-23 0,0 1 0</inkml:trace>
  <inkml:trace contextRef="#ctx0" brushRef="#br0" timeOffset="556">3222 2944 21657,'0'-4'3860,"0"0"-3093,0 4-722,26-15 16,-10 27 1,18-5-12,-20 34-38,-8 4 4,-2 2 12,-4-5 68,-1-10 139,-1-14-28,0-15-39,0-17 50,3-16-38,7-16-46,8-13-81,-3 27 0,2-1-247,4-1 1,2 1 221,3 1 0,1 0-6,2 3 1,3 1-15,0 2 1,1 4-9,2 3 0,0 3 0,0 5 0,0 4-181,26 12 170,-7 23-34,-17 24-480,-23-16 0,-4 2 206,-2 6 0,-5 1-718,-2 5 1,-3 2 1036,-2 8 0,0-4 0,2-23 0,-1-2 0,-2 27 0</inkml:trace>
  <inkml:trace contextRef="#ctx0" brushRef="#br0" timeOffset="1173">5228 2927 18617,'18'-52'982,"1"1"0,0 0 1,-3 1-1,0 0 0,-6 2-360,-6-16 0,-6 4-779,0 17 0,0 2 476,-2-8 0,-1 4 118,-5 11 342,-1 4-695,2 19 220,4 22-293,2 19 6,2 26-1,0-18 1,1 3-464,2 8 1,1 3 451,-1 6 1,0 2-262,0-16 1,0 1 0,-1 0 258,0 3 1,0-1 0,-1 1-2,-1 0 0,-1 0 0,0-2-4,1-2 0,0-1 0,-1-2 7,0 12 1,0-4 14,1-12 0,1-5 97,-1 5 6,-2-33-89,1-29-12,-1-30-2,5 17 0,1-3 152,3-6 1,1-1-156,4-2 0,2 0-12,3 2 1,2 2-12,0 4 1,3 3 5,-1 5 0,1 3 0,18-15 1418,-2 16-1407,2 16 12,5 14-23,9 14-14,-23-2 0,-1 3-246,2 4 1,0 3 186,-2 3 0,-2 1-168,-1 3 0,-3 2-294,-3 1 1,-3 2-477,-5 1 0,-2 2-2165,-4-1 0,-2 0 3176,-5 24 0,0-23 0,-3-19 0</inkml:trace>
  <inkml:trace contextRef="#ctx0" brushRef="#br0" timeOffset="2157">6227 2887 25914,'-30'6'1182,"7"-3"-880,23-9-246,0 1 45,1-5-78,1 6-1,3-6 0,-2 6-10,1 0-12,-3 2 33,0 2-38,-1 7 10,0 1 1,0 8-17,0 4-1,2-6 24,2 6-1,2-8-6,5 1 7,3-3-3399,11-5 3376,-5-4 11,14-7-11,-7-6 28,17-15-1,-9-2 12,-1-11-5,-17 10 16,-9-12 11,-8 9 3393,-9-5-3393,-10 7 51,-20 12-62,9 10 34,-18 11-23,17 11-10,-6 11-7,2 24-38,13 2-220,13-17 1,2-1 219,2 13-40,16 10-98,12-12-92,5-11 0,5-1-45,-1-7 0,3-1-931,11 1 1,1-3 1019,-14-10 1,-1-2-194,9-3 0,1-5-87,-10-5 0,0-3 339,8-2 1,-1-5 261,2-7 1,-3-4-70,-10 3 1,-2 0 81,17-23 255,-23 3 179,-14 9 2003,-5-15-2126,-12 11 281,-10 3-511,-10 17-51,2 9 1,-24 12-135,15 11-3403,-17 14 3370,23 0-276,15-2 1,3 2 263,4 1-24,2 29-9,21-23-62,22 9 39,5-16 29,12-9 38,-18-20 29,5-22-12,-14-9 46,7-19 32,-13-1 2724,-5 0-2723,-6 12 931,-3 2-780,-3 17-65,0 3-187,-2 10 0,-2 8 0,-1 7 502,-2 2-502,-3 14 0,4-2-220,-2 12-530,6 2-1261,11 4-56,1-6 2067,24 8 0,-22-27 0,10 5 0</inkml:trace>
  <inkml:trace contextRef="#ctx0" brushRef="#br0" timeOffset="2583">7333 2993 28384,'-2'26'246,"2"2"-232,-3 19 0,0 8-2032,5-7 1,0-2 2014,0-8 0,2 2 14,7 21 1,3 0 64,-3-22 0,1-1-79,5 13 0,-1-2 9,4-1 802,-6-18-802,-15-25-6,-11-19-12,-13-27 6,7 7 1,-1-4 34,-1-11 1,2-3-42,6 10 1,2-1 0,1-1-14,1-4 1,2-1 0,3-1-179,3 0 0,1-2 1,3 1 202,1 1 0,3 1 0,1 0-187,1 6 1,1 0 0,2 2 189,5-11 0,1 4-105,-2 10 0,0 4 102,14-14 1583,-3 22-1577,2 12 1552,1 14-1586,2 14 859,-6 4-842,-6 8 0,-1 4-12,1 23 20,-6-22 1,-5 2-88,-15 10 0,-10-2-796,-4-13 0,-5-3 673,-3 8 0,-5-2-3820,-20-2 1,-3-5 4032,22-11 0,1-1 0,-5 2 0,3-2 0,7-4 0</inkml:trace>
  <inkml:trace contextRef="#ctx0" brushRef="#br0" timeOffset="3091">2359 4069 10063,'-52'4'545,"-1"1"0,0 0 1,0 0-1,0-1 1,-7 2-1,0-1 1,2 0-1,4 0 112,-2 0 1,4 0-1,3-1-36,-9 1 1,8 0-23,-6 0 1087,67-3-1426,24-1 1,13-2-144,2 1 1,7-1 0,3 1-909,-4-1 0,4 0 1,3 0-1,1 0 804,-5 0 1,2 0-1,1 0 1,1 0 0,1 0-209,-6-1 1,1 1 0,1 0 0,0 0 0,1 0 0,0-1 187,-6 1 1,1 0 0,0 0-1,1-1 1,0 1 0,1 0 0,-1-1-177,4 0 0,0 0 1,0 0-1,0 0 0,1-1 1,1 1-1,-1-1 164,-5 0 1,1 1 0,-1-1 0,1 0 0,0 0 0,1-1-1,0 1 1,-1-1-139,4 1 0,-1-1 0,1 0 0,1 0 1,-1 0-1,1-1 0,-1 1 0,1 0 131,-5 0 1,-1 0-1,1-1 1,0 1-1,0 0 1,1 0 0,-1 0-1,0-1 1,0 1 0,1 0 1,0 0 0,-1 0 0,1-1 0,0 1 0,0 0 0,0 0 0,0 0 0,-1 0-3,0 0 1,-1 0 0,1 0 0,-1 1 0,0-1 0,0 0 0,0 1 0,-1-1 0,1 1-98,3 0 0,0-1 0,0 1 0,0 0 0,-1 0 0,0 0 1,-1 0-1,0 0-761,3 1 0,0-1 0,-1 1 0,0 0 0,-1 0 0,-2 0 0,-1 1 885,9-1 0,0 0 0,-3 1 0,-3 0 0,-4 0 0,9 0 0,-6 0 0,-7 1 0,-11 0 0,0 0 0</inkml:trace>
  <inkml:trace contextRef="#ctx0" brushRef="#br0" timeOffset="3707">8825 2635 20016,'-3'-56'1462,"-1"1"0,1 5 0,-4 10-1031,-12 18-173,-1 11-135,-1 6-62,-2 12-27,1 8 0,0 12-1,3 11-33,4 8 6,6 4 6,6 1-7,11-3 23,5-8 0,9-11 56,1-12 73,2-12 0,-1-16-6,-1-11 0,-2-11 56,-5-6 29,-6 0-46,-6 1-39,-11 6-50,-4 6-84,-8 8-34,-2 9-5,-2 8-18,1 12-122,1 10-471,4 14-1154,5 12-3129,11-12 1,1 1 2457,3 10 0,2 0 1,-2-37-1</inkml:trace>
  <inkml:trace contextRef="#ctx0" brushRef="#br0" timeOffset="4033">8845 3107 25359,'-40'20'78,"1"0"1,0 0 0,16-1-12,32-3 6,7 6-17,12-3 23,6-2 133,7-4-77,-14-6 212,0-6-50,-18-7-17,-1-3 140,-4-12-179,-3 2-135,-4-1 62,-6 2-67,-7 6-68,-8 1-83,-13 6-45,11 6-2100,-12 18-4908,27-4 6255,-5 12 0,13-18 0,1 0 0</inkml:trace>
  <inkml:trace contextRef="#ctx0" brushRef="#br0" timeOffset="7723">8214 6261 16572,'-6'-4'6732,"0"1"-5797,9-59-386,9 22-663,-4-5 1,3-1 444,18-1 131,2 8-300,0 11 45,-2 11-145,-2 8-3330,10 11 3274,-11 3-1311,24 20 1293,-27-8-4,20 24-68,-23-5-23,-1 16 57,-13 6 44,-17 0 51,-13-4 39,-13-12 106,-2-12 180,2-13 207,6-16 2186,14-5-2550,5-13 2252,14-1-2386,7-4-51,10 1 0,10 6 11,10 4-33,8 7 5,10 9-473,5 8 448,-29-2 0,-1 3-3,1 2 1,-3 2-32,-2 2 1,-4 1-208,8 27-8,-33 3 28,-13-23 0,-8-1-726,-20 7 0,-8-3-98,4-4 0,-2-3-3857,-8 2 1,2-3 3890,21-11 0,5-3 0,-7 0 0,26-7 0</inkml:trace>
  <inkml:trace contextRef="#ctx0" brushRef="#br0" timeOffset="8133">8027 7214 25567,'26'-18'627,"-32"41"-585,-13 4 0,-5 3-34,-2 6 1,-2 2-1160,-9 9 1,0 1 1136,0-1 0,-1 2-667,3-6 0,-1 4 0,-1 0 402,-1 2 1,-1 0-1,-1 3-2179,8-7 0,-1 2 1,1-1-1,2-2 2247,0 1 1,2-3-1,2-2 1,-8 15-1,7-8 1,13-15-1</inkml:trace>
  <inkml:trace contextRef="#ctx0" brushRef="#br0" timeOffset="8667">8196 7211 24547,'-4'-17'1026,"19"11"-954,15 13 1,5 6-48,-6-2 1,2 1-923,5 5 0,5 1 0,-1 1 936,12 3 1,3 0-31,-2 0 0,5 1 1,0-1-7,-4-3 1,1 0 0,1-1-927,3 1 0,1 0 0,-3-1 738,-10-4 0,-1 0 0,2 1 185,5 2 0,5 3 0,-2 0 0,-10-4 0,-10-4 0,-1 0 0,5 3 0,0-1 0,1 1 0</inkml:trace>
  <inkml:trace contextRef="#ctx0" brushRef="#br0" timeOffset="11040">7025 9060 18299,'32'-46'859,"0"0"0,-2-3 0,-8 5-181,-21 12 896,-2-5-1194,-15 6 386,-6 11-468,-24 2-153,-1 18-81,16 7 1,0 3 247,-12 14-278,16-3 0,0 3-34,1 7 0,2 2-9,-1 1 1,2 1 411,2-1 0,3 1-403,5 4 0,5-3 6,4-2-3342,23 24 3358,0-43-45,13-6 0,4-6 57,16-20-9,-14 3 0,1-5-3,-7-4 1,-2-4 36,-2-2 0,-1-1-276,13-18 348,-21 20 1,-1 1 165,5-16-39,-4 8 2983,-7 9-3179,-10 23 94,-3 8-55,-8 27-34,-3 10-34,1-6 1,-1 2 65,-2 5 1,1 2-100,-3 9 0,0 0-253,3-8 1,1 2 108,0 5 0,0 6 0,3-3-1574,1 6 1,4 1 1717,2 0 0,0 4 0,2-9 0,0-13 0,2-5 0,4-5 0,-1-1 0</inkml:trace>
  <inkml:trace contextRef="#ctx0" brushRef="#br0" timeOffset="11816">10219 8522 24570,'-1'-39'756,"0"0"0,-4-21-616,-12 64-16,-5 12-85,2 5 11,2 5 1,-1 5 5,-10 24-615,7-13 0,1 4 573,5-4 0,2 0-9,3 1 1,2 0-3,3-3 0,4 0 3,6-5 1,4-1-23,20 22 7,-5-34 1,4-3-1,4-5 1,3-4-6,2-4 0,-1-3 3,23-6 2,-19-10 1,-2-6 36,8-17-240,-16 7 0,-2-2 209,-10 2 0,-5-1 26,3-29 5,-14 13 369,-10 15 0,-7 1-386,-7 6 1,-2 2-4,1-1 1,0 0 143,-10 1 0,0 3-152,-19-13 11,10 5 39,-6-9 474,28 15-479,0-11-34,10 13 1,13-8-6,14 9-23,19-4 17,18 5 25,-21 11 0,0 3-14,2 5 1,-2 4-7,-1 5 1,-4 6-12,-3 5 1,-5 5-12,-4 6 0,-6 3-436,-3 5 1,-6 2-260,-5 3 1,-3 1-4205,-4 0 1,-1-3 3850,1-10 1,0-4 0,-4 10 0,11-29-1</inkml:trace>
  <inkml:trace contextRef="#ctx0" brushRef="#br0" timeOffset="12724">6563 10557 16975,'1'-3'6945,"0"0"-5679,-1 3-997,-69 67-1408,38-37 1,-2 2 1146,2-2 1,-5 4-1,-1 1 1,2-1-529,-7 6 0,1-1 0,0 1 499,-4 4 0,0 0 1,1 1-59,1-1 1,1 1-1,2 0-435,2 3 1,1 0 0,6-2-1782,0 4 0,7-3-361,6-7 1,10-6 2655,25-6 0,-6-22 0,2-3 0</inkml:trace>
  <inkml:trace contextRef="#ctx0" brushRef="#br0" timeOffset="13058">6737 10608 26676,'-37'-26'198,"1"0"0,2 1 0,8 6-142,19 13 0,3 1-51,3 4 23,1 0 0,20 12-17,-7-4 1,33 17 16,1-3-495,-12-5 1,3 1 471,7 3 1,4 0-12,-2 0 0,5 0 1,0 1-754,-1 0 0,1-1 1,-1 0 657,2 1 0,0 0 0,2 0-181,-11-3 1,2 0 0,-1 0 0,-1 1-894,7 3 1,-2 1 0,1 1 1174,5 2 0,0 0 0,-4-1 0,2 1 0,-8-3 0,6 5 0</inkml:trace>
  <inkml:trace contextRef="#ctx0" brushRef="#br0" timeOffset="14344">4743 12443 21231,'4'-55'1294,"1"1"0,-1 4 0,-1 13-985,-3 29-164,0 4-83,0 25-12,0 10-5,-4 30-34,0-27 0,0 1-418,-2 5 1,0 1-17,0 2 0,0 2-1563,1 2 1,2-2 1985,0-4 0,1-3 0,2 11 0,0-23 0</inkml:trace>
  <inkml:trace contextRef="#ctx0" brushRef="#br0" timeOffset="14756">5221 12357 26200,'-48'12'213,"2"14"-194,26 2 1,4 5-26,1-3 1,2 1-1,-3 22 6,15-9-11,13-15 22,13-12-11,11-11 45,8-17 61,2-12 6,-2-16-50,-24 15 0,-1-2-115,-1-3 1,-3 0 124,-1-1 1,-2 0 84,5-28-45,-9 8-22,-10 10-51,-8 9-11,-8 10-23,-9 8-77,-6 7-203,-3 4-867,1 6-2647,7 4 3789,11 1 0,9-2 0,6-2 0</inkml:trace>
  <inkml:trace contextRef="#ctx0" brushRef="#br0" timeOffset="15266">8374 11998 21163,'2'-43'1043,"1"0"1,0 1-1,1-15 1,-2 12-743,-2 25-116,0 12-58,0 37-65,-1 5-32,0-2 1,0 3-23,0-1 1,-1 0-415,1 5 1,-1 1 32,0 2 1,1 1-3857,0 11 1,2 0 4228,1-14 0,1-2 0,-2-4 0,1-4 0,2-7 0</inkml:trace>
  <inkml:trace contextRef="#ctx0" brushRef="#br0" timeOffset="15456">8889 11856 26379,'10'2'241,"-1"22"-235,-14 30-284,1-18 1,-1 4-4639,-6 12 1,0-1 3276,3-18 1,1-2-1,-1 3 1,1-6 0,4-17-1</inkml:trace>
  <inkml:trace contextRef="#ctx0" brushRef="#br0" timeOffset="16074">10473 9664 19966,'0'-5'4234,"1"1"-2475,-1 4-1512,2-12-85,-21 39-72,-13 8-68,1 6 0,-3 7-710,8-14 0,-1 2 0,-1 1 654,-2 3 0,0 0 1,0 2-68,0 0 0,0 1 1,2 0-100,2-3 0,2 0 0,1 0-579,-3 10 0,3-3-266,8-12 1,6-5-2743,13 3 909,8-27-6953,35-44 9181,-12 3 0,4-7 0,-22 22 1</inkml:trace>
  <inkml:trace contextRef="#ctx0" brushRef="#br0" timeOffset="16274">10373 9859 15691,'17'-49'1394,"1"-1"1,-1 1 0,-2 3-1,0 1 1,-3 6-846,1-15 1088,3-5-1199,-4 34 22,10-4-236,3 23 15,8 15-121,12 12-79,-5 4-132,-9-4 1,4 2 117,16 4 1,5 0-690,-15-8 0,1 0 0,4 0 661,-3-2 0,3 0 1,1-1-1,-1-1-64,15 2 0,0-1 0,-2-2-57,-9-2 1,-2-1 0,3 0-2335,2-1 0,4 0 1,-2 0-1,-7-2 1579,0 0 0,-4-1 0,18 3 0,-25-4 0,-42-7 1</inkml:trace>
  <inkml:trace contextRef="#ctx0" brushRef="#br0" timeOffset="17937">10052 11035 15042,'-1'-4'6341,"0"0"-2112,1 4-3910,-2-53-274,2 42 56,-2-30 28,2 66-79,3 19-28,-2-6 1,1 2-65,1 0 0,-1 0-212,0 0 1,1 1-602,-1 1 1,1-1 854,2-7 0,1-1 0,-1 15 0,3-10 0</inkml:trace>
  <inkml:trace contextRef="#ctx0" brushRef="#br0" timeOffset="18420">10356 11053 24693,'-6'-49'549,"0"0"0,3 7 0,6 5-465,19 4-50,3 15-1,18 2-5,3 7-25,-8 6 0,1 2-9,-6 3 1,-1 3-447,5 3 1,-3 3 434,4 11 148,-3 12-153,-18-2-1,-2 11 29,-13 0 11,-19 1 11,-5-14-2675,-10-4 2680,10-18-702,-2-10 708,14-4 113,-2-15-96,10 9 50,3-9-5,5 10 3009,14-3-3082,-5 8 1297,17 5-1303,-9 12-22,2 2 0,8 14-5,-4 3 5,5 9-56,-7 16-45,-14-7 6,-12-1-342,-25-5-689,-12-12-3790,6-11 1,-1-1 3308,-9 2 0,3-5 1,31-13-1</inkml:trace>
  <inkml:trace contextRef="#ctx0" brushRef="#br0" timeOffset="18887">12379 10381 21553,'1'-52'819,"0"1"1,-1 6 0,0 6 756,-1 9-1436,-1 15 334,1 13-457,6 33-51,0 6-53,0-4 1,0 2-332,0-1 1,0 0-1489,2 3 0,0-2-4161,5 24 6067,6-3 0,-14-43 0,0-3 0</inkml:trace>
  <inkml:trace contextRef="#ctx0" brushRef="#br0" timeOffset="19237">12739 10298 19768,'11'-47'1040,"-1"0"1,0 0 0,4-14 0,-1 8-498,-1 10 750,-5 22-1165,-3 21 423,-2 23-383,-1 19-106,-1-2 0,-1 2-726,1-4 0,0 0 667,-1 1 0,0-1 2,3-4 1,1-3 490,2 1-480,19 19 24,-2-31-40,8 2 95,12-35 45,-11-9 11,14-18 28,-11 0-67,-11 10 168,1-1 1455,-13 20-1735,1-1 0,-5 25 0,-3 8 0,0 8 0,-1 1 0,2 26 0,0-18-581,7 11 1,4 3-4178,1-14 0,1 0 4758,5 12 0,1-2 0,5 6 0,-11-22 0</inkml:trace>
  <inkml:trace contextRef="#ctx0" brushRef="#br0" timeOffset="26160">11818 2952 20537,'-2'-2'1597,"0"0"-813,2 2-857,81-58-1139,-51 48 0,2 2 1002,11-12 1,7-4 0,-5 7-74,-7 12 1,0 5-768,9 0 0,-1 3-2218,-12 5 1,-4 5 3267,18 19 0,-17-6 0,-31-3 0</inkml:trace>
  <inkml:trace contextRef="#ctx0" brushRef="#br0" timeOffset="26477">11962 3199 13857,'-41'23'1678,"0"0"1,0 0 0,-10 6 0,7-3-945,7-3 156,30-13-425,28-13-337,29-13-120,-13 3 1,6-3-1412,0 1 0,3-3 1,-2 1 1393,5-1 1,-1-2-20,-2 2 0,3-2 0,-6 1 240,-6-2 0,-4 0-229,2-5 1,-3-2-8,-12 1 0,-8-2 57,-19-24 57,-29 4-12,-8 14 179,4 16 1,-1 3 437,-7-3-323,16 6 0,3 1 3279,7-4-3410,14 3 471,17 2-661,12 6-18,23 8-28,-13 3 1,3 4-322,6 5 0,1 4 302,2 6 0,-2 4 1,-3 6 1,-5 4-75,-8 5 1,-8 4-929,-10 6 0,-9 1-203,-9 5 0,-9 0 1218,0-14 0,-4 1 0,1-5 0,3-4 0,0-2 0,-2-4 0,1 1 0</inkml:trace>
  <inkml:trace contextRef="#ctx0" brushRef="#br0" timeOffset="27294">15746 2601 21411,'-37'-28'26,"0"0"1,1 0 0,-17-11 0,2 10-22,-9 24-2,26 3 0,0 1-1,-2 3 1,1 1 8,2 0 1,1 1 583,-19 7-612,17-3 160,15-3-199,12-2 146,6 1-45,2 7 320,2 7-287,1 11 17,0 10 6,-2 14-219,-2-19 0,-2 1 160,-3 6 0,-1 3-556,-2 5 1,-2 2 561,-2 6 0,-1 2-26,4-17 0,1 0 1,-1 1-421,1 1 1,1 1 0,0 0 415,0 0 1,2 1 0,0-2-4,1 0 0,1-1 0,1-1-418,1 17 1,3-2 421,2-7 1,3-2-163,3-6 1,3-3 181,2-6 1,3-4 680,25 18-720,8-17-112,-20-20 0,1-5-577,5-4 0,0-5-1110,-5 1 1,0-3 1798,6-3 0,-4-1 0,-5 0 0,-1 1 0</inkml:trace>
  <inkml:trace contextRef="#ctx0" brushRef="#br0" timeOffset="29261">16237 3038 14717,'-5'0'4163,"1"-1"-1929,4 1-1932,-41-73-5867,44 40 5584,-19-9 1,5 2 1468,53 12-1455,-5 14 1,0 3-29,15-7 156,-9 9 0,-4 2-172,-11 5-34,24 10 17,-21 4 3098,10 11-3166,-18 5 29,-9 6 56,-13 5-2577,-13 3 2588,-5-9-45,-4-9 0,-3-2 196,-12 3 157,-16 6 191,17-19 44,10-10-89,8-8 3154,9-5-3457,4-4 132,5 4-271,10-4-24,-2 10 12,16-3-72,27 19 60,-14-2 4,0 5 0,1 4-211,-11-1 0,-2 1 202,9 7 0,1 1-14,-3 2 1,-2 0 7,-4 0 1,-4 0-6,5 23 22,-29-6 1,-31-8-37,2-20 0,-4-3-157,4-4 0,-2-1-1325,-26 2 1,0-3 994,24-5 1,1-1 0,-6 2 0,3-1 0,10-3 0</inkml:trace>
  <inkml:trace contextRef="#ctx0" brushRef="#br0" timeOffset="33235">18105 2835 11418,'-4'-4'5870,"1"0"-4049,3 4-634,-36-62-459,21 40-527,-6-13 1,-2 3-4268,2 25 4083,6 5 881,-13 12-853,-1 11 33,-12 18-53,18-15 1,0 3-29,-3 8 0,2 0-8,-8 13 11,16-16 0,3-1 11,8 3 28,10 4 45,9-8 3623,19-10-3366,1-13-150,1-9 190,2-17-40,-7-9-1836,-8 1 1,-1-2 1590,6-12-21,-11 9 1,-1 0 148,-2-4 28,1-2-107,-7 16-167,-2 12-79,-5 8 107,1 12 3403,-1 1-3415,0 15 27,0 18 17,-2 7-236,-1 4 187,0-23 0,-1 2-169,-1 7 1,0 1 2,0-7 1,1 1-1341,-1 19 0,1 0 1517,3-11 0,0-4 0,-1 19 0,2-9 0</inkml:trace>
  <inkml:trace contextRef="#ctx0" brushRef="#br0" timeOffset="34035">19609 2971 22873,'-36'-30'26,"1"1"0,-4 9 0,8 13-3,17 28-9,-3 10 0,0 3-25,1 15 2,5-12 1,2 1-1,5-5 1,3-1-9,4 0 0,4 0 9,4-2 0,3 0-212,5-2 1,4-2 213,3-2 1,3-3 27,3-3 1,-1-3 124,21 6-13,-18-17 1,-2-4-68,-7-3 11,14-15-61,-32 3 5,0-30-27,-11 6 10,-5-22 332,-4 17-307,1 11 1,-2 1-20,-5-10-3,5 12 1,-1 2 36,-9-12 22,-5 5 34,-1 5 39,-1 1-67,9 8 84,-3-6-90,15 10-28,-1-7-73,13 7-44,9-1 50,3 5 45,26-4-12,-3 9-21,20-1 4,-19 6-4,11 14-7,-22 6 12,11 16-11,-18 9-23,-9 9-67,-9 10-407,-7-26 1,-3 0-701,-2 3 1,-4 1 1218,-6 4 0,0-2 0,-3 6 0,-1-7 0</inkml:trace>
  <inkml:trace contextRef="#ctx0" brushRef="#br0" timeOffset="39077">21189 2836 23259,'-4'-47'461,"0"0"0,1-1 1,-1 20-507,2 37 34,-5 11-17,-5 21-23,-1 0-89,2-8 0,0 2-563,-2 8 1,0 1-1390,0 3 0,0 2 2092,-1 15 0,1-4 0,2-3 0,3-6 0</inkml:trace>
  <inkml:trace contextRef="#ctx0" brushRef="#br0" timeOffset="39445">21786 2900 17406,'0'-6'4413,"0"2"-3488,0 4-779,-61-30-40,28 39-61,-8-13 0,0 5-28,12 33 5,10-3 0,2 1-5,0 15-9,6-14 1,3 0 30,11 15 45,12-8 28,10-11 118,9-12 39,2-15-17,3-17 28,-1-14-6,-2-16-16,-6-9-260,-7-5 327,-9 2-95,-7 8-84,-9 9-68,-6 11-95,-6 7-184,-5 6-545,-4 7-3914,-6 5 4660,1 8 0,9-1 0,7 1 0</inkml:trace>
  <inkml:trace contextRef="#ctx0" brushRef="#br0" timeOffset="41220">22801 2777 22979,'-6'1'17,"0"29"-17,1 25-56,0-16 0,-1 3-177,-1-2 1,-1 1-1030,-2 1 1,1 1-993,1-2 0,1 0-2662,3-5 1,0-2 4705,0 11 0,4-19 0,0-19 1</inkml:trace>
  <inkml:trace contextRef="#ctx0" brushRef="#br0" timeOffset="41435">23301 2811 24967,'-1'-2'90,"-2"19"-104,-1 13 0,-1 7-93,1 3 1,1 3-1405,-1 3 0,-1 3 1511,1 10 0,0-3 0,1-23 0,1-2 0,-3 29 0</inkml:trace>
  <inkml:trace contextRef="#ctx0" brushRef="#br0" timeOffset="46257">24604 2842 16269,'0'-4'6184,"0"1"-4986,0 3-1069,10-37-129,-7 28 11,7-21 12,-13 46-23,-4 15 0,-7 15-129,-7 14-218,9-24 0,-2 2-1477,1 3 1,0 1 1823,0 6 0,0-3 0,0 7 0,3-7 0</inkml:trace>
  <inkml:trace contextRef="#ctx0" brushRef="#br0" timeOffset="46799">25037 2947 20028,'-2'-6'2632,"0"1"-2232,9-23 1,6-7-31,7 3-619,0-10 0,2 0 367,18 6-51,6 6-33,0 6-17,2 9-40,0 8 213,-1 9-274,-2 12-106,-5 16 27,-20-3 1,-4 2 89,3 14 28,-11-10 1,-5 0 38,-18 8 51,-12 7 39,-15-9 11,14-21 0,-1-2-5,-9 2 265,-7-4-86,28-13-1,-1-9-16,9-8-212,4 1 377,8-5-395,5 8-22,5 0-17,4 4-22,6 5 11,9 6-34,22 13 40,-12 0-140,-8 0 1,0 3 55,13 13 2,-20-12 1,-2 1-93,11 20 112,-20-2 45,-26-6 27,-23-4 24,-21-8-347,21-13 0,-2-3-169,0 0 0,-1-3-4412,-4-3 1,3-2 3345,-8 0 1,8-3 0,31 4 0</inkml:trace>
  <inkml:trace contextRef="#ctx0" brushRef="#br0" timeOffset="47200">26828 2928 22739,'15'-51'1101,"0"0"1,-2 6-1,-2 7-922,-7 17 40,-1 8-298,-2 9 79,-8 31-28,-3 7 0,-5 18-81,4-21 0,-1 3-832,-3 7 0,-1 2-2064,0 2 0,-1 2 2326,0 4 1,1-5-1,0 4 1,9-23 0</inkml:trace>
  <inkml:trace contextRef="#ctx0" brushRef="#br0" timeOffset="47624">27181 2886 25113,'15'-11'174,"-13"31"-163,-8 9 0,-3 5-22,0 4 0,1-1-45,2 21 22,6-16 23,15 8 0,6-25 22,15 3 0,5-25 62,7-17-45,-10-5 28,-9-4 0,2-5 314,6-13 0,0-1-258,-11 15 0,-2 1-62,8-13 0,-8 10-61,-20 26 17,-7 10 11,-5 10-17,-4 13 0,-6 13-45,2-5-179,-5 16-541,11-23 0,0 1-456,1 2 1,0 0 27,2-1 0,1-1 1193,2 17 0,4-31 0,0-1 0</inkml:trace>
  <inkml:trace contextRef="#ctx0" brushRef="#br0" timeOffset="48034">28026 2773 20845,'0'-7'3176,"-1"2"-2722,14-57-298,2 38-139,-1-12 0,5 4-6,20 21 0,11 6-363,7 8 358,4 4 81,-14 1-82,-14 0 1,-2 0 33,4 3-22,9 6 50,-26-4 23,-9 2-17,-7 5 33,-5 6-22,-2 7-17,-7 5-11,-3 7-28,-2 6 17,0 7-36,8-25 0,1 1-98,1 3 1,0 0 88,0 2 0,0 1 6,0 1 0,-1-1-1,-2-2 1,-3 0-15,-3-1 0,-5-2-8,-5-1 1,-4-3-68,-6 0 0,-4-2-775,-5-2 1,-2-3-1593,-5-3 1,-1-2 1868,6-5 0,3-2 0,-15 1 0,26-7 0</inkml:trace>
  <inkml:trace contextRef="#ctx0" brushRef="#br0" timeOffset="50048">17401 3734 21998,'-1'-40'369,"1"-1"1,-1 5 0,0 8-213,1 21 530,-2 4-877,0 5 380,0 4-190,-1 16-101,-2 12-22,-1 3-349,-8 23-4444,3-22 1,-1-1 3649,-4 18 1,-2-1 0,15-43-1</inkml:trace>
  <inkml:trace contextRef="#ctx0" brushRef="#br0" timeOffset="50475">18985 3592 20722,'0'-5'3529,"0"1"-3137,0 4-656,7-38 18,-5 49-544,2-13-2089,-6 27 0,-5 14 2879,0-6 0,0-2 0,-4 11 0,4-17 0</inkml:trace>
  <inkml:trace contextRef="#ctx0" brushRef="#br0" timeOffset="51092">20697 3441 21024,'0'-5'2510,"0"2"-1765,0 3-880,1-18-234,-1 34-841,0-2 1210,-2 16 0,0 3 0,0 3 0,-2 0 0</inkml:trace>
  <inkml:trace contextRef="#ctx0" brushRef="#br0" timeOffset="51632">22384 3377 17098,'0'-4'4895,"0"1"-2257,0 3-2649,-2-33-6,0 33 12,-7-17-107,-3 48-611,-8 13-3880,-5 10 3755,1-3 0,8-18 0,8-15 0</inkml:trace>
  <inkml:trace contextRef="#ctx0" brushRef="#br0" timeOffset="52241">24101 3390 23719,'-58'3'-118,"7"12"-22,37 21-717,-4 16-5215,5-4 4657,0 4 0,5-19 0,5-14 0</inkml:trace>
  <inkml:trace contextRef="#ctx0" brushRef="#br0" timeOffset="52741">26216 3399 17944,'0'-8'4285,"0"0"-3910,0 8-168,0 0-263,-26 47-425,7-9 13,2-6 0,-2 3 468,4-1 0,1-5 0,4-6 0,-6 10 0</inkml:trace>
  <inkml:trace contextRef="#ctx0" brushRef="#br0" timeOffset="62534">16328 5829 20678,'0'-53'1146,"0"-1"0,-1 13 1,0 6 442,0 9-1572,-2 24 575,1 35-553,0 19-31,0-6 1,-2 5-740,-1 8 1,-1 2 616,1-15 0,0 2 0,-1 1-336,1 3 0,0 0 1,0-1-260,-1 11 0,2 1 709,6 0 0,4 4 0,-1-10 0,-1 4 0,5-8 0,-1-1 0</inkml:trace>
  <inkml:trace contextRef="#ctx0" brushRef="#br0" timeOffset="62848">16410 6218 14073,'-1'-54'1413,"0"-1"1,0 0 0,0 4 0,0 1 0,1 3-938,-2-11 1,1 3-826,1 6 1,1 2 457,0 12 0,1 1 165,7-7 1,4 3-208,14-5-56,-5 16 0,3 3 17,26 2 6,1 18 33,-1 19-11,-6 17-53,-24-7 0,-4 2-20,-1 6 0,-4 2-3,-3 1 1,-5 1 13,-7 1 1,-8-1 5,-7-2 0,-6-3 2,-11-1 1,-6-3-252,-5-2 1,-3-3 264,-1-1 1,-1-2-17,6-4 0,1-1-123,9-3 1,4-2-875,-6 0-97,24-6 0,16-5 0</inkml:trace>
  <inkml:trace contextRef="#ctx0" brushRef="#br0" timeOffset="63717">17234 5742 18666,'2'-6'5517,"1"1"-5047,4-24 1,-2-5 213,-7 9-455,6-12 1,-3 4 22,-15 22-117,-4 7-57,-6 11-28,-7 10-5,-5 13-11,-1 9-17,5 6 27,10 0-49,9-4-12,12-5 11,12-10 34,9-10 28,7-11-28,5-16 12,4-11 27,1-12 0,-3-4 11,-3-2 1,-7 3 22,-6 7 11,-6 11-40,-7 10-32,-3 8-18,-7 8 12,-3 9 16,-8 10-16,-5 8-29,2 5-10,4 2-18,7-3 6,13-4 1,10-5-18,15-5 23,10-7-12,7-7 35,1-7 10,-4-13-39,-7-7 45,-10-10 6,-9-6-23,-9-3-17,-7-1 18,-6 1 38,0 2-39,0 2 17,4 3-11,8 3-39,3 5 38,7 5 7,2 7-12,0 4 0,-1 9-16,1 6 10,0 12-10,2 9-1,1 8 6,3 5-39,2 0-6,2-2 28,3-6 0,0-8 12,-2-10 10,-1-9 1,-3-15 5,1-9-11,0-15 17,0-11 17,-1-7-6,-3-5 39,-3 1 17,-4 4 45,-4 7 33,-7 10 0,-5 10-27,-5 8-89,-3 7-46,-5 4 0,-2 9 0,-3 7 0,0 12-35,-2 19-32,9-12-219,5 18-285,16-16-459,16 10-161,-5-22 1,5-1-2823,6 1 1,2-2 4012,-2-3 0,0-2 0,11 5 0,-19-11 0</inkml:trace>
  <inkml:trace contextRef="#ctx0" brushRef="#br0" timeOffset="64290">18543 5748 24833,'6'-50'905,"-1"0"1,-1 6 0,1 8-526,6 18-312,-4 10 44,6 7-23,-2 11-33,3 11-28,-3 12-11,-2 7-39,-3 4-1,-1-2 12,-2-4 22,-2-7-5,0-10 5,-2-9 34,-2-18-34,1-2 11,0-19-10,4 1-24,4-11 29,6-1 28,13-9-23,-7 17-5,15-3 0,-12 22-6,7 2-16,4 19 10,-4 8-10,-2 7 5,-5 7 5,-5-6 40,3 4-28,0-7-34,1-10 17,8-11-6,-7-6 1,14-18 33,-8-9 28,8-18-26,-12 7 1,-2-1-165,-6 12 1,-1-1 133,5-18 0,-2-1 0,-8 20 0,-1 0 0,0-3 0,-1 0 0,-1-15 0,-6 19 0,-3 14 0,1 8 0,-2 5 0,3 6 0,-1 7 280,1 12-280,1 29 0,3-11 0,0-6 0,1 1 0,11 15-139,-4-17 1,4 1-109,11 7 0,4 0-1747,-2-5 1,2-2 1197,1-1 1,1-2 795,2-4 0,-3-4 0,-9-7 0,10 4 0</inkml:trace>
  <inkml:trace contextRef="#ctx0" brushRef="#br0" timeOffset="64489">19297 5345 28126,'-13'-41'116,"0"1"0,2 2 0,6 9-150,15 19-352,23 0-443,11 5-997,-11 2 0,2 2 1085,27 1 1,-22 0 0,-16 0 0</inkml:trace>
  <inkml:trace contextRef="#ctx0" brushRef="#br0" timeOffset="65323">19258 5342 16796,'-5'-4'5931,"1"1"-3679,4 3-1787,15-70-146,-6 26-687,2-9 1,-1-4 439,-4 21 1,-2 1 25,0-4 0,-2 0 19,0 1 1,-1 0 6,0 4 1,-1 1 116,0-19-22,-2 16-63,1 14-111,-3 11-78,2 6 716,-1 22-683,0-3 223,-3 30-223,0 3-11,3-15 0,0 3-291,1 2 0,1 2 265,-1 2 1,1 0-107,4 1 1,2 0-194,1 1 0,3-2-283,3-2 0,4-2-700,1-3 0,2-2 1319,2-3 0,0-4 0,2 2 0,-3-8 0</inkml:trace>
  <inkml:trace contextRef="#ctx0" brushRef="#br0" timeOffset="65616">19217 5248 23489,'-43'-12'677,"0"1"1,5 1 0,8 3-319,19 4-197,7 2-55,6 0 5,11-2 28,16-2 0,21-3-68,-16 3 1,2-2-318,4-1 1,1 0 322,0 0 1,0-2-15,-4 2 1,-3-1 24,20-7-44,-20 3-101,-16 5-700,-11 3-4638,-7 3 5394,-2 1 0,0 1 0,0 0 0</inkml:trace>
  <inkml:trace contextRef="#ctx0" brushRef="#br0" timeOffset="67482">19933 5346 18698,'15'-47'1400,"1"1"0,-1 0 0,5-15 0,-3 4-954,-5 19 0,-3 4 181,2-11 66,-6 21-576,-3 14 57,-2 14-96,-3 11 52,-3 15-46,-3 17-62,-3 13-19,6-24 0,0 1-326,1 3 1,1 0 213,0 2 0,3 1-101,4-2 0,5 0-507,11 5 0,6-4 277,-6-13 0,3-2-888,20 6 1,5-5-1331,-8-15 1,1-5 2657,16 0 0,-1-2 0,7 0 0,-8-9 0</inkml:trace>
  <inkml:trace contextRef="#ctx0" brushRef="#br0" timeOffset="67658">20690 5495 18324,'8'-50'2162,"-1"0"0,1 5 1,-2 4-1205,-2 0-253,-1 12-189,0 11-248,-2 9-139,-1 6-90,-1 30-55,0-10-80,-2 34-223,0-14-566,1 13-1607,1 0 1644,7 3 0,-4-25 0,4-2 0</inkml:trace>
  <inkml:trace contextRef="#ctx0" brushRef="#br0" timeOffset="68032">21000 4921 20615,'-5'-5'3848,"2"1"-3713,3 4 66,0 0-161,-35 5-29,26 11 0,-23 13-11,37-3 11,9 5 12,4-16 55,8-3 79,4-6 84,1-14 62,-1-8 61,-6-10 16,-9-3-27,-9 2-28,-17 1-275,0 11 18,-16 2-35,7 11-44,-4 2-95,4 6-555,6 9-583,11 4-2918,16 5 4162,9-5 0,-3-8 0,-5-5 0</inkml:trace>
  <inkml:trace contextRef="#ctx0" brushRef="#br0" timeOffset="68282">21509 4674 27589,'16'-10'-17,"34"48"-17,-24-4 1,-1 5-1013,7 5 0,-2 4 970,-3 6 1,-7 3-85,-8-9 0,-6 4-320,-4-1 1,-3 4-1,-5-2-812,-3-7 0,-4-1 0,-1-1 858,-4 2 0,-2 0 1,1-6-1,-2-6 1,1-6-1,-7 3 1</inkml:trace>
  <inkml:trace contextRef="#ctx0" brushRef="#br0" timeOffset="69289">22742 5110 25359,'38'-30'-233,"1"1"0,-1 0 0,3 2 0,1 1 1,2 8-99,1 9 1,1 6-1,1 1-1009,-1-1 0,0 1 0,-1 1-2060,15-1 1,-3 2 2967,-13 2 0,-6 0 1,5 0-1,-27 1 1</inkml:trace>
  <inkml:trace contextRef="#ctx0" brushRef="#br0" timeOffset="69615">23018 5126 19339,'-52'18'1338,"0"0"1,8-3 0,8-1-863,20-3-101,26-6-224,24-5-132,-4-2 1,3-3-888,10 0 1,0-1 859,-5 0 0,0-1-48,21-4 0,-1-3-125,-22 3 1,-1-2 180,13-6 0,-4-4-70,-19 2 0,-6-4 165,1-33 106,-29-4-19,-3 30 0,-3 2 104,-5 2 0,-2 2 336,-19-14-90,9 12-84,13 12 990,10 9-1354,7 4 731,1 5-804,6 9 229,7 12-240,15 17-8,-8-12 0,1 1-362,4 5 0,1 2 157,0 4 0,-3 2-1019,-1 3 1,-6 2 1231,-6 7 0,-4-3 0,1 6 0,-12-4 0</inkml:trace>
  <inkml:trace contextRef="#ctx0" brushRef="#br0" timeOffset="70774">24695 5347 21982,'3'-55'765,"0"1"0,1-1 0,-2 5 1,1 2-1,0 11-311,0 10-208,1 10-190,2 3-22,4 22 61,4 19-17,5 23-45,-8-16 1,-1 3-341,-1 5 0,-1 1 304,-2 2 1,-2-1 2,-1-9 0,-2 0 11,-5 9 0,-3-2 40,-6 4 33,-9 11 78,5-35 23,3-15-101,2-20 575,5-5-637,3-42-5,10-1-597,-1 10 0,2-3 599,3 1 1,3-1-4,0-3 1,1 1-337,1 3 1,1 1 330,-1 7 1,-1 2 2,1 8 0,-1 3-9,6-10 9,12 6-14,-7 24-6,16 2-5,-2 20 11,3 14-22,-1 17 261,-22-14 0,-3 2-245,0 5 1,-4 2-1,-3 2 1,-3 2-1,-2-1 0,-2 1-11,-4-1 1,-1-2 356,-1-4 0,-1-2-334,-6 18 32,3-19 18,4-16-28,4-18-16,6-19 10,7-20-14,-4 13 1,2-2-103,3-5 0,0 0 102,2-1 1,0 1 5,1 3 0,1 2 35,14-17-32,-5 19-23,-2 14-16,-2 11 10,4 11 1,6 9-34,6 13-50,2 12 154,-19-15 1,-1 1-273,-1 2 1,0 1-214,1 2 0,-1-1-384,0 1 1,1 0-673,2-1 1,0-2-1476,1-3 0,1-3 2957,3-3 0,-1-3 0,4 0 0,-4-8 0</inkml:trace>
  <inkml:trace contextRef="#ctx0" brushRef="#br0" timeOffset="71374">26043 5286 20143,'22'-56'1346,"0"-1"0,-2 5 0,-3 7-556,-4 9-35,-6 8-274,-4 12-255,-6 8-98,-6 10-23,-9 7-44,-9 10 0,-5 10-39,-1 5-5,6 3-28,9-1-6,8-2-11,12-5 17,9-5 56,9-9 11,8-9 17,3-13 72,1-10 74,-2-12 49,-6-6 40,-7-4-28,-8 3-50,-5 4-68,-5 10-72,0 10-73,-1 6-23,1 7 1,0 10-18,1 10 29,0 12-12,0 7 6,5 3 6,6 0-29,11-5 7,9-9-3393,14-12 3420,-13-15-46,13-19 69,-14-13 0,8-18-234,-21 18 0,-1-2 200,0-6 0,-1-3 0,4-18 0,-3-1 0,-4 17 0,-1 1 0,5-17 0,-1 2 0,0 0 0,-1-1 0,-7 22 0,-5 16 3166,-3 11-3166,-1 6 80,-2 8-80,-5 10 604,-2 15-604,-3 18 0,8-15 0,0 1-349,1 7 0,3 2 349,3 4 0,3 2-741,3 3 0,3 1 175,4 0 1,2 0-374,2-2 1,1-2-936,0-8 1,-2-1 1750,-3-9 1,-2-4-1,2 1 1,-9-14-1</inkml:trace>
  <inkml:trace contextRef="#ctx0" brushRef="#br0" timeOffset="71882">26525 5095 24687,'-10'-41'-82,"1"-1"0,5 4 0,12 7-44,34 19 0,11 9 98,-18-2 0,0-2-557,18-2 1,-1-3 578,-20 1 1,-2-3 33,5-4 0,-1-4 11,-5-4 1,-4-2 72,-5-3 0,-3-2 158,-4 0 0,-3 0 353,2-27 166,-10 9-55,-6 12 73,-1 10-376,0 7-201,2 10-129,0 6 445,3 12-558,-1 14 12,1 19 0,1 21-142,0-24 0,0 3 142,-1 4 0,1 1-6,0 1 1,-1 2-9,-1-3 0,-2 0 5,1-2 1,-1-3 2,-1-5 1,-1-3 11,-1 14 11,1-19 27,3-16 1,4-16-28,6-12 17,6-13-1,17-15-22,-9 12 17,17-8-50,-12 22-2915,13-1 2942,-13 10 1,8 6-29,-11 12-27,7 8-40,2 14-184,1 10-493,3 8-3389,-12-16 0,0-1 4156,14 15 0,-7-8 0,-19-24 0</inkml:trace>
  <inkml:trace contextRef="#ctx0" brushRef="#br0" timeOffset="72041">27660 5013 22946,'-2'-6'3472,"0"2"-2732,2 4-3541,-20-49 2801,18 40 0,-17-40 0,21 51 0</inkml:trace>
  <inkml:trace contextRef="#ctx0" brushRef="#br0" timeOffset="72665">28384 4725 22959,'28'-57'1282,"0"1"1,-4 7 0,-6 9-908,-10 14-225,-11 17-122,-7 20 17,-6 18-28,-2 9-6,5-4 0,0 7-719,-2 17 1,1 7 682,4-18 1,0 3 0,0 2-541,2-4 0,0 3 0,0 1 0,1-1 376,1-3 0,1 0 0,0 0 0,0 1-297,0 1 0,0 2 0,0-1 0,1-3-54,-1 6 1,1-3 0,-1 2-1517,-2 7 0,-1 1 1,-3-2-1222,-4-11 0,-2-2 0,-2-2 2856,-6 15 0,-4-5 3573,-6-9 0,0-14-749,-7-26-370,18-28 0,5-12-1182,9 2 0,4-4-305,-3-21 1,5-5-276,10 2 1,5 0-299,-1 17 1,1-1 0,2 1 50,3-2 0,2 1 1,1 2-20,3-9 1,3 1-19,-5 14 0,3-1 0,0 1 340,12-12 1,2 3-620,1 1 1,2 1-289,3 1 0,1 6-1820,-10 15 1,0 4 2399,19-3 0,-21 11 0,-17 8 0</inkml:trace>
  <inkml:trace contextRef="#ctx0" brushRef="#br0" timeOffset="73641">28655 5289 26362,'28'-47'51,"0"0"1,1 0 0,1-3-1,1 0 1,-2 4-1234,-3 5 1,0 2 1192,-5 3 0,2-1 1,-2 0-3,-1-1 0,0 0 1,-1 0 23,5-17 1,-2 0 27,-5 6 1,-4 2 44,-4 6 1,-3 1 184,-5-22 638,-6 19-806,-3 18 318,1 14-436,-1 13 7,-5 18-1,-8 19-11,7-9 0,-1 4 318,-1 7 1,1 2-339,0 5 1,1 1-532,3 4 0,3 1 455,2 0 1,3 0-68,5 0 1,3-2-350,3-3 1,3-2 256,3-4 0,4-4 28,0-6 1,2-4-122,21 10 113,1-23 134,2-23 112,4-21-23,-21 6 0,-1-4 82,0-3 0,0-3 50,-1-1 1,-2-1 536,-3 1 1,-1 1-193,8-24-40,-12 14-61,-8 14 543,-10 11-811,-3 9-57,-5 7-34,-6 8 720,-3 9-713,-4 11-18,-2 8-44,5 7-46,7 3-32,12 1-29,16-1 45,14-6 61,8-6 59,1-14 37,-3-10-1,-6-17 35,-5-10-1,-5-13-27,-6-10 10,-3-7-10,-3-4-46,1 4 23,3 6 6,2 9-12,3 10-22,1 5-11,3 8 5,3 5 1,5 3-1,6 6-11,5 4-5,7 8 5,4 3 6,2 3-17,-3 0 11,-11 0 17,-16-2 28,-17 2 6,-17 1-17,-10 4-17,-4 2-12,4 2 12,9-1 6,8-2-12,10-3 6,6-6 0,10-5 0,7-6 23,3-4-18,1-9 29,-2-7 39,-4-11 0,-6-10-6,-9-7-11,-6-5 11,-13 0-28,-6 1-28,-11 4 1,-5 6-74,-5 8-89,-1 8-180,3 9-475,1 7-1412,5 6 2218,4 7 0,10-4 0,5 1 0</inkml:trace>
  <inkml:trace contextRef="#ctx0" brushRef="#br0" timeOffset="74199">30377 4869 19664,'0'-4'4783,"1"0"-3562,-1 4-952,65-54-96,-39 42-134,14-15 1,-1 8-63,-14 36 18,1 15-6,0 11-1767,-14-10 1,-2 1 1660,2 14-133,-9-12 0,-5 0 88,-15 6 162,-12 3 240,-14-17-105,14-18 273,1-28-284,24 1 133,13-31-38,15 4 1248,-4 13 1,3-1-1424,4-2 1,2 2-42,2 0 0,2 2-45,0 3 0,0 3-168,-1 5 0,0 2-1133,23-4 1343,-5 12 0,-25 6 0,-6 2 0</inkml:trace>
  <inkml:trace contextRef="#ctx0" brushRef="#br0" timeOffset="74708">31443 4463 22179,'19'-44'1271,"0"0"0,0 0 1,2-6-1,-4 5-974,1-10 156,-15 36-413,-5 18 60,-6 19 40,-7 15 0,-2 7-73,-3 8 1,-2 2-749,-2 6 0,-1 3 698,4-12 0,0 1 0,0-1-17,3-5 0,1-1 0,1 4-31,1 3 0,0 4 0,2 1 0,4-2-658,1 7 1,4 0 0,5 0 436,3-9 0,3 0 0,3 0 0,5-4-609,12 5 0,5-5 1,3-2-2417,4-4 0,2-2 0,-1-3 1661,9 4 0,-4-6 1,1-3-1,-50-31 0</inkml:trace>
  <inkml:trace contextRef="#ctx0" brushRef="#br0" timeOffset="77090">31697 4889 20649,'22'-57'1148,"0"0"0,1-1 1,-4 7-1,0 1 0,-5 16-929,-7 20-158,-5 9 119,-6 24-68,-6 10-17,-8 26-87,7-24 1,0 2-40,0 2 0,0 0-176,2 0 0,1 0-589,2-2 1,3-1 795,6 25 0,-1-26 0,6-8 0</inkml:trace>
  <inkml:trace contextRef="#ctx0" brushRef="#br0" timeOffset="77475">32045 4257 23825,'-23'26'92,"0"1"1,-9 18-26,41-24 45,6-8 34,7-6 10,3-12 24,3-8 49,-1-9 6,-6-5-22,-9-1 34,-6 1-28,-9 5-79,-5 5-56,-5 6-40,-6 5-27,0 6-56,0 6-107,4 6-240,5 6-656,5 6-2856,13 4 3898,2-1 0,2-10 0,-4-8 0</inkml:trace>
  <inkml:trace contextRef="#ctx0" brushRef="#br0" timeOffset="77790">32096 4750 26586,'47'-21'269,"4"1"-179,7 12 22,-1-2 5,-9 4 7,-9 1 10,-13 2 12,-10 1-18,-9 0-49,-5 2-964,-1 0-1798,0-1 2683,2 1 0,-2-1 0,2 1 0</inkml:trace>
  <inkml:trace contextRef="#ctx0" brushRef="#br0" timeOffset="78699">32800 4564 18655,'3'-8'6413,"-1"1"-6194,9-22 0,1-5 133,-6 15-128,7-17 0,-2 5-78,-9 27-90,0 5 17,-1 10 28,-1 11-51,1 12-95,-7 24-56,2-13-246,-1-9 0,-1 1-2790,0 16 3137,3-17 0,0-1 0,1 5 0,2-8 0</inkml:trace>
  <inkml:trace contextRef="#ctx0" brushRef="#br0" timeOffset="80423">33135 4803 24497,'22'-42'502,"-1"1"1,0 0-1,-7 16-418,-13 27 34,-6 12-18,-5 15-38,-9 18-71,5-17 1,-1 1-329,-3 6 1,-2 0 28,-3 4 0,0 0-1097,-1 2 0,-1 1 1405,1 2 0,1-2 0,-3 5 0,7-8 0</inkml:trace>
  <inkml:trace contextRef="#ctx0" brushRef="#br0" timeOffset="80791">33178 5256 19087,'3'-6'4088,"-2"1"-3755,14-28 1,4-7 164,-2 5-297,5-11 1,1 2 95,-2 14-62,-1 7-55,-2 9-68,-1 5-33,-2 7-29,0 8-39,1 8-5,-2 11-23,-1 11-28,-7 7 12,-13 7-7,-11 0 40,-11-2 12,-3-8-1,3-8 11,7-9-5,10-11 11,6-5-17,12-5-72,11-6-175,15-4-403,15-6-181,-17 5 0,1-1-3327,6-1 1,0-1 4146,-3 0 0,-1 0 0,11-3 0,-20 5 0</inkml:trace>
  <inkml:trace contextRef="#ctx0" brushRef="#br0" timeOffset="81082">33391 4265 24581,'-10'-46'717,"-1"1"0,1 5 0,4 10-560,6 22-96,1 9 23,6 8 0,10 14-28,15 18-36,-9-10 0,2 3-690,5 10 0,1 4 662,-8-11 1,-1 2 0,0 2-464,1 3 1,-1 2 0,-2 0 384,-1 3 0,-1 0 0,-3 2-116,-1-2 1,-4 2 0,-2-1-356,-4-1 1,-3 0-1,-5-1-2436,-5-1 0,-5-1 1,-3-2 2992,-11 13 0,-2-7 0,6-16 0,0-5 0,-10 2 0</inkml:trace>
  <inkml:trace contextRef="#ctx0" brushRef="#br0" timeOffset="86365">31554 4427 17154,'1'-4'5338,"0"0"-3781,-1 4-1059,15-3-279,-14 12 229,-4 27-303,-21 12-100,5-10 1,-1 2-383,1-4 0,1 0 354,-1 1 0,3 2-23,3-2 1,3 0-37,5-2 0,3-2-60,10 17-287,18-17 0,9-4-625,1-9 1,4-2 795,3 0 1,4 0 0,-4-3 0,-7-4 0,-2-1 0,0-4 0,-1 1 0</inkml:trace>
  <inkml:trace contextRef="#ctx0" brushRef="#br0" timeOffset="87141">32951 4269 23735,'8'-35'980,"-1"5"-817,-2 25-57,2 1-50,3 2-39,2 3 5,4 7-5,2 9-11,0 16 5,-5 15-17,-8-17 1,-3 3-26,-5 5 0,-3 2-554,-2 4 1,-5 1 251,-4 3 0,-3 0-1328,-2 2 0,0-2 1661,1-6 0,1-4 0,-6 12 0,13-25 0</inkml:trace>
  <inkml:trace contextRef="#ctx0" brushRef="#br0" timeOffset="89474">16471 7951 27107,'9'-43'183,"1"0"0,-1 2 0,2 1-99,13-16-977,-12 21 1,0-2 897,1-7 1,-1-1 2,0-6 1,-2-1 2,0-2 1,-2-1-1,-2 3 0,-2 1-6,-1 6 1,-4 1 287,-1 8 1,-2 2-277,-7-14 278,-1 19-317,0 16-12,0 21 34,-5 21 0,-6 27 110,9-17 0,1 2-119,-2 9 1,2 1-9,1 5 0,3 2-585,1 1 0,3 1 420,4-1 0,3 0-165,4-3 0,5-2-295,2-3 0,5-4-500,1-4 0,3-3-1189,0-8 1,2-3 2330,21 10 0,-21-21 0,-5-11 0</inkml:trace>
  <inkml:trace contextRef="#ctx0" brushRef="#br0" timeOffset="89817">16792 7877 20778,'22'-45'1574,"0"1"0,-3 4 0,-4 9-1288,-12 24 16,-3 4-257,0 3-34,6 1 6,3 1-17,11-2 11,6-7 23,6-9 27,4-13 1,-2-10-1,-6-7 79,-8-1 101,-10 5 95,-4 10-17,-10 9-139,-3 11-74,-9 8-95,4 7-11,-9 14 0,4 8-45,-8 25 34,9-11-3,6-9 0,3 1-159,3 13-287,3 12-727,12-2-819,12-2-2855,19-6 4861,-9-26 0,0-3 0,4 3 0,3-10 0</inkml:trace>
  <inkml:trace contextRef="#ctx0" brushRef="#br0" timeOffset="90023">17635 7586 24559,'-1'-56'982,"0"0"0,1 10 0,-4 9-725,-13 18-195,4 17 16,-6 17-27,0 15-6,-11 26-364,13-17 1,0 5 286,1 3 0,0 5 1,2 3-824,4-7 1,1 2 0,1 1-1,0-1 758,-3 10 0,1-1 0,2 0-77,3 1 1,2-1-1,3-1-627,3-11 0,3-2 0,-1 1-2476,1 2 0,0 0 0,0 1 3225,0 2 0,1 2 0,-1-5 0,0 1 0,-1-7 0,-1 5 0</inkml:trace>
  <inkml:trace contextRef="#ctx0" brushRef="#br0" timeOffset="90156">17111 9069 21192,'-15'-49'707,"0"-1"0,0 1 0,2-7 0,2-2 0,7 4-464,12-5 1,9 1-1106,-3 14 0,3-3 0,2-1 0,0 2 891,7-6 1,1 1 0,1 2-27,0 1 1,0 1 0,3 2-154,6 0 1,2 1 0,-3 6-257,-9 8 0,1 1-1523,5-5 0,3-2 1,-5 4 1619,-7 6 0,-3 4 0,16-19 0,-18 20 0</inkml:trace>
  <inkml:trace contextRef="#ctx0" brushRef="#br0" timeOffset="90832">17952 7790 26026,'24'-36'254,"0"-1"0,1-14 0,-6 1-226,-12 16 0,-3 1-2320,4-20 1,0-2 2316,-1 5 1,0 1 38,-1 1 1,0 2 667,-1 6 0,-1 2-458,1-17 701,-4 21-846,-2 17-79,0 15 12,-4 16 2658,-2 18-2697,-1 5-7,-1 8 1,1 5-26,1-8 1,2 2-501,-1 0 1,1 3 0,0-1 211,1 18 1,1-1-205,2-19 1,1-1 0,1 0-195,1 7 0,2-1-2537,4 6 1,2-3 2494,9 6 0,-3-10 0,-5-27 0</inkml:trace>
  <inkml:trace contextRef="#ctx0" brushRef="#br0" timeOffset="90999">18027 7631 19087,'-5'-5'5253,"0"1"-4777,5 4-313,-30-60-208,34 35-126,-11-13 0,7 2-1022,46 12-3723,-13 11 1,1 1 4729,-1 2 1,-1 1 0,13-3 0,-18 6 0</inkml:trace>
  <inkml:trace contextRef="#ctx0" brushRef="#br0" timeOffset="91973">19202 7446 23562,'22'-54'954,"0"-1"0,-4 7 0,-3 7-456,-7 9-229,-11 16-123,-10 12-73,-12 17-34,-10 17-34,-4 18-442,18-17 0,0 2 434,1 2 1,1 1-57,1 3 0,3 0-104,2 1 1,3-1-118,3 0 0,4 0-249,5-4 0,5-1 94,4-3 1,3-3 53,16 8-185,25-17 555,-14-30 33,-10-2 1,1-5 10,-2-9 1,-2-4-489,4-7 1,1-3 476,2-6 1,-1-3-204,-10 13 0,0-1 0,-1-2 229,1-1 1,0 0 0,-1-1 44,-1 1 1,0-1-1,0 2 47,-2 2 0,1 0 0,-2 1 107,6-11 0,-3 2-3,-4 8 0,-3 3 165,5-17-121,-10 21-187,-6 16 845,-3 14-829,-1 16 1553,-4 17-1581,-2 24-58,1-19 0,-2 2-91,0 6 0,-1 2 54,0 3 1,0 2-917,0 2 0,0-1 911,2-11 0,1 0-9,1 15 1,1-3 13,3 4 3,0-20 0,2-4 48,3-7 0,3-20 364,5-20-392,7-14 5,9-12 18,4-5-18,2 2 6,-3 6 1911,-6 10-1939,-8 12 11,-6 9-22,-5 13 11,-1 5 11,1 7-45,3 2 12,5-1-6,6-1-22,6-8 27,6-7 12,4-11 22,1-8 12,-1-10 27,-7-3 56,-8-3 40,-9 5 61,-8 4 17,-3 7-33,-3 7-68,0 3-90,0 4-10,0 5-1,-1 5-27,1 6 5,1 6 0,0 1-124,1 3-312,3-1-908,3 1-5938,3-4 7282,0-4 0,-3-8 0,-4-5 0</inkml:trace>
  <inkml:trace contextRef="#ctx0" brushRef="#br0" timeOffset="92157">20405 7145 26732,'-15'-27'-8167,"1"4"6752,25 63 0,-7-26 0,-1 1 0</inkml:trace>
  <inkml:trace contextRef="#ctx0" brushRef="#br0" timeOffset="92490">20652 7691 26811,'17'-44'171,"-1"1"0,1 0 1,-1 0-1,0 1 1,-2 0-116,4-18 0,-3 2-1026,-4 16 0,-1 0 992,3-19 0,-2 2 37,-8 24 0,0 2 212,0-3 0,-1 0-81,-4-14 360,-1 21-438,-1 15-82,-1 9-30,-1 9 1023,-5 9-1023,-5 16-1585,3 0 0,1 2 1585,-7 17-18,6-7 1,3 1-232,4-9 1,1 1 111,1 9 0,1 2-205,2 2 0,4 0-431,2-1 1,6 1-4107,8 6 1,5-3 4878,-5-13 0,1-3 0,0-4 0,-2-4 0,-1-8 0</inkml:trace>
  <inkml:trace contextRef="#ctx0" brushRef="#br0" timeOffset="92916">21309 7539 23607,'5'-49'847,"0"-1"1,0 0 0,-2 7-305,-7 12-151,-5-2-34,-19 13-319,6 15 23,-12 9 11,4 18-23,-6 9 17,-8 14-36,23-20 0,2 2-56,2 6 0,4 0-43,-1 22 29,11-7-67,19-12-1,9-17 29,12-3 84,14-23 5,-6-15 22,-3-9-2,-21 6 0,-2-2-324,-3-1 1,0-3 314,4-10 0,1-5 11,-4 2 1,0-3 0,-1 0-1041,-2 2 1,0 1 0,-1-1 1030,0 0 0,1 0 1,-2 1 81,4-18 0,-3 4 42,-5 19 1,0 1 14,-1-6 0,-1 2-163,-1-6 0,-3 17 0,-3 25 433,0 9-433,-5 16 0,-5 22 0,-1 7 0,-1 6 764,1 3 0,0 3-764,1-6 0,1 2 0,1-2-37,0 6 0,2 0-495,3-8 0,1 1 0,3 0 532,6-4 0,3 0 0,-2-4 0,-3 6 0,1-3 0,7-5 0,-1 0 0</inkml:trace>
  <inkml:trace contextRef="#ctx0" brushRef="#br0" timeOffset="93757">22499 7161 20912,'-6'0'2151,"2"0"-2223,4 0-696,79-58-2731,-46 48 1,2 2 3498,6-11 0,2-5 0,-3 7 0,17 14 0,-25 3 0</inkml:trace>
  <inkml:trace contextRef="#ctx0" brushRef="#br0" timeOffset="93924">22521 7460 22739,'-5'1'3394,"1"0"-3321,4-1-2885,121-50-7019,-72 32 9407,-3 0 1,7-4 0,-13 7 0,-19 10 0,-8 2 0</inkml:trace>
  <inkml:trace contextRef="#ctx0" brushRef="#br0" timeOffset="96165">22590 7116 9330,'-5'0'6995,"1"0"-2889,4 0-3457,-37-20-150,33 11-158,-21-17-88,45 16-91,11 0-78,9-1-44,12-1-467,9 2 433,-28 4 0,1 2-4,0-1 1,0 2-25,26-3-40,-16 4 17,-20 0 51,-23 4 11,-21 4-17,-20 3 28,-17 4-109,24-7 0,-1 1 109,-2 0 0,-1-1 31,1 1 0,1-1 25,1 0 0,1-1 123,-25 5 79,10-4 495,16-3-495,13-1-79,11-2-39,11 0-62,11-3-38,15-2 203,16-5-215,15-2-48,-25 6 0,0 0-188,3-1 0,0 2 51,0 0 1,0 0-315,-3 2 1,0 0-3585,22 0 3206,-17 2 0,-19 1 0,-12 0 0</inkml:trace>
  <inkml:trace contextRef="#ctx0" brushRef="#br0" timeOffset="96649">22597 7375 18610,'-11'6'3159,"3"-2"-2038,8-4-365,0 0-717,81-44-325,-38 28 291,10-9 1,0 3 73,-12 16-62,-13 3 50,-13 4 28,-16 3-39,-15 3-22,-11 4 207,-9 3-230,-6 1 0,-4 2 6,-2 2 28,0-1 33,4 0 12,7-3 10,12-4 1,9-4-17,9-3 101,6-3 39,9-3-67,10-4-45,13-6-28,15-7 0,11-2-268,-26 10 0,0 1 229,28-8 39,-13 5 39,-17 5-84,-16 4-268,-17 3-505,-10 3-4061,-12 3 4902,0 1 1,8-1-1,8-2 1</inkml:trace>
  <inkml:trace contextRef="#ctx0" brushRef="#br0" timeOffset="100827">21786 6980 22094,'9'-45'655,"-1"0"1,-1 2-1,-1 13-498,-4 27 45,-1 9 106,0 14-56,-3 21-84,-8 20-385,3-24 0,-2 1 225,-3 4 1,-1 1-415,0 1 1,0 0 268,1-1 0,2 0-115,3-2 0,2-1-132,4-5 1,5-1-709,14 19-107,15-16 140,12-18 253,6-18 235,3-17 338,-23-3 0,-1-4 261,-7 0 0,-1 0 73,16-26 286,-17-2 397,-13 10 342,-1-6 505,-7 7-650,-4 8 636,-2 6-922,-1 5-197,3 7-212,1 7-157,1 3-51,-2 10 46,-6 14-113,3-2 17,-8 21-17,5-6-50,1 13-382,4 11-4,6-18-1367,10 10-5529,5-22 6473,4-2 0,-8-10 0,-5-9 0</inkml:trace>
  <inkml:trace contextRef="#ctx0" brushRef="#br0" timeOffset="101011">22193 6915 19020,'-3'-3'4234,"1"1"-7808,2 2 3574,-29-2 0,22-1 0,-23-3 0</inkml:trace>
  <inkml:trace contextRef="#ctx0" brushRef="#br0" timeOffset="101227">22273 6779 26424,'16'53'18,"1"0"1,0 7 0,-4 2-114,-10-4 0,-6 1-1843,-1-18 1,-1 1 0,-4 1 576,-3 8 0,-3 1 0,-3-3 1361,-9 7 0,-1-6 0,7-15 0,2-5 0,-6 5 0</inkml:trace>
  <inkml:trace contextRef="#ctx0" brushRef="#br0" timeOffset="106385">24353 7169 24424,'9'-62'950,"1"-1"1,-2 13-1,-2 9-810,-4 17-95,-6 26-34,1 6 0,-10 17 1,0 9-46,-9 15-184,-1 8-451,11-26 1,2 1-595,1 1 0,2 1 1263,3 2 0,3-3 0,-1 6 0,5-8 0</inkml:trace>
  <inkml:trace contextRef="#ctx0" brushRef="#br0" timeOffset="106745">24761 6703 24671,'-44'0'80,"0"1"0,3-1 0,9 8-74,18 27-12,6-3 12,8-4 11,10-6 67,4-8 140,5-6 96,3-14 38,1-9 12,-1-12-1,-2-8-55,-8-3-96,-7 4-100,-10 6-113,-13 12 1,1 10-17,-14 14-56,8 7-141,-2 13-402,9 5-847,15 4-1909,19 1 3366,24 0 0,-16-17 0,4-4 0</inkml:trace>
  <inkml:trace contextRef="#ctx0" brushRef="#br0" timeOffset="107095">25242 6866 26222,'-37'37'14,"0"0"0,0 0 0,-5 5 0,3-3-73,6-5 1,3-4-1609,-14 13 1403,16-15 1,0 0-11,0-2 0,-1-2 204,1-2 0,1-4 142,-6 4 606,8-26-314,25-24 277,11-22-440,-1 20 1,2-1-9,4-2 1,1 2 10,0 2 0,1 3 116,13-14 549,-7 16-819,-8 13-50,0 15 0,2 12 0,6 14-89,8 10-264,6 5-216,-17-21 1,1 1-821,0-1 0,1-1-6806,21 19 8195,-9-13 0,-14-13 0,-11-10 0</inkml:trace>
  <inkml:trace contextRef="#ctx0" brushRef="#br0" timeOffset="107269">25268 7010 22117,'-3'-50'1484,"0"1"0,1 8 1,-1 7-1189,0 15-262,1 14-12,-2 10 1,-1 11-18,-4 14-38,-2 18-186,-2 13-358,6-26 1,0 1-1141,0 1 0,-1 1 1061,1-4 0,0-3 0,-3 10 0,5-19 0</inkml:trace>
  <inkml:trace contextRef="#ctx0" brushRef="#br0" timeOffset="107428">24766 7295 17820,'-6'-6'5921,"2"2"-4941,4 4-582,-33-62-331,41 37-154,-1-15 0,8 2-162,20 24 0,8 8-381,1-4 1,3 1-341,8 2 1,2 1 539,-2 2 1,-3 1 0,-15 0 0,-2 0-1,-2 2 1,-1-1 0</inkml:trace>
  <inkml:trace contextRef="#ctx0" brushRef="#br0" timeOffset="107802">25793 6889 21959,'-1'-3'3687,"1"0"-2534,0 3-1130,42-60-12,-3 42-14,-10-15 0,1 5-19,27 35 16,-30 11-16,9 17-4252,-22 12 4268,-7-5-16,-15 16 109,-3-29 0,-4 0-82,-1 0 1,-1-1-110,-6 3 1,0-4 114,-7 3 11,-4 1-5,19-15 2941,-1 0-2874,17-10 909,14-4-1038,4-1-24,27-5-1914,-4 0 1,2-1 1982,-2 0 0,0-1 0,-2 1 0,-3 1 0,0 0 0</inkml:trace>
  <inkml:trace contextRef="#ctx0" brushRef="#br0" timeOffset="108295">27035 6841 27432,'11'-46'11,"-2"12"-11,-11 81-67,0-13 0,-1 3-180,1 0 1,-1 2-829,1 7 0,0-1-986,1-10 0,0-1 2061,1 28 0,0-30 0,0-7 0</inkml:trace>
  <inkml:trace contextRef="#ctx0" brushRef="#br0" timeOffset="108468">26796 7087 20436,'-2'-6'4834,"0"2"-4234,2 4-382,18-69-184,8 41-241,-1-13 1,5 3 38,3 26 0,5 8-320,7-1 0,2 1-1027,7 2 0,2 2 1167,9 2 0,-3 1 0,-25-2 1,-3 0-1,29 4 0</inkml:trace>
  <inkml:trace contextRef="#ctx0" brushRef="#br0" timeOffset="108668">27908 6660 25836,'0'-5'2610,"0"1"-2385,0 4-225,7-17 0,-2 48 0,6 7 0,-8 10 0,-2 6-682,1 4 1,-1 5-796,0-7 1,-1 4-1,0-3 1102,0-12 1,0-1 0,0-1 0,0 18 0,0-7 0,0-8-1</inkml:trace>
  <inkml:trace contextRef="#ctx0" brushRef="#br0" timeOffset="111094">16561 9994 23640,'5'-51'1070,"-1"0"0,-1 9 0,1 6-947,1 5-6,-2 21-66,-2 14-23,1 12 5,0 14 12,1 16-22,-2 14-9,-1-25 0,-1 1-302,0 3 0,-1 1 276,-1 1 1,-1 0 17,0-2 0,-1-1 5,0-5 0,-2-1 28,-7 17 51,-2-18 5,0-17 17,1-27-106,6-2-4,7-15 1,3-5-3,5-6-412,5-5 1,3-5 400,1 9 0,3 0-462,5-13 1,1-1 475,1 3 0,1 0 2,4 0 1,-1 3-1164,-5 13 0,-1 4 1152,-2 4 1,0 4 16,10-2-33,-9 19 504,4 2-510,-1 12 718,0 10-718,-4 13-11,-7 12-17,-13 12 8,-9-22 0,-4 1 1350,-7 3 1,-5 0-1309,-5 2 1,-5-1 5,-11 4 0,0-2 8,14-13 1,0-1 24,-6 1 1,3-4 61,8-9-39,6-3-45,18-12 17,27-5-22,-2 0 0,25 0-1,-8 5 1,15 2-23,5 0-8,-19 1 0,-1-1 8,18 0-3,-15-1 1,0-2 335,18-6-328,-24 2 1,0-2 25,-3 0 0,-1-4-3,-1-3 1,-4-1-12,7-6 78,-7-7 29,-27 20-85,-3 2 45,-15 9 101,-13 17-61,-1 5-63,1 5 427,9 4-437,11 2-40,2-5-38,11 20-175,7-21-66,4 6-1188,7-9-8358,4-11 8362,-5-3 0,-1-6 1,-16-4-1</inkml:trace>
  <inkml:trace contextRef="#ctx0" brushRef="#br0" timeOffset="111269">17446 9743 22649,'-4'34'0,"1"-8"0</inkml:trace>
  <inkml:trace contextRef="#ctx0" brushRef="#br0" timeOffset="112293">18097 9866 26071,'-25'-38'276,"0"1"1,-3 5-1,-3 12-234,0 26 0,-1 8-699,-24 10 660,18-1 0,0 4-3,4 5 0,3 2 2,1-1 1,3 3-6,3 3 1,6-1 30,8 13 458,18-15-442,9-17 40,12-17-33,-1-10 218,25-26-46,-13 5 133,8-6-310,-11 9-46,-13 11 0,-2 5 186,-6 8-186,-9 18 565,-2 3-565,-2 23 0,-4-9 0,-2 3 0,-1 5 0,-2 2-573,-3 15 0,-3 2 573,-1-1 0,-3 0-571,4-15 1,0 1 0,0-2 438,-3 10 1,-3 1-254,-4 0 1,-4 4 0,0-5 107,4-16 1,-1-2 0,-1 1-135,-9 11 1,-2 2-1,-1-7 431,-7-4 0,0-11 38,8-12 1,3-12-3,-7-41-48,31 0 1,9-6 42,2 2 0,7-4-100,3 5 0,6-5 0,2-2 0,1 4-180,3-5 0,2 3 0,2-3 184,3-3 0,3-3 0,0 0 0,-1 4 28,-1 4 0,-1 3 1,3-1 10,2 1 1,3-2-1,1 1 1,-4 4 21,-2 3 1,-3 3 0,3-2-107,-1 1 1,3-3 0,-1 1 0,-2 1 122,-1 0 1,-3 2 0,0 0 69,10-15 1,-3 3-37,-10 11 1,-3 1 240,3-6 0,-3 2 252,-1-2-45,3-6 428,-19 31-809,-5 10 1971,-2 10-2010,-2 12 1,-3 18-40,-5 20-65,2-19 1,-1 1 245,-1 7 1,-2 1-216,-1 6 1,-1 1-32,-1 5 1,0 0-3,1 0 0,1 0-6,3-5 0,1-1-126,3-9 1,2-3 159,2 14-17,7-26 5,6-24 23,9-23-22,11-17-1,-12 14 1,1-2 483,1-1 1,0 1-456,19-21-18,-5 11 1,-8 14 274,-5 11-335,-6 14 21,-2 9 34,0 8-11,2 6 28,5 1 174,5-3-225,7-5 12,9-9-11,6-9 11,5-14-6,-2-13 19,-28 5 1,-2-4-304,-1-6 0,-3-4 312,0-6 1,-1-2-1,-4 8 0,0-2 48,5-18 0,-2 2-275,4-7 216,-8 19 0,0 4 0,-3 5 0,-5 11 0,-5 18 0,-5 12 0,-7 21 0,-5 22 0,7-18 0,0 3-137,0 5 1,1 1 136,1 3 0,1 2 0,2 0 0,3 1-144,5-1 0,5-1-346,5-2 0,5-3-580,7-1 1,4-4 879,8-3 0,1-4 0,5 5 1,-2-13-1</inkml:trace>
  <inkml:trace contextRef="#ctx0" brushRef="#br0" timeOffset="112453">18967 9903 25725,'40'-30'-149,"0"0"1,0 0-1,-1 1 1,0 2-1,-6 7 1,2 10-1,-5 1 1</inkml:trace>
  <inkml:trace contextRef="#ctx0" brushRef="#br0" timeOffset="113760">20049 9762 26682,'-46'-29'252,"-6"23"-244,22 33 0,1 12-219,-1-3 0,1 4 146,-1 9 1,4 0-3,9-17 0,3 1-110,0 10 1,7-2-278,20 3-146,15 0 40,26-17 344,-21-22 1,2-6-118,4-6 0,1-5 291,1-6 0,0-5 11,1-6 0,-1-6 38,-8 1 1,0-3 0,-3 1-701,4-4 1,-3-1 714,-2-2 0,1-4 1,-4 2 36,1-7 0,-1 0-7,-5 8 0,1-2 0,-1 0 30,-2 3 0,0 1 1,-1 0-202,6-14 0,-1 3 276,-4 11 0,-2 4 276,10-14-288,-8 24 274,-5 18-290,-4 17 1649,-2 14-1531,-3 22-96,-12 19-22,0-22 1,-3 2-102,-2-1 0,-4 2 0,2-3-534,-2 5 0,-1 0 506,1-2 0,-3 4 0,3-5-14,-1 1 0,1-1 17,-3 17 0,1 0-12,6-16 1,3-2-258,2-1 0,4-5 271,6-5 12,10-16-17,6-24 469,10-11-441,8-19 14,-12 10 0,1 0-8,11-13 5,-11 12 0,1 1 1090,7-4-1029,9-5 543,-16 17-592,-7 11-29,-15 14 45,-4 11-44,-1 6-18,2 10-5,0 6 23,9 18-18,-4-22-16,7 9-17,0-27-3364,10-7 3381,-4-5 17,24-25 22,-15-7 11,7-9-235,-3-10 386,-7 7 90,5-9 149,-2 0-188,-9 18-152,-6 7 3218,-9 16-3307,-3 7 0,-2 6 0,1 13 441,-1-2-441,0 16 57,0-3-568,0 18-32,2-12-9288,6 18 8169,-2-34 1,1 6 0,-5-19 0</inkml:trace>
  <inkml:trace contextRef="#ctx0" brushRef="#br0" timeOffset="113945">21517 9458 25752,'-62'-15'-3277,"13"0"0,49 21 0</inkml:trace>
  <inkml:trace contextRef="#ctx0" brushRef="#br0" timeOffset="114686">21438 10123 23399,'0'8'3238,"-1"-1"-2555,1-7-269,0 0-190,81-77-157,-50 45 1,0-2-477,2 0 1,4-2-1,-3-1 423,4-10 0,-6 2 0,-9 6 0,-2-1-9,6-13 1,-2-2-3,-5 10 0,-3-1 5,0-7 1,-3-1-61,-6 12 0,-1 1 69,-2 4 0,-1 2 22,-3-19-22,-5 38-1,-3 15 7,-4 16 61,-9 30-62,4-5 202,2-3 0,1 2-230,4-7 1,2 0-6,-2 10 0,0 0-15,4-9 1,0 0-241,2 16 0,3-1-157,4-15 1,2-1-273,1 15 1,5-1-376,4-12 0,3-3-947,3-3 1,2-4-1227,18 8-1066,-9-22 1,1-5 4112,14-11 2198,-15-1 1,0-3 3453,14-19-1609,-7-5-2564,-13 6 1249,1-17-1384,-14 13-319,1-11-213,-12 16 298,-12 10-612,-11 12 122,-12 15-329,-9 12-45,-3 13 18,3 9-35,9 5-16,11-2-62,11-5-100,13-8 83,4-13-61,28-9 50,0-19 34,21-11 33,-16-6 51,-10-4 0,-1-5-17,-9 5 0,-2-2-627,11-18 0,-2-4 633,-6-1 0,-2-2-20,-6 15 1,0-2 0,-1 1 26,0-2 0,-1 1 1,-1 0 67,5-17 0,-1 1 17,-2 8 0,-2 4-56,-2 13 0,-1 3-30,6-23-40,-9 34 0,2-1 0,-6 21 0,-8 26 0,-4 17 0,1-6 0,-2 4 249,-2 7 0,-1 2-249,-2 9 0,1 2-511,4-19 0,1 1 0,1 1 6,0 1 1,1 1 0,2-1-1309,1 1 0,2-1 0,1-1 1813,2 14 0,3-5 0,-1-17 0,1-5 0,6 4 0</inkml:trace>
  <inkml:trace contextRef="#ctx0" brushRef="#br0" timeOffset="115195">23191 9142 25461,'13'-46'782,"1"0"0,-1 6 0,-4 8-586,-9 20-89,-1 13 10,-5 18 57,-3 21-96,2-9 1,-1 5-874,-3 9 1,0 3 808,-3 8 1,-1 4-349,4-16 1,0 1 0,0 0 305,2 2 0,0 0 0,2 1-73,1-1 0,2 1 1,4-1-156,4-2 0,4-2 0,3-1-295,5-2 1,3-1-1,4-4-1173,5-2 1,4-2 0,1-3 1723,15 6 0,-2-5 0,-13-11 0,-2-3 0,5-1 0</inkml:trace>
  <inkml:trace contextRef="#ctx0" brushRef="#br0" timeOffset="115695">23747 9424 27432,'-16'23'-22,"2"10"-253,7 23-509,3 1-2171,9-25 1,3-2 2954,4 12 0,4-9 0,-9-22 0</inkml:trace>
  <inkml:trace contextRef="#ctx0" brushRef="#br0" timeOffset="116035">24026 9146 20806,'-5'-4'3809,"1"1"-3378,4 3-207,-65-11-112,42 19-62,-14-7 1,3 4 0,24 28-35,5 5-16,6 0-22,8-5 39,17-7 5,-5-12 29,16-8 77,-14-15 46,1-8 201,-5-17-106,-10 0-140,-3-1 100,-11 5-10,-8 4-191,-1 5-17,-2 5-134,2 13-34,8 6-509,-3 7-1144,8 5 1810,9 5 0,-5-8 0,7-2 0</inkml:trace>
  <inkml:trace contextRef="#ctx0" brushRef="#br0" timeOffset="116246">24292 8987 27197,'-24'-41'392,"0"-1"0,-1 2 0,12 16-364,20 28 11,17 35-28,-3-2-504,0 6 0,-1 9 497,-9-7 0,-4 4 0,1-2-640,3 13 1,-2 2 574,-4-14 1,-2 4 0,0 1 0,-3-3-353,-2-1 1,-2-2 0,-2 1 412,0-1 0,-1 3 0,0-1 0,-1-6 0,0 11 0,-2-5 0,-1-8 0,0 1 0</inkml:trace>
  <inkml:trace contextRef="#ctx0" brushRef="#br0" timeOffset="116735">25749 9153 26984,'-19'27'-26,"-1"0"0,2 1 0,4 2-308,9 2 1,3 2-829,1-2 0,2 0 1162,12 28 0,-6-27 0,5-9 0</inkml:trace>
  <inkml:trace contextRef="#ctx0" brushRef="#br0" timeOffset="117091">26048 8843 25909,'-42'-8'45,"13"10"-79,47 45-28,7-2 12,7-5 50,0-8 56,-2-14 39,-9-11-33,-9-12 139,-7-21-33,-7-2 28,-6-15-16,-6 6 55,-8-4-179,8 16 0,-2-1-51,10 20-184,-2 10 6,5 5-606,-3 20-1540,4 6 2319,5 21 0,-2-24 0,3-1 0</inkml:trace>
  <inkml:trace contextRef="#ctx0" brushRef="#br0" timeOffset="117977">24652 9447 24542,'51'-30'52,"-1"-1"0,0 2 1,-3 5-81,-13 13 0,-2 2-28,2 1 0,0 1-135,25-1-184,-18 5 0,-24 10 151,-31 7 123,-25 11 98,8-10 0,-2 1 14,-4 1 1,-2 1-317,0 1 0,0-1 394,3-1 1,1-1 95,-19 14-17,18-8 17,19-6-23,17-7-67,14-5-50,16-8-6,29-10-39,-13 0 214,-11 1 1,1-1-193,8-12 6,7-10 6,-11-8 27,-13-6 63,-11-3 301,-10-6-201,-7 22 331,-8-3 0,0 22-130,-1 0-83,4 5-124,3 5-89,2 4 232,7 20-289,2 5-21,8 22-29,3 6-17,-8-19 1,0 0-40,0 4 1,-1 0-88,0 1 1,-3 1-430,-1 0 1,-4 0-210,-5 0 0,-5-1-2865,-6 0 0,-3-2 3624,-2-5 0,-2-3 0,-7 7 0,9-16 0</inkml:trace>
  <inkml:trace contextRef="#ctx0" brushRef="#br0" timeOffset="118560">22799 6691 15586,'0'-4'6738,"0"0"-4543,0 4-2083,46-14 23,-16 22 2,8-1 0,0 7 48,-4 35-146,-17-22 0,-4 2 28,-4 6 1,-6 3 61,-9 5 0,-4 2-56,-2 1 0,-3 0-466,-10 9 1,-3-4 406,6-18 0,-2-2 2,-13 12 1,0-4-11,0 1-107,6-6 0,3-1-824,6 0-8906,11 4 7517,10-18 0,8-7 1,-4-11-1</inkml:trace>
  <inkml:trace contextRef="#ctx0" brushRef="#br0" timeOffset="119614">26512 9243 24995,'16'-57'387,"-2"13"-252,-13 54 50,0-2 39,2-3 33,1-3 23,3-3 11,1-3 17,-1-4-61,-1-8-102,-3-4 18,-1-4 5,-1-1-45,-1 5-17,0 5-44,0 7-28,0 5-6,0 3-17,-1 10-11,1 7-23,-2 17-16,2-4 28,-1 32 22,1-10-235,0-14 0,0 3 78,0-7 1,-1 0-326,-2 1 1,0 0-816,-2 0 1,-2-2-8546,-10 28 9118,2-20 1,5-18-1,7-17 1</inkml:trace>
  <inkml:trace contextRef="#ctx0" brushRef="#br0" timeOffset="120099">26303 9461 25292,'-20'-43'244,"0"1"1,4 3 0,11 10-340,31 20-112,24 5-6,-16 3 0,3 0-659,6 1 1,2 0 162,6 0 1,0 0-368,1 1 1,-1-2-185,-1 1 0,-2-2 439,-6-1 1,-3 0 596,14-5 1657,-17-13 202,-31 4 85,-11-10-208,-18 5-369,-8 5-399,-3 7 401,-1 11-832,-3 15-99,-4 13-167,19-9 1,-1 2-26,-1 3 1,0 0-29,-1 0 1,0 1-215,0-1 1,-1-1 171,0-1 1,0-1 13,-1-3 0,1-2 57,-28 8 16,5-13 12,7-19 27,10-16-11,12-17 51,11-10 84,15-2 10,8 5-27,8 12-50,4 16 303,1 13-404,6 18-18,9 12-19,-15-5 1,1 1-292,5 3 1,1 1 83,4 1 0,2 1-653,2-1 0,2 0 559,5 3 1,-2-2 0,7 2 0,-8-3 0</inkml:trace>
  <inkml:trace contextRef="#ctx0" brushRef="#br0" timeOffset="120689">27340 9080 23276,'-1'-3'2386,"0"0"-1831,1 3-438,39-22-16,-22 17 6,29-17 38,-34 22-16,-3 0 22,-5 0-22,-1 0-84,-1-3-28,0-1 16,0-3 12,3-1 11,3-1 11,4-2-5,-1 3 55,13-4-100,-5 6 17,10-2-1,-5 6-38,-2 2 5,-6 0 33,2 6-21,-7 2-18,3 7 23,-7 1-17,-1 6-34,-4 3 23,0 5 5,-4 4-5,-3 2 6,-7 1 33,-8 1-23,-14 2-5,11-19 0,-2 0-339,-5 0 1,-1 0 341,-1-1 0,-1 0-6,4-2 0,1-2 14,-13 10 1,19-10-1,14-6 28,14-2-11,2-6 39,25 2 621,4-9-694,-7 0 1,4-1-32,4-1 1,1-2-852,8-3 0,1 1 409,6 0 0,3 0-2557,2-1 1,0 1 2552,-5 1 0,-5 1 0,-15 3 1,-4 1-1,5-1 0</inkml:trace>
  <inkml:trace contextRef="#ctx0" brushRef="#br0" timeOffset="120958">28513 8838 28451,'35'5'17,"1"1"0,-3 4 0,-6 7-37,-15 16 0,-6 6-839,1 1 0,-2 2 537,0 2 0,-2 1-672,0 0 0,-1 0 329,-1 3 1,-1-3 0,1 5-1,-1-9 1</inkml:trace>
  <inkml:trace contextRef="#ctx0" brushRef="#br0" timeOffset="121131">28441 9193 26278,'14'-43'-168,"1"0"0,2 7 0,4 7-398,35 17-4350,-3 9 1,3 2 4293,-20 1 0,-1-1 0,8 1 0,-4 0 0,-6 0 0</inkml:trace>
  <inkml:trace contextRef="#ctx0" brushRef="#br0" timeOffset="121490">29250 8845 25746,'-3'-60'270,"1"0"1,-1 10 0,9 7-147,37 11-57,-10 19 50,12 6-4306,2 14 4205,-9 1 73,-7 18 1,-4 4-90,-10 3-172,-4 6 1,-5 2 171,-15-3-6,-5-6 1,-4 2-12,-8-1 1,-4-2 21,3 1 1,-2-2-1,-2 2 1,0-3 0,-1 3 2895,13-13-2800,13-9 1081,16-7-1019,15-1-79,34-8-107,-28 3 1,1-1 83,2-1 0,1-1-638,5-1 0,3-1-81,2 1 1,-2 0 0,16-3-1,0 1 1</inkml:trace>
  <inkml:trace contextRef="#ctx0" brushRef="#br0" timeOffset="128033">26944 3657 24133,'32'-39'0,"18"4"-123,-13 27 0,6 3-1548,10-1 1,4 0 1149,-14 2 0,2 2 0,0 0-631,1 0 0,1 2 0,-1 0 1152,-1 3 0,0 1 0,-4 0 0,-3-1 0,-5 0 0,17 8 0</inkml:trace>
  <inkml:trace contextRef="#ctx0" brushRef="#br0" timeOffset="128224">27306 3723 14861,'-42'4'1470,"0"0"0,-1 0 1,-14 1-1,6-2-495,-2-1-329,19-6-708,23-1-56,28-8-67,30-4 31,-8 8 0,4 0-516,10-1 1,3 2 333,6 1 0,2 2-530,-21 2 1,1 0 0,-1 2-572,17 0 1,-2 1-1735,-10 2 1,-3 1 2537,12 8 0,-29-4 0,-21 0 1</inkml:trace>
  <inkml:trace contextRef="#ctx0" brushRef="#br0" timeOffset="128540">27298 3767 13938,'-55'8'1456,"1"-1"1,-1 1-1,5-2 1,3 1-1,7-2-478,-5 0-463,19-3-184,30-4-291,17-4-12,26-4-23,-12 2 1,5 0-546,10 0 1,3 1 508,6 0 1,2 2-38,1 0 1,0 2-107,-5 1 1,-1 1-536,-6 2 1,-5 2-930,0 3 534,-27 3-1024,-66 4 1677,13-6 0,-5-1 468,-12 2 0,-5 1-489,8-2 0,-2 0 1,2-1 941,-2 1 0,1 0 479,-14 1 1,4 0 1110,9-2-1152,9-1 41,30-2-238,28-7-207,38-9-442,-10 2-291,-2 0 0,3 1 114,-9 2 0,1 0-3375,15-1 1,1-1 3489,-5 2 0,-2 1 0,15-2 0,-27 5 0</inkml:trace>
  <inkml:trace contextRef="#ctx0" brushRef="#br0" timeOffset="140415">16474 1562 18730,'-3'-7'5182,"2"2"-4929,-8-25 0,-4-3 9,-1 15-209,-2-16 0,-3 6 48,-8 35 15,4 3 87,-21 29-357,13-2 226,-5 10-4,12 5-22,15 4-25,7 1-4,13 4-99,17-23-16,-1-13 54,18-10 312,10-21 166,2-11-215,-26 2 0,-2-3 631,6-26-229,-16 7 101,-17-24-347,-16 19-305,3 12 0,-3 0-204,-21-10-109,0 9-272,3 9-85,7 10 14,7 7-116,7 7-1724,4 14-137,5-2 2559,6 13 0,-2-18 0,3 0 0</inkml:trace>
  <inkml:trace contextRef="#ctx0" brushRef="#br0" timeOffset="140883">18284 1541 25946,'-3'-59'713,"-1"0"0,1 8 0,0 7-1049,-2 12 156,1 14-67,2 11 23,0 11 182,1 14-16,-1 5-154,-2 12 1,0 3 103,-2 9-661,1-6 1,-2 6 0,0-1-1328,2 3 0,0-1 1612,-2 16 0,1-2 0,3-27 0,2-5 0,0 7 0</inkml:trace>
  <inkml:trace contextRef="#ctx0" brushRef="#br0" timeOffset="141508">19509 1623 23814,'3'-11'89,"-1"2"29,-1 9 548,-1 0-386,1-2-196,-3-5-39,-4-9 0,-4-11 17,-2-16-18,2-10 40,4-5 35,7 5-47,6 12-83,4 15-6,7 11 12,5 8-6,9 6 11,7 11 11,7 11-6,-1 16-338,-7 12 324,-24-21 1,-4 3 5,-4 3 0,-7 1-3,-8 4 1,-6 0 13,-9 5 1,-5-1-583,-7 2 1,-3-2 561,-4-3 1,-1-2 59,-5-4 0,3-5-6,16-11 0,1-4 142,-29 1-10,44-29-34,5-15-22,21-13-68,17-5 242,17 4-270,6 12-50,2 12-5,-5 11-141,1 15-656,4 8 830,-7 4 0,-1 0 0,-2-1 0,-13-5 0,1 0 0</inkml:trace>
  <inkml:trace contextRef="#ctx0" brushRef="#br0" timeOffset="142248">21100 1580 18975,'-2'-47'1185,"1"0"1,3 1-1,4 8-1056,9 16 34,13-4-68,-3 15-45,12 0-50,17 6-39,-4 12 28,-1 1-28,-3 19-12,-14 5-33,2 14-227,-13 7 267,-15 2 72,-15-3 22,-13-6 40,-9-9 100,-6-10 101,-2-11 482,-13-17-577,21-4 11,-6-10 152,22-3-152,6-2-146,2-3 179,24 0 214,8 10 185,11 2-38,16 8-90,0 9-411,-17-1 1,2 3 33,8 8 1,0 3-836,-10-1 1,-3 2 737,1-1 1,-5 3-590,0 21-485,-21-5-238,-14 9-879,-32 2-929,-13-13 1326,23-21 1,-1-2 1902,-26-1 1,35-8 0,1-2-1</inkml:trace>
  <inkml:trace contextRef="#ctx0" brushRef="#br0" timeOffset="142865">23310 1623 32767,'14'-46'0,"-1"0"0,1 0 0,3-11 0,-3 5 0,-8 12 0,-2 6 0,0-8 0,-5 23 0,0 8 0,-2 13 0,-1 10 0,-5 14-228,-5 21-229,2-1 421,2-13 0,-1 2 158,1 4 1,-1 0-136,1-1 1,1 1 222,-1 4 0,2-2-1389,1 12 887,7-17 161,5-14-56,6-13 209,9-16 1048,10-8-256,8-10-814,5-2 0,-9 7 0,5 2 0,-19 13 0,2 5 0,-14 11 0,-4 10 0,-2-1 0,-1 21 0,-1-4-354,1 21-2243,6-3-5089,7 3 7365,4-11 0,-5-18 0,-5-14 0</inkml:trace>
  <inkml:trace contextRef="#ctx0" brushRef="#br0" timeOffset="143616">26362 1360 27538,'-40'-32'-1484,"4"5"923,16 22 286,-3 2 121,-5 2 29,-2 4 50,-1 1 17,0 3-373,-1 2 452,1 0-7,0 1 5,1 0-13,3 2-17,1 1 22,5 4-5,2 3-6,3 2 34,4 0-12,2 0-5,3-2 28,0-3-17,2-5 162,-8 4-134,5-9 56,-11 8-17,5-7 17,-5 3-39,6-5 236,1 0-1,8-4 89,0 0-66,4-3-186,2-4-94,3-6-12,5-5-34,6-3-16,5 3 11,3 3-11,1 6-11,0 4 10,1 7-10,2 5 5,3 10-5,3 6-1,1 5-10,-1 6-33,-5 3-56,-11 2 5,-17-1 6,-23-3-104,-25-4-172,14-18 0,-3-3-199,-4-1 1,0-3 72,8-1 1,-1-2 512,-4-2 1,4-1 0,9-1 0,-6-2 0</inkml:trace>
  <inkml:trace contextRef="#ctx0" brushRef="#br0" timeOffset="144189">27616 1490 28020,'1'-6'1620,"-1"2"-2197,0 4 373,-19-64-331,4 48 349,-1-18 0,-3 6-74,-12 39 254,-8 14-747,-6 19 265,21-15 1,0 3 455,1 4 1,1 2 1,1 3 1,1 2 90,4 3 0,2 0-41,3 2 1,5 0-20,6-2 1,5-1-141,6-2 0,6-4 15,5-4 0,6-3-77,1-6 0,2-4 168,-1-5 1,0-5 86,21 0 3,-10-21 11,-9-13 313,-8-11-36,-8-5 695,-9 0-909,-13 3 138,-14 5-263,-14 6-24,-12 6-225,-10 9-1474,-8 10 1708,27 5 1,1 2 0,-4 2 0,4 2-1</inkml:trace>
  <inkml:trace contextRef="#ctx0" brushRef="#br0" timeOffset="156103">14563 12850 20554,'-17'-47'1092,"0"0"0,0 0 0,-5-15 1,3 8-679,5 5-285,8 24-67,5 24 28,6 27-12,-2 30-39,-1-13 0,-2 6-593,-2-9 0,-3 3 1,0 1 513,-3 7 1,-1 1 0,-1 2-152,-4 4 1,-2 2-1,0 0-399,4-14 1,-1 0 0,0 1 0,0-1 589,1 4 0,-1 0 0,1-1 0,2-4 0,-5 10 0,3-6 0,4-5 0,1-1 0</inkml:trace>
  <inkml:trace contextRef="#ctx0" brushRef="#br0" timeOffset="156404">14385 13128 10797,'-2'-58'1966,"-1"-1"0,0 1 0,0 3 0,0 1 0,-2 4-1157,-5-8 1,0 4-1410,1 0 1,0 1 781,2 1 0,3 0-62,5 2 1,3 1-40,3 4 1,5 3-46,5 5 0,4 5 81,5 6 0,3 5-89,4 5 0,2 6-3,3 7 0,-1 5 26,23 8-7,-19 12 1,-3 6-20,-16-3 1,-3 2-4,7 13 0,-7 4 0,-15-4 1,-10 0 16,-7 1 1,-7-1-10,-9-1 1,-5-3-12,-5-1 1,-3-3-203,-2-2 0,0-2 155,1-3 0,0-3-73,4-2 0,1-3-448,6-3 1,3-2-6894,-8 5 7442,19-8 0,14-5 0,4-2 0</inkml:trace>
  <inkml:trace contextRef="#ctx0" brushRef="#br0" timeOffset="158160">15198 12511 13228,'3'-5'8507,"0"2"-7190,-3 3-152,26-62-907,-19 43-60,8-17 1,-3 4 76,-12 24-79,1 1-89,-1 1-51,-1 2-23,1 2-229,-1 1 112,-1 7-23,-1 4-10,-2 7 61,-1 3 22,2-2 45,1-2 40,2-8 66,0-3-16,1-6 17,-2-6-28,0-6 5,-2-6 0,-1-1 51,-1 5 27,2 3-44,1 6-62,-1 4-22,-3 6 0,-6 8 22,-8 10-5,-8 10-23,-3 6-22,2 2-6,6 0 39,9-4-16,7-5-23,14-7 17,7-6-22,12-7-3404,19-10 3421,-12-6 38,18-13 1,-20-7 11,5-12-40,-11 5 135,-2-17 0,-13 21 23,0-8 3329,-9 21-3469,-3 9-40,-4 6 17,-2 9 11,-1 9-16,-2 10-12,-1 11 0,1 8-33,4 3-23,4 2 39,9-2-22,9-5 28,10-7 62,7-10-51,3-14-5,2-13 22,1-17-23,1-15 6,-2-13-212,-4-8 235,-6-2-12,-8 0 12,-8 7 16,-5 4-22,-3 8 17,-1 4-39,0 13-1,5 0 6,2 10-33,9-2 240,8 3-224,5 3 6,6 5 17,3 5-11,0 5-6,6 15-28,-12 3-3375,-3 11 3403,-19-10-12,-6 10 7,-4-7 22,-2 8-12,1-3-10,16 3-23,-6-18 22,14 1 3398,0-21-3381,11-13-11,-4 0 11,14-22 12,-15-5-4,-9 1 1,-1-2-26,7-16-1690,-13 8 0,-3 3 1713,-5 9-6,-8-16 17,-14 30 0,-4 5-11,-1 6 22,3 8-27,5 6 3391,-6 12-3442,6 4 16,0 20 23,9-14-11,4 6-6,7-6-28,8 3-207,19 13 56,1-11 124,2-6-18,-1-16 62,-10-13 17,10-19 44,-7-10 7,4-17 21,-6 1-33,-4 12 51,3 0 100,-5 16-162,-7 5 27,-4 6 7,-9 12-40,0 0 39,0 11-10,1 7-7,0 12-42,-1-1 1,-1 2 8,0 8-11,0 19 0,2-24 11,8 1 6,-4-8 50,9-8-6,-7-30-33,1-2 33,10-31-27,-2 6-7,11-19 29,0 12-17,-1 7 28,0 11-22,-7 10 67,11 9-90,-16 7 6,17 7-1,-12 6-4,4 6-18,-5-3-5,4 4 16,-3-5-5,9 0 28,18-6-33,0-14 5,2-7 30,-15-16 1,-3-6-25,-4-4-303,-1-6 1,-2-4 301,-13 14 1,-4 1 11,3-8 0,0 1 16,2-20 24,-4 2-57,-6 33 0,-3-5 0,-1 22 0,-6 9 0,-1 15 0,-2 17 0,1 15-403,2 10 403,5-26 0,2 0 0,0 2 0,3 1 0,3 2 0,2 0-132,5 3 0,2-1-36,0-8 0,2-1-314,7 6 0,3-3-757,-3-8 1,0-3-3920,16 14 5158,-10-12 0,-23-23 0,-6-3 0</inkml:trace>
  <inkml:trace contextRef="#ctx0" brushRef="#br0" timeOffset="158345">17109 12423 15261,'-3'-4'7450,"0"0"-6213,3 4-1231,53-62-1810,-6 44 1638,2-16 1,4 2-277,-9 26 0,1 5-542,3-3 1,0 0 311,-9 0 0,1 0 672,15-3 0,-6 0 0,-11 2 0,16-4 0</inkml:trace>
  <inkml:trace contextRef="#ctx0" brushRef="#br0" timeOffset="158578">18051 11970 27163,'-44'-28'153,"1"1"0,0 4 0,7 13-85,15 36-15,-2 5 0,0 5-36,5-4 0,0 2-1099,-7 17 0,0 4 1079,6-3 1,2 2-52,3 3 1,2 1-135,4 0 1,3 0-244,6-2 0,6-2-163,4-5 0,6-3-193,7-6 1,4-5-1973,6-5 0,2-4 2759,-2-7 0,-1-4 0,11 2 0,-19-11 0</inkml:trace>
  <inkml:trace contextRef="#ctx0" brushRef="#br0" timeOffset="158995">18674 12213 26113,'-38'-25'219,"1"-1"1,0 0 0,-15-7 0,5 13-136,-3 37-23,1 16-53,24-11 1,2 3-387,0 3 0,2 3 392,2 2 0,2 2-14,4 2 0,2 0-11,-1 22 0,16-18 0,6 0-62,15 10 33,-4-16 1,4-2-11,23 5 50,3-17 6,-18-17 370,2-19-303,-16-29 188,-6 4-189,-7-13-60,-12 27 77,-20 1 63,-1 16-96,-16 1 469,2 16-525,3 6-17,5 8-101,12 2-419,13 3-1126,19 0-5317,16-1 6980,7-7 0,-9-8 0,-10-6 0</inkml:trace>
  <inkml:trace contextRef="#ctx0" brushRef="#br0" timeOffset="159245">18946 12071 27217,'-45'-38'332,"0"0"0,3 4 0,14 8-259,28 19 132,10 6-194,14 17-5,15 19-9,-14-4 0,0 4-904,3 10 0,-1 3 904,0 8 1,-2 2-12,-9-17 1,-2 2 0,-2 0-67,-2 0 0,-1 1 0,-3 0-180,-3-1 1,-2 0-1,-4-1-667,-5 18 1,-6-2-3990,-4-7 1,-3-5 4486,5-13 0,-1-5 0,-7 5 0,17-25 0</inkml:trace>
  <inkml:trace contextRef="#ctx0" brushRef="#br0" timeOffset="159528">19431 12277 21859,'-2'-3'3719,"1"1"-3181,1 2-549,82-55-2069,-36 44 1788,10-15 0,3 7-1119,-2 37-1640,-1 10-6605,-11 7 9656,-16-3 0,-15-11 0,-10-10 0</inkml:trace>
  <inkml:trace contextRef="#ctx0" brushRef="#br0" timeOffset="159845">19755 12402 10875,'-10'3'4915,"-26"9"0,-5 2-1963,12-3-2328,-17 5 1,0 0 131,17-3-341,2-2-197,13-2-39,17-6-100,15-1-85,15-6 17,12-4-33,5-9-6,0-9-333,-4-12 361,-26 12 0,-4-2 11,-2-4 1,-3-3 10,-4-1 0,-3 0 56,-6 1 1,-3 1 134,-1 2 0,-3 2 240,-4 0 1,-1 1-174,-3-7 68,-3-1-348,14 23 0,0 2 0,3 8 0,3 17 0,1 31 0,3-5-100,1 0 1,2 2 99,2-8 0,1 0 0,2 10 0,2 3 0,1 2 0,-1 3-785,-5-9 1,-1 3 0,-1-3-2624,0 3 1,-3-1 3407,-4 14 0,-4-8 0,-2-21 0,-4-1 0</inkml:trace>
  <inkml:trace contextRef="#ctx0" brushRef="#br0" timeOffset="167127">23240 11772 20789,'-23'-53'1275,"1"-1"0,8 12 1,-3 7-795,-35 6-268,16 31-135,-9 3 57,-5 25-54,19 0 1,1 3-369,4-7 0,0 2 302,-5 12 0,-2 6 0,4-5-10,9-9 1,1 0-18,-6 17 1,-3 8 0,6-6 11,9-17 0,3 1-4,0 12 1,2 5-1,6-5-13,10-9 1,7-3-964,8 15 0,5-4 974,-3-19 1,5-5 10,11-1 1,2-5-9,-10-8 1,1-5-1,9-6 0,-1-7 48,14-18-26,-32 4 1,-5-5 42,-4-25-17,-11 12 39,-13-7-12,-9 16-4,-17-1-24,7 21 1,-4 4 6,-28 4-329,-1 8 278,3 16-2199,7 17 2188,11-5 337,17-2 0,7 3-993,15 8-1159,17 16-5478,30-17 7306,8-10 0,-15-14 1,-15-8-1</inkml:trace>
  <inkml:trace contextRef="#ctx0" brushRef="#br0" timeOffset="167418">23608 12229 19927,'-52'3'1338,"0"0"1,14-1 0,5 0-1015,7 0-156,28-2 336,44-6-442,-13 2-3,8-2 0,4-1-349,-12 1 0,-1 1 354,9-2 1,1 0 16,-3 0 1,-1 1-12,-4 0 0,-3 0-20,12-2 191,-10-1-280,-18 5-544,-4 0-2195,-7 2 2778,-2 1 0,-1 0 0,0 1 0</inkml:trace>
  <inkml:trace contextRef="#ctx0" brushRef="#br0" timeOffset="168078">24568 11837 21428,'6'-47'997,"0"0"0,0-1 0,2-14 0,-2 9-471,-3 16 23,-2 17-415,1 11 4,1 16-76,3 12 46,0 18-75,-1 17-30,-2-20 0,-2 2-162,-3 5 0,-2 1 38,-3 5 1,-2 1-776,-4 3 1,-2 1-570,-2 1 1,-2 0 865,1 3 0,0-4 0,-3 8 1,7-13-1</inkml:trace>
  <inkml:trace contextRef="#ctx0" brushRef="#br0" timeOffset="168445">22606 12939 12799,'-59'13'1278,"0"0"0,0 0 0,8-2 0,2 0 1,10-3-815,-1-1 937,44-11-722,42-10-447,-5 2 0,5-1-847,-6 1 0,2 0 0,3 0 661,6-1 1,3 0 0,1 0-37,-10 3 0,2-1 0,1 1 0,0 1-20,2-1 0,1 1 0,0 0 0,0 1-434,1 0 1,0 0 0,0 1-1,0 1-46,-3 0 0,1 1 0,-1 0 0,-1 1 490,14-1 0,0 1 0,-7 0 0,-5 1 0,-5 1 0,-11 1 0,0 0 0</inkml:trace>
  <inkml:trace contextRef="#ctx0" brushRef="#br0" timeOffset="168812">23052 13356 21388,'0'-7'1498,"15"-34"1,7-8-1023,7 4-844,1-10 1,3 3 502,12 14-68,-2 18 285,-3 13-324,-8 20 161,-10 17-145,-9 20-41,-12-18 0,-3 3-303,-3 3 0,-3 2 289,-2 2 0,-3 2 11,-7 9 0,-1 0 0,6-18 0,0-1 20,-6 11 0,0-4 47,-1-5 509,1-3-492,14-22-67,37-35-39,2 2-60,7-6 1,6-2-877,-3 5 0,1 0 361,-4 3 0,1-1 0,2 0 597,7-3 0,2 0 0,-5 3 0,-5 2 0,-2 1 0,-1 2 0,0 1 0</inkml:trace>
  <inkml:trace contextRef="#ctx0" brushRef="#br0" timeOffset="169061">25044 12374 23685,'43'-23'-220,"0"-1"0,0 1 0,10-8 1,-3 8-583,-10 18 1,-2 4-1646,-5 1 1,1 1 2446,9 3 0,-3 0 0,7 0 0,-12 5 0</inkml:trace>
  <inkml:trace contextRef="#ctx0" brushRef="#br0" timeOffset="169435">25193 12496 22335,'61'9'-10,"-1"0"1,-3-2 0,-4-4 3,-14-11 1,-3-3 28,18-14-7,-12-2 29,-23-14 22,-17 0 68,-12-16 206,-4 19 1,-4 0 109,0 5 0,-1 2-225,0-1 1,-1 2 462,-13-17-128,15 20-69,0 0-156,11 12-190,4 10-28,14 9-107,-1 3 6,22 18-3,-10-1 0,1 1-20,16 18-250,-10-5 1,1 4 227,-8 0 0,-3 0-398,-2-7 1,-2 1 176,0 16 0,-6 0-480,-13-18 1,-6-1-4188,-11 15 1,-3-2 3916,6-16 0,-1-4 1,-3 1-1,2-7 1,11-12-1</inkml:trace>
  <inkml:trace contextRef="#ctx0" brushRef="#br0" timeOffset="170136">26942 12151 19680,'1'-6'4610,"0"1"-3120,-1 5-1412,19-38-22,-12 28-39,13-28 0,-17 38 22,-2 0 34,-17 0-6,0-4 12,-14-7 16,8-10-6,8-11-61,7 3 17,15-8 0,10 9-6,27-6-22,2 14-1023,14 6 1006,-20 16 0,10 12-3,-25 3 1,-1 6 4,-1 1 1,-3 4-230,1 9 0,-7 3 224,-12-2 0,-10 1 6,-8 4 0,-8-2-627,-10 3 0,-7-1 611,8-13 0,-2-1 0,-2-1 7,-1-1 1,-1 0-1,0-3 0,-16 8 1,1-5 327,8-7 0,3-5-109,-16-4-118,28-15 85,29-25-68,21 3 5,17-13-50,8 13-44,2 9 394,-11 9-406,12 15-17,-13 7-33,21 14 674,-3 5-1218,-22-15 1,2 1-1893,5 0 0,0 1 2475,-2-3 0,-2-1 0,13 5 0,-20-10 0</inkml:trace>
  <inkml:trace contextRef="#ctx0" brushRef="#br0" timeOffset="170326">27794 12423 26424,'-25'-31'-1126,"0"0"0,-7-13 1126,56 52 0,-9-1 0,5 0 0</inkml:trace>
  <inkml:trace contextRef="#ctx0" brushRef="#br0" timeOffset="170895">28507 12021 21511,'0'-6'3686,"0"2"-3047,0 4-510,-29-62-90,20 45-11,-9-18 0,-3 4-11,-3 27-17,0 1 17,-20 1-12,17 2 29,-35 6-40,20 1 17,-14 7 23,24 1-34,10 2 11,8 2 0,4 3 17,4 2 23,3 3-6,3 0 11,-2 1 0,1-3-12,-2-1 52,-2-3-46,-2-2-22,-3-2 17,0-3-23,2-4 90,4-4 101,2-3-34,2-5-61,2-6-23,3-5 11,4-3-38,6-1-40,5 3 5,8 3-10,7 3-7,9 4-21,6 10 5,4 8 17,3 12-26,-29-9 1,0 2-327,0 1 1,-2 3 328,-2 1 1,-2 2-79,8 26-301,-22-1 133,-32-6-342,-24-7 45,14-23 1,-2-2-587,-2-3 1,-1-2-3782,3-2 1,1-2 4220,-11-1 1,17-3 0,23 0 0</inkml:trace>
  <inkml:trace contextRef="#ctx0" brushRef="#br0" timeOffset="171101">28529 11930 21287,'-4'-9'3400,"1"2"-2795,3 7-375,0 0-263,67-42-441,-35 28 474,9-4 0,11-5 0,-10 7 0,-10 9 0,0-1 0,1 1 0</inkml:trace>
  <inkml:trace contextRef="#ctx0" brushRef="#br0" timeOffset="171387">29405 12041 26211,'32'-38'-196,"0"1"0,1 4 0,1 11-143,-2 23 0,0 7-594,3 0 1,0 3-54,0 1 0,-1 3-927,-3 1 1,-2 1-6775,12 20 8687,-18-7 0,-16-11 0,-7-10 0</inkml:trace>
  <inkml:trace contextRef="#ctx0" brushRef="#br0" timeOffset="171726">29602 12159 19036,'-61'7'1710,"0"1"0,8-2 1,8 0-1303,17-3-128,15 0-28,13-2-112,25 0-134,-1-1-51,32 1-61,-1-1 33,-12-3 0,1 0 51,16-2 10,-22-2 1,-3-4 34,-5-16 33,0-20-318,-20 15 1,-4-2 319,0-6 1,-3-1 45,0-3 0,-1 0 75,0 3 1,0 3 273,2-23-61,-1 24-213,0 19-128,-2 13-34,1 8-29,3 9 35,5 14-6,8 17-12,4 16-120,-9-23 0,-1 1 78,0 3 1,-1 2-59,-1 0 0,-2 0-346,-2-3 1,-2 0-115,-1-3 1,-3-2-1871,-11 22 2425,-13-8 0,8-24 0,-2-6 0</inkml:trace>
  <inkml:trace contextRef="#ctx0" brushRef="#br0" timeOffset="172185">30568 11963 17445,'-4'-5'5764,"1"1"-5252,4-27 1,5-7-272,3 13-51,2-17 0,4 2 79,16 22-34,9 1-32,0 7-103,0 6-77,14 12-12,-17 1-22,18 21 22,-29-8-48,-4 6 1,-4 4-25,-4 19 24,-11-13 1,-6 1 19,-10-7 0,-7-2 17,-8 0 0,-5-4-354,-4-2 0,-3-3 385,0-3 0,-1-1 14,3-4 0,1-1-3,6-2 0,1-2 208,-11 4-177,17-6 67,15-3-17,17-2-95,12-3-62,24 0-53,-1 0 1,2 1 24,-9 1 0,0 0-402,6 2 0,4 0 0,-2 2-1399,11 3 1,-2 2 1355,7 1 0,-3 0 0,-18-3 0,-4 0 0,4 2 0</inkml:trace>
  <inkml:trace contextRef="#ctx0" brushRef="#br0" timeOffset="172410">30256 12549 18986,'-6'0'4049,"1"0"-3220,5 0-689,99-3-2068,-51 1 1928,-2 1 0,9-1 0,-4 1-40,-10 1 1,-2-1-182,11 0 0,2 1-2106,6 3 0,-3 1 2327,-15-2 0,-3 1 0,24 4 0,-41-3 0</inkml:trace>
  <inkml:trace contextRef="#ctx0" brushRef="#br0" timeOffset="172635">30281 12817 27001,'44'-17'207,"0"0"0,0 1 0,0 0 1,-1 0-1,-3 4-182,-3 4 0,0 3-527,9-2 1,-1 1 509,-10 3 0,0 1-11,5 0 1,1 0 97,-8 0 1,-2 2-1070,15 0-7189,-18 2 8163,-15-1 0,-8 1 0,-4-2 0</inkml:trace>
  <inkml:trace contextRef="#ctx0" brushRef="#br0" timeOffset="177135">19461 4016 19893,'44'-25'-37,"0"1"0,0-1 0,1 3 0,0 0 0,2 5-129,5 7 0,1 4 0,-1 2-1521,-7-1 0,-1 2 1,0-1 1358,19 0 0,-3 1-1229,-14 4 0,-7 2-848,-5 5 1077,-18 8 1407,-51 7 119,0-9 1,-6-1 298,-14 2 0,-3 0 126,14-4 1,0-1 0,-1 1 177,-1-1 0,0 0 0,1 0 201,-18 4 1,2 0-407,11-4 1,5 0 47,-16 4-218,32-8-6,28-6 2257,24-9-2509,26-5-129,-12 3 1,3 0-447,10-1 1,3-1 406,-5 2 0,4 0 0,-4 0-153,4 0 1,0 1 66,-6 1 0,2-1 0,-6 3-284,-7 1 1,-5 1-931,28-4 242,-41 6 694,-51 10 369,-1-1 1,-6 2-314,-16 3 1,-3 1 525,15-2 1,-2-1-1,1 1 28,-1-1-1,-1 1 1,2 0 247,-17 4 0,3-1-222,11-2 1,5-1 721,-2 2-449,26-5-2079,48-11 1753,-2 0 77,6-2 1,5-1-218,-4 0 1,2-1-681,25-4 0,2 0 582,-18 3 1,-1 0-351,18-3 1,-1 1 100,-21 4 1,-4 1-1,17-4 1,-11 3-1</inkml:trace>
  <inkml:trace contextRef="#ctx0" brushRef="#br0" timeOffset="182039">11105 8312 23086,'-19'-40'382,"1"0"1,0 0 0,5 17-361,13 27 23,0 12-17,5 14-11,4 14 11,5 10-6,6 3-337,3 0 327,4-6 100,2-10 207,-2-14 162,-1-15-88,1-21-186,7-20-145,-12 3 0,1-4-559,6-9 1,1-2 571,3-6 1,1-3 2,2-2 1,-1 0-18,-2 1 1,0 1-9,-3 5 1,-1 2-21,-4 6 1,-1 2 114,-3 7 0,-1 2-176,23-17-62,-15 20-487,9 6-896,-13 14-1921,2 12 3394,-6 4 0,-9 0 0,-6-4 0</inkml:trace>
  <inkml:trace contextRef="#ctx0" brushRef="#br0" timeOffset="206649">13732 15055 17020,'5'0'4290,"0"1"-1489,-5-1-1950,8 6-156,1-8-309,12-4-167,3-17-51,8-12-51,4-11-389,-18 21 1,0-2 285,0-4 0,-2-1 5,-1-4 1,-1-3 0,-2-4 0,-3-3-6,-1-3 0,-2 0 11,-2 1 0,-2 2-14,-2 7 0,-2 3-11,-6-13 23,-9 26-12,-9 22 6,-6 18 5,-5 19-498,0 15 476,20-19 0,1 3-389,2 5 0,2 2 383,1 5 1,3 1-51,1 3 0,4 0-135,4 1 1,5-1-258,4-3 1,5-2-593,6-3 1,7-4-1143,3-5 1,5-4 2181,5-4 0,0-5 0,6 2 0,-7-11 0</inkml:trace>
  <inkml:trace contextRef="#ctx0" brushRef="#br0" timeOffset="207006">14315 14920 13973,'1'-3'8581,"-1"0"-5826,0 3-2682,-19-18-50,14 19-6,-12-11-12,33 25 1,-1-4-17,22-3-1,-3-8 35,10-10 22,-4-8 55,-8-11 136,-12-10 128,-10-4 67,-10-2-56,-9 2-50,-7 7 44,-9 9-285,2 13-61,2 9 22,1 16-29,0 11-4,-5 17 16,1 11-42,13-16 0,2 2-20,-2 15-363,8-13 1,3 0-427,12 17-23,-1-19 0,5 0-4070,16 4 1,4-4 4474,-6-10 1,-1-2 0,1-3 0,-2-4 0,-3-8 0</inkml:trace>
  <inkml:trace contextRef="#ctx0" brushRef="#br0" timeOffset="207340">14978 14930 22010,'17'-53'1447,"0"0"0,-7 7 0,-9 16-982,-21 38-123,-19 25-208,6 5-709,11-7 1,1 4 627,4-2 0,1 3-33,-3 12 0,1 4-9,2 5 0,4 4-71,3-4 0,3 3 1,1-3-859,-1 6 0,3 0 710,1-17 1,0 4 0,1 0 0,0-3-488,0-3 1,1-1-1,-1 0-1071,0 10 0,-2 1 0,-2 0-1511,-5 0 0,-3 1 0,0-5 1869,-1 1 0,-4-6 3712,-13 3 1,-5-13 1441,-14-26-1382,-10-30-1040,36-6 1,4-8-649,3-14 0,7-5-239,8 13 0,2-2 0,3-1-312,2-2 1,2 0 0,3 0 21,2 1 1,2 0 0,2 2-94,1 1 0,1 2 0,2 0-54,9-14 0,5 1-265,0 9 0,5 0 0,-3 4-1,-2 1 0,0 3-737,4 1 0,4-2 1,-5 7-4196,11-4 5198,-13 10 0,-3 2 0,-8 6 0,0 1 0</inkml:trace>
  <inkml:trace contextRef="#ctx0" brushRef="#br0" timeOffset="207773">15200 15247 26788,'7'-22'571,"4"-4"-448,-4 12-16,4-7-46,-2 2-55,2-5 33,3-9 17,6-13-48,-8 16 1,0-3-452,1-6 1,0-1 445,-3 5 0,0-1 2,-2-5 1,0-4-1,-2 2 9,-2-3 0,-1 0 4,1 4 1,-1-4 0,-2 4 26,-3-4 0,-2 3 22,1 7 0,-2 3 34,-5-12 89,0 12-33,3 21-112,-1 7-28,0 18-6,-1 22-5,0 5 2,3-4 0,0 6-1391,-3 17 0,2 1 1380,0-10 0,2 2-52,0-6 1,1 6-1,1 0 1,2-4-340,3 12 0,4-1 134,0-4 1,1 3-1,4-4-421,9 6 1,5-6-911,2-8 1,1-5-883,-6-12 0,0-3 2473,14 9 0,-27-28 0,-3-3 0</inkml:trace>
  <inkml:trace contextRef="#ctx0" brushRef="#br0" timeOffset="207931">15267 14999 25853,'-9'-44'-40,"-1"0"1,-2 7 0,11 4-1322,37 14 0,10 6 1361,9-7 0,-23 8 0,-2 1 0,-4 2 0</inkml:trace>
  <inkml:trace contextRef="#ctx0" brushRef="#br0" timeOffset="208922">16067 14581 20076,'7'-60'946,"0"1"1,0 10 0,-4 8 872,-13 18-1410,-9 19 224,-4 11-510,-7 19-22,0 18-65,13-14 1,0 3-638,-2 5 1,-1 3 605,-1 5 1,-1 3-20,-1 4 0,0 2-227,1 2 0,2 2 90,3-3 0,3 0-405,4-5 0,5-2 458,3-13 0,6-3-196,11-1 0,7-6-82,17-7 180,-7-13 0,1-7 412,-2-10 1,-1-7-304,5-9 1,-2-4 66,-5 5 0,-1-5 20,1-7 0,2-4 0,-2-1 45,3-6 0,-2-3-592,-1 3 1,2-4-1,-3 3 606,-1 1 0,-1 0 161,-4 3 0,0-3 1,-2 7 57,5-13-91,-4 6 1,-2 7-14,-9 23 195,2-1-212,-6 16 410,3 8-421,-1 15 3082,0 16-3166,-3 17-54,-2-19 1,-2 2-41,-3 6 0,-2 2 18,-1 4 0,-1 0 3,-2 1 0,0 0 14,1-3 0,0-3-3,-2 19 16,6-3-4,8-37 10,5 1-16,9-31-23,9-16 28,7-12 6,6-5 22,-2 4 28,-5 9-33,-6 13-23,-12 8 1008,-1 17-957,-5 10-51,1 1-39,3 10 28,-1-8 50,8 5-50,5-4-33,7-6 22,-5-9-40,18-10 57,-16-13 27,12-9 68,-15-10 62,-5 0 105,-4 0 85,-5 7-213,-6 8 108,-2 5-248,-3 10 0,-1 0 0,-3 17 0,0 0 0,-2 13 0,3-7-186,4 13-951,5-9-3461,7 10 4598,3-13 0,-5-8 0,-4-7 0</inkml:trace>
  <inkml:trace contextRef="#ctx0" brushRef="#br0" timeOffset="209097">17147 14587 22963,'-5'-4'3282,"1"0"-3092,4 4-1613,0 0-1506,-21-25 2929,24 36 0,-22-32 0,28 39 0</inkml:trace>
  <inkml:trace contextRef="#ctx0" brushRef="#br0" timeOffset="209422">17316 15100 27014,'29'-38'66,"0"0"0,1 0 0,-2 0 0,1 0 1,-4 0-48,3-9 1,-3-1-1112,2-6 1,-2-1 1111,-2 0 0,-3 0 8,-4 5 0,-5 3 334,-5 8 1,-4 4-218,-13-16 466,-8 19-487,-4 13-9,5 9-76,6 9 1260,3 11-1282,1 14 0,-1 20-6,-1 17-8,6-25 0,1 2-179,1 3 0,1 1 33,3 1 1,3 0-253,2 0 0,3-1-456,5-2 0,4-2-609,3-3 1,3-3-3457,2-5 1,0-4 4037,13 7 1,-13-15-1,-20-12 1</inkml:trace>
  <inkml:trace contextRef="#ctx0" brushRef="#br0" timeOffset="209813">18130 14728 23590,'13'-46'1096,"-1"1"0,-2 4 0,-9 11-688,-24 23-139,-12 17-118,-9 13-112,18-4 1,1 4-319,0 2 1,1 2 286,1 2 1,2 1-12,3-1 1,3 1 76,-4 25-225,23-4 95,6-21-45,24-7 45,0-24 50,14-14 12,3-17 5,-22 7 0,-2-4-415,3-7 0,-1-4 434,2-10 1,-2-4-13,-9 14 1,-1-2 0,-1 0 18,0-2 1,-1 0-1,-1 0 24,-2 3 1,-1 0 0,-1 2-147,2-12 0,-3 4 247,-3 10 0,-4 3 91,-6-17-253,-7 16 0,0 18 0,0 7 1222,5 13-1222,-9 26 0,-6 18-210,3-7 1,0 5 209,-2 6 0,0 2 0,0 6 0,2 2 0,7-18 0,1 0 0,3-1-959,2 20 1,6-1-224,7-5 0,5-3 1182,8-1 0,3-6 0,4 4 0,0-12 0</inkml:trace>
  <inkml:trace contextRef="#ctx0" brushRef="#br0" timeOffset="210406">18740 14197 22419,'-2'-48'1249,"0"0"0,0 5 0,-4 16-1075,-6 35 168,-5 23-12,3 12-204,6-10 0,-2 4-20,-4 18 1,0 3-1171,0-2 1,1 1 1057,-2 0 1,2 1 5,2 1 0,4-2 52,7-13 1,7 0-266,8-3 0,5 0 0,4-2-333,17 8 0,5-6-237,-13-14 1,2-2-1,3-4-2122,4-2 0,4-4 0,-4-3 2905,2-1 0,-3-2 0,-2 1 0,-5-3 0,4-2 0</inkml:trace>
  <inkml:trace contextRef="#ctx0" brushRef="#br0" timeOffset="211566">19465 14213 16768,'11'-7'7270,"-3"2"-7013,-8 5 427,0 0-488,12-7-68,-9 9-9,10-4 9,-12 11-55,0-3 185,-3 4-107,-6-3-28,-7 1-11,-9-3-22,-8-2 16,-5-3 34,0-8 11,5-6-27,12-9-29,9-5-56,11 0-17,8 2-10,7 6-7,5 9-10,4 5 5,4 8 11,6 10 0,3 9-17,3 13-27,-1 7-57,-5 11 20,-22-23 0,-3 3-251,-5 2 0,-5 2 240,-8 2 0,-6 1 13,-8 2 1,-5-1-421,-8 1 1,-5-3 515,-4-3 0,-1-4-12,10-7 1,-2-5 53,-10-3 0,2-9 87,0-14-17,-3-26-112,41 2 56,30-18-11,11 25-28,13 4-28,2 11 22,1 16-50,2 10-120,-22-4 1,1 1-94,2 1 0,3 0-533,3 1 1,-1-2-62,-6-2 1,1-2 817,13 1 0,-4-2 0,-12-3 0,14 1 0</inkml:trace>
  <inkml:trace contextRef="#ctx0" brushRef="#br0" timeOffset="211789">20092 14028 27029,'-4'-43'274,"0"0"0,-2 3 1,7 13-152,19 29-61,8 18-29,12 22-19,-17-9 0,-1 4-746,-1 11 0,-3 1 724,-3-7 0,-4 3-138,-5 5 0,-4 6 1,-4-3-438,-7 5 1,-6 1-878,2-4 1,-3 4 0,-3-4 1459,-5-9 0,-2-3 0,1-4 0,2-2 0,1-5 0,2-6 0,-1-1 0</inkml:trace>
  <inkml:trace contextRef="#ctx0" brushRef="#br0" timeOffset="212497">20818 14181 25371,'45'-22'-111,"0"-1"0,0 1 0,-1 2 0,-1 1 0,-3 6-127,2 8 0,-2 5-290,-2 2 1,-1 2-425,23 9-38,-24 13 329,-26 11 549,-34 8 171,1-19 0,-6 0-341,-9 3 1,-5-1 611,-4 2 1,-3-1 148,0-2 0,0 0-20,3-3 0,2-1-120,9-5 0,4-1 255,-9 5-51,29-12-57,31-13-396,24-11-76,-10 2 0,3-3-374,6-3 0,0-2 340,4-3 1,-2-3-7,0-2 1,-3-2 36,-4-2 1,-4-3 2,-6-1 0,-6-2 208,-7 1 0,-5-1-163,-9 2 0,-6 2-26,-5 2 1,-5 3 173,-5 4 0,-3 4 169,-26-12-102,7 14-95,14 10 698,14 6-731,10 7 452,7 1-475,4 11 34,12 17-124,-2-3-19,-2-3 0,1 3-311,11 22 277,-10-16 1,1 2-399,0 3 1,-2 1 221,-1 1 0,-3 2-384,-2 0 1,-4 0-1894,-7 2 0,-3-2 1876,-3-5 1,-1-3-1,-8 10 1,5-22-1</inkml:trace>
  <inkml:trace contextRef="#ctx0" brushRef="#br0" timeOffset="219063">22342 14296 16992,'3'0'5903,"-1"-1"-4503,-2 1-1209,35-13-34,-23 14-29,25-8-27,-33 19-28,-2 2-23,-3 3 12,-5 0 5,-6 0-16,-7-2-1,-4-3 28,-3-6 13,2-3 9,4-9 7,5-9-46,8-2 135,6-19-123,5 18 112,14-22-118,-1 21-44,5-3-1,4 7-5,11 9-12,4 4-16,7 12-45,-12 14-28,-9 25 56,-12-9-189,-13-7 1,-6 3 132,-25 19-506,3-16 1,-5 0 547,-10 4 0,-5 0-530,11-12 0,-2 0 0,0-2 578,-8 7 0,-1-2 44,6-5 0,-3-1 1,4-5-14,9-7 0,1-3 13,-10 4 1,11-11 288,27-31-339,15 0 17,9 4 0,5 1 16,25-1-21,1 2-10,-12 11 1,1 1 569,18 3-606,-15 3 1,0 0-46,14 5-299,-12 4 0,1 2-574,-14-1 0,1 0 967,20 6 0,-2 0 1,-4 0-1,-6-2 1</inkml:trace>
  <inkml:trace contextRef="#ctx0" brushRef="#br0" timeOffset="219432">23472 14433 26183,'-34'20'-116,"1"0"1,-2 1-1,2 1-302,9 3 1,1 2-1182,-6 1 0,-2-1-1017,-3 2 0,-2-1-305,-1 0 0,-2-3 2151,3-5 0,0-4 1593,-15 5 3841,6-31-1572,30-16-913,6-26-627,23-9-1147,-1 29 0,2 0 37,3 2 1,2 2 279,20-17-256,-4 17 260,-4 14-608,-4 17-45,4 15-73,6 17-56,-14-11 0,1 2-171,3 4 0,2 0-518,1 3 1,2 0-3380,1 0 0,1-2 4124,-5-5 0,-2-2 0,9 4 0,-17-14 0</inkml:trace>
  <inkml:trace contextRef="#ctx0" brushRef="#br0" timeOffset="219822">23990 14437 25359,'20'-45'278,"-1"1"1,-1 3-1,2 9-177,9 22-90,3 5-27,1 11 21,-2 10-10,-7 15-7,-9 14-21,-9 11-241,-9-24 1,-5 1 256,-4 2 1,-4-1-10,-6 1 1,-5-1 14,-3 0 0,-3-3 27,-1-2 1,-1-2 8,2-4 1,1-2 2,-19 10-17,20-12 11,20-9-22,24-8-5,16-7-18,18-5-145,14-3-606,-25 5 1,2 1 254,4 0 1,2 0-1588,5 0 1,0 0 2105,-3 1 0,-4 1 0,14-2 0,-25 2 0</inkml:trace>
  <inkml:trace contextRef="#ctx0" brushRef="#br0" timeOffset="220040">25202 14273 24015,'0'-3'2947,"0"0"-2309,0 3-576,10 3-34,-9 20-56,2 14-247,-13 23-224,3-26 1,-1 0-973,1 1 0,0 1 1471,1 1 0,1-1 0,-1 4 0,3-7 0</inkml:trace>
  <inkml:trace contextRef="#ctx0" brushRef="#br0" timeOffset="220248">24742 14507 18235,'-4'0'4106,"0"-1"-3468,4 1-604,91-20-1201,-32 13 926,-15 0 0,7-1 0,-3 2-854,-1 4 0,-2 2 1095,11-1 0,-4 0 0,6 1 0,-4 0 0</inkml:trace>
  <inkml:trace contextRef="#ctx0" brushRef="#br0" timeOffset="220456">25978 14229 27281,'-21'6'213,"-5"23"-387,10 20-95,-2 4-1316,-2 4 1585,7-3 0,3-17 0,5-5 0</inkml:trace>
  <inkml:trace contextRef="#ctx0" brushRef="#br0" timeOffset="220714">26536 14241 23987,'40'-15'-665,"0"0"0,1 0 0,16-3 0,-6 6-416,-4 18-3405,5 11 4486,-16 2 0,-9-5 0,-9-2 0</inkml:trace>
  <inkml:trace contextRef="#ctx0" brushRef="#br0" timeOffset="221065">26637 14417 18067,'-42'11'1330,"-1"-1"0,1 1 1,-9 1-1,7 0-736,5 3-225,26-6-49,18 2-287,9-6-78,15-2 1,6-2-141,25-1-220,-22 0 1,1-1 233,4 0 1,0-3-35,-8 0 1,2-3-68,12-8 1,0-4-1376,-11 0 0,-3-2 1663,-4-1 1,-4-1 143,1-31 193,-21 9 27,-9 11 1,-3-1 246,-9-18 35,-10 0 4,6 23-375,6 12 152,4 8-124,4 6 183,2 1-401,0 7 3471,1 12-3544,0 0 20,0 19-37,0 0-87,1-3 1,0 2-71,2 15-806,-1-4 0,0 1-8879,-1 7 8395,-1 7 0,-1-32 0,0-21 1</inkml:trace>
  <inkml:trace contextRef="#ctx0" brushRef="#br0" timeOffset="221840">28618 14051 24570,'-17'-48'368,"0"-1"0,3 5 0,1 9-279,4 22 40,-1 3-67,-5 10-29,0 0 18,-17 10-12,0 5 6,-13 5 11,-3 4-12,5 0 7,9 0 33,9-1 11,9 0 39,6-1-5,2 3-17,1 0 6,-1 4 44,0-1 29,-2 0-1,1-4-95,2-7 174,2-3-118,4-7 17,0-1 17,1-4-90,1-2-22,3-2 11,3-2-45,6-4-15,6-4-24,8-1 0,7 0 0,7 2 0,4 5 0,2 6 0,-1 8 0,-3 8 0,-4 12 0,-5 11 0,-7 9 0,-10 7-296,-15 1 268,-21-2 0,-1-28 0,-4-3-17,-24 12-31,-3-12 1,-5-5-43,13-6 1,-1-3-504,-18 4 0,0-2 58,15-7 1,4-3-1962,9-5 1,4-1 2523,-8-9 0,24 2 0,11 5 0</inkml:trace>
  <inkml:trace contextRef="#ctx0" brushRef="#br0" timeOffset="222139">28020 14801 22867,'-5'0'3047,"2"0"-2582,3 0-487,43-27-29,7 18-382,-5-5 1,5 1 312,-4 11 0,0 3-130,0 1 1,0 2-264,-3 0 1,-1 2-608,-6 1 0,-2 2-7216,17 10 8336,-23-2 0,-15-6 0,-10-5 0</inkml:trace>
  <inkml:trace contextRef="#ctx0" brushRef="#br0" timeOffset="222374">28082 14978 27225,'55'-6'166,"-1"1"0,-1 0 0,-2 2-119,-8 2 1,-1 1-219,0 0 0,-1 0 216,-1 0 0,-2 0-23,-3 0 1,-2 0 10,19 1 81,-18-1-360,-15-2-427,-11-1-106,-6-1 779,-6-6 0,3 6 0,-2-2 0</inkml:trace>
  <inkml:trace contextRef="#ctx0" brushRef="#br0" timeOffset="225130">24781 3876 21853,'50'-15'-130,"0"-1"0,-1 1 0,1 1 0,0 1 0,-2 3-186,14 5 0,-1 3-1396,0 0 0,-2 1-728,-5 1 1,-4 1 2439,-10 2 0,-5 1 0,5 0 0,-23 3 0</inkml:trace>
  <inkml:trace contextRef="#ctx0" brushRef="#br0" timeOffset="225340">24615 3996 14247,'-45'11'1964,"1"-1"0,2 0 1,18-3-1322,34-7-94,22-5-202,31-7-936,-21 4 0,5-2 681,9-1 1,2 0-39,-14 3 0,0 1 1,1-1 1,1 1 0,0-1 0,1 1-353,-2 1 0,0 0 0,0 0 322,16-3 0,-1 1-48,-9 2 1,-3-1-59,-10 2 0,-5 1-889,8-2 970,-26 2 0,-11 3 0,-8 1 0</inkml:trace>
  <inkml:trace contextRef="#ctx0" brushRef="#br0" timeOffset="228206">11032 11616 11155,'-52'27'2113,"-1"1"1,1-1 0,5-2-1739,8-2-11,2-1-123,31-16 219,4-1-203,8-4-114,24-12 1,17-12 0,-1 2-197,-2 2 0,2 0-423,-2 1 1,6-4 0,1 0 0,-4 3 419,-3 3 0,-2 3 0,0 0-98,18-2 0,-3 3-187,-9 3 1,-6 5-13,9 15 0,-49 20 246,-18-4 1,-10 1 81,-13 8 0,-7-1-437,9-7 1,-1 0 0,-2-1 532,-4 3 0,-2-1 0,0 0 43,-1 1 0,-1 0 0,0-1 1,1-1 1,0 0 0,0 0 73,3-3 0,0 0 1,2-1-105,3-3 1,0 0 0,2-2-152,-12 4 0,3-2 332,8-4 0,2-3 387,-14 1-384,22-11 1140,24-18-1409,28-16-3,1 5 0,6-2-190,11-8 0,6-1 189,-10 9 0,2-1 1,1-1-7,3 0 1,2 0 0,-1 0-19,1 1 0,0 1 0,-1 1-46,-4 3 1,-1 1-1,-2 1-58,9-2 1,-6 2-25,8 0 133,-43 23 34,-35 17 14,2-3 1,-4 3 13,-6 2 0,-2 2 415,-5 2 0,-2 1-412,-1 1 0,-2 1-82,-1 0 1,-1 1 64,-1 1 1,-1-1 13,1 0 0,-1 1-883,13-9 0,-1 1 1,4-2 882,-1 0 0,2-1 14,-4 2 1,7-5-66,18-11-21,20-16 33,37-21-12,-4 5 1,6-3-165,-8 6 0,3-1 0,1 0 172,5-2 0,1-1 1,1 0-1,1 1 0,2 0 1,-1 1-12,-2 2 0,1 0 0,-2 2 19,-5 3 0,-1 1 0,-1 2-108,7-2 1,-3 3 2515,7 0-2434,-41 22-1,-40 19 31,0-3 1,-5 1-549,-11 6 0,-3 2 584,11-9 1,0 1 0,-1 0 7,-2 0 0,0 1 1,-1 0 21,-9 4 1,-1 0 0,4-2-22,-2 1 0,2-2 38,8-5 1,-1 0 0,6-4 1657,-11 2-1486,7-5 624,36-23-797,38-21-51,-1 5 1,7-3-457,4-1 1,5-2 0,1-1 440,-3 3 0,1 0 1,0 0-16,2 0 0,0 0 1,0 0-1,-3 3 0,0 1 1,-3 2-2,4 0 0,-2 2 658,3-3 1,-5 5-449,-6 8-178,-36 16-4,-28 14 0,-16 5 37,-5 3 0,-5 2-573,6-3 1,-3 2 0,0-1 532,-4 2 1,-1 0-1,1 0-59,1-2 0,1 1 0,2-2-60,5-3 0,1-1 0,3-1 369,-6 2 0,7-4-2911,5-4 2628,40-22 0,9-3 0,4-2 0</inkml:trace>
  <inkml:trace contextRef="#ctx0" brushRef="#br0" timeOffset="240565">8958 5508 17008,'-45'-39'360,"1"1"1,-1-1 0,0 2 0,-1 3 0,2 12-129,-1 20 1,0 11-2023,3 1 0,-2 4 1,1 0 1845,-13 4 0,1 3 3,1 5 0,1 6-195,1 6 1,5 2 191,15-15 0,1 3 157,-10 13 0,-4 8 1,5-1-130,8-1 0,3 2-47,2 0 0,-1 3 1,3-2-19,3 2 1,4 0-7,6-7 0,0 1 0,3 0 6,1 12 1,4 2 33,3-1 1,1 6 0,4-3-8,2-8 0,3-2 0,3 0-371,4 6 0,5 1 1,1-5 377,4-2 1,7-5 0,6-10 1,7-1-1,0-7 23,8-4 1,4-5-37,-2-1 0,5-1 0,-1-6-4,-5-6 1,-1-4-1,0-3 146,4-2 1,0-2-1,-2-1-188,-11 1 0,-1-1 1,2-2 50,0-4 1,3-3 0,-1 0 0,-6 0-28,3-1 0,0-2 27,-3-3 0,6-3 0,-1-2 0,-6 1 319,4-8 0,-3-2-317,-3 1 1,3-3 0,-4 0-1,-8 4 1,-3 0-1,-2 0-17,6-8 0,-2-1 36,3-11 0,-3-4 2,-12 18 0,-2-3 1,-1 1-11,0-1 1,-1-1 0,-1-1 11,-1-5 0,-1-1 0,-4 2 46,-5-10 1,-8 3 31,-4 2 1,-7 2-114,-7 3 1,-7 2-37,-5 1 0,-5 3-20,-4 2 1,-4 3 11,15 13 1,-1 1-1,-1 2 4,0 0 1,-1 2-1,-1 1 4,-18-6 0,-1 3-6,1 5 1,-1 4-7,-2 6 1,2 3 11,12 3 0,-2 5-2,-2 5 0,-5 5 1,3 2-1,10-2 0,3 1 0,-2 1 0,-7 3 0,-1 0 1,0 1-1,1 3 0,1 1 0,1 2-4,0 1 1,2 2-1,1 2 6,-1 0 0,2 1 0,0 2 160,-2 4 1,0 2 0,6 1-165,11-6 0,3 0 0,3 2-11,1 1 0,3 0 1,2 2 210,3-1 1,2 2 0,1 0-203,2 2 1,2 1-1,1-2 3,0 8 1,5 2-4,5-2 0,4 3 1,3-3 10,7 0 1,5-1 1,0-4 1,3 1-1,4-4-2,0-11 1,3-4 0,2-2-6,4-3 0,2-3 0,1-2 2,3-2 0,2-3 0,1-2-4,2-2 0,2-3 0,0-2 4,3-2 0,0-2 0,1-3-174,1-2 1,1-1-1,-3-2 179,-11 2 1,-2-2 0,2-2 14,-1-3 0,3-2 1,-1-1-1,-4-1-151,15-9 1,-3-3 152,-4 1 1,3-2-1,-5-1 6,-12 4 0,-4-2 0,-1 0-6,-1-2 0,-1-1 0,-3 1 1,6-7 1,-3-2 22,-3-1 1,-1-4-1,-2 0 111,-1-5 0,-2-2-133,-1 1 0,1-4 0,-3 4-9,-2-2 0,-3 0 11,-3 1 0,-1-4 0,-2 3 3,-3-3 0,-2 0-15,-2 4 1,-1-4 0,-4 3-12,-2 10 1,-4 1 0,-3 2-16,-2-1 1,-4 1 0,-2 2-19,-3 1 0,-2 1 0,-2 2-12,-2 4 1,-3 1 0,-1 4 22,-20-7 0,-4 8-216,-2 8 1,-1 7-942,-2 8 1,1 6 1061,8 2 0,4 2 1,17-2-1,4 1 1,-3 2-1</inkml:trace>
  <inkml:trace contextRef="#ctx0" brushRef="#br0" timeOffset="247385">13457 16811 13877,'0'-6'8021,"0"2"-7399,0 4 705,3-62-800,-3 45-359,3-45-6,-3 59-33,0 4 39,1 7 22,0 22-72,0 13-96,-2 7-16,-2-15 0,-2 3-9,-6 9 0,-2 2-557,0 1 0,-2 2 551,-3 10 1,0-2-1,4-15 1,0-2 19,2-7 0,0-2 17,-8 15 12,6-23 168,-2-13-113,7-22-28,-2-14-5,5-24-40,3-1 178,4 8 0,1-3-178,1 2 1,2-3 3,2-2 0,1-4 0,1 1-7,3-13 1,2 1-13,-2 15 1,1-1 0,0 5 6,-1 5 0,2 2 30,5-3 1,1 4-17,5 1-22,11-4 5,-9 26-11,-1 11 0,-5 6-11,4 14 765,-7 7-805,2 32 29,-16-27 0,-2 1 10,-1 0 1,-4 3-56,-17 18 0,-6-2-459,10-23 0,-3 1 520,-4 6 1,-5 5-1,0-3 20,-10 3 0,1-3 3,6-6 0,0-1 42,-11 1 0,4-8 30,12-14-61,-2-5 6,33-18-12,6 3 1,22-7-35,14 12-4,5 6 10,0 3-25,-20 5 0,0 1-19,18 5 39,-20-5 0,2-1-43,12-2 1,1-3-89,-11-4 0,1-1 142,7 0 0,0-4 5,-4-4 1,-3-5-183,-8-7 1,-3-4 198,1 0 0,-3-3 17,-2-5 1,-3-2 94,1-21 51,-5 5 73,-4 9 27,-6 10-150,-1 13 201,-2 4-219,-1 11 1110,0 0-1221,-2 13 439,-1 9-439,-1 12-34,2 8-78,0 4-146,3 1-588,4-1-1905,-1-3 2745,2-2 0,-2-17 0,-2-6 0</inkml:trace>
  <inkml:trace contextRef="#ctx0" brushRef="#br0" timeOffset="247578">14333 16702 25578,'-37'0'-9831,"10"6"7522,28 12 0,1-5 1,0-10-1</inkml:trace>
  <inkml:trace contextRef="#ctx0" brushRef="#br0" timeOffset="248643">14574 16827 22470,'34'-47'797,"1"-1"0,-3 5 0,-11 7-310,-23 16-161,-12 7-97,-14 7-83,-14 13-12,-10 10-496,23-3 1,1 3 380,-1 3 1,1 2 8,1 3 0,2 1-50,2 0 0,3 1 206,-7 15-201,8 8 17,20-23 6,9 4-17,18-20 33,13-16 17,11-13 51,4-12 147,-29 12 0,-1 0 88,17-17 67,-12 4-40,-13 7-122,-9 7-79,-5 7-106,-3 6-28,-4 15 383,-4 14-405,-8 20 5,3-14 0,0 2-981,-3 6 0,-1 2 967,3-7 0,-1 3-67,-3 16 1,-2 8 0,2-6-10,4-12 1,1 1-42,0 1 1,-2 6 0,0 1 0,2-5-223,-1 11 1,1-2-135,1-12 1,0 2-1,-1-3 380,-4 12 1,-1-5 86,2-14 1,-2-9-182,-12-10-265,8-46 138,13-3 1,5-6-544,5-15 1,4-6 786,0 12 0,2-1 0,2-2 73,4-5 0,1-2 0,2 1-88,2 0 1,1-1 0,2 2 152,0 4 0,1 0 1,1 2 6,-1 5 1,0 2 0,0 2 160,9-12 1,0 2-150,-3 7 0,-1 1 16,0 3 1,0 2 8,0 1 0,0 0 50,1 1 1,0-1 30,-1 2 0,-1 0 6,-1 3 0,-1 1 235,13-17-33,-12 18 1028,-14 15-1236,-8 15 2280,-10 17-2358,-3 18-68,-6 20-39,7-20 1,0 2-99,-1 5 1,1 1 78,-1 5 0,1 1-1,0 3 1,0 0 25,1-1 0,0-2 0,3-11 0,0-1-6,1 5 1,1-4-6,2-2 50,-1 3 17,6-37-56,7-21 39,11-17 23,10-15-40,-14 23 1,0 0 13,1-1 1,-1 2 35,19-21 830,-5 12-852,-5 12-22,-4 12 6,-3 8 5,0 9-6,2 7 12,4 10-67,1 5-17,4 2 22,2-3-6,1-5 7,-2-8 21,-4-12 46,-4-16 10,-3-17-33,-2-20-3,-10 17 1,0-2-596,1-9 0,0-1 575,1-8 1,0-2 2,1-2 1,1 0 27,-1 3 0,-1 2 59,-2 10 1,-1 5 111,0-13-45,-15 28-66,-9 21-46,-11 21-4,-6 20-46,15-13 0,3 4 0,0 2 0,4 3 431,3 0 0,3 0-443,7 1 1,4 0-51,3-1 1,3-1-68,5 1 0,2-1-95,1 0 0,1-2-177,-1 0 1,0-1-1325,13 21-3837,-12-13 4738,-12-16 1,-7-13-1,-3-7 1</inkml:trace>
  <inkml:trace contextRef="#ctx0" brushRef="#br0" timeOffset="248809">15351 16738 21075,'-4'-2'3293,"0"0"-3371,4 2-1199,67-56 145,-14 35 0,-14-9 0,-2 2 0,0 21 0</inkml:trace>
  <inkml:trace contextRef="#ctx0" brushRef="#br0" timeOffset="249861">16060 16668 20846,'25'-50'1153,"0"0"1,-1 2 0,-10 9-99,-20 19-669,-5 5-95,-10 8-135,-4 16-83,3 4 75,-10 19-89,12-6 0,0 3-439,-14 18 388,9-7 1,1 5-65,2 9 0,2-1 31,6-14 0,0-1-3,-3 15 0,5-3-96,12 0-77,17-7-23,5-18 0,5-4 55,2-8 1,3-6 22,11-6 1,0-8 61,-4-8 0,-3-5-287,-6 0 1,-2-3 350,5-13 1,-2-6 44,1-11 0,-3-5-12,-8 17 0,-1-1 0,0-2-979,3-10 0,-1-2 0,-2 3 1016,-1-4 0,-2 1 24,-5 12 1,0-2 0,-2 2-325,-1-14 1,-2 2 442,1 2 0,-3 2-41,-1 3 1,-2 5 122,-5 1-214,2 20 389,-2 13-400,2 14 2677,0 23-2671,3 35-40,-1-3 808,1-21 0,0 2-821,-2-1 0,1 0-280,-1 6 1,0 4 252,-2-2 0,-2 5 0,-1-1-516,0 11 1,-1 0 539,0-17 0,-1 1 0,0-4 0,-2 2 0,1-5 0,-3 14 51,0-9-40,7-32-11,6-7-22,13-24 22,13-16 11,0 2 319,12-9-302,-1 1 5,-1 5 610,-6 6-638,-9 18 1167,-11 13-1184,2 3 18,-5 13 0,1 10-12,2 1 12,5 5 5,4-14 0,-1-8-11,24-10 0,-7-12-6,21-11-268,-8-11 330,-4-7 67,-7-1 113,-10 3 66,-12 9-11,-8 8-56,-7 8-111,-4 7-85,-2 4-17,-4 9 258,-4 6-274,-1 9-12,0 8-11,2 4-89,5 2-101,6-2-129,7-3-348,7-5 119,2-10-3149,16-5 3714,-5-18 0,-3 6 0,-7-9 0</inkml:trace>
  <inkml:trace contextRef="#ctx0" brushRef="#br0" timeOffset="250026">17219 16272 24704,'-46'10'-1350,"10"3"0,36 16 1,0-11-1</inkml:trace>
  <inkml:trace contextRef="#ctx0" brushRef="#br0" timeOffset="250802">17222 16970 21915,'1'6'3142,"0"-1"-2486,-1-5-259,48-86-1049,-32 59 1,1-2 699,7-14 1,4-7-1,-4 6-26,-4 9 1,-2 0 48,4-11 0,1-7 0,-3 4 49,-4 4 1,-2 1-62,1 3 1,1-3 0,-4 4 94,-5 6 0,-4 5 547,-6-5-533,-8 0-45,-6 13 252,0 8-314,4 8-55,3 6 39,1 12 771,-4 13-816,-4 15-11,-2 15-297,10-23 1,1 2 296,1 2 0,3 0-34,2 2 0,4-1-28,7 19-109,9-18 0,6-3-59,-1-12 1,3-2-57,13 10 0,3-2-109,0-10 0,2-4-68,4-3 1,1-2 151,3-4 0,0-5 187,0-3 1,-1-5 120,-2-2 0,-1-4 61,-5-3 1,-3-2 61,-7 1 1,-1-3-1401,-4-1 0,-2-1 1554,3-6 315,-5-6-18,-19 15-129,-4-1-84,-10 6 297,-7 6-453,-9 7 3335,-6 8-3442,-5 7-11,-4 9-62,0 8-22,4 8-6,8 4 6,11 4 17,8-3-46,12-4 40,11-6 17,-1-16-45,11-6 17,-3-23 22,9-13-22,6-20-316,-17 13 0,0-2 335,2-8 1,-1-3-692,0-9 1,0-2 706,-7 13 1,1-1-1,-2 0-24,0-2 0,0-1 0,-2 0 20,-1 1 1,-1 1 0,-2 0 35,2-15 0,-3 2-203,-3 9 0,-1 4 228,-2 8 1,-1 4 86,-2-9-68,0 21 490,0 15-539,-2 15 1426,-1 16-1493,-3 23 7,4-14 1,0 2-398,-2 8 1,2 3 377,-2 6 0,1 3-25,1 5 0,0 0-57,3-19 0,0 0 0,2 0-185,0-1 0,0 0 0,2 0-1401,2 5 1,2 0 0,0-2 1695,1 5 0,0-4 0,1-6 0,0-6 0,-2-9 0</inkml:trace>
  <inkml:trace contextRef="#ctx0" brushRef="#br0" timeOffset="251277">19305 15959 24239,'-14'-53'810,"0"0"1,6 9-1,-5 10-518,-35 19-46,11 24-67,-10 13-84,20 8 1,2 7-63,3 3 1,3 2-970,-1 4 1,2 2 949,1 12 0,2 1-702,4-8 1,2 2 655,2-10 1,0 2-1,3-1-45,0-2 1,1 0 0,5 0-813,8 3 0,4 0 0,1-3 629,0 1 0,7-2-1417,14-3 0,12-1 0,-3-8 1392,-3-8 1,-1-5 0,9 6 0,-5-4-1,-3-7 1</inkml:trace>
  <inkml:trace contextRef="#ctx0" brushRef="#br0" timeOffset="254276">19468 16250 22632,'18'-49'384,"1"0"1,-2 4 0,-1 7-307,2 18 23,3-1-39,-2 10-23,11 1-73,2 10 34,-7 4 17,-2 5-6,-7 7-28,0 3-55,3 19 4,-12 7 57,-4-5 0,-12-4 45,-9-9 33,-6-2 39,-16 8 1,5-13-23,0-4-62,18-12 51,5-8-34,8-9-17,4-3-5,6-5 6,6 6-1,-1 6-5,6 3 11,0 5-28,14 9-51,1 5 40,1 5-12,-9 3 1,-1 1 0,2 4-68,-1 6 1,-3 3-68,-11 7 56,-13 18 34,-29-16-104,6-24 0,-1-2 104,-21 8-82,18-13 1,-2-3-2322,-23-5-7361,4-8 8060,12-5 0,25-4 0,12 8 0</inkml:trace>
  <inkml:trace contextRef="#ctx0" brushRef="#br0" timeOffset="254543">19908 15781 20755,'-4'-2'4190,"1"0"-2885,3 2-1170,13 22-96,16 10-22,6 14-844,3 1 1,3 4 812,-11-9 0,-1 1-3,-6-9 0,2 2 0,-3 1-98,4 19 1,-7 1-164,-10-12 1,-10 1-379,-8-3 1,-6 3 0,-4-3-1580,-12 11 1,-7-4 1864,7-15 1,-2-2-1,2-4 1,1-5-1,4-5 1,-5 3 0</inkml:trace>
  <inkml:trace contextRef="#ctx0" brushRef="#br0" timeOffset="255293">20558 16093 23573,'50'-30'-101,"0"0"0,0 0 0,1 1 1,1 1-1,-7 7-274,-11 11 0,-2 4-710,9-1 0,1 1 105,-5 2 0,-3 5-665,17 14 508,-28 16 969,-34 17 448,-7-17 0,-5 1-162,-9 2 0,-2 1 411,-5 0 1,-1 1-63,1-3 1,1-1-301,3-2 0,2-2 141,7-5 0,3-1 621,-4 10-420,22-15-251,21-14-145,19-16-91,3-2-3,-1-6 1,2-2-1,-9 3 1,-1-1 22,15-10 0,-1-3 28,-10 2 0,-4-2 103,-4-3 1,-5-1 158,-4 1 0,-7-2 60,-6 2 0,-5 1-147,-7 3 0,-4 3 69,-6 1 0,-4 4-48,-3 2 0,-1 4 165,-25-12-100,12 13-169,15 9 731,13 11-814,9 10 534,8 14-512,14 28-101,-1-11 3,2-6 0,1 1-1,-3-8 0,1 1-53,11 20 1,0 1-376,-10-17 1,0 1 192,5 16 1,-4 1-513,-12-20 0,-4 1-3952,-5 6 1,-5 1 4696,-3-7 0,-3-4 0,-10 6 0,5-17 0</inkml:trace>
  <inkml:trace contextRef="#ctx0" brushRef="#br0" timeOffset="258430">19642 16086 23741,'-19'-41'683,"-4"16"-453,-7 44-62,-13 13-124,15-10 1,-2 1-11,-3 4 0,0 1-493,0 3 1,0 2 460,3 1 1,2 1-3,4 2 0,4 1-1470,4-1 0,4-1 1475,0 20-131,12-19 0,6-1 120,13 11 3,-3-14 0,4-2-8,4-7 0,2-4 11,19 9-3,-4-13 0,2-4 6,-11-7 0,0-2 8,7 1 0,1-3 28,5-10 1,-2-6-12,-14 1 0,-1-4-202,11-8 1,-1-2 201,4-17 11,-17 5 1,-4-3-15,-8 12 0,-3-1 17,4-14 1,-3 0 121,-7 12 0,-5 1-97,-12-22-22,-4 17 1494,-8 15 0,-3 2-1472,-16-5-17,5 8 1,0 1-12,-7 3 34,-13 4 315,33 9-304,-22 12-62,18 4-16,-16 13 10,8 8-4,-3 9-7,9-4-16,9-5 0,1 2 81,-3 16-84,10-16 0,2 1-3,3 15 256,16-8-228,9-8-39,21-5 17,-8-15 17,21-5-18,-10-18 18,18-10-115,-27 2 1,1-2 116,3-5 1,-1-1 10,0-2 1,-1-2 8,3-6 0,-4-1 0,10-11 2,-20 14 1,-5 1 31,-9-5 16,-17-13-50,-2 18 557,-25-6-574,5 20 6,-12 1 27,-5 8-32,-4 14-7,-6 12-347,27-4 1,1 3 344,-2 4 0,0 3-3,2 3 0,1 2-12,2 1 1,3 2-101,3 0 1,4 1 105,4-2 1,5 1-1,3-2 1,5-2 5,17 27-28,19-10-183,-7-29 0,4-4 211,6-2 0,2-4-6,6-5 1,2-4 13,1-6 1,1-4 10,0-5 1,-2-5-12,-3-4 1,-3-4 21,-5-3 1,-3-4 8,-7-2 1,-3-1-18,-7 7 0,-4-1 87,-1-14 1,-7 1-83,-11-7 48,-3 17 1,-6 3 8,-32 0-62,17 21 1,-1 3-12,-2 3 0,0 2-28,-28 3-5,7 9-174,10 7-582,9 10-1378,9 5 2156,8 0 0,9-11 0,6-8 0</inkml:trace>
  <inkml:trace contextRef="#ctx0" brushRef="#br0" timeOffset="259915">22374 16181 24340,'14'-31'443,"0"10"-354,-7 29-33,2 4 39,-4 1 107,-5 5-140,-3-7 45,-9 4 5,-4-10 22,-7-1 0,-3-9 57,-4-18-135,12 1 17,3-28-17,20 4-20,7 14 0,3-1-24,10-11-1,-3 20 0,3 5 17,7 6-6,7 4-22,-2 16 12,0 16-24,-14 4 1,-2 5-3,-4-1 0,-2 2-377,1 12 0,-4 0 379,-6 18 6,-11-22 1,-9 2-48,-15 6 0,-9 1 32,10-14 1,-1-1-1,-4 1-457,-8 7 0,-5-1 0,0-2 474,4-8 1,0-2-1,0-3 39,2-4 1,-1-3 0,4-2-6,-5 2 1,3-7 104,-22-24-688,51-42 595,14 21 0,5-1-25,12-10 0,7 2-6,-4 13 0,4 3 6,9-2 0,3 3 13,2 7 1,2 3-51,1 1 1,1 3-4,7 4 1,0 5-51,-10 5 1,-3 5-43,-8-2 0,-1 2-451,5 4 0,0 2-4206,19 10 4772,-24-11 0,-3 0 0,8 3 0,-17-7 0</inkml:trace>
  <inkml:trace contextRef="#ctx0" brushRef="#br0" timeOffset="260764">23556 16090 26906,'-3'-9'50,"-13"35"-33,1 7-71,-7 12 1,-2 2-70,-4-1-1523,4-9 1,-6 5 0,2-6 1413,6-9 0,-1-2-150,-6 5 1,-3 4 0,1-4 470,1-6 0,0-3-254,-8 1 0,1-4 210,-7-1 830,4-45-691,32-15-60,-1-14 133,12 10 1,4 0-158,-2 14 1,1 0 151,4-12 0,1 1 174,7-7 2084,-3 20-2410,-3 15-8,-2 9-24,11 19-46,0 9-11,16 18-22,3 9-1509,-15-21 1,0 0 1485,18 17-342,-8-13 0,1-2-370,14 6-94,-15-12 0,0-2-2835,14-3-2212,-7-14 3288,-14-10 527,4-28 4536,-14-6-565,-6 7 0,-2-3 1155,-2 0 0,-2-1-1811,0-2 1,-1 2 311,2-22-489,-3 24 1,-3 2-143,-2-4-233,-2-7-293,-1 23-214,-1 12-150,2 5 547,-3 20-491,0 9-34,-6 36-50,3-15-369,0-7 1,-1-1 345,-2 4-174,-4 2 1,-4 2-185,3-13 0,-3-1-317,-10 15 0,-5-1-361,-2-10 0,-3-5 215,-2-3 1,-3-5 672,3-4 0,0-6 350,4-10 0,2-6 181,-19-23-66,33 2 0,5-4 78,3-6 0,5-2-226,1-3 1,5-1 256,3 0 0,4 1-71,0 2 1,3 2 176,13-21-94,2 12-365,-7 23 699,3 9-677,-9 22 151,2 10-184,-3 12-40,0 6 1,4 2-17,12-4 604,17-7-610,-12-18 0,4-4-28,6-1 0,3-3-463,6-3 1,1-3 89,3-1 1,0-1-1009,-1-2 1,0-1 798,-9 0 0,-3 0 1,9-1-1,-24 4 0</inkml:trace>
  <inkml:trace contextRef="#ctx0" brushRef="#br0" timeOffset="262165">24402 16025 24144,'6'27'605,"-2"-1"-325,-10-13-73,-8 3-10,-24-2-102,-6-6-45,-3-2 85,-6-13 22,15-7 22,0-22-146,23-6-5,25-15-5,11 16-6,24-4-12,-5 19 18,9 1-23,-4 13-3381,4 24 3386,-17 3-29,-9 7 1,-2 4 51,2 23-14,-11-16 0,-3 3-17,-5 2 0,-7 1-22,-13 14 0,-7-1-368,6-15 0,-3 0 350,-6 0 0,-5 2 0,1-3-8,-9 3 1,-1-2 38,7-6 1,-2 0 0,0-2 19,-15 10 1,2-5 38,8-8 1,3-7 95,-10-10-104,29-17 3014,29-27-2969,18 0-34,-6 13 1,4 0-9,11-2 0,3 1-263,-4 6 0,1 2 226,9 0 1,-1 3-23,14 1-67,-23 8 0,0 2-218,-5 1 0,0 1-738,9 0 1,1 2 1039,4-1 0,-4 0 0,6 3 0,-8-3 0</inkml:trace>
  <inkml:trace contextRef="#ctx0" brushRef="#br0" timeOffset="262397">25316 15960 24346,'2'-8'2263,"-1"1"-1754,-1 7-184,0 0-381,-12-1 39,7 17 1,-9 24-26,12-9 0,2 4-578,-1 9 0,0 2 71,1 1 0,0 1-1650,-1 7 1,-1-2 109,1-17 0,0-2 2089,0 6 0,-1-7 0,2-17 0,-1-2 0</inkml:trace>
  <inkml:trace contextRef="#ctx0" brushRef="#br0" timeOffset="262590">25167 16339 18526,'-6'-3'4033,"1"0"-3453,-28-13 0,-4-4-407,17 8-81,-19-10 1,13-1-160,56 10 16,-1 1-33,25 2-434,2 8 0,2 1 218,-25 1 1,1-1-1605,13 1 1,7-1 0,-7 1-3110,15 0 5013,-18 0 0,-3 0 0,-9 0 0,-3 0 0</inkml:trace>
  <inkml:trace contextRef="#ctx0" brushRef="#br0" timeOffset="262981">26044 15975 18660,'-3'-5'4571,"0"2"-3966,-16-57-162,20 29-354,-9-4 1,4 0 386,27 5-247,-2 17-83,9-1-33,-3 9-29,1 9-34,3 7-5,11 26-40,-14-6-10,3 18-46,-22-15 1,-6 3-21,-3-4 1,-4 2-483,-5 15 0,-7 1 455,-8-9 0,-6-4 86,-5 0 1,-3-4 45,-1-4 0,-1-3 22,3-4 0,2-3 78,-21 8-16,19-12-6,21-9-22,25-9-45,22-9-6,24-6-384,-19 5 1,4 1 352,7-1 1,4 1-93,7 1 0,2 3 43,-15 3 0,2 0 0,0 1-706,3 1 1,1 1 0,1 1 746,6 1 0,1 1 0,-6-1 0,-4 0 0,-4 0 0,-4 1 0,1 1 0</inkml:trace>
  <inkml:trace contextRef="#ctx0" brushRef="#br0" timeOffset="267015">22595 16216 12746,'1'-3'5870,"0"0"-3658,4-58-1786,-5 40 42,0-19 0,-2 0 41,-8 20-83,-8-9-73,-2 7-34,-6 3-56,-6 5-11,-10 5-39,-8 8-62,-10 10-473,26-1 1,-1 4 382,-3 3 1,0 4 2,-3 2 1,1 3-32,-2 3 1,1 2-15,2 2 1,0 2 2,3 1 1,3 2-15,3 1 1,3 1 2,4 0 0,3 1-6,5-1 1,2 0-124,5-1 1,2 0 139,5-2 1,5 0-15,16 12 1,5-3-15,10 9-273,-5-19 0,3-5 259,-4-13 1,2-5 21,4 0 1,2-1 8,12-1 1,2-2 2,2-5 0,1-6 14,0-3 1,-1-5-431,-2-5 1,-3-4 440,-4-3 1,-2-6 2,-11-3 1,-1-5 0,-3 2-26,-1 1 0,-3 0-3,5-16 0,-4-2 5,-12 17 1,-3 0 22,-1 0 0,-1-1 3,1-7 0,-4 0 313,-4 5 0,-5 1-286,-8 0 1,-5 4-45,-12-10 15,-1 20 0,-3 6 2,-24 7-115,19 6 0,-2 5 81,-2 4 1,1 5-12,-3 4 0,1 4 2,-1 4 1,0 6 10,10-3 0,0 4 0,2-1-16,-2 2 1,1 1 2,-9 15 0,3 2 0,18-15 0,2 1-1085,-5 17 1,3 0 1078,8-15 1,2 0-12,1 11 0,5 0-193,15 12 196,0-23 0,4-1-20,7-2 1,4-4-1,4-1 0,6-4 0,14-2 1,3-5-74,-15-4 0,1-4 118,18-3 0,0-5 3,-17-8 0,-2-4 5,8-5 1,1-4-9,-3-6 0,-3-5 3,-2-4 0,-4-4 3,-2-3 0,-3-3-12,-3-2 1,-4-2 2,-2 1 1,-3-1 16,-5 3 0,-3 1-3,-4 3 1,-4 1 1196,-6 4 0,-4 2-1208,-4 3 0,-5 3 0,-4 2 1,-5 4-7,-6 3 1,-2 3-3,-5 5 0,-2 4 2,-4 3 1,-1 6-295,-1 5 1,-1 5 296,-1 4 1,1 4 7,3 5 1,1 4-28,3 3 0,3 2 5,4 2 1,4 3-53,6 2 1,4 1 54,5 2 1,5 0-7,4 1 1,5-1-9,6 1 0,5-1 0,5-2 1,4-1-32,7 0 1,5-4-21,7-1 1,4-4-78,5-2 0,3-6 131,5-4 0,1-5 20,-1-4 0,-1-7 13,-3-6 1,-2-6 25,-6-5 0,-4-5-23,-4-7 1,-4-4-4,-4-6 1,-3-4-27,-3-5 0,-2-2 32,-2-6 0,-2-1 8,-3-2 1,-2 0 16,-2 3 1,-3 1-6,-5 7 0,-7 3-1027,-12 6 1,-5 7 987,-17-5-9,1 21 0,-4 8 96,9 8 1,1 3-130,-11 3 0,-1 2-93,2 5 0,2 3-328,3 3 0,2 2-1599,5 4 1,3 1 2055,6-2 0,3-1 0,-4 8 0,15-13 0</inkml:trace>
  <inkml:trace contextRef="#ctx0" brushRef="#br0" timeOffset="268260">26961 16220 20504,'-36'-3'453,"0"0"1,-18-3-331,111 6-90,-16-1-25,-8 1 1,4 0-9,13 0 0,1 0-1164,-5 0 1,1 0 1155,-2 0 1,3 0-1,-1 0-17,9 1 0,-3 0 5,-7 0 1,-3 0 749,17 2-719,-31-1 358,-35 2-369,-27 2 11,-24 4 25,21-3 1,-1 1 41,-2 0 1,-2 1 75,2 1 0,1 2-111,2 0 0,3 2 169,-20 14-122,18 2 1233,27 4-1295,12-15 33,47 3-22,5-19-353,-11-2 1,2 0 338,-2-4 1,1-1 7,-1-2 1,-1-2 2,-2-3 1,-4-3 24,-5-3 1,-4-3 112,11-26 106,-21-4 17,-23 2 100,-18 5 46,-17 4-85,-7 3-66,0 4-1,9 4 28,12 4-240,14 11 225,6 1-304,7 10 11,4 1-11,10 9 681,12 8-669,12 18-18,-17-11 0,1 3-297,2 5 0,-2 3 280,0 3 1,-2 2-74,-2 0 1,-5 3-597,-5 5 0,-5-1-534,-6 15 1226,-14-19 0,-3-6 0,3-16 0,-10 9 0</inkml:trace>
  <inkml:trace contextRef="#ctx0" brushRef="#br0" timeOffset="268709">28282 16046 21853,'2'-6'1249,"12"-29"0,5-6-851,2 5-269,3-7 0,2 1 5,4 16-61,0 14-40,1 14 7,-1 15-52,1 15-21,-3 13 22,-5 11-215,-11 3 265,-13 1 12,-16-1-1,2-31 1,-3-2 22,-4 1 0,-3-2 41,-2-3 1,-2-1 36,0-3 1,0-1 83,-21 9-89,14-10-34,17-8-40,17-5-4,23-10-40,29-3-12,-8 1 1,5 1-679,-5 2 0,2 1 1,2 0 634,8-1 1,3 1 0,1 0-39,-10 1 1,1 0 0,0 0 0,1 0-205,2-1 0,0 0 0,1 0 1,-1-1-2071,0 0 1,0 0 0,-1-1 0,-2 0 2338,8-2 0,-1 0 0,-6 1 0,2-2 0,-8 2 0,4-3 0</inkml:trace>
  <inkml:trace contextRef="#ctx0" brushRef="#br0" timeOffset="338122">23638 16240 13429,'2'-3'4296,"-1"1"-2901,-1 2-571,57-61-1113,-29 35 569,9-11 0,-1 3 232,-15 19-159,-3 6 130,-12 6 162,-2 11-460,-7 2 69,-13 16 1,-5 6-157,2-6 0,-3 1-1515,-7 10 1,0 0 1452,3-7 1,-1-1 35,-13 16 1,-3 1-1020,4-6 1,0 0 946,9-9 0,-1 2 0,-1 0-266,-4 3 1,-1 0 0,4-4 248,8-7 1,0 0-35,-18 19 1,1 0-46,20-19 1,2-2-145,-15 19 2134,11-14-3126,16-22 2862,7-11-4297,9-28 495,8-10 998,-3 9 1,2-1 1175,0 0 1,1 2-76,-2 0 0,0 2 157,4-15 219,-7 2 313,-15 12 319,-8-8 106,-10-2-248,5 15 0,-1 0-239,-6-12 713,-8-15 54,17 20 116,1-7-715,8 7-71,15 6-310,5 14-38,13 7-57,3 17-56,6 10-55,8 15-82,-19-13 0,2 2-269,2 5 1,2 2 209,4 2 0,-1 0-11,-6-5 1,2-1-234,20 8 1,2-2-426,-14-14 1,0-1-276,9 3 1,-1-1 949,-7-8 0,-8-4 0,-15-3 0,-4-3 0</inkml:trace>
  <inkml:trace contextRef="#ctx0" brushRef="#br0" timeOffset="341248">26499 10119 12668,'-55'1'754,"-1"-1"0,1 1 0,0 0 0,0-1 0,-3 1 1,1 0-1,3-1 0,5 1-371,-12-1 1,7 0-1185,6 0 0,2 0 938,0 0 1,0 0 102,-7 0 1,2 0 365,15 0 0,1 0-332,-7 0 1,2 0 242,-4-1-439,15 0 25,31 0-19,13-2 1232,20 1-1305,26-3 0,-1-1 1,5 0-368,-17 2 1,3 0 360,2 0 1,8-2 0,0 1-1,-6 1-1021,4 0 0,2 0 1004,-6 1 1,8 0 0,3-1 0,-3 2-5,-3 0 1,-1 1 0,-1 1 0,-1-1 13,-9 1 1,-2-1-1,1 1 1,3-1-2,5 2 1,4-1 0,2 1 0,-5 0 0,-6 0-1,10 1 0,-5 0 10,-10 0 1,1 0 0,-7-1 36,6 2-4,-53-2-7,-50 1-27,1-2-343,-2 2 0,-5-1 342,9 1 1,-1 0-311,6-1 0,-3 2 0,-1-1 312,-2 0 1,-2 1-1,0-1 10,0 1 0,-1-1 0,-2 1-2,9 0 0,-2-1 1,2 1-1,2-1-8,3 1 1,3-1 0,-1 0 12,-11 1 1,-2 0-1,6 0 749,10-2 0,4 0-635,-4 1 1,4-1 61,-3-6-157,43-3-17,40-7-5,13 0-93,-6 5 1,5-1 78,2 2 0,2 1 62,-6 0 1,3 0 0,4 0-97,0 2 0,4 0 0,1 1 0,-2 0-570,-3 1 0,0 0 1,0 1-1,0 0 588,-1 0 1,1 0-1,-1 1 1,1 0-12,-2 2 0,0 0 1,0 0-1,-1 2-399,-4-1 0,0 2 0,-1 0 1,-2-1 412,6 0 1,-2 1 0,1 0-185,7 1 0,1 1 0,-14 0 171,-9 0 601,-25 3-595,-41-5-3,-11-1 1,-8 1 589,-3-2 0,-6 0-569,8 1 1,-6-1-1,-2 0 1,1 0 95,1 0 0,0 0 0,0-1 0,-3 1-76,1-1 0,-3 1 1,0 0-1,1-1 0,3 1-10,3-1 0,4 0 1,0 1-1,-4-1 9,-5 0 0,-4 0 0,-1 0 1,2 1-1,7-1 0,3 0 1,5 0-1,-5 1 45,-6-1 0,-8 0 0,-2 0 0,4 1 0,11-1-29,2 0 1,4 1-7,-6-1 0,-3 0 0,15 0 1445,20 0-1391,16-1-11,33-3-34,12-2 0,9-1-17,5-1 1,5 0-470,-3 1 0,5 0 1,-4 0 434,-13 2 1,-2 0 0,5 1-9,-2 0 0,5 0 0,3 1 0,-3-1 0,-5 2 6,1-1 1,-5 1 0,6 1-8,-1-1 1,6 0-1,5 1 1,0-1 0,-2 1-1,-7 1 2,13 0 1,-6 2-1,2-1 7,0 0 1,3 0 0,0 0 0,-8 0 616,-7 0 0,-5 1 1,-4-1-592,3 1 0,-17-1-20,-24-2-16,-59 1 25,6-1 0,-10 0-576,12 1 1,-6 0 0,-1 0-1,3 0 576,-3-1 1,3 1 0,-3 0 0,3 0 0,-2 0 1,-1 0-1,1 1 78,7-1 0,2 1 0,-1 0 0,0 1-67,-1 0 0,0 0 1,-1 0-1,-3 1-304,1 1 0,-4 0 0,-1 1 0,2 0 0,3 1 291,1-1 1,3 1 0,2 0 0,1 1-7,-12 3 1,1 1-1,10-1 10,-11 9 38,41-2 52,64-10-68,-1-1 163,3-7 0,14-2 1,-1 0-191,-9 0 1,0 1 0,4-1-22,-8 0 0,4 0 1,2-1-1,1 1 0,-2 0 21,-1 0 0,-1 0 0,1 0 1,-1 1-1,1-1-6,2 0 1,0 1-1,0-1 1,-1 1-1,-2-1 5,1 1 0,-2-1 0,-1 1 0,3-1-4,9-1 0,4 0 0,-2 0 0,-8-1-147,7-1 0,-5 0 177,-9 1 0,1-1 1,-14-2 1008,-17-6-1018,-65 2-6,-3 6 0,-8 2 93,7 1 1,-4 0 0,-2 1-105,6 1 0,-2 0 0,-1 0 0,-1 0-3,-6 1 0,-3 0 0,0 0 1,3 0 10,7 1 0,2 0 1,-1 0-1,-1 0 5,1 1 1,-1-1-1,-1 2 1,-1-1 0,3 1-174,-10 2 1,1 0 0,1 0-1,1 1 170,3 0 0,1-1 0,1 1 0,1 1-5,-13 1 1,1 1-1,11 1 20,14-2 1,13 2 52,22 0-39,48-5-33,-2-6 0,6-1 47,-6 1 0,3-1 0,1 0-136,10 0 1,3-2 0,1 1-22,-9 0 0,1 1 0,1-1 0,1 0-1166,4-1 0,2 1 0,-1-1 0,-1 0 1206,-4 1 1,-1 0-1,-1-1 1,-4 1-1,-1 0 1,-3 0-1,-5 0 1,-4 0 0,1 1-1</inkml:trace>
  <inkml:trace contextRef="#ctx0" brushRef="#br0" timeOffset="342222">29185 9794 23052,'45'-20'61,"0"-1"1,3 2 0,2 4-57,4 9 1,2 3-1099,3 0 1,1 0 1094,0 2 1,0 0-3,-2 0 0,-2 1-11,-7 1 0,-3 0 343,-10 0 1,-4-1-310,7 2 327,-28 0-389,-27-2 11,-26 1 33,8 0 1,-4 0-430,-10 0 0,-3 1 449,-9 0 0,-2 0-35,19-1 1,-1 1 0,0 0 42,0 0 1,1 0-1,0 0 6,-17 1 1,3 2-4,9-1 1,2 1-9,12-1 0,3 0 16,-7 2 52,20-3 60,18-1 814,17-4-959,22-3-5,24-3-1,-21 2 1,2 0 174,6 0 1,3 0-181,5 0 0,1 1-628,2 2 0,0 0 633,-1 1 1,-2 1-12,-7 1 1,-4 2-15,-11-1 1,-5 1 25,3 4 5,-39 0 0,-32 0 3,4-1 0,-4-2 207,-8 2 0,-2 0-134,-5-1 0,-1 1 67,2 0 0,1-1 70,6 0 0,3 0 398,-16 0 1246,28-2-1599,30-8-196,26-5-96,30-6-814,-15 7 1,4 2 480,9 0 1,3 2-568,-15 2 1,2 1 0,-2 1 922,18-1 0,-6 2 0,2-1 0,-37 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51:05.7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1853 2989 20431,'-20'-42'981,"-1"1"0,1-1 0,-3 1 1,0 1-1,4 12-896,5 13-41,-7 0-4,19 26 16,3 14-23,6 26-11,-2-15 1,0 3-329,3 9 0,0 4 300,-1 8 1,-1 3-536,-2-15 0,-1 0 0,-1 2 272,-1 3 0,-1 1 0,0 0-334,-1 1 0,-1 1 0,-1-2-336,1-2 0,-2-2 0,1-1-2234,-3 15 0,1-5 3173,0-16 0,1-5 0,0 3 0,2-26 0</inkml:trace>
  <inkml:trace contextRef="#ctx0" brushRef="#br0" timeOffset="301">1667 2936 14404,'-32'-50'2033,"0"1"0,0-5 1,5 2-1472,16 19 1,4 0-624,1-5 1,6 0 208,6 5 1,6 2 69,25-20-39,12 14-16,9 15-96,-26 15 0,0 4-25,2 5 0,-1 3-23,2 3 1,-1 4-6,-1 5 0,-1 4-14,-4 3 0,-3 4-6,-5 2 1,-5 4 10,-7 2 1,-6 1 2,-11 4 1,-7-2-372,-7 3 0,-6-2 371,-8 0 1,-3-2 2,-2-2 1,0-2-63,5-4 1,1-3-149,8-4 0,5-1-623,-2 10-4627,31-12 5449,14-9 0,-1-8 0,-4-2 0</inkml:trace>
  <inkml:trace contextRef="#ctx0" brushRef="#br0" timeOffset="1758">2759 2701 17048,'0'-5'6139,"0"1"-4163,0 4-1858,-68-49-51,38 48-39,-13-18 1,2 7-18,12 46-11,3 10 17,4 6-23,6 3 12,5 9-6,6-24-6,3 3 51,5-27 50,5-4 0,9-13-11,19-23-61,-7 2 7,-5 1 1,0-1 20,8-13 33,3-8 73,-9 7-3185,-10 12 3151,-8 13 0,-6 7-67,-6 10 0,-5 6 0,-12 19-17,1 3-28,0 4-5,5 2-6,8-8 6,1 10-1,12-2-16,20 3 11,8-12 6,7-6 5,5-14 3392,-8-14-3381,13-14 1,-13-8 16,-2-15-33,-19 10 10,-4-15-3385,-8-10 3369,-1 10-38,-4 10 0,1 2 49,-1 1 0,2-5-11,4 14 6,6 9 0,14 1-1,4 7 1,11 7-1,-12 5 3341,7 10-3346,-11 8 161,5 10-166,-7 10-1,-1 16 17,-6-9 1,-1-1 10,5-8-22,-2-18-11,11 1 11,2-14 0,7-13 0,-8-3 0,10-15 0,-4-19 11,-7 6 8,-9-1 1,-4-2 3,-5-7-7,2-10 29,-11 13-6,-9 15 17,-4-1 23,-9 8-57,4 10-11,1 4 1,6 8 10,0 15-33,1-3 11,-3 33-23,8-8-16,4 21-386,6-17 341,16 7-174,19-10 68,4-8-114,12-8 225,-13-25 68,-12-8-28,4-15 47,-17-4 1,0-1 2,9-10 8,-9 4 1,-2 2 47,-3 6-27,-2 2 60,-3 10-88,-7 10 55,2 4-17,-2 8 359,3 7-381,-1 2 164,6 20-170,-2-5 17,6 18-27,-3-6-1,2-1-11,-2-6-11,-2-11 44,-1-9 46,2-19-51,6-12 44,6-19-55,-3 2 5,-2 2 1,0-1-1,9-9-5,-7 13 0,1 0 17,10-3-46,-8 13 35,4 8-1,-12 7-5,19 12 39,-9 7-34,15 16-33,0 7 0,-10-13 0,0 0-2358,14 12 2369,-19-17 0,3-2-153,27 10 153,-11-11 17,-13-8 0,0-4 5,11-13 1,-4-15 5,0-21-23,-18 12 1,0-4-454,0-8 0,-1-2 467,2-8 1,-1-2-6,-1-4 0,0 0 0,-2 1 0,-1 2-3,-4 14 0,-2 1 1003,-3-5 0,-4 4-919,-13 1 180,-9-6-197,-6 29-44,1 15-29,5 18 23,2 21 23,4 23-35,7-20 1,3 3-1,1 7 1,4 2 0,2 6 0,5 2-23,0-17 0,1 1 1,3-1-70,2 2 0,3 1 1,1-2-165,3 0 0,2-1 0,2-1-334,0-3 0,2 0 0,0-3-2648,13 12 1,-1-3 2646,-8-11 1,-2-4-1,6 4 1,-20-18 0</inkml:trace>
  <inkml:trace contextRef="#ctx0" brushRef="#br0" timeOffset="1967">4922 2652 23864,'-49'-1'773,"1"0"0,4 0 0,8 0-504,9 1-107,13-1-38,25-2-74,5-2-14,20-3 1,9-2-49,-2 2 1,3-1-658,0 1 1,4-1 0,1 1 668,2 0 0,0 0 0,-4 1 0,-4 1 0,-4 0 0,-2 2 0,0-1 0</inkml:trace>
  <inkml:trace contextRef="#ctx0" brushRef="#br0" timeOffset="3430">5869 2605 18576,'4'-47'1210,"0"0"0,-1 0 0,2-18 0,-1 13-325,-2 25-303,1 6-212,2 2-168,2 10-51,2 10 23,3 16-51,-2 17-44,-1 24-51,-7-10 0,-2 4-40,-2-4 1,-1 1-254,0 1 1,0 0 129,-1-3 1,1-2-239,2-11 0,2-1-254,2 5 0,2-2-1182,12 22-4324,21-15 1495,-8-20 4638,13-9 0,-29-13 0,0-1 0</inkml:trace>
  <inkml:trace contextRef="#ctx0" brushRef="#br0" timeOffset="3620">6450 2791 23882,'1'-38'711,"1"-1"1,-1-23-245,-2 61-439,-2 10 124,0 6-135,1 14-23,0-2 16,4 13-307,4-5-742,5 10 1039,12 7 0,-12-26 0,5 1 0</inkml:trace>
  <inkml:trace contextRef="#ctx0" brushRef="#br0" timeOffset="3987">6774 2385 20308,'-5'-5'3909,"1"1"-3612,-24-17 0,-5-3-90,14 12-196,-15-14 0,5 9 12,24 26-18,2 2 1,2 18 5,1 12-17,6 2 6,1-2-3364,20-5 3376,-11-23 44,15 5 84,-11-19 84,6-16-56,-6-7 79,-3-17 5,-10 2-163,-3 9 107,-8-1-45,-4 12 3342,-9 2-3504,-1 12-28,-5 14 28,6 3-96,-4 17-1786,6 22-2118,10-6 3894,10 12 0,4-34 1,0-12-1</inkml:trace>
  <inkml:trace contextRef="#ctx0" brushRef="#br0" timeOffset="4213">7163 2153 27880,'14'-19'17,"9"32"-40,2 29 1,-1 13-3,-7-14 1,-1 3 0,-1 2-1206,0 5 0,-2 3 0,-2 1 797,-1 2 0,-2 2 0,-2 0-1028,-4-1 0,-2 1 0,-1-4 641,-1-10 0,-2-2 1,-1-2 819,-9 20 0,-1-9 0,2-13 0,-3-4 0</inkml:trace>
  <inkml:trace contextRef="#ctx0" brushRef="#br0" timeOffset="4488">7794 2342 24811,'-39'-4'862,"0"0"1,-16-13-852,73 1-16,22-8-49,-9 14 1,4 2-180,6 0 1,3 2-1825,7 1 0,2 3 662,2 2 1,1 4 1394,3 4 0,-4 1 0,-22-4 0,-4 1 0,20 9 0</inkml:trace>
  <inkml:trace contextRef="#ctx0" brushRef="#br0" timeOffset="4812">7995 2631 25085,'-38'14'644,"-1"1"1,-13 5-556,76-30-89,24-8-31,-15 6 1,2-1-60,4-2 0,2 0-297,0-1 1,-1-2 246,-4-1 0,-2-2 70,-5 0 0,-5-3 53,5-28 40,-23-7 55,-23 1 101,-14 3 101,-5 13 107,5 12 206,9 12-162,10 7-201,6 6-163,4 3-28,4 10-5,6 8-18,10 19-10,11 18-20,-11-20 0,-1 3-535,1 6 0,-1 3-241,-2 5 1,-4 2 789,-4 10 0,-2-2 0,-2-25 0,-2-2 0,-2-1 0,0 0 0</inkml:trace>
  <inkml:trace contextRef="#ctx0" brushRef="#br0" timeOffset="63760">9452 2497 21965,'4'-58'912,"-1"0"1,0 11 0,-1 8-501,-2 20-429,-1 16 109,0 9-18,3 9 6,2 16-75,2 13-5,1 11 0,-5-23 0,0 1-215,-1 1 1,-1 1 225,-2-1 0,-2 0-1603,-1 2 1,-1-2 1608,-4 9 174,-4-3 94,6-32 40,-4-15-252,4-5 0,-2-27-45,7 7 0,2-3-23,0-7 1,2 0-76,0-3 1,2-1 75,2-8 0,2 1-18,-1 11 1,2 0-6,4-15 1,1 2 83,-5 19 1,1 3 0,3-2 1,2 4 3220,3 9-2837,9 3 504,2 12-168,6 12-258,5 11-137,12 22-337,-17-7-81,-11-3 1,-3 2 591,1 22-842,-10-6 1,-2 1-166,-2-15 1,-2 1 120,-7 19 1,-4-3 40,-6-7 200,-5 6 235,-1-30 251,7-15 45,1-14-404,7-31 39,14-17-370,-4 26 1,2-1 415,6-9 0,4 2 16,-2 8 0,1 2 7,4-5 1,3 2-27,0 5 0,2 4-6,15-4 450,-4 11 329,-4 15-41,-3 9-560,9 8-335,8 26-287,-26-16 1,-3 2-100,1 1 1,-3 1-310,-1 10 0,-3 1-639,-2-4 0,-1 0-484,2 10 1,2 0-1565,1-3 1,1-3 3254,-2-7 0,0-3 1,6 5-1,-8-18 0</inkml:trace>
  <inkml:trace contextRef="#ctx0" brushRef="#br0" timeOffset="64385">10855 2366 25004,'-20'-40'249,"0"-1"1,-9 3 0,-2 13 453,-2 32 1053,-14 2-663,8 17-198,10 1-457,2 1-137,4 10-48,15-8-69,10 15-442,13-10-786,14-2 64,7-17-23,2-10 162,-8-9 224,11-19 484,-15-5 293,7-16 145,-15 2-48,-7 11 142,-4-3-127,-4 15-109,-3 1-206,-4 12-104,-4 11 323,1 6-319,-2 15 24,3 13 9,3 5 22,11 11-753,13-10 703,3-10-1483,6-15 0,2-3 1277,6-3 343,-1-3 1,3-6-89,21-22 135,-30 5 0,-2-5-8,3-9 0,-4-4 14,4-20-5,-14 12 0,-2-5-8,1-14 0,-1-3-406,1-1 1,1-2 472,-6 14 1,0-2-1,-1 2 79,0-4 1,-1 4 166,-3 9 0,-3 3-20,-6-9 2655,-6 21-2953,-6 17 642,-2 18 96,-2 16-363,3 6-274,5 5 0,1 4-63,5-7 1,0 2 56,-1 20 1,2 3-87,3-4 1,3 1-29,2 4 1,2-2-242,0-12 1,3 1-506,5-1 1,4 3-1,-2-7 85,-5-13 0,0-1-508,13 26 0,-2-5-2347,-14-19 3453,-6-5 1,-3-15-1,-4-9 1</inkml:trace>
  <inkml:trace contextRef="#ctx0" brushRef="#br0" timeOffset="64934">11124 2418 28367,'-7'-35'-996,"1"-1"0,17-24 961,23 51 0,9 7-1938,2-5 1,-1-1 1973,-8 2 1,2-1-183,23-12 1,-3-2 402,-6-2-66,-2-2 0,-5-3 1297,-14-8-309,-1-11 363,-16 1-883,-11 0-142,-8 3-148,-3 5-223,-1 7-261,0 10 1610,3 10-1934,3 5 406,0 13 544,1 12-141,-1 18-40,0 17-228,1-20 0,0 1 93,-1 4 1,-1 3-346,-1 2 0,0 2 361,-1 1 1,-1 0-16,1-2 1,1-1-340,1-4 0,2-2 26,2 24 24,7-18-258,2-18-18,3-14 418,3-19 165,4-15-148,7-17-22,5-10 21,3-2 32,0 3 193,-3 10 259,-5 10 531,-5 13-1302,-4 8 296,0 11-149,3 10-135,3 12-96,3 10-144,6 8-353,5 4 83,-17-23 0,1 0-1912,1 0 1,0 0 2536,15 14 1,-15-15 0,-10-13-1</inkml:trace>
  <inkml:trace contextRef="#ctx0" brushRef="#br0" timeOffset="65100">12303 2413 24808,'-30'-39'-1112,"4"5"0,31 39 1</inkml:trace>
  <inkml:trace contextRef="#ctx0" brushRef="#br0" timeOffset="65551">12750 1943 29681,'-49'-26'-40,"0"0"1,8 1 0,8 13 31,18 48-43,9 20-1414,2-11 0,1 5 1410,0-7 1,1 2 0,0 3-485,0 8 0,0 2 1,1 3 485,0-10 1,0 1 0,1 1 0,0 1-94,1 3 1,1 0 0,1 2 0,0-1-69,0 2 0,1 0 1,1 0-1,-1 0-516,1 0 0,0 1 0,0-1 0,-1 0 10,-1-3 0,1 0 0,-2 0 1,0-2-18,-3-3 0,0-2 0,-1 0 0,-2-3 72,-3 7 1,-2-2-1,-3-4 438,-7 6 0,-7-10 313,1-16 1,-3-11 976,-23-26-897,30-14 1,6-8 233,2-12 1,7-7 593,6-8 0,4-3-582,0 18 0,1 0 0,1 0-144,1 0 1,1 0-1,0 0-30,4-17 0,-1 1-98,1 4 0,1 1-84,1 1 0,3 2 789,1 1 1,3-1-885,3-2 0,2 1-101,4-3 0,1 2-401,3-1 1,0 1 310,1 6 1,1 3-150,-3 8 1,0 4-390,-5 8 1,0 5-7792,24-2 2953,-23 11 5180,-3 7 0,-21 3 1,-2 0-1</inkml:trace>
  <inkml:trace contextRef="#ctx0" brushRef="#br0" timeOffset="66566">13021 2656 14169,'-2'4'7987,"1"-1"-3837,1-3-4060,1 7-45,13-20-34,10-3 6,17-31-9,-16 18 1,0-4-666,3-6 1,-2-3 658,1-6 1,-1-3 0,-2-3 0,-2-1 8,-3 2 0,-3 1-258,-5 5 0,-2 1 293,-4 7 1,-3 1-230,-9-24 278,-6 11-4,-4 13 0,0 14 1183,2 13-1040,-5 24 742,6 1-692,-9 31 164,4 3-173,8-14 0,1 3-664,-1 4 1,2 2 511,2 4 1,1 2-111,1 1 0,3 1-432,4-1 0,3 0 221,3-3 0,4-2-39,4-4 1,3-2-49,3-5 1,3-3-31,1-5 1,2-3-46,1-6 1,1-3 164,32-2 264,-30-15 0,0-5 81,0-7 0,-1-4-274,1-6 0,-2-4 261,-1-3 1,-1-2-5,-2 2 0,-1-1 644,-5 5 1,-3 1-538,5-15 681,-13 13-959,-15 13-39,-8 7 8,-18 13 868,7 3-646,-13 13 33,17 0-126,-5 17-49,12-2-177,3 9 184,12-16-201,11 4-189,9-9-13,13 2 2,5-10 94,-2-8 69,-4-14 245,-9-9 12,-8-13-7,-9-15 11,-12 2 3,-7-6-18,-7 12 11,3 11 44,-1 2-19,7 7-16,1 0-60,5 5 12,4 2-14,4 5 3,11-1-37,12 2-119,36-1 133,-13 2-12,5 3 0,-1 1-54,-1 1 178,-5 0 1,0 2 91,9 3 26,-10 2-6,-14 3-22,-26 0-114,-10-2 4,-10 6-196,-6 0 10,-13 12-61,3 5 3,8-6 296,8 6-262,11-18 113,7 11 30,7-6 11,22 10 6,6-10 27,10-3 1,-16-11 5,-4-12-5,-16-9-12,-3-14-44,-12-24 22,-11 0 0,-4-1 28,-10 8-11,-2 11-12,0 5 6,0 6-44,12 15-57,5 5 17,4 4-1063,1 10-2085,8 3 3221,12 8 0,-6-10 0,7-2 0</inkml:trace>
  <inkml:trace contextRef="#ctx0" brushRef="#br0" timeOffset="66924">14565 2228 24239,'-3'-2'2443,"2"0"-1705,1 2-540,56 14-95,-18 14-1319,7-4 1,-1 3 1214,-21-3 1,-3 3-42,7 21 1,-6 5-107,-11-13 0,-5 2 100,0 17 0,-8 0 14,-9-14 1,-6-5-133,-4-7 1,-3-5 129,-28 7 71,3-22 64,11-23 1754,15-21-1685,16-24-79,15 2 250,5 13 1,6 0-276,12-2 1,6 1-454,0-1 1,3 2 386,-6 12 0,1 0 0,0 3-12,10-2 0,-1 5 5,-10 5 1,0 2-152,13 1 1,-2 4-1032,10 2-557,-20 7 1,-2 3 1748,-2 7 0,-17 1 0,-9-4 0</inkml:trace>
  <inkml:trace contextRef="#ctx0" brushRef="#br0" timeOffset="67501">16476 1918 19218,'1'-45'1506,"0"0"1,0 0 0,0-17 0,-1 8-1078,-1 16-109,-2 13-134,-1 26 94,-3 17 12,-8 21-194,3-5 0,-2 3-37,-4 13 1,-1 4-821,2-11 1,1 3-1,-2 1 804,-2 7 1,-1 2-1,0 2-56,5-11 0,-1 1 0,0 0 0,1 1 2,0 0 1,0 1-1,2 1 1,1-1-8,1-3 1,2 1 0,1-1-1,4 0-461,1 9 1,5-2 0,5-1 254,4-7 0,5-2 0,6-2-1268,12-1 0,8-4 0,0-3 1464,9 2 1,1-6-1,-3-4 1,-3-6 0,-6-9-1</inkml:trace>
  <inkml:trace contextRef="#ctx0" brushRef="#br0" timeOffset="68218">17418 2137 19692,'1'-5'4071,"0"2"-2777,-1 3-1255,5-6-5,-9 33 5,-1 12-56,-4-1 0,-3 4-440,-2 3 0,1 2-501,-1 1 1,3-1-3410,3-1 0,4-2 4367,5-8 0,2-3 0,4 6 0,3-21 0</inkml:trace>
  <inkml:trace contextRef="#ctx0" brushRef="#br0" timeOffset="68600">17825 1745 22285,'-45'-17'833,"1"-1"0,4 3 0,7 10-61,8 26-119,10 0-413,-3 20-207,10-5-200,2 12 159,9-2 267,14 1-535,-1-18 29,16-3 227,-8-21 441,8-6 212,-3-13 407,-3-21-543,-10-5 79,-6-3 298,-8 0-260,-4 12-423,-4-2-443,-3 9-443,-2 9 24,-1 9 684,-1 11 698,0 12-1016,0 14-1738,3 15 2071,6 13 0,2-25 1,3-1-1</inkml:trace>
  <inkml:trace contextRef="#ctx0" brushRef="#br0" timeOffset="68883">18154 2414 27117,'-46'-10'391,"0"-1"1,2 2 0,13 1-296,27 5-413,9-3 88,11 0 95,16-3 20,-1 1 336,20-3-158,11 0-381,-10 1 344,-17 4 0,0 1-163,18-3 10,-10 3-1372,12-1 1561,-18 4 1,-11 1-1,-5 1 1</inkml:trace>
  <inkml:trace contextRef="#ctx0" brushRef="#br0" timeOffset="69117">18995 2008 25194,'0'-4'2839,"0"1"-2046,0 3-201,-12-16-798,9 36 135,-8 4 111,11 28-208,1 2 0,2 3-907,0-11 1,1 1-331,0-2 0,0 4 0,1-3 986,2 8 1,-1-5 0,-1-15-1,-1-5 1,1 5 0</inkml:trace>
  <inkml:trace contextRef="#ctx0" brushRef="#br0" timeOffset="69634">17058 2027 21047,'0'-4'3254,"0"1"-2442,0 3-655,-45 70-143,33-39 0,0 3-652,-8 8 0,-2 6 1,3 0 631,5 13 1,4-1-10,4-16 0,1 0 0,1 0-39,3-1 0,0 1 0,4-1-151,6 18 1,7-2-314,9-5 0,8-5-351,-5-18 1,4-3 0,4-2 868,10-1 0,4-3 0,-3-2 0,-5-1 0,-2-3 0,3-5 0,0 1 0</inkml:trace>
  <inkml:trace contextRef="#ctx0" brushRef="#br0" timeOffset="70261">19432 1803 20579,'-4'-5'4012,"0"1"-2856,4 4 484,0 0-1370,-9-53-449,21 53 733,3-23-148,3 44 1,3 18-426,2 3 1,-2 5-673,0 9 0,-3 4 612,-7-16 1,-2 2 0,-2 0-667,-2 3 0,-1 0 0,-2 0 266,-3 0 1,-3 1 0,-1-1-601,-1-2 0,-2-1 0,-2 0 657,-3-1 0,-2-1 0,1-4 0,2-4 0,0-4 0,-13 20 0</inkml:trace>
  <inkml:trace contextRef="#ctx0" brushRef="#br0" timeOffset="70567">20074 2101 23993,'0'-3'2697,"0"1"-1963,0 2-132,-13 26-410,1 22-275,-1-7 1,-3 7-1377,3-2 1,0 5 0,0-4 1400,-3 7 0,0 0-8,-1 0 0,-1 3 0,1-2-496,-2 3 1,0 0-570,3-11 0,0 2 0,1-1 814,0 0 1,0 0-1,2-4 1,1-5 0,1-3-1,-5 22 1</inkml:trace>
  <inkml:trace contextRef="#ctx0" brushRef="#br0" timeOffset="70983">20422 2485 22946,'0'-9'2161,"0"3"-1811,10-30 1,7-8-971,6 3 709,1-10 1,3 2-34,15 16 273,2 13-335,0 13-5,-2 16-6,-2 14-33,-7 18 10,-21-4 1,-5 2 23,-4 20-32,-12-11 1,-8 2 33,-14-4 0,-4-4-440,8-6 1,-2 0 464,-15 9 0,-2-3 17,14-16 0,2-4-16,-19 14 466,8-5-338,34-24 0,15-1-56,18-9-76,10-2 1,4-2-26,22-3-531,-5 1 1,4-1 258,-13 4 1,0-1-297,-8 2 1,3-1 0,0 0 584,5-1 0,0-1 0,-5 1 0,-3 1 0,-4 1 0,-3-2 0,0 1 0</inkml:trace>
  <inkml:trace contextRef="#ctx0" brushRef="#br0" timeOffset="71251">21239 1752 26932,'6'-48'409,"0"1"1,-2 8 0,4 8-492,9 20 213,10 28 187,10 26-234,-10-4 1,2 8-1187,-2 5 0,1 7 0,-2 1 1079,-7-14 1,-1 1-1,-1 0 1,-1 1-7,1 1 0,0 0 1,-1 1-1,-2 1-12,-2 4 1,-2 1 0,-2 0 0,-2-1-103,-1 7 0,-3-1 0,-4 3-335,-2-11 0,-3 5 1,-3 0-1,0-1 1,1-4-261,-3 12 1,-1-6 0,-6 3 714,-1-12 1,-7 4-1,-1 0 1,1-5-1,4-9 1,1-5-1,0-4 1,-14 16-1,0-1 1</inkml:trace>
  <inkml:trace contextRef="#ctx0" brushRef="#br0" timeOffset="97514">1889 6336 25298,'-1'-39'302,"0"0"1,1 1 0,2 0-203,3 5 1,1 2-1123,4-22 1050,-1 7 0,0-4-437,-1 6 1,-1-1 410,-1 4 0,1-1 0,-1-2-233,-1-2 0,1-1 0,-2 0 234,0 1 1,0 0 0,-1 0 10,-1-18 0,-2 3 19,-3 9 1,-1 4-82,-2 10 0,-1 3 87,-10-12 377,3 24-472,4 18 62,5 13-17,3 27 16,0 21-162,0-12 0,0 3 151,0 10 1,0 4 1,1-16 0,-1 2 0,1 1-48,0 3 0,0 1 0,1 0-94,1 2 0,0-1 1,1 1-178,1-3 0,1-1 1,2 0-35,1-6 0,2-2 1,1-2-585,7 10 0,3-5-293,0-13 1,2-6-4038,28-3 3596,-18-21-246,8-32 1820,-15-15 708,-10 14 1,0-2 1067,0-3 1,-1 0 503,-2-3 0,-2 1-846,3-10 2483,-6 0-2416,-10 32-476,-2 1-325,-1 8-308,0 4-195,2 1-85,2 4-11,1 3 23,9 5-12,-2-2 17,16 2 22,12-10-27,-6-3 38,17-13 1,-16-9-40,3-12 96,-6-18-68,-11 17 85,-7-11 61,-11 24 44,-5-1-16,-3 11-95,-3 7-45,-4 13-61,5 4-23,-8 16-12,7 7 46,-2 13-23,4 10-106,8-14 0,1-1-398,3 19-112,3-12 0,2 1-1818,4-12 0,1-2 2423,1 5 0,1-1 0,5 11 0,-6-24 0</inkml:trace>
  <inkml:trace contextRef="#ctx0" brushRef="#br0" timeOffset="97871">3087 5803 23114,'-27'-43'890,"0"1"1,2 5 0,-1 10-774,-5 19 29,-6 18-12,2 26-106,18-10 0,1 3-660,-2 15 1,4 4 625,2 9 1,4 0 2,0-5 0,1 3-14,3-7 0,-1 6 1,0 0-1,2-5-730,-1 9 0,1 2 643,1-7 1,-1 8-1,1 1 1,1-2-315,2-7 1,1-2 0,1 0-1,-2 1 71,0 1 0,-1 0 0,0 0 0,-2 0-388,0 5 1,-1 2 0,-1-3-1,-2-5 662,1-5 0,-2-5 1,-6-2 376,-15 8 1,-8-2-1,1-10-342,5-17 0,-2-6 122,-14 12 0,3-15 31,18-33 0,7-14-115,7-8 0,5-4-23,-3-1 1,4-3-21,7 0 0,3-4 0,2 2 18,2 6 1,2 1 0,1-2-15,4-7 0,2-2 0,2 1 56,2 2 1,3 1-1,0 3-602,-3 13 1,-1 2 0,1 3-397,6-10 1,2 5 980,3 7 0,-3 5 0,-8 8 0,12-8 0</inkml:trace>
  <inkml:trace contextRef="#ctx0" brushRef="#br0" timeOffset="98204">3284 6253 19507,'0'3'4727,"0"-1"-1658,0-2-2985,-13-26-28,19-11-39,-7 3 0,3-4-559,9-4 0,3-3 553,0-6 0,0-2-392,0-3 0,0-1 395,-3-1 0,-1 2-6,-3 14 1,-1 0 21,-2-8 1,-1 4 6,-3-1 25,-2-7-18,0 34-27,0 18 736,0 8-725,2 36-17,1-8 0,1 3-11,-1-2 0,1 1 4,2 18 1,3 1-53,0-12 0,2 2-168,3 15 1,2 2-51,-2-12 0,1 3-806,0 1 1,2 3-1,-1-3-401,-1-3 0,0-2-1031,-3-5 0,1 1 1,-2-5 2503,2 15 0,-8-30 0,-3-19 0</inkml:trace>
  <inkml:trace contextRef="#ctx0" brushRef="#br0" timeOffset="98386">3457 6136 21103,'-53'-22'1293,"1"0"1,5 2 0,7 2-666,7-2-404,15 7 106,14-10-279,21 4-62,5-4 11,11 7 0,5 2-104,-6 2 0,2 1-588,16-5 1,2 0 691,-1 2 0,-4 0 0,8-1 0,-8 2 0</inkml:trace>
  <inkml:trace contextRef="#ctx0" brushRef="#br0" timeOffset="99300">4425 5751 16874,'2'-47'1749,"0"0"0,0 0 0,1-4 0,-1 8-1615,-5 7 42,2 44-80,0 3 167,-1 26 28,-2 14-196,0-13 0,0 3-857,0 6 1,0 3 766,1 3 1,0 1-14,0 0 0,2 1-46,3-2 1,3-2-324,1-5 0,4-3 74,4-5 1,4-6-271,5-6 0,5-6-83,4-6 1,3-6-418,5-8 1,0-7-690,3-6 1,0-6 431,0-8 0,-1-5 1012,-1-4 0,-3-3 752,-3-1 0,-2-2 557,-6 3 1,-3 0 730,-5 3 1,-4 2 1065,4-23-714,-12 14-909,-8 14 188,-4 12-860,-1 7 651,-1 7-1066,1 4 266,0 5-333,0 9 17,2 10 6,1 12-57,1 10-55,7 7-611,2 4-2329,5 1 3018,1 2 0,-5-28 0,-2-4 0</inkml:trace>
  <inkml:trace contextRef="#ctx0" brushRef="#br0" timeOffset="99691">5298 5311 21780,'-7'-2'2885,"2"0"-2795,-57-3-1,41 14-64,-14-6 1,4 5 13,24 21 6,9 5-1,13 11-38,-1-15 16,15 10-5,2-16-17,-6-5 135,8-3 173,-17-15 11,0-10-44,-4-10-57,-4-14-44,-3-7 22,-6-2-23,-4 1-21,-5 7-1,-1 8-73,1 10-50,1 9-56,1 9-50,-2 10-23,1 13-347,-1 13-1277,4 11 1725,6 11 0,0-26 0,3-2 0</inkml:trace>
  <inkml:trace contextRef="#ctx0" brushRef="#br0" timeOffset="99924">5662 5204 27432,'-14'-40'341,"1"1"1,-7-19-308,33 77-1,15 23-30,2 4 0,4 7-1282,-12-17 0,0 2 1,-1 0 1270,3 1 1,-1 2-1,-1 1-33,-1 5 0,-1 2 0,-3 0-304,-5-6 0,-3 1 1,-1 1-216,0 12 0,-1 2 0,-6 2-1898,-7-9 0,-4 1 1,-2-1-1,0-4 1053,3-3 1,-1-4 0,-2-1-1,-13 20 1,1-12 0,13-31-1</inkml:trace>
  <inkml:trace contextRef="#ctx0" brushRef="#br0" timeOffset="100667">6692 5641 20593,'-6'0'4778,"1"0"-4089,5 0-661,21-60-6,31 31-33,-20-7 0,4 2-583,8 22 0,4 7 241,2 1 0,-2 3-627,-15 1 0,-1 2 666,4 0 1,-2 3-725,2 12-1007,-14 8-514,-25 27 2279,-31-1 107,3-17 1,-4-1 721,-2-5 0,0-1 263,0-1 0,2-1-42,5-4 1,1 0 757,-12 8-795,19-11 1292,12-10-1543,18-10-375,2-4-34,24-13-79,-5 2 1,2-2-12,3-1 0,2-1 48,8-7 1,0-1-35,-10 3 0,-3 0 31,15-18-11,-28 9 0,-8-1 22,-13-19-3,-3 15 1,-6-1 136,-11 3 1,-4 3-576,-11-11 621,-6 4 240,22 29-45,6 5 447,4 4-816,7 13-6,11 13-28,7 20-2746,14 16 2735,0-5-9,-7-16 1,-1 3-496,-5 8 0,-3 2-93,-2 2 1,-4 4-670,-6-12 0,-4 3 0,-3-4 952,-5 8 0,-4-6 0,4-12 1,1-5-1,-6 4 0</inkml:trace>
  <inkml:trace contextRef="#ctx0" brushRef="#br0" timeOffset="103636">9256 5655 20106,'1'-6'4273,"0"0"-3068,-1 6-925,0 0-235,16-44 72,-8 62-72,9-25-42,-12 36 0,-6 14-14,-1 15-1828,0-10 0,-2 0 1492,0 2-1315,0 1 0,2 1 1662,4-3 0,-2-1 0,2-26 0</inkml:trace>
  <inkml:trace contextRef="#ctx0" brushRef="#br0" timeOffset="103996">9596 5412 24323,'-43'-34'239,"0"-1"0,2 7 0,7 15-200,16 33-27,4 7 16,4 11-23,8 2-10,7 2-7,10 3 12,11-17 12,0-11 21,8-7 74,-5-15 89,14-22-33,-12-9-79,-15 8 0,-4-1 5,0-14 107,-9-10 140,-14 9-179,-3 5-101,-11 10-62,-6 26 6,8 10-11,-2 9-45,6 13-694,1 25-701,10-23 0,2 1 772,1 4 1,2-2 0,3 3 0,3-16-1</inkml:trace>
  <inkml:trace contextRef="#ctx0" brushRef="#br0" timeOffset="104386">10510 5460 23842,'-2'-3'2330,"0"1"-2011,2 2-252,-63 39-27,26 0-674,-8-1 0,0 3 564,18-4 0,4 0-104,-3 1 1,0 1-167,-1 0 1,1-2 137,-1-4 0,-1-2 62,2-4 0,-2-5 11,-23 5 101,5-20-26,9-25 48,9-21 45,17 9 0,4-3-346,2-4 1,1 1 496,4-23 477,4 24 0,2 2-280,6-1 419,7-6-660,-2 23-28,3 11-95,-2 8 27,21 22-39,-3 8 177,-8-6 1,2 1-285,-3 1 1,1-1-297,2 2 0,2 0-597,0 0 1,1-1-3928,0-2 1,-2-3 4335,15 10 1,-17-15-1,-21-14 1</inkml:trace>
  <inkml:trace contextRef="#ctx0" brushRef="#br0" timeOffset="104570">10550 5610 27085,'-19'31'-353,"19"31"-873,20-3 575,-7-10 1,-1-1 0,-1-3-1,-6-2 1</inkml:trace>
  <inkml:trace contextRef="#ctx0" brushRef="#br0" timeOffset="104762">9937 5900 21097,'-6'-5'3725,"2"2"-3305,4 3-280,0 0-100,0-63-80,37 41-64,-12-13 1,5 1-749,16 24 0,6 9-27,3-4 0,2 2 879,6 0 0,-3 1 0,-24 0 0,-4 1 0,29 0 0</inkml:trace>
  <inkml:trace contextRef="#ctx0" brushRef="#br0" timeOffset="105196">11259 5525 26648,'-5'-56'184,"1"0"1,-2 12 0,2 6 6,11-4-18,-4 23-77,2 0-68,3 6 0,9 2-12,11 3-4,14 3-12,10 9 5,7 13-16,-27 5 0,-2 3 5,9 14-14,-19-5 1,-7 3-43,-19 22-546,-7-17 0,-6 2 560,-9 3 1,-7 0 24,8-15 1,-2 0-1,-1-1 23,-1-1 0,-1-2 0,1 0 17,-13 7 0,2-3-108,8-7 1,1-3 152,-9 5 11,21-15-17,23-13-17,20-10-22,21-8-29,-12 6 1,4 0 21,7-2 0,4 1-340,7-1 0,3 1-769,-15 4 0,1 0 0,1 1 1099,5-1 0,2 0 0,-5 2 0,-4 0 0,-3 1 0,-3 1 0,0 0 0</inkml:trace>
  <inkml:trace contextRef="#ctx0" brushRef="#br0" timeOffset="105603">12703 5301 26133,'-5'-47'554,"-1"1"0,2 5 1,0 10-533,1 24 12,1 13-17,6 14-34,4 20 17,7 17-37,-2-13 1,1 0-492,-3-12 1,-1 0 261,7 15 0,0 0-333,-6-15 0,-1-1-804,0 7 1,-1 2 1402,-3-3 0,-1-3 0,-1 4 0,-4-10 0</inkml:trace>
  <inkml:trace contextRef="#ctx0" brushRef="#br0" timeOffset="105787">12452 5581 17753,'-6'-4'6867,"0"1"-5942,6 3-304,0 0-475,34-59-96,17 44 1,6 1-79,-16-19 0,3 1-602,6 21 1,7 7 0,-5 2-399,-3-1 0,-4 0-1327,3 1 0,-1-1 2355,5 0 0,-8 1 0,-22 1 0,-5 1 0</inkml:trace>
  <inkml:trace contextRef="#ctx0" brushRef="#br0" timeOffset="105996">13595 5001 28671,'19'10'0,"-2"26"0,-8 9 0,-3 9-1809,-2-3 0,-2 3 1,0-2 1393,-1 4 1,-1 1 414,-1 7 0,0 5 0,-1-13 0,-1 0 0,1-14 0,0-1 0</inkml:trace>
  <inkml:trace contextRef="#ctx0" brushRef="#br0" timeOffset="109836">2116 9017 17596,'-1'-7'4779,"0"1"-3497,1 6-604,-7-65-466,5 48-116,-5-44-40,8 68 33,6 17-50,3 10-27,4 16-1,-2 9-9,-7-19 1,-2 1 3,-1 16 11,-3-16 0,-6-2 952,-39 3-879,21-34-68,-20-11-8,36-40 0,10-14-11,2 10 0,1 0-309,-1-10 0,3-4 319,2 12 0,3-3 0,0 4-683,1 0 0,-1 2 681,3-10 1,1 3-10,-2 14 1,1 5-378,15-13 369,-4 11-27,22 8 27,-18 27 0,7 5 460,-1 36-493,-22 6 39,4 15-31,-24-11 1,-8 2-333,-2-10 1,-2-1 348,-4 9 0,-4 1-3,-8 0 0,-2-4 11,6-12 0,-1-2 20,-11 10 0,-1-3 11,15-14 0,1-3 9,-17 10-40,34-25 12,11-7-34,14-7 17,16-4 16,3-2 1,3 0-3,-1 0 0,2 0 543,11-2 0,-1 1-546,-16 4 0,0 1 8,8 1 1,0 2 70,-8 2 0,2 1-130,16 0 1,2 0 25,-18 2 0,0-1-59,22 1 0,-4 0 28,-9-2 25,-6 0 0,-1-1 76,-4-9-6,-7-3 12,-12-6 61,-16-2 1030,-4 0-918,-4 1 251,1 5-223,-1 3-68,3 4-111,2 5-67,3 2-12,2 4-11,2 7 17,6 13-11,3 7-118,8 12-263,4-2-639,5 2-1914,1-4-6886,-2-7 8480,-8-10 1,-7-10 0,-8-6 0</inkml:trace>
  <inkml:trace contextRef="#ctx0" brushRef="#br0" timeOffset="110020">3014 8790 23489,'-44'-20'-971,"18"16"1,40 26 0,1 0 0</inkml:trace>
  <inkml:trace contextRef="#ctx0" brushRef="#br0" timeOffset="111082">3567 8797 23700,'-39'-23'165,"0"0"0,-1 0 1,-15-5-1,6 13-98,-1 40-21,4 16-46,9 10-12,15 2 1,17-3 17,20-7 487,15-11-381,12-13 95,5-13 12,0-20 225,-6-11 177,-3-24-436,-17 13 134,-4-17 30,-14 20-142,-1-5 183,-1 9-306,-1 11-56,0 11-22,4 40 11,3 9-31,-2-2 0,-1 5-735,-1 3 1,0 2 728,-2 10 1,-1 4-22,-1-17 0,-1 2 0,0 1-73,-1 5 0,0 0 0,-2 1-642,0 2 1,-2 0 0,-1-1 490,-1 0 0,-1 0 0,-1-3 113,-2-4 1,0-2 0,-1-4-140,-7 9 0,-1-7 247,-11 8-512,-4-55 92,20-42 203,6 2 1,5-6-74,6 5 1,3-2-1,2-2 11,1-9 0,2-1 0,2-2 125,-1 12 0,1-1 0,1-1 0,0 1 205,2 0 0,-1 0 0,2 1 0,-1 0 28,5-11 1,1 1 0,0 2 20,-2 4 0,1 2 0,-1 3 8,2-5 1,0 0 97,-4 10 1,2-3-1,-2 4 251,1 0 1,0 2-204,6-16 0,2 0 8,-6 16 0,0 3-256,0 3 0,0 4 256,7-10 1353,2 9-1375,-15 20 2119,1 3-2029,-2 30-124,-3 12-103,-3-4 0,0 4-379,-2 3 1,-1 2 352,-1 6 1,0 2-15,0 3 1,-1 0-9,0-1 1,0-1-15,0-4 0,0-3 774,0 19-754,2-1 22,1-34 68,1 2 178,0-22-44,6-25-185,3-8 815,7-22-832,1-3-22,1-2 17,0 7-1,-2 11-16,-2 11 5,-1 11 6,2 7-16,3 8-35,8 7 12,7 10 11,7 7-377,8 4 377,-21-16 0,0-1 11,3 0 0,0-3-11,1-1 0,-2-2-6,24 1 46,-18-15-7,-18-13-27,-13-18 5,-6-17-5,-2 2 30,0-2 0,0-5-1092,0 12 1,1-1 1088,0 4 1,0-4 0,1 3 41,1-6 1,-1 4 170,1 8 0,0 5 12,0-10-130,-6 22-111,1 18-17,-4 19 0,1 18 0,0 20-3,4-19 1,2 1 735,2 5 1,3 2-782,3 4 1,2 0-74,4 4 1,3 0-87,1 1 0,2-1-118,0-2 0,2-1-232,-2-6 0,-1-2-493,-2-7 0,-1-3-6802,9 7 7852,-11-18 0,-7-13 0,-6-5 0</inkml:trace>
  <inkml:trace contextRef="#ctx0" brushRef="#br0" timeOffset="111269">4340 8648 25438,'35'-33'-87,"0"0"1,0-1 0,-2 4 0,2 1 0,-1 6-979,9 11 1,0 5 568,3-2 0,-2 3 0,5-2 0,-9 4 0</inkml:trace>
  <inkml:trace contextRef="#ctx0" brushRef="#br0" timeOffset="111753">5632 8240 20649,'-6'-54'1591,"0"-1"0,-1 8 0,0 5-891,-7-6-482,2 24 51,0 14-208,2 22 18,-6 18-12,-6 28-31,9-17 1,-2 4-521,-1 10 1,0 3 483,4-14 0,2 1 0,0 1-429,1 2 1,1 2 0,2-1 403,2-1 1,1 0 0,3-1-62,4-3 0,3-2 0,2-2-57,2 4 1,7-4-1586,26 4 0,7-9 1728,-16-18 0,-1-3 0,6 4 0,-3-3 0,-2-8 0</inkml:trace>
  <inkml:trace contextRef="#ctx0" brushRef="#br0" timeOffset="112236">6247 8371 23383,'-14'-44'1030,"0"0"1,3 6-1,0 8-985,4 18-6,4 14-5,8 14-51,3 17 0,9 18 6,-6-11 0,1 2-51,4 18-168,-4-14 1,-2 1-730,-3-15 1,0 0-543,2 6 0,1 1 1501,2-4 0,0-3 0,2 5 0,-1-15 0</inkml:trace>
  <inkml:trace contextRef="#ctx0" brushRef="#br0" timeOffset="112596">6554 7974 22946,'-48'-20'268,"1"0"1,2 9 0,10 12-5868,21 41 5622,3 2 1430,15-8-1369,15-10-50,-3-6 954,23-5-881,-15-22-74,5-2 68,-5-17 3426,-8-5-3354,0-10 191,-10-14-218,-7 19 196,-15-10-292,4 34 1,-15-1-29,7 22-33,-9 13-17,9 6-146,5 9-89,11-13-1081,15 4-4823,10-7 5319,8 0 0,-14-11 0,-8-8 0</inkml:trace>
  <inkml:trace contextRef="#ctx0" brushRef="#br0" timeOffset="112830">6791 7757 26010,'-17'-50'373,"-1"0"0,0 6 1,8 11-296,16 22 12,22 30-62,14 20-1307,-10-3 0,2 6 1273,0 9 1,-1 2 5,-5-7 0,-2 1-28,-7-5 0,0 2 0,-3 0-70,-1 11 0,-4 3-111,-3-11 0,-1 3 0,-5 2-693,-8 9 0,-5 3 0,-1-4-193,4-17 1,-1-3 0,-4 2 1094,-11 18 0,-6 2 0,5-13 0,-1-2 0,5-17 0,1 1 0</inkml:trace>
  <inkml:trace contextRef="#ctx0" brushRef="#br0" timeOffset="113204">7950 7943 21584,'-4'0'2672,"1"0"-1994,3 0-622,44-69-1486,-1 40 1351,0-13 1,4 2-613,-5 26 0,2 6-357,4 0 1,-1 1-465,-9 2 0,0 2 1512,1 1 0,-4 1 0,-8 1 0,-4 0 0</inkml:trace>
  <inkml:trace contextRef="#ctx0" brushRef="#br0" timeOffset="113370">8036 8287 21999,'-5'2'3507,"1"0"-2096,4-2-1512,67-49-1433,-38 34 1,3 1 694,7-9 1,6-2 0,-3 3 838,3 4 0,-4 5 0,15-7 0,-26 10 0</inkml:trace>
  <inkml:trace contextRef="#ctx0" brushRef="#br0" timeOffset="115101">8336 7587 22201,'-44'-18'817,"0"-1"1,4 2 0,10 5-734,21 12-45,6 2 101,6 6 73,7 7-12,12 7-97,6-4 0,3 0-53,17 10-452,-4-5 1,2 2 414,-11-2 0,-1 3-500,9 9 0,-2 4 480,-4 4 1,-6 5-8,-15-8 0,-3 4 0,-5 0-18,-5 14 0,-8-1 11,-3-1 1,-6-1-37,-14-3 0,-5-3-99,6-11 1,-3-1-1319,-9 14 1,0-2 914,12-16 1,2-3 0,-13 16 0,28-34-1</inkml:trace>
  <inkml:trace contextRef="#ctx0" brushRef="#br0" timeOffset="115674">10446 7691 19966,'0'-7'5158,"0"2"-4356,0 5-422,-9-62-251,6 46-84,-7-36 11,10 77 6,0 23-51,-1-12 0,-1 2-465,1 7 0,-1 2 448,0 5 1,-1-1-12,1-10 0,0 2-252,0 17 0,2 1-482,2-19 1,2 0-1829,0 17 0,2-1 2089,2-17 1,-1-6 0,4 11 0,-5-24-1</inkml:trace>
  <inkml:trace contextRef="#ctx0" brushRef="#br0" timeOffset="116074">10920 7424 20431,'-27'-33'911,"-1"1"1,0-1-1,-9-10 1,2 10-733,4 21-112,2 16-39,5 13 17,3 11-17,6 10 6,6 3-6,6 1 22,9-5 79,8-6 39,7-11 28,4-9 50,-1-12-43,0-13-41,-2-14-16,-6-10-1,-6-6 29,-5 0-1,-10 5 1,-4 8-90,-3 10-123,-2 10 0,2 11-23,0 12-5,0 12-163,4 15-678,2 10-66,6-5-3942,7-9 1,1 0 3903,2-4 0,6 11 0,-13-35 0</inkml:trace>
  <inkml:trace contextRef="#ctx0" brushRef="#br0" timeOffset="116300">11425 7469 26732,'-29'6'-50,"5"16"36,20 10 0,5 5-40,-2 3 1,-1 2-1171,-1 4 0,0 3 468,-2 1 0,0 1-1051,-1 1 1,-1 0 1806,0-1 0,0-4 0,-2 8 0,3-16 0</inkml:trace>
  <inkml:trace contextRef="#ctx0" brushRef="#br0" timeOffset="116791">11112 7922 23075,'-29'-41'773,"0"1"0,0 3 0,13 8-695,23 20-44,15 4-18,21 2-32,21 1-116,-13 1 0,1 0 36,-15 1 1,2-2-232,6 0 1,4-1-1,-6-1-606,16-2 611,-8-2 0,-1-2 9,-3-7 341,-4-6 318,-20-1-4,-20 2 55,-13 5-27,-8 7-79,-5 6-100,-2 12 350,2 9-417,1 12-40,4 9-56,2 6-23,3 2 1,1 1-34,-4-2-101,-9-2 11,0-11-313,-25 1 126,16-22 0,-2-3 302,0-1 0,0-3 62,-4-6 0,2-6 159,-8-22-44,17-4 285,11-19 219,18-1-297,8 4-67,13 2-96,6 29-84,6 10-38,7 16-57,6 12-48,-19-3 1,1 2-321,1 3 1,0 2-263,2 0 0,-1 2-4325,0-1 1,-2-1 4405,13 9 1,-15-12 0,-19-15 0</inkml:trace>
  <inkml:trace contextRef="#ctx0" brushRef="#br0" timeOffset="118800">12483 7586 24245,'-10'-3'190,"-2"7"-89,-1 21 17,-11 5-29,-10 0 1,-8-2 128,-2-9 74,8-10-17,8-13-158,12-4 141,9-33-152,15-3-67,-1 10 1,2-1-143,2 3 0,2 1 165,16-24-59,-2 14 25,0 15 0,1 13-28,1 9 17,4 18-40,2 15-10,-2 23 16,-20-18 0,-4 4-428,-4 7 1,-5 4 379,-8 6 1,-6 2-436,1-16 0,-3 1 1,-3-1 446,-4 1 1,-3 0 0,-2-1 42,-2-1 1,-1-2 0,-2-2 24,2-4 0,-1-2 0,0-3-49,-10 5 1,2-6 190,-17-1-50,26-32-51,21-20 850,21-15-883,16-5 5,16 2 590,-17 25 0,2 3-607,2 2 1,1 3-15,1 3 0,0 3-14,1 1 1,0 3-63,1 3 1,0 1-281,3 2 1,1 1-1184,2 2 0,1 0 1542,9 1 0,-3-1 0,6 2 0,-3-2 0</inkml:trace>
  <inkml:trace contextRef="#ctx0" brushRef="#br0" timeOffset="119008">13494 7469 23310,'-2'-6'2862,"1"1"-2112,1 5-710,8 16-29,3 26-25,-2-10 0,-1 3-149,-1 10 1,0 2-952,-3 2 1,0 1-1304,-2-1 1,0-1 1794,-1-6 0,0-4 0,-1 10 1,0-24-1</inkml:trace>
  <inkml:trace contextRef="#ctx0" brushRef="#br0" timeOffset="119208">13123 7761 24544,'46'-23'-39,"0"-1"1,-1 0 0,0 3 0,-1 0 0,-2 6-472,6 7 1,-2 3-2814,4 0 0,0 0 3323,-6 0 0,-4 0 0,13 0 0,-25 1 0</inkml:trace>
  <inkml:trace contextRef="#ctx0" brushRef="#br0" timeOffset="119567">14061 7412 24913,'-24'-46'614,"1"-1"0,1 6 1,9 5-481,22 7-25,10 7-81,12 7-17,9 7-6,6 7-5,3 11-5,-4 12-29,-10 17 1,-14 12 7,-22-13 1,-5 1 14,-9 15-365,-6-15 1,-6-1 364,3-15 0,-2-1 11,-4 5 0,-2-2 5,3-4 1,1-1 5,-14 10 6,20-15 202,17-6-163,20-7-5,17-4-51,23-7-6,-19 2 1,2-1-339,7-3 1,2 1 4,5-2 1,3 0-2569,7 0 0,-1 1 2907,-3 1 0,-4 1 0,-15 3 0,-4 1 0,7-1 0</inkml:trace>
  <inkml:trace contextRef="#ctx0" brushRef="#br0" timeOffset="122644">1508 2174 27620,'-57'-6'-248,"0"1"0,13-4 0,2 7 894,-2 19 1,3 5 271,12-8 1,-1 0-386,-14 8 1,0-1 193,-11 6-432,21-12 0,1-2 76,-7 0-365,-13 1-6,20-11 0,11-3 0,10-1 0,6-2-1501,5 0-1141,2 0 1669,9 1 867,1 0-63,7 4-213,-6 2-267,0 11-791,-5 6 1026,-2 24 1230,-2 3-1081,-5-15 1,-1 1-269,1 0 0,-1-2-348,-4 23 711,3-9 1,1 1 191,2-13 1,1 1 482,-1 16 0,0 1-178,4-7 1,-1-2-264,1-9 0,0 0-142,3 9 1,0 3-91,1 4 1,0 0-46,-1-9 0,0 3 102,0 3 1,-1 6-1,-1-5 16,-1-1 0,0-3 32,1 11 1,-2-1 95,0-3 1,-2-3 70,1-9 0,-1 1 68,0 21 1,0 1 3,0-9 0,0-1-16,0 10 0,0-2-24,0-10 1,1-1-40,0 1 1,2 0-66,0 0 0,1-2-63,0-9 0,1 0-56,3 18 0,1 2-10,-3-17 1,0 1 26,0-2 0,1 3 1,-1-3-64,0 1 0,0-1 19,2 11 0,-1 1 19,2 4 0,0 1 26,0 2 1,0 1 35,-2-14 1,1 2-1,0-2 10,1 12 1,1-2 4,0 3 1,1 1 5,-1 0 0,0 1 92,-3-20 0,0 0 0,0 1-104,0-1 1,0 1-1,-1 0 7,0-1 1,0 0-1,0 0-85,2 21 1,-1-3 172,-2-14 1,0 1 5,-1 6 0,0 5 1,-1-7 52,0-12 1,0 0-43,0 14 0,0 7 0,0-9 69,-1-18 0,0-1 40,0 11 1,0 5-1,0-2 61,0 2 1,0 0-210,1 10 1,-1 0-94,0-4 1,-1 0 56,1 3 0,-1 0-27,0 3 0,1 1-92,-1-15 0,0 2 1,0-2 102,0 12 0,1-2 73,-1 0 0,1-1-139,1 0 1,-1-1-3,1-1 0,0 0 140,0 1 0,0 0-120,-1 0 0,1 0-1,-1 1 0,0 0-17,0-1 0,0 1-81,-1-1 0,0 0 100,0-1 1,-1 0 27,1-1 0,-1 0-77,0-1 1,-1-1-4,0 1 1,0-1 125,1-1 1,-1 0-98,-1 0 0,1 0 8,0 0 0,0 0-8,0-1 1,0 0-21,-1-2 0,1 1 63,0-3 0,1-1 320,-2-1 0,1 0-135,0-2 1,-1 1-11,1 0 1,-1-1-26,0 1 1,1-1 3,0 1 1,0-1 9,0 0 0,1 0-9,-1 1 1,1 0-23,1 0 1,1 0 228,1 0 1,1-1-378,2-1 0,1-1-74,3-2 1,2-2-91,2-3 1,4-1-130,5-4 1,2-3-438,20 10 383,5-18 1,5-5-139,-7-8 0,4-3 391,5-4 1,6-3 0,-7 1-1,-11 1 1,-3-1 0,2-5 0,1 0-1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53:50.0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1647 2640 18016,'-11'-47'1070,"0"1"0,0-1 0,0 2 0,0 0 0,2 9-370,-1 3-247,0 2-268,4 14-162,3 11-1,1 14 6,2 11 0,0 16 17,0 15-29,1-19 1,0 2-291,0 6 0,0 2 282,1 6 1,0 1-375,-1 3 0,0-1 377,-1-1 1,0-3 4,0-8 1,0-2 51,0 11 189,0-22 69,-1-17-175,-2-17 438,-1-11-539,1-14 798,0-7-815,7-2-16,4 1-22,7 5-35,7 4-44,10 5-33,10 6-85,13 2 26,-23 11 1,-1 0 197,2 0 1,0 0 120,26-11 47,-9-6-167,-14-6 33,-13-6-3077,-12-9 3202,-7 15 16,-6-10-28,-1 17 244,-1-7-210,2 6 192,1 6-182,1 9 3375,4 9-3202,10 25-606,-1-1 56,11 35-1569,-16-18 1,-1 2 1706,0-8 1,-2 1-37,1 20 0,-2-1-143,-2-18 1,1 0-440,2 14 0,2-1-431,4 12 37,-1-25 0,5-6-8201,20-9 9275,-3-3 0,-3-11 0,-18-6 0</inkml:trace>
  <inkml:trace contextRef="#ctx0" brushRef="#br0" timeOffset="1132">2390 2838 28046,'-5'-37'-314,"0"1"0,-1-22 54,32 59 505,-7 0-312,17 0 33,-5-4 30,11-8 40,-9-5-67,-2-8 180,-16 3 141,0-8-149,-9-12-8,-2 7-138,-5-2-13,-8 18-168,0 10 34,-9 1 54,0 6-64,-9 10 133,-7 19 94,9 8 31,3 4 18,15 6-12,11-7-138,7-9 1,5 0-217,22 20-704,-7-22 0,2-3 614,19 3 78,-14-14 0,1-4-65,-4-4 1,2-4 184,18-3 0,1-6 180,-10-2 0,-1-3-183,3-7 1,-4-4 308,-14-1 0,-6-1 99,10-15 62,-12-10 153,-15 5-347,-9 2-81,-11 3-80,-11 20 1262,0 9-1418,-11 9 181,4 11-221,-13 16 47,10 7 209,2 12 595,17-11-606,7 16-34,13-18-5,8 10 11,12-21 11,8-10 0,-4-11 0,8-11 0,-8-11 123,11-21 45,-11-5-101,-8 7 146,-11 1-84,-9 25 224,-3-9-236,-1 14-61,-1-1-33,0 10-23,0 4 5,1 9 29,-1 9-85,1 22-49,1 3-169,7 16-392,5-4-499,11 2 398,-6-30 1,3-2 52,3-2 1,2-4-82,31 8 644,1-22 398,-3-22 23,-9-18 213,-13-4 371,-12 1 1,-3 0-351,1-5 62,0-3 1,-1 1-292,-5 10 398,9-20-437,-14 39-191,0-2-39,-4 23-5,-1 15 16,0 21 12,0 19 80,0-2-106,-2-2 1,-2 4-624,2-13 1,-1 1 604,0-3 1,1 2 0,-1-1 0,1 6 1,0-3 8,2-9 0,1-4 45,0 10 16,1-27-27,-4-18 16,-6-33-16,-3-13-23,4 4 0,-1-3-190,2-4 1,1-2 186,0-5 1,2 0-9,0 10 0,1 0 0,1-19 0,0 1-3,2 20 0,2 0 198,1-17 0,3 0-187,2 15 1,4 2-1,2 4 0,4 2-140,2 5 1,2 3 131,1 5 0,1 3-6,26-5-22,-2 17 11,-6 18-5,-6 18 11,-9 19 39,-14 11-42,-16-25 0,-6 0-149,-7 1 0,-6-2-50,-8 1 0,-5-2-291,-5-1 0,-2-3-958,-1-2 0,2-4 1462,5-5 0,3-2 0,-7 1 0,20-10 0</inkml:trace>
  <inkml:trace contextRef="#ctx0" brushRef="#br0" timeOffset="2310">5281 2810 15513,'0'-54'2787,"-1"0"1,1 4-1,0 4-1739,0-13-286,2 0-449,0 27 1,0 0 162,2-13-241,1 20-179,-4 16-39,0 18 28,2 17-34,1 21-14,-1-16 0,0 2-492,0 5 0,-2 1 489,1 5 0,-2 1 9,-4 3 0,-2 1-333,-2 1 1,-3-1 332,-1-4 0,-3-1 8,0-8 0,-1-3 34,-12 8-6,5-23 17,6-27-28,6-24-16,5-29-1,7 19 0,2-5-264,4-10 0,2-3 260,-1 16 1,1-2-1,2-1-2,1-1 1,0 0 0,2 0-89,0 2 1,1 1 0,1 1 142,0 3 1,1 3 0,1 1 42,8-11 1,3 5 6,-1 8 0,2 5-18,-2 9 1,0 5 195,22 0-3,-8 26 85,-6 17-207,-10 22 232,-16-17 1,-5 2-407,-4 6 0,-6 2 46,-6 4 0,-4 0 33,-8 1 1,-4-2 20,-3-1 1,-3-3 65,-1-6 0,0-4-27,4-5 0,-1-5 425,-21 3-276,23-13 847,7-17-1278,19 1-158,2-8-90,7 6 86,19 1-230,9 3-65,21 6 346,-11 2 124,-13 1 0,1 0-552,26 5 140,-19-3 1,3-1-964,2 1 0,0-2-1900,4-1 1,0-1 3411,-6 0 0,-4-1 0,13-2 0,-24 0 0</inkml:trace>
  <inkml:trace contextRef="#ctx0" brushRef="#br0" timeOffset="3076">6103 2548 19043,'-4'-3'5340,"2"1"-2851,2 2-2301,-61-31-178,45 24 3,-17-9 1,5 6 7,27 20-7,4 6-55,7 3 21,9 1 39,8-3-56,5-7 40,2-6 45,2-12 30,6-18 25,-9-9 0,-3-2 60,-13-5 22,-11 11 26,-3-5-18,-11 7-111,-8 10-63,-12 9 4,-7 11 12,-6 11-7,3 12 43,2 18-29,15 3-32,7 13-282,16-17 243,11 11-109,13-9-34,-7-16 1,3-1-137,3 0 0,4-3-362,10-2 1,1-4 69,16 4-5,-16-15 0,-1-4-262,13-16 640,-13-2 1,0-2 224,-7 0 0,-2-2 67,4-4 1,-4-1 21,4-7 209,-4-8 219,-10 8 180,1-9-74,-4 2 170,-5-1-545,-5 15 163,-4-1-124,-7 15 234,-6 0-456,-4 5 10,-7 5-45,1 6-28,3 1 5,-2 4 6,4 2-16,4-3 38,-1 2-22,8-8-34,0 1 23,3-4 68,1 0-57,-2 0-17,1 0-16,-1 1 16,1 1-11,1 1-27,0 1-673,2 2 45,1-2-9159,13 6 9020,-7-6 1,6 1-1,-12-4 1</inkml:trace>
  <inkml:trace contextRef="#ctx0" brushRef="#br0" timeOffset="4226">7020 2435 19210,'-3'0'5276,"1"0"-2924,2 0-2122,-44-31-6,31 18-123,-32-21 123,34 24-163,1 7-61,-12 1 23,-7 8-12,0 2 36,-2 6 1,-3 3-3361,-19 13 3327,22-13 0,-1 4-3,-1 6 0,3 2-739,1 15 739,-4 10-122,27-20 1,6-1 77,11 15 24,0-13 1,3-1-4,3-8 1,4-2-73,3-1 0,2-2-67,3-3 0,1-3-73,22 4-196,-5-16 0,1-6 174,6-7 35,-12-3 0,8-4 0,-5-2-348,-1-5 0,-1-3 534,-2 2 1,2-3 0,-4 2 29,0-2 1,-4 0 103,7-8 1,-4 0 2679,-2-3-2585,-14 14 1,-3 0 8,-8 3 1216,-16-1-1143,-8 12 218,-9-2-392,-6 8 1296,-4 4-1380,-3 10 61,-1 7-72,4 12-11,5 8-1,9 8-21,9 7 10,10 5-5,10-1 11,3-16 0,15-1 5,-14-23 40,21-5-11,-14-21-23,12-17 17,-3-15 6,-1-8 10,-2-2 57,-5 7 56,-7 9 56,-7 11-34,-6 10-123,-6 9-34,-3 7 1,-4 9-18,-1 7-5,1 9-5,5 7 16,1 6-39,10 5-106,6 1-247,12-1-392,13-6-151,11-12-29,9-13 102,5-20 660,-32-2 1,-1-4 210,-2-5 0,-2-3 159,-2-2 0,-4 0 543,10-26 186,-12 5-90,-9 7-197,-5 8-156,-6 8-157,0 8-173,-1 6-91,-2 11-27,3 3 34,-5 30-35,6 8-13,-1-7 0,1 3-454,2 4 1,1 2 464,1 8 0,-1 2-20,1-15 1,-1 3 0,0-1-3,0 3 1,0 1-1,-1-1-389,1 1 0,-1-1 0,0-1 391,0 16 1,0-3 5,0-13 0,0-5 17,0 7 28,0-36-34,-2-71-3,2 24 1,0-4-428,1-3 1,0-5 0,1 1 418,0 2 0,1 0 0,1-1 0,1-2 0,0-2 0,1 0 5,0 1 1,1 0 0,0 1-102,0 3 1,1 1 0,0 1 92,4-15 0,2 4 216,-1 7 1,2 4-214,0 8 0,1 3-17,17-17 34,1 18-17,-1 17 1254,2 18-1266,2 19-4,4 21 518,-20-14 1,-2 1-523,-2 3 1,-4 2-74,-5 0 1,-7 0-33,-10-1 1,-7-2-369,-8-1 0,-7-3-1431,-10-1 0,-3-2 1924,2-5 0,2-3 0,-14 5 0,24-11 0</inkml:trace>
  <inkml:trace contextRef="#ctx0" brushRef="#br0" timeOffset="4769">2476 3690 13650,'-53'3'79,"-1"0"0,1 0 0,-1 0 0,0 0 0,1 0 0,-7 0 0,2 0 0,-1 1 0,2-1 0,0 1 322,4 0 0,0 0 0,1 0 0,2 1 0,3-1-465,-8 1 0,4-1 0,-2 1 288,4 1 0,-1-1 0,1 2 0,6-2 67,-5 3 1,5-1-141,-1 0 0,4 1 1301,4 3-847,62-6-362,13-5 1,10-2-494,1-1 1,5-1 0,3-1 278,-3 1 1,4-1-1,2 1 1,1-1-291,-4 0 0,0 0 0,3 0 0,2-1 0,2 1 263,-11 1 1,3 0 0,1 1 0,2-1 0,0 0-1,0 0 1,-3 1 0,-2-1-194,3 0 0,-3 1 0,-2-1 0,1 1 0,1 0 0,5-1 194,-7 1 0,3 0 0,2 0 0,2 0 0,0-1 0,0 1 1,-1 0-1,-2 0 0,-2 0-187,2-1 0,-2 1 0,-1 0 1,-1 0-1,0-1 0,2 1 1,2-1 184,-4 1 1,2-1 0,1 1 0,1-1 0,1 0 0,0 0 0,0 0 0,0 0-1,0 0-46,1 0 1,0 0-1,1-1 1,-1 1 0,1-1-1,0 0 1,0 1-1,0-1 1,-1 1 46,2-1 1,-1 0-1,0 0 1,0 0-1,0 1 1,1-1-1,1 0 1,0 0 0,1 0-26,-4 1 1,2-1 0,1 0 0,0 1 0,1-1-1,0 1 1,0-1 0,-1 0 0,-2 1 0,-2 0 0,-1 0 5,3-1 0,-3 1 0,-1 0 0,-2 0 1,0 0-1,1 0 0,2 0 0,2 0-58,-2 1 0,4-1 0,1 0 0,1 0 0,1 0 0,-1 0 0,-1 1 0,-1-1 0,-3 1 0,-4-1-629,12 0 0,-5 1 0,-2-1 0,-1 1 0,0 0 0,1 0 704,4-1 0,2 1 0,0-1 0,-2 1 0,-2-1 0,-5 1 0,5 0 0,-4-1 0,-4 1 0,-5 0 0,7 0 0,-1 1 0</inkml:trace>
  <inkml:trace contextRef="#ctx0" brushRef="#br0" timeOffset="5385">9478 2340 17115,'0'-6'3366,"0"1"-6410,0 5 3654,0-67 1829,-4 34-2277,1-6 1,-1 2 797,-6 18-859,-11 13 19,-5 8 190,-11 9 76,-9 20-92,16-6-47,-4 22 3375,22-11-3469,2 7 40,20 3-100,9-15-250,8-6 246,23-18-243,-24-9 328,32-15-231,-38 4 587,12-25-235,-25 13-25,-6-10-143,-7 14-84,-12 6 106,-4 8 83,-18 8 33,1 8-288,-7 12 97,18-1 39,1 13-87,13-1-3882,1 23 3470,9-16-958,11-5 1,7-2-4114,18 4 5418,-9-13 0,1-1 0,5-3 0,-10-9 0</inkml:trace>
  <inkml:trace contextRef="#ctx0" brushRef="#br0" timeOffset="5659">9581 2748 26708,'-50'13'729,"-1"0"0,6 0 0,8 1-280,19 8-473,9 3-178,5-3 77,12 7-70,7-7 115,11 4 273,8-7-171,-6-8 18,0-13 231,-12-14 39,-6-11-101,-5-10 15,-6-1-119,-6 4-190,-7 13-178,-2 11-3126,-41 34 3367,11 2 0,-6 5 0,25-12 0</inkml:trace>
  <inkml:trace contextRef="#ctx0" brushRef="#br0" timeOffset="8535">12157 2283 20319,'4'-54'1783,"-1"0"0,0 9 0,-2 5-1089,-3-3-408,-3 24-224,-1 15 30,0 23 16,0 22-66,3-8 1,0 4-28,0 9 0,0 3-647,0 8 1,1 1 597,-1-15 1,1 1 0,0 1-636,-1 2 1,0 2-1,0 0 187,0 1 0,-1 2 1,1-1-811,-1 2 0,0-1 0,-1 0 1287,-1 1 1,0 1 0,1-6-1,0-4 1,1-3 0,-1-9 0,0 1-1</inkml:trace>
  <inkml:trace contextRef="#ctx0" brushRef="#br0" timeOffset="9018">11893 3030 18340,'-6'-54'1120,"-1"0"0,1-1 0,1 7 0,-1 2 0,1 5-548,-2-19 182,5 22-715,13 14 172,15 11-223,23 3-8,-14 6 1,3 1-183,7-2 1,2 1 111,6-1 1,2 0-40,1-1 0,1 0-4,-14 1 1,0 0-1,-2-1 99,0 1 1,-2-1 24,5-1 1,-7-2 436,-13-2-226,-7-7 62,-18-2 100,-8-2 39,-5-1 17,0 2 390,3 4-686,4 7-57,3 6-62,5 14-5,7 15 6,8 18-12,9 13-10,-3-8-4,-1-11 0,2-1-13,13 11 16,-11-16 0,3-3 40,14-2 16,0-30-22,-16-10 33,6-28 45,-12 4 107,2-10 72,-4 7 45,-6 10-83,-7 12-169,-2 11-45,-3 17 6,-4 13-22,-3 22 5,-5 17-255,5-23 1,1 1 201,-1 7 0,0 1-727,1 5 1,2 1-19,-1 7 1,0 0-2491,2-17 0,0 0 0,1-1 3255,-2 15 0,0-3 0,1-17 1,0-5-1,0 4 0</inkml:trace>
  <inkml:trace contextRef="#ctx0" brushRef="#br0" timeOffset="9484">13321 2806 25036,'5'-57'818,"-1"1"0,0 6 0,0 12-706,-3 24-74,0 16-27,-1 18 12,-1 19 10,-1 23-27,-1-23 0,0 3-682,-2 5 1,0 2 669,-2 5 1,0 1-49,-2 4 1,0 1-3,-1-1 0,0-1 34,1-6 0,-1-4 16,2-12 0,0-5 355,-6 1-338,3-41 0,5-34 0,5 6 1,2-6-743,4-12 0,2-5 733,0 11 0,1-2 0,1-2-8,2-6 0,2-1 1,-1 0 12,-2 13 0,1 0 0,-1 0 0,1 1 0,2-13 1,1 2-1,-1 1-5,-1 8 0,0 2 0,-1 2-115,3-6 1,0 4 100,-3 12 1,1 4 816,10-6-838,4 18-1,9 11 6,9 15 0,10 11 11,-25-3 0,-1 4-19,1 4 0,-3 3 572,-4 1 1,-3 2-632,-5 1 0,-6 0-68,-17 28 12,-29-9 81,9-29 0,-4-3-45,-5-4 0,1-2-86,-22 2-600,23-12 0,3-4-5204,1-9 5263,-3-4 1,25 5 0,9 6 0</inkml:trace>
  <inkml:trace contextRef="#ctx0" brushRef="#br0" timeOffset="9827">14046 2351 27639,'15'-18'90,"16"-10"-68,14-1-17,-19 9 1,0-2 39,-4-2 0,-2 0 0,2-8 0,-13-5 16,-22 20 1,-10 1 11,-11 8-12,-1 5-38,0 13-7,13-1 12,-1 18-33,13 5 5,1 17-39,4 10-54,7-26 1,3 1-905,8 12 0,4-1-943,-2-13 1,2-1 1939,11 11 0,0-5 0,-6-14 0,2-1 0</inkml:trace>
  <inkml:trace contextRef="#ctx0" brushRef="#br0" timeOffset="10402">16087 2349 21931,'15'-53'1199,"0"-1"0,-1 7 0,-5 5-510,-9 7-5885,-17 8 5258,2 7 942,-33 20-981,22 11 929,-25 25-964,20 7 12,9-2 0,1 2 0,7-13 0,2 2-11,0 9 0,1 6 0,3-7 2978,2 10-2984,5-2 0,5-3 0,9-20 23,31 3 28,-6-30 16,18-14 28,-12-24-47,-22 10 0,-2-3-12,-4 6 1,-1-3 61,7-26 1,-1-3-116,-8 19 0,-1 0 124,5-15 0,-3 1 78,-4-6-270,-20 26 124,-5 19-3030,-36 20 2985,21 4-11,-4 8 1,1 6-169,4 14-372,11-1 1,4 2-200,9 11-359,13 11 1132,19-5 0,-15-31 0,9 12 0</inkml:trace>
  <inkml:trace contextRef="#ctx0" brushRef="#br0" timeOffset="10618">16777 2157 25926,'-6'-41'893,"1"0"0,-7-19-882,-3 81 0,2 6-17,0 6 1,0 7-21,3 1 0,1 4 0,0 2-1092,0 5 1,1 2 0,0 2 1076,2-1 0,0 2 1,1 1-1,1 0-110,1-2 0,1-1 0,1 0 0,0 1-216,0 5 0,-1 0 0,1 0 0,0-2-297,0-10 0,1-2 0,-2 1 0,0 0-1084,-3 10 0,-1 3 1,-1-2-1,-1-4 1748,-2-4 0,-1-3 0,0-3 0,-2 19 0,-1-7 0,3-26 0,1 0 0</inkml:trace>
  <inkml:trace contextRef="#ctx0" brushRef="#br0" timeOffset="10736">16068 3846 14385,'19'-56'431,"0"0"0,-1 0 0,1 0 1,-1 0-1,2 4 0,0-1 1,0 2-1,0 1 0,0 4-331,6-10 1,0 4 0,4 0-9,-1 5 1,4-1-1,1 2 1,-2 4-198,-3 3 1,0 5-1,1-3-735,1 1 0,2-3 0,0 1 0,-2 4 641,13-13 0,-4 7 0,-12 12 0,-4 4 0,4-1 0</inkml:trace>
  <inkml:trace contextRef="#ctx0" brushRef="#br0" timeOffset="11894">18825 2848 17808,'27'-36'3151,"-1"-1"0,0-3-2885,-5 3 1,3-8 0,-4 2-776,-6 0 1,-3-1 751,1-12 1,-1-1 44,-3 4 1,-3 2-74,-5 9 1,-3 4 557,-13-12-706,-16 28-22,-13 26-37,17 7 0,0 6 20,-12 18 0,1 3-251,11-9 1,2 1 222,-10 19 0,4 1-12,15-17 1,3 1-125,-1 7 0,2 0 105,4-4 1,3-2 742,10 23-774,10-18 85,15-21-7,12-29-8,-14-4 1,1-5-82,7-11 0,-2-3 73,-4 3 0,0-3-8,1-8 1,0-7 0,-2 1 5,-6 8 0,-4 1 0,2-4-431,1-1 0,1-2 0,-1-2 0,-1 3 429,0-7 0,-1 2 1,-2 1 19,4-14 1,-2 4 36,-6 16 1,-3 4-26,0-3-45,-7 28 28,-8 26 0,-3 20-16,-7 26 308,5-21 1,1 3-341,-5 20 1,2 2 605,3-19 1,0 2-572,0 0 0,0 4 1,1-3-2,0 5 0,2-1-25,1-10 0,0 2 0,2-1-34,3 15 1,3-2-170,4-9 1,4-4 126,4-10 1,5-6-37,24 5 84,10-31 53,-24-10 0,2-6 11,3-8 1,-1-4-7,3-5 1,-1-2 25,-1-3 0,-1-2-284,-2 1 1,-3 0 313,-4 2 1,-3 2 44,-4 5 1,-3 2 269,2-14-250,-12 18 987,-12 12-1094,-6 10 345,-12 11-350,-5 11-22,-4 14 22,1 8-22,6 7-6,8 0-11,8-2-11,8-7-11,8-8 734,5-10-689,7-12 16,6-16 6,4-14 28,5-16 16,1-10-27,-2-5 11,-6 4 27,-7 9-10,-7 15-40,-7 12-38,-6 11 4,-5 10 1,-4 11 11,-1 10 11,2 8-11,4 1-16,9-2 4,10-6 7,14-8-1,15-11 12,15-11-1,-23-7 1,0-4-266,2-4 0,-1-3 279,0-5 1,-2-5 8,-2-4 0,-2-5-3,-2-6 1,-2-3-4,-2-6 1,-2-3-540,-1-4 0,-3-1 536,-1 0 1,-2 0 25,-3 6 0,-3 2 2,-2 9 1,-1 4 25,-3-13-45,-5 26-50,-3 18 10,-7 23 499,-3 23-498,5 3 0,1 3 362,2-11 1,1 1-386,0 25 1,3 2-750,2-14 0,2 2 525,-1-7 1,1 3 0,0 0-803,1 2 0,-1 1 0,2 0-180,-1 0 0,2-1 1,1 0 1239,3-2 0,2 0 0,-2-5 0,-1-3 0,1-4 0,11 15 0</inkml:trace>
  <inkml:trace contextRef="#ctx0" brushRef="#br0" timeOffset="12410">20116 2427 26069,'-13'-47'125,"-1"-1"0,6 4 0,12 9-113,52 21-12,-21 9 0,2 1 5,15 1 1,0 2-692,-16 0 1,1 0 676,15 1 1,-2-1 19,8-2 36,-25 0 0,0-2-47,19-8 365,-14-5-298,-14-3 47,-12-2 20,-9 1 733,-11 1-671,-5 4 359,-14 3-493,6 6 50,-15 7-56,9 9-34,-8 8-27,3 12 10,9 10-10,8 4-34,10 5 22,10-2 22,8-6-21,9-8 100,7-12-34,-8-11 12,7-15 55,-9-11 29,4-13-34,0-9 61,-1-14-105,-10 19 88,0-6-115,-9 27-41,0 4-13,-3 6 2,0 31-78,2 2-208,3 27-11,0-16-986,7 12-1831,2-10 3125,1 2 0,-5-18 0,-4-12 0</inkml:trace>
  <inkml:trace contextRef="#ctx0" brushRef="#br0" timeOffset="12918">22637 2234 21780,'18'-51'1479,"0"0"0,-3-2 0,-5 6-1205,-12 4 275,-17-9-448,6 37-6,-14-3-106,9 16-12,-10 18 12,7 10 0,2 24 0,13 9-1694,9-23 1,3-1 1693,7 26 5,8-13 1,5 1-235,-5-15 0,2-1 240,9 13 0,0 0 0,-10-15 0,-2-2-6,4 9 1,-20-7 10,-22-17-5,-29-5-56,-5-14-50,16-3 0,2-4-118,-12-12-199,18 4 0,3-4 398,6-3 1,2-1-9807,-11-23 8068,10 5 1,17 29 0,1 14 0</inkml:trace>
  <inkml:trace contextRef="#ctx0" brushRef="#br0" timeOffset="13927">23135 1918 24503,'-1'-8'2358,"0"2"-1871,0-26 0,-1-5-162,0 12-252,1-14 0,-1 4-41,1 27-40,1 6 63,4 24-22,5 13-29,-1-2 0,0 4-388,2 4 0,0 3 301,1 5 0,-1 3-221,-1 3 0,-1 1-393,-2 3 0,-1 0-867,-1-1 1,-3-2-34,0-5 1,-2-2-930,-2-11 1,-1-4 14,-4 7 491,-12-32 4376,7-29-2352,-7-18 1355,11-2 481,4 6 1,1-1-255,0-16-1015,2 15 0,0 0-173,0-6 644,3 0-975,6 17-190,15-3-40,12 12 3167,20 5-3474,6 8 153,-28 2 1,-1 1 368,17 1-450,4-1 482,-30-3 191,1-3 268,-17-5 644,-9-4-784,0 4 359,-5-4-129,3 6-157,0-2-149,2 3-201,2 2-126,3 3 286,10 3 213,7 7-130,16 8-9,5 13-145,5 11-46,-9-3-173,-12-4 1,-3 0-201,0 15-51,-8-16 0,-3 0-366,-13 9 246,-4-17 48,-14-11 241,-5-17 27,2-9 8,3-14 131,15-11-13,14-5-45,12-1-44,13 3-268,10 7 251,9 9 6,5 7-4,-25 12 1,0 2-3,20-1-12,-13 3 1,1 1 28,8-2 44,15-3 23,-34-2 39,-16-1 22,-11 0 45,-7 2 325,-4 1-229,-3 3 68,-2 2 33,0 8 19,4 0-30,0 23-205,9 0-82,12 18-134,15-3-118,17-1-74,7-5-16,1-10-47,-6-10 47,-6-11 188,-5-12 99,-1-11 48,-4-12 18,-5-12 23,-10-5-5,-7-1-1,-13 6-44,-3 9-73,-6 10-40,1 10-33,1 8-31,3 9-861,5 9-2144,7 10 3161,19 12 1,-11-17 0,10 1 0</inkml:trace>
  <inkml:trace contextRef="#ctx0" brushRef="#br0" timeOffset="14385">25165 2166 26114,'-2'-4'2100,"1"0"-1765,1 4-49,-53-14-186,23 33-57,-7-12 1,2 5-296,16 16 0,7 6 212,0-1 1,4 2-104,3 1 0,4 0 90,7-1 0,6 0-3,5-2 1,5-3-113,7-2 0,5-4 27,3-4 1,3-4 4,2-6 1,2-5-274,-2-6 1,0-6 376,0-5 0,-3-5 49,0-8 0,-2-5 14,0-6 0,-3-5-608,3-8 0,-3-4 590,-10 13 0,-1-1 1,-1-1 14,0-2 0,-1-1 0,-2-1 22,-1 2 0,-2-1 1,-2 1 47,3-17 0,-5 2-158,-7 10 0,-4 3 198,-5 9 0,-3 3 360,-10-12-413,1 20 594,6 14-648,2 16 1359,0 19-1343,-2 24-49,3-11 1,1 3-217,-1 8 1,1 3 212,0 6 0,0 2-45,1 4 0,1 1-65,2-21 1,0 1-1,0-1-283,0 20 0,1-1-449,0-4 0,0-2-979,-1-8 0,0-3 1821,-2 19 0,1-30 0,1-19 1</inkml:trace>
  <inkml:trace contextRef="#ctx0" brushRef="#br0" timeOffset="14860">25591 2295 21928,'-6'-5'4073,"2"2"-3393,4 3-313,-45-61-395,37 39-28,-12-13 0,10 3-55,38 23 61,24 5-5,-20 5 1,2 2 29,4 0 1,0 1-2,1 1 0,-1 1-113,-1-2 1,-3-1 191,24 0 53,-13-11 46,-12-7-62,-8-9 34,-6-2 57,-5 2 76,-6 5 3,-3 6 68,-3 6-359,-2 3 37,-10 20 126,0 8-27,-8 22-141,7 8-242,9 6 269,7-29 0,5 1 1,5-1 0,4-1 1,6-1 1,3-3-21,3-2 1,1-4-51,-2-4 0,1-3-1,22 2 160,-12-20 42,-8-10 65,-8-17-92,-6-14-44,-7-12-16,-9 27 0,-1-2-12,-2-3 0,-2 1-23,-3-9-41,-7 1 138,1 30-437,-3 2-534,-1 10-1438,-1 12 2309,1 11 1,5-7 0,4 2 0</inkml:trace>
  <inkml:trace contextRef="#ctx0" brushRef="#br0" timeOffset="15211">26512 2102 28095,'2'-3'1246,"0"0"-1089,-2 3 212,46-20-292,-19 33-52,7-11 1,0 3 2,1 45-2365,-15-17 0,-2 1 1914,4 14 1021,-2 12-827,-17-32-223,-5-1 197,-4-12 11,-5-13 57,-5-21 3454,6 2-3291,-1-24-32,10 8 12,5-10 38,14 0-123,5 12 21,2 8-290,7 16-699,4 8-720,19 8-1336,-20-2 1,0 1 3223,0 1 0,-3-1 0,13 4 0,-19-6 0</inkml:trace>
  <inkml:trace contextRef="#ctx0" brushRef="#br0" timeOffset="15577">27433 2214 19713,'0'-3'6534,"0"0"-4369,0 3-2329,-62-53 23,36 42 96,-12-15 0,1 7-35,20 30 25,-4 14-345,7 12 384,4 5-18,11 11 23,6-18-6,17 5 51,10-11 61,2-7-39,-1-9 33,1-32-44,-11-7-34,3-9 29,-5-8 27,-10 2-17,-3 4-39,-9 8 23,-24 18-40,2 8 40,-34 9-9,21 5 0,1 3-11,-3 2 0,1 2-273,-5 6 0,3 2 247,11-1 1,4 1-6,6 3 1,4 0 10,2 21-213,25-4 1,14 2-1098,2-16 0,7-1 0,1-1 856,0 3 0,0 1 0,0-4 1,16 8-1,-5-9 0,-2-6 0</inkml:trace>
  <inkml:trace contextRef="#ctx0" brushRef="#br0" timeOffset="16759">1412 5538 23282,'-10'-44'1208,"-1"0"0,1 1 0,3 10-1035,7 24-156,0 0-11,-1 32 10,-4 13-27,0-1 0,-1 4-808,-3 5 0,-1 2 418,-1 6 1,0 4-2276,4-8 1,1 3-1,1-3 2676,1 7 0,2-3 0,0-3 0,2-7 0,4-10 0</inkml:trace>
  <inkml:trace contextRef="#ctx0" brushRef="#br0" timeOffset="17036">1824 5856 23999,'-4'-2'2537,"0"1"-1994,4 1-543,-31-15 17,35 14 5,-19-11-10,46 14 32,2-1-16,-4-3-5,6-5 10,-7-2-44,11-5-67,-11 4-617,-3 1-6877,-13 4 7572,-5 3 0,-5 0 0,0 1 0</inkml:trace>
  <inkml:trace contextRef="#ctx0" brushRef="#br0" timeOffset="18143">3563 5593 24704,'-3'32'655,"-2"6"-536,-7 9-41,-3 6-22,-3 3-28,-3 0-407,-1-6 468,2-8 312,4-14 41,6-15 23,5-15-208,3-16-50,2-20-89,6-20-550,-1 19 0,1-2 454,3-5 0,2-1-5,2-1 0,0 0-3,1 5 0,1 1-6,-1 7 1,2 2 202,14-15-195,10 12-16,-13 19 6,16 5-17,-10 20 22,9 11-11,-2 19 3,-22-12 0,-2 3 313,-4 5 1,-3 1-328,-3 3 0,-3 1 2,-6 0 1,-1-1 22,-2-1 0,-2-2-9,-9 24 35,4-19 83,5-18 11,5-17-39,4-17-22,4-13-34,5-18-11,7-11 14,6-4-3,4 1-22,2 9 11,10 8-22,-12 18-23,12 9 11,-3 23 1,-7 2 22,13 23 11,-19 2-34,4 14 17,-6 2-22,0-3-51,2-7 51,2-10 6,1-13 21,-1-13 334,0-18-344,1-14 44,0-14-5,2-9-12,-2-1 18,-4 3 5,-4 8 33,-6 14-76,-7 11-13,-3 10 0,-2 10 0,0 10 0,0 10 0,0 7 0,2 6 0,4 9-24,2-16-194,11 11-303,5-20-733,12 2-1866,6-10 3120,5-12 0,-22-4 0,-4-4 0</inkml:trace>
  <inkml:trace contextRef="#ctx0" brushRef="#br0" timeOffset="18302">4625 5330 25500,'-40'-39'211,"1"1"0,1-1 0,12 17-379,23 28-488,3 13-4015,10 28 4671,-1-3 0,0-4 0,-4-22 0</inkml:trace>
  <inkml:trace contextRef="#ctx0" brushRef="#br0" timeOffset="18679">4858 5584 26010,'0'-6'1876,"0"2"-1395,0 4-486,24-11 10,-10 28 6,16 1-19,-21 11 0,-4 5-9,1 23 22,-4 3 1,-4-27 28,-4-7 38,1-18 35,0-8-51,2-17-10,7-31-46,2 9 0,4 4 0,2 0 0,17-12-123,-8 18 1,3 2 122,1 2 0,3 3 0,0 3 0,3 4 0,9 4 0,-1 4 0,16 0 0,-7 12 0,0 7 0,6 15-340,-15-4 1,-2 5-168,-11 3 1,-4 2-144,-5-5 1,-3 2 649,2 18 0,-4-3 0,-3-10 0,2 16 0</inkml:trace>
  <inkml:trace contextRef="#ctx0" brushRef="#br0" timeOffset="19352">6924 5720 19947,'3'-50'605,"1"-1"0,-1 1 0,0-1 0,0-11 0,0 0 0,0 6-325,-2-3 0,0 5-48,-1 7 1,0 3-60,0-15 1507,1 11-1613,-1 33 451,2 6-507,3 30 12,4 25-18,-1 5-128,-2-6 0,-1 4 119,-2-8 0,-2 3 1,-1 0-223,1 2 1,-2 2-1,0 1 228,-1 8 0,-1 2 0,-1-3 3,1-10 1,-1-1 0,0-2-6,-1 14 0,1-3 2,2-17 1,0-4 137,0 17 56,1-39-71,-1-17-125,0-30 0,2-8 0,5-3 0,4-5 0,0 11 0,2 0-263,6-19 0,4 1 263,0 12 0,4 4 0,-1 6 0,3 2 647,-2 8 1,3 3-648,25-8 0,3 15 0,5 18-207,-27 5 0,1 5 207,1 4 0,-1 4 0,0 5 0,-2 1 0,-8-5 0,-2 3-48,6 14 0,-3 2-619,2 14-2,-9-15 0,-2 0-1779,2 12-4307,-4-16 6755,-4-15 0,-5-11 0,-3-7 0</inkml:trace>
  <inkml:trace contextRef="#ctx0" brushRef="#br0" timeOffset="20535">7894 5613 27460,'2'-35'207,"11"8"-162,22 29-23,16-5-19,-19-1 0,1-1-271,2-2 0,2-2 265,0-2 0,0-1 3,-1-2 0,-3-1 6,-2-2 0,-3-1 10,14-25 141,-19-5-135,-17-1 6,-18 5 17,-12 10-28,-15 14 28,-9 11 11,-5 15-34,1 10 0,6 13 6,10 10-16,7 7 4,11 6-16,6 4-11,15 2-62,15 0-83,0-30 0,4-2-34,9 0 0,4-4-99,6-2 1,4-5-569,6-3 1,0-3 643,-8-3 0,0-4-179,-1-5 0,3-4 0,-4-1 179,2-2 0,-1-4 182,17-6 1,-3-4 102,-17 2 1,-6-1-190,-7-1 1,-4 0 346,5-13 594,-13-13-276,-15 22 317,-8-9-563,-13 19 885,-14 9-947,-12 13-44,-8 10 172,0 10-323,8 6-81,15 2 47,15 2 1,17-1-12,14-4 16,11-3-16,11-9 379,3-7-373,2-14 0,0-10 110,-2-12 7,-3-9 34,-1-6 45,-6-4 22,-6 1-27,-5 4-197,-6 8 0,-3 10 0,-5 9 0,-1 8 0,-7 28 0,0 2 0,-5 24 0,1-3-281,3 5-627,9 3-732,16 1-601,22-7 1039,-10-28 1,3-4-358,6-4 1,0-4 1407,-7-2 0,0-5 1866,10-15 0,-6-5-522,-11 0-202,9-28 421,-37 10-500,1-3-324,-1-9-178,2 8-410,4 9 1377,0 12-1377,2 10 579,0 16-579,2 15 0,2 20 0,2 19-369,-6-22 1,0 1 368,-1 4 0,1 2 0,-1 3 0,1 2 0,0 1 0,0 0 0,1 0 0,0 0 0,1-5 0,-1-1 0,1-7 0,-1-4 0,4 12 0,-4-22 0,-7-26 0,-9-24 0,-7-27 0,5 16 0,-1-3-416,-1-8 1,0-2 415,1-4 0,1-1-270,2-5 0,1 0 270,2-1 0,2 1 0,5 0 0,3 1 0,1 3 0,3 2-176,3 5 1,3 3 175,0 5 0,2 4 0,1 8 0,1 2 0,19-8-33,4 19 33,4 13 742,1 15-742,-2 13 0,-10 11 1266,-15 9-1266,-15 7 0,-22 3-32,3-28 0,-5-2 32,-6 0 0,-2-1 0,-4-2 0,-1-2 0,0-3 0,-2-1-620,2-2 1,0-2-2761,1-4 0,2-1 3380,-18 1 0,19-4 0,15-4 0</inkml:trace>
  <inkml:trace contextRef="#ctx0" brushRef="#br0" timeOffset="21059">4420 6710 2857,'-56'2'311,"0"1"0,0-1 1,0 1-1,-1-1 0,1 1 1,0 0-1,-3-1 0,0 1 1,1-1-1,0 1 0,-1-1 1,0 1 124,-4 0 0,-2 0 0,0 0 0,0 0 0,4 0 0,4 0-242,-3 0 1,6-1-1,1 0 1,-2 1 293,-9 0 1,-1 1 0,1-1 0,9 0 283,-3 0 1,6 0 221,-3 0 1,5-1-469,-2 0-179,57-3 23,53-4-205,-2 1 0,8 0 108,-7 0 0,4 0 1,3 0-210,-7 0 0,4 1 1,1-1-1,2 1-2,-6 0 1,2 0 0,2 0 0,0 0 0,2 0-10,-5 0 0,1 1 0,1-1 0,1 0 1,1 0-1,1 0-67,-4 0 0,0 0 0,2 1 1,0-1-1,1 0 0,1 0 0,0 0 42,-4 0 0,1 0 0,1-1 0,0 1 0,0 0 1,1 0-1,1 0 0,0-1-131,-4 1 1,1 0 0,0-1 0,1 1 0,0 0 0,0-1 0,1 0 0,0 1 0,0-1 117,-4 1 0,1-1 0,0 1 0,0-1 0,0 0 0,1 1 1,0-1-1,0 0 0,0 0 0,0 1-34,-4-1 1,1 0-1,0 0 1,-1 1-1,1-1 1,1 0-1,-1 0 1,0 0 0,1 0-1,-1 0 1,0 0 22,2 0 1,-1 0-1,0 0 1,1-1 0,0 1-1,-1 0 1,1-1-1,0 1 1,-1 0 0,1-1-1,0 1 1,-1-1 1,1 1-1,0 0 1,0-1 0,0 0-1,0 1 1,-1-1 0,1 1-1,0-1 1,-1 1 0,0-1-1,0 0 1,-1 1-1,1-1 1,-1 0 0,0 1-1,0-1 1,0 0-1,0 1 1,0-1 0,-1 0-1,0 1-12,4-1 1,0 0-1,0 0 1,0 0 0,-1-1-1,0 1 1,0 0 0,0 0-1,-1 0 1,0 0-18,3 0 0,0 0 1,-1-1-1,0 1 1,0 0-1,0 0 0,-2-1 1,1 1-1,-1 0-132,2-1 1,0 1-1,0-1 1,-1 1 0,0-1-1,-1 0 1,-1 1-1,-1-1-744,2 0 1,-1 0 0,0 0-1,-2 0 1,0 0 0,-2-1 0,-2 2 899,8-2 0,-1-1 0,-3 2 0,-2-1 0,-4 0 0,6 0 0,-5 0 0,-6 0 0,-12 2 0,1-1 0</inkml:trace>
  <inkml:trace contextRef="#ctx0" brushRef="#br0" timeOffset="21626">11179 4995 25018,'6'-46'440,"0"-1"1,-2 5 0,-6 8-318,-12 16-50,-12 10-39,-9 15-46,-7 12 52,-2 15-24,7 9-21,12 5-1,13 1-16,26 4 27,1-20 23,30 2 40,-5-26 72,14-2 67,-3-16 162,-5-17-251,-20 2 78,-6-17-78,-20 12-40,-8-6-5,-11 4-62,-12 2-78,2 14-23,3 3-335,5 18-768,6 12-2056,-2 18 3249,7 3 0,5-10 0,5-12 0</inkml:trace>
  <inkml:trace contextRef="#ctx0" brushRef="#br0" timeOffset="21943">11318 5566 27432,'-22'6'22,"5"12"-22,20 14 0,6 6 0,10-6 118,17-10 117,0-11-78,-1-9 168,-3-16 57,-7-18-382,-5 6 0,-2-27 0,-17 30 0,-10-19 0,-15 23-231,-24 2-4685,3 15 1,-1 3 2948,-16 1 1,25 2 0,7 0 0,16-2 0</inkml:trace>
  <inkml:trace contextRef="#ctx0" brushRef="#br0" timeOffset="41139">13488 5943 23196,'-8'-48'742,"-1"-1"0,0 1 1,-2-15-1,-2 12-602,-2 20 231,4 27-365,5 30-12,3 35 3,2-13 0,0 5-855,1-9 1,-1 3 0,1 1 840,-1 6 0,-1 2 0,1 0-77,0 4 1,0 1 0,0 0-172,0-13 1,0 0-1,0 0 1,1-1-707,0 17 0,1 0 0,0-2-2013,0-1 1,0-2-1,1-1 2984,0-10 0,-1-2 0,1-4 0,0 1 0,0-7 0,-1-1 0</inkml:trace>
  <inkml:trace contextRef="#ctx0" brushRef="#br0" timeOffset="41416">13384 7032 10251,'-4'-54'997,"1"0"1,0 1 0,0-1 0,0-1 0,0 1 0,0-1 0,-1 1-597,1 4 1,0 0 0,-1 1 0,0-1-991,0 0 1,-1 0-1,0 0 1,-1 1 971,-2-13 0,-2 0 0,0 2-68,0 4 0,0 1 1,0 1-84,0 5 1,0 1-1,1 1-79,2 3 0,1 1 0,1 1 231,2-18 1,4 1-349,6 4 1,7 2-32,7 6 1,5 5-6,-4 9 0,6 6-13,13 8 0,8 5 0,-5 5 1,-12 3 1,2 5-10,10 2 1,5 2 0,-6 6-17,-11 11 1,-6 5-29,5 8 1,-4 4-23,-8 7 1,-8 2-199,-11 4 1,-8 0 233,-10 2 1,-8-2 27,-9-1 1,-5-3 36,-3-3 0,-3-3 8,3-5 1,0-4-46,6-5 1,2-3-571,-13 9 489,23-14-6052,27-10 6156,14-6 0,0-2 0,-2 0 0</inkml:trace>
  <inkml:trace contextRef="#ctx0" brushRef="#br0" timeOffset="42815">14280 5716 22229,'27'-43'1092,"0"0"0,-3 4 1,-12 7-651,-24 15-201,-8 6-140,-4 4-68,1 8-27,0 8-1,2 11-27,1 9 5,3 7 12,5 4-29,7-1 12,10-4 10,8-7 1,8-9 56,2-8 39,3-11 22,2-11 12,0-10 22,0-11 39,-3-1 6,-5 1 45,-7 6-34,-6 10-124,-5 9-60,-7 8 4,-6 9-4,-8 9-12,-4 11-12,0 7 18,6 11-6,8-14-11,18 18 11,2-31 11,22 12 6,-2-21-12,11-1 1,-2-11 44,-4-10 6,-6-11 0,-6-10-33,-5-7-12,-4-7-3330,1-9 3341,-6 17 29,6-9 16,-4 21-2285,13-6 2229,-6 12-11,16 2 0,-17 13 2268,18 3-2296,-10 11 17,8 12 17,-2 13-6,-6 11 17,-4 8-1,-8 3 3376,-5-5-3403,-4-7 22,-1-10-22,2-10 11,-1-12 23,9-10-12,8-15-6,14-11 1,11-14-6,-22 15 0,1-2 19,2-6 1,-2 0-3,7-12 0,-3-11 33,-24 24 12,-8-4-29,-13 4 1,-4 11-28,-1 4 5,1 10-6,4 8-5,-4 7 0,1 10-28,1 23 12,7-11 10,4 22-89,14-17-202,16 19 185,-1-20-20,-2-12 1,2-3-121,14-2 129,14-2 89,5-14-570,4-18 618,-29 2 0,0-5 20,7-10 0,-1-3-15,-12 10 1,-1-1 41,8-10 1,-4 0 112,-1 1 134,1-4-224,-15 16 33,-6 6-83,-5 10-29,-2 4 7,0 18-12,0-1 614,0 25-625,-2-3 17,1 11-1,-1 0-21,3-6 10,3-10 12,1-13 83,2-10 1,0-15-40,6-11-5,5-17 0,7-11-17,4-3-17,9 0 0,-8 15-11,-2 9-5,-6 15-7,-4 7 12,4 6 0,8 15 12,-3 4 38,7 10-50,-9-12-39,20 10 33,-7-16-5,8 1 39,8-17 0,-19-19-6,6-4 29,-8-25-42,-15 7 0,-1-4-652,2-5 1,-1-3 642,-2 6 0,0-1 0,-1 2 0,0-5 0,-1 2 0,3-8 0,-2 1-1483,-6 13 0,-1 3 1483,6-25 0,-10 7 0,-7 42 0,-3-1 0,2 12 859,-2 11-859,-12 29 0,5-2 0,-4 15 0,1 7 1108,8-14 0,2 1-1108,-1 0 0,1 3 0,2-1 0,8 16 0,3-3 0,-2-11 0,5 0-365,6-3 1,4 3 0,0-5-793,2 0 1,2-3-3760,8 16 1,0-4 4384,3-2 1,-15-25 0,-15-20-1</inkml:trace>
  <inkml:trace contextRef="#ctx0" brushRef="#br0" timeOffset="42982">16301 5661 27547,'36'-26'-244,"0"0"1,0 0-1,17-9 1,-1 8-2527,-11 22 0,-2 4 1660,-3-1 0,-3 1 0,10-1 0,-19 1 0</inkml:trace>
  <inkml:trace contextRef="#ctx0" brushRef="#br0" timeOffset="43399">18174 5857 22673,'20'-44'648,"0"1"1,1-1 0,-1 0 0,0 1 0,-2 3 0,-1 2-333,2-5 1,-5 7 114,-6 10 74,-2 5-471,-7 13 22,-4 17-40,-6 12 30,-6 18-74,-2 14-48,9-22 0,1 0-330,2 2 0,2 0-356,2 0 1,3-2-3042,14 27-6028,11-15 7771,-1-17 1,-6-13-1,-13-12 1</inkml:trace>
  <inkml:trace contextRef="#ctx0" brushRef="#br0" timeOffset="43732">18480 5330 23019,'-9'-60'1262,"1"1"0,4 11 0,-3 8-949,-8 18-229,8 19-61,-5 10-12,-1 8-22,0 15 11,3 9 0,5 6-6,12-1-11,10-5 23,11-8 11,7-12 0,2-9 39,-4-15 16,-3-10 29,-6-14 56,-6-9 17,-9-5-6,-4 0-23,-9 3-38,-3 9-46,-4 10-94,1 9-63,1 9-32,-1 13-253,-1 10-778,0 19-2958,2 17 3881,5-2 0,3-16 0,1-17 0</inkml:trace>
  <inkml:trace contextRef="#ctx0" brushRef="#br0" timeOffset="43982">19087 5387 26917,'2'-48'509,"0"0"1,-1 6 0,0 7-426,-1 16-174,0 12 84,0 40-22,2 7 0,-1-2 0,1 2-64,1-1 0,-1 0-734,1 4 0,0 1 269,1 3 0,1 1-502,0 1 0,1 0-862,1-3 0,1-2-1798,-2-7 0,1-4 3719,3 8 0,-6-22 0,-3-16 0</inkml:trace>
  <inkml:trace contextRef="#ctx0" brushRef="#br0" timeOffset="44132">19149 5727 16639,'-2'-47'2020,"0"0"1,0-1-1,-1-15 1,1 3-1500,0 16 0,-1 2 185,-2-18-309,-2 21-70,-1 19-282,-3 14 27,-8 20-39,-13 16-27,9-4 0,-2 4-451,-7 6 0,0 3 349,-5 6 1,-1 2-710,12-14 0,0 1 0,1 1 805,-1 4 0,1 0 0,3-3 0,0-3 0,3-3 0,-10 25 0</inkml:trace>
  <inkml:trace contextRef="#ctx0" brushRef="#br0" timeOffset="45638">21111 5707 21147,'26'-54'888,"-1"0"1,0 0-1,-3 9 1,-1 2 0,-5 4-478,-6 1 1,-4 4 114,-2-15-184,-14-2-107,-13 16-140,-14 16-28,-17 24-55,15 6-7,12 6 1,2 4-6,-9 22-3,14-15 0,1 3-8,-1 6 0,4 1-12,4-8 1,4 1-3409,2 31 3420,14-30-12,16-6 46,6-17 33,23-21 5,-3-13-22,-2-10 51,-4-11 28,-16 8 44,3-7 73,-11 7-173,-9 17-45,-6 9 3363,-9 16-3363,-5 11 22,-7 14-16,-5 13-23,-1 10-6,12-17 1,2 0-7,-2 12 1,11 13-45,24-29 39,28-11 17,-18-18 0,2-7-506,10-9 1,-2-7 513,-10 1 1,-2-3-4,-1-2 1,0-3 13,-1-8 1,-1-3 2,0-6 1,-1-7-7,-8 10 1,0-5 0,0-1 0,-2 2-418,-1 2 1,-1 2 0,-1-3 417,0-3 0,1-4 0,-2 1 0,-1 5-14,2-9 0,-2 2-3,-4 10 0,1-1 0,-2 3 0,0 1 0,-3 4 0,1-16 0,-8 38 0,-3 15 0,-9 19 0,-10 25 0,1 4 0,1 7-210,1 0 1,2 3 209,3-8 0,1 2 0,1 0-157,5-3 1,2-1 0,0-2 156,0 12 0,2-1-87,2-11 1,3 0 0,4 0-1034,8-1 0,5-1 0,-2-2 1044,-1 5 1,3-2 8,16 7 0,5-15 76,1-35 3,-1-10 10,5-31 23,-20 4 0,0-4-1,1-1 1,1-4-320,-3 3 1,1-2 0,-2 3 318,-3 3 1,0 2 5,1-4 1,-1 2 1108,3-2-1058,-11 19-107,1-2 2257,-12 27-2246,0 10-8,-1 5 14,0 20 3376,1 0-3398,3 21-6,5-13-6,7-3 18,8-25 22,0-10 27,32-29-21,-26 3 10,23-20 124,-19-15-17,-9 4-73,3-10 45,-12 12-99,-8 18-13,-1 6 0,-3 9 0,-5 15 0,1 3 0,-4 22 0,2 3 0,0 15 0,6-6 0,7-7 0,2-11 0,14-8 0,13-11 0,4-11 0,8-13 0,-13-14 0,-9-8 0,-11 7 0,-5-8 0,-9 8 0,-1 3 0,-2 5 0,-1 17 0,0 6 0,0 3-304,5 9-362,9 7-600,16 11-1070,21 6-2580,-19-16 1,0 0 3592,19 7 1,-16-9 0,-25-10 0</inkml:trace>
  <inkml:trace contextRef="#ctx0" brushRef="#br0" timeOffset="46449">23589 5145 26228,'-1'-48'526,"0"-1"1,0 6-1,-4 7-391,-8 18-107,-1 9 11,-19 16-22,4 8-1,-13 15-32,8 7-12,7 4-6,9 2-11,10-4 17,14-6 17,8-8 33,9-11 6,-3-7 34,15-20 28,-8-7 44,11-16 12,-10-2 38,-5-1-94,-8 9-55,-4-2-35,-7 19 0,-1-1 0,-3 13 0,-2 9 0,-3 9 0,0 2 0,-3 22 0,5-11 0,1 13 0,9-14 0,10-5 0,12-10 0,9-8 0,5-14 0,-1-11 0,-1-13 0,-6-8 0,-5-3 0,-10 4 0,-5 8 0,-9 11 0,-3 10 0,-2 5 0,-1 5 0,1 6 0,2 8 0,8 22 0,-1-6 0,9 24 0,-3-11 0,7 16-191,-11-29 0,-1 1 191,11 25 0,-3-10 0,-7-16 0,-7-15 0,-3-10 0,-6-7 0,-4 0 382,-4-1-382,-4 4 0,2 4 0,2 0 0,4 2 0,4-3 0,2-2 0,2-2 0,0-3 0,0-3 0,0-4 0,0 0 0,0 0 0,0 0 0,0 1 0,0 0 0,0 1 0,0 1 0,0 4 0,0 0 0,0 1 0,0 1-2113,0 0-2340,6 0 4453,-1 0 0,1 0 0,-1 1 0</inkml:trace>
  <inkml:trace contextRef="#ctx0" brushRef="#br0" timeOffset="47106">23932 5112 19216,'-2'-4'5673,"0"0"-4687,2 4-235,-9-66-158,9 38-378,-4-12 1,2 1 98,10 19-68,-2 5-78,-1 6-72,-2 4-85,-2 4-22,-1 6 11,0 7-23,-1 14 23,-2 12-5,0 10-1,-1 5-3,6-19 1,2-1 8,3 11 28,17 13-22,2-29-12,8 0 68,0-14 55,5-23-76,-14-3-41,12-24 0,-12 0 0,5-13 0,-6-3 0,-6 5 0,-7 8 0,-5 9 0,-4 14 0,-1 6 0,-1 8 0,1 22 0,1 15 0,0-1 0,1 4-492,0 7 0,1 4 492,0 8 0,0 4 0,-1-2 0,-1 3 0,0-3-417,0-15 1,-1-2 0,0 3 416,-1 4 0,-1 5 0,-1 0 0,-2-4-532,-2 1 1,-2-4 0,-3 1 531,-3 11 0,-3 1 0,-4-3 0,-2-6 0,-4-3 0,-2-4 0,-1-9 0,-2-3 0,-1-6-61,-14 1 1,0-12 60,7-14 0,3-11 0,7-10 0,7-7 49,6-11 0,8-5-49,8-8 0,9-3 0,2 14 0,3 0 0,5-1 0,11-9 0,5 0 0,0 3-19,3-4 1,4 3-372,-2 7 0,5-1 0,-2 4 239,10-2 1,-5 6 0,-13 7 0,-1 2 0,-2 4 0,0 1 0</inkml:trace>
  <inkml:trace contextRef="#ctx0" brushRef="#br0" timeOffset="47805">25005 5009 17641,'0'-5'5742,"0"0"-4723,7-25 1,2-6-152,-2 4-552,1-9 0,0 1-80,-5 19 105,-6 3-94,-3 10-197,-4 2-50,1 6-28,-4 12 22,8 0-10,-2 15 16,7 4-6,9 17-5,5-13 0,3 1-1,1-1 1,1-1-185,1 0 0,1 0 174,-2-2 0,-2-1-124,2 13-481,-10 6-179,-21-21-433,-18-11-312,-11-23 918,5-4 28,-6-18 633,13-7 308,-1-18 459,18 13 1,5-2-176,3 7 0,1 2-309,2-1 0,2 2-2227,6-7 2174,-4 26 298,1 0-511,-3 15-17,-2 9-17,-1 4 177,-7 20-182,-3 2-146,-5 17-488,8-24 1,2 2 627,1 4 0,1-1 0,0 5 0,4-3 0</inkml:trace>
  <inkml:trace contextRef="#ctx0" brushRef="#br0" timeOffset="48316">26767 5274 25780,'13'-59'255,"0"-1"1,0 0-1,-3 14 1,-1 3-1,1-1-214,0-5 0,0 0 0,-1 2-1520,5-14 0,0 0 1495,-2 7 1,1-2 0,0 0-605,0-2 0,1 0 1,-1 3 592,-3 10 1,1 2 0,-1-1 25,1-7 1,0-1 0,-2 6 467,-3 12 0,-1 3-483,2-9 1,-3 7 101,-10 18-113,-19 45-5,5-1 11,-2 8 1,1 5 358,5-4 1,2 3-380,-5 15 1,2 3 470,6-16 0,2 2 1,0 0-486,1 3 1,1 1 0,1-2-26,0 10 0,1 2-327,3-2 0,1 5 0,2-4-771,6 4 1,1 1-2132,-1-7 0,2 3 0,0-6 2363,3-4 0,0-6 0,6 10 0,-13-40 0</inkml:trace>
  <inkml:trace contextRef="#ctx0" brushRef="#br0" timeOffset="48922">27215 4848 26536,'4'-40'557,"1"1"0,3-23-534,-6 58-34,2 8-1,5 6 7,8 8 22,5 5-12,5-2-10,0-3 27,-1-8-16,-5-8 38,-3-13 52,-5-8 4,-3-11 46,-4-2 33,-3 0 40,-2 2-119,-3 10-3,-2 1-97,-2 13 0,-4-1 0,0 13 0,-6 7 0,-2 14 0,-3 10-3392,4 9 3392,6 5-126,5 1 126,12-2 0,10-7 0,10-7 0,8-13 0,4-11 0,3-16 0,1-13 0,0-14 0,-4-9 0,-7-6 0,-9-4 0,-9 1 3330,-6 4-3330,-4 8 188,-3 7-188,1 9 0,-1 7 0,0 8 0,0 3 0,4 19 0,5 9 0,9 23 0,-6-19 0,1 1 0,1 4 0,0 0 0,-1 2 0,-2-1 0,-3 0 0,-2 0 0,-3-3 0,-4 1 0,-12 23-741,-9-10-1773,-7-14-7317,4-15 8663,8-10 0,9-6 1,6-1-1</inkml:trace>
  <inkml:trace contextRef="#ctx0" brushRef="#br0" timeOffset="49356">28199 4629 28671,'-30'-22'0,"0"0"0,-19-14 0,53 41 0,8 7 0,11 13 0,13 14 0,-14-14 0,0 1-304,1 4 1,-1 1 303,-1 1 0,-3 0 0,-3 0 0,-3-1-31,2 26-160,-17-7-313,-14-10-448,-15-10-554,-8-14-265,-8-16 618,0-15 579,0-15 681,8-12 609,8-7 449,12 0 480,9 5-676,7 9-108,6 8-447,3 7-240,4 4-141,-1 7 163,0 4-353,-1 11-739,-1 11-5377,-1 16 5425,-2 2 0,-1-10 0,-2-11 0</inkml:trace>
  <inkml:trace contextRef="#ctx0" brushRef="#br0" timeOffset="50089">29832 5370 24323,'26'-56'243,"0"0"1,0 0 0,-6 7 0,-1-1-1,-1-1 1,-3 3-218,-3-1 0,-3 2 0,0-2-1201,-1 2 0,0-3 0,0 0 0,-1 4 1184,0-1 0,-1 2 1,0-1 1,0-12 0,0-2 1,-1 3 178,-2 13 0,-1 2 1,0 0-158,-2-5 1,0-1 0,-3 2 50,-3-9 0,-3 6-62,-8-3 1004,-7 35-1020,9 30 16,-12 39-39,10-2 0,2 9-407,3-3 1,1 3 0,1 3 413,3-14 0,0 2 0,0 0 1,2-1-6,0 11 0,2-1 0,2-3-36,1 8 1,4-2-197,5-3 1,1 1 344,-1-19 0,0 0 0,1 3-1980,4 16 0,1 4 0,0-4 1882,-4-15 0,-2-3 0,1-2 0,4 16 0,-2-9 0,-6-14 0</inkml:trace>
  <inkml:trace contextRef="#ctx0" brushRef="#br0" timeOffset="51189">29635 5213 21968,'-10'-42'534,"-1"1"0,1-1 0,5-2 1,2 0-1,7 3-515,10 1 1,7 3-848,11-8 0,6 3 822,-7 13 1,4 2-1,6 1 0,5-2 1,0 1-5,-4 3 1,0 1 0,0-2-807,6-3 1,1-2 0,-3 1 820,10-7 1,-8 2 5,-19 7 0,-6 0 546,5-29-479,-13-3 6,-10 22 0,-3 0 73,-3 4 0,-2 0 352,-3-19 214,1 12-628,3 20 602,2 11-630,1 24 22,1 36-67,-1-18 1,0 2 309,0 16 1,-1 0-325,0-13 1,-1 0 5,-1 9 0,0 2 109,1-5 1,-1-1-119,1-1 1,0-2 2,0 0 1,1-5 8,1 1 162,0-18-67,2-10-2548,6-20 2464,-1 0 1346,20-29-1362,-5 11-12,11-11 5,-12 20 138,0 7-143,0 11-33,1 8-1,5 11 29,0 11-1,-6-2-61,3 0 0,-1 0 5,1 0-33,2-1 0,2-2-180,8-5 3060,13-4-2869,-10-8 5,7-14 102,-5-19 44,-1-6 34,-3-14 44,-16 8 51,-8 6-89,-6 9 195,-5-2-201,-4 16-73,-5-2 350,-5 15-356,-9 10-16,0 1-1,-14 17-10,13-7 5,-6 11-6,15-8-5,10-1-3381,6-11 3398,7-3-12,13-9 23,17-6 5,4-5 12,6-7-12,-23 1 118,-3-8 45,-14 4-135,0 0 23,-8 5-39,-3 10 3341,-1 2-3420,0 1 0,-2 2-16,0 5-107,-1 4-168,2 6-297,4 5 112,4-5-1036,13 6-1927,20-4 2347,-6-4 201,-1-6 1,2-4 1170,2-6 326,7-2 2244,-11-18-939,-16 2-444,5-10-424,-10 8-304,-3 4-324,-4 8-297,-1 6-57,-3 7 7,2 7 33,2 17-39,0-6-6,2 14 0,-1-13 0,0 3 40,1-7 195,-2-8 34,1-8-112,1-13-6,3-9 29,7-14-145,8-4-46,6 0 0,3 8 0,3 8 0,1 10 0,5 14 0,6 16 0,3 17-934,-27-10 1,-3 4 933,-4 9 0,-3-1 0,2 4 0,-12 1 0</inkml:trace>
  <inkml:trace contextRef="#ctx0" brushRef="#br0" timeOffset="52857">8768 8377 22481,'-2'3'2285,"0"0"-1837,2-3-67,1 64 196,1-37-362,0 10 1,0-2 243,4-21 101,0-7-140,1-12-263,6-16-73,7-22-48,-6 9 1,1-3-618,1-10 0,1-4 600,-1-8 1,-2-3-550,-5 15 1,-2-1 0,0-1 549,-2-5 1,-1-1-1,-2 0-15,-1-2 1,-1 0 0,-2 1-4,1 2 0,-2 1 0,1 1-196,-2 8 1,0 1 0,0 3 207,-1-5 0,0 6-42,-3-4-28,2 31 963,-1 32-885,-3 33-14,5-9 1,0 6-28,1-7 0,1 2 0,0 3 5,0 7 1,0 1 0,0 3-351,1-12 1,-1 2 0,1 0 0,-1 1 311,-1 2 0,0 2 0,0-1 1,0 1-52,0 1 1,-1 1 0,1 0 0,-1 0-85,1 1 1,0 1 0,0-1 0,0-3 10,0 5 1,1-2 0,1 1-306,2-5 1,2 3-1,0-3 1,1-5-260,2 2 1,2-4 476,1 15 0,-2-16 44,-4-40 147,-9-26 69,-9-22 0,-1-8 120,2 6 1,1-2-43,1 0 1,-1-3 0,1-1 34,2 3 0,1 1 0,1-1 37,0-1 1,2-1 0,0 1 297,0 1 1,2 0-1,0 1-328,1 3 1,1 1 0,1 1-98,2-13 1,3 1 15,4 6 1,5 3-32,5 2 1,5 3-6,7 0 0,6 1 3,6 0-1,5 1 2,-12 12 0,2 2 0,0 0-329,3 0 1,1 0 0,0 1 327,-1 1 1,1 0 0,-2 1 10,16-9 0,-3 0 540,-9 5 1,-3 0-457,-11 3 1,-4 1 1341,5-14-874,-19 7 609,-8 7-946,-5 9 1288,-1 13-1494,-1 20 33,-1 22-45,2-9 0,0 3-263,0 8 1,-1 3 259,1 5 1,-1 2-559,0 2 0,0 0 550,-1-1 0,0-1-6,1-4 1,1-4-58,0-6 0,2-4 74,0 14 51,7-25 16,5-23 843,9-23-893,10-16-6,6-14-8,-17 23 0,0 0 1229,16-23-1198,-5 10-17,-8 12 142,-3 13-165,-3 11-16,3 12 0,4 9 5,7 11-5,2 6 11,2 2-5,4-1-7,6-7 7,6-10 10,2-13-10,-2-16 22,-8-13-12,-7-13-16,-9-10 73,-8-3 128,-9 0 51,-10 7 56,-4 11-128,-3 12-169,0 11 0,1 10 0,-1 12 0,-2 13 0,-1 14 0,3 12-181,7 5-787,14 4-629,0-30 0,4 0 1597,12 2 0,1-2 0,3 3 0,6-5 0</inkml:trace>
  <inkml:trace contextRef="#ctx0" brushRef="#br0" timeOffset="53880">11885 7966 21254,'11'-42'1348,"1"0"1,-1 1-1,1-18 1,-7 4-834,-14-7-369,-11 19 89,-17 28-101,2 16-55,-11 14-40,2 17-2159,17 2 0,2 3 2128,8-10 1,1 1-18,-6 20 1,1 2 60,9-13 1,2 1-70,-2 9 0,1 1-162,3 0 0,4-1 134,4-4 1,7-1-1021,11-1 0,4-4 1015,15 8 19,-2-25 0,3-8 1909,16-19-1901,-4-18 1,0-6 30,-20 10 1,0-3-23,0-7 0,2-5 0,-6 2 25,5-19 0,-6 3 1,1-5 13,-6 5 0,0-2-195,-3 9 0,1-3 0,0 0 205,-1 2 0,0 0 1,0 0 57,1-5 0,0 0 1,-1 4-52,-1 5 0,-2 2 0,0-2 0,-3 7 2649,-9 20-2647,-1 13-32,-2 6 10,-4 24-22,-1 1-970,-2 14 0,-2 3 965,-3 11-5,3-11 1,-2 7 0,1-6 343,3-13 0,0 0-349,-3 15 0,-2 8 0,3-7 17,3-8 1,2-3-3,-4 10 0,3-2 0,4-14 0,3-5 45,10 2-6,5-21-27,4-13 16,13-39-23,-10 10 6,-2 3 1,2-2 18,-1-1 1,0 1-20,14-18-220,-11 15 0,-2 6 215,-8 12 10,6-4-10,-12 22-12,3 8 6,4 10-33,5 17 33,-7-10 3002,6 13-2991,-7-16 1205,7 2-1210,1-9 0,22-16 5,-16-6 11,19-19 1,-27 5 61,9-16 78,-8-4-127,-3-3-35,-4-2 0,-10 13 0,-2 11 0,-1 5 0,0 10 0,-1 1 0,0 9 0,-1 6 0,-1 4 0,1 26 0,1-20 0,4 26-253,6-20-767,8 7 113,0-10-3002,15-1 3909,-6-15 0,-3-1 0,-8-6 0</inkml:trace>
  <inkml:trace contextRef="#ctx0" brushRef="#br0" timeOffset="54024">13014 7675 26088,'-43'-35'-928,"7"3"0,39 40 0</inkml:trace>
  <inkml:trace contextRef="#ctx0" brushRef="#br0" timeOffset="55372">13384 8109 14846,'-6'6'8525,"2"-1"-8004,4-5 1440,0 0-1160,-9 14-320,8-12-229,-4 4-117,16-25-40,10-12 0,8-11-59,-11 16 1,0-2-255,1-5 0,0-2 271,1-6 1,-2-2-485,0-4 1,-2-1 475,-2-2 0,-1 1 5,-3 4 1,-1 4 6,-3 7 1,-2 4 32,-8-7-101,-8 22 16,-11 19 495,-8 15-512,-5 19 12,1 14 0,18-21 0,2 2 141,2 3 0,2 1-152,2 4 0,2 0-31,3 1 0,3 0-107,4 0 1,5-1-205,3 1 1,5-2-418,6 0 0,6-3-872,6 2 1,4-4-2417,7-3 1,5-4-589,5-4 0,4-7 4433,1-6 1,1-6 212,-2-9 0,-2-5 2764,-7-5 0,-3-4 805,-8-5 1,-5-4-1680,-6-2 1,-3-1-925,-5-2 0,-4-1-493,-2 0 1,-2 0-68,-4 0 0,-1 1 689,1-26-681,-13 8 904,-9 14-1173,-14 16-94,-15 15-23,-14 19-17,24-1 0,-1 3 28,-1 5 0,1 3-39,3 0 0,2 1-6,5-1 1,5 0 259,-5 16-270,18-7 53,21-12-37,16-10 0,18-17 5,10-15-299,-28 3 1,0-3 312,0-5 1,-1-3 8,1-6 0,-3-3 8,0-4 1,-3-4-12,-1-6 0,-2-2-335,-2-5 0,-1 0 341,-3-1 0,-1 0 11,-2 4 0,-2 2 7,-1 10 0,-2 4-26,3-15-23,-6 28 0,-4 21 565,-6 19-565,-5 21 0,-9 25 33,6-17 1,0 3-34,-4 8 0,0 2-446,5-13 1,1 0-1,0 2 419,1 1 1,1 1 0,2 0-223,1 0 1,3 0 0,4-1-536,3 0 0,4-2 0,5 0 784,6-1 0,5 0 0,-1-5 0,-3-3 0,1-4 0,5-5 0,0 0 0</inkml:trace>
  <inkml:trace contextRef="#ctx0" brushRef="#br0" timeOffset="56330">14878 7891 24934,'-14'-57'823,"0"0"0,2 6 1,3 7-650,7 13-113,7 12-33,5 10-22,9 15-17,7 12-6,8 17-6,4 15-371,-18-20 0,-2 1 329,-1 3 1,-1 0-12,-4-1 1,-2 0-21,-1 26 108,-16-15 72,-9-15 22,-9-16 12,-2-19 10,2-10 706,4-11-767,8-6-39,8-1-45,16-2-78,16 2-146,18 4-8,-16 17 0,3 3-171,1 2 0,1 3-272,1 1 0,1 1 140,0 2 1,0 1 33,0 0 0,1 1 170,-1-1 1,1 0-1282,1 0 0,-2 0 1887,10-2 660,-7-5 280,-31-1-66,-1-2-247,-9 1 51,-5 2-757,0 4 3521,-9 1-3498,2 4-124,-1 1-55,3 1-1,7 3 17,9 0-22,3-2 11,13 0-11,-5-4 112,24-14 5,-13-7-78,5-4-4,-16-1-52,-12 3 0,-1 0 0,-9-9 0,-1 8 0,-8 5 0,3 10 0,-5 5 0,1 9-3392,-12 17 3392,9-2-1135,5 8 1,3 3 1134,5 0-8,1 3 0,4 1 8,11 14-370,5-12 0,5-1-11,12 10-42,0-16 1,6-6 75,0-13 0,1-4 288,-8 1 0,1-3 28,9-5 1,-3-7 242,4-26 63,-3-11-77,-20 12 1,-3-2 22,-5 1 1,-2 1-15,5-18 2435,-3 0-2255,-6 26 3182,-1 3-3541,-2 14 19,1 13-13,1 4 241,3 17-288,1 5 8,2 9-6,1 3 5,2-5-11,3-4 34,-4-17 18,7-9-35,-5-21 0,8-13 0,3-13 0,6-6 0,-3 9 0,12-1 0,12 19 0,-8 2 0,-1 19 0,2 8 0,-15 2 0,-1 4-325,7 2 1,0 4-909,-1 10 1,-3 2 1232,-11-9 0,-2 0 0,14 20 0,-17-20 0</inkml:trace>
  <inkml:trace contextRef="#ctx0" brushRef="#br0" timeOffset="59226">7057 10289 23663,'-11'-46'1105,"-1"0"0,3 4 0,-1 9-589,1 20-432,5 11-40,-1 18-4,4 30-21,0-8 1,0 4-455,-1 11 1,-2 4 434,0-15 0,0 2 0,-1 0-544,-2 4 0,1 0 0,-1 1 482,0 2 0,0 2 1,1-1-147,1 4 1,0 0 0,1 0-424,2 1 0,1 1 0,1 0-2646,1-1 0,2 0 0,0-2 3261,0-8 0,1-1 1,-1-5-1,1 2 0,0-6 1,1 2-1</inkml:trace>
  <inkml:trace contextRef="#ctx0" brushRef="#br0" timeOffset="59527">6975 11328 11451,'0'-58'1053,"1"0"1,0 0 0,0 0 0,-1 4 0,1-1 0,0 1 0,-1 2-539,0-9 0,1 1 1,-1 2-792,0 3 1,0 1 0,0 2 519,0 2 1,0 2-1,0 0-80,1 5 1,1 0-1,0 1 247,2-12 1,2 2-331,1 8 0,3 3-33,1 8 0,2 3 545,19-13-576,8 17 376,9 14-404,-16 16 0,0 5 0,12 7-1,-15 5 1,-4 5 1185,-1 25-1205,-13-17 1,-4 4 18,-8 2 1,-7 0-90,-7 1 1,-7-1 120,-9 0 0,-7-3-447,-6-1 1,-3-4 434,-1-2 1,-2-3-1,4-3 1,1-3-123,8-5 0,3-2-93,-9 4-81,27-10-1252,33-9-2886,29-9 4426,-3 0 0,0 0 0,7-2 0,5-3 0</inkml:trace>
  <inkml:trace contextRef="#ctx0" brushRef="#br0" timeOffset="60928">7851 10268 24469,'-4'-48'631,"0"0"0,-1 3 0,-5 12-373,-14 28-118,-10 7-50,-4 14-18,-3 14-38,3 11-12,7 8-22,11 3-5,13-3-23,17-6-6,11-9 79,10-13 28,4-14-56,-7-10 134,14-27-17,-14-3-61,-8 7 0,0-1 78,7-20-5,-8 3-6,-5 6-12,-6 10 1,-4 11-56,-3 9-28,-5 16-34,1 1 11,-8 19-27,3 3-6,-1 13-23,4 5 17,9-1 6,14 4 11,1-19 17,16 2-40,-3-24 7,10-2 16,0-15 5,-3-10-10,-6-13 27,-7-8 0,-6-5 1,-7-6-6,-5-2 39,-2 2-40,-3 7-38,0 9 44,2 10-22,11 5 0,-1 9 6,21 1 16,2 8-22,15 6-28,1 10-168,-4 12 219,-13 11-62,-15 10 44,-14 6-10,-16 3-12,-3-5 11,-3-7 12,5-12 5,7-11-11,11-12-6,9-12 1,15-13-1,6-16 17,5-15-254,-23 16 0,-1-2 260,-2-3 0,-2-2-9,-2 0 1,-2-1 10,-2 2 1,-2 0 30,-3 1 1,-1 1-23,1-8-16,-8 4-12,-1 25 0,-4 5 772,2 7-772,-3 15 0,-1 12 0,-2 15 0,-2 11 0,9-17 0,1-1 0,-2 16 0,6-16 0,5-2 0,10 8 0,14 6 0,13-15 0,9-14 0,5-17 0,-1-17-216,-6-15 216,-9-12 0,-12-6 0,-10-10 0,-8 19 0,-3-8 0,-4 24 0,2-1 0,0 8 0,4 5 0,0 7 0,5 3 0,0 10 216,4 7-216,0 14 0,-1 20 0,-7-13-1696,-6-3 0,-1 0 1696,-3-3 0,0 25 0,0-28 0,0-1 0,0-14 0,2-13 0,3-13 3392,3-13-3392,5-11 0,6-13 0,0 10 0,-1 5 0,1 15 0,-4 14 0,7 0 0,3 10 0,7 6 0,23 16 0,-13-5-439,-6-3 1,3-1 438,20 3 0,-13-9 0,1-1 0,15 1 0,-19-14 0,-5-5 0,-11-4 0,8-26 0,-28-3 0,-4-2 0,-2-2-203,-2 12 0,1-2 203,0-11 0,0-7 0,0 7 0,1 13 0,0 0 0,2-28 0,2 3 0,1 7 0,0 1 0,-3 28 838,-3 16-838,0 13 0,-3 19 0,-3 18-1474,-3 6 1,-1 5 1473,2-16 0,0 4 0,-2 14 0,-1 7 0,2-3-542,3 0 0,2-1 542,1-12 0,0 2 0,4-2 0,5-3 0,4 0 0,6-3-368,8-3 0,6-3 0,-1-1-167,4 11 1,5-3 534,8-10 0,8-3 0,-10-7 0,-3-5 0,-6-9 0,-1 0 0</inkml:trace>
  <inkml:trace contextRef="#ctx0" brushRef="#br0" timeOffset="61126">9823 10199 23741,'-2'-2'2941,"0"0"-2180,2 2-940,65-43-207,-35 33-3051,27-11 1,3 4 3305,-10 21 1,5 2-1,-31-3 1</inkml:trace>
  <inkml:trace contextRef="#ctx0" brushRef="#br0" timeOffset="61568">11021 10241 22100,'35'-33'924,"-1"0"0,1 0 0,11-12 0,-12 8-453,-25 17 240,-8 9-498,-13 6 50,-6 10-162,-17 10 41,-9 14-137,18-8 1,0 2 2,-4 4 1,1 2-134,0 2 1,2 2 130,3-1 0,2 1-12,6 3 0,4-2 6,3 10-16,28-1-12,22-30 2,-9-6 1,5-3-474,8-3 1,2-3 271,8-1 1,2-2-634,-15 1 1,0-1-1,1-1-1799,1 0 1,1 0-1,-1 0 2295,15-3 1,-5 1 0,-17 2 0,-4 1 0,3-2 0</inkml:trace>
  <inkml:trace contextRef="#ctx0" brushRef="#br0" timeOffset="62535">12261 10511 20808,'4'-56'644,"1"-1"0,-1 0 0,1 2-479,-1 5 1,0 1-57,1-6 0,1-1-14,1-6 1,2-1-333,-3 18 0,1-1 0,-1 0 266,1-1 1,0-1 0,0 2 16,0 1 1,-1 1 0,0 1 79,3-16 0,-2 5-84,-2 20 0,-1 4 54,1-12 1190,-6 41-1263,-5 16 5,-4 24-20,2-7 0,-1 5-123,-1 11 0,1 3 120,-1 9 1,1 2-123,3-17 0,0 2 0,1 0 98,1 2 1,0 1-1,2 0-52,-1 0 0,2 0 0,2 0-116,2-2 1,1 0-1,3-1 86,0-4 1,3-1 0,2-2-660,8 13 1,5-5-28,0-11 1,1-5-295,19 5 649,-12-29 331,-10-28 185,-4-24 42,-9 11 0,1-3 350,1-7 0,0-1-121,3-4 1,0 0 72,0 1 1,1 2 33,-2 6 0,0 3 1838,8-16-1662,-10 22 311,-6 18-854,-6 10-28,-6 11-33,-3 9 749,-5 10-760,-1 7 5,6 2-6,8-4-50,10-6 78,20-11-44,-5-9 11,18-17-6,-10-9 6,6-15 89,-3-10 6,-7-4 34,-8-4 167,-9-5-217,-7 20 94,-9-2-44,-3 24-74,-7 5-38,-2 9-12,-6 13 6,-3 13 0,-4 13-39,1 12-268,6 5 245,11 6-162,10 0-263,17-2-82,-1-30 1,4-2-561,5-1 1,5-2-2110,7-1 1,3-4 2548,-1-2 1,-1-4 0,13 4 0,-18-10 0</inkml:trace>
  <inkml:trace contextRef="#ctx0" brushRef="#br0" timeOffset="63185">13569 10069 22643,'0'-10'2025,"-2"-25"0,-2-3-1398,-3 15-470,2-14 0,-3 6-90,-6 28-17,-4 18 6,-6 21-39,9-8 0,-1 5-570,-2 9 0,0 3 553,-1 10 0,-1 3-626,7-14 0,0 1 0,1 1 581,0 4 1,1 2-1,0 0-121,1 3 0,1 1 0,1 0-658,1 1 1,0 1 0,1-1-57,1 0 1,-1-1 0,0-1-908,-1-4 0,0 0 0,-2-2-1022,-6 13 1,-6-6 2083,-8-12 1,-2-8 2309,-11 2 1916,-10-40-1215,38-34-1402,9 3 1,4-4 36,7-11 0,5-2-529,6-9 0,5-3-245,2 9 1,4-3-1,-1 5-122,3-5 1,1 1 5,0 7 1,4-2 0,-2 6-18,2 6 0,0 3-11,9-6 0,2 1 1086,-2 6 0,1 3-1086,8 0 0,-1 4-6,-17 8 0,-1 2 3,12-4 0,-2 0 17,8-6 14,-21 9 0,1-2 187,-2-6 0,-1 1 68,7-11 342,-2-13-63,-25 20-16,-1-6 841,-6 4-930,-1-4-208,-1 7-135,0 0 1633,1-4-1610,1 0-11,4-16-45,2-10-59,-2 18 1,-1 0-39,-1 5 0,-1 2 13,3-29 0,-5 21 0,-1 20 0,0 3 0,0 8 0,-3 21 0,1 3 0,-2 16 524,1 20-524,1-6 0,1 4 0,0 3 0,0 4-814,0-10 0,1 2 1,0-3 813,-1 3 0,2 0 0,-1 11 0,1 0-457,1-11 0,1 1 457,2 9 0,3 1-818,7 3 0,3-3-31,-2-15 1,2-4 153,-1-4 1,2-6 577,9-5 1,-19-18 0,0-4 0</inkml:trace>
  <inkml:trace contextRef="#ctx0" brushRef="#br0" timeOffset="63336">13914 10135 26855,'34'-28'-45,"1"-1"0,-1 0 1,8 2-1,2 1 0,-4 9-1112,-5 14 1,0 4 23,10-2 1,-1 0 0,2 1 0,-19 0 0</inkml:trace>
  <inkml:trace contextRef="#ctx0" brushRef="#br0" timeOffset="64518">6874 12915 20867,'0'-9'3151,"-1"-47"0,1-8-2922,1 29-676,-1-27 0,0 6 688,2 45 182,-1 6-384,0 13 202,1 17-190,-1 24-37,0-16 0,-1 2-3,-1 9 0,-1 1-490,-1 5 1,-1 2 472,-1 3 1,-1 1 2,0 2 0,0-1-3,2-1 1,0-1-1,3-6 1,0-2-4,3-9 1,1-3 507,1 10-476,0-32-35,-5-16 7,-8-31-1,-2-17-17,3 11 1,0-4-572,2-9 1,0-3 596,3 14 1,1-2 0,0-1-142,3-3 0,1-1 0,2 0 140,0 0 0,1 0 0,2 0-1,2 3 1,1 0 0,1 2 1,6-17 0,2 4-338,1 7 1,1 4 320,0 7 0,2 3-77,0 7 0,2 4 79,25-8-4,0 20 16,-5 24-23,-11 17-22,-13 25 17,-16-19 0,-4 3-11,-6 4 0,-5 1 151,-5 3 0,-3 0-160,-6 0 0,-2-1-42,-1-3 1,-1-1-130,1-5 1,0-1 173,5-6 0,1-1-3579,-8 11 3624,15-15 0,9-13 0,5-8 0</inkml:trace>
  <inkml:trace contextRef="#ctx0" brushRef="#br0" timeOffset="65951">7856 12507 21293,'0'-6'5075,"0"2"-4112,0 4-873,-65-33-40,31 40-39,-9-14 1,1 5-1,8 46 0,8 5-17,10 1 1,9-4 10,10-7-10,7-10 5,7-12 11,8-13 17,4-15 22,12-24-27,-12 5 47,-10 5 0,0-1 115,-1-11 22,1-6 50,-6 8-66,-7 11-117,-3 12-74,-3 9 0,-4 12 0,-3 11 0,-6 17 0,-2 14 0,2 7 0,6 4-272,10-3 272,15-6 0,18-7 0,-10-27 0,3-4 0,3-3 0,1-4 0,-1-3 0,0-3 0,22-13 0,-15-11 0,-16-16 0,-12-12 0,-6-10 0,-5 27 0,-1 0 0,0-29 0,-1 6 0,3 11 0,2 14 0,30-6-3120,-1 27 3120,12-5 0,-5 33 0,-12 11 0,7 14 0,-3 7 0,-1 2-184,-1-3 184,-1-6 0,3-9 0,1-9 0,5-9 0,11-9 0,14-14 1286,-23 0 1,1-3-1287,3-4 0,0-2 0,0-4 0,-2-3 0,-4-1 0,-3-3 0,-6 0 0,-5-2-92,5-26 92,-19 6 251,-20 10-251,-11 10 0,-7 11 0,-1 9 742,2 13-742,2 9 102,3 13-102,2 12 0,2 9 0,4 8 0,7 2 0,8-2 0,15-4 0,16-8 0,17-11-23,-18-21 0,1-3-215,2-4 0,1-4 199,0-4 0,0-5 27,-2-2 1,-2-4 19,-3-4 1,-2-3 22,-2-8 0,-3 0-3,4-12 17,-2-14 56,-16 26-89,3-2-12,-4 11 0,3 9 0,-2 7 312,6 9-312,1 9 46,7 10-46,3 11 0,0 7 0,1 6 0,0 2 0,0-2 0,-3-7 0,-3-11 0,-5-13 0,1-17 0,-5-6 0,9-20 0,1-7 0,9-11 0,-8 17 0,2 1 0,18-14 0,0 8 0,-5 18 0,-10 10 0,8 13 0,-5 6 0,3 12 0,-8-5 0,11 6 0,1-7 0,17 1 0,-14-13 0,2-4-536,-2-2 0,-1-2 536,0-1 0,-1-3 0,0-4 0,-2-5-86,16-16 86,-16-1 0,-3-6 0,-8 0 0,-3-2-444,-1-13 1,-4-2 443,-8 2 0,-2 2 0,-3 8 0,0 2 0,-1-5 0,-1 2 0,-4-10 0,-2 2 958,-6 20-958,0 17 86,1 11-86,-4 14 0,-3 31 0,2-6 392,5 0 1,1 4-393,4 2 0,2 1 0,0-8 0,0 1 0,2 17 0,3 0 0,2-19 0,4 0 0,8 15 0,4 1-573,0-10 0,3-2-29,5 1 0,0-3-417,10 2-3726,-7-14 3976,-19-19 0,-2-2 0,-7-4 0</inkml:trace>
  <inkml:trace contextRef="#ctx0" brushRef="#br0" timeOffset="66136">10339 12355 27010,'39'-21'-881,"0"0"0,1-1 0,14-7 1,-4 10-8951,14 24 7373,-23 0 0,-11-2 1,-21-2-1</inkml:trace>
  <inkml:trace contextRef="#ctx0" brushRef="#br0" timeOffset="66560">11856 12257 23194,'32'-32'795,"0"-1"1,0 1-1,11-11 1,-11 8-432,-21 17-48,-11 10-249,-13 16 51,-14 14-51,-16 18-31,16-14 1,1 3-18,-3 2 1,1 2-632,2 1 1,0 2 616,4-2 1,2 0 2,3-1 1,2-1 78,-4 24-98,9-8 17,15-9-18,13-6-200,19-9-220,-8-13 1,3-3-1643,13-2 1,2-2 2073,1-1 0,-1-1 0,-12-1 0,-3-1 0,10 0 0</inkml:trace>
  <inkml:trace contextRef="#ctx0" brushRef="#br0" timeOffset="67444">12819 12602 24302,'27'-57'945,"0"-1"0,-2 6 0,-4 6-492,-7 3-56,-4 15-240,-4 13-68,-4 13-50,-1 15 28,-4 15-50,-1 19-39,-3 15-130,2-25 1,-1 1 139,-1 3 1,0 0 11,-1 1 0,0-1 8,-1-2 1,0-1-4,1-6 1,-1-1-6,-6 14 17,2-21-6,6-18-11,3-20-5,6-19 5,9-20 0,-2 18 0,3-2-277,3-8 1,1-2 295,3-7 1,1-3-432,-5 16 1,0-1 0,-1 0 416,2-3 1,-1 1 0,0-1-1,-1 2 1,1 0 0,-1 1-397,4-16 1,0 3 384,-2 8 0,-1 4-8,-2 9 0,1 4 3,11-12 477,3 20-460,2 15 1497,0 20-1520,-5 16-5,-9 21 2,-15-17 1,-4 2 66,-6 5 0,-5 1-47,-7 2 0,-5 0-6,-6-1 1,-4-2 10,-3-2 1,-3-3 13,-7-1 1,0-4-17,16-10 0,1-2 8,-4-1 0,4-3-5,10-6-18,4-1 12,14-2-11,12 1 6,11 4 10,14 1 6,18 0 34,-18-6 0,2-1-51,6-2 1,2 0-12,4 0 0,1-1 0,2-3 0,1 0-14,0-1 1,0-1 4,-3-2 1,-2-2 11,-4-2 0,-4-1-34,-6-1 1,-3-2 47,10-19 39,-19-4 17,-11-1-17,-13 2 34,-4 4 834,-5 5-783,-1 6-32,1 4-92,4 7 0,2 4 0,2 5 0,0 8 0,-1 9 0,1 11 0,0 9 0,2 6 0,7 4-505,5 1-1052,5 1-2677,4-6 4234,-2-11 0,-6-13 0,-4-11 0</inkml:trace>
  <inkml:trace contextRef="#ctx0" brushRef="#br0" timeOffset="67618">13933 12129 25881,'-7'-44'179,"-1"0"0,1 2 0,0 17-347,1 28-470,-2 14-1065,3 16-2520,3 11 4223,5-2 0,0-16 0,0-10 0</inkml:trace>
  <inkml:trace contextRef="#ctx0" brushRef="#br0" timeOffset="68676">14320 12261 20599,'1'-5'5584,"-1"1"-5234,0-25 0,-3-7 81,-6 7-311,2-10 1,-5 3 42,-20 20-46,-12 16-61,-7 17-418,-3 14 376,28-10 0,2 3-11,2 0 0,1 2 0,3 7 0,3 0-9,-2 9 6,12 13 6,18-29-6,10 1 11,10-12 22,16-17 1,-14-4 112,13-17 100,-21 3-15,3-7 170,-6 4-401,-4 7 0,-9 8 0,2 15 0,-7 17 0,0 21 0,-5-13 0,-2 2-438,-3 5 0,-4 3 438,-2 4 0,-2 1 0,-5 4 0,-3 1 0,-3 2 0,-2 0-699,-3 2 0,-4-1 594,9-19 0,-1-1 0,-3 0-177,-5 1 0,-3 0 0,2-4 190,-2 0 0,1-3-15,-8 1 1,5-11-6,12-26 22,10-23-19,17 1 0,8-5-625,7-12 0,5-2 562,-1 9 0,2-2 1,2 0 43,3-4 1,3 0 0,0-1 73,4-1 0,1 0 0,2 1 44,0 0 1,1 1 0,1 1 11,-1 3 0,0 1 0,1-1 31,6-4 1,1 0-1,-3 3-8,2-1 1,-2 0 84,-2 0 0,2-4 1,-6 6-33,-15 14 1,-1 0 133,16-20 1,-1 0 953,-4 0-800,-14 20 1,-2 2-131,2-5 128,-8 9-353,-9 17 1369,-2 11-1318,-7 16-26,-3 6 1,-1 5-35,-1 2 1,-2 2-887,-6 15 0,0 1 906,4-14 1,1 1-23,-7 11 0,0 1 169,4-11 1,1 0-159,-2 8 0,1-1-29,4-7 0,3-3 40,-2 21 17,9-31 12,9-15-23,8-27 1815,12-10-1827,-2-1 1,1-3 8,-1 2 1,0-1 167,6-5 1,-1 1-166,9-9-136,2 3 108,-15 18 0,5 3 0,-8 12 0,1 9 0,-6 4 479,9 9-479,-1-1 0,27 9 0,5-7-963,-16-11 0,0-2 963,23-1 0,-22-6 0,2-4-1336,-4-6 1,-1-2 1335,-6 3 0,-2-3-134,8-17 1,-6-7 133,-18 6 0,-3-2 0,3-5 0,-2-2 0,-1-10 0,-2-3 0,4-6 0,2-1-307,-1 1 1,0 0 306,-2 16 0,0 0 0,-1 3 0,0 2 0,0 4 1219,2-14-1219,-6 23 2838,-5 13-2838,-3 12 0,-9 22 0,-5 13 0,3-4 0,-1 1-36,-10 24 36,9-16 0,0 4 0,1 8 0,3 2-808,1 3 0,2-1 808,-1 0 0,7-1 0,14 6 0,7-5-361,-7-28 1,2 0-144,17 22 0,5-3-378,-13-23 0,1-3 455,6 2 1,-1-2 0,2 1-1,-9-13 1</inkml:trace>
  <inkml:trace contextRef="#ctx0" brushRef="#br0" timeOffset="68884">15476 12165 27453,'42'-27'143,"1"0"0,-1-1 0,8-7 0,0 6-37,-5 16 0,-3 5-10,12-6-71,-17 5 0,-2 1-3,6-4-55,-14 4-827,-1 1 860,-14 4 0,0 0 0,-8 3 0</inkml:trace>
  <inkml:trace contextRef="#ctx0" brushRef="#br0" timeOffset="78711">1051 14523 24256,'33'53'308,"-9"-11"-173,-36-8 21,-7-9 68,-9 0 119,-2-10 189,-3-21-381,11-5 190,-3-28 18,10-6-231,7 15 1,1-2-3,1-5 0,2 1-81,-1-11 6,8-1-23,4 33-34,7 2-5,2 8 0,6 12-1,3 11 7,2 15-1,-2 13-5,-10 13-308,-13-25 1,-6 1 295,-5 4 1,-7 0 14,-6-4 1,-5 1 0,1-3 7,-4 3 0,-2-2-10,-2-1 1,-4 0 0,2-3 23,0-5 0,1-3 19,-5 3 1,1-3 78,-19 1 90,20-29-90,20-10-73,9-7 6,9-3-45,7 7-6,5-1-22,20 4 637,-7 9-615,26 5-150,-5 12-166,-14-2 0,3 3-1854,10 9 0,0 2 1789,-10-5 0,-2 0 1,-3 0-1,-4-3 0,-5-1 1</inkml:trace>
  <inkml:trace contextRef="#ctx0" brushRef="#br0" timeOffset="78884">1230 14972 26052,'42'-13'-323,"1"-1"1,-1 1-1,21-6 1,-10 6 0,-28 12-1,-1 1 1</inkml:trace>
  <inkml:trace contextRef="#ctx0" brushRef="#br0" timeOffset="80378">3110 14834 25517,'1'-13'280,"-4"17"-235,-2 37 11,-6-3 0,-1 1-6,-8 15-182,6-17 1,-1 0 176,-3 8 447,6-19-150,6-13 293,4-14-428,2-13-112,-1-14-11,0-17-11,0-14-644,1 23 0,0 1 593,2-24-82,2 16 1,1 0 70,7-7-17,-3 17 1,2 1-6,13-1-6,5 11 0,6 13 1175,5 13-1141,1 13 11,-1 18 0,-6 13-20,-20-19 1,-3 1-15,-2 1 1,-4 1-9,-1 0 0,-3 0-20,-5 26 17,-3-8 56,-3-15 57,1-15-7,3-15-33,2-18-11,1-13 5,1-19-10,3-10-18,7-6 427,5 4-427,6 9-28,3 13-10,5 13 10,4 11 12,6 10-29,3 11 12,3 8-6,2 11-372,1 7 238,-2 7-29,-21-19 1,-2 1-143,0 1 0,-2 2-146,0 0 1,-2 0-673,15 26 25,-2-9 152,1-16 498,3-16 437,6-20 185,2-13 196,1-14 196,-2-7 123,-3-6 50,-4 0-32,-5 2-13,-7 6 248,-11 10-550,-6 9-112,-11 9-190,-6 6-40,-8 10 6,-6 5-39,-3 11 0,1 4 0,1 5-5,6 3-1,7 1-11,6-3-22,9-4 6,11-8 38,12-8 18,11-12-1,3-10 40,0-13-12,-7-10 56,-9-4 62,-8 1 6,-7 4 5,-4 7-67,-2 9-45,-1 7-39,0 7-44,0 4 32,0 5-16,0 7-33,2 9-68,5 8-269,5 4-654,6 5-1402,4 3-7405,10 9 7647,-11-20 1,0-4 0,-17-23-1</inkml:trace>
  <inkml:trace contextRef="#ctx0" brushRef="#br0" timeOffset="80718">4893 14863 20867,'2'-6'4745,"0"2"-4039,-2 4-594,-14 24-45,-2 5-48,0-3 1,-1 3-37,-16 24-89,-1-3-1,3-12-16,5-14-22,2-15 89,0-17 67,-1-12 34,0-17 19,13 7 0,1-2 26,-2-12 117,4-15 68,10 32-12,2 1-123,5 11-67,4 8-23,8 6-56,11 9 1,14 8-15,-17-3 1,1 2-421,5 2 1,0 1-85,4 2 0,0 1-1299,4 0 0,-1 1 1823,-3-4 0,-3 0 0,11 3 0,-20-9 0</inkml:trace>
  <inkml:trace contextRef="#ctx0" brushRef="#br0" timeOffset="81210">5913 14627 24687,'-25'-55'881,"1"1"1,0-5-1,5 4-573,10-3-174,5 26 1,1 1 139,3-14-5,1 17-196,1 15-45,-2 9 28,2 12-6,1 10-37,4 18-13,1 18 0,-5-19 0,0 1-474,-1 6 0,0 1 474,-4 2 0,-1 1 0,-1 0 0,-1 0 0,-1-2 0,-1 0-1539,1 2 0,1-3 1539,-1 12 0,8 0 0,2-38 0,3-3 0,2-17 0,9-26 0,-5 4 634,11-28-634,-8 15 0,4-10 0,1 6 3392,1 7-3392,0 10 0,15 10 0,-9 10 0,24 17 0,-9 12-1696,-9 1 0,1 1 1696,13 14 0,-7-4 0,-2 0 0,-4-5-735,3 4 1,0 0-504,-7-5-1515,-2-4 0,-1-1 2753,0-3 0,-4-4 0,-12-10 0</inkml:trace>
  <inkml:trace contextRef="#ctx0" brushRef="#br0" timeOffset="82410">7173 14600 21763,'-1'-2'3765,"0"-1"-1956,1 3-1686,-61 30-17,45-8-67,-16 0 1,5 1-7,30 1 57,9-2-6,14-6-78,-3-5 44,16-2-11,-10-12 0,6-6 12,-4-9 61,-5-17-56,-13 7 33,-5-29 46,-17 15-96,0-1-11,-7 11 78,-5 17-37,-4 5-69,-23 5 0,5 13 0,-8 12 0,22 2-3392,-2 29 3392,18-21-69,2 6 0,5 2 69,14 6-4,0-13 1,4-1-98,17 5-25,-4-16 0,3-3-8,0-4 0,4-2-113,21 3 1,3-3 151,-5-4 0,-1-3-705,11-3 0,-4-4 766,-20 1 0,-3-4 34,2-5 0,-3-3 17,17-24 134,-8-5 96,-10-8 44,-23 11-140,-10 12 2652,-10 4-2546,-18 11-53,5 4-181,-25 12-23,26 5 0,-23 23 0,27-12 0,-13 31 0,23-28 0,0 23 2190,17-12-2208,5 0 131,14-3-163,2-15 50,-5-7 67,10-20-45,-12-6 6,8-17-15,-11 5-13,0-15 0,-5 7 0,4-12 0,-7 20 0,-3 8 0,-6 19 0,-2 14 0,0 6 0,0 16 0,1 3 0,3 4 0,4-2-102,5-3-133,1-10-656,29 2 404,-1-16 378,-9-4 0,1-3 97,26-14 85,-8-11 146,-10-14 150,-13-5 90,-11 1 29,-9 5-151,-4 10-337,-4 10 0,-1 8 0,-1 12 0,0 12 0,-1 17 0,0 14 0,3 12 0,1-8 0,2-5 0,1 3-532,0-12 1,-1 2 531,2 18 0,-1 1 0,-2-11 0,-2-3-182,-4-5 0,-1-3 182,-3 13 0,-16-20 0,7-33 0,-8-18 0,8-31 0,10 13 0,0-1 288,2 3 0,1-1-288,2-9 0,3-5 0,0 6 0,0 6 0,3 0 0,2-8 0,4-8 0,1 0 0,-2 9-322,1 5 1,1 2 321,5-13 0,2-5 0,-1 8 0,5-6 0,1 9 0,1 2-139,9 0 139,-10 18 0,0 3 0,12 7 0,-1 17 408,1 16-408,1 17 0,-17-9 0,-1 2 368,-1 5 1,-2 1-369,-3 2 0,-4 1 0,-9-1 0,-8 0 0,-7-1 0,-7-3 0,-13-2 0,-5-4-717,-9-2 1,-3-4 259,-5-3 1,-1-3-2064,0-4 0,1-2 2520,9-3 0,5-2 0,-12 0 0,29-2 0</inkml:trace>
  <inkml:trace contextRef="#ctx0" brushRef="#br0" timeOffset="82984">9059 14408 21831,'1'-7'1910,"4"-26"0,2-6-1255,-2 6-383,3-9 0,-2 1 187,-2 14-168,-3 11-151,-3 8-84,-5 9-34,-8 10 1,-8 10-6,-3 10-17,1 7-6,8 2-11,11 0 12,16-3-1,11-9 17,11-10 23,2-9 11,-3-15 16,-5-8 18,-8-10 61,-6-5 33,-7-1-44,-4 2-23,-5 4-37,-2 5-69,-2 8 0,-1 6-18,-4 10-94,-7 10-207,-5 14-488,-1 12-1091,2 10-2257,14-20 1,2 0 4154,-2 25 0,5-20 0,3-15 0</inkml:trace>
  <inkml:trace contextRef="#ctx0" brushRef="#br0" timeOffset="83276">9172 14757 27650,'-19'20'90,"5"3"-79,13 13 34,10-1-34,6-4 28,8-7 101,2-8-61,-9-9 50,-1-8-62,-9-10 22,-2-11-10,-5-10-57,-7-11-22,-8-3-140,-8 2-319,-8 10-1462,-13 13 655,13 15-6788,-9 15 8054,22 5 0,4-2 0,8-4 0</inkml:trace>
  <inkml:trace contextRef="#ctx0" brushRef="#br0" timeOffset="83735">2610 15996 16636,'-43'17'673,"-1"0"1,0 0-1,-13 6 1,7-2 228,-6 9 282,30-10 122,47-7-970,7-7-59,16-7 0,9-3-1629,6 0 1,5-3 1471,-19 3 0,3-1 1,3 0-1,1-1-33,-4 2 1,1-1-1,1 0 1,3 0-1,2 0-283,0 0 0,3 0 1,2-1-1,2 1 1,-1-1-1,-1 1 0,-4 1 209,7-2 1,-4 1-1,0 1 1,1-1 0,5 0-201,-7 0 1,3 0 0,2 0-1,3 0 1,-1 0 0,0 0 0,-2 0-1,-2 1 203,-4-1 0,-2 2 0,0-1 0,-2 0 0,1 0 0,-1 1 0,1-1-165,1 0 1,-3 0 0,1 0 0,0 0 0,2 0-1,3 0 1,4 0 203,-8 0 1,3 0-1,3-1 1,2 1-1,2-1 1,1 0 0,0 1-1,0-1 1,-1 0-1,-3 1 1,-1 0 0,-4 0-50,7-1 0,-4 1 1,-2-1-1,-2 1 1,1 0-1,1 0 0,2 0 1,5-1 11,-7 1 1,4-1 0,3 1-1,2-1 1,1 0 0,0 0-1,0 0 1,0 0 0,-3 0-1,-1 1 1,-4-1 0,-4 1-6,8 0 1,-4-1-1,-3 1 1,-2 0 0,-1 1-1,2-1 1,2-1 2,-2 1 0,2 0 0,1 0 0,0 0 0,-1 0 1,0-1-1,-2 2 0,-1-1-13,4 0 1,-2 0 0,-1 1 0,-1-1-1,1 1 1,2 0 0,-2-1 0,1 1 0,1-1 0,1 1 0,-1-1 0,0 1 0,0 0-24,-1 0 1,0 0 0,1 0 0,-1 1 0,-1-1 0,-3 1 0,-3 0-64,12-1 0,-4 0 1,-2 1-1,0 0-497,2-1 0,1 1 0,-5 0 0,-10 1 580,8-1 0,-11 1 0,-32 1 0</inkml:trace>
  <inkml:trace contextRef="#ctx0" brushRef="#br0" timeOffset="91194">12875 14908 20823,'-1'-4'4049,"0"1"-3410,1 3-320,-47 66-1366,37-32 1,1 3 1062,-9 7 1,-4 4 0,5 3-64,8 4 1,5 3-1,0-1-232,0-6 1,1-1 0,-1 0-358,1-1 0,0 0 0,1-1-784,1 16 0,1-4-952,2-18 0,1-2 394,-1 2 0,1-3 785,4 3 1832,-5-43-107,-4-19 1053,-6-39-602,3 26 0,1-3-108,-3-12 1,1-5 191,-1-5 1,1-3-475,1 19 1,0-2-1,0 1-126,1-1 0,-1-1 0,1 1-88,1 1 1,0-1 0,0 1-36,1-19 1,2 1-65,2 1 0,5 0-316,0 15 1,2-2 0,2 3 102,8-12 1,3 4-46,-1 2 0,4 4 6,6 12 0,3 7-137,-3 13 0,1 3 128,7-1 1,2 7-6,5 12 0,-1 8-8,-10 2 0,-3 5-4,2 11 1,-7 4 759,-4 19-746,-19-18 1,-8 0-9,-10-6 1,-6-2-6,-10 9 0,-6-1-1,-10-1 1,-7-3-230,9-8 1,-2-2 0,2-1 229,-3 0 0,3-1-14,-10 1 0,9-3 339,21-9-895,26-9-1040,44-10-202,-5 0 0,3-1 118,-3 2 0,1 1 1691,1 0 0,3 0 0,-8 2 0,8-2 0,-13 3 0,1-1 0</inkml:trace>
  <inkml:trace contextRef="#ctx0" brushRef="#br0" timeOffset="92560">13891 14859 17781,'2'-6'6313,"0"0"-5829,0-26 1,-3-7 120,-9 11-496,8-12 0,-4 3-5293,-32 25 5307,14 11 763,-7 8 1,-3 6-741,-10 16-121,11-5 0,2 3 520,-8 13-534,19-13 1,4 0-12,1 16 5,2 8-16,28-5 3250,-1-19-3228,26-7 40,6-28-40,-8-1-33,13-20 122,-19-13-32,-6 8 21,0-19 62,-16 22 45,-2-4 73,-5 11 288,-5 12-535,-5 11-10,-1 6-35,-7 12 57,-2 15 22,1 4-51,2 3-5,11 10-5,6-25 16,23 28-28,-6-32-11,10-1 0,5-2 11,14-6-379,-13-5 0,-1-3 407,8-6-329,0-19 324,-26 6 16,7-31-16,-18 22 5,-3-8 0,-1 0-5,-2 0 2,3-5 0,1 0 15,2 5 7,3-1 1,3 1 3,5 6 33,11-6-56,-11 22-39,2 7 45,10 16-11,0 5-29,16 16 7,-7 6 27,-5 6 0,-8 4 0,-10 1 12,-7-1 698,-8-7-743,-1-9-1,-1-12 23,3-11 412,19-16-429,9-10 17,21-15 14,-24 13 0,-1-2-195,0-2 0,0-1 192,16-23-5,-14 10 33,-10-9-28,-13 24 56,-14-14-28,-3 23-22,-13 0 6,9 9 27,-8 15-44,13-3 374,-10 23-404,13-7-4,-1 14 17,8-13-118,13 16-134,4-13-219,14 13 62,7-11-162,16-9 243,-21-14 0,2-4 177,4-4 0,0-4-48,-1-2 1,-2-4 217,-3-4 1,-3-4 109,17-23 100,-16-8 124,-10 1 100,-8 7-218,-5 15 224,-3 8-342,-2 13-44,-1 7 22,1 12-28,0 12-34,0 0 6,4 27-22,-1-10 11,3 17 272,-1-16-294,0-10 55,0-12 57,-2-11-57,1-11-5,8-18 5,4-6 1,9-15-35,2 1 12,10-2-22,-12 16 22,9 2 17,-15 18 5,3 6 1,-1 9 38,4 10 1,6 8-57,6 3-10,8 0-334,5-5 311,-8-10 0,-1-10 0,1-5 6,-2-4-4,0-3 1,-1-5 3,-6-18 0,3-19 2,-21 16 0,-2-3 4,-1-7 0,-2-2-381,0-5 1,-1-2 368,-1 2 0,0 0 0,-1 5 0,-1 3 0,1-21 0,-3 22 0,-4 18 0,-1 11 0,-2 10 298,-4 12-298,-4 13 0,-6 19 0,7-14 0,1 2 15,0 6 1,1 2-16,1 4 0,2 0 0,4 3 0,3 1-186,4-1 1,4-1-588,6-1 0,4-2-891,5-3 1,4-4-3253,1-5 1,0-3 2930,15 6 1,-16-17-1,-22-14 1</inkml:trace>
  <inkml:trace contextRef="#ctx0" brushRef="#br0" timeOffset="92751">15937 14736 26894,'12'-43'-190,"16"9"-297,5 31 0,5 6-2381,3-1 1,-1 0 2867,-3-1 0,-2 1 0,10 2 0,-19-2 0</inkml:trace>
  <inkml:trace contextRef="#ctx0" brushRef="#br0" timeOffset="93225">17020 14425 23377,'-5'-3'3394,"2"0"-2977,-29-14 1,-7-1-43,18 7-322,-19-8 0,8 2 87,31 14-50,15 2-73,17 3-6,23 7-11,-18 0 0,3 1-317,4 5 1,1 3 316,3 3 0,-1 3-462,-1 2 0,-3 4 434,-4 1 0,-5 3 14,-5 0 0,-9 3-1447,-14 5 1,-8-1 1477,-10 14-15,-15-20 1,-9-3-308,4-12 1,-2-2 292,-10 5 1,-2-1-41,4-2 1,0 0-241,7-3 1,3 0-848,-13 9 1139,24-7 0,14-10 0,8-5 0</inkml:trace>
  <inkml:trace contextRef="#ctx0" brushRef="#br0" timeOffset="93812">18355 14992 26452,'7'-62'319,"1"0"0,-3 13 1,1 1-259,7-13 1,2 0-2391,-3 11 1,1-2 2341,-1 1 0,1-4 1,0 4-3,1-6 0,-1 2 47,-2 12 0,-1-2 1,0 4-48,0-2 0,-1 2 6,1-6 0,-1 3-23,0-2 913,-8 27-895,-6 27 4,-10 26 35,-8 18-38,9-9 0,-1 7 0,2 0-684,1-6 1,2-1 0,-1 1 670,-1 9 0,0 1 0,2-3 0,2 3 0,2-2-254,1 13 1,1-3 213,2-24 1,2 0-167,3 11 1,4 4 0,1-8 365,9 6-1124,10-7 0,4-5 68,-1-19-1983,27 1-4822,-21-35 7701,3-5 0,-16 1 0,-10 6 0</inkml:trace>
  <inkml:trace contextRef="#ctx0" brushRef="#br0" timeOffset="94151">18884 14707 16034,'0'-7'7343,"0"2"-6206,0 5-134,0 0-4829,-36-19 3916,27 17 1094,-24-11-1078,38 17-2195,21 4 2123,-7-5 50,27 0-45,-9-10 11,19-15 17,-13-7 2230,-6-5-2213,-14-6 56,-12 6 196,-3-14 3297,-10 13-3454,-7 4-62,-9 19-77,0 7-3388,-17 17 3371,15-3-567,-6 14 1,1 4 549,6 0-66,0 4 0,2 2 60,7-2-48,3 3 1,2 1-82,4 2-638,7 4 0,8 0-2801,22 4 3199,1-13 1,2-2-1,1-3 1,6-8-1</inkml:trace>
  <inkml:trace contextRef="#ctx0" brushRef="#br0" timeOffset="94710">19771 14590 27807,'-58'17'196,"28"-1"0,3 7-181,7 14 0,4 9 0,1-2-833,-2 2 0,1 1 797,4-1 1,1 3-1,4 0-60,6-4 1,2-1 0,2 1-83,0 1 1,1 1 0,1 2-370,1 13 0,1 2 0,-1-5-467,1-8 1,-2-4 793,-2 4 1,-6-6 2,-22-13 1324,-37-37-932,19-2 62,7-17 1,6-10-606,19 3 1,5-2 467,-2 0 0,2-1 50,10-13 0,6 0-52,2 10 0,4 1-49,8-7 0,3 1 521,2 4 1,6 3-573,1 6 0,5 2 0,-3 2-454,0 1 1,0 1 440,15-5 0,2 1 0,-14 9 0,1 2 273,3-3 1,3-4-282,-1 0 1,2-4 0,-2-1 10,-8 2 1,-2 0 0,-1-3-266,2-4 1,0-3 0,-6 2 266,-3-2 1,-7-1 28,-4-16 0,-6 2 10,-3 0 40,-8-3 0,-2-2-32,-5-4 57,2 18 0,0 0-3,0-8 973,2 1-838,3 24 441,-1 5-682,0 17 22,-6 25-5,-1 6-6,-2 3 0,-1 5-11,-1 5 0,0 3 200,0-3 0,1 2 0,-1 4-212,1-2 1,0 4 0,0 0-1,1-1-27,-1 9 0,2 0 0,0 1-31,2-9 0,0 1 0,2 0 0,2-2-130,3 3 0,3-3 0,1-2-63,2 8 0,3-2-1289,5-9 1,3 1 0,-1-6 1551,-2-6 0,0-4 0,3 7 0,-1-4 0,-6-13 0</inkml:trace>
  <inkml:trace contextRef="#ctx0" brushRef="#br0" timeOffset="94900">20074 14810 25887,'38'-34'68,"1"-1"0,-1 0 1,-1 3-1,0 1 1,-1 7-106,5 11 1,0 4-848,2 1 1,-1 0 488,-9 4 0,1 0 395,10 1 0,-4 2 0,-10 1 0,12 0 0</inkml:trace>
  <inkml:trace contextRef="#ctx0" brushRef="#br0" timeOffset="95428">12825 16706 23623,'-6'-3'835,"1"0"-141,5 3-144,0 0-52,-13 70-403,9-31-770,-3 20 0,-1 7 686,4-19 0,0 0-15,0-5 1,-1 3-1,-2 1-37,0 3 0,-1 1 0,-1 0-626,-2 2 0,0 1 0,-1 0-9,-1 0 0,1 0 0,-1 0-1630,0-1 0,0-1 0,1-2 2306,-4 15 0,2-7 0,5-19 0,1-5 0,-1 2 0</inkml:trace>
  <inkml:trace contextRef="#ctx0" brushRef="#br0" timeOffset="95720">12527 17908 11758,'5'-52'1070,"-1"0"1,1 0 0,0 0-1,1 0 1,-1 0 0,1 0 0,-1 1-766,1 3 0,0 0 0,0 1 0,0 0-1005,2-14 1,0 1 0,1 1 951,-1 4 0,0 0 1,1 2-67,-1 5 1,1 2 0,0 1 197,4-16 1,3 4-192,1 6 1,3 4-38,1 6 1,4 3-65,2 6 1,3 3-34,3 6 0,3 3 5,2 6 1,1 4-7,0 6 1,1 5 240,-3 5 0,-3 6-277,-3 5 1,-4 4-4,-6 5 1,-6 4-117,-4 4 0,-6 3 99,-9 2 1,-6 1-9,-5 3 1,-7-2-4,-7 1 1,-5-3 401,-4 0 1,-2-3-400,-2-2 1,0-3-15,3-3 0,1-2 115,5-4 1,3-2-1199,-11 8-2556,22-14-2525,18-8 6184,14-5 0,-4-1 0,1 0 0</inkml:trace>
  <inkml:trace contextRef="#ctx0" brushRef="#br0" timeOffset="97286">13709 16739 26670,'-43'-32'101,"1"-1"0,1 5 0,7 14-56,7 45-57,-2 12-4,-1 10-7,6 3 23,7-2 28,9-5-33,14-9-12,6-11 28,11-12 39,6-16-27,-3-7-34,25-27 89,-11 1-201,-11 7 1,-1-3 186,-5 4 1,-3-1 53,16-24 167,-9 5-212,-13 19 67,-6 9-123,-16 20 28,-6 8 5,-11 12-56,-5 10 29,2 7-6,5 4-62,9 1 430,8-3-402,13-5 28,10-4-45,15-7 29,7-8 27,5-8-33,-1-12 56,-4-10-12,-5-11-61,-5-12 28,-4-10 40,-5-9 10,-3-6-467,-1-1 440,-1 5 38,3 8-21,1 13-7,2 13-27,0 10-34,1 8 17,0 11 416,2 13-388,1 15-45,-2 15-211,-12-20 1,-2 1 243,-1 1 1,-2 1-23,-1-1 1,0 0 10,2 26 1,2-10-12,3-14 17,7-16 11,11-16-17,15-16 12,-15 1 0,0-3-114,5-4 0,0-4 133,0-3 1,-1-3 2,-2-3 0,-3-2-42,-4-1 0,-4-1 28,-4 3 0,-4-1 111,-3-26-75,-9 25 69,-15 6-119,-6 22 0,1 3 0,-7 12 0,6 9 668,-4 13-668,0 9 0,6 5 0,8 4 0,11-1 0,14-2-45,13-5-135,14-10-49,13-12-64,-23-13 0,1-4 259,2-5 1,-1-3 13,-2-2 1,-1-4 24,-4-4 1,-2-4 17,10-25 72,-14-3 23,-11 3 44,-6 8 28,-4 12-116,0 9-74,0 10 0,0 3 402,0 22-402,0 4 82,-1 22-82,0 2 0,1 4 0,0-3 0,1-4 0,1-8 0,3-15 0,0-7 0,5-22 0,2-8 0,5-14 0,4-9 0,-1-4 0,3 3 0,-1 9 0,-2 12 0,-3 10 0,-2 11 0,2 14 0,-4-2 0,12 14 0,3-9 0,16 7 0,-10-13 0,3-1 0,-4-4 0,2-1-230,7-1 0,-2-4 230,14-5 0,4-14 0,-20-9 0,4-19 0,-22 7 0,-2-5 0,-3 1 0,-2 0 0,0-2 0,0 0 0,-1-1 0,-1 2 0,-3 13 0,-1 1 0,1-7 0,0 3 0,-1-7 0,-3 16 0,-4 20 0,0 7 0,-2 12 0,-3 31 0,0 12 81,1-25 1,2 3-82,2 17 0,2-2-717,2 9 717,4-1 0,3 3-488,2-18 0,2-1 403,5 11 1,2 0-762,2 0 1,-1-4 41,-8-14 0,0-5-153,7 15-1431,-24-38-1140,-7-23 813,-19-23 3129,-9-10 676,11 16 0,-1 0 315,-14-14-153,14 19 0,2 0 1647,-11-11-1903,13 12 1,-1 1 12,-8-13-197,3 3-499,15 17 172,5 2-238,15 6-96,22-5-134,-1 7-6,10 3 0,4 2-145,22 3-286,-26 0 0,2 0-695,3 1 1,-1 0 1114,-1 0 0,-2 0 0,14 0 0,-4 0 0</inkml:trace>
  <inkml:trace contextRef="#ctx0" brushRef="#br0" timeOffset="97753">17166 16470 26528,'-27'-53'422,"0"-1"0,2 6 0,10 9-361,22 22 108,9 8-175,9 16 68,-1 3-43,-2 12 1,0 6-20,13 23-158,-10-11 1,0 2 143,-4-1 0,-2 1-9,-2 2 1,-2 1-29,-3 2 1,-5 0-1565,-14 9 0,-6-2 1556,5-17 0,-5-3-168,-16 10 0,-6-7-870,-18-7-931,22-16 0,0-3 1881,-16-2 1,21-8 0,16-3 0</inkml:trace>
  <inkml:trace contextRef="#ctx0" brushRef="#br0" timeOffset="98634">18922 16818 22386,'-9'0'3484,"1"0"-2667,8 0-229,0-69-67,1 40-342,-1-10 0,1 2-16,-1 25-74,-9 24-66,0 2 5,-18 31-23,-2 4-521,9-14 1,-2 2 515,0 2 0,-1 2-20,-1 1 1,0 0-318,-1-1 0,1 0 351,1-4 0,1-1-3,2-7 0,0-2 67,-9 7-10,12-23-40,10-27-23,14-24 4,1 10 0,3-4-138,6-10 1,3-3 128,5-9 0,2-3-319,-6 15 1,1-2 0,1 0 318,1-3 0,1 0 0,0 0 0,1 1 0,0 0 0,0 1-325,-1 3 1,0 1 0,-1 2 324,8-13 0,0 5-128,-6 10 0,-1 4 128,11-11 893,-13 24-893,-10 17 1535,-5 20-1535,-3 19 0,-2 21 0,-5-20 0,-3 2 280,-1 4 1,-4 0-281,-5 1 0,-5 0 0,-4 0 0,-3-2 0,-6-2 0,-2-2 0,-2-2 0,-1-3 0,2-5 0,0-4 178,7-5 0,2-3-178,-10 1 0,19-13 0,19-9 0,16-2 0,14 0 774,14 4-774,9 4 0,7 6 0,-27-1 0,0 0-117,3 1 0,0 0 117,2 0 0,0 0-275,1-2 0,-2 0 275,-1-1 0,0-2-15,-4-2 1,-1-3 20,20-9 17,-12-12-23,-12-10 0,-6-8 0,-5-3 0,-1 2 0,-2 9 0,-4 12 247,-4 12-247,-4 7 565,-5 10-565,-3 7 0,-6 14 0,-3 10 0,1 7 0,4 4 0,4 1-472,9-2-1157,8-6-4342,9-7 5971,1-12 0,-7-10 0,-6-8 0</inkml:trace>
  <inkml:trace contextRef="#ctx0" brushRef="#br0" timeOffset="98810">19867 16406 27460,'-1'-40'215,"0"0"1,-1-22-261,-2 64-235,0 12-649,1 15-1989,0 13 2070,10 13 0,-5-24 0,7-3 0</inkml:trace>
  <inkml:trace contextRef="#ctx0" brushRef="#br0" timeOffset="99835">20309 16581 23965,'0'-5'3758,"0"0"-3293,-1-56-163,-6 30-212,3-9 1,-5 2-91,-19 11 0,-4 21 0,-4 6 0,-8 2-144,9 5 1,1 5 143,-8 21 0,4 8 0,17-13 0,4 1 0,-5 30 0,24-5 0,18-10 0,17-13 0,7-15 0,1-15 0,-3-14 0,-5-11 0,-8-6 0,-5 0 287,-9 5-287,-5 7 0,-7 9 0,-2 12 0,-6 14 0,-7 15 0,-10 16 0,6-17 0,-2 0-422,-4 6 1,-3 0 421,-5 5 0,-4 1-664,-5 4 1,-2 1 663,12-14 0,-1 0 0,-1 0-206,-7 7 1,-2 0-1,3-2-43,-2 1 0,1-3-348,-11 9 1,3-7-390,5-15 437,6-11 152,32-35 125,25-17 0,10-4 194,-8 9 0,3-2-310,7-5 1,6-5 0,0 3 407,-7 11 1,0 1 0,3 0 7,7-8 0,3-1 0,1 1-8,-1 2 1,1 1-1,0 1-7,-2 1 0,0 2 1,0 0 69,-3 2 1,0 0 0,-1 1 17,-2 0 0,-1 0 0,-1 0 96,-1-1 1,-1 0 0,-1 0 74,-2 0 1,-1 0 0,0 0 158,-1-2 0,0 1 1,-3 1-74,1-3 1,-2 3-85,13-15 62,-29 31-241,-9 11-16,-4 6 10,-5 10 1796,-12 24-1873,-4 12-12,-1 8-44,9-18 0,0 1 44,0-1 0,0 2 0,-6 12 0,1 3-980,7-13 0,0 3 0,1-4 980,0 3 0,2-2 0,1 11 0,5-6 0,13-6 0,4-5 0,9-23 0,18-31 0,-8-2 0,-2-4 0,0-4 0,-6 4 0,0-1 297,7-7 0,1 0-297,-2 0 0,0 0 0,4 1 0,-2 2 0,8-5 3233,5 5-3233,-26 26 0,3 9 0,-2 10 0,-1 10 0,12 12 0,3-6 0,2-1 0,13-9 0,-2-14 0,-10-8 0,0-5 0,23-14-116,-26 0 0,-4-4 116,5-18 0,-14 6 0,-3-4 0,-3-1 0,-1-4 0,1-3 0,0-6 0,-1 2 0,-2 6 0,-1 2 0,0-1-514,1-6 0,1 0 0,-2 5 514,-1 6 0,-1 5 0,5-16 0,-9 33 0,-7 16 0,-3 10 0,-5 17 0,-1 5 0,-3 9-48,0 5 1,0 5 47,5-12 0,-1 3 0,1-1 0,-1 4 0,0 0 0,-1 12 0,0 1 0,3-15 0,0 1 0,1-3-205,0 9 0,2-5-204,1-10 0,2-2-8755,-2 29 9164,7-40 0,-1 1 0,1-22 0</inkml:trace>
  <inkml:trace contextRef="#ctx0" brushRef="#br0" timeOffset="100043">21360 16485 20744,'-4'-1'5473,"0"0"-3911,4 1-1338,77-19-101,-41 15 1,1 0-1343,24-8 1,0 1 1243,-22 8 1,-3 1 571,28-2-787,-39 3-1272,-6 1-8369,-44 3 8610,-1 0 0,-2 1 0,19-3 0</inkml:trace>
  <inkml:trace contextRef="#ctx0" brushRef="#br0" timeOffset="104943">22047 14506 19563,'12'-54'2098,"-1"0"1,-1 4-1,-4 4-1515,-14-5-152,-6 9-280,0 14 79,-15 12-163,3 24-28,-19 18-28,20-1 1,2 4-517,1-3 0,1 2 510,-7 14 1,0 4-9,1 6 1,2 1-43,2 1 0,2 2-90,1 6 1,8-3-166,12-15 1,11-6-567,16-5 1,8-6 518,-8-9 0,4-6-339,24-7 0,5-12 128,-11-10 1,0-6-160,-6 1 1,2-4-1,-1-2 655,3-4 1,-1-4-1,-1-2 64,0-4 0,-2-3 0,-2 2 22,-8 7 0,-2 0 1,-1-3 102,-2-3 0,-1-4 1,-1 0-1,-4 2 106,-2 3 1,-3 3-1,1-3 101,5-14 1,1-2 0,-3 3-168,-1-2 0,-4 4 253,-4 10 0,-1 4-39,1-11 398,-3 14-655,-7 24 624,1 7-608,-2 21 1823,0 18-1807,-2 24-108,-3-22 0,-1 3-52,-2 5 0,-2 2 18,-4 5 0,-2 1-23,-2 3 1,0 1-6,-2 2 0,0 1 8,1-3 1,2-2-1,3-14 1,3-1-7,1 0 1,5-6 0,6-10 17,9-9 11,14-35-17,1-6 16,0-1 1,0-3 22,13-15 245,-11 14 1,1 0-218,12-13-11,-5 13-5,-11 14-29,-7 13-22,-8 9 56,1 18-28,-3 5 431,4 15-459,-1-1 0,3-5 22,3-7-44,8-12 16,6-10 12,7-17 16,15-25-5,-16 3 11,7-15 75,-22 20 1,-1-1 134,-2 0 0,-1 0-154,1 1 0,0 0 213,5-17-189,-17 31-108,-2 1 0,-6 12 0,-4 10 0,-3 9 0,-4 9 0,0 7 0,1 1-197,2 1-1086,5-4-2805,2-6 4088,4-10 0,-1-8 0,1-7 0</inkml:trace>
  <inkml:trace contextRef="#ctx0" brushRef="#br0" timeOffset="105102">23601 13889 23030,'-37'-13'0,"8"3"0</inkml:trace>
  <inkml:trace contextRef="#ctx0" brushRef="#br0" timeOffset="106201">23775 14516 19160,'-1'5'4402,"0"-1"-1114,1-4-3070,51-4-89,-12-20-79,3 7 1,1-4-703,-11-10 1,-4-4 687,3-4 1,-1-2-6,2-5 0,-2-3-20,1-5 0,-2 0-4,-10 16 1,0-1-1,-2 0 10,6-17 0,-4 1 2,-4 6 1,-4 2 22,-8 9 0,-4 4-25,-5-2 323,-23 18-317,-3 32-23,-15 17 11,21-5 0,0 3-375,0 7 1,1 3 349,1 4 0,4 2-3,2 14 0,3-1-11,5-18 0,3-1-76,5 15 1,6-1-135,6-22 0,4-2-205,7 6 1,5-2-268,6-5 0,6-5 29,18-4 1,2-6 556,-16-6 1,0-3 91,0-5 1,3-3 0,-3-3 42,0-7 1,-1-4 125,8-4 0,-1-2 106,-7-1 1,-3-3 218,-3-3 0,-5-1 177,8-15-364,-13 5 861,-21 18-884,-17 16 285,-14 9-352,-21 19-126,17-3 0,-1 4 99,-3 4 0,1 3-155,1 2 0,2 0-1,6 1 1,3 0-8,-6 24-7,20-13-21,33-16 22,-2-15 11,34-19-12,-7-14 34,-9-3 1,0-5 2,-5 1 1,-1-4-317,7-11 0,-3-4 302,-6-3 0,-4 0-289,-4 6 1,-1-1 312,-4 3 1,-1-3 0,0 1 56,4-13 1,0-1 50,-2 4 1,0-2 0,-1 3-80,-1 0 1,-1 3 77,2-6 1,-5 7 126,-7 16-150,-2 6-119,-12 23 0,-8 26 0,-11 27 0,9-10 0,0 5-388,-3 12 1,1 4 387,6-14 0,0 1 0,2 2 0,-1 3 0,2 0 0,1 4-148,2-4 1,1 4 0,2 0 0,0-1-534,1-3 1,2-1-1,1 0 1,-1 0 457,2 4 0,-1 1 0,2-2 0,-1-5 0,3 12 0,0-9 0,2 10 0</inkml:trace>
  <inkml:trace contextRef="#ctx0" brushRef="#br0" timeOffset="107647">23242 16451 22699,'5'-61'886,"-1"0"1,2 5 0,-7 12-488,-17 29-215,-9 10-27,-17 14-87,16 5 0,0 4-14,-5 9 0,0 4-716,-4 7 1,1 3 670,-2 5 0,1 2-14,2 1 1,0 3-4,12-14 0,1 2 1,3-2-195,-2 9 0,5-2 191,-1-4 1,9-2-104,23 13-331,21-28 261,-5-14 0,5-5 16,9-8 1,0-5-99,-5-1 1,1-4 195,3-8 1,4-6 0,-3 0-141,5-8 0,0-4 219,-3 1 0,2-3 0,-3-2-347,-8 3 0,-4-2 1,0 0 353,-1-3 1,-2 0 0,0-1 16,-3 1 1,-1 0-1,-1 0-163,-3 5 0,0 0 1,-3 1 242,6-9 0,-4 2 189,-6 12 0,-4 2-18,2-9 976,-9 20-1190,-5 12 1822,-2 11-1861,-4 14 18,-7 16 49,-7 20 88,8-18 0,-1 1-169,-2 7 1,-1 2-9,-1 3 1,-1 2-12,-1 2 0,0 1-6,0-2 0,1-1-14,2-3 1,1-2 10,3-8 1,1-1-8,0 15 4,8-21 24,13-20-1,13-19 28,15-16-17,10-12-254,-22 17 1,0-1 242,-1 1 0,-2 0 699,19-14-687,-10 11 10,-12 11-21,-8 13 21,-8 11 1,-3 8 475,-1 8-503,2 2-12,2 1 12,6-2-1,4-6-10,7-7 21,5-7-4,5-10 10,5-8 17,1-10 23,0-7 106,-1-4 112,-3-2 56,-2 2-17,-5 1-22,-7 6-83,-6 7-214,-7 7 0,-3 6 0,-3 3 0,-1 6 0,-2 6 0,-2 9 0,-3 7 0,-1 3-186,2 0-1024,2-2-1798,6-6 3008,10-8 0,-6-7 0,5-6 0</inkml:trace>
  <inkml:trace contextRef="#ctx0" brushRef="#br0" timeOffset="107797">24447 16240 22890,'0'-6'2509,"0"2"-3271,0 4-1299,-6-29-5837,4 42 7898,-6-23 0,8 33 0,-1-8 0</inkml:trace>
  <inkml:trace contextRef="#ctx0" brushRef="#br0" timeOffset="108497">24531 16697 27818,'39'-37'16,"0"-1"1,0 1 0,-2-1 0,1 0 0,-4 2-14,4-5 0,-3-1-926,-9 8 0,-1-1 0,0-1 936,0-3 0,0-1 0,-2-1 7,-1 1 1,-1 0 0,-2 0 29,5-14 1,-4 3-9,-7 10 0,-4 3 657,-8-12-654,-12 23-50,-16 23 16,5 10 0,-15 22-45,9 13 28,9-10 1,1 3 442,0 6 0,1 3-440,0 5 1,2 3-279,2 2 1,1 2 207,3 0 0,3 0-185,5-1 1,5-1-506,8-3 0,6-2 18,9-5 0,5-4-93,9-5 1,5-6 125,5-7 1,1-6 381,3-6 0,0-6 5,-2-8 1,-2-6 640,-4-5 1,-4-5 296,-5-5 1,-5-4 27,-5-1 0,-5-2-173,-4-2 0,-4-1 252,-3 0 1,-3 0-438,-3 2 0,-2 1 193,1-24 382,-10 16-640,-7 18 818,-11 19-947,-11 22-77,-10 18-12,18-11 0,0 3 40,0 2 1,1 1-39,1 0 1,2 0-12,3-4 1,3 0 350,-2 18-325,17-13-17,21-12 11,17-16-1603,-7-13 0,2-5 1592,15-9 5,-12-5 1,-2-5-152,-8 1 0,-3-4 157,8-15 1,-1-5 2,-10 13 1,0-2 0,-1-1-327,1-2 0,-1-2 0,0 1 368,0 0 0,-1 1 0,0 1-2,-1 6 1,0 1-1,-1 2-110,5-8 1,-1 5 55,8-12 2493,-12 26-2493,-8 18 833,-10 24-833,-10 24 0,2-5 0,-2 5 0,-6 10 0,-1 4 23,4-12 0,1 3 0,-2 0-23,0 5 0,-1 0 0,1 1-10,-1 3 0,2 1 1,-1 0-934,2 1 0,0 1 1,1-1 942,2-6 0,2-2 0,0-3 0,1 2 0,1-6 0,0 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56:07.5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1596 2227 23283,'-7'-44'184,"0"1"0,1 4 0,2 10 876,4 21-999,9 14 311,3 13-438,9 20 32,-4 19-31,-5-3 8,-7-13 1,-3 4-304,-7 11 1,-2 1 378,2-16 0,0 0 0,-2 1-20,-2 6 1,-2 1 0,1-3 42,-3 5 1,0-5 36,4-14 1,1-4 254,-4 5-31,8-32 6,1-16-282,3-24 1,10-18-302,-1 22 0,2 1 158,10-21 514,-1 19 1,1 3-552,9-4-60,-6 12 0,2 3-98,24-4 257,-20 15 1,0 1-81,23-5 92,-18 7 0,1-2-20,0 0 1,0 0 44,-1-1 0,-1-1 17,0-2 0,-4-2 28,1-14-28,-15 5 84,-9-17 34,-9 14 780,-3-11-685,-6 13 539,0 6-494,1 5 161,4 7-396,2 5-12,1 14-28,1 14 17,1 19-6,0 15-28,3-26 1,1 2-321,1 1 0,1 1 121,3 2 1,1 1-326,1 0 1,0 1-675,2-1 0,0 0 1232,1-1 0,-1-2 0,2 4 0,-2-11 0</inkml:trace>
  <inkml:trace contextRef="#ctx0" brushRef="#br0" timeOffset="1141">2496 2588 17994,'0'-3'6161,"0"0"-4144,0 3-2000,-9-28 0,14 21 11,2-20-12,22 26-21,11-5 27,5-7-33,-1-10 22,-9-7 34,-10-5-11,-13-3 5,-7 1 39,-12 6 45,-7 8 23,-12 10 22,-7 7-67,3 8 112,-20 17-169,16 5-16,-10 19-11,20 1-22,11 6-29,13 2-81,12-19 0,4-3-64,10 12-115,3-15 0,5-3-168,-6-11 0,2-2-590,12 3 0,1-3 391,4-3 0,0-3 269,2-4 0,-1-3 288,0-4 1,-3-3 161,-4-4 1,-2-2 151,-5-1 1,-3-3 107,16-22 539,-14-2-49,-11 0-91,-9 1-146,-6 5-151,-8 9 611,-9 11-897,-9 11 358,-13 16-456,2 11 1,0 2-26,-7 10-3,11-8 1,3 2-9,6 10-7,4 1-38,5 8 11,13-9-11,11-13 45,12-11 6,8-19 16,1-12 46,0-15-1,-6-9 56,-6-6 56,-5-3 68,-7 1 21,-4 5-21,-4 9-12,-4 11-129,0 12-66,-1 8-57,0 28 6,0 5-40,1 27-72,2 0-462,5 6 241,-2-29 0,1 1-466,2 1 1,2 0-1281,8 5 1,1-3 958,10 12 680,-5-24 0,2-7 1706,12-23-253,-7-3 1172,1-28-533,-18-2-560,1-15-370,-2-1-212,-2 5-102,-2 10-145,-4 16-162,-3 12-51,-2 16-28,-1 15 0,0 19 1,0 18-1,0-18 0,0 2-383,0 7 1,0 2 343,0 6 0,-1 0-3,1 3 1,0-2 10,0-4 1,-1-3 2,1-8 0,-1-3-5,-4 13 44,-4-26-22,-5-21 0,-3-25 28,-2-24-25,10 9 0,2-4-509,1-10 1,2-4 496,3-8 1,4-2-127,0 18 0,2-1 1,1 0 134,1 0 0,2-1 0,1 1 13,1 1 0,0 1 0,2 0-349,-1 4 1,1 0 0,1 1 337,6-13 1,1 3-158,-2 8 1,1 4 140,-3 9 0,1 4 775,13-8-761,-3 18 1245,0 16-1285,3 20-10,3 20 291,-16-11 0,-2 3-283,-2 5 0,-3 1 16,-5 2 1,-5 1-3,-10-2 0,-7-1-14,-8-2 0,-7-4-118,-10 0 1,-5-4-376,-4-2 1,-3-4-3270,-3-1 1,1-3 3262,8-4 0,4-3 0,-12 2 1,28-8-1</inkml:trace>
  <inkml:trace contextRef="#ctx0" brushRef="#br0" timeOffset="1991">5497 2669 21976,'19'-50'963,"0"0"1,0 1 0,5-13-1,-6 8-352,-13 1-219,-15 21-168,-10 0-123,-16 15-54,4 18 1,-3 7-26,2 3 1,0 2-253,-1 3 1,2 3 229,2 5 0,5 4-11,-5 23 11,14-18 0,2 2 11,4-1 0,5 0-20,7 4 1,3-3 8,6 9-5,25 0 10,-1-33-3211,23-18 3189,-18-4-1044,-8-14 0,-3-4 1095,-5-2 9,-2-2 1,-1-2 73,3-15-70,-10 21 1,0-1 126,9-25-40,-10 23-89,-6 12 6,-6 16-68,-3 12 34,-4 16-1,-1 12-21,-2 20 38,5 2 2002,1-10-2041,7 13 0,7-15-11,3-17 1,4-2-1,23 4 17,15-15 0,-14-24 50,10-25-38,-10-12-7,-11 2 1,0-5 2,-6 1 1,-2-4-11,-5 8 0,0-2 0,-3 1 2,0-4 0,-2-1 2,-3 7 0,1-2 0,-1 2-9,2-8 0,0 0 23,-3 6 1,1-2 0,-2 3 22,1-3 1,-2 3 13,-2 4 0,-3 6-30,-5 12-29,-8 15 17,-7 24 17,-18 33-17,18-19 1,1 4-221,-4 12 1,1 3 211,6 1 0,2-2 890,3-8 1,1 1-900,1 14 0,3 0-11,2-8 1,3-1-60,3 12 1,8 1-179,3-19 0,6-1 0,2-3-357,14 8 1,4-7 117,2-3 0,4-7-1770,3-12 1,-1-7 1678,11-4 1,-8-3 0,-28-4 0</inkml:trace>
  <inkml:trace contextRef="#ctx0" brushRef="#br0" timeOffset="2691">6350 2467 13149,'0'8'7746,"0"-2"-5639,0-6-623,49-72-806,-34 41 0,0-2-847,5-3 0,2-4 0,-2 3 441,-5-3 0,-4 4 318,2-6-114,-5 12-196,-10 23-257,-9 14 5,-10 19-28,-7 18 5,13-16 1,2 1 10,0 3 1,3 1 83,2 0 0,2 1-103,4-2 1,4 0 2,15 24-17,15-12 6,15-15-6,7-17 11,3-20 29,-2-15-452,-7-14 507,-7-10-10,-9-3-80,-11 10 108,-7-8-57,-9 28 67,-4-7-78,-6 23 321,-4 8-332,-1 4-39,-9 33 5,11-18-22,-3 28 28,13-20 467,6 6-479,8-4-5,9-9 17,8-10 5,4-10 29,3-13-12,-2-11 11,-4-12 46,-4-8-24,-7-4-4,-7-6-1,-5 2-34,-5 11 7,1-7-24,-5 25-72,2-2-72,-2 19-119,3 13-190,4 10-296,7 11 223,0-3-151,5 0-2156,6-7 0,3-2-4874,22 5 7719,-4-5 0,-2-3 0,-5-7 0,-3-6 0</inkml:trace>
  <inkml:trace contextRef="#ctx0" brushRef="#br0" timeOffset="3450">7583 2335 23041,'18'-50'1215,"1"1"1,-5 4-1,-6 5-683,-20 4-185,-9 9-162,-3 10-129,2 9 28,-13 18-45,10 9 1,-11 19-24,10 9-27,4 6-45,7 1-5,7-6 21,11-8-27,7-12 50,8-12 51,4-11-6,2-14 62,4-11 5,-1-10-45,-2-6 34,-5-3 39,-5 2 17,-6 7-28,-5 8-56,-2 11-16,-5 6-35,0 6 29,-6 16-23,2 6-50,-4 17 16,4 3-5,2 0 6,5 1-12,7-8-27,7-8 72,12-9-22,7-11-17,6-14 56,4-11 17,0-14-23,-10 2 20,-11 3 0,-2-3 14,5-11-39,-9 11 1,0 1-18,1-10 0,-6 12 0,-7 10 0,-2 9 0,-1 10 0,2 3 0,5 17 0,1 7 0,7 16 0,2 9-256,-8-25 1,1 1 255,0 2 0,-1 0 0,-1 1 0,-1 0-132,-1 1 1,-2-2 131,1 30 0,-8-9 0,-2-24 0,-6-11 0,-2-18 0,-5-6 0,0-2 496,0-1-496,4 1 278,5 1-278,5-1 0,1-2 0,6-4 0,4-3 0,6-2 0,1 3 0,-1 3 0,-3 5 0,-5 1 0,-2 2 0,-3 0 0,-1 2-1446,0 0-1640,1 2 3086,3-2 0,-2 2 0,2-1 0</inkml:trace>
  <inkml:trace contextRef="#ctx0" brushRef="#br0" timeOffset="4357">7905 2365 25359,'-4'-43'526,"1"-1"1,0 4 0,4 7-152,15 13-78,-4 7-84,-5 6-185,-4 5 0,-2 2 0,-1 9 34,-5 9 16,-2 14-61,-3 10-17,0 5 33,3 2-16,2-3 6,8 0-12,5-6 6,15-1-23,-3-16 56,15-4 46,-8-15 27,7-10 11,2-9-26,0-16-108,-14 6 0,-1-2 0,7-12 0,-11 11 0,-3 1 0,-2 0 0,-3-6 0,-6 15 0,-3 5 0,0 10 0,0 4 0,0 7 0,1 13 0,2 20 0,1 21-302,-1-23 0,0 4 302,0 6 0,-1 4-731,0 7 0,-1 2 731,-1-16 0,0 1 0,-1 1-478,-1 4 1,-1 0 0,-2 1 477,-1 3 0,-1 0 0,-3 0 0,-4 1 0,-2 1 0,-3-2-30,-3-1 0,-3-1 0,-3-3-38,-1-4 1,-2-3 0,-3-3 65,2-7 0,-1-3 1,-1-5 15,-10 3 0,1-11 5,6-16 1,4-10-3,-3-32-93,15-18 70,24 8 1,8-3-20,3 2 0,5-3 26,-2 13 0,4-4 1,0 0-1,0 3-50,0 0 1,0 3-1,2-1 47,3-1 1,4-1 0,0 0-1,-1 4 7,0 4 1,-1 3 0,2-1-10,7-7 1,2-1-1,0 1 2,-2 3 0,1 1 0,2-1 0,5-2 0,2 0 1,-1 1-1,-8 6 0,-2 1 0,1-1 11,7-7 1,1-2-1,-6 3-4,-5 5 1,-4 2 5,0-5 1,-4 1 1403,-2-9-1309,-9 6-77,-5-3-29,-20 12 593,2 13-593,-12 3 1733,8 9-1733,-2 1 68,6 3-68,3 8 0,3 5 0,2 6 0,8 13 0,7 9 0,-3-12 0,3 3-458,6 12 1,2 2 457,-1-5 0,0 0 0,-1-1 0,0-2 0,-2-3 0,-2-2 0,-2 20-396,-14-16 1,-7 0-2736,-8-7 0,-5-3 2539,-5 1 1,-3-4-1,-9-3 1,12-12 0</inkml:trace>
  <inkml:trace contextRef="#ctx0" brushRef="#br0" timeOffset="10273">10989 2639 24060,'3'-55'1051,"0"-1"0,-1 8 1,0 12-924,-2 29-27,2 60-65,0-22 1,0 5-1347,1 24 0,0 6 1321,-1-23 0,-1 0 1,1 1-18,-1 4 0,-1 0 1,-1 1-57,0 1 1,-1 1-1,-1 0-93,0 1 0,-1-1 0,0 1 4,-1-3 0,0-1 0,-2-1 78,-2 17 0,-2-5 340,0-13 0,-2-6-132,-16 9 515,-1-37-566,-1-36-64,16-2 0,2-7-500,1-14 1,3-6 488,4 10 0,1-3 1,2-2-303,0-6 1,1-2 0,2-1 295,1-4 1,2-1 0,0 0 1,2 0 1,0-1 0,2 1-291,0 4 0,1 0 0,0 2 285,2 4 0,-1 2 0,3 2 3,-2 5 1,2 2 0,2 1 7,6-10 1,4 4-66,-1 8 0,2 5 54,0 7 0,2 6 6,27-4-57,-1 17 51,-1 22 12,-4 18-15,-27-7 0,-4 5-6,-2 3 1,-6 4 164,-4 3 0,-5 1-159,-8 1 0,-6-2 0,-6 0 0,-5-2 6,-7-4 0,-3-2 0,-3-3 0,-1-4-9,0-4 0,-1-3-603,0-5 1,1-4-92,-8-5-4231,9-24 4931,33-9 0,2 4 0,5 7 0</inkml:trace>
  <inkml:trace contextRef="#ctx0" brushRef="#br0" timeOffset="10624">11625 2200 26368,'17'42'29,"0"-1"1,0 0-1,6 16 1,-1-5-8,6 0-16,-14-5 16,-25-1-5,-1-19 56,-20-7 67,8-19 39,-2-9 6,8-10-6,9-12-56,14-7-67,11-5-39,14 0-23,11 4-128,12 5-104,-23 18 0,2 2-692,10 0 0,0 2-593,15-1-1172,-18 6 1,-2 3 2694,-4 2 0,-5 1 0,-15 0 0</inkml:trace>
  <inkml:trace contextRef="#ctx0" brushRef="#br0" timeOffset="11200">12153 2353 28535,'12'-10'136,"17"-8"-136,-9 7 0,28-16 0,-10 4 0,7-7 0,-11 1 0,-14 3 0,-11 9 0,-12 2 0,-8 9 0,-15 3 0,5 4 0,-19 11 0,15 5 0,-5 4 0,6 5 0,10-2 0,2 16 0,10-5 0,7-2 0,17-2 0,10-8 0,19 3 0,8-9 0,-22-14 0,0-4-853,23-11 853,-9-4-148,-16-19 148,-18-3 0,-9 5 0,-1-2 0,0-26 0,-5 27 0,-2 1 0,-2-9 0,0 16 0,-2 7 0,1 10 0,1 3 839,1 5-839,4 9 162,0 3-162,12 17 0,6 6 0,1-2 0,1 2 0,-2-3 0,0 1-635,4 8 1,-1-1 634,4 13-429,-16-14 0,-4-2 429,-4 2-82,-10 1 1,-6 1 81,-18 1-317,5-12 0,-2-3-248,-15 2-1059,-9-8-2260,20-22 3884,1-7 0,16 0 0,9-1 0</inkml:trace>
  <inkml:trace contextRef="#ctx0" brushRef="#br0" timeOffset="12124">13090 2292 22979,'4'7'2700,"-1"-2"-1770,-3-5 419,0 0-1192,43 30-28,-26-26-90,32 21 34,-35-43-11,0-19-62,0-9 11,-7 15 0,0 0 73,2-21 0,-4 10-21,-2 17-63,-6 8 0,-6 14 0,-8 6 0,-7 11 0,-3 13 0,1 10 0,3 10 0,7 6 0,7 2-226,12-1 226,11-2 0,2-14-63,23 6-111,-12-26 135,13-1 45,-12-28 22,-4-15-6,-6-5 28,-6-2 1,-1-2 27,5-16-92,-5 14 0,0 0 14,7-10 0,-2 12 0,0 14 0,0 11 0,2 12 0,4 14 0,3 15 0,-1 14 0,-3 8 0,-7 2 0,-6-6 0,-6-10 295,-1-12-295,-1-11 0,1-9 0,4-13 0,6-9 0,9-14 0,-2 3 0,19-19 0,-10 15 0,14-11 0,-11 17 0,-4 10 0,-6 9 0,-3 11 0,-1 7 0,-1 8 0,2 0 0,3 0 0,5-5 0,11-5 0,11-6 0,5-5 0,-12-5 0,3-20 0,-21-8 0,-7 4 0,-2-3-554,-4-3 1,-2-4 553,-1-8 0,-1-1 0,-2 8 0,-1-2-106,-1 0 1,0-3-1,0 3 106,-1 3 0,0 2 0,-1-14 0,0 3 0,-3 0 0,-1 19 0,1 15 0,1 10 0,1 14 1068,-1 16-1068,-2 24 0,1-15 0,0 3-87,0 8 0,1 2 87,-1 5 0,2 1-575,3 3 0,4 1 575,4-1 0,5 0 0,6-2 0,4-1-317,4-4 0,4-3-604,-1-5 0,1-4-1354,-2-8 1,-1-3 2274,14 8 0,-18-20 0,-14-10 0</inkml:trace>
  <inkml:trace contextRef="#ctx0" brushRef="#br0" timeOffset="12657">14173 2182 23220,'-3'-3'3490,"0"1"-2802,3 2-671,68-59-615,-34 43 514,3-5 0,9-3 0,-3 7-428,-9 14 0,0 4 78,14-2 0,1 0-76,-12 1 0,-3 0 4,26 0 175,-7-3 270,-5-2 184,-8-6 235,-11-2 568,-17 1-80,-20 2 525,-12 6-777,-8 4-253,2 6-161,4 3-85,8 5-17,7 3-33,7 1-11,10 2-12,12 0-16,13-3 5,10-4-11,4-5 28,-2-6 5,-7-9 12,-11-7 73,-12-8 33,-9-3 67,-9-2 62,-7 1-267,-7 4-13,-6 6 0,-5 7 0,-3 6 0,-1 10 0,1 8 0,0 11 0,5 10 0,8 9 0,8 7 0,18 3-354,14 0-254,-5-27 1,5-2-953,5-1 1,4-2-1791,8-1 1,1-2 2725,0-5 1,-2-1-1,15 1 1,-22-8-1</inkml:trace>
  <inkml:trace contextRef="#ctx0" brushRef="#br0" timeOffset="13024">15682 2332 24934,'12'-50'922,"-1"0"0,1 7 1,-7 8-671,-17 16-79,-12 17-72,-15 17-34,-8 15-59,20-3 1,1 2-37,-7 13 39,16-12 1,4-1-12,7 7-17,5 3 17,13-11-28,18-17 11,-4-10 28,20-23-5,-11-13-528,-12 7 1,-1-4 526,1-8 1,-2-4 2,1-9 1,-1-5 17,-8 15 0,1-1 0,-2-2-8,0 0 1,-1-1 0,-1 1 16,-1 2 1,-2 1-1,0 1 19,0-12 0,-2 5-54,-2 11 0,-1 4 0,1-9 0,-2 23 0,-1 15 0,2 20 0,1 20 0,-1-5 0,0 4-304,-1 10 1,1 5 303,-1 1 0,1 5 0,-1-3-231,1 6 0,-1 2 231,1-14 0,-1 3 0,1 2 0,-1-1-3277,0 14 0,0-1 0,-1-2 2499,1-13 0,-1-2 1,0 0-1,1 4 1,-1-2-1,-1-11 1,0-13-1</inkml:trace>
  <inkml:trace contextRef="#ctx0" brushRef="#br0" timeOffset="13857">17693 2651 22771,'7'-55'788,"1"1"1,-1-1-1,2-4 1,-3 5-515,-3 6 1,-3 7 342,-4 7-281,-5 3-204,-4 21-88,-7 21 29,-8 17-56,1 5 0,7-6 0,-1 1-235,-11 22 209,14-20 1,2 2 57,3 0 0,4-1-32,5 12-11,9-10 55,17-19 23,11-19-22,6-10 39,11-17-68,-17-1 129,2-13 29,-14 10-112,0-6-79,-11 17 0,-5 8 0,-7 17 0,-1 11 0,-2 2 285,0 35-285,5-4 0,3-11 0,2 1 0,14 23-469,15-7 469,-1-15 0,17-6 0,-6-18 0,17-16 0,-12-16-404,-23 2 0,-3-4 404,4-15 0,-12 10 0,-2-3-235,0-4 0,-2-1 235,1 0 0,-1 1 119,0-4 1,-1 2-120,2-7 0,-6 18 0,-2 10 0,-2 12 787,0 4-787,2 10 527,6 16-527,10 17 0,2 2-83,-4-12 0,1 3 83,7 6 0,2 2-700,0 1 0,0 2 700,6 8 0,-3-1 0,-11-10 0,-4-4-89,2 20-225,-40-1-4602,-11-36 1,-6-4 4191,-15 12 1,18-18-1,6-3 1,16-7 0</inkml:trace>
  <inkml:trace contextRef="#ctx0" brushRef="#br0" timeOffset="17770">20810 2592 20851,'0'-50'1326,"0"-1"0,-1 0 0,3 3 0,-3 3-1217,-9 2 1,-7 8 203,-12 14-139,-7 9-135,0 2 23,-20 27-57,27-3 9,-3 12 0,0 7 9,-3 18-26,11-12 0,1 1-3,-1 16-5,13-16 0,5-1-6,12 10 14,1-15 1,4-2 2,27 6 22,9-15 17,-7-13 129,17-29-53,-32-1 0,-1-2-76,1 0 0,-1-2-187,2-11 1,-3-3 343,3-20-95,-2 0 22,-11 19 0,-2 2-50,-2 4 134,5-15-156,-12 38-29,0 1 458,-3 28-486,-2 7 12,-1 25-12,2 4-420,2 6 426,8 2 17,8-5-34,9-6-5,9-8-70,4-11 92,3-14 28,-2-14 6,-1-17-12,-1-13-33,0-15-270,-18 14 0,0-1 286,1-4 1,-1-1-1392,1-3 0,-1 0 1386,13-20-417,-10 17 0,-1 2 445,4-4-218,4-10 190,-17 30 314,-6 8-314,-3 10 2809,1 0-2809,5 5 1348,8 4-1348,11 9 0,10 8 0,7 9 139,-8-4-139,3 12 0,-14 3 0,-4 1 0,-8 3 0,-9-16 0,-1-7-7,3-6 14,4-8-7,7-5-13,10-9 26,24-12-13,-12 0 0,-8 1 0,0-2 0,9-12 0,5-11 0,-12-5 0,-14-2 0,-11-9 0,-9 17 273,-6-9-273,0 19 0,1-5 0,3 4 0,5 6 0,0 8 0,8 6 0,-3 6 0,9 3 0,3 7 0,9 5 0,9 7 0,4 6 0,3 4 0,-4 6 0,-7 3 0,-10 1 0,-11 0 0,-6-1 0,-7-2-181,-1 0-507,2-3-1244,18 0 1164,-1-12-979,35-2-550,3-15 807,-18-1 0,1-2 860,1-2 0,0-2 526,-1-1 1,-2-2 425,-4-2 0,-1-4 1111,20-17 762,-11-12-268,-11-6-628,-7-4-380,-7 1-157,-6 6-202,-5 8-191,-7 11-167,-6 9-118,-8 9 657,-8 10-702,-8 10-11,-5 10-33,-3 13-5,4 3 10,8 6-34,8-1 29,10-1-18,11-4-5,11-9 23,8-11 10,9-11 34,5-15-16,2-11-12,2-15 34,-1-10 33,-2-4 324,-5 2-139,-8 8-161,-10 13-102,-8 11 0,-4 8 0,-3 5 0,-2 9 0,-2 8 0,0 12 0,0 8 0,5 4 0,11-1 0,8-6 0,14-8 0,9-11 0,6-12 0,5-14 0,-1-11 0,-4-10 0,-9-5 0,-9 2-3392,-9-1 3392,-9 19 0,-7 7 0,-8 38 0,4 2 0,8 19 0,12-10 0,11-5 0,8-7 0,6-8 0,7-9 0,3-13 0,4-15 1372,-28 2 1,-2-4-1373,0-3 0,-2-2 0,-2-1 0,-2 0 0,15-21 0,-14 12 0,-11 13 0,-8 13 0,-6 15 0,-6 20 0,-9 28-117,5-13 1,-2 5 116,-2 11 0,-1 6-924,4-13 1,0 2 0,-1 2 923,3-9 0,-1 2 0,0 1 0,0 1-37,-2 5 1,0 1-1,0 2 1,-1 0-146,1-5 0,-1 3 0,-1-1 0,2-2 0,0-5 0,0 6 0,1-6 0,-1 0 0,1-3 0,-1 0 1,1 1-1</inkml:trace>
  <inkml:trace contextRef="#ctx0" brushRef="#br0" timeOffset="18541">25219 2592 25550,'20'-55'563,"-1"0"1,1 0-1,-2 4 1,0 3-1,-7 14-294,-9 19-234,-1 8-53,-5 35 12,-2 15-17,1-4 1,0 4-694,-1 0 1,2 1-41,1 3 0,1 1-2543,1 0 0,2-2 3299,2-5 0,0-4 0,2 9 0,-1-23 0</inkml:trace>
  <inkml:trace contextRef="#ctx0" brushRef="#br0" timeOffset="18716">25468 2138 24178,'-9'-55'509,"0"0"1,2 8 0,1 9-678,3 19-168,6 16-538,8 17-1675,8 19 2549,-4-5 0,0 1 0,2 5 0,-1 3 0</inkml:trace>
  <inkml:trace contextRef="#ctx0" brushRef="#br0" timeOffset="19049">25719 2370 28334,'43'24'50,"-5"7"-16,-26 27-29,-3-2-50,-3-7 90,-4-14 106,-2-14-54,1-18-97,3-18 0,5-14 0,11-16 0,10-8 0,-9 24 0,1 2 0,3 1 0,1 1-165,1 5 0,2 2 165,28-6 0,-1 14 0,2 15 0,-23 6 0,-2 2 0,12 11-1039,-16-3 0,-5 4 1039,-7 21 0,-3-15 0,-10-1 0</inkml:trace>
  <inkml:trace contextRef="#ctx0" brushRef="#br0" timeOffset="19532">27669 2733 26726,'-5'-54'543,"0"0"0,2 7 1,-1 8-449,2 20-72,1 14-18,8 23 1,6 26-9,-1-8 0,1 4-195,3 8 1,-1 5 146,-4-9 1,-1 4 0,-2-1-1772,-2 15 0,-4-1 1637,-2-2 0,-6-2-364,-15-4 1,-10-5-870,-3-12 1,-6-3-392,5-7 0,-2-1 0,-1-2 1491,-14 3 0,3-5 1,14-7-1,5-4 1,-4-2-1</inkml:trace>
  <inkml:trace contextRef="#ctx0" brushRef="#br0" timeOffset="19783">27951 2135 26349,'-28'-16'-4809,"1"0"1,-9 4 3679,57 49 0,-6-11 0,-5-10 1</inkml:trace>
  <inkml:trace contextRef="#ctx0" brushRef="#br0" timeOffset="20107">28602 2305 24458,'0'-6'2627,"0"0"-2034,0 6-464,-45-61-62,21 47-61,-4-16 0,-1 7 5,5 40 0,8 3 11,1 17-16,9 2-6,6-5 0,5 3 11,3-2 0,5 1-444,6 8 0,4 0 438,5-5 1,2-2 8,3 0 0,0-2-9,-5-7 1,-1-3 5,3 2 0,-2-2 17,1 5-11,-20-3 0,-36-11-17,-17-12-25,4-5 0,-4-3-555,-6-4 0,-2-2 62,0-2 0,0-2 1,10 4-1,5 0 0,-2-6 1</inkml:trace>
  <inkml:trace contextRef="#ctx0" brushRef="#br0" timeOffset="20392">29335 3014 28671,'30'-47'0,"0"1"0,-4 4 0,-5 11-920,-11 23 920,-8 12 0,-2-3 0,-2 5 0</inkml:trace>
  <inkml:trace contextRef="#ctx0" brushRef="#br0" timeOffset="24121">868 5382 24214,'39'-33'-7,"0"0"0,0 1 0,8-11 0,3 8-94,1 22 0,6 8 1,-3 2-2425,3-1 0,-1 1 2405,-11-1 1,1 1-1,-3 5-723,6 8 0,-12 7 871,-21 22-255,-18-8 0,-7 2 246,-7-7 1,-8-1 184,-15 6 1,-8 0 458,-6 0 1,-3-1-400,18-10 1,0-1 0,0 1 5,-5 1 1,0 0 0,3-1-70,-2 0 1,3-2-108,-14 9-173,25-11 2404,28-8-2342,26-9-78,30-10 22,-14 1 1,2-1-307,-5-1 1,1-1 333,16-4 1,-1-2 44,-12 2 0,0 0 14,6-3 0,-2-4 67,-8-3 0,-6-3 154,1-21-78,-22-1 1506,-35 1-1204,2 26 1,-1 0-90,-13-15-54,10 16 0,1 3 396,0-2-488,5 5-163,7 7-55,14 11-1,25 24-10,11 11-426,-6-5 0,2 4 344,0 1 1,0 3-231,0 5 1,-2 0-18,-7-7 1,-4 2-1443,-3 15 1,-6 2 1775,-7-13 0,-3-3 0,3 13 0,-4-32 0</inkml:trace>
  <inkml:trace contextRef="#ctx0" brushRef="#br0" timeOffset="25020">3230 5763 22453,'7'-63'1224,"0"0"1,0 7 0,-2 4-889,-1 14 0,0 3 90,0-14-180,-4 19-173,0 16-51,0 15 1,2 17-34,2 20 11,3 18 2,-4-23 1,0 3-355,0 1 0,0 0 366,-1 0 0,-1 0 2,0-3 1,-1-2 0,-4 21 67,-2-20 45,-3-16-17,0-21-67,-1-18-56,3-20 33,3-19-8,6 25 0,2-1 3,2-2 0,3 1 61,3 2 1,2 1-60,2 5 1,3 3-14,22-15-230,7 16 229,6 14-10,3 13-7,5 13 9,-32-1 1,0 2-4,-1 5 1,-2 2-1,-2 3 0,-3 1 14,-5 2 1,-2 1-14,2 26-1,-11-6 23,-7-12-6,-2-14 584,-2-12-567,1-17 232,2-14-243,4-18 5,7-14-5,7-7 6,7 1-12,3 11-6,0 16-10,-2 17 10,0 12-10,1 14 5,-3 1 11,1 10 0,0 1-16,0 0 10,1 3 1,-1 1 22,3 3-28,3 3-6,-7-11 1,1-7 38,-5-17 18,1-10-18,1-15 29,-5-11-1,-2-5-20,-1 3-41,-4 6 0,-2 10 0,-1 10 0,-2 7 0,1 10 0,2 6 0,4 10 0,3 8 0,3 6 0,-2-6-522,11 17-1069,-5-11 1591,12 17 0,-17-28 0,-1-4 0</inkml:trace>
  <inkml:trace contextRef="#ctx0" brushRef="#br0" timeOffset="25198">4530 5254 27672,'-38'-42'80,"0"-1"1,3 3-1,10 18-183,21 26-832,3 20-3294,4 13 4229,2 6 0,-2-12 0,1-12 0</inkml:trace>
  <inkml:trace contextRef="#ctx0" brushRef="#br0" timeOffset="25803">4821 5605 23122,'-8'-45'669,"0"0"1,0 0-1,-3-16 1,4 7-211,14 5-336,3 19-90,6 12 7,14 28-29,-11 3 551,19 29-557,-21-12 1,-1 3-3,-1 4 0,-1 0-253,-1 1 0,-2 1 250,-5 3 0,-3-1 0,-2-7 0,-2 0-3,0 5 0,-2-1 54,-6 21 408,-2-24-375,3-21 307,-1-21-307,5-18-11,2-21-31,7 4 0,3-3-1036,3 3 0,1 1 1000,1-3 0,4 3 8,5 3 0,3 5 160,21-9-174,-17 19 0,3 3 5,-3 4 1,2 5-1282,5 4 1,1 5 1275,11 3-124,-12 7 0,-1 4 90,11 17-61,-18-7 0,0 3-689,2 14 0,-3 5-2809,-4-2 0,-3 1 3439,1 7 1,-4-3-1,1 5 1,-9-22-1</inkml:trace>
  <inkml:trace contextRef="#ctx0" brushRef="#br0" timeOffset="26362">6441 5505 20028,'-3'-5'2974,"-3"-29"0,2-10-2257,6-8-742,-4-6 1,0-3 186,4 18 0,1 3-8,-2 7 0,0-1 39,-1-14 1,-1 3 28,0 2-99,0 8 0,-1 4-61,0 17-56,1 4 285,-1 17-279,-1 37-24,-1 16-618,-1-10 0,0 4 632,-1 7 1,-1-1-6,1-9 1,1 1 0,-1-9 0,0 1 0,1 0 5,0 17 0,0-1 2,1-2 1,0-1-195,3-1 1,1-4 205,6 3 61,1-26-50,-1-17-4,0-22-24,2-29 0,-3 3 417,-1-1 1,0-3-418,-3 7 0,0-1 0,1-8 0,1-2 0,-1 4 0,0 0 0,2 7 0,1 3 438,11-15-438,7 24 0,17 10 0,-3 13 0,5 6 0,2 4 0,-10 0 0,0 3-357,16 8 0,0 3 357,-12 0 0,-4 3-756,-2 2 0,-4 1 640,-8-6 1,-2 1-406,-1 5 1,-2 1-2476,7 25-3999,2-8 6995,-3-9 0,-9-29 0,-6-9 0</inkml:trace>
  <inkml:trace contextRef="#ctx0" brushRef="#br0" timeOffset="26696">7223 5639 18880,'2'-7'6278,"0"1"-5337,-2 6 101,0 0-992,-11-52-5,8 43-6,-4-38 0,12 54 34,19 2 0,3-5-39,19-6-12,0-7-5,-9-3 5,3-9 79,-11-6 0,-6-3 0,-7-6 5,-17 5-5,-9 3 33,-8 5-61,0 8 45,-11 6 22,-7 16-90,-3 5-11,-5 14-16,13 5-29,8 7-67,11 5-352,15 9-897,20 5-1335,-2-25 0,4-2 2657,1-2 0,0-2 0,12 7 0,-14-16 0</inkml:trace>
  <inkml:trace contextRef="#ctx0" brushRef="#br0" timeOffset="27496">8045 5629 25853,'-6'-55'774,"-1"1"1,0 5 0,-1 6-462,-9 5-167,-7 16-111,-10 16-35,-11 21 0,-7 17-417,23-9 0,2 4 417,0 2 0,3 3 0,3 8 0,4 0 0,-3 15 0,16-19 0,7-2 0,16 1 270,16 1-270,14-15 0,8-17 0,3-19-245,-31 1 0,0-4 245,-2-4 0,-2-4 0,-2-3 0,-3-1 0,9-20-166,-14 12 0,-2-1 166,0-8 384,0-13-384,-9 29 0,-3 13 0,-2 11 632,-3 14-632,-4 12 0,-4 17 0,-2 16-182,8-20 1,0 2 181,2 3 0,1 1 0,4 3 0,2 1-199,5 2 0,5 0-560,6 1 0,5-2-213,8-2 0,6-3 171,5-5 1,4-5 450,2-8 0,1-5 313,-3-6 1,-1-7 122,-7-5 1,-4-6 1022,15-19 222,-22-14-227,-13-9-247,-9-4-141,-2 7-167,-2 11-441,-5 17 602,-3 18-710,-6 25 0,-3 27-190,6-12 0,2 4 190,0 10 0,2 3-530,2-13 1,1 0 0,1 1 529,3 3 0,1 0 0,2 0 0,1 1 0,0-1 0,2-1 0,2-2 0,0 0 0,1-2-54,5 14 0,0-3 54,-4-13 0,-1-3 0,3 6 0,-13-33 0,-13-31 0,-13-29 0,6 12 0,-1-5-295,-3-9 1,0-4 294,7 13 0,0-1 0,2-1 37,1-4 0,1-1 0,2-1-37,1-2 0,2 0 0,2-1-404,2 0 0,2 0 1,2 0 403,3 2 0,2 1 0,2 0 0,1 3 0,3 1 0,1 2-208,3 4 1,1 2 0,2 2 207,9-11 0,4 5 234,0 10 0,2 7-234,-1 8 0,2 8 452,-2 9 1,0 7-453,0 8 0,-1 4 0,15 20 0,-19 2 0,-6 6 0,-12-11 0,-6 1 0,-2 16 0,-9 1 318,-14-8 1,-9-5-319,-11 0 0,-6-5-430,10-13 1,-1-2-1,-1-2-778,-2-3 0,0-3 0,0-1 1026,-12 1 0,4-3 1,-13-3-1,32-5 1</inkml:trace>
  <inkml:trace contextRef="#ctx0" brushRef="#br0" timeOffset="28302">10402 5338 23831,'-43'-1'982,"-1"1"0,3-2 0,8 1-781,18 0-145,11-1-11,28 2-40,13 0 1,6 0-12,-10 0 1,4 0-739,6 0 0,6 0 0,-3 0 705,7 2 0,-1 0-14,-10 1 1,1-1 0,-1 2 188,11 1 0,-5 4-290,-11 3 0,-6 2 143,-4 5 45,-44 11-12,-34-8 17,14-7 0,-4 1-272,-2 0 0,-1 0 320,1-1 0,2 1 5,6-3 1,2 1 58,-12 5-106,24-10 1633,26-4-1588,23-6-1649,8-3 0,3-2 1559,21-1-3,-9-2 0,1-2-187,-17 3 0,-1-1 176,6-2 0,-1-2 25,-7 0 0,-3-3 461,9-18-393,-27-28-23,-14 16-131,-7 6 1,-5 1 326,-16-14-62,11 22 0,-1 1 45,1 4 1,0 2 2858,-11-16-3094,12 11 505,9 9-505,11 10 0,4 7 0,16 16-1464,3 8 1,1 3 1463,15 17 0,-6-1 0,-2 4-265,-14-9 0,-4 2 265,2 11 0,-7 4-365,-15-6 1,-7 4 0,-6-1 364,-6 1 0,-4 0 0,-1-3 0,8-9 0,0-1 0,-1-4 0,-11 5 0,-1 0 0</inkml:trace>
  <inkml:trace contextRef="#ctx0" brushRef="#br0" timeOffset="29008">13752 5410 22419,'-13'-51'936,"0"1"1,0 0 0,5 0 0,-4 9-847,-39 6 95,18 76-90,15-7 0,2 5-1301,-5 17 0,2 7 1209,6-12 1,2 3 0,1-2-350,2-6 1,0-1 0,1 5 338,0-3 0,1 6 0,0 2 1,0-1-1,2-3-369,-1 0 1,2-3-1,-1 1 1,1 3 221,-1 4 1,0 4-1,0 1 1,1 0 0,1-3-303,1 3 1,1-1 0,0-2 0,0 0-677,0-2 0,1-1 0,-1-1 0,-2 0 1132,-3-1 0,-1 0 0,-1-2 0,1-5 0,3 11 0,-3-6 0,-8-11 0,0 0 0</inkml:trace>
  <inkml:trace contextRef="#ctx0" brushRef="#br0" timeOffset="29282">13135 7330 14143,'-17'-54'976,"0"0"0,0 0 0,0 0 1,5 1-1,1 1 0,3 0 1,7 2-828,10-7 0,8 3 1,4 1-1131,2 1 1,3 2-1,1 2 994,-5 11 0,0 2 0,4 0-2,14-8 1,5 0-1,-1 5-6,6 0 0,2 2-37,-3 2 0,3-2 0,-1 1-13,-8 8 1,-1 1-1,-1-1 17,0-1 0,-2 0 0,0 0 31,-3 0 1,-2-1 0,-1 0 435,10-12 0,-4 0-251,-8 5 0,-4 2 506,3-20 579,-18 17-472,-16 11 2028,-4 7-2325,-3 6 1424,3 4-1738,3 5 374,3 3-553,0 12-11,-1 10-22,2 18-79,0 11-336,5 9-1382,2 2-4074,2-1 5893,-2-14 0,-4-18 0,-1-15 0</inkml:trace>
  <inkml:trace contextRef="#ctx0" brushRef="#br0" timeOffset="29449">14239 5391 24228,'-3'-5'2806,"1"1"-3343,2 4-2258,-25-7 2795,21 21 0,-20-17 0,26 19 0</inkml:trace>
  <inkml:trace contextRef="#ctx0" brushRef="#br0" timeOffset="29792">14550 5521 28636,'47'9'-17,"-5"13"0,-28 6 1,-5 5-276,0 1 1,-4-1 265,-5 1 1,-3-1 159,-12 25-101,-11-16 74,-3-20 71,2-24-178,7-19 0,9-32 0,8 11 0,7 8 0,4-1 0,12-10 0,9-8 0,6 9 0,5 13 0,8 13-2454,7 9 2116,-4 9 0,-19 0 0,-14 2 0</inkml:trace>
  <inkml:trace contextRef="#ctx0" brushRef="#br0" timeOffset="30326">15258 5592 19725,'1'-9'2924,"1"-24"0,-1-5-1972,-7 5-658,3-8 0,-3 1 159,-13 11-156,-3 9-179,4 9-62,4 7-39,7 11-1,4 10 1,10 14-6,8 14 23,13 9-20,-10-23 0,1 1-301,2 1 0,1-1 270,0 1 0,-1-1-28,-1 0 1,-3-1-215,7 26-251,-17-7-515,-25-8-835,-19-11-3623,-17-13 5483,3-8 0,18-8 0,15-2 0</inkml:trace>
  <inkml:trace contextRef="#ctx0" brushRef="#br0" timeOffset="30494">15141 5542 26049,'16'13'-387,"-4"11"-1478,-16 32-1680,2-8 3545,4 3 0,-1-32 0,2 0 0</inkml:trace>
  <inkml:trace contextRef="#ctx0" brushRef="#br0" timeOffset="30798">15772 5788 26754,'6'-50'265,"-1"-1"1,1 1-1,0 1 1,0 1 0,-1 2-208,2-3 1,0 1-1106,2-5 1,1-1 1107,1-2 1,0 0 25,0 2 0,0 2 181,-3 9 0,-1 2-268,1-16 403,-8 28-403,-4 20 0,-8 23 0,-9 21 0,7-6 0,-1 5 0,-1 8 0,1 3-162,1 7 0,2 2 162,2 4 0,3 1 0,3 2 0,3 0 0,4 1 0,4 0-32,3-1 1,4 0-524,4-2 1,4-1-832,3-4 1,4-4 1385,4-5 0,0-5 0,6 5 0,-4-17 0</inkml:trace>
  <inkml:trace contextRef="#ctx0" brushRef="#br0" timeOffset="30948">15787 5501 26189,'1'-42'-228,"1"0"0,5 2 1,10 8-1272,16 19 1,7 6 428,-1-2 1,-1 1 0,18-3 0,-22 6 0</inkml:trace>
  <inkml:trace contextRef="#ctx0" brushRef="#br0" timeOffset="31959">17830 5183 20543,'5'-3'4643,"-1"2"-3623,-4 1-80,41-70-727,-30 45-9,11-19 1,-6 2-138,-19 28 0,-11-6-33,-9 16-6,-26 16-28,11 0-1693,1 11 0,1 3 1693,3 3-9,5 2 1,1 2-15,3 14 3,13-12 1,4 1 2,10 19 34,20-2-11,18-26 5,-3-14-28,10-7 56,-9-14-33,-4-3 0,-7-9 5,-18 5 6,-6 0-45,-5 8 3420,-7 3-3353,-11 13-39,-27 24 2,22-11 1,0 2-212,-2 0 0,0 2 214,1 5 1,2 2-9,4 2 1,3 0 4,1 0 1,4 0 3,6 4 0,6-3-6,14 5-34,34-2-5,-20-27 0,4-4-113,21 2 1,3-5-73,-7-6 0,0-4-1181,8-5 0,-3-3 1217,-20 1 1,-3-3-239,3-7 0,-3-2-98,-8 1 0,-3-2-14,7-14 1,-3-2 512,-7 8 0,-4 0 134,0-2 0,-6 3 379,-12 1 558,-10 15-649,-5 10 2570,-5 4-2457,10 2 134,0 1-168,8 0-90,5-1-251,2 1 150,4-1-178,3 1-46,4 2-10,1 3-18,-1 2-10,-1-1 122,4 0-27,-2-5-55,9-8-63,1-8 0,5-15 0,-5 1 0,6-21 0,-5-5-1245,-6 2 1,-1-3 1244,-5 15 0,0-3 0,2-12 0,0-7 0,-1 7 0,-4 13 0,-1 0 0,2-17 0,1-7 0,-3 9 0,-3 20 0,-2 3 0,1-31 0,-3 5 0,-4 17 0,-2-4 0,1 34 0,-1 14 0,2 9 0,-12 48 0,5-13-448,1-1 0,-1 8 0,1-1 448,0 8 0,1 1 0,2-13 0,-1 2 0,1 0 0,2 1 0,1 1 0,1 0 0,0 0 0,2-1 0,0 1-309,1 0 1,1 0 0,1 0-420,0 5 0,1 0 0,2-4-3118,7 5 1,1-5 3845,0-10 0,1-5 0,6 8 0,-7-27 0</inkml:trace>
  <inkml:trace contextRef="#ctx0" brushRef="#br0" timeOffset="32865">19015 5217 24575,'-5'-1'1210,"-27"3"0,-5 1-1064,13 2-51,-17 2 0,4 4 6,25 4 0,8 7-45,13-9 84,27 0-67,-2-11 11,19-8 5,-7-12 29,-2-15-1,-5-11-10,-8-5-51,-13 8 78,-7-15-67,-13 25-11,-7-11-15,-10 25-41,-6 8 0,-5 14 0,-3 14 0,-1 16 0,1 16-120,18-20 0,3 1 120,1 4 0,3 0-6,2 0 0,3 0-25,5-1 0,3-1-92,3-3 0,4-1-191,5-3 0,3-2-148,3-3 0,3-3-411,31 8 463,-26-18 1,1-4-212,29-10 414,-3-14 212,-6-16 51,-28 13 0,-1-3 56,-2-4 0,-2 0 73,12-21 280,-11 13 0,-1-1 241,3-6-429,-8 13 0,1 3 93,2-2-196,-5 12-124,-2 10-22,-2 10-11,1 11 5,-1 11 218,-1 14-240,-2 9 6,-4 2-18,-3-3 24,-1-8 49,-2-12 96,2-11 50,1-9-123,1-13-45,3-7-16,1-4 16,7-22 11,0 5-5,7-16-11,1 11 5,0 8-17,0 13-22,-2 10-5,-1 7-6,0 8 5,2 7-28,3 9 34,-4-2 23,7 17-18,-9-12 12,5 9-17,-8-15 39,-3-8 68,-1-6-33,0-10-74,4-6 0,4-13 0,7-9 0,10-10 0,9-2-207,-17 23 1,1 1 206,2 3 0,1 2 0,26-6 0,-7 12 0,-11 10 0,-9 10 0,-8 6-102,-7 8-211,-2 2 14,-1 5-1207,5 4-1250,11 2 2756,14 1 0,-15-17 0,0-5 0</inkml:trace>
  <inkml:trace contextRef="#ctx0" brushRef="#br0" timeOffset="33775">20627 5299 28065,'5'-38'95,"6"6"-84,12 31 0,9-2 6,7-4-22,3-5 5,-5-8 16,-6-8 12,-8-11 12,-8-9 16,-6 0 33,-6 3 12,-8 11-23,-5 11-9,-4 8-69,-2 7 0,-1 7 0,-2 11 0,-1 10 0,0 15 0,2 11 0,6 6 0,6 1 0,16-3-57,14-5-123,17-7-72,10-9 12,3-14 83,0-13 123,-7-16 68,2-24-29,-19 7 31,-11 5 1,-2-2 81,1-8-45,-1-1 190,-2-3-101,-7 22-61,-1-2-67,-4 15-23,-1 7-6,3 8-49,4 11 10,1 11 45,1 9-28,-2 4-5,-4 0 28,0-4-12,-1-9 17,0-11 73,5-11-56,-3-10-4,9-13-24,3-10 0,10-14 0,8-8-319,4-3 319,0 2 0,-5 10 0,-9 12 0,-11 12 0,-5 10 0,-3 12 0,1 9 0,5 13 319,-3-7-319,5 4 0,-2-14 0,9-3 0,8-6 0,20-21 0,0-8-481,2-8 481,-25 7 0,-1-3 0,-1 0 0,-1-3 0,8-12 0,-1-4-579,1-4 1,-1-2 578,-1-2 0,-3-1 0,-3 1 0,-3 1 0,-4 6 0,-4 2 0,-5 7 0,-2 3 0,0-17 0,-9 20 0,1 17 0,-6 10 0,-4 17 423,-9 15-423,-6 22-1089,11-8 1,0 2 1088,5-11 0,2 1 0,-1 17 0,5 1-284,8-15 0,4 0 284,3 11 0,4 0 0,5-1 0,4 0-886,7 4 1,1-3-2980,-6-11 1,1-3 3589,-1-3 0,-2-3 0,-4-8 1,-10-13-1</inkml:trace>
  <inkml:trace contextRef="#ctx0" brushRef="#br0" timeOffset="33926">21680 4774 26384,'48'-24'-1062,"0"-1"1,-1 1 0,1 0-1,0-3 1,-3 1 0,2 6 1061,2 8 0,2 5 0,-10 3 0,6-3 0,-1 1 0</inkml:trace>
  <inkml:trace contextRef="#ctx0" brushRef="#br0" timeOffset="34316">24106 4877 23646,'4'-8'3775,"-1"2"-3344,8-23 0,1-3-196,-7 15-204,9-16 0,-5 5-37,-10 26 12,-4 10-23,-5 6-3464,-6 22 3385,4-8-1313,-1 30 451,10-31-4397,6 24 5355,1-25 0,2-5 0,-2-10 0</inkml:trace>
  <inkml:trace contextRef="#ctx0" brushRef="#br0" timeOffset="34482">24348 4608 24497,'-9'-59'769,"1"1"0,4 17 1,0 6-793,-7-12-156,11 41-11,2 6-2101,16 28-432,-3-5 1660,13 24 0,-17-31 1,0 1-1</inkml:trace>
  <inkml:trace contextRef="#ctx0" brushRef="#br0" timeOffset="34893">24749 4685 26194,'11'-54'537,"0"-1"1,-3 10 0,0 7-291,4 13-242,-8 17-10,3 11 27,-3 20-16,6 20-12,3 16 6,-5-26 0,2 0-20,2 1 1,3-1-537,3 0 1,2-2 420,17 16-162,1-16 1,2-2-214,11 5 146,-18-14 0,-4-1 275,-12-4-23,-41-17 22,-24-12 76,14 1 0,0-2-87,0-4 1,1-2 111,4-2 0,2-1 977,-9-15-781,7-13 79,18 26 67,0-5-85,9 23-167,0 5 162,1 4-123,-4 12-56,-2 7-45,-7 18-28,-7 7-240,-9 8-376,3-8-74,7-12 1,1-3 0,5-7-1,-6 11 1</inkml:trace>
  <inkml:trace contextRef="#ctx0" brushRef="#br0" timeOffset="35449">26691 4582 21909,'4'-1'4190,"-1"0"-3868,4-31 0,-3-10 132,-9 4-309,6-10 1,-4 3 39,-20 13-107,-4 12-44,-1 11-1,-4 12-27,3 13-12,3 13-5,8 11-22,8 6 27,19 3-383,21 2 383,-3-24 1,5-1-576,9 2 0,4-2 569,7 3 1,2-2-23,0 1 1,-2-1-232,-6-3 0,-6 1 164,7 13 67,-53-12 34,-51-13 17,8-10 0,-4-4-171,12-1 0,-2-2 0,0-1 161,-1 0 1,1-2-1,1 0 13,-16-7 0,4-1-18,10 1 1,5-2 834,-13-10-1907,27 4-2104,27 7 3174,12 3 0,0 6 0,-2 3 0</inkml:trace>
  <inkml:trace contextRef="#ctx0" brushRef="#br0" timeOffset="36867">27443 4560 28423,'-34'28'51,"11"9"-43,22-7 0,5 3-5,0-1 0,-1-1-25,0 27 22,-3-10 28,-5-14 67,0-14-21,-3-12-74,0-15 0,1-11 0,1-15 0,3-14 0,10-12-274,-1 24 1,2 0 273,2-1 0,3 0 0,3-3 0,0 2 0,7-10 0,7-3 0,-11 32 0,8 1 0,6 11 0,8 15 0,5 15 0,-1 17-214,-24-16 1,-2 2 213,-4 1 0,-2 1 0,5 28 523,-9-7-523,-8-10 0,-5-12 0,-1-13 0,-2-10 0,0-14 0,2-18 0,3 1 0,8-23 0,8 11 0,10-9 0,6 7 0,9 8 0,-10 15 451,11 7-451,-10 13 0,11 7 0,4 9 0,-13-1 0,-1 1-231,13 9-158,-11-5 0,-1 1-754,10 8 243,-17-13 0,1 0-1082,21 12-707,6-10 2258,-20-10 274,7-12 588,-23-9 600,3-10 509,-3-8-5,0-4-421,0-4-81,-1 1-322,-3 2-128,-6 4-231,-2 7-156,-12 8-145,-5 8-40,-5 8 17,-10 10-3375,-8 13 3364,7-4-40,-8 14 23,21-13 6,3 4-1,7-4 29,11-5 5,8-6 3409,13-5-3330,18-12-85,-12 0 79,14-16 41,-22 0-153,2-8 0,-6 1 0,-6 4 0,-7 11 0,-4 5 0,-3 8 0,-2 12 0,0 5 0,-1 14 0,0 5 0,2-6 0,-1 3 0,8-10 0,13 6 0,11-13 0,5-2 0,12-18 0,-6-9 0,13-13-339,-29 8 0,0-4 339,0-3 0,-1-5 0,6-19 0,-3-3 0,-8 15 0,-1-1-343,-2-4 1,0-4 0,-2 3 342,-1-4 0,-2 2 0,1-10 0,-1 0 0,-4 9 0,-2 3 0,-3 9 0,-3 4 0,-2-3 0,-3 15 0,-4 22 605,-6 13-605,-19 38 0,16-22 0,1 4-493,-5 16 1,2 0 492,6-12 0,3 1 0,-1 13 0,3 0-351,4-10 1,2 0 350,1 8 0,4 2 0,8 4 0,6-3 0,1-11 0,3-4 0,1-2 0,4-4 0,4-8 0,3-7-338,25-2 338,-19-10 0,2-6 0,9-12 0,-1-6 0,-15 5 0,0-5 0,2-10 0,2-8 0,-6 2 0,-9 6 0,-2-3-329,6-9 1,2-7 0,-4 1 328,1-7 0,-3-3 0,-5 11 0,0-5 0,0 0 0,-2 4 0,4-12 0,-1 1 0,-4 5 0,-1-3 0,-3 11 1568,-3 1-1568,-1-13 724,-4 28-724,-2 3 400,0 13-400,-4 19 1417,-1 7-1417,-4 18 0,-1 6-213,-3 11 213,2 2 0,-3 11 0,2-3-1447,2-2 1,2-1 1446,-1-4 0,0 3 0,2-5 0,1 2 0,2-2-1469,2 0 0,2 0 1469,3 8 0,1-2 0,-3-16 0,0-2 0,3-5 0,1 0 0</inkml:trace>
  <inkml:trace contextRef="#ctx0" brushRef="#br0" timeOffset="37633">30064 4705 27614,'38'-22'93,"-1"1"1,1-1 0,15-9 0,-6 2-21,-3-7-12,1-7 55,-11 6-88,-14 7 0,-2-1 17,-4-4-17,1-12-23,-25 28 34,-13 12-28,-14 12 45,3 2-22,-22 22-62,20 0-85,10-8 1,2 3 118,-6 18-6,11 5 11,10-1-11,18 2 11,15-1-523,20-3 506,-16-23 1,3-3 5,2-2 0,1-2-121,0-4 1,1-3 126,26-6-1,-11-15 29,-13-14 16,-11-14-10,-9-11-29,-6 8 6,-5 6 1,-1 0-18,5-13 0,-4 16 0,0-1 0,4-11 197,-2 10-197,-3 13 0,0 9 0,-3 10 510,-1 5-510,0 17 259,0 16-259,2 24 0,0-3 0,3-5 0,0 0-390,0-13 0,1-1 390,3 16 0,0 0 0,0-12 0,-2-3 0,4 27 0,-7-16 0,-13-15-136,-11-15-788,-10-13-1181,-9-16 2105,-7-14 0,19 10 0,3-3 0</inkml:trace>
  <inkml:trace contextRef="#ctx0" brushRef="#br0" timeOffset="38016">31117 4767 24967,'1'-5'2599,"0"1"-2423,16-33 1,6-9-1355,6-5 1211,-9 11 1,3-6 0,-1 3-518,2-1 0,-1 0 512,2-11 0,1-2-15,-8 15 0,-1-3 0,0 1-2,0-3 0,-1-1 1,-2 1 16,-1 2 0,-2 0 0,-1 3 28,1-14 0,-3 5 196,-6 12 1,-3 4-253,-11-8 0,-7 22 0,-5 15 615,-2 16-615,-1 17 0,10 6 0,2 3 0,-6 22 34,8-4 0,2 3-34,6-10 0,1 2 0,1-7 0,1 2 0,1 1 0,2 1 0,1 0 0,1 0 0,2-1 0,1 1 0,2-1-389,2-1 1,1-1 0,2-1 376,8 18 1,3-2-244,2-4 0,1-3-407,-1-6 1,1-3-328,-5-10 0,0-4-7367,5 2 8356,-15-26 0,-10-7 0,-4-5 0</inkml:trace>
  <inkml:trace contextRef="#ctx0" brushRef="#br0" timeOffset="38183">31058 4300 27196,'46'-20'24,"1"1"1,-1 0 0,-1 1 0,1 1-1,-2 6-257,12 8 1,-1 5-3083,-3 0 1,-2 1 3314,-9 0 0,-4 0 0,8 2 0,-25-1 0</inkml:trace>
  <inkml:trace contextRef="#ctx0" brushRef="#br0" timeOffset="40741">712 8444 24839,'3'-51'95,"19"4"-151,29 24-194,1 5 1,2 2-642,-23 8 0,0 0 121,29-5 0,0 3-3907,-22 10 1,-4 3 172,21 3 4208,-18 15 1,-36-11 0,-1 2 0</inkml:trace>
  <inkml:trace contextRef="#ctx0" brushRef="#br0" timeOffset="41058">790 8618 17361,'-36'28'1120,"0"0"0,-1 0 1,-9 8-1,5-4-761,-1 4 151,20-10-208,23-18-128,5 1 128,47-22-288,-21 1 0,4-2-1184,19-8 0,5-5 1162,-20 8 1,1-2-1,0 0 2,1-1 1,0-1 0,-1-1 31,-3 1 0,-1-1 0,-2 0 58,9-9 0,-6-3 31,-11 2 0,-8-2-60,-12-1 0,-9 0 146,-9-1 1,-6 1 92,-8 1 0,-3 2-148,-3 3 1,-1 4 133,3 5 0,0 3 140,-15-4-213,18 11-179,15 8 2133,9 5-2173,14 11 12,16 15-6,-5-4 1,3 2-856,8 7 1,0 2 849,-4-5 0,0 2-68,8 12 1,-4 5-504,-15-11 1,-4 4 0,-2 1 69,1 2 0,-3 1 1,-3 2-994,-4 10 0,-4 3 1,-4-4 1172,-3-11 0,-3-2 1,0-4-1,-2 4 0,-1-6 1,-5 7-1</inkml:trace>
  <inkml:trace contextRef="#ctx0" brushRef="#br0" timeOffset="42134">2835 8809 23174,'12'-56'652,"0"0"1,0 1 0,3-5 0,-4 4-443,-6 10 0,-2 7 42,-1 9 13,-2 4-254,1 20 48,0 44-42,0 8-15,-1-5 1,0 3-9,-2-4 1,-2 0-6,-3 9 0,-1-2-154,2-14 1,-1-1 181,-4 8 0,-1-4 28,-2-3 142,0-4-86,3-21-73,6-26 11,5-22-25,5 9 0,2-4-466,3-8 0,3-3 474,3-4 1,3-1-7,2 0 1,1 1 14,1 4 0,0 4-15,0 7 1,0 3-28,18-10 322,-5 19-344,-6 17 10,5 22 23,-12 1-11,12 26 17,-14-2-12,0 2 23,-7-8 0,-2 0-17,0 16-6,-3-16 1,-2-1 5,-3 4 162,-1-9 854,-3-23-943,0-10-40,-2-17 6,2-17 6,8-12-6,11-7-418,-2 27 1,3 1 375,4 1 0,3 3-5,2 3 0,1 3-9,1 3 0,0 4 28,18-1-53,-12 11 0,0 4-75,15 11 47,-14-3 0,-1 3-101,-8 2 0,-2 3-344,3 5 0,-1 0 28,10 8-169,-12-11 0,-1-2-492,10-4 268,9-3 499,-5-15 482,-6-11 375,-5-13 275,-5-11 66,-1-6-111,-3-2-28,0 5 688,-7 11-1030,-5 14-104,-5 10-159,-16 27 0,-7 11-48,3-5 0,0 3-139,0 0 0,2 0 125,-7 25-34,10-9 18,15-12 10,7-12 7,7-12 49,5-14-22,3-12 325,0-13 5,-2-18-212,-10 13 157,-5-16-40,-6 21 12,-5-3-46,1 8-227,-2 9-13,2 8 0,1 6 0,7 18 0,3 5 0,3 10-690,5 24-1102,-6-8-3124,-4-13 1,0 0 3483,0 7 0,-2-15 1,-4-18-1</inkml:trace>
  <inkml:trace contextRef="#ctx0" brushRef="#br0" timeOffset="42975">5153 8344 19305,'1'-8'6026,"0"1"-5525,1-25 1,0-5 126,-1 12-430,1-14 1,-1 4-14,-2 26-151,-4 13-18,-7 16 18,-12 19-37,7-11 0,-3 3-420,-4 5 1,-3 2 332,-3 4 1,-1 0-200,-2 3 1,-2 0-949,0 2 1,-1-1 88,1-1 0,-1-1-79,3-2 0,2-4 1146,-8 6 585,14-21 1255,23-45 67,5-22-1221,-1 10 0,0-3-191,0-6 0,1-2-67,0-3 0,1 0 56,2-4 1,1 2-359,-2 16 0,0 3-45,3-4 0,1 6 1081,2 7-1081,11 6 287,-4 15-287,34 32 0,-21-5-364,3 4 0,2 3 364,-9-6 0,-1 2-104,8 8 0,0 2-1106,0 0 1,-2 2 1209,1 2 0,-3-2 0,5 5 0,-9-7 0</inkml:trace>
  <inkml:trace contextRef="#ctx0" brushRef="#br0" timeOffset="44333">5903 8580 23299,'8'-49'563,"0"0"1,1 0-1,-2-1 1,0-1-1,-1 0-379,-1 0 1,-2-1 0,0-2-916,-2 5 1,0-2-1,0 0 1,-1 2 881,-1-6 0,0 2 0,-1 0-26,0-3 0,0 1 1,0 7 470,-2 9 0,1 6-372,-3-8 389,5 35-585,7 19-11,0 12-3,6 18 1,0 5-15,-5-18 0,0 2 228,2 11 1,0 6-1,0-1-228,-2 6 0,-1 3 0,0 1 0,-1 5 0,-1-2-4,-1-7 0,-2-2 0,0 1-817,-2 7 1,-1 2 0,0-6 817,-1 0 0,-1-4 3,-2 0 0,1-4 11,1 1 24,2-10-35,11-50 0,7-27 0,3-16 0,-3 14 0,0 0 298,-1 3 1,1-2-299,2 1 0,2-3 0,0 3 929,6-10 1,2 3-930,4-3 0,1 5 0,-6 18 0,0 6 0,13-4 0,4 16 0,2 25 0,1 7-254,-19-3 0,-2 3 211,-4 0 1,-1 0-1419,-1 3 0,0 0 1120,11 16-423,-5-14 1,2-1-1035,14 4 575,-12-12 1,2-2-671,12-4 1490,-14-13 1156,-9-15 1544,-13-18-1395,-1 3 4297,-5-29-4325,-4 25-493,1-8 746,-3 16-718,-1 14-167,1 4-141,-5 21-17,5 5-22,-3 13-40,9-5-11,12-3 1,14-8 16,20-7-42,-16-10 0,2-3-399,5-3 0,0-2 402,-6 0 0,0-2 8,13-10 0,-3-3-170,4-14 190,-17 12 0,-4-3 33,-10-15 40,-24 3-51,-7 12 112,-35 1-95,18 18 28,-6 3 0,-3 4 0,-7 12-65,15-2 1,0 2-9,-3 10 1,5 13 10,17 9-16,5 6 5,17 12-6,17-8-145,-5-24 0,5 1-37,17 9 1,4-1-174,-12-11 1,3 0 194,4-2 0,5 1 1,0-5-527,11-3 1,2-5 653,-10-2 1,3-1 0,-1-4 28,0-3 0,-1-3 0,-2-2 31,16-6 1,-4-3-3,-17 0 0,-6-4 106,-4-9 0,-7-5 182,-5-29-235,-2 1 96,-16 24 0,-1 2-18,-4-4 1057,-3-2-1140,-6 16 1423,-9 13-1474,-11 20 0,-10 15-34,17-5 1,1 2 5,-16 18-3,15-5 0,2 2 3,1 15-197,8-16 1,2 1 179,4 17 11,12-8-38,6-10-12,10-15 44,6-16 1,5-19 34,1-14 426,-1-14-404,1-8-26,-16 21 1,0 0-182,0-2 1,1 0 161,0 1 0,0 1 0,14-20 0,-7 14 0,-10 13 0,-8 13 0,-5 16 0,-3 13 0,-3 17 347,-2 11-347,0 5-153,3 3-1147,13 0-913,14 2 342,-4-30 1,4-3 1870,9-1 0,0-4 0,5 4 0,0-10 0</inkml:trace>
  <inkml:trace contextRef="#ctx0" brushRef="#br0" timeOffset="44767">8615 8752 15648,'3'-8'8222,"-2"1"-7290,6-24 1,1-8 260,0-5-782,2-4 1,-1 0 176,-2 2-256,-4 17-332,-5 14 0,-5 23 0,-6 20 0,-6 26 0,9-16 0,0 2-468,-1 8 0,2 1 468,1 6 0,2 2-589,2 4 0,2 1 589,2-20 0,2 1 0,0-1 0,1 1 0,0 0 0,1-1 0,2 20 0,2-2 0,0-5 0,-1-3-74,0-8 0,0-4 74,4 14 0,-5-30 0,-7-35 0,-5-18 0,-2-6 0,-5-23-359,6 16 0,-1-11 0,0-1 1,2 7 358,0-3 0,2 1 0,-1-10 0,-1-6 0,2 4 0,3 15 0,1 2 0,2 0-99,0-1 1,2 0 0,1-2 98,1-8 0,2-1 0,2 1 0,1 5 0,3 1 0,2 3 0,0 4 0,3 3 0,2 1 0,10-10 0,5 5 0,-1 8 0,3 6-56,-2 8 1,2 4 55,-2 7 0,-1 4 0,-3 8 0,0 5 0,22 21 0,-30-6 0,-4 5 0,-3 5 0,-5 3 0,-3 3 0,-7 2 0,-8 0 0,-8 0 0,-8 0 0,-8-2-271,-11-2 1,-9-3 270,2-9 0,-5-1 0,3-3 433,-6 1 1,0-1-619,5-5 0,-4-2 1,7-2-670,10-4 0,5-3 1156,-29 0 0,34-3 0,23-6 0</inkml:trace>
  <inkml:trace contextRef="#ctx0" brushRef="#br0" timeOffset="45342">9648 8424 27488,'-41'2'428,"1"1"1,-16-4-412,78-16-34,23-5-56,-13 8 0,4 1-484,6 0 0,1 0 428,4 1 1,0 2 10,0 1 1,0 2-23,-5 1 0,-2 3-50,21 7-112,-27 10 201,-33 13 90,-27 7 36,2-14 0,-3-1-122,-6 1 1,-1-1 185,-5 1 1,-1-1-19,-1-1 1,0-1 93,2-2 1,1 0-4,5-4 1,2 0 117,-12 4-17,22-7-28,16-6-235,39-16-28,8 2-25,-5-1 0,2 0-1474,4-2 0,-1 1 1499,16-7 25,-23 6 1,-3-3 568,-4-12-504,-3-16 33,-16-11-200,-11 23 0,-4-1 166,-1 0 1,-3 1 13,0 3 1,-1 2 4,-11-16-80,10 22 3238,5 12-3238,5 11 0,14 21 0,-3-2 0,20 34 0,1 0-232,-10-16 1,1 3 231,-1 2 0,-2 3-144,-2 16 1,-4 1-204,-5-19 0,-5 1-1324,-6 0 1,-4 2 0,-4-4 1670,-6-4 0,-2-4 0,3-2 0,1-4 0,-9 5 0</inkml:trace>
  <inkml:trace contextRef="#ctx0" brushRef="#br0" timeOffset="48220">13229 8206 21528,'3'-57'885,"0"0"0,1 1 0,-2 2 0,0 2 1,-7 18-724,-11 25-84,-12 17-28,5 17 1,1 6-551,-11 22 502,8-1 1,2 6-640,9-9 0,2 1 637,1-5 0,1 2 0,0 2-512,1 3 0,1 2 0,0 0 469,-1 5 0,2 1 0,-1 1-459,2-12 0,0 0 0,0 0 1,-1 1 328,0 2 1,0 0-1,0 0 1,-1 0-3,0-1 0,0 0 0,0 0 0,-1-2-114,-2 10 0,0-1 0,0-4 337,-4 9 0,0-8 913,-8 3-838,8-62-532,9-28 1,4-11 441,2 9 1,1-3-3,2-6 1,2-4 0,2 1 331,7-9 0,3 0-356,-2 9 0,2-3 1,2 1-18,3 0 1,1 1 0,2 0-27,1 1 1,2 2 0,2 0-20,1 3 1,0 0 0,2 3-21,0 2 1,0 2-1,1 1-7,0 3 0,0 1 0,0 2 12,15-10 0,-1 2 42,-2 3 0,-2 2 372,-3 3 0,-3 0-286,-4 1 1,-3 0 56,-5 2 0,-2 0 305,14-19 712,-8 2-847,-16 19 3049,-3 2-3160,-11 18 1378,1 0-1456,-3 11 328,-2 4-391,-4 14 24,-2 7-63,1 7-55,3 5-119,2 3-654,4 1-1513,5-2 1499,4-3 0,-2-20 0,-1-7 0</inkml:trace>
  <inkml:trace contextRef="#ctx0" brushRef="#br0" timeOffset="48380">13965 7991 21976,'-19'-28'0,"1"4"0</inkml:trace>
  <inkml:trace contextRef="#ctx0" brushRef="#br0" timeOffset="48937">14226 8167 27970,'0'-39'72,"-1"-1"1,0-20-84,37 72-17,3 17 39,2 9-28,-13-4 1,-3 3-1079,-8-3 1,-4 1 1091,1-2 1,-6 1-1507,-15 5 0,-5-4 1497,-3-2 491,-7-5 1,-3-5-418,0-13 22,-6-11-22,21-20-1,9-5 761,17-16-816,14 1-4,-7 15 1,5-1 1305,11-5 1,2 2-1312,-3 4 0,-1 2-3,0 2 1,0 1 8,-5 3 0,-1 2 25,13-8-12,5-6 108,-12-5-29,-18 3-39,-8 1 12,-17 4-68,-7 9 0,-11 0 787,3 9-787,0 4 0,11 4 0,5 1 0,4 2 0,3 5 0,14 18 0,7 8 0,-3-6 0,1 1-351,12 15 351,-12-12 0,-1 2 0,-4 4 0,-4 1 0,-1-1 0,-3 2 0,-6 6 0,-8-2 0,-7-10 0,-6-3 0,-18 15-197,8-21 1,-3-4-2274,-27 3-7361,9-5 8421,12-10 1,28-8-1,9-2 1</inkml:trace>
  <inkml:trace contextRef="#ctx0" brushRef="#br0" timeOffset="49295">15301 8396 24889,'0'4'2157,"1"-2"-545,-1-2-1599,15-73-13,-3 28-772,0-10 0,1-2 772,1 3 0,-5 2 0,-1-4 0,-3 9 0,-1-1 0,-1 2 0,0-4 0,0 2 0,-1-14 0,-1 2 0,0 6 0,-2 4 0,0 14 0,0 3 353,-6-20-353,1 37 0,-2 3 0,1 28 0,0 17 0,3 5 0,2-4 0,3 4 0,6 12 0,3 2-304,-4-9 1,2 2 303,5 6 0,4 6 0,-1-5-198,0-3 1,1-1 197,-1-3 0,1 3 0,-1-2-740,3 8 1,-1-1-1151,-2-3 1,-2 0 1889,-3-4 0,-2-4 0,1 5 0,-7-14 0</inkml:trace>
  <inkml:trace contextRef="#ctx0" brushRef="#br0" timeOffset="49463">15230 8116 26810,'6'-48'429,"-1"0"1,2 4-1,6 8-356,30 8-62,-4 10-64,8 3 0,1 2-104,0 1-666,3 0 0,1-1-2666,5-1 2794,4-1 1,-25 5 0,-16 4 0</inkml:trace>
  <inkml:trace contextRef="#ctx0" brushRef="#br0" timeOffset="50696">17966 7898 19664,'2'-6'2562,"8"-25"0,2-6-1710,-6 2-539,6-6 1,-3-1 106,-14 7-185,-9 10-123,-15 10-28,-18 13-22,-14 15-45,26-1 0,0 3-324,-1 4 1,1 3 309,2 3 0,4 3 2,4 0 1,4 1-12,-6 29 1,21-8-1,23-8 6,19-10 17,19-10-299,6-10 316,-3-8 106,-8-12-79,-22 1 68,-9-8-28,-18 4 559,-8-1-655,-7 3 12,-12 4 17,-12 13-34,-10 10-130,20-2 0,0 2 132,-2 5 1,1 3-3,1 3 0,2 2 5,2 3 1,3 0-6,4 1 0,4 1-14,4-1 0,5-1-139,17 27 105,2-33 1,7-3-18,8-3 1,5-5-388,5-3 0,2-5 234,4-4 0,1-5-152,-2-6 0,0-4-143,-2-4 1,-2-4-216,-3-3 0,-2-4-337,-3-2 1,-2-2-219,-4-1 1,-1 0 397,-3 0 1,-2 1 531,12-20 1218,-14 13-53,-9 13 376,-9 12-455,-1 6 1586,0 4-1406,3 6-131,0 0 1312,3 5-1741,-2-6 275,-1 0-175,-2-5-145,3-2-45,2-4-33,4-5-62,5-5 28,5-4 6,7-6-29,2-5-5,3-7-45,-2-10-272,-15 18 0,-1-2 185,1-7 1,-2-4-942,1-9 1,-1-1 904,-3 8 0,0-2 0,-1-3 0,0-5 0,0 3-445,-2-2 1,0 0 444,-1 7 0,0-3 0,-1 4-83,-1 1 1,-2 4 82,-2-15 302,-2 24-302,-4 19 1645,-2 20-1645,-5 17 0,-4 25 0,6-12 0,-1 4-66,-1 11 0,1 3 66,4-13 0,1 2 0,0 0 0,0 3 0,1 0 0,4 6-172,4-4 0,2 5 1,3 3-1,0-2 1,2-3-1388,1-3 1,2-2-1,0-1 1,1 2 1212,2 10 1,1 4 0,1-3 0,0-10 0,6-1-1,-2-13 1,-2-8 0</inkml:trace>
  <inkml:trace contextRef="#ctx0" brushRef="#br0" timeOffset="51046">18886 8011 27398,'19'-42'45,"6"4"-5672,29 22 5639,-16 3 16,14-16 1397,-25 1-1402,0-13 10,-11-2 888,-9 3-837,-14 10 17,-9 9 22,-12 11 3421,-5 7-3388,1 9 7,3 7-46,5 9-44,1 20-73,8-7-22,2 26-1,11-14-33,9 12-344,6-24 0,5-2-836,2-6 1,3-2-2432,1-1 1,2-2 3666,24 7 0,-30-20 0,-1-1 0</inkml:trace>
  <inkml:trace contextRef="#ctx0" brushRef="#br0" timeOffset="53838">19402 7964 19921,'3'-9'2537,"9"-29"0,3-7-1461,-1 1-726,3-6 0,-2 2 165,-3 10-212,-5 17-219,-5 12-95,-1 10 11,-2 12 16,-1 16 1,-5 18-17,-3 15-275,3-28 1,0 1 274,0 0 0,0 0-6,-5 26 1,3-14 27,5-17 45,1-15-22,5-21-28,5-11 17,6-16 543,8-8-532,6-11-26,-12 23 1,2-1-119,0-2 0,1 0 115,0 2 1,1 1 11,17-19-22,-2 16 0,-2 15 5,-1 9-22,-1 12 11,1 9 0,-2 12-12,-1 10 244,-3 8-243,-7 1 11,-8-4 5,-5-8 7,-8-11 32,-1-8 35,-4-8-1,1-6-11,2-7-27,3-7-24,6-6-10,7-5 0,9-3 16,9 0-22,4 5-6,2 6 12,-1 8-6,-2 6 6,-3 2-18,-2 7 1,-1 2 11,0 10-5,-2 2-12,-2 6 0,-2-3 17,-3-2 0,-3-7 0,-4-5 22,-3-5-27,0-8-23,0-2 11,3-7-11,3-4-6,6-3 12,7-1 28,7 2 33,0 5-39,-4 5 17,-7 5-12,-9 3-16,-7 2-6,-4 0 12,-1 4 16,0 3 0,2 6-17,3 3 23,6 1-22,7-1-23,9-4 22,10-5-22,5-7 45,-1-6 11,-4-6 5,-10-9 1,-8-4 0,-8-5 5,-4-3-6,-4-3-16,-2-1 11,-2 4 45,-2 5-10,-3 9-63,-7 9 0,-5 7 0,-7 11 0,-5 8 0,-2 9 0,4 7 0,7 3 0,9 4 0,9 1 0,13 0 0,10-3-220,15-7-217,13-7 247,-18-15 0,1-2-40,4-2 0,2-2-195,0-1 1,1-3 306,-3-2 1,-1-2 55,21-13 124,-19-10 190,-14-13-101,-12 13 213,-5-10 34,-1 20-29,0-4-94,3 7 339,4 3-592,-2 7 40,6 5-12,-2 11-26,3 10-24,-2 14 0,-6 10 0,-5 5 0,-10-2 0,-6 0 0,0-21 0,-1-2 0,10-21 0,2-3 0,7-12 0,9-8 0,10-12 0,8-5 0,-11 13 0,1 1 0,15-13 0,-3 5 0,-10 17 0,-10 10 0,5 7 0,9 17 0,5 8 0,3 4 0,-11-13 0,2-1-227,0-2 0,1-2 227,9 3 0,3-1-1621,10-3 0,0-2 1621,-17-4 0,0-2 0,9-3 0,-3-6-74,-3-15 74,1-20 0,-23 10 0,-2-5-398,0-21 1,-2-5 397,0 3 0,-1-1 0,-1-3 0,1 1 0,-1 1 0,0 4 0,-3 16 0,1 2 131,-1-2 1,0 1-132,0-13 2941,-3 28-2941,-3 11 102,-1 11-102,-2 11 1259,-3 12-1259,-1 8 0,0 5 0,-1 2 0,0 2 0,-3 17 0,1 1-491,2-16 1,2 1 490,-2 12 0,4 2-183,4 6 1,5 0-660,0-20 0,2-1 0,3 1 413,6 8 1,3 0 0,0-6 0,-3-11 0,0-5 0,23 19 0</inkml:trace>
  <inkml:trace contextRef="#ctx0" brushRef="#br0" timeOffset="54028">21833 7535 24727,'46'-20'-54,"0"-1"0,1 1 0,3 0 0,2 1 0,-1 5-3223,-6 7 0,-1 4 0,-2 0 2161,8-2 1,-2 1 0,5 0-1,-8 1 1,-26 2 0</inkml:trace>
  <inkml:trace contextRef="#ctx0" brushRef="#br0" timeOffset="54403">24234 7658 25858,'9'-42'542,"0"1"0,0-1 0,2-10 0,-3 10-173,-3 19-302,-5 17-67,-10 36-22,-2 5 16,2-3 1,-2 3-130,-5 24-453,6-2-1388,7-4-7855,12-8 8256,0-14 1,2-13-1,-8-13 1</inkml:trace>
  <inkml:trace contextRef="#ctx0" brushRef="#br0" timeOffset="54562">24489 7116 24060,'-3'-47'648,"1"0"0,-1 6 0,0 8-654,-3 11-330,-1 18-493,4 20-2358,0 16 3187,2 7 0,0-10 0,2-12 0</inkml:trace>
  <inkml:trace contextRef="#ctx0" brushRef="#br0" timeOffset="54995">24970 7200 28070,'-19'-2'90,"28"39"-96,7-10 1,5 2-752,8 13 0,2 2 754,-3-8 0,-1-2-19,-3-1 0,-1-1-57,6 22 18,-18-18 408,-27-9-902,-34-16 29,-9-11 296,-4-8-139,13-23 161,26-7 141,5-19 128,17 15 1,4-2-486,2 8 1,2 0 537,0 0 1,0 2 417,6-11 45,-9 22 290,-3 6-800,-6 9-33,-6 16 5,-6 12-22,-7 17-23,-5 13 12,4-4-88,5-5 1,0 2-205,6-10 0,0 0 286,-8 20 0,2-2 0,2-3 0,4-4 0</inkml:trace>
  <inkml:trace contextRef="#ctx0" brushRef="#br0" timeOffset="55403">26771 7666 22318,'-7'-43'130,"0"1"0,0 0 1,0-19-1,9 0-631,12 21 0,6 1 0,0 2 518,1-5 0,0-1 3,0 0 1,2-4-1,-2 0-133,-3-1 1,-2 0 0,0 1 129,4-12 0,-1-3 127,-4 5 1,-2-5 0,-3 5-145,-3 4 0,-5 2 194,-1-6 1,-4 3-195,-1 14 0,-5 7 0,-20 2 0,7 28 1539,-17 42-1545,23-10 0,0 6-14,-5 13 0,-1 6 440,8-11 0,0 2 0,1 1-428,0 7 1,2 2 0,0-1 1,2-9 0,2-1 1,0 4-19,1 6 0,2 5 0,1 1 1,1-5-143,3 0 0,1-4 0,2 3-75,0 1 0,1 4 1,1 0-1,3-4-471,6 3 1,2-4 0,4-2-1231,2-4 1,4-3-1,0-4 1651,12 10 0,-1-8 1,-11-16-1,-2-5 1,6-2-1</inkml:trace>
  <inkml:trace contextRef="#ctx0" brushRef="#br0" timeOffset="57128">27664 7342 22358,'2'-10'2005,"2"-25"0,-4-3-1417,-7 16-440,3-14 1,-5 4 47,-22 27-62,-12 15-67,-9 11-50,25-4 0,0 3-3,0 3 0,2 1-9,3 1 1,2 2 22,-9 27-28,14-3-56,14-6 39,14-8 23,10-12 16,7-13 23,3-14-17,0-14 23,-1-15 44,-7-8 0,-2-2-28,3-6 50,-2-2 1,-2 2-50,-11 20 55,8-13-50,-14 29-62,-1 3-11,-4 10-17,-2 11 23,-5 12 16,-3 13 6,-4 9-11,2 3-34,4 0 23,8-4-6,11-7-28,10-7 11,10-10 17,9-11 11,5-7 28,1-13-15,-3-9-24,-8-13 0,-7-11 0,-6-9 0,-11 17 0,-1 1 0,2-12 0,2-11 0,-5 29 0,1-3 0,0 7 0,3 5 0,-5 9 0,7 3 0,-2 7 0,9 7 0,7 11 0,10 25 0,-11-11 0,-10-5 0,-3 1 0,0 7 0,-2 6 0,-5-8 0,-3-5 0,-2-13-231,8-3-290,5-10-16,15-1 161,14-8 272,-9 1 1,2-1 83,-4-1 1,-1-1 22,1 0 0,-2-1 41,18-17 68,-21-4 56,-2-15 28,-18 13 0,-3-1-50,0-12 173,-8-15-22,-4 29-118,-3 0-84,-1 12-117,2 9 28,-2 17-6,0 5-45,-8 26 28,-1 9 20,7-15 0,0 1-3,3 0 0,1 0 11,-2 27 0,9-10-17,10-14 12,6-12-6,5-12 39,11-19 28,-6-8 30,4-13-97,-14 6 0,-3-6 0,-7 6 0,-1-4 0,-1 11 0,-2 5 0,1 9 0,1 10 0,3 11 0,7 31 0,0 8-728,-5-17 0,-1 0 728,-2-10 0,-1-1 0,0 12 0,-1 2-45,-1-7 1,-2 1 44,-12 21 0,-4 1-254,6-19 1,-5-2 86,-13 2 1,-8 1 0,3-8-201,7-11 0,-2-4 336,-22 14 1,1-6 41,4-16 1244,3-27-1300,28-20 9,17 2 0,7-3-120,7-4 1,6-2-19,9-7 1,2-1-387,-4 9 1,3-1 417,-4 7 0,3-2 0,0 2-51,9-6 0,2 1 86,-3 6 1,3-2-1,-1 3 59,9-3 1,-2 3 47,-4 4 0,-3 5 358,-11 8 1,-2 2-135,9-12 39,-4-2 29,-8-4-130,-13 10 180,-1-5 33,-3 8 299,2-1-562,-6 8 1535,-1 6-1625,-4 9-16,0 1 5,1 8 11,4 2 17,5 0 6,11 1 0,10-7 0,8-3-34,-5-6 62,6-7 1,-14-7-74,5-24 0,-12-2 0,-5-14 0,-10 18 0,-6-4 0,-4 24 0,-8-1 0,-4 16 0,-6 8 0,4 3 0,-10 23 0,9 1 0,-8 22-1389,9 1 1389,7-9-49,8-11 1,4-1 48,10 14 0,-1-15 0,4 0 0,23 12 0,9-12 0,6-15 0,2-18 0,-11-9 0,7-20 0,-15-6 0,-13 7 0,-2 0 0,7-22 0,-8 1 0,-3-2 0,-1-6 0,-2 13 0,-1 2 0,-2 7 0,-2 14 0,-2 10 0,-1 7 0,-1 2 1374,5 7-1374,4 8 112,10 13-112,6 15 0,5 11 0,-15-22 0,-1 1 0,-1 0 0,-2 1 0,-3 0 0,-2-1 0,-4 30-461,-20-4-592,2-29 0,-4-2 1053,-6 2 0,0-2 0,-5 2 0,1-4 0</inkml:trace>
  <inkml:trace contextRef="#ctx0" brushRef="#br0" timeOffset="57505">30268 7655 26654,'0'-5'795,"12"-26"0,7-8-633,9-14-973,-10 16 0,3-5 1,-1 0 846,5-10 0,-1 0-29,-7 11 1,0-1 0,0-1-3,-1-4 1,0-2 0,0 0-2,-2 0 0,0-2 0,-1 2-4,-2 1 0,0 1 0,-2 2 0,1-15 0,-2 4 216,-2 12 1,-3 4-217,-1-14 489,-4 23-489,-1 17 0,-1 9 0,-1 13 1337,-5 14-1337,2 10 0,0 3 0,-4 22-516,5-2 1,2 5 515,4-11 0,2 1 0,2-6 0,0 2 0,1 0 0,2 1 0,2 0 0,1 0-492,2 2 1,2 0 0,2-1 410,1 0 1,2 0-1,0-1-354,2-1 0,1 0 1,1-2-717,0-2 1,0-2 0,0-1 1150,7 7 0,-2-4 0,6 7 0,-15-27 0</inkml:trace>
  <inkml:trace contextRef="#ctx0" brushRef="#br0" timeOffset="57688">30266 7002 24968,'47'-17'343,"1"1"1,-1 0 0,-2 1 0,0 1 0,-2 3-213,5 4 1,-2 3-71,-4 0 1,-1 0-51,-7 1 1,-3-1-376,13-3-3055,-20 0 3419,-13 1 0,-7 3 0,-3 1 0</inkml:trace>
  <inkml:trace contextRef="#ctx0" brushRef="#br0" timeOffset="61733">1362 11200 21013,'8'-57'566,"0"0"1,0 0-1,1-1 1,-2 8-1,1 0 1,-1 3 0,0 6-340,3-7 0,0 8-20,5-8-95,-3 31 6,-1 30 61,-3 23-28,-4 23-112,-5-23 0,-2 3-25,-3 11 0,-1 1-3,-1-6 1,-1-1-277,1-2 0,0 0 267,1-3 1,0-2 14,-2 16-20,-1 5 227,2-21 146,3-19-140,2-24-146,1-25-45,1-29-703,4 16 1,1-4 685,1-8 0,3-5-5,2 6 0,2-3 0,-1 3-15,1-3 1,1 0 8,1 6 1,0-3-1,0 6-6,0 6 1,0 3-26,4-8 1,2 0 62,-1 10 0,2 2-63,1 6 0,2 4-8,25-10-84,4 16 73,-1 16 27,-2 18-16,-11 18 6,-15 21-15,-26-10 1,-7 2 36,1-12 0,-5-1 0,-17 19 0,-9 0 19,-7-7 1,-2-3-343,10-6 0,0-1 334,-13 7 0,3-4 113,4-6-68,11-8 1291,14-12-1313,20-13 326,9-2-366,10-3-2969,32 1 2964,-10 3 5,-4 1 0,2 2 234,19 7-239,-22-1 0,1 2-99,5 5 1,0 4-146,-7-2 1,-1 1 44,-3-1 0,0 1-429,-2-1 0,-2-1-1301,15 4-765,7-3 223,-11-9 1670,-11-14 4825,-10-10-2338,-6-12 878,-2-10 51,3-15-1489,-2 7-268,0-5 55,-5 17-578,-4 15-228,-1 8-74,-6 22-22,-3 13 0,-6 17-6,4-4 1,2 11 5,7-12 0,8 4 0,14-5 28,1-15 5,4-6 51,0-20-11,-1-10 17,6-14 89,3-21-117,-13 14 5,-8 4 0,-3 1-11,-4-2-34,1-6 18,-6 18-74,-1 15-123,0 2-257,3 16 117,2 1-745,9 23-2352,15 19-1522,-13-23 1,1-1 3480,14 27 1,-13-26-1,-14-20 1</inkml:trace>
  <inkml:trace contextRef="#ctx0" brushRef="#br0" timeOffset="62623">2956 11255 27555,'-11'-58'326,"1"1"1,0 2 0,4 3-296,8 18 0,2 1-1713,1-7 0,0-2 1699,2-4 0,1-3-17,-2 3 0,1-2 0,-1 3 0,0-4 0,0 0 0,-1 3 0,-1-4 0,0 7 980,-2-17-980,-1 11 0,0 4 0,-3 8 0,-3-10 0,2 39 546,-4 8-546,2 10 0,-4 24 0,-1 19-481,3-2 1,1 5 476,2-3 1,1 3-31,2-10 1,1 2-1,1-1-76,1-3 0,1-1 0,1-1-25,1 8 1,2 1-415,3-1 0,1 3 1,3-4-433,3-1 1,3-1 128,-1-5 1,2 2 0,2-5-900,8-2 1,2-8 783,-3-8 1,2-7 344,16-13 3501,-17-24 549,-17-20-980,-9-12-841,-5-3-492,0 0-314,0 5-471,0 16 359,-1 3-471,0 20 1060,-1 0-1295,1 10 6,3 4 0,6 0 11,1 1 0,18 0 0,7-3-23,16-5 29,-7-1-17,7-11 33,-14-12 23,-5-6 16,-11-12 12,-16 5 11,-9 4 0,-1 13 157,-12 2-179,4 17-46,-8 2-38,-1 16 39,-2 11 0,-2 16-1,4 9-10,4 9-290,7 3 278,5 0 12,14-3-34,2-17-11,20 0-34,22-17 39,8-6-174,-20-14 0,1-5 210,-6-4 1,-2-3 9,19-13 18,-23 5 1,-4-4-23,-3-5 1,-4-4 53,2-9 0,-1-2-92,-5 7 0,-1-1 97,-3-5 1,-4 1-28,-2-8-40,-1 2 0,-2-3 0,-1 28 414,1-3-414,-1 18 86,0 9-86,1 10 355,5 15-355,3 16 0,7 14-367,-5-23 1,1 0 366,2 3 0,0 1 0,0 1 0,-1 2 0,-1 1 0,-1 1-334,-3 1 1,-4 0-611,-5 1 0,-4-1 944,-7 4 0,-2-5 0,-3 7 0,-6-10 0</inkml:trace>
  <inkml:trace contextRef="#ctx0" brushRef="#br0" timeOffset="63092">1338 11942 20855,'-55'9'454,"0"1"1,0-1 0,9-2 0,1 0 0,7 0 94,-18 2 96,41-5-343,43-6-179,6-2 0,7-2-65,0 1 0,5-2 0,3 0-909,-2 0 0,3 0 1,1-1-1,2 0 878,-3 0 0,1 0 0,2 1 0,1-1 0,0-1-13,-3 2 0,1 0 0,1-1 0,0 0 0,1 1 0,1-1-263,4 0 0,1 0 0,0 0 0,2 0 0,-1 1 0,1-1 264,-6 1 0,1 0 0,0 0 1,0 0-1,1 0 0,0 0 0,-1 0-221,3 1 0,-1-1 0,1 0 0,0 1 1,0-1-1,0 1 0,0-1 221,0 1 0,-1 0 0,1-1 1,0 1-1,0 0 0,-1 0 0,0 0-1,-2 0 1,0 0-1,-1 1 1,0-1-1,0 1 1,-1-1-1,0 1-4,4-1 0,0 0 1,-1 1-1,0-1 0,-2 1 1,0 0-172,3-1 1,0 1-1,-2 0 1,-1 0 0,-2 1 150,4-1 0,-2 1 0,-2 0 1,-3 0 138,5 1 0,-4 0 0,-4 0-919,4 1 1,-8 0 789,4 0 0,-29 2 0,-17-1 0</inkml:trace>
  <inkml:trace contextRef="#ctx0" brushRef="#br0" timeOffset="63616">4947 10567 26889,'28'-33'100,"-1"0"1,8-11-106,-60 65 27,-7 11 6,-1 5-22,11-2-6,12-3 5,16-9-5,12-9 79,11-9 5,8-12 0,3-10 95,-1-10 95,-8-4 79,-12-2-101,-13 0-140,-14 1-4,-8 4-108,-6 3 0,-1 10 0,3 8 0,3 14 0,2 11-108,0 14-469,5 21 129,5-13-1120,13 22-1680,9-15 3248,-1-14 0,0-1 0,3 4 0,0-3 0</inkml:trace>
  <inkml:trace contextRef="#ctx0" brushRef="#br0" timeOffset="63908">5236 10945 25299,'-40'-4'182,"1"1"0,-23-3-148,63 13-17,3-3 842,11 10-808,17-6-46,-6 0 309,20-3-274,-18-5 218,2-3-112,-12-3 476,-9-6-493,-12-3-34,-9-3-56,-12-1 6,-8 2 11,-13 5-112,6 6-11,4 5-325,8 9-1076,14 7 1468,4 12 0,5-12 0,6 1 0</inkml:trace>
  <inkml:trace contextRef="#ctx0" brushRef="#br0" timeOffset="77916">7482 12585 21169,'24'-53'1049,"0"1"0,0-1 0,5-6 0,-6 5-870,-12 16 0,-5 3 364,-3-13-195,-10 4-124,-8-1 143,-16 19-294,-13 18-40,-13 24-19,22-1 0,1 5-796,-3 5 1,0 5 792,0 4 1,0 2-10,3 4 1,1 2 0,4 1 0,3 0-6,5-2 0,5 1 215,5-6 0,6-1-200,14 19 32,20-21 40,20-21 0,12-26-437,-27 0 1,0-4 464,0-6 0,-2-2 11,-1-3 0,-1-1-158,-3 0 1,-1-1 34,-3 2 0,-2 1 0,14-19 1123,-11 14-1123,-9 16 0,-9 11 0,-4 17 1079,-4 14-1079,-4 21 0,0-16 0,0 3-3,-3 5 1,0 1 2,-1 6 0,-1 2-718,1 4 0,1 2-559,1 6 0,0 1 913,4-13 0,0 1 1,0-5-1,1-3 1,0-4-1,1-1 1,0 0-1</inkml:trace>
  <inkml:trace contextRef="#ctx0" brushRef="#br0" timeOffset="78333">6647 13675 22167,'0'-4'3983,"0"0"-3054,0 4-890,-22-11-5,-17 52-26,9-22 1,-3 3-607,5 8 0,0 7 0,1-2 584,-5 4 0,-1 1-87,2-5 1,-1 2-1,1 0-661,-7 10 0,0 2 762,7-5 0,-1 2 0,2-4 0,4-4 0,2-3 0,6-4 0,0 1 0</inkml:trace>
  <inkml:trace contextRef="#ctx0" brushRef="#br0" timeOffset="78807">7049 13663 27600,'13'-61'190,"33"35"-168,-19 40 1,2 11-2440,16 8 1,2 3 2419,-15-9 1,0 1 0,2 1-3,4 2 1,1 2 0,-1-2-8,-5-4 1,-1-2 0,3 2-131,7 2 0,4 2 0,1-1 0,-2-2-963,2 0 0,-2-2 1,2 0 365,-6-2 1,2 0-1,0 1 1,-2-3 732,7 4 0,-2-1 0,-9-6 0,-7-4 0,-8-3 0</inkml:trace>
  <inkml:trace contextRef="#ctx0" brushRef="#br0" timeOffset="80299">5319 15308 26654,'-42'8'11,"-1"0"0,3 4 0,4 7-8,14 16 0,5 6-270,-1 0 1,1 0 271,4-1 1,1 0-9,4-4 1,3-1-21,12 23 23,17-12-16,22-12-4,-16-21 0,3-4 6,4-2 0,0-3 3,2-4 0,0-4 19,-3-2 1,-2-2 52,23-20 18,-18-8 10,-17-6-21,-20-8-7,-18-6-30,0 25 0,-4 1-9,-5-1 1,-2 3-7,-4 3 1,-2 2-3,-1 5 0,-1 2 8,1 4 1,1 2 157,-26-3-124,14 2 5,15-1 87,13-1-142,9-6-23,14-4-11,11-6 56,34-9-5,-11 12-112,-4 8 1,1 4 99,15 3-28,-20 6 1,0 3 20,25 13-21,-10 16 6,-15 20-188,-21-16 1,-6 1 173,-5 6 0,-5 0-62,-3 4 0,-3 0-344,-4 2 0,0-2-1014,1 0 0,0-1 1445,4 1 0,1-2 0,-1 2 0,8-6 0</inkml:trace>
  <inkml:trace contextRef="#ctx0" brushRef="#br0" timeOffset="80854">8569 14918 27382,'-46'-39'296,"19"9"-212,61 28-22,11 6-6,8 9-37,-23-2 1,0 3-289,1 4 1,0 3 251,0 4 0,-2 4 0,4 15 1,-3 4 16,-7-4 0,-2 1-300,-2 1 0,-4 0 305,-7-1 1,-4-1-56,-5-10 0,-3 1-1958,-4 14 0,-2 0 1512,3-17 1,-3-1 91,-9 12 1,0-6 0,9-17 0,-9 8 0</inkml:trace>
  <inkml:trace contextRef="#ctx0" brushRef="#br0" timeOffset="81032">8552 15543 26598,'35'-48'-8,"0"-1"1,6 3-1,4 9-552,11 19 0,5 8-2717,-17 0 0,1 1 0,-1 0 3215,18-2 1,-6 1 0,3 0 0,-39 6 0</inkml:trace>
  <inkml:trace contextRef="#ctx0" brushRef="#br0" timeOffset="83156">4668 16497 22498,'3'-8'1400,"8"-24"0,3-4-940,-3 11-287,3-11 1,0 3 39,-9 22-107,-3 10-33,-12 17-12,-12 17-36,3-7 1,-3 1-479,-7 7 1,-2 0 432,-5 3 0,-2 0-2,-2 1 0,0 1-34,0-1 0,1 0-17,3-2 0,3-1-11,5-5 0,3-1-168,-7 12 106,18-21 163,18-20 22,16-21-11,21-23 0,-13 12 0,3-1-566,5-6 0,0-1 597,4-1 0,-1-1 16,-1 0 1,-1 0 65,-4 3 0,0 1-82,-5 5 0,-1 1-9,-4 7 1,-2 3 5,13-5-28,-7 15-6,-3 18-27,6 15 10,13 20 209,-14-13 1,4 1-209,8 4 0,4-1-285,-9-8 1,2-2-1,3 0 277,6-1 0,2-1 1,1 0-98,8 0 0,2-1 0,1-1-495,-13-5 0,2 0 0,0 0 1,-1-1 222,11 2 1,-2 0 0,-3-2 0,3 2 0,-7-3 0,6 1 0</inkml:trace>
  <inkml:trace contextRef="#ctx0" brushRef="#br0" timeOffset="86062">3206 17484 23052,'8'-47'885,"1"-1"0,-1 8 0,-2 6-431,-5 16-247,-1 11-179,0 2-22,-2 15 5,-5 12-22,-8 20 5,4-13 0,-2 2 12,-3 5 0,0 0-359,-1 3 0,0 0 347,3-1 1,2-1 7,3-5 1,1-1-25,2 10-17,17-4 28,4-26 50,13-2 22,5-24 51,6-15 51,5-14-71,-21 20 0,-1-1 121,20-21-28,-7 8-118,-11 15 17,-6 8 605,-10 13-672,0 9-6,-5 15-22,-1 14 33,0 12-55,-4 11-447,1-25 1,0 1-1308,0 4 1,0 1 1236,2-3 0,0-2 0,0 12 0,3-20 0</inkml:trace>
  <inkml:trace contextRef="#ctx0" brushRef="#br0" timeOffset="86903">6570 17422 19126,'0'-3'5281,"1"1"-3785,-1 2-1395,-21-17-56,-1 19-45,-24-7 11,-2 26-5,-10 5-314,25-11 1,-1 0 307,-1 0 0,1-1 28,2-1 0,1-2 229,-20 5-122,24-9 128,12-5-90,14-2-122,1 0-62,3 7 39,0 1 22,3 10 554,0 3-621,-1 12 23,-2-10-29,0 12 57,-3-14 39,-1 5-29,-3-5 57,-2-4 56,-4-6-62,2-5 12,0-6-40,2-9-90,1-7 1,2-7 16,7-5-5,7 3 0,9 5 22,5 8 12,5 7-12,3 7-56,7 4-28,7 6-11,4 6 11,1 2 1,-6 4-136,-14 2-4,-18 2-52,-29 4-340,-25 2-111,10-15 1,-3-1-2101,-6 1 1,0-2 2814,3-3 0,3-2 0,-11 3 0,21-8 0</inkml:trace>
  <inkml:trace contextRef="#ctx0" brushRef="#br0" timeOffset="87695">8932 16244 26295,'3'36'510,"2"-15"-494,-27 15 1,-18 10 0,3-5-1515,10-11 1,0-1 1499,-7 6 0,-4 5 0,3-5 3,2-3 1,2-2 229,-5 5 0,2-1-230,9-8 1,2-3 575,-4 6-576,17-23 12,11-11-11,16-23 11,10-14-6,1 0 0,4-4 348,-2-1 1,2-1-345,-5 8 0,1-2 0,1 0 15,2-2 0,0 0 0,-1 3-1367,2-3 1,0 2 1375,4-4 1,-1 4 21,-10 16 1,1 4-503,6-2 1,2 2 498,-1 3 1,0 1-93,3 4 0,-1 4 79,7 8 45,13 15-18,-2 12-47,-2 3 1,4 3-103,-2 0 0,3 1 71,-13-7 1,4 2-1,0 0 1,-4-2-7,-2-3 1,-4-1 0,2 0-12,8 5 1,2-1 0,-2 0-129,-7-6 0,-1 0 0,2 0-1628,8 3 1,2 1 0,-1 0 1778,-6-3 0,-1 0 0,-2-1 0,15 6 0,-10-4 0,-16-6 0</inkml:trace>
  <inkml:trace contextRef="#ctx0" brushRef="#br0" timeOffset="88429">8368 17504 17557,'-3'0'6621,"0"0"-5148,3 0-913,-22-65-313,23 37-166,-10-11 0,5 0 14,21 17-84,-3 8 1,8 2 21,1 8-27,13 4 11,22 20-62,-5 4 8,-21-5 1,-3 4-42,8 20-23,-18 6 45,-25 7-280,-19 0 333,7-30 0,-3-1 59,-24 16-33,11-15 128,-6-8 6,20-15-6,-5-9 0,17-7-16,7-6 212,4 4-258,7-1-38,3 7 5,6 2-28,13 7-23,2 10-10,2 2-23,5 14 5,-2 12-22,-3 5 14,-18-16 1,-5 2-65,-4 17-1,-20-2-105,-13-7-404,-15-10-840,-3-10-4885,5-11 6330,10-10 0,13 1 0,9-3 0</inkml:trace>
  <inkml:trace contextRef="#ctx0" brushRef="#br0" timeOffset="88845">10204 17333 26402,'7'-52'294,"-1"1"1,1 4 0,5 6-155,21 7-50,4 8-28,5 9-12,3 9-28,6 16-16,-11 3-3,-6 21 0,-4 5-26,-6 3-248,-1 7 0,-8 4 251,-18-18 1,-6 0-1,-4 9 1,-5 1 7,-6-2 1,-5-1 11,-1-2 0,-1-3 20,3-4 0,1-1 8,-12 12 84,23-19-62,16-16 12,29-20-51,-1-1-39,18-6 0,8-2-1303,-2 2 0,5 1-672,-13 4 1,4-2 0,2 1-1,-1 1 1771,9-3 0,0 2 1,-4 0-1,8-1 0,-6 2 1,-20 6-1,0 0 1</inkml:trace>
  <inkml:trace contextRef="#ctx0" brushRef="#br0" timeOffset="90636">11389 11573 23343,'-34'-23'1123,"0"0"1,2-25-1091,65 30-25,5 2 1,6 1-1,1 3 1,3 2-1154,-5 1 1,2 1-1,2 0 1083,3 2 1,0 0-1,1 1-54,0 1 0,-1 1 0,0 1-52,-5 3 0,0 1 0,-4 2-322,10 2 0,-8 6 270,0 23-200,-60 11 406,-12-18 0,-10-2-618,-15 4 0,-5-2 732,14-8 1,0-1 0,-2 0 89,0-1 1,-1 0-1,1-1 225,3-1 0,0-1 1,2 0-148,-13 4 1,5-1 189,12-5 1,4-1-224,-3 2 11,35-9-156,30-12-74,31-8-13,-16 2 0,4-1 236,8-3 1,2-1-231,-16 5 0,0 0 1,0-1-7,18-7 0,-3-1 11,-7-1 0,-5-1 497,-12 0 0,-5-3-387,0-29 89,-32 0 44,-20 6 57,-17 10 61,-2 13-56,5 10-123,14 10-112,14 4 0,12 5-5,14 6 1230,15 9-1295,1 1 0,1 1-20,17 10-186,-11-4 0,0 3 97,6 18-118,-22-16 0,-5 5-524,-7 2 1,-9 2 736,-12 7 0,-5-2 0,-2 7 0,-12-5 0</inkml:trace>
  <inkml:trace contextRef="#ctx0" brushRef="#br0" timeOffset="91520">14507 10934 25472,'-54'9'28,"-1"0"0,-4 3 0,4 3-23,24 1 1,0 1 8,-10 4 0,-4 0 5,-9 1 1,1-2-303,12-6 1,2-1 397,1-2 0,4-3 329,8-4-360,17-5 141,15-1-74,9 1-28,5 9 51,5 13 10,-8 22-88,-7 3-313,-6-7 1,-4 4 280,-5 0 1,-3 4-45,-1 3 1,-3 4-1,0 0-15,1-7 1,0-1 0,0 1-877,-2 8 1,1 1-1,1-5 868,2-3 1,3-2-21,7 2 1,6-3-217,5-13 1,5-3-289,8 4 1,6-3-3457,7-7 1,4-5 3982,-3-5 0,-2-4 0,15 0 0,-24-7 0</inkml:trace>
  <inkml:trace contextRef="#ctx0" brushRef="#br0" timeOffset="92487">15226 11432 22571,'-2'-60'922,"0"-1"0,2 6 0,-6 10-675,-18 23-135,-8 8-84,-2 1 39,-26 27-39,17 14-405,11-3 1,0 4 381,4 2 1,3 2 0,-1 2 0,1 0-6,1-1 0,2 1 2,3-3 1,3-1 172,-5 22-159,18-13 74,23-16 78,19-18-39,2-13 128,-2-10 1,1-6-68,-12 2 1,-1-1-274,13-10 1,-1-2 238,-13 5 1,-2 0-23,-4 3 1,-2 0 106,6-16 502,-11 14-642,-7 12-62,-5 10-32,0 13-7,-3 16 0,2-2 0,-2 22 0,1-5 0,-4 17-48,0-23 0,-2 2-227,-4 6 1,-1 0 81,1-7 0,-1 2-1673,-9 23 1,0 1 1865,8-15 0,1-2 0,-2 0 0,1-3 0,3 8 0</inkml:trace>
  <inkml:trace contextRef="#ctx0" brushRef="#br0" timeOffset="92904">15801 11833 25163,'1'-4'2566,"0"0"-2185,-1 4-432,-17 54-425,-4-8-2226,-1 3 0,-3 2 2702,4-15 0,0-4 0,-10 12 0,12-20 0</inkml:trace>
  <inkml:trace contextRef="#ctx0" brushRef="#br0" timeOffset="99596">16921 11722 26245,'-42'-47'157,"-4"26"-143,25 42 0,1 11-3,-5 2 0,-1 2-1154,-3 11 1,2 1 1142,9-16 0,3 1-3,2 10 0,9-2 283,29 2-283,-2-19 0,5-3 0,8-5 1,5-3-7,5-4 1,2-5 10,1-4 1,1-4-7,-3-4 0,-3-3 18,-6-3 0,-5-3 31,11-23 22,-34-13-39,-29 5-11,-12 1-6,5 24 0,-2 3 12,-21-15 344,18 13 0,1 0-350,2 1 0,2-2-1,4-5 1,4 0-11,-4-10 336,16-14-319,19 22 565,9-4-572,10 9-16,4 9 28,3 7 422,-1 11-433,0 10 0,-4 12-11,-4 13-9,-16-6 0,-3 3-25,-3-2 0,-3 1-204,-1 2 1,-3 0-133,-7 4 0,-4-2-1230,-3-3 0,-3 0 1594,-8 13 0,-1-3 0,-4 6 0,2-6 0</inkml:trace>
  <inkml:trace contextRef="#ctx0" brushRef="#br0" timeOffset="100828">17988 12033 26654,'-53'-10'-129,"3"20"-255,34 18 1,5 8-1533,-2-1 0,2-1 501,-5 23 0,9-23 0,5-17 0</inkml:trace>
  <inkml:trace contextRef="#ctx0" brushRef="#br0" timeOffset="101153">18565 11565 22789,'-3'-6'3489,"0"2"-2962,3 4-141,-15-61-151,22 38-157,-8-12 1,6 2 50,34 20-39,12 6-23,9 4-17,2 12-16,-5 9-244,-7 13 210,-10 12-11,-8 8 11,-18-22 0,-2 1-242,-2 3 1,0 0 229,-1 3 1,-1 1-17,0 2 0,-1 0-101,1 2 1,0 0-301,1 2 1,-1-1-617,1 1 1,0 0-3118,-1-2 1,-2 0 3528,0-8 0,-2-2 0,0 7 0,-3-19 0</inkml:trace>
  <inkml:trace contextRef="#ctx0" brushRef="#br0" timeOffset="101338">18767 11975 22638,'-9'-4'3478,"3"1"-2985,6 3-252,-44-72-169,58 41-475,-17-14 0,7 2 199,32 25 0,13 8-1577,5-3 1,2 2 1780,-3 1 0,-3 2 0,-14 3 0,-3 0 0,5 1 0</inkml:trace>
  <inkml:trace contextRef="#ctx0" brushRef="#br0" timeOffset="105212">19762 12144 26486,'-3'-25'72,"-4"19"-228,-10 55-774,-4 5-3607,3 3 4023,5-11 0,7-17 0,4-14 0</inkml:trace>
  <inkml:trace contextRef="#ctx0" brushRef="#br0" timeOffset="105611">20336 11629 27146,'-32'5'163,"7"13"-146,25 36-6,3 2 0,3-3 0,4-7-16,3-9 27,2-12 17,4-12 40,4-18 33,8-12 0,9-13 44,10-8-66,-22 17 0,0 1-9,0 1 0,-1 1 37,23-10-51,-10 10-28,-12 11-17,-9 14 1,-8 12-12,-4 4-5,-3 32-23,-2-6-73,-1-11 1,-1 2-477,0-2 0,0 1-2428,0 3 1,1 0 2993,1-3 0,-1-3 0,1 12 0,0-21 0</inkml:trace>
  <inkml:trace contextRef="#ctx0" brushRef="#br0" timeOffset="105796">21430 12151 27090,'-19'45'-196,"-1"1"0,2-14 0,5-4 0,13-5 0</inkml:trace>
  <inkml:trace contextRef="#ctx0" brushRef="#br0" timeOffset="106361">22421 11735 26962,'4'-39'187,"-1"1"1,-1-24-149,-12 62-22,-11 2 16,-12 0-5,-12 2-11,-8-2 6,-3-1 27,3 1 12,8 1-40,12 3 79,10 8-79,12-2 12,3 12 27,4 2-16,-2 13 0,1 7-11,-3 4 10,-3 10-27,3-20 6,-4 7-7,5-23 12,-1 0 168,3-9-67,2-7 119,3-10-248,5-8 0,3-9 0,9-7 0,6-3 0,12 0 0,-9 10 0,11 1 0,-12 14 0,10 5 0,7 17 0,-5 8 0,6 16-235,-17-9 235,1 13 0,-16-7 0,-13 19-197,-21-10-492,0-22 1,-2-3-740,-19 5 1428,10-15 0,3-1 0,8-3 0,-10 0 0</inkml:trace>
  <inkml:trace contextRef="#ctx0" brushRef="#br0" timeOffset="106596">23135 12317 27225,'-33'52'-263,"0"1"1,-2 1 0,4-10 0,9-19-1,-1-1 1</inkml:trace>
  <inkml:trace contextRef="#ctx0" brushRef="#br0" timeOffset="107630">23855 11829 21780,'9'-52'1275,"-1"-1"1,0 6-1,2 6-692,18-2-6031,4 10 5538,8-5 1278,11 13-1256,-4 13-79,-15 5 1,1 3-6,6 6 0,0 3-28,-6 4 0,-2 1 888,26 16-876,-18 17-68,-19 2 28,-5 15 19,-16-28 1,-5 0 19,-10 5 0,-5 0-130,-2-7 1,-2-2 121,-1-1 0,-2-3 5,-2-4 0,1-4 15,-17 4 3246,-6-2-3045,10-14-157,20-8 256,9-16-239,18-6-11,7-7-6,19-2-28,3 12-11,11 7-22,-12 11 368,0 5-352,5 10-20,-4 13 0,4 10 0,-3-3-169,-8-10 0,-1 2 161,9 12 1,2 5 0,-13-3-3316,-25 15 3310,-4-11-300,-16-10 1,-6-4 277,-5-5-182,-11-4 1,-2-2 46,3-8-233,3-2 1,0-4-2187,-5-10 2137,2-4 1,22 6-1,14 4 1</inkml:trace>
  <inkml:trace contextRef="#ctx0" brushRef="#br0" timeOffset="107845">25142 12022 27578,'-35'44'-2928,"-1"0"0,2 5 1,10-7 2927,23-19 0,0 5 0,1-19 0</inkml:trace>
  <inkml:trace contextRef="#ctx0" brushRef="#br0" timeOffset="108286">25883 12147 15149,'-1'-6'4497,"2"-29"1,3-8-3613,7-1-700,-5-1 0,1-1 739,18-9-689,-12 31 152,16-17-286,-7 29-90,19-1 11,7 14 29,13 12-46,-7 1 3,-16 7 1,-1 1-9,-3 4-6,-7 6 1,-7 4-29,-22 8 14,-6-12 1,-6 0 19,-9-6 0,-6-3-6,-3 0 1,-4-2-160,1-2 0,-1-1 185,2-2 0,2 0-20,-18 14 11,16-5-6,18-5-21,22-7-1,22-5-106,28-8-34,-15-3 0,3-1-1102,11-1 0,4-1 439,-14 1 1,3 0-1,-1-1-2457,4 0 0,0 1 0,-3-1 2787,10 0 0,-5 0 0,-13 1 0,-7 1 0,-13 2 1</inkml:trace>
  <inkml:trace contextRef="#ctx0" brushRef="#br0" timeOffset="108695">27131 11864 26155,'32'-40'157,"0"-1"0,-7 5 0,0 8 44,22 21 68,2 2-84,0 2-56,5 1-68,-16 3-16,-6 5-17,-5 6 11,-11 11 28,-8 9 23,-16 12 5,-8 9-261,3-23 0,-2 2 199,0 2 1,1 1-15,0 3 1,1 1-354,4 3 1,2 1 347,4 4 0,5 0-17,7 5 0,6-1-8,6 3 0,3 0-413,5-1 1,2 0 409,-4-4 0,-3-2-22,-7-5 0,-10-3-113,-15-7 1,-11-3-538,-20-5 0,-11-6-2591,5-8 0,-4-3 0,1-1 2820,-13 1 1,3-2 0,8-3-1,8-1 1,15 0 0</inkml:trace>
  <inkml:trace contextRef="#ctx0" brushRef="#br0" timeOffset="115241">15257 10118 26150,'-24'-2'252,"3"10"-213,8 27-28,3-5 6,5 9 11,18 9-11,-2-14 27,23 12 35,-3-32-18,1-2 130,6-13 117,-12-13 39,1-12 39,-9-20-218,-11 1-100,-6 1 94,-19-5-3464,-1 20 3302,-6-3 22,-2 12-67,2 13-162,1 3-39,5 6-1132,9 12-8453,8 10 7616,1-6 0,3 0 0,-1-14 0</inkml:trace>
  <inkml:trace contextRef="#ctx0" brushRef="#br0" timeOffset="115675">16811 10279 25702,'7'-53'701,"0"0"1,-2 7 0,0 11-612,-2 21-45,-1 18-23,0 6 40,3 31-90,-3 3-152,0-9 1,-1 3-1879,-3 0 1,-1 0 2057,0-1 0,-1-3 0,-2 12 0,2-19 0</inkml:trace>
  <inkml:trace contextRef="#ctx0" brushRef="#br0" timeOffset="116281">18421 10160 22218,'2'-5'2923,"-1"1"-1858,-1 4-1054,77-52-853,-38 46 811,11-16 0,-1 8 219,-12 45-199,-14 12-11,-16 7 55,-14-9 28,-15-9 1,-8-2-45,3-8 0,-3-1-313,-13 8 0,-2 0 329,7-7 1,2-3-12,5-3 1,3-1 38,-10 7-16,23-10 361,29-6-428,28-4-239,-5-4 1,5-1-796,15-2 0,5-1 746,-5 0 1,4-2 0,-6 2 0,-5 0 0,-3 1 0,4-2 0,0 1 0</inkml:trace>
  <inkml:trace contextRef="#ctx0" brushRef="#br0" timeOffset="116957">20475 10172 20627,'0'-5'4100,"0"1"-3857,6-24 1,3-6 59,4 7-211,1-10 1,3 2 24,13 17-55,8 8-45,7 4-29,1 11 18,-1 8 11,-10 10-40,-12 7-16,-11 5 17,-18 4 11,-10 1 5,-12-2 6,-8-1 22,11-15 74,0-2 116,16-15 63,3-1-57,3-5 96,4-5-241,1 2 11,4-4-34,8 4-28,-2 0 6,13 4-22,10 11-12,-5 0 1,22 18-29,-14-1-1727,-14-5 1,-1 1 1721,3 8-62,-10 10-78,-34-19-269,-19 4-717,-22-6-1173,23-13 1,0-2 2337,2-2 0,2-1 0,-10-1 0,20-1 0</inkml:trace>
  <inkml:trace contextRef="#ctx0" brushRef="#br0" timeOffset="117557">22413 10303 23855,'11'-50'950,"0"0"1,0 7-1,1 6-491,10 2-403,-7 19 58,-1 16-52,-11 9 67,0 23-17,-12 8-34,-9 21-75,-1-18 0,-1 1 5,3-5 1,1-1-223,-3 6 0,4-2 209,1 6 11,7-8 33,13-21 90,13-8-90,0-11 73,30-28-67,-22 8 2,-1-2 1,1 0 53,7-7-3217,9-8 3111,-17 16-789,-1 8 822,-20 15 242,2 13-282,-5 8-60,1 12-701,0 18-1888,3-2-2710,0-1 5371,5-9 0,-6-26 0,1 0 0</inkml:trace>
  <inkml:trace contextRef="#ctx0" brushRef="#br0" timeOffset="118208">24392 10313 19120,'-6'0'4912,"1"0"-2475,5 0-2275,-22-25 17,-3 14-117,-23-18-12,-4 23 34,-5 3-11,-3 2 28,7 0 5,13 1-50,16 0-5,11 1-23,9 2-11,4 4-12,2 1 12,6 12 28,1-1-23,3 10 17,-4-2-27,-4-6 21,-3 8 23,-4-15-11,-2 10 17,-8-10-34,1 0-6,-2-2 6,7-7 134,2-3-38,4-1-7,0-5-38,2-4 5,4-6-23,4-3-66,3 2 44,16-8-17,2 9 12,20-3-17,4 12-23,-9 6-8,-9 7 0,-1 5-8,8 12 8,-13-6 0,-4 4 8,-2 19-11,-20 3-44,-24 0-130,-20 0-198,11-23 0,-2-2-2904,-5 0 0,1-2 3293,3-2 0,2-3 0,-9 4 0,19-9 0</inkml:trace>
  <inkml:trace contextRef="#ctx0" brushRef="#br0" timeOffset="121353">26646 10629 25192,'-46'-34'175,"0"-1"1,0 5 0,6 15-53,12 38-39,6 2 0,0 3-56,4 1 0,1 1-1280,-1 9 1,2-1 1274,0 16 308,10-22 0,4 1-331,13 18-9,1-19 1,4 0 16,9-1 1,4-3-47,5-1 1,3-4 51,1-3 0,1-5 34,-3-3 0,-1-4 204,19-8 23,-22-21-124,-22-8 0,-23-11-39,-21 7-67,-2 8-780,1 11 1,0 2 757,-2 2-37,4 3 0,1 3-367,0 9-2442,5 8 2823,8 7 0,13-6 0,4-4 0</inkml:trace>
  <inkml:trace contextRef="#ctx0" brushRef="#br0" timeOffset="126895">12628 13174 27236,'7'-38'481,"0"-1"1,4-22-454,-9 61 28,-1 9 0,1 11 6,0 16-34,-8 16-26,1-20 1,-1 2-137,-4 4 0,-1 1-825,1 2 1,-1-1-3067,3 0 1,1 0 4024,-2 21 0,6-25 0,3-19 0</inkml:trace>
  <inkml:trace contextRef="#ctx0" brushRef="#br0" timeOffset="127213">13031 13263 24206,'-8'-3'2795,"2"0"-2196,6 3 420,0 0-967,-14-10-52,20 6 0,-3-8 0,29 7 0,8 0 0,2 0 0,-3-1 0,-8 2 0,-12 2 0,-10 0 0,-5 2 0,-5 0 0,-5 0 0,1-1 0,-8 1-561,4 2-3584,-2 1 4145,3 1 0,4-1 0,4-3 0</inkml:trace>
  <inkml:trace contextRef="#ctx0" brushRef="#br0" timeOffset="127596">14454 13473 22562,'2'-43'394,"0"0"0,1 4 0,-5 13 1696,-6 26-2090,1 10 846,-7 28-846,-2 15 0,5-14 0,-1 4-239,-2 6 0,-1 3 239,0 6 0,1 1-215,4-18 0,1 2 0,2 1-1335,0 9 1,2 2 0,1-2 1549,1 8 0,1-4 0,1-5 0,2-6 0,3-11 0</inkml:trace>
  <inkml:trace contextRef="#ctx0" brushRef="#br0" timeOffset="127879">14388 13974 16336,'-6'-51'870,"-1"0"0,1-1 0,0 1 0,0 3 1,1 2-1,-2 1-607,-2-3 0,-2 0 0,1 5 0,1 3 1,1 2-43,1-21 1,5-1-158,6 12 1,6 2-15,7-6 1,7 4 527,-3 19 0,5 5-545,26 0 1,3 6-156,7 5 129,-15 13 1,6 4-1,-6 2-4,-15 1 0,-2 4-3,8 9 0,2 6 0,-8 1 11,-15 1 0,-5 2-3,6 5 1,-8 1 2,-19-1 0,-10-2-8,-3-8 0,-6-3 28,-18 10 0,-6-2-20,7-8 0,0-3-14,0-1 0,1-3-59,9-6 1,4-2-538,-1-2-9232,10-7 8714,17 0 0,10-3 0,-2 4 0</inkml:trace>
  <inkml:trace contextRef="#ctx0" brushRef="#br0" timeOffset="129246">15358 13226 27617,'-62'-4'115,"0"0"1,4 1 0,10 9-88,12 26 11,2 10-5,22-2-34,5-8-28,29 6 28,10-28 5,10 3 12,-9-17 0,-1-4-17,2-2 19,2-8 1,0-5 81,-1-8-51,-11 8 1,-2 0-1,1-7 169,-3-5-134,-14 18-85,1-2 0,-8 13 0,-6 10 0,-6 7 0,-1 4 0,-8 19 0,10-4 0,-2 15 0,9-8 0,10-2 0,2-11 0,17 6 0,-10-16 0,25 5 0,-14-16 0,18-14 0,-20 0 0,8-20 0,-14 3 0,3-12 0,1-4 0,1 3 0,3 3 0,2 10 0,0 8 0,1 9 0,2 5 0,2 12 0,2 10 0,-6 4 0,-7 4 0,-2 3 0,5 16-107,-8-10 0,-2 1 107,2 20 0,-5-6 0,-3-15 0,2-2 0,1-21 0,3 2 0,11-19 0,17-17 0,4-8 0,-17 7 0,-2 0 214,7-13-214,-15 8 0,-1-2 0,-1-6 0,1-14 0,-12 28 0,-10 6 0,-6 10 0,-3 1 0,-6 6 0,2 9 0,0 6 0,4 2 0,-2 19 0,10-15 0,2 30 0,15-20 0,12 10 0,11-15 0,3-11 0,-2-7 0,-9-15 0,-6-7 0,-6-10 0,-2-5 0,-3 6 0,3-5 0,2 5 0,1 4 0,4 5 0,-1 12 0,3 10 0,3 8 0,-1 14 0,-1 10 0,-6 8 0,-6 5 0,-5 1 0,-4-5 0,-2-7 0,0-14 0,2-12 0,4-14 0,2-6 0,21-21 0,2 3 0,-5 4 0,1 0 0,28-12 0,1 4 0,-23 15 0,-2 2 0,10-1 0,4 6 0,-26 13 0,-4-2 0,-5 13 0,-4 0 0,11 12 0,-3-9 0,21 9 0,4-14 0,21 1-175,-24-12 0,0-2 175,3-3 0,-1-3 0,-1-4 0,-2-4 0,-4-5 0,-3-6 0,-4-6 0,-5-6 0,-3-7 0,-4-4-281,-3-5 0,-2-2 281,-2 0 0,-2 1 0,-1 6 0,0 2 0,-2 8 0,1 4 0,-1-12 0,0 18 0,0 11 0,0 10 329,0 12-329,0 15 0,1 20 0,0 18 0,-2-24 0,1 2-196,-1 4 1,0 1 195,0 2 0,3 1 0,3 0 0,5-1-779,3-1 0,4-3-1568,6-2 1,2-3 2346,-2-8 0,0-3 0,8 4 0,-15-17 0</inkml:trace>
  <inkml:trace contextRef="#ctx0" brushRef="#br0" timeOffset="129420">17514 13261 27684,'36'-42'-146,"0"1"1,2 3-1,3 10-666,2 22 0,2 7 23,10-1 0,-3 1 0,7-1 1,-3 3-1</inkml:trace>
  <inkml:trace contextRef="#ctx0" brushRef="#br0" timeOffset="129628">18215 13287 27471,'51'-20'-430,"0"0"1,0 0 0,-4 1 0,-1 3 0,-4 9-700,-2 15 1,-5 8-2538,-4-2 0,-4 2 3666,8 12 0,-18-9 0,-13-8 0</inkml:trace>
  <inkml:trace contextRef="#ctx0" brushRef="#br0" timeOffset="129753">18405 13455 21433,'-9'2'5646,"2"0"-4688,7-2-331,0 0-733,36-15-858,8 8 964,-1-1 0,0 0 0,2 4 0,-3 3 0</inkml:trace>
  <inkml:trace contextRef="#ctx0" brushRef="#br0" timeOffset="131854">18632 13318 22946,'0'-47'868,"0"1"0,-1 0 0,1-17 0,-2 12-296,-2 26-136,-2 8-234,-3 4-96,-5 16 40,-8 19-12,-13 22-78,12-12 0,-1 2-567,-4 8 0,0 3 519,-2 4 0,2 3-2,0 1 0,4 2-15,5-2 1,5-1-20,6-4 0,7-1-200,8-6 1,8-4-160,8-5 1,7-5-676,8-4 1,5-5 474,11-3 0,-1-5 0,8 3 1,-5-8-1</inkml:trace>
  <inkml:trace contextRef="#ctx0" brushRef="#br0" timeOffset="132127">18812 13119 24340,'-22'-41'739,"0"0"1,2 7-1,2 12-593,5 25 173,-8 26 28,-5 14-207,6-10 0,-1 2-886,-4 8 0,-1 1 799,-1 6 0,0 2-50,0 2 0,2 2 2,4-1 1,3 0-85,3-3 0,6-1 34,6-5 1,6-2-141,5-6 0,6-3-406,7-5 0,6-5-4325,12-3 1,3-5 4171,12 3 1,-1-9 0,-44-10 0</inkml:trace>
  <inkml:trace contextRef="#ctx0" brushRef="#br0" timeOffset="132336">18825 13161 25068,'-49'-6'549,"1"0"0,-3 9 0,7 9-330,7 37-163,14-12 0,1 1-493,8-9 1,1 1 453,-1 11 0,1 2-37,5-8 0,3 3-571,2 18 1,5 2-2452,6-10 1,5-1 2584,3 2 1,1-5-1,11-2 1,-10-20-1</inkml:trace>
  <inkml:trace contextRef="#ctx0" brushRef="#br0" timeOffset="132561">19342 13516 23702,'-2'-5'3579,"1"2"-2577,1 3-929,-12-1-4274,-1 32 4206,-5-12 323,7 14 0,3 4-1286,-1 8-251,-2 9 1209,7-2 0,4-34 0,0 7 0</inkml:trace>
  <inkml:trace contextRef="#ctx0" brushRef="#br0" timeOffset="132946">19553 13194 27454,'-57'17'236,"14"-5"-192,31 30-21,13-17-18,10 10-21,12-18 38,9-8-11,-4-7 28,14-16 17,-16-6-22,3-6 100,-13-18-50,-17 12-33,-2-7 44,-23 4-73,0 22 29,-11-1 5,7 19-51,4 8-10,5 12-214,8 7-139,5-2-8228,15 27 8586,4-23 0,1 5 0,-4-24 0</inkml:trace>
  <inkml:trace contextRef="#ctx0" brushRef="#br0" timeOffset="133161">20021 13090 28273,'35'33'0,"-1"1"0,1 0 0,-4 3 0,-3 2 0,-8 2 0,-10 4 0,-9 3 0,-2 0-1200,-4 4 1,-3 1 0,-3-1 51,-5 3 0,-4 0 0,-1-2 860,-1-6 1,-2-1 0,2-4-1,-4 2 1,2-6 0,-7 4-1</inkml:trace>
  <inkml:trace contextRef="#ctx0" brushRef="#br0" timeOffset="133828">20729 13448 26819,'33'-33'-30,"0"0"1,0 0 0,1 2 0,0 2 0,2 7-223,11 10 0,0 6 8,-9 0 1,1 3-1032,12 1 1,-4 5-1341,-2 14 122,-1 14 1783,-56 11 1216,-7-16 1,-4 0 734,-9 2 0,-3 0-251,-3 2 1,0-1-182,0-2 1,0 0-219,5-2 0,1-2 260,-19 12-153,19-13-228,15-11-207,18-11-179,20-10-67,20-10-17,-9 6 0,2-2-351,6-2 1,1 0 319,3-2 0,0-1 8,-3 0 1,-2 0 16,-5-1 1,-4 0 33,10-24 422,-24-2-428,-25-1 28,-15 2 46,-10 6 17,3 10-113,9 8 0,9 6 0,8 6 670,4 5-670,1 3 86,4 11-86,5 12 0,6 21 0,-5-12 0,-1 4 0,-1 17 0,-2 3-471,-2-15 0,-2 1-1498,-6 23 0,-4-1 1353,0-24 0,-1-3 0,-7 26 0,5-27 0</inkml:trace>
  <inkml:trace contextRef="#ctx0" brushRef="#br0" timeOffset="134928">22973 13671 23937,'0'-36'1719,"1"1"1,0 4-1555,-1-5 0,0 5-64,0 22-22,0 19-57,0 1 12,1 23 5,-1 5-6,-6 20-279,1-24 0,-2 0 268,-3 4 0,-3-1-11,-1-1 1,-1-1-1,1-3 0,-2-4 23,-10 15 89,7-21-17,10-16-55,7-21-1,13-30-39,-1 3-363,2 2 1,2-3 345,-3 5 1,0-1 19,4-13 0,2-2 14,0-1 0,0 1-8,1 2 0,1 3-20,-1 7 0,0 2 195,-3 10 0,1 2-195,12-10 0,-4 17 0,-1 10 0,2 14 0,1 9 757,1 16-757,-1 10 0,-4 12 0,-14-16 0,-2 1 0,-4 25 128,-5-4-128,-9-14 0,2-20 0,0-1 0,4-12 0,3-16 0,5-8 0,6-13 0,7-8 0,9-1 0,13-5 0,-1 12 0,-1 5 0,-3 13 0,-6 7 0,7 10 0,-1 10 0,2 26 0,-8 4-347,-2 3-431,-8 2-941,-2-10-3014,7 10 4733,-1-11 0,-6-15 0,-6-13 0</inkml:trace>
  <inkml:trace contextRef="#ctx0" brushRef="#br0" timeOffset="135527">23951 13663 23612,'26'-50'1127,"1"-1"1,-1 2 0,-8 10-730,-18 28-163,-11 0-134,-4 15 112,-19 11-68,2 9-86,7-2 0,1 2-26,-12 22-39,17-18 1,3 0 11,2 7-6,6 2 22,11-15 1,5-1 5,9-11 11,14-20-17,-8 0 40,13-21 61,-14 7-4,4-9-119,-1-2 0,-9 9 0,-2 3 0,-9 14 0,-3 5 0,-1 4 0,2 12 0,3 6 0,2 17 0,-1-5 0,3 15 0,4 4 0,5-1 0,11-3 0,7-24 0,-4-13 0,24-27 0,-27 2 0,5-14 0,0-5-351,-13 8 0,-2-2 351,11-17 0,0-2 0,-11 14 0,-2-1 0,3-15 0,-1-2 0,-3 3 0,-1 0 0,-3 3 0,-2 2 0,1 2 0,-8 7 0,-16 8 0,0 20 0,-20 19 0,6 15 0,-8 20-273,17-16 1,3 3 272,-1 6 0,3 2 0,0 6 0,2 2 0,1 3 0,2 3-255,0 2 1,3 2 254,5 2 0,2-2 0,-1-13 0,4 1-1376,7-2 0,4 1 0,-1-6-1319,7 11-114,-2-9 1,-1-8 2105,-9-24 0,-7-6 1,-1-3-1</inkml:trace>
  <inkml:trace contextRef="#ctx0" brushRef="#br0" timeOffset="136019">24345 13757 20252,'-4'-5'4766,"1"1"-3058,3 4-1590,30-68-96,6 40-562,-3-14 1,4 2 544,-1 25 1,1 4-12,2-3 1,0 0-66,0-1 0,-1-1 73,-2-1 1,-2 0-9,-2 0 1,-3 0 22,12-10 44,1-7 253,-22 10 134,3-9-12,-13 7 764,-4 4-1188,-3 6 435,-1 7-447,-2 5 97,-1 22-97,-2 10 0,-5 28 0,2-23 0,-1 1-322,-3 6 0,0 0 322,-2 2 0,-1 1 0,-1-1 0,1 0 0,1-4 0,2-3 0,-5 16 0,9-7 0,10-28 0,7-4 0,3-18 0,23-25 0,-14 9 0,5-6 0,1-2 0,5-5 0,-9 9 0,-1 1 0,5-5 0,5 3 644,-17 17-644,3 3 0,-12 18 0,-5 12 0,-5 13 0,-3 8-1379,0 5-7437,1 2 7974,6-9 1,1-16 0,1-13 0</inkml:trace>
  <inkml:trace contextRef="#ctx0" brushRef="#br0" timeOffset="136187">25450 13872 25405,'-1'-4'3057,"0"1"-2848,1 3-209,3-50-337,0 44-6894,4-35 7231,-3 54 0,0-4 0,-3-5 0</inkml:trace>
  <inkml:trace contextRef="#ctx0" brushRef="#br0" timeOffset="136627">26228 13696 22688,'9'-51'1420,"0"0"1,-2 10 0,-5 6-1001,-12 6-123,-14 31-28,-10 25-160,13-1 0,0 4-45,-1 11 1,0 3-617,0 11 0,1 4 555,5-15 1,2 2 0,-1 1-736,0 4 0,1 1 0,0 0 728,0 2 1,0 1-1,1-1-47,-1 1 1,0 0 0,1-1-524,-1-2 0,0-1 0,0-1 127,0-4 1,-1 0 0,-1-2-1371,-8 14 1,-3-3 1816,-5-4 0,1-7 0,-3 5 0,-1-15 0</inkml:trace>
  <inkml:trace contextRef="#ctx0" brushRef="#br0" timeOffset="136721">25539 14781 15364,'37'-45'324,"-1"-1"0,0 1 0,0 0 0,0 2 0,0 1 0,0 0 0,0 2-587,7-5 0,1 1 0,0 2-2435,-1 3 1,0 2 0,-1 1 2697,-5 7 0,-1 1 0,-4 2 0,2 1 0,-5 4 0,3-1 0</inkml:trace>
  <inkml:trace contextRef="#ctx0" brushRef="#br0" timeOffset="137679">26410 14201 22380,'0'3'4033,"0"-1"-2488,0-2-1472,62-58-56,-24 9-563,-10 15 1,5-4-1,-4-1 552,-1-11 0,-5-1 1,-5 12 0,-2-2 1,0 0 16,-1-2 0,-1-1 1,-1 0-18,-2 3 1,-1-1-1,-2 2-39,1-12 1,-3 3 95,-4 13 1,-2 3 92,-5-8-56,0 23-78,-2 16-23,3 9 1204,-4 18-1204,0 17 0,2-8 0,-1 3-191,-1 10 0,0 2 191,-2 8 0,1 2 0,2-18 0,0 1 0,1 0 0,-1 20 0,1-1-169,2-5 1,3-2-157,4-8 0,4-3-165,2-10 0,3-3-473,23 7 89,10-25 319,9-25 468,-23-1 1,-1-5-191,2-4 1,-1-3 449,0-3 1,-1-1 89,-2-1 0,-2-1 40,-3 2 0,-1-2 314,-3 3 0,-3 0 33,8-21 32,-11 12-306,-8 15-152,-11 12 72,-10 17-206,1 2 624,-13 18-714,6 2 0,-7 14 0,3 3 0,5 12 0,11-18 0,9 11 302,12-25-302,8 0 0,9-12 0,10-19 0,-12-3 0,6-21 0,-17-1 0,-1-14 0,-5-5 0,-6-11 0,-1 21 0,1-7 0,1 26 0,5-1 0,5 6 0,22 1 0,7 4 0,7 2-226,11 5 226,-10 7 0,-16 4 0,-1 2 0,10 11 0,-12 12 0,-29-7 0,-22 9 0,-9-2 0,-8 8 0,2 10 0,15-7 0,7-5 0,19-3 0,34-14 0,9-4 0,-7 5 0,10-6 0,-1-6 0,-16-18 226,-5-7-226,1-14 0,-14-23 0,-13 2-276,-16-12 276,-4 24 0,-18-3 0,-11 8 0,0 6 0,-6 5 0,19 19-253,10 8-1959,2 12 2212,8 7 0,3-8 0,4 0 0</inkml:trace>
  <inkml:trace contextRef="#ctx0" brushRef="#br0" timeOffset="138021">27927 13670 27544,'56'-30'61,"0"1"1,-2 6 0,-6 16-51,-3 41-3,-18-3 1,-2 5-1224,-5 6 1,-4 1 1208,-1-7 0,-3 1-25,-5 23 1,-9-1-24,-8-27 1,-3-2 39,0 7 0,-3-2 84,-8-8 0,-1-6-59,-3-6 652,-8-11-579,21-28-5,7-21-34,5 1-6,6 12 0,3-2-31,7-5 1,4 1-206,1 0 1,4 1 176,7-5 1,3 5-163,-1 14 0,1 4-1152,4 4 1,2 4 1333,-4 3 0,-2 3 0,12 0 0,-19 4 0</inkml:trace>
  <inkml:trace contextRef="#ctx0" brushRef="#br0" timeOffset="138803">29206 13301 23943,'6'-53'1028,"0"0"1,0 15 0,-3 6-861,-6 2-11,-3 32 50,-4 17 67,-10 20-173,6-3 0,-1 2-352,1-4 0,-1 5 283,-4 10 0,-1 9 0,0-3-714,3-9 0,0-2 0,0 4 687,-1 2 1,-2 3-1,1 1 1,0-2-38,-1 7 0,1-1 1,2-2-652,3-2 0,2-2 1,2-2 295,0 4 1,8-2-4530,19 4 1,6-8 3105,3-9 0,16 5 0,-32-39 1</inkml:trace>
  <inkml:trace contextRef="#ctx0" brushRef="#br0" timeOffset="140246">29626 13645 23584,'10'-39'1669,"1"0"0,5-22-1461,-18 59-40,-5 13 0,-5 11-6,-6 20-56,-3 16-417,11-23 0,-1 1 331,1 5 0,0 0-20,1 0 0,0 0-20,2-1 0,2-1-166,0-3 1,3 0-532,5 26-885,9-11-3030,10-14 4632,3-16 0,-7-11 0,-8-8 0</inkml:trace>
  <inkml:trace contextRef="#ctx0" brushRef="#br0" timeOffset="140454">30092 13893 20274,'3'-5'5444,"-2"2"-3680,-1 3-1573,14-13-57,-10 22-44,8-6-57,-17 26-33,-5 3-156,-4 1-830,0 0-8845,4-1 7812,4-13 1,5-4-1,1-13 1</inkml:trace>
  <inkml:trace contextRef="#ctx0" brushRef="#br0" timeOffset="141246">30319 13671 22503,'-3'-6'3512,"1"1"-2425,2 5-1048,-15-46 34,11 34-29,-11-34 63,15 47 111,0 0-128,3-2-12,0-1 51,4-1-107,-3 0 23,-1 2 11,-2 0 28,0 1-61,-4 7-35,-1 0 12,-2 6-22,-2 0 16,1-1 6,-3 3 34,-1 1-28,1-3 16,1 0-16,5-5-18,0 3 12,0-2 6,0 1-28,1-3 83,1-3-22,1-3 107,1 0-118,5-9-22,-1 3-29,9-11 23,-6 10 11,5-6 40,-5 5-34,-1-3-1,0 0-38,-3-6 33,0 4-22,-1-8 11,-2 7 6,2-2 5,-2 5 22,0 4-21,0 5-24,0 1 1,-3 3 6,0 4 5,-2 3-12,2 0 12,1 0 0,2 0 0,-1 0 34,2 0-34,1-5 6,-1-1-12,1-3 12,-1 0-6,1-1-40,0-3-279,1 1-174,-1-2-2083,1 3 2576,3 2 0,-3-1 0,2 2 0</inkml:trace>
  <inkml:trace contextRef="#ctx0" brushRef="#br0" timeOffset="141511">30432 13917 23293,'-3'0'3086,"1"0"-1787,2 0-1203,51-10-85,-15 5-11,3-1 0,2 1-11,9 3-230,-4 0-179,-12 2-5131,3 0 5551,-18 0 0,0 0 0,-12 0 0</inkml:trace>
  <inkml:trace contextRef="#ctx0" brushRef="#br0" timeOffset="141737">31123 13674 28602,'-4'54'69,"-3"4"-69,9-10-267,-11-9 1,-5 0-964,1-11 1,-2 1 640,-8 13 0,0-1 0,-1-3 0,4-8 0</inkml:trace>
  <inkml:trace contextRef="#ctx0" brushRef="#br0" timeOffset="142029">31445 13509 26648,'6'-42'599,"0"-1"0,-1 6 1,0 7-388,1 19-199,2 6-13,6 13 0,6 13 0,10 24 0,-4 1-659,-4 7 1,-2 5 658,-6-11 0,-1 2 0,-2-3 0,1 5 0,-2-2-54,-1 13 1,-7 1-720,-8-17 0,-6 2 1,0-4-1566,-1 2 0,-4-3 2338,-16 8 0,-1-8 0,8-18 0,-1-3 0</inkml:trace>
  <inkml:trace contextRef="#ctx0" brushRef="#br0" timeOffset="142662">32134 13905 25618,'18'-40'597,"0"0"1,0 1 0,5-13 0,-5 10-380,-11 22-14,-8 15-154,-9 21-11,-8 22-30,3-7 0,-1 4-576,-3 7 1,-1 2 566,-4 5 0,-1 2 0,-2 1 0,-1 0-421,-2 0 1,-1 0-1736,2-1 1,0-1 2155,4-7 0,3-4 0,-5 10 0,14-22 0</inkml:trace>
  <inkml:trace contextRef="#ctx0" brushRef="#br0" timeOffset="143013">32359 14091 25774,'34'-44'302,"0"0"1,-2 5 0,0 8-152,11 15-39,-4 8-62,-8 8-11,-8 10-22,-11 11 17,-14 13 11,-19 10-29,3-18 1,-2-1 5,-7 0 1,-2-1-290,-3 0 0,0-1 267,1-3 0,0-2 84,-19 13-73,18-7-5,18-8 10,15-5-49,18-7-57,20-3-134,-9-3 0,3-1-684,8-1 1,3-2-1989,6-1 1,0-2 2343,-3 2 1,-3-1-1,15-2 1,-27 5-1</inkml:trace>
  <inkml:trace contextRef="#ctx0" brushRef="#br0" timeOffset="143228">32872 13476 27998,'8'-39'252,"0"1"0,17-13-202,8 76-33,-11-1 0,0 4-12,3 10 1,-2 4-824,-1 9 0,-4 5 801,-6-15 1,-3 1-1,-1 1-105,-3 2 1,-1 1 0,-5-1-501,-3 1 1,-4-1-1,-4 0 622,-5 1 0,-5 0 0,2-5 0,1-4 0,-1-4 0,-3-4 0,-1 0 0</inkml:trace>
  <inkml:trace contextRef="#ctx0" brushRef="#br0" timeOffset="144783">32810 12973 24833,'-3'-39'871,"1"1"0,-3-22-742,5 57-11,10 6 22,15 7-56,27 9-54,-12-3 1,3 2-822,10 5 0,3 4 794,-14-4 1,1 2 0,-1 3-613,2 4 0,0 3 0,-3 4 595,1 4 1,-2 3 0,-4 4 9,-2 3 1,-5 4-1,-4 1-8,-10-12 1,-3 0 0,-3 1 0,-5 0-40,-5 1 1,-4 0 0,-4 0 0,-4-2-141,-5 1 1,-4-1-1,-3-1 1,-4-2-1126,-4 1 1,-4-1 0,-3-2-1,1-2 1316,2-3 0,-1-2 0,0-2 0,3-3 0,-17 12 0,6-5 0,19-16 0,0 1 0</inkml:trace>
  <inkml:trace contextRef="#ctx0" brushRef="#br0" timeOffset="149574">20672 10861 16163,'-11'1'2716,"-22"2"0,-3-1-508,16-6-1956,-27-1-112,70-11-107,12 2 3,-4 4 1,1 1-362,0 1 1,0 1 327,9-1 0,2 0-31,6 2 0,-1 0-17,15 0-6,-26 4 1,-3 1 71,-8 1-83,-8 3 68,-57 7 5,6-1-818,-13 0 1,-3 0 834,-5-1 14,5 0 0,-4 0-343,10-2 0,0 1 385,-8 1 0,0 0 56,6-2 0,4 0-62,-7 1 564,30-5-575,29-5 56,47-11-98,-28 7 0,2 0-343,18-3 0,2-2 315,-3 3 0,0 0 6,1 0 0,-1 1-3,-12 2 0,0 0-3,2 0 0,-2 0 1441,6 0-1511,-4 1 863,-34 2-852,-32 7 40,-13-1-9,-10 5 0,-4 1 14,23-5 0,-2 2-843,-16 2 1,-8 3-1,8-1 874,15-3 0,1 0 31,-30 6 0,6 0 616,25-4-409,1 1-100,39-11 301,46-14-350,-24 6 1,3-1-353,18-7 0,4 0 277,1 2 0,-2 0-17,-8 3 0,-1 1-78,8 0 0,0 2 67,-10 6 0,-3 2 0,17-4 0,-11 7 0</inkml:trace>
  <inkml:trace contextRef="#ctx0" brushRef="#br0" timeOffset="151220">13260 15106 23999,'-41'-12'148,"-1"0"0,1 0 1,-22-1-1,12 13-125,26 26-9,5-1 0,0 2 19,-6 19-14,12-12 1,3 1-20,5 16 0,10-7 6,24-19-28,8-16 10,14-2 29,1-12 112,-7-12 39,-19-2-6,-20-4-100,-13 10 56,-22 3 33,-23 14-83,9 1-12,2 6 0,1 4 11,-4 17-56,-4 8 6,26-7 0,20 1-17,9-13 11,20 19-28,9-16-22,9 4-68,-15-18 1,4-4-519,6-2 1,1-1-32,-8-1 0,1-2-1888,15-4 1,-4-2 2543,1-9 0,-16 6 0,-20 4 0</inkml:trace>
  <inkml:trace contextRef="#ctx0" brushRef="#br0" timeOffset="151529">13709 15162 24475,'-27'39'33,"1"0"1,-1-1-1,1-1 1,-1-1 0,2-4-104,-6 0 0,2-5 30,4-5 1,1 0 14,-7 5 0,3-4 70,4-6 156,-5-18 107,37-30 146,15-24-196,-4 24 0,2 2-245,18-17 183,-14 22 0,2 2 179,27-6-285,3 6-76,-25 15 0,1 4 3,21 13-68,1 14-131,-27-5 0,-1 1-422,15 19-4312,-9-2 1,-3 0 2979,-3-2 0,10 12 0,-30-38 1</inkml:trace>
  <inkml:trace contextRef="#ctx0" brushRef="#br0" timeOffset="151804">12964 16097 20903,'-45'10'665,"1"0"0,-1 0 0,-3 1 0,3-1 497,0 0 0,14-7-831,29-9 251,10-1-426,40-11 1,17-1-87,-7 3 0,5 0-495,-18 4 1,4 0 0,1 0 0,0 1 439,-3 1 1,0 0-1,0 1 1,0 1-14,2 0 1,0 0 0,-1 0 0,1 1-3,-1 1 0,1 0 0,-1 1 0,-3 0 3,3-1 1,-2 2 0,1 0-12,6 0 1,0 1 0,-8 2 385,15 6-616,-22-2 0,-11 4-2176,-28 12 2414,-12-1 0,-1-7 0,5-5 0</inkml:trace>
  <inkml:trace contextRef="#ctx0" brushRef="#br0" timeOffset="152716">15795 15744 21898,'-7'-44'1208,"0"0"1,1 0-1,1 3 1,-1 5-1086,-7-16 28,10 63 23,-1 17-68,1 28-78,1-16 0,0 4-903,0 8 1,1 4 847,-1-15 1,1 2 0,0 1-131,0 2 0,0 2 1,0-1-584,0 2 1,0 1-1,1-1 740,0 5 0,0-1 0,0-4 0,0-5 0,0-4 0,0-5 0,1 1 0</inkml:trace>
  <inkml:trace contextRef="#ctx0" brushRef="#br0" timeOffset="152998">15606 16211 13911,'-10'-50'1113,"0"-1"1,1 1-1,1 1 1,2 1 0,1-1-778,0-1 0,2 0 0,3-1 58,5-3 0,3-1 0,0 4-658,0-1 1,3 3 515,8-14 0,5 6-84,-8 28 0,1 2 148,5-3 0,2 3-187,24-9-57,3 19-16,1 20-22,-23 12 0,-2 6-12,6 14 6,-16 2 0,-8 4-20,-14-5 1,-6 1-55,-6 11 1,-5 1 67,-8 1 0,-4-2-346,-4-2 0,-2-3 341,1-4 0,1-3-28,6-6 0,2-3 528,-11 11-1363,24-17-1534,32-16 2380,33-15 0,-18 3 0,9-3 0</inkml:trace>
  <inkml:trace contextRef="#ctx0" brushRef="#br0" timeOffset="154391">16443 15567 24525,'-8'-46'636,"-1"-1"1,1 6 0,-1 6-329,-2 15-101,-2 10-61,0 10-6,-6 13-39,-4 13-40,-5 14 1,2 9-51,6 2 12,11-3-12,9-8-45,8-11 34,6-10 11,4-10-22,4-12 11,3-12 34,6-15 16,4-12-5,2-7-186,-1-2 292,-7 8 57,-11 13-24,-8 15-111,-13 12 0,-7 13-6,-10 10-28,-6 14 34,-1 10-62,3 4-27,9 0 10,7-5-11,13-5 6,13-8 17,12-6 241,10-7-236,2-9 11,-2-12 1,-5-9-18,-5-12-16,-6-5 28,-8-5 11,-6-4-6,-4-3-9,3-4-13,4 2 0,8 3 0,7 9 0,4 9 0,5 8 0,0 9 0,-2 11 0,-5 13 0,-10 18 0,-9 15 0,-12 8 0,-5 0 0,-2-6 0,5-7 0,9-9 0,9-10 0,10-12 0,8-18 0,11-14 0,8-15 0,-23 12 0,0-3 0,7-8 0,-2 0 0,10-13 0,-19 14 0,-4-1 0,-9-1 0,-8-7 0,-16 9 0,-15 3 0,7 10 0,-6 3 0,16 11 0,-2 8 0,2 11 0,0 16 0,3 16 0,2 9 0,7 4-367,8-1 367,14-4 0,-6-30 0,5-3 0,4-1 0,3-4 0,5-4 0,2-3 0,2-5 0,1-3 0,1-7 0,0-3 0,-2-3 0,0-4 0,-1-8 0,-3-3 0,-9 3 0,-4-2 0,12-21 0,-23 2 0,-8 10 0,-2-6 0,-1 8 0,0 8 367,0 11-367,2 7 0,3 10 0,5 13 0,2 26 0,-5 5-277,-5-16 0,-2 0 277,-5 10-70,-4 12 70,6-15 0,10 5 0,10-13 0,27-19 0,-10-13 0,25-19 0,-14-10 0,-16 10 0,-1-3 0,4-4 0,-2-2 0,16-14 549,-7 4-549,-13 16 75,-11 14-75,1 2 0,-1 14 0,-3 5 0,3 12 0,-4-6 0,6 6 0,1-8-3392,32 2 3392,-10-9 0,10-9 0,1-5-510,1-4 510,-4-3 0,0-7 0,-15-7 0,-6-5 0,1-5 0,-3-3 0,-2-14 0,-6-4-748,-9-1 1,-4 2 747,-1 8 0,-2 1 0,-1-8 0,0 3-189,-1 12 0,-1 4 189,-2-27 0,-1 22 2212,-3 35-2212,2 13 537,-7 24-537,4-2 0,0 5 0,-2 4 0,-1 3 603,-2 12 1,0 2-604,-1-3 0,2 1 0,0 3 0,1-1 0,1-11 0,4 0 0,7 17 0,6-3 0,9-2-849,14-4 1,9-5-529,-11-28 1,2-5 1376,15 6 0,-1-4 0,-4-7 0,-9-9 0</inkml:trace>
  <inkml:trace contextRef="#ctx0" brushRef="#br0" timeOffset="154573">18590 15485 22811,'-4'0'3518,"0"0"-2964,4 0-559,68-30-68,-13 18-536,-7-6 1,3 2-6,-7 9 1,0 2-4303,8-1 1,-2 0 3871,-11 2 1,-1-1-1,2 1 1,-7 0 0,-20 3-1</inkml:trace>
  <inkml:trace contextRef="#ctx0" brushRef="#br0" timeOffset="154999">19798 15063 21646,'1'-11'2252,"6"-22"0,2-3-1648,1 10-430,0-8 0,1 2-40,-2 21 359,2 27-73,-6 18-292,-3 0 1,-1 4-810,-6 10 1,-3 3 722,-2 9 0,-3 3-38,3-16 0,-2 0 0,1 0-46,-1 2 1,0 1 0,2-1-245,0 1 1,2-1 0,2 0-587,2-3 0,2 0 0,5-2 872,14 19 0,3-6 0,-11-23 0,3-5 0,26 15 0</inkml:trace>
  <inkml:trace contextRef="#ctx0" brushRef="#br0" timeOffset="155525">20373 15351 21853,'-7'0'3490,"2"0"-3191,-25-2 1,-5-2 120,12-1-269,-14 0 1,6-4 16,29-8-73,18-10-22,16-7-40,14-2-140,-18 18 0,0 3 146,26-9-11,-6 9-5,-9 8-18,-8 9 1,-6 10-1,-4 12-10,-4 9 16,-3 6-11,-3 2-17,-4 0 23,-5-2 247,-11-1-225,-7-5 12,-9-4 16,-3-8 56,0-9 5,5-8-50,7-8 101,3-10-106,9-1 22,3-7 11,11 2-44,10 2 33,9 2-23,8 6-33,6 11-11,4 16-23,2 15-182,-23-9 0,-1 2 185,-1 2 0,-2 0 3,-2 1 0,-4 0 6,3 23-34,-25-5-84,-23-6-244,-3-20 0,-2-3-142,-17 4-427,12-11 1,1-3-7040,-7-8 7147,-3-6 0,21 2 0,14 0 1</inkml:trace>
  <inkml:trace contextRef="#ctx0" brushRef="#br0" timeOffset="155766">21082 14959 28619,'39'16'10,"1"1"0,-1-1 1,0 2-1,-1 3 1,-3 2-11,4 19 0,-6 5-1617,0 7 1,-5 3 1595,-13-16 0,-2 2 1,-5 1-197,-5 0 0,-5 1 1,-4 0-602,-5 0 1,-4 0-1,-3-1 523,-8 2 0,-4-2 1,2-4-1,2-2 1,0-5-1,1-5 1,0 0-1</inkml:trace>
  <inkml:trace contextRef="#ctx0" brushRef="#br0" timeOffset="156084">22372 15275 26670,'41'-25'-801,"1"0"0,9 2 0,2 7-1389,-10 15 1,0 6 1056,4-1 1,-2 0 0,10 4 0,-27 0 0</inkml:trace>
  <inkml:trace contextRef="#ctx0" brushRef="#br0" timeOffset="156258">22439 15591 20336,'-8'2'4889,"1"0"-3847,7-2 39,0 0-1053,14-8-78,23-5-158,22-10-569,-20 11 1,3 0-171,-1 0 0,2 0 947,8-2 0,-2 1 0,2 0 0,3 0 0</inkml:trace>
  <inkml:trace contextRef="#ctx0" brushRef="#br0" timeOffset="156465">22839 15205 25068,'-32'-33'705,"0"1"1,0-1-1,-11-15 1,10 3-548,18 2 148,12 7-306,13 10 105,8 12-105,13 2 0,20 27 0,0 20-221,-25-13 1,-1 5 220,-1 12 0,-5 4-432,-8 0 0,-4 2 432,0 15 0,-7 4-534,-11-10 0,-7 2 0,-2-2-2743,1-7 0,-2-1 0,-1-3 2401,-1 0 0,-2-2 0,2-5 0,-1-5 0,5-8 0,7-9 0</inkml:trace>
  <inkml:trace contextRef="#ctx0" brushRef="#br0" timeOffset="164561">25642 15303 25007,'1'-48'418,"1"1"0,-1 3 1,6 8-179,21 11-83,1 5-73,1 7-50,2 6-12,7 4-16,5 8-23,4 8-33,-1 11-23,-8 12 11,-12 8 23,-16 8 5,-23 5 37,-6-22 0,-5-2 3,-12 12 22,6-17 0,0-2 56,-6-1 0,-4-2 39,10-11 6,11-17-1,13-17-72,8 1 73,16-15-17,10 14-45,14-1-22,6 9-20,-16 13 1,0 3-4,15 5-286,-11 4 0,0 4 252,-8-2 1,-1 2-31,8 4 0,0 2-9,-5 0 1,-4 0-50,10 21-35,-38-3-21,-36-3 38,4-18 0,-4-3-497,-6 0 1,-2-3 37,-1 0 0,0-3-4339,0-2 1,3-2 3174,-10-1 0,15-3 0,33-2 0</inkml:trace>
  <inkml:trace contextRef="#ctx0" brushRef="#br0" timeOffset="164804">26619 15559 26085,'56'-31'-37,"-1"-1"1,-16 11 0,0 1-1,-3 4-302,-2 8 1,-1 2-1105,10-3 1,1 1 1442,5 0 0,-4 0 0,7 0 0,-9 3 0</inkml:trace>
  <inkml:trace contextRef="#ctx0" brushRef="#br0" timeOffset="165003">27443 15080 23791,'0'-5'3971,"0"2"-3243,0 3-547,26 20-181,-16 19 0,6-5 0,-1 3-18,-10-5 1,-2 2-179,4 13 0,0 2-1186,-2-6 1,1 1 1381,0 17 0,0-3 0,-2-23 0,0-3 0,-2 26 0</inkml:trace>
  <inkml:trace contextRef="#ctx0" brushRef="#br0" timeOffset="166557">25724 16212 23551,'45'-18'137,"-1"0"1,1 0-1,-1-1 1,3 2 0,0-1-1,0 2 1,0 3-142,15 0 0,0 4 1,1 1-1122,-11 1 1,2 0 0,-1 2 0,2-1 993,1 1 1,2 0 0,-1 0 0,1 2-190,-1-1 1,1 1 0,-1 1 0,-1-1-957,-2 1 0,0 1 1,-2 0-1,-2-1 1276,6 1 0,-2 1 0,-6-1 0,1 1 0,-7-1 0,0 1 0</inkml:trace>
  <inkml:trace contextRef="#ctx0" brushRef="#br0" timeOffset="166933">26349 16616 20907,'-2'-3'2414,"1"1"-1322,1 2-437,21-72 18,11 25-623,-15 4 1,2 3 27,20 7 0,-7 23-27,4 6-40,12 9-28,-5 13-22,-7 17 0,-13 12 5,-16 11 14,-13-24 1,-5-1-400,-5 4 1,-5-1 401,-8 2 1,-3-3-1,-2 0 0,-2-3-28,3-4 0,1-2 62,-16 10-12,24-17 18,31-17-12,29-16-34,10-4 1,8-1-121,4-2 1,3-1-379,-19 7 1,2 0 0,1 0-24,8-1 1,1-1 0,0 1-2615,-4 1 1,0 2 0,0-1 3157,7-2 0,1 0 0,-5 1 0,4 0 0,-6 2 0,10-3 0</inkml:trace>
  <inkml:trace contextRef="#ctx0" brushRef="#br0" timeOffset="167533">28329 15823 19919,'55'-23'114,"-1"0"0,2 0 0,-5 7-243,-5 13-241,10 4 117,-7 13-285,-22 6 631,-15 5-244,-33 6 298,-17-1 80,2-6 0,-3 0-76,11-7 0,-1 0 445,-17 9 1,2-1 167,3 0-468,-4 2 197,27-9 168,34-11-605,-2-4-67,41-10-45,1-8-718,3-2 746,-20 6 0,1-1 47,-8 3 1,-1-2 8,6-2 0,-1-3 31,-5-4 0,-4-2 419,4-11-47,-17-21 281,-25 10 162,-8-11-79,-8 5 17,-1 10-627,11 18 78,5 8-140,10 11 691,2 3-747,4 9 17,11 20-56,6 8-37,-6-8 1,0 0-20,6 15-39,-10-14 0,-1 2-426,-2 24 493,-16-14 0,-6 6 0,4-7 0,8 7 0,-13-7 0,0 0 0</inkml:trace>
  <inkml:trace contextRef="#ctx0" brushRef="#br0" timeOffset="168940">29884 16016 18673,'7'-49'565,"1"-1"1,0-5-1,-2 3 509,-3 19 1,0-1-664,2-19 1,2-1-174,-1 10 0,0 1 156,1-2 1,0 5-261,0 3 606,-5 17-706,-1 23 1328,-2 5-1323,-7 34-16,-3 2-91,2-9 1,0 0 84,-5 15-3,3-12 0,0 0 8,-4 13-22,5-17 0,1-1 478,-2 7-439,3-15 12,5-13 33,1-13-28,2-13-51,-3-15 7,0-13-12,0-13 431,2 7-417,0 3 0,3-3-3,1 5 0,1 0-585,0-5 1,0 2 575,0 11 1,1 4 20,1 2-18,-5 20-10,0 3 21,-1 22-16,0 10 17,-1 26-9,0-21 1,-2 2 570,1 5 1,-2 1-578,0 3 1,-1-1-6,1 1 1,0-2-198,1-2 1,0-1 233,1 24-40,2-18 73,2-18-11,0-19-28,0-12 0,0-21-16,-1 3-15,1-7 0,0-4 25,3-22-19,-1 15 0,2-1 8,0 8 0,1 3-22,8-21-17,-4 24 23,-5 22 347,-5 25-387,-3 4-554,-9 36-1451,-3-9 1865,1-11 0,1-1 0,-1-2 0,-1-5 0</inkml:trace>
  <inkml:trace contextRef="#ctx0" brushRef="#br0" timeOffset="169874">29877 16356 15457,'-8'3'3887,"-34"9"0,-5 2-3584,24-7-194,-24 6 0,10-2 166,35-10-113,14-3-112,15-7-55,25-6-9,-16 4 0,3 1-96,20-2 1,0 2-217,-17 3 0,0 1-58,16 0 1,-4 3-1628,-6 9-2402,-6 5-2286,-41 12 5891,-39 6 1,11-12-1,-9-2 1</inkml:trace>
  <inkml:trace contextRef="#ctx0" brushRef="#br0" timeOffset="170024">29767 16512 11150,'-11'3'8463,"3"-2"-7534,-23 3 1,-4 0 454,13-2-978,-18 4 0,12-4 121,37-8-371,3 1 29,29-8-106,8 0-319,-14 5 0,2 0 231,6-1 1,1 1-538,3 0 1,2 0-3143,2 1 0,-1 1 3099,-6 1 1,-4 0-1,13 1 1,-26 1-1</inkml:trace>
  <inkml:trace contextRef="#ctx0" brushRef="#br0" timeOffset="174829">3673 15663 23243,'-23'-39'110,"0"0"0,1 2 0,11 15-71,21 32 6,8 10 22,11 24-44,-9-11 21,9 15 7,-11-25 33,2 1 151,-2-10 207,-4-7 79,13-23-442,-6 1-37,3-9 0,3-4-328,2-2 0,2-1 288,-1 1 0,2-1 0,1-1-630,6-2 0,0-1 1,2 1 608,3-2 0,0 1 1,1 0-29,-1 4 0,0 1 1,0 2-224,-5 3 1,-1 3 0,-1 2-403,7-1 0,-4 6-1009,8 5 1681,-28 34 0,-17-12 0,-5 12 0</inkml:trace>
  <inkml:trace contextRef="#ctx0" brushRef="#br0" timeOffset="226821">24300 12432 19260,'-55'6'381,"-1"-1"0,6 1 0,7-1-274,5 1 1157,16 0-1214,14 1 459,20-1-481,20-1-73,28-1-3,-20-3 1,2 0-280,4 0 0,1-1 285,0 1 0,-1 0 20,-5 1 0,-2 1 228,-6 0 0,-3 1-239,4 3 33,-28 1 39,-38-2-1525,-6-1 0,-3-1 1503,9-1 0,-1 0 42,-8 0 1,-5 0 0,6-1 456,-14 0-413,7-1 1,2 1 36,11-2 98,5 1-81,19 0-28,21-3-62,13-3-34,20-4 7,12-3-24,-17 4 1,-1 0-6,15-3-352,-14 3 0,-1 1 335,-9 0 6,19-3 0,-23 4-16,0 2 4,-9 2 2956,-19 1-2933,-20 3-6,-8 1 1,-31 4 735,-1-1-736,24-2 1,-2 0-6,3 0 0,2-1 12,-7 3-7,21-2 12,42-2-56,24-1-152,-12-1 1,6 1 190,24-1 0,-1 0 0,0 0 0,-22 1 0,1-1 0</inkml:trace>
  <inkml:trace contextRef="#ctx0" brushRef="#br0" timeOffset="228377">8780 18268 7151,'-6'3'5601,"1"0"-4672,5-3-117,0 0 348,-60 36 291,35-21-1295,-9 4 1,4-2 95,19-11-134,16-10 5,8-6-5,9-5-12,9-6-44,3 2-18,2 2-44,-4 3-16,-5 4-1,-8 3-17,-6 5 1,-1-1 5,-5 2 5,1-2 85,-6 2-40,0 0-39,-10 6-5,-8 5-12,-15 9 40,-13 4 16,-5 4 85,-2 3 10,9-4-100,13-7 45,14-9 5,20-12-28,16-12 12,17-12-35,13-10-330,-20 15 0,0-1 350,3-1 1,0 0-23,0 0 0,0 1-17,-2 2 0,0 1-31,21-11 34,-16 12-50,-23 11 28,-27 14 22,-11 4-6,-26 16 23,1 1 102,19-10 1,-2 1-101,3-1 1,-1 0 11,-2 3 0,1-2 9,-8 7 66,-5 4-67,27-17 12,5-1 33,15-10-62,14-10-22,4-3-45,19-11-78,0-1 5,10-7 406,-1 1-366,-22 14 72,-12 7-22,-30 22 40,-16 10 38,-20 9 14,17-11 1,-1 0 19,5-4 1,1-1 4,-23 15 90,18-12 40,16-10 38,3-3 264,8-3-84,28-17-208,-7 3 68,32-21-84,7-4-278,-25 17 1,2 0-1402,7-3 1,-2 1 1465,15-5 0,-20 11 0,-15 6 0</inkml:trace>
  <inkml:trace contextRef="#ctx0" brushRef="#br0" timeOffset="253354">26202 12734 20375,'53'0'95,"-22"0"-98,8 1 0,2 0-25,3 1 0,0 1 28,-24-1 6,-18-1 5,-28-1 40,-14-2 10,-19 0-8,26 0 0,-2 0 157,-6 0 0,-1 0 345,-20 0-68,4 2-329,35 0 60,13 0-5,11 0-40,11-1 12,29-1-134,13-1-46,-13 1 1,1 0-239,-9 0 1,0 0 176,11-1 0,1 1-180,-8-1 1,1 1-734,7 0 0,0-1 319,-3 1 1,-4 0-1,5 0 1,-14 1 0</inkml:trace>
  <inkml:trace contextRef="#ctx0" brushRef="#br0" timeOffset="255411">10470 18092 20089,'47'-12'-114,"0"-1"1,0 0 0,4-3 0,-3 3-302,5 6 0,-3 3-1108,4 1-1071,1 0 124,-27 8 1490,-32 6 958,-27 7 481,-26 5-378,20-11 0,-1-1 798,-3 0 1,-1 1 173,0-2 0,0 0-223,5-1 0,2 0-34,-20 4-594,21-6-90,21-3 89,21-5-66,15-3 673,16-4-702,13-4-83,9-4-169,-29 7 1,2 0 91,-2-1 1,0-1-47,23-8 38,-16 2-22,-20 4 45,-25 7 50,-25 3 79,-26 9 55,20-1 1,-2 2-152,-4 2 0,-1 3 386,1 0 1,1 1-81,6-1 0,2 0 652,-13 6-330,23-6-68,28-7-274,22-9-146,23-7-151,-15 1 1,3 0-1236,7-3 1,2-1 1251,13-4 0,-2 1 0,-24 7 0,-2 1 0,0-1 0,0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59:15.7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1347 2656 25455,'5'-38'213,"-1"-1"0,6-17-163,-5 72-5,0 17-45,-1 21 0,-4-20 0,-1 2-700,-1 6 0,-2 0 159,0 4 1,1 1-1267,-1 1 1,1 1 1806,1 2 0,1-5 0,1 10 0,2-15 0</inkml:trace>
  <inkml:trace contextRef="#ctx0" brushRef="#br0" timeOffset="200">1775 2722 25735,'7'26'157,"0"2"-303,-11 18-705,7-6-1877,7-7 2728,7-9 0,-6-12 0,0-6 0</inkml:trace>
  <inkml:trace contextRef="#ctx0" brushRef="#br0" timeOffset="527">2030 2230 24531,'-37'38'50,"9"-4"-39,40-14 96,-1-7 122,0-8-66,-2-12-23,-3-11 34,-3-9-29,-7-9 1,-4 0-51,-7 2-44,-2 7-12,-1 9-50,-3 12-45,-6 16-247,-7 15-1041,-6 18-2907,20-16 1,1 1 4250,-11 23 0,13-17 0,9-15 0</inkml:trace>
  <inkml:trace contextRef="#ctx0" brushRef="#br0" timeOffset="867">1355 2101 25278,'-23'33'100,"1"1"1,-15 13 29,59-11-395,-3-21 320,7-4 137,-1-10 358,-2-12 486,-5-8-83,-5-9-271,-8-3-245,-6 0 8,-4 4-190,-3 7-263,1 8-443,1 9-255,2 15-381,2 13-2776,9 18 3794,2 1 0,0-14 0,-1-12 0</inkml:trace>
  <inkml:trace contextRef="#ctx0" brushRef="#br0" timeOffset="1126">2321 2749 27718,'27'-32'39,"0"1"0,-1 2 0,2 6-20,7 14 1,0 5-25,8-3-258,-2 5-1849,-26 9 2112,-2 1 0,-7 0 0,-5-3 0</inkml:trace>
  <inkml:trace contextRef="#ctx0" brushRef="#br0" timeOffset="16398">4104 2648 22750,'-5'-46'914,"0"0"1,2 9 0,0 10-887,-1 19 12,2 19 60,-1 36-72,1-12-6,0 5 1,-1 5-438,1-9 0,1 2 373,-2 12 0,1 3-216,1 2 0,0 2-605,3-12 1,0 2 0,2-3 153,-1 2 0,3-2-1534,6 11 0,5-7-6237,17-10 7734,5-6 0,-14-19 1,-10-11-1</inkml:trace>
  <inkml:trace contextRef="#ctx0" brushRef="#br0" timeOffset="16738">4393 3133 15866,'1'-46'2875,"-1"1"0,-2 0 0,-4 9-2264,-5 22-342,-3-1-218,6 13 44,3 12-73,3-3-16,7 17-1,8-9 7,11 7-7,-1-11 29,11-5 5,-3-9 45,15-16-22,-10-5-1,-2-14 12,-15-1-39,-9 9 72,-6-6 45,-5 11 45,-6-1-22,-6 12-68,-8 9-39,-4 15-22,-1 9-6,-1 23-33,10-10-17,0 23-31,13-21 0,7 3-1227,14 18 0,7 1-681,-4-8 1,5-2-1303,17 3 1,4-10 2640,-13-23 0,-2-6 1,11 0-1,-19-9 0</inkml:trace>
  <inkml:trace contextRef="#ctx0" brushRef="#br0" timeOffset="16938">5030 3087 19540,'9'-46'1334,"0"-1"0,0 0 1,3-8-1,-3 4-597,-3 11 0,-2 4-104,-5 3-241,-5-4-196,-8 30-146,-1 11 17,-7 17-5,-2 33-45,11-20 0,1 3-602,-3 15 0,2 5 568,1 2 1,1 4-753,4-15 0,-1 3 0,1-2 720,1-7 1,0-1-1,1 4-345,-1 6 1,1 5 0,0 1 0,0-4-593,0 1 0,1-4 0,-2 4 734,0 5 0,-2 5 0,1-1 0,1-9 0,0 2 0,0-6 0,-2-5 0,0 0 0</inkml:trace>
  <inkml:trace contextRef="#ctx0" brushRef="#br0" timeOffset="17297">4632 4351 19888,'3'-45'666,"0"0"1,0 0-1,3-4 1,2-1-1,1 3-577,6-10 1,3-1-733,-1 12 0,4-3 1,1-1-1,-2 4 674,1 1 1,0 4 0,2-2-248,-1-1 1,2-3-1,0 0 1,-1 4 228,2 1 0,-1 2 0,0 2-22,10-14 1,0 5-6,-10 13 0,2 2 108,11-8 1,0 4-92,-12 13 0,0 1-80,11-8 0,-1 0 217,12-12 207,-9 0 274,-11-4-4,-8-10-390,-13 24 0,-1-2 546,0-1 0,-2-2-524,1-4 1,0 2-105,0-13 124,0-3 1479,-4 30-1574,-1 1 673,0 10-796,-1 7 264,-1 13-310,-3 16 18,-5 22-18,-1 4-2,2 3 0,1 3-492,4-11 1,1 1 469,0-1 0,0 3 1,2-2-829,5 14 0,2-3 732,-1-11 1,2 0-448,4-3 0,4 2 0,-1-3-773,3-1 0,0 0-1057,6 14 1,0-2 2391,4 5 0,-13-26 0,-10-17 0</inkml:trace>
  <inkml:trace contextRef="#ctx0" brushRef="#br0" timeOffset="17464">5329 3203 25528,'-12'-49'388,"1"0"0,2 4 1,8 7-344,26 13-23,15 1-280,-4 9 1,3 0-522,18-4 201,-5 3 0,-3 2 0,-18 5 0,15-4 0</inkml:trace>
  <inkml:trace contextRef="#ctx0" brushRef="#br0" timeOffset="17971">6150 2591 19809,'9'-61'1895,"0"-1"0,-1 10 0,0 5-1094,2-8-364,-4 27-235,-4 16-40,-2 20 28,-5 20-5,-5 29-124,3-15 1,-2 3-819,-1 13 0,-1 3 768,4-14 0,1 1 0,0 1-510,0 3 1,1 0 0,2 0 466,3-1 0,2 0 1,5-2-104,4-4 1,4-2-1,5-3-323,7-3 1,6-3 0,4-5-2124,8-2 1,5-4 0,1-3 2580,-2-4 0,1-2 0,-3-2 0,5-1 0,-5-2 0,10-3 0</inkml:trace>
  <inkml:trace contextRef="#ctx0" brushRef="#br0" timeOffset="18938">7175 2619 25763,'17'4'308,"-4"-2"-5806,-27 25 5554,1-13 1426,-24 10-1370,5-14 921,-14-7-988,16-8-2162,-5-34 2156,26 10 0,2-3 0,4-4 2274,11-14-2271,2 17 0,2 2-19,9-7 16,16 9-61,-9 24-12,10 10 40,3 14-1,-17 4 1,-3 4-1,8 14-11,-14-5 1,-5 3-1,-11-6 1,-6 1-20,-5 7 1,-6 4 0,0-3 1495,-3 4 0,-4 0-1484,0-7 1,-6 4-1,-1-2 1,3-5-680,-7 0 1,1-3 721,-8 10 1,0-6 132,-10-10 55,29-34-56,5-16-33,28-27-95,16 2-45,9 4 5,17 17-347,-1 18 317,-15 5 0,2 2-396,16 5 1,2 2-566,-2-1 0,0 0-156,2 1 1,-1 1 1152,-3-3 0,-6-1 0,-7 0 0,-2-1 0</inkml:trace>
  <inkml:trace contextRef="#ctx0" brushRef="#br0" timeOffset="19155">7838 2300 27953,'46'18'0,"-1"0"0,-1 5 0,-6 8-21,-16 9 1,-5 9-1,-4 0-1206,-2-4 1,-4 0 0,-2 1 976,-5 11 0,-5 3 0,-2-5-100,-5 4 0,-6-2-711,-2-12 1,-4 0 0,1-3 609,-3-2 1,1-4-1,-9 17 1,21-36-1</inkml:trace>
  <inkml:trace contextRef="#ctx0" brushRef="#br0" timeOffset="19721">8711 2511 24256,'-8'0'2157,"1"0"-1788,7 0-329,0 0-197,66-59-750,-35 48 0,2 0 796,5-9 1,4-4 0,-3 6 167,-1 11 1,-1 6-565,5 5 0,-4 5-210,-8 11 303,-3 21 330,-53 7-246,1-20 0,-6 0 391,-8 0 1,-3-1-17,8-5 0,-2-1 198,-11 5 1,3-1 103,-1 2 22,-7 5 998,37-21-1132,16-6-151,9-8 17,43-13-96,-24 6 1,3-1 53,15-5-1,2-2-83,-4 1 0,-1-1 5,-3 0 1,-2-1 118,16-13-83,-28 7 1,-5-3 39,-10-12 36,-14 4 1,-6 1 19,-12-6 53,-2 13 0,-2 2 59,0 4 460,-13-17-197,19 19-134,-1-4-197,13 14 588,5 6-716,4 5-5,10 11-23,12 15 0,-5-3 0,0 3-452,4 9 0,-1 3 385,-1 10 0,-3 3-921,-3 9 0,-5 0 568,-5-9 0,-5 1 420,-7-4 0,-4 3 0,1-9 0,-4 8 0,0-14 0,0-1 0</inkml:trace>
  <inkml:trace contextRef="#ctx0" brushRef="#br0" timeOffset="20438">10895 2414 27460,'-1'-29'0,"0"6"6,1 26 33,-1 0-11,-5 3 0,-7-1 11,-11 0-11,-6-2 28,-1-6-17,10-12-16,12-15-1,21-14-28,14-7 23,15 6 6,3 13-7,-2 15-16,-4 11-11,-3 16 11,-3 15 0,-6 20-6,-15-15 1,-5 4-380,-4 5 1,-6 1 375,-6 7 1,-6 1-29,-8 7 1,-5 0-503,4-14 1,-2 0 0,-1 0 506,-2 2 1,-2-1-1,0 0 30,0-3 0,-1-1 1,0-2 31,-10 8 1,0-6-68,10-12 0,1-9 149,-9-15-67,21-31-23,24-26 14,5 22 1,4-1-18,6-1 1,4 1-15,1 4 1,3 3-6,6 6 0,2 4-11,11-3 5,-14 19 1,0 4 534,15 13-773,-16-3 1,2 1-508,3 4 1,2-1-2097,5 2 1,1-2 2846,-2-1 0,-2-1 0,14 3 0,-22-8 0</inkml:trace>
  <inkml:trace contextRef="#ctx0" brushRef="#br0" timeOffset="20631">11837 2414 27236,'-1'-39'420,"1"0"0,-2-20-398,7 74-22,2 17 6,3 21-12,-6-19 1,-1 0-513,-2 6 0,-3 1 47,-2 5 1,-2 1-1887,-4 3 0,-1 0 2357,0-5 0,0-3 0,-4 13 0,6-26 0</inkml:trace>
  <inkml:trace contextRef="#ctx0" brushRef="#br0" timeOffset="21097">11613 2771 24402,'-23'-54'821,"1"-1"1,3 6-1,2 7-681,3 7-100,11 10-35,22 10-55,19 8-135,24 6-748,-23 3 1,2 2 321,4 0 1,3 0-219,1 1 0,1-1 10,1 0 0,-1-2 519,-2-1 0,-2-2 308,-5-3 1,-3-2-1952,21-19 2548,-29 5-533,-20-19 455,-15 23 708,-8-15-686,-1 16 75,-5-1-434,-1 6-100,-7 10-79,7 3 2268,-8 13-2273,5 3-23,-13 11-67,-11 5-208,17-15 1,-3 0 215,-5 2 0,-1-1 51,-2-1 0,1-2 39,2-4 0,3-3 70,-17-3 28,22-21 90,24-22-135,10 6 39,16-11 6,2 22 382,11 2-477,4 17-6,-5 16 0,0 6-16,9 9-4,-13-4 1,0 2-157,-9-4 0,-1 0-819,2 4 0,1 1-1834,9 7 1,1 0 2817,-2-4 0,-2-4 0,11 8 0,-14-19 0</inkml:trace>
  <inkml:trace contextRef="#ctx0" brushRef="#br0" timeOffset="21781">12966 2366 21635,'-6'-5'3500,"0"0"-2928,6 5 923,0 0-1461,4-24-12,0 22-27,7-12 27,-3 27 12,0 0 22,-5 0 39,-8-4 84,-9 0-33,-5-5-57,-7-10-66,7-3 66,-3-18-21,8-10-7,2-16 12,11-10-51,8 18-5,8 10-6,8 25 1,-2 10-18,14 14-16,-1 12 16,-9 2 0,-1 4-5,-8 0 0,-3 2-250,1 1 1,-7 2 265,-14 7 1,-9 2-548,-6-1 0,-9 2 508,6-10 0,-5 3 1,-2 0-1,1-2-458,-7 6 1,1-3 0,-2 0 504,-4 2 0,-2 0 0,4-7 9,5-6 1,4-8 61,-14-4 22,34-31 57,29-27-79,23-5-448,-5 16 1,3 2 371,-9 9 1,2 3-12,10 0 0,1 5 259,-7 5 0,2 4-746,19 6 0,2 5-3224,-10 2 1,-2 3 3437,2 4 0,-4 2 0,-3 3 0,-21-10 0</inkml:trace>
  <inkml:trace contextRef="#ctx0" brushRef="#br0" timeOffset="24209">10794 1116 32767,'6'-58'0,"-1"0"0,0 6 0,-2 11 0,-2 22 0,-1 19 0,0 10-4345,-3 42 3787,0-15 179,-2 12 1,0 5-1423,2-19 0,0 0-1372,0 17 0,0-1 3077,3-14 0,1-5 0,0 10 0,3-21 0</inkml:trace>
  <inkml:trace contextRef="#ctx0" brushRef="#br0" timeOffset="24567">11053 602 20005,'-4'-2'3467,"0"0"-2571,4 2-745,-50 74-123,38-39-11,-14 11 0,6-1 78,28-17-11,2-11 179,5-9 220,3-17-338,-4 0 337,9-28-191,-16 7-179,2-8 84,-10 3 45,-10 5-124,-1 5-105,-8 6-24,8 14-21,-9 15 10,10 0-100,-11 27-392,16-6-1591,6 20 2106,24-4 0,-11-20 0,8-4 0</inkml:trace>
  <inkml:trace contextRef="#ctx0" brushRef="#br0" timeOffset="24892">11921 705 25045,'-42'27'39,"0"0"0,1 0 0,1-2 0,2 1 1,4 0-68,5 3 0,3 2-70,-5 1 0,0 1-23,0 0 1,-2-1 94,-6-2 1,2-4 76,-12 6 622,1-24-438,37-34 87,3-4-37,13-8 1,5-3 89,11-16-453,-4 16 0,2 3 274,16-9 152,1 19-303,-1 15-39,7 18-1,5 12-461,7 15 302,-26-12 0,0 2-728,1 3 0,-1 1 270,0 6 1,-2-2 0,4 4 0,-7-2-1</inkml:trace>
  <inkml:trace contextRef="#ctx0" brushRef="#br0" timeOffset="25101">11914 729 27718,'-50'25'-62,"10"13"-269,37 1 1,7 5-1687,-6 1 1,-2 2 2016,-4 8 0,-1-3 0,-1 8 0,-6-7 0</inkml:trace>
  <inkml:trace contextRef="#ctx0" brushRef="#br0" timeOffset="25259">11446 1193 25102,'-3'-59'707,"0"1"1,0 5 0,4 10-607,10 20-68,17 9-27,24 9-71,-16 5 1,3 2-662,9 1 1,1 1-1272,7 1 0,-1 0 1387,-4 0 1,-3 0 0,13 1 0,-27-3 0</inkml:trace>
  <inkml:trace contextRef="#ctx0" brushRef="#br0" timeOffset="25960">12675 759 27214,'14'-33'44,"0"1"1,9-16 0,-21 56-23,-3 6 29,-7 3-18,-8 1-33,-9-1 45,-4-7 6,1-7 10,4-13 1,7-12 11,7-17 11,10-10-68,13-2-10,11 8 39,9 14-51,5 15 23,4 12-34,3 17-16,3 14-211,-24-8 0,-2 3 216,-2 3 0,-3 3 14,-5 4 0,-5 3-20,-9 4 1,-7 2-528,-9 6 1,-7 0 535,3-13 1,-4-1 0,-2 0-513,-3 0 0,-1-1 0,-2-1 538,0-3 1,-1-2 0,0-2 34,-12 4 1,2-6 10,9-9 1,4-7 64,-4-16 345,27-17-334,26-12-33,19-2-76,-10 21 0,3 2 425,2 1 0,3 2-431,13 3 1,1 4 596,-15 1 0,1 1-712,17 3 1,0 2-485,-14 1 1,0 1-3085,11 2 1,0 0 3674,-5 0 0,-4 1 0,11 2 0,-22-4 0</inkml:trace>
  <inkml:trace contextRef="#ctx0" brushRef="#br0" timeOffset="26159">13682 537 23976,'0'-5'3226,"0"0"-2531,0 5-656,15 71-33,-9-15-567,2-8 0,0 4 183,-5-11 0,-1-2-1031,-2-5 1,1-2 1408,0 3 0,-1-2 0,0 9 0,0-21 0</inkml:trace>
  <inkml:trace contextRef="#ctx0" brushRef="#br0" timeOffset="26362">13522 919 27606,'18'-42'7,"0"0"0,5 4 1,6 8-120,13 20 0,7 7-2497,13-2 1,1 0 1196,-9 1 1,-1 0 187,-2 1 0,-2-1 1324,-3 0 1,-8-1 0,-10 2 0,9-2 0</inkml:trace>
  <inkml:trace contextRef="#ctx0" brushRef="#br0" timeOffset="26519">14255 614 16824,'0'-5'9225,"0"2"-7999,0 3-459,-5-66-190,2 41-551,0-12 0,-1 2-26,3 26 0,2 10 0,9 16 0,8 19 0,-1 3 0,0 5 0,0 2 0,-2 2-771,1 1 1,-1 2 520,-3 7 0,-2 2 250,-1-4 0,-2-2 0,-1-15 0,-1-1 0,-1-5 0,0 1 0</inkml:trace>
  <inkml:trace contextRef="#ctx0" brushRef="#br0" timeOffset="30972">14122 2514 22218,'0'-50'1321,"0"1"1,-1 6 0,-1 8-952,-1 15-247,-3 17-45,0 19 6,0 18-44,1 19-383,3-21 1,1 2 314,1 4 0,2 0-210,1 3 0,1 1-790,2 0 0,0 1 1028,3 2 0,0-2 0,1 6 0,-2-9 0</inkml:trace>
  <inkml:trace contextRef="#ctx0" brushRef="#br0" timeOffset="31139">13898 2730 23548,'45'-16'-1405,"1"-1"1,0 1 0,0 0-1,1 0 1,0-1 0,0 3-1,-3 2 642,3 3 0,-2 3 0,-3 0 0,4-1 0,-5 0 1,7-1-1</inkml:trace>
  <inkml:trace contextRef="#ctx0" brushRef="#br0" timeOffset="31313">15080 2272 23769,'0'-3'2885,"0"1"-1513,0 2-1344,-13 7 5,14 22 23,-7 17-101,10-12 1,3 3-719,-1 2 1,-1 0-1697,1 3 1,-1 0 2458,0-5 0,-2-3 0,3 11 0,-3-21 0</inkml:trace>
  <inkml:trace contextRef="#ctx0" brushRef="#br0" timeOffset="31530">15646 2339 24094,'-4'-4'2140,"0"1"-2112,4 3-168,74-53-1271,-43 45 0,2 1 1056,8-10 0,5-4 1,-1 7-831,4 14 1,-2 8-2663,-3-1 1,-4 4 3846,-8 0 0,-4 1 0,4 6 0,-19-8 0</inkml:trace>
  <inkml:trace contextRef="#ctx0" brushRef="#br0" timeOffset="31846">15928 2477 20459,'-47'15'1532,"0"0"1,6-1 0,6-2-1101,9-2-191,14-4-6,15-4-95,18-1-146,22-1-78,-11-2 0,3-1-456,6 0 1,1-2 225,1-1 0,1-1-2,-3-1 0,-2-3 159,-3 1 0,-4-5 168,-6-6 0,-4-3 101,3-10 286,-28-22 280,-22 17 84,-17-7-73,-2 6-6,8 10 202,13 8-499,12 10 392,6 4-778,4 6 0,9 17 0,7 11 0,9 25 0,-10-20 0,-1 1-335,-1 4 0,-2 2-679,-2 2 1,-3 1 350,-2 5 0,-3-2 0,1 6 0,-5-5 0</inkml:trace>
  <inkml:trace contextRef="#ctx0" brushRef="#br0" timeOffset="32430">17432 2120 24788,'0'-5'2095,"0"1"-1837,0 4-225,-44-44-38,22 33 21,-19-13 1,-3 4 11,9 20-17,-6 0 1,1 0-1,9 0 0,-21 3 12,33 0-7,1 2 7,8 0 94,6 4-66,3-3 61,1 9 22,0-1-27,0 9-35,0 4 63,-9 16-46,-4-3-61,-3 2 12,-4-4-1,4-11 17,-2 4 17,3-7-17,7-12 169,2-4-225,6-7 0,4-11 0,0 2 0,12-18 0,-6 13 0,15-9 0,-2 11 0,12 3 0,10 4 0,-8 10 0,0 3 0,16 3-1696,-3 8 0,-2 1 1696,-8 1-1135,-2 2 1,-4 2 1134,-13-4-206,-11 29 206,-22-32-12,-15 12-975,-18-16-872,-7-1 1859,15-6 0,2-2 0,-5 2 0,5-5 0</inkml:trace>
  <inkml:trace contextRef="#ctx0" brushRef="#br0" timeOffset="32663">17499 1987 27118,'55'-19'188,"1"-1"1,-14 4 0,-2 3-60,20 10-51,-31 2 169,30 2-219,-34 0-12,19 2-38,-33-1-1938,3 5 1960,-10-2 0,0 1 0,-4-3 0</inkml:trace>
  <inkml:trace contextRef="#ctx0" brushRef="#br0" timeOffset="45143">902 6144 13099,'4'-62'3103,"1"0"0,-1 6 0,-1 8-1832,-3 11-391,-1 2-556,1 3 282,-1 0-410,0 19-174,1-1-33,-1 16 28,1 13-17,0 18-6,-2 19-11,-1-19 1,0 3-392,-1 4 1,-1 2 135,-1 3 0,0 1-492,1-1 0,1 0-256,0-4 1,2-2-1037,11 20-436,10-27 313,15-30 1434,9-26 974,-18 1 1,-1-4-10,1-6 0,-2-1 264,-4 5 1,-1-1 1058,5-17 0,-2 0-586,-8 16 0,-1 0-343,4-12 0,0 0 231,0-15-201,-4 13-112,-4 13-213,-4 12-229,-2 10 838,-1 10-922,-1 13 455,0 15-478,0 19-123,1 14-506,-1-24 1,-1 1-240,1 1 0,0 0-3809,1 6 1,2-3 150,2 11 4259,8-4 1,-6-41-1,0-2 1</inkml:trace>
  <inkml:trace contextRef="#ctx0" brushRef="#br0" timeOffset="45310">1545 6030 20047,'22'-59'1428,"0"0"1,-3 7-1,-4 10-744,-9 21-232,-4 12-407,-3 12 77,-3 9-105,-1 14 8,-4 12-176,3 8-808,1 7-2984,5 1 3943,2-8 0,1-18 0,-2-13 0</inkml:trace>
  <inkml:trace contextRef="#ctx0" brushRef="#br0" timeOffset="45659">1735 5399 23847,'-41'-16'269,"1"0"0,2 1 0,10 11-230,22 17 6,2 10-17,1 6 17,2-1-17,4-2-6,2-6 62,3-7 106,1-6 6,2-12-72,1-10 16,2-21-95,-5 7 39,-1-16 22,-7 17 34,-6-2-39,-5 10-34,-10 10-55,-5 16-208,-14 20-107,13-1-1579,-8 22 1882,21-6 0,2-13 0,7-2 0</inkml:trace>
  <inkml:trace contextRef="#ctx0" brushRef="#br0" timeOffset="46042">1132 5415 21769,'-7'-2'2616,"2"0"-1782,5 2-727,0 0-90,-49-5-6,43 16 0,-32-2 0,59 17-5,6-5 6,2-6 38,-3-5 101,-6-7 23,-9-6-79,-6-8-33,-9-10-18,-7-7-4,-8-4 4,-4 1 1,-2 2-34,6 10-22,5 7-50,4 8-18,4 10-94,3 6-539,1 12-3517,10 13 4229,1-8 0,1-5 0,-4-15 0</inkml:trace>
  <inkml:trace contextRef="#ctx0" brushRef="#br0" timeOffset="46210">846 5408 22727,'-3'-2'2352,"0"0"-2150,3 2-5299,19-23 5097,3 27 0,2-25 0,-7 31 0</inkml:trace>
  <inkml:trace contextRef="#ctx0" brushRef="#br0" timeOffset="46484">2314 6099 23630,'-49'-4'782,"-1"1"1,7 1-1,9-4-182,18-11-505,22 2 18,19-3-119,4 7 1,21 0-191,-2 5-732,-16 4 0,2 0 928,4 0 0,-2 1 0,5 0 0,-4 1 0</inkml:trace>
  <inkml:trace contextRef="#ctx0" brushRef="#br0" timeOffset="47401">3845 6112 20064,'5'-45'1008,"1"1"0,-1-1 1,2-14-1,-3 5-681,-2 15 1,-1 5-115,-3-9 901,-7 16-1069,2 20 210,-3 10-261,4 19-5,0 20 5,3 1 0,1 1 1,1 3-4,-1-11 1,1 1-283,-2 17 0,-2 0 294,1-12 0,-2-3 11,-1-6 0,0-3 25,-5 8 180,-2-18-141,7-17 439,-3-26-494,11-20-12,5 3 0,2-3-105,1 7 0,2-3 105,7-8 0,4-6 0,0 4-689,3-4 0,0 0 681,-1 5 1,1-2 0,-2 4 7,2 0 1,-2 5 302,-4 10 0,-2 4-319,8-8-1,-6 16 1,0 10 199,0 11-205,0 12 1506,-4 13-1495,-6 20-11,-8-5-14,-13 2 0,-7 1 22,-1-11 0,-4 1-496,-11 14 0,-3 0 499,3-13 0,-1-3 5,6-7 1,1-3 17,-9 4 61,17-14-28,18-14-45,26-9-6,6 1-5,11-3-33,21 8 33,-14 10-143,-12-2 0,0 2 137,-4 3 1,0 1-20,8 3 0,-1-1-20,15 4-33,7-1-6,-24-12 984,-2-6-900,-4-8 6,-8-8 27,-14-5 57,-4-2-6,-3 2 368,-1 4-356,-2 5-40,1 5-6,-2 4-56,2 5-5,0 6-6,1 6 1,0 12-52,4 7-424,0 6-1542,6 1-7797,1-3 8954,-3-11 1,-2-8 0,-4-12 0</inkml:trace>
  <inkml:trace contextRef="#ctx0" brushRef="#br0" timeOffset="47576">4723 5635 22375,'-5'-3'2240,"2"1"-4206,3 2 1966,-23 31 0,18-23 0,-18 23 0</inkml:trace>
  <inkml:trace contextRef="#ctx0" brushRef="#br0" timeOffset="48027">5180 5832 22386,'0'-5'3461,"0"1"-3201,-2-29 1,-4-6 58,-6 8-232,1-12 0,-5 4 14,-23 24-45,-14 18-34,21 5 0,-1 5-339,-2 5 0,0 4 308,0 5 1,4 2 11,6-5 0,2 1-3,-2 16 0,6 2-11,2 13 8,8-17 0,6-1 155,17 6-119,18-18 57,16-18 78,8-21-222,-27 0 1,-1-3 190,-1-4 0,-3-3 199,17-26-5,-13 2-190,-11 9-141,-9 11 487,-5 11-487,-2 10 0,0 13 0,0 14 366,1 20-366,-1 21 0,-2-21 0,-3 3-795,-3 10 1,-3 3 794,-1-13 0,-1 1 0,-3 2-783,-2 5 1,-3 2 0,-2 0 611,4-11 0,-2 1 0,0 0 1,-2 0-35,-1 0 1,-1 1-1,0-1 1,-1-2 28,-9 12 1,0-2 0,0-3-106,2-9 0,0-2 0,0-5 130,-8 3 0,1-11-388,-13-18-413,24-45-92,28 0 0,8-7 1044,3 1 0,5-3 0,-1 4 0,-1 4 0,0 1 0,5-3 0,0 0 0</inkml:trace>
  <inkml:trace contextRef="#ctx0" brushRef="#br0" timeOffset="48610">5322 5714 15430,'29'-39'2059,"-1"0"1,1 0 0,8-12 0,-4 5-1444,-11 16 0,-3 3 352,5-10-442,-10 15-235,-6 11-201,-5 10 25,-2 15-26,-1 18-38,-6 23-35,0-16 1,-2 2-505,-5 9 1,-2 3 498,-3 4 0,-2 2-14,0 0 1,-1 0 4,3-5 1,1-3-3,5-8 0,1-3 23,-1 16 117,8-26 61,6-21-94,9-25-40,11-17 0,14-18-42,-14 20 1,2-2-179,0 0 1,1 1 174,-1 1 1,1 2-12,-3 4 0,-1 3 1039,16-10-1039,-8 14 6,-3 11 5,0 10-10,3 11-35,5 12 403,2 8-375,6 12-5,-13-14-11,11 5 22,-13-22 23,6-3 11,-3-16 33,-4-16-50,-8-6 5,-5-5 1,-1-6-26,-2 5 1,0-2-497,4-19 0,2-4 496,-2 5 1,1-1 2,0 0 1,0 2 27,-1 5 0,-1 4 50,-3 9 1,-2 3-21,0-6-69,-8 21 0,-5 25 0,-6 21 0,-1 20 0,7-18 0,0 1 0,1 3 0,1 0 322,3 1 0,2 1-322,1-1 0,2 0 0,1 0 0,2-1 0,2-1 0,1-1-289,0-4 0,3-1-1201,14 16-3260,2-20 4750,-6-18 0,-10-8 0,-7-5 0</inkml:trace>
  <inkml:trace contextRef="#ctx0" brushRef="#br0" timeOffset="48776">6175 5684 22643,'-7'-2'3535,"2"-1"-2539,5 3-10,0 0-969,-32-49-34,49 33-95,-7-36-294,24 46 0,9 7-3797,1-3 1,1 0 4202,-4 0 0,-3 0 0,11 0 0,-23 0 0</inkml:trace>
  <inkml:trace contextRef="#ctx0" brushRef="#br0" timeOffset="50284">6896 5585 21472,'10'-55'1370,"-1"-1"1,-1 9 0,-2 5-413,3-8-802,-6 28-116,-4 17 72,-4 29-6,-7 23-67,3-10 0,-1 4-545,0 10 1,0 5 514,4-5 0,1 4 1,1-3-567,0 5 1,4-1 546,3-2 1,3 3 0,5-6-53,9-2 1,8-4-109,-3-8 0,4-1 1,3-3-485,5-3 0,3-3 1,4-3 653,8-3 0,3-3 0,-5-3 0,-3 0 0,-4-4 0,-1-5 0,1 1 0</inkml:trace>
  <inkml:trace contextRef="#ctx0" brushRef="#br0" timeOffset="52263">7735 5542 24357,'39'-47'224,"-10"10"-73,-24 42 45,-8 4-56,-8 4-22,-8-1 50,-4-3 40,-2-5-18,6-11-50,5-9-6,6-22-83,8 7 16,12-27-56,0 35 12,13-14-29,-4 27 17,8 2 6,1 16-23,2 9 12,1 15-12,-5 9-325,-7 11 322,-16-21 1,-4 2-3,-6 6 0,-7 1 16,-14 12 1,-4-1-417,6-14 0,-2-3 419,-16 10 1,-4-5 5,15-20 0,0-4 19,-6 0 1,-1-3 98,-24-3 76,17-21-12,21-14-84,19-11 219,20 0-281,14 5-44,15 10-12,11 10 17,-24 11 1,2 1 130,4 3 1,1 3-222,4 1 1,0 3-651,3 1 1,0 2-135,1-1 0,1 1-2473,-1 0 1,0-2 3335,-6-3 0,-4-1 0,11 1 0,-23-5 0</inkml:trace>
  <inkml:trace contextRef="#ctx0" brushRef="#br0" timeOffset="52473">8437 5050 23900,'-33'-42'747,"-1"1"1,1-1 0,-4-5 0,4 6-345,-7-4 48,31 34-400,16 7-29,26 25-28,-2 0 1,4 4-317,9 11 1,3 7 300,-7 2 1,2 5-1,-4-1-383,-9-14 0,-3 0 0,-2 3 311,-1 3 1,-1 4 0,-2 0-1,-7-2-504,-5 20 1,-10-1-334,-3-10 0,-4 1 1,-5 1 601,-9 3 0,-5 0 0,1-6 0,1-3 0,0-6 0,-3-4 0,-1-1 0</inkml:trace>
  <inkml:trace contextRef="#ctx0" brushRef="#br0" timeOffset="53213">9676 5326 21276,'-7'0'1776,"2"0"-1210,5 0-264,0 0-190,75-71-330,-47 56 0,2 1 203,16-14 0,7-4 1,-5 8-31,-10 14 0,-2 6-109,14-3 0,-1 6-3991,8 18 3607,-14-1-627,-16 26 386,-51-1-430,-11-6 1,-5 0 1244,7-10 1,-2-1 106,-3-1 1,-4 0 0,1-3 338,0-1 1,0-3 265,-14 6 0,1-1-289,18-8 1,3-2 2403,-19 6-2729,43-18 1,29-12-63,25-10-50,-9 6 1,4-2 195,1 0 1,3-1-1,0 0-228,-5 2 1,-1 0 0,1-1-1,6-4 1,0-1 0,-5 2-28,-2 0 1,-5 0 38,-4-4 1,-7-1-3,-12-17 6,-24-12 11,-5 29 0,-7 2 25,-6 1 0,-3 1 50,0 3 0,1 0 51,4 3 0,3 1 160,-7-11-124,17 11-95,17 15-61,12 15 21,15 19-41,-8-8 0,1 2-12,2 7 1,0 3-87,1 19 0,-4 1 740,-5-16 1,-4 1-1149,-4-1 1,-2 3 0,-3-2 502,-8 7 0,-1-4 0,4-12 0,0-2 0,-10 25 0</inkml:trace>
  <inkml:trace contextRef="#ctx0" brushRef="#br0" timeOffset="53839">11490 5010 26586,'13'3'320,"-3"-1"-292,-5 1 11,-3 1 0,-4 0 39,-11 5 12,-25 3 11,-8-3-17,-17-2 17,11-18-57,17-2 52,4-32-68,22 17-23,9-4 1,6 0-12,20 1 6,24-7 6,-5 24-9,-14 9 0,4 6 8,12 13 1,0 5-20,-14-9 0,0 3-245,18 17 0,-8 7 250,-26-9 1,-7 3-3,0 11 0,-6 2-9,-11 7 1,-10 0-2,0-12 1,-4-1-1,-1-1-389,-9 9 1,-5-2 409,-3-2 0,-6 0 0,2-5 14,1-4 0,0-3 12,6-5 0,-3 2 1,5-6 23,-17 2 90,19-31-89,30-18-40,19-17-6,11 5-2,10 11 0,4 3-245,7 1 219,-10 8 1,7 0-1,-6 3-33,19-2-120,-15 6 1,6 0 0,-2 1-733,-2 2 0,0 0 103,-1 1 1,3-1-1,-3 1-828,2 0 1,-2 0 1632,4-1 0,-6 1 0,-8 0 0,-2 0 0</inkml:trace>
  <inkml:trace contextRef="#ctx0" brushRef="#br0" timeOffset="54029">12456 4982 27594,'-7'-12'12,"3"17"-12,7 22 0,4 9-51,-4-1 1,-4 1-202,-4 4 0,-3-1-879,-3 2 1,-3 0-425,-3-3 1,-1 0 1554,-1-5 0,0-2 0,-3 2 0,5-13 0</inkml:trace>
  <inkml:trace contextRef="#ctx0" brushRef="#br0" timeOffset="54473">12244 5366 13071,'-2'-8'9830,"1"3"-9032,-7-31 0,-1-6-344,2 13-87,-4-22 0,1 0-210,9 26-118,9-8-28,19 10-33,24 3-18,2 4-607,0 3 0,3 1 518,-14 2 0,0 0-3,19-5 0,0-2 54,-15 4 0,-4-2 78,-5 2 0,-4 0 89,10-11 12,-26 4 67,-29 5 85,-13 3 15,-7 4 999,5 4-1088,6 8 51,1 12-118,1 12-56,-9 23-17,9-12-173,5-8 1,-1 1 150,-12 13-42,6-15 0,-3-1-23,-2 0 0,-3-3 34,-1-2 0,-3-4 14,2-4 0,-1-5 28,-23-5 12,11-24 21,17-22 57,14-17-194,14 24 1,5 0 192,1 1 1,3 1 111,18-19-66,2 15-79,1 18 196,5 13-280,5 17-3,-10 6 1,-1 2-43,13 14-249,-12-4 0,-2 3-1600,6 16-3022,-14-18 1,-1 0 3359,7 12 0,-11-15 0,-11-21 1</inkml:trace>
  <inkml:trace contextRef="#ctx0" brushRef="#br0" timeOffset="55421">11199 4042 25942,'-24'42'-133,"0"0"1,0-8 0,9-2-1246,33 26-5713,-1-15 7091,3 1 0,-7-17 0,-6-14 0</inkml:trace>
  <inkml:trace contextRef="#ctx0" brushRef="#br0" timeOffset="55764">11299 3826 25091,'-41'-12'70,"0"0"1,3 2 0,11 10-59,24 35-12,10 3 5,-1 2 6,13 2-11,-1-14 6,6 4 73,-3-13 223,-3-12-162,-6-16-95,-4-4 39,-2-16 23,-3 2 83,0-14-123,-2 14 34,-1-3-73,-1 18-78,1 1-18,0 9-38,3 13-314,3 10-2235,14 24-493,-4-12 3148,10 15 0,-16-34 0,-1 0 0</inkml:trace>
  <inkml:trace contextRef="#ctx0" brushRef="#br0" timeOffset="55955">12051 3907 20459,'0'-5'4839,"0"2"-3819,0 3-1009,-45 9 0,26 25-33,-32 0-68,39 0 0,6 4-931,-1-6 1,-1 1 137,-1 9 1,-1 2-4008,-4 5 1,0-1 4889,3-14 0,1-3 0,-9 20 0,11-37 0</inkml:trace>
  <inkml:trace contextRef="#ctx0" brushRef="#br0" timeOffset="56431">11674 4292 20347,'-6'-51'1430,"1"0"0,-1 10 0,3 5-657,6 0-655,4 21-79,10-1-22,13 13-34,17 11 40,15 6-35,-6 3-44,-11-4 0,0-1-602,14 4 333,-16-6 0,-2-2-95,3-1-403,-1-6 168,-16-14 605,-7-5 195,-13-13 236,-15 1 697,-5 0-221,1 3-123,3 6-275,2 7-274,3 8-140,1 6-17,0 10-23,1 2 57,-3 18-6,-2-4-28,-10 13-79,-11-3-83,-19 0-262,2-7 180,-3-9 1,-4-4-215,14-7 1,-1-3 473,-14 2 1,0-4 22,17-10 1,4-5 94,-9-21-72,22 0 173,25-19-129,12 20-10,17-11-46,9 19-28,6 8-38,4 10-18,-10 9 23,8 14-56,-3 20-244,-24-17 0,-1 2-1667,3 6 1,-1 0 1949,8 14 0,-14-16 0,-8-12 0</inkml:trace>
  <inkml:trace contextRef="#ctx0" brushRef="#br0" timeOffset="56814">12776 3938 22509,'-4'-7'2974,"0"1"-2669,-4-23 1,0-4-4,4 9-235,-5-12 0,4 3 1,12 21-12,10 2-28,13 1-6,18-1-19,-16 6 0,2 0-283,6 0 1,1 1 279,2 2 0,-1 1-14,-2 4 0,-4 3 3,19 16 22,-28 17 1,-38 15 2,-9-22 0,-7-1-473,-10 3 1,-5-2 461,-4 1 0,-2-3 2,3-3 1,1-1 5,8-6 0,3-1-5,-9 8 11,25-13 482,18-8-494,39-8-49,13-6-57,-10 3 0,2-2-948,3 0 0,-1 0 732,-8 1 0,0 0-657,12-1 0,2 0 681,-1 0 1,-3 0-1,-14 2 1,-2 1 0,-1-1-1,0 0 1</inkml:trace>
  <inkml:trace contextRef="#ctx0" brushRef="#br0" timeOffset="57015">13882 3731 23220,'-4'-2'3758,"1"0"-2503,3 2-1261,-14-22 12,25 35-17,-5-6-9,9 17 0,3 7-128,-3 2 0,-3 1-492,-2 3 1,-4 2-392,-6 0 1,-4 0-3886,-3-1 1,-2-3 3889,-10 14 1,5-20 0,11-22 0</inkml:trace>
  <inkml:trace contextRef="#ctx0" brushRef="#br0" timeOffset="57181">13745 4038 26250,'-17'-42'-36,"1"0"1,8 5 0,13 6-293,27 21 1,12 8-449,3-3 0,3 1-3343,5 0 0,-1 2 4119,-5-1 0,-3 1 0,13 0 0,-29 1 0</inkml:trace>
  <inkml:trace contextRef="#ctx0" brushRef="#br0" timeOffset="57488">14421 3611 25348,'2'-43'444,"0"1"1,-1 3 0,6 9-395,13 19-33,7 6-23,9 13-5,6 12 5,1 18-8,-23-13 0,-3 2-8,-4 4 0,-4 1 8,-5 0 0,-5 1 16,-7-2 1,-5-1 11,-4-3 0,-4-3 8,-3-2 1,-1-2 33,-25 11 11,13-10 17,14-9 17,15-7-6,17-2-33,17-3-135,27-1-342,-11 0 1,5 0 156,-2 0 1,4 0-1,-5 1 1,-3-1-1,-3 1 1,5 0-1,1 0 1</inkml:trace>
  <inkml:trace contextRef="#ctx0" brushRef="#br0" timeOffset="58634">13090 5102 19283,'1'-7'5768,"-1"2"-5448,0 5 459,0 0-455,65-38-212,-42 28-90,14-11 1,-5 5 218,-24 20-163,-6-1 6,-4 4 118,-11 3-112,-3-5 27,-10 2 18,6-7-18,5-9-10,8-18-96,7 4 11,13-21 17,11 14-16,12-4-1,5 8-22,1 11 0,0 11-11,0 15-17,0 15 17,-3 16-479,-13 15 482,-21-23 0,-6 2-15,-10 6 1,-7 0-12,-10 5 1,-6 0-469,7-14 1,-3 0 0,0-2 501,-2-1 0,-1-1 0,0-1 14,-13 7 0,0-5 14,9-8 0,1-6 45,-14-3-11,23-25-40,16-4 408,30-24-424,26 10-23,2-1 11,13 13-39,-20 14 1,2 3 221,-3 0 1,3 1-477,-2 0 1,4 2-1,-1 0-1559,17 1 0,1 2 1858,-12-2 0,1 1 0,-4 0 0,-6 0 0,-2-1 0,0 0 0,0-1 0</inkml:trace>
  <inkml:trace contextRef="#ctx0" brushRef="#br0" timeOffset="58817">14418 4898 23769,'-3'-7'3456,"0"1"-2958,3 6-302,0 0-196,6 10-5,6 25-12,3 21-45,-1 6-574,-10-10 1,-2 1-2555,-4-15 1,-1 0 3189,0 12 0,0-3 0,-3-1 0,3-23 0</inkml:trace>
  <inkml:trace contextRef="#ctx0" brushRef="#br0" timeOffset="58977">14232 5207 25562,'31'-47'-68,"0"0"1,3 5-1,5 8-484,5 21 1,5 7-3669,5-1 1,0 2 4219,-3 1 0,-4 1 0,15-1 0,-27 3 0</inkml:trace>
  <inkml:trace contextRef="#ctx0" brushRef="#br0" timeOffset="59301">15041 4782 26603,'33'-48'123,"0"0"0,0 5 1,2 11-105,-4 24 1,1 7-418,31 5 403,-8 13 128,-18 5-122,-11 35-22,-27-6-281,-4-13 0,-6 2 283,-7-6 1,-5-1-12,-4 0 1,-4-2 16,-2-1 0,0-1 14,0-3 0,0-2-37,5-3 1,1-1 59,-15 9 28,18-11-29,14-9 219,21-8-297,19-8-224,29-6-350,-17 4 1,3-1-1947,12-3 1,2 0 2564,-1 1 0,-4 0 0,-14 3 0,-4 2 0,9-3 0</inkml:trace>
  <inkml:trace contextRef="#ctx0" brushRef="#br0" timeOffset="59859">16192 4715 27202,'40'-23'-48,"1"-1"0,-1 1 0,2 1 0,0 3 0,0 6-165,14 8 0,1 8-1015,3 2 1,1 2 641,-4 2 1,-4 5-252,-10 1 0,-9 6-1129,-8 25-1303,-37-19 1,-12 0-894,-14 3 1,-9-3 3822,9-7 1,-3-1 0,0-1 1958,-2 0 1,-1 0-1,2-1 2547,-18 6 1,3-1-2271,9-4 0,2-1-844,12-5 0,2-2 1016,-8 1-1391,21-11-338,21-10-234,17-8-67,22-5-28,-12 10 1,2 1 322,7-2 1,2 2-335,3 0 0,2 0-31,9-3 1,-1 1 30,-17 4 0,-2-1 0,9-5 0,-6-5 439,-9-16-504,-18 2 1,-5-3 70,-7-15-181,-11 13 0,-4 2 276,-17-5-112,-6-3 247,9 14 789,10 10-745,10 11-144,6 5-136,2 5 401,3 7-401,8 9 183,10 16-183,17 11 0,-11-16 0,2 2-322,4 1 1,1 2 228,1 2 0,-2 1-330,-4 1 0,-3 2-846,-8 0 1,-6 0 1268,-9 25 0,-6-24 0,-5-18 0</inkml:trace>
  <inkml:trace contextRef="#ctx0" brushRef="#br0" timeOffset="60267">17874 4322 27658,'-56'-20'17,"0"0"0,3 6 0,6 13-6,17 23 0,5 10-352,0 4 0,4 3 341,3 6 0,4 2-641,3 6 1,5 2 651,7 4 1,5 1-12,2-17 0,3-1 0,4 0-313,3 1 0,4 0 1,3-1 315,4 0 1,3-2 0,2-1-8,1-2 0,3-1 1,0-3 8,-1-3 1,0-3-1,-1-2 45,11 3 1,-3-4 145,14-3-22,-30-30 257,-25-24-330,-18-19-101,1 22 0,-3 0 198,-7-2 0,-4 3-198,-9 1 0,-5 3 0,-10 3 0,-5 4-34,13 8 1,-2 2 0,-1 3-451,-5 4 1,-1 2-1,-1 4 484,-7 5 0,-2 3 0,6-1 0,4-1 0,5 1 0,3 4 0,0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4:00:47.97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1326 2384 21702,'0'-5'3389,"0"2"-2784,0 3-555,-10 7-10,7 17-29,-8 17-101,9 19-670,1-25 1,0 1-84,0 3 1,0 1-2012,1 1 0,-1-1 2854,2-4 0,1-3 0,-2 9 0,3-21 0</inkml:trace>
  <inkml:trace contextRef="#ctx0" brushRef="#br0" timeOffset="359">1561 2188 22128,'-31'-37'270,"1"-1"1,2 4 0,7 15-232,16 25 29,1 31-46,2-1 0,0 23 1,9-8-23,4-5 22,7-11 79,4-11 162,0-13 129,0-14 258,4-23-426,-9 3 386,1-36-480,-14 31 88,-6-26-78,-9 23-34,-10-2-55,-7 9-34,-7 12-45,-5 8-101,1 8-801,0 12 112,16 2-3601,5 19 4419,14-7 0,1-5 0,3-9 0</inkml:trace>
  <inkml:trace contextRef="#ctx0" brushRef="#br0" timeOffset="966">1985 2505 26306,'-53'-14'45,"11"16"-34,37 57-22,1 4 11,0-30 0,0-2 17,-4 26 0,0-15 78,1-16 112,3-15-33,2-17-17,6-14-1,4-18-38,6-13-65,-6 20 0,2 0-225,0-2 0,0 1 256,11-28-58,0 10-4,1 15-5,6 12 0,6 10 0,6 7-6,2 11-34,1 9 23,-1 13-5,-3 12 140,-8 9-135,-13 10-6,-14-26 1,-4 0 16,-9 28 48,-7-13-25,0-19 16,4-21 6,4-20 6,4-15-12,5-14 0,8-8-10,9-1-7,10 4 1,7 9-17,5 11 275,2 11-298,0 9 6,-1 9 0,-1 7-22,-3 11-68,-4 12-290,-8 14-572,-9 15-169,-11-24 1,-2 3-2390,-3 3 0,-2-1 3510,0-3 0,-1-4 0,-2 11 0,2-25 0</inkml:trace>
  <inkml:trace contextRef="#ctx0" brushRef="#br0" timeOffset="1443">2917 2787 27102,'24'-5'246,"-6"21"-221,-17 18 0,-8 9-19,0 5 0,-1 2-770,-4 5 0,-2 2 744,-2 4 0,1 0 14,0-3 1,2-2 5,1-8 0,2-4 496,-3 19-451,5-33 254,4-24-232,1-25-50,-1-23 0,3 10 0,0-3-294,0-8 1,0-2 265,1-3 0,1-1 19,0-9 1,0 1-43,0 17 0,0 0 45,3-14 0,1-1-6,0 16 1,2 1-1,2-11 1,3 0 16,0 5 1,4 1-1483,9-4 1,3 3 1456,-8 15 0,2 3 6,14-7 0,3 6-285,19 5 279,-20 12 1,1 4-7,-2 6 1,-1 6 2,0 5 1,-2 6-9,-3 6 0,-4 5-14,-5 4 0,-7 3 16,-9 3 1,-9 2 0,-10 0 0,-8-2-15,-10-1 1,-7-3 17,-4-3 0,-5-3-9,-8-1 0,1-5-20,17-7 1,2-3-199,-6 1 0,4-6-1123,8-15 1358,7-22 0,11 12 0,11-11 0</inkml:trace>
  <inkml:trace contextRef="#ctx0" brushRef="#br0" timeOffset="2683">3442 2961 26915,'16'-57'44,"1"-1"1,-1-2 0,2-1-25,-4 14 1,1-1 0,-1 1-1451,-2 3 1,0 1-1,-1-2 1437,1-6 1,1-2 0,-3 5-8,0 3 0,-2 3 646,-2 1 1,-2 4-518,-2-10-79,-1 10 759,-4 10-741,-3 23-7,1 6-44,-4 17 2613,-1 19-2641,1 6 0,0 7-12,1 2 1,0 2-591,0 3 0,1 2 560,4-15 1,0 0 0,2-2-220,4 8 1,1 0-233,3 7 0,1 0-194,3-10 1,3-5-140,-1-9 0,2-4-1802,17 8 1626,-4-26 890,-3-15 302,-1-23 1786,1-29-368,-4 8 318,-2-6-795,-12 24-694,-5 17 229,-1-2-218,-1 9-386,0 2-40,2 9-11,1-2 11,11 8 6,21-8-17,6-7 22,16-7 1,-11-12-7,-14 1 24,-3-11 116,-15-8 7,-2-1 55,-12-3 45,-9 18-39,-9 8-128,0 9 49,-8 4-27,2 10-12,-13 13-89,6 9 5,-2 14-22,15-8 0,4 13-16,9-5-211,10-5 0,3 0-115,4 6-131,5-12 0,4-4-93,4-13-291,21 1 235,11-20 443,1-9 77,-25 2 0,-4-4 466,7-22-95,-15 6 426,-10-10 330,-4 6-739,-4 7 330,0-4-381,-3 22-129,0 0 260,0 12-349,1 9 11,2 10-22,3 14-6,2 8-6,-2 9-11,-2 2 17,-3 1 6,-1-6 0,0-11 16,0-16-11,1-13 0,0-12 6,5-22 6,4-8-12,3-8-6,1 10 1,1-1 11,10-11-9,-6 14 1,0 1-9,7-1 0,5 8 16,0 13-16,4 2-5,8 12-6,-3 6 11,-9 5 0,11 16 11,-17-2-6,6 14-5,-17-6 17,-8-4-6,-11-9 17,-3-9 45,-4-9-11,3-14-23,2-11-11,5-16-11,3-9-6,4 5 17,13-15 0,2 21 17,12-11-12,1 18 7,2 7-18,2 9 6,2 6-6,-1 14-33,-1 8 0,-1 14-135,0 13-201,-19-17 0,-1 2-1023,-3 4 1,-3 1 1369,-4 7 0,-3-3 0,-1 7 0,-6-6 0</inkml:trace>
  <inkml:trace contextRef="#ctx0" brushRef="#br0" timeOffset="3843">5427 2839 14611,'4'-7'8643,"0"2"-7322,-4 5 164,0 0-1351,16-26 40,-9 21 11,15-19-34,-8 28-33,8 0-18,8-4-32,7-7-1,2-7 6,1-10-34,-12 0 34,0-21-29,-20 9-21,-5-16-6,-16 16-6,-5 12-6,-19 11 1,9 17 28,-10 8-29,11 12 1,8 9 11,7 7-17,6 6 0,10 5-17,8 1 6,8-3 16,8-6-44,4-7-34,2-10-22,0-11 5,2-10 46,0-14 32,1-11 18,-1-14 0,-2-9 22,-5-6 33,-4 0 12,-4 5 33,-3 10-27,-4 10-40,-4 11-11,-3 7-17,-2 6 12,7 13-23,1 7-12,7 17 24,-2 8-1,-2 4-6,-3 0-5,-1-8-5,-2-9 16,-2-13 23,-1-9 5,2-13-28,3-12 6,6-12-6,6-9 0,6-4 6,5 3-6,0 7-5,-3 12-6,-5 9 11,-5 14-17,-1 8 6,-1 10 0,1 3 12,-1 0-7,2-4-10,5-4-1,6-9 6,4-11-6,5-12 18,-3-14 16,-5-14-491,-7-14 474,-15 22 1,-3-3-367,-1-6 0,-2-2 388,1-5 1,-1 1-23,-1 8 1,-1 0 41,1-11 0,-1 1-111,-1 0 221,-4-11-40,-2 41-73,-2 12 407,-2 14-430,-3 14-46,-3 18-20,-2 21 63,7-20 1,1 2-31,1 9 0,1 1-67,1 8 1,1 0-147,2 4 1,3 0-686,4-1 0,4-3-90,4-5 0,3-4-1937,2-9 0,2-4 2931,13 11 0,-14-24 0,-12-14 0</inkml:trace>
  <inkml:trace contextRef="#ctx0" brushRef="#br0" timeOffset="4933">6688 2759 24596,'-55'-27'522,"0"-1"1,6 4 0,13 2-456,26 7 369,26 2-459,28 0-28,-9 7 1,4 1-727,8 0 0,3 1 617,5 0 0,3 2-28,2 0 1,1 0 13,1 1 1,0-1 27,-1 0 1,-2-1 69,-4 0 0,-2-1 106,-8 0 0,-4-2 138,20-6 312,-28-3-77,-20-2 22,-20-1 7,-15 0 1051,-14 4-1254,-11 6-89,-7 4-95,0 12-17,4 8 0,8 11-22,11 4 432,11 3-438,11 0-6,9-4 1,12-6-18,10-7 29,11-8 39,14-17-29,-14-1 29,12-16-28,-19 4 17,5-4 27,-7 4 6,-8 7-27,-7 7-52,-6 5 24,-7 8 27,-2 6-34,-4 10 18,1 7-1,3 2-33,7 0 28,8-3-6,12-6 0,13-8-5,13-8 16,12-15-3,-21-6 1,-1-3-3,14-13-376,-16 2 1,-4-5 366,-12 4 1,-2-2 2,5-11 0,-2-5-6,-6 5 1,-1-3 0,-2 2 19,1-12 0,-2 1-14,-1 0 1,-3 4 32,-4 15 1,-3 4 29,-5-1-74,-3 1 0,-3 17 0,3 9 0,3 15 0,3 17 0,1 21 0,3-14 0,1 2-10,1 6 1,2 3 9,2 6 0,2 2 0,3 5 0,2 0 0,-2-17 0,2 1 0,0-1 0,10 20 0,0-2-74,0-7 1,0-3-288,-6-8 0,-2-3-681,2 11-885,-23-24 1272,-1-18-275,-12-21 600,6-12 425,-4-14 919,-9-16-29,0 10-15,-2 2-254,-2 10-217,4 11 5,-12-8-376,14 11 102,-4-2-219,21 16-11,1 1-17,16 4 239,17 7-250,26 0 0,-7 0 0,3 0-191,-15-2 0,2-1 196,14 1 1,-1-1-29,8-6 43,-23 1 0,1-1 13,-4-3 1,-1-1 6,1-5 0,-4-2 100,9-12-39,-12-2 140,-21 1 235,-13 1-297,2 7 135,-13-6-286,10 19 415,-1-2-415,3 8 45,2 8-45,-3 8 0,-1 26 0,4 6 0,0 4 0,9 7-449,4-9-842,-2-12 0,0-1-7209,5 20 8500,-2-6 0,-6-29 0,-1-13 0</inkml:trace>
  <inkml:trace contextRef="#ctx0" brushRef="#br0" timeOffset="5133">8566 2081 26715,'-38'19'-4464,"13"5"-452,36 7 1,10 2 2457,1 7 0,-7-14 1,-10-18-1</inkml:trace>
  <inkml:trace contextRef="#ctx0" brushRef="#br0" timeOffset="5526">9001 2325 21786,'0'-4'4593,"0"0"-3686,0 4-845,-44-13 0,16 38-40,-27-9 0,34 42-22,14-4-5,8-12 22,12 9-12,10-12 0,-1-12 1,3-1 39,19 9 34,6-9-35,-22-24 24,-3-19 49,-7-25-50,-6-11-242,-6 17 1,-2-2 213,-5 3 0,-1 0-5,0 1 0,-1 0 27,-6-23-5,-4 16-11,-1 13-34,-4 12-33,1 8-29,-2 8 23,4 5-168,-7 20 479,10-6-1375,-10 34-572,16-13-1237,7 17-6930,16-13 8396,1-15 1,-2-12-1,-11-13 1</inkml:trace>
  <inkml:trace contextRef="#ctx0" brushRef="#br0" timeOffset="5844">9314 2458 25758,'14'-45'692,"0"-1"1,-1 6-1,-4 9-535,-8 19-123,-1 8 5,4 10-39,5 12 11,10 15 17,6 14-31,-9-20 0,0 1-262,2 2 0,-2-2 265,10 17 17,5 5-23,-20-30 180,6 6 50,-15-26-123,0-13-34,-2-16-61,1-14-6,5-6 0,7 3 520,8 8-520,7 13 0,4 12 0,5 20 0,4 15 0,2 19-278,-22-15 1,-2 1-241,-2 5 0,-2 0-932,4 22 1450,-9 5 0,-8-35 0,-1-1 0</inkml:trace>
  <inkml:trace contextRef="#ctx0" brushRef="#br0" timeOffset="6359">789 3690 21713,'46'-11'37,"1"0"0,-1 0 0,1 1 0,2 0 0,-2 4 43,-2 4 1,0 3-1,1 1-1176,8-2 1,2 2 0,2-1 1225,-7 0 0,1 0 0,2 1 0,1-1-37,-5 1 0,2-1 0,0 0 0,2 1 0,1-1-375,-3 0 0,0 1 1,2-1-1,1 0 0,0 0 1,1 0 337,-2 0 1,0-1 0,1 1 0,1-1 0,0 1 0,1-1-1,0 1-117,-3-1 0,1 1 0,1-1 0,0 0 0,0 1 0,1-1 0,1 0 0,0 0 84,-3 1 0,0-1 0,1 0 0,1 0 0,-1 0 0,1 0 0,1 0 0,-1 0 0,1-1-142,3 1 0,0 0 1,1-1-1,0 1 0,0-1 1,1 0-1,0 1 0,0-1 1,0 0 130,-3 0 0,-1 0 1,1 1-1,1-1 0,-1 0 1,1 0-1,0 0 0,0-1 1,0 1-1,1 0-39,-5-1 1,1 1-1,-1-1 1,1 0-1,1 1 1,-1-1-1,0 0 1,1 0-1,-1 0 1,1 0 0,-1 0 32,2 0 1,0 0-1,0 0 1,0-1 0,1 1-1,-1 0 1,0-1 0,1 1-1,-1-1 1,1 1-1,-1-1-4,1 1 1,0-1-1,0 1 1,1-1 0,-1 0-1,0 0 1,0 0 0,0 0-1,0 1 1,0-1-1,0 0-19,0 0 1,-1 0 0,1 0 0,-1 0-1,1 0 1,-1 0 0,1 0 0,-1 0 0,0 0-1,0 0 1,0 0-132,-2 0 1,0 0 0,1 1 0,-1-1 0,0 0 0,-1 0 0,1 0 0,0 0 0,0 1 0,-1-1 0,1 0 147,5 0 0,2-1 0,0 1 0,1-1 0,-1 1 0,-1-1 0,-2 1 0,-1 0 0,-4 0 0,-2 0 0,7 0 0,-4 0 0,-2 0 0,-3 1 0,0-1 0,-1 0 0,2 0 0,0 0 0,0 1 0,0-1 0,-1 0 0</inkml:trace>
  <inkml:trace contextRef="#ctx0" brushRef="#br0" timeOffset="7017">10621 2255 15788,'1'-3'6267,"0"1"-3439,-1 2-2660,-7-41 17,-4 41-5,-9-24-68,-3 53-78,2 3-6,8 0-6,7-2 112,17-2-72,-1-11 84,19-3-1,-4-14 1,7-8 16,0-9-39,-1-23-83,-12 11 21,-5-17 23,-12 18-33,-8-2-18,-10 12 5,-14 10 81,-10 15 9,-8 12-109,3 14-708,10 11-360,16 12-307,18-24 1,6 1 1355,8 6 1,3-3-1,3 6 1,8-4-1</inkml:trace>
  <inkml:trace contextRef="#ctx0" brushRef="#br0" timeOffset="7333">10994 2676 17538,'-45'-16'181,"0"1"0,-1 0 0,7 9 2390,23 14-2556,-6 2 1424,14 8-1442,4 0 871,4 8-854,8 0 3441,20 3-3418,-9-12 11,13-2 89,-13-13 147,3-9-130,-2-6-61,-3-12-61,-11 4 13,-3-6-69,-9 10-135,-7 2-1194,-24 13-2819,0 15 3324,-7 6 0,23-3 0,10-5 0</inkml:trace>
  <inkml:trace contextRef="#ctx0" brushRef="#br0" timeOffset="7726">8452 3555 24923,'42'-10'309,"0"-1"0,0 1 0,18-3 1,3 0-1,0 1-1856,-4 3 1,-1 0 0,4 0 1577,-14 2 0,3 0 1,1-1-1,1 1 1,-1 0-302,1 0 0,1 1 0,-1 0 0,-1 0 0,0 1 277,4-2 0,-1 1 0,0 0 0,2 1 15,0-1 0,2 1 1,2 0-1,-1 0 1,1 1-116,0-1 0,0 2 1,0-1-1,-1 1 0,1 0 106,-2-1 1,0 1-1,0 0 1,0 0 0,-1 0-163,2 0 0,1 1 0,0 0 0,-4 0 0,-4 0 154,4 1 1,-5 0 0,-4 0 477,-1 1 0,-6 1-562,5 3 662,-40 5-583,-28 4 0,10-5 0,-13 1 0</inkml:trace>
  <inkml:trace contextRef="#ctx0" brushRef="#br0" timeOffset="118563">5557 4656 20504,'-2'-59'974,"0"0"1,0 0-1,0 11 1,0 3-1,1 5-128,0-19-610,1 38-119,1 3 23,4 29-28,3 19-22,2 24-48,-5-17 0,-1 2-613,-2 6 1,-1 2 581,-3 4 1,-2 1 2,-2 2 0,-1 0 5,-2 0 1,-1-1-162,0-3 0,0-1 147,2-8 1,1-2 27,-3 14 203,7-23 72,1-23-84,7-34-168,-1 3 11,7-36-28,4 9 293,-4 17 0,1 0-327,1 1 1,1 1 19,5 0 1,0 3-26,8-7 322,13 7-344,-9 22 22,22 11 17,-3 10-40,-21-1 1,0 2-415,18 20 336,-13-5-201,1 11 285,-14-5-986,-1 15 701,-10-19-147,-2 1 444,-5-26 61,6-6 56,3-15 416,5-9-292,4-8 44,1-1-17,-1 4-62,-3 8-44,-3 8-112,-3 6 5,4 6-16,3 3-17,9 0-6,-2 0-5,13-1 10,6-2-21,4-5 10,8-6-5,-22-2 40,-1-12 38,-15 1 28,-1-10 85,-9-6-124,-8 12 107,-13-5-130,2 24 18,-18-1 0,-7 19-40,-2 5-22,2 5 11,7 16-16,18-15-23,-1 20 16,17-8-100,19 20-89,14-8 55,6-4-98,-4-23 1,0-6-130,4-2 331,-1-5 0,0-3 14,8-14 61,-17-1 1,-1-5 39,16-18-14,-26 12 0,-2 0 81,6-17-56,-9 11 229,-1-3-206,-12 21 83,-3-1-156,-15 20 260,-12 8-283,-9 13-27,1 5 16,9-4-6,7 17-33,14-13 16,3 6-44,15-10-17,15-17 73,-5-4 0,18-26 39,-21-8 17,8-18-12,-13 9 46,-1-7 44,-6 11 90,-2-5-79,-4 14-95,-3 8-28,-2 12-5,-2 26 5,1-1-22,0 23-34,7-4-33,0-6-443,6-6 0,2 1-1277,13 14 588,-5-14 1,2-1-74,13 3-73,-4-20 1,0-5 1125,3-8 440,-3-4 1,-1-5 2549,9-27-681,-6-4-611,-4-9-421,-17 13-218,-6 8-264,-3 9-313,-3 12-145,-3 9-57,-2 13 6,-1 13 0,-3 17-53,3-14 0,1 3-9,-2 9 0,-1 3-726,-1 9 1,-1 3 701,2-15 0,0 0 0,0 0 5,0 5 1,0 0 0,0-4 21,0 2 1,1-4 2,1-2 0,0-7 39,0-11 0,-1-16-28,0-18 1,2-28-7,2 7 1,2-4-4,1-12 1,2-5-899,0 12 1,0-2 0,1 1 895,2-13 0,3-1 9,1 3 0,3-3 1,0 5 134,2 1 1,0 2-138,-1 6 1,1-2 0,0 3-6,3 2 1,0 3 5,-2 7 1,3 3-200,2 3 1,1 4 184,7-2 17,12 7-27,-15 26 2676,8 12-2683,0 20 0,-19-14 1,-3 2 296,-3 5 1,-4 0-301,-8 3 1,-6-1 14,-5-1 0,-7-1 5,-6-3 1,-4-4 5,-3-2 0,-2-3-6,3-6 0,-1-2-246,-17 4-364,19-17-3713,24-21 4329,17-7 0,-1 4 0,1 8 0</inkml:trace>
  <inkml:trace contextRef="#ctx0" brushRef="#br0" timeOffset="118796">8391 4580 24990,'-5'0'2985,"1"0"-2436,4 0-639,17-30-335,15 17-180,-4-4 0,1 1-504,25 11-3807,-11 4 1,-2 2 3147,-5 0 0,12 1 1,-40-1-1</inkml:trace>
  <inkml:trace contextRef="#ctx0" brushRef="#br0" timeOffset="118945">8548 4875 27740,'-39'7'465,"0"1"1,-22 1-466,69-17 0,12-4-259,18-1-2390,19 0 2649,0 1 0,-18 5 0,-16 2 0</inkml:trace>
  <inkml:trace contextRef="#ctx0" brushRef="#br0" timeOffset="119521">10093 4361 21461,'1'-6'4677,"0"1"-4380,-1 5 118,-8-65-163,-4 42-208,5-13 1,-3 2 67,-19 23-106,2 7 11,-20 5-6,-5 7-6,20-1 1,-1 1-288,-4 2 0,0 1 287,-1 0 1,1 1 2,3-1 1,2-1-4,-17 6 35,20-7 60,16-4 7,9-3-79,3 0 5,0 6 588,-1 6-571,-3 12-16,-2 12-1,-3 13-14,3-20 1,0 1-270,-2 3 1,1 1 266,0 2 0,0 0-23,2 0 1,2 0 13,1-2 1,3-1-1,8 4 0,4-2-24,6 9-43,3-17 0,5-5-878,23-2 24,-15-11 0,2-3 913,9-6 0,-2-2 0,5 0 0,-2-6 0</inkml:trace>
  <inkml:trace contextRef="#ctx0" brushRef="#br0" timeOffset="119880">10918 4225 27589,'24'-40'82,"0"0"0,-2 3 0,1 9 8,16 18-68,-14 5 68,6 2-29,-12 3 1,10 2 33,7 1-39,5 2 0,2 2-5,-1 1-7,-5 4 18,-7 4-23,-7 8 17,-5 11-53,-9-4 0,-1 1-3,3 17 5,-2-7 1,-2 2-380,-2-11 1,-2-1 367,2 9 0,-3 2-123,-10 8 1,-5 0-315,-4-8 1,-4-1-59,-2-2 0,-5-1 501,-18-1 0,1-6 0,11-8 0,-20 8 0</inkml:trace>
  <inkml:trace contextRef="#ctx0" brushRef="#br0" timeOffset="120621">1528 7061 26642,'-12'-20'23,"0"19"-435,7 31 1,3 14-2606,0-8 1,0 1 1884,-1 3 0,2-3 0,0 3 0,1-18 0</inkml:trace>
  <inkml:trace contextRef="#ctx0" brushRef="#br0" timeOffset="120962">1797 6860 22699,'-12'-46'860,"0"0"1,4 6 0,-3 12-805,-7 28-11,3 17-33,3 6-12,-3 15 0,7-3 0,1 8 0,9-4 22,8-7 40,5-10 167,4-9 118,0-16-5,1-12 140,-2-23-359,-5 8 84,-3-17-56,-8 18-33,-3-1-23,-1 7-78,-4 12-79,2 8 6,-1 7-213,3 11-565,1 10-1771,9 12 2605,10 11 0,-5-20 0,3-3 0</inkml:trace>
  <inkml:trace contextRef="#ctx0" brushRef="#br0" timeOffset="121163">2277 7083 26190,'-51'2'351,"-1"0"0,2 0 0,10-1-196,29 0-177,1-1-12,39-1-386,17-6-129,15 1-4367,-1-5 1,-1 0-4916,3-1 9246,-11 2 0,-7 2 0,-21 3 0,-10 3 0</inkml:trace>
  <inkml:trace contextRef="#ctx0" brushRef="#br0" timeOffset="121479">3269 7051 26962,'-3'-39'453,"0"0"1,-2-22-415,2 62-17,2 11-33,0 12-11,-1 17-17,0-3-435,0-2 1,-1 4-5755,0 22 5549,0-20 1,1-3-1,0 4 1,2-19 0</inkml:trace>
  <inkml:trace contextRef="#ctx0" brushRef="#br0" timeOffset="121655">3346 6682 22565,'-4'-6'2537,"1"1"-2308,3 5-1864,0 0 1635,-13 6 0,9-4 0,-9 5 0</inkml:trace>
  <inkml:trace contextRef="#ctx0" brushRef="#br0" timeOffset="122330">3661 6959 24805,'-1'-6'2386,"0"2"-1803,1 4-567,15-5 12,-3 33-39,8 8 16,-14-3 1,-3 4-14,-2-2 0,-1 1-32,-6 27 35,-2-15-1,2-18 34,2-19-5,5-20-18,5-18 23,2-2-23,1-4 1,2-3 0,5-20-251,-3 13 0,2 0 242,-2 7 0,2 2 9,0 4 0,2 1 16,17-13-22,0 18-6,1 17 1,2 19 5,2 13-6,2 18-11,-21-17 1,-1 2 21,-3 2 1,-2 1-12,-4 1 1,-2-1 5,-1 27 11,-10-11-6,-2-14 558,-1-14-552,4-17 23,12-23-6,3-11 11,12-20 23,-1-1-9,-12 24 0,1-1-84,-3-1 0,0 0 216,3-30-89,-7 4-96,-6 7 0,-2 12 0,-1 13 0,1 12 0,1 8 0,5 9 0,7 8 0,12 11 253,12 13-253,-13-13 0,0 1 0,3 4 0,0 2-257,-2 3 1,-2 1 256,-4 0 0,-4 2 0,-4-2 0,-6-1 0,-15 30 0,0-34 0,-3 0-73,-5-3 0,-1-1-543,-24 20-712,3-15-2284,10-16 3612,12-14 0,11-3 0,6-3 0</inkml:trace>
  <inkml:trace contextRef="#ctx0" brushRef="#br0" timeOffset="123188">4830 6964 28233,'7'-2'123,"7"-5"-73,17-6 6,3-9 6,-2-5-12,-9-4-16,-9-2 5,-9 4-15,-12 6-24,-6 7 0,-9 9 0,-4 12 0,-3 8 0,1 11 0,3 5 0,8 7 0,7 3 0,8 8 0,13 3 0,12 2 0,16-4 0,-14-27 0,2-2-114,2-4 1,1-3 113,25 3 0,-11-11 0,-11-14 0,-10-9 0,-7-17 0,-3-9 0,-1-7 0,1 3 0,4 3 0,-4 20 0,6 4 0,-1 16 227,12 2-227,9 11 0,17 13 0,-17 0 0,-13-2 0,-2 4 0,-3 14 0,1 14 0,-9 0 0,-3 1 0,-5-19 0,-1-4 0,0-22 0,4-6 0,11-14 0,12-13 0,13-13-331,-18 15 1,0-2 330,2-3 0,-1-2 0,0-4 0,-2-1 0,-2-4 0,-3-1 0,-3-2 0,-5-1 0,-3 1 0,-4 1 0,-5 2 0,-4 2-31,-1 5 0,-2 2 31,-11-17 0,2 16 0,3 13 0,6 11 0,3 7 656,2 12-656,2 15 0,0 21 0,2-12 0,1 3-285,0 7 0,3 5 285,1-3 0,2 2 0,0-2-546,1 4 1,1 0 545,0-4 0,2 3 0,1-5 0,1-6 0,3-1 0,10 13 0,2 0 0,-6-15 0,2-3-93,2 0 0,-2-5-545,4-3-1793,-10-15 2431,-20-25 0,2 9 0,-7-10 0</inkml:trace>
  <inkml:trace contextRef="#ctx0" brushRef="#br0" timeOffset="123354">5755 6937 28311,'52'-18'-405,"-1"0"0,8 1 0,-2 3 405,-10 10 0,-4 2 0,17-2 0,-1 0 0</inkml:trace>
  <inkml:trace contextRef="#ctx0" brushRef="#br0" timeOffset="123812">6872 6757 23892,'1'-55'1047,"-1"0"1,-1 2-1,-3 7-319,-5 16-604,-1 8-68,-2 19-28,2 27-28,0 29 16,4-10 1,1 2-518,0-4 0,1 4 499,0 9 0,0 6 0,1-2-453,1-15 0,0-3 0,2 4 417,0 15 1,2 5 0,3-5-141,2-13 1,3-4 0,1-3-162,5 7 1,5-5-2138,16 2 1,6-7 2475,-10-15 0,0-4 0,-3 0 0,-2-3 0,8-1 0</inkml:trace>
  <inkml:trace contextRef="#ctx0" brushRef="#br0" timeOffset="125520">7042 6489 10181,'0'-5'9830,"0"1"-5014,0 4-4295,0-60-100,0 40-251,1-13 1,-2 2 104,0 23-90,0 2-85,-3 2-77,-5 6-29,1 3 12,-10 14-6,1 12-17,-5 16-56,1 9-880,5 5-1136,4 0 2089,5 2 0,4-29 0,2-6 0</inkml:trace>
  <inkml:trace contextRef="#ctx0" brushRef="#br0" timeOffset="127425">8033 6708 20016,'2'-3'5198,"-1"0"-3949,-1 3-1198,-26-37-18,1 31-10,-26-25-12,6 42 6,-1 1 11,1 1-12,6-4 1,8-3 17,7-3 16,6-2 6,7-1 286,5 0-247,2 0-28,3 0-78,1 2 17,1 12-6,0-1 11,0 18 6,-5-1 5,-4 11-11,-3 1 6,-3-3-6,2-5 23,4-8-17,2-9 33,4-8 146,0-6 11,3-4-84,1-5-22,3-4-6,3-7-27,3-2-18,4-1-33,4 2 5,6 0-11,5 3 12,7 5 27,5 5-39,6 12-27,3 9-1,0 13-250,-7 8 250,-13 8-28,-24 16 28,-14-18-14,-8-13 1,-5-2-94,-22 4-55,14-15 0,0-2-835,-27 4-1971,8-13 2985,15-12 0,14 1 0,11-1 0</inkml:trace>
  <inkml:trace contextRef="#ctx0" brushRef="#br0" timeOffset="127675">8400 6413 24934,'0'-3'3092,"0"0"-2447,0 3-645,49 35 0,-27-14 0,3 4-740,4 3 0,4 2 1,-3 3 739,-4 0 0,-2 2 0,-2 2 0,0 2 0,-3 1 0,-3 2-289,-3 3 0,-4 0 0,-4 2-36,-7 1 1,-6 1-1,-4 0-1768,-8 3 0,-6-1 0,-2-1 1749,-2-5 0,-3-1 1,1-5-1,-5 5 1,3-7-1,-11 6 1</inkml:trace>
  <inkml:trace contextRef="#ctx0" brushRef="#br0" timeOffset="131816">3879 8587 14004,'-7'-49'903,"0"1"0,0-1 0,-3-12 0,-1 5-346,3 22 0,-1 5-468,-2 1 1466,4 20-1533,6 17 46,3 24 16,3 19 300,-1-12 1,-1 5-370,-1 2 0,-1 4 0,-1 1 351,-1-2 1,-1 0 0,-1 0-367,1 2 0,-1 0 0,-2 0-4,-1 0 0,-1 0 0,0-3-4,0 6 0,0-2 780,1 5 1,0-2-754,3-15 1,1-5 327,1 5-207,1-27 612,0-29-656,4-21-52,3-26-19,2 14 1,3-2-24,0 6 1,0 2 3,1 0 0,0 2 10,17-14-16,-7 27 1673,8 5-1668,4 17-10,18 24-1,-14-2 3,-7 2 1,-1 2 485,13 14-500,-16-12 1,1 2-12,4 7 0,0 1-54,-6-5 1,0 0-146,2 4 1,-2-1-189,4 5-900,-6-3-456,-14-19-329,1-7-639,5-30 2044,3-9 678,5-8 365,9-3 643,-9 13 926,3-1 509,-11 8-1430,-8 10-671,-6 7 275,-3 4-477,-2 9-22,2 0 11,1 8-34,4-7 62,14 1-44,6-7-40,26-11-34,-17-2 0,-1-3 1,24-11-7,-22 4 1,-5 0 34,-4-1 139,11-23-145,-26 21 168,-2-23-112,-14 29 139,-23-8-167,7 20 62,-27 6 83,-2 19-128,1 7-60,22-7 1,2 2-14,-6 20-11,13-7-23,6 8 6,16-8-85,25 15-212,16-11-188,1-16 1,6-5-376,-7-8 0,0-2 711,2 0 1,-1-3-23,-2-6 0,-2-5 53,19-10 120,-26 4 1,-1-4-79,-5-2 0,-3-2 148,-2-2 1,-3 0 22,9-15 151,1-7 275,-8 3-303,-5 10 314,-5-3-342,-17 27-134,-2 2 90,-27 21-85,1 6-56,-13 17-27,14 2 38,11 3 1021,11-7-1032,10 7-72,23-5 5,7-7 292,18-7-219,-6-31 22,-5-12-22,-4-16 28,-8-6 56,-6-3 23,-9 1 111,-6 5 96,-4 9-163,-1 12 123,-3 7-229,-1 8-11,-4 8-23,-3 9-22,-2 10 11,2 7-40,4 6-223,6 2-806,8 4-1743,6 1-2650,11-3 909,11-9 621,10-14 2851,7-24 6419,-3-17 196,-9-17-2690,-9-7-1125,-5-1-621,-3 2-672,-7 14 570,1 0-643,-12 21-274,1-2 55,-9 27-16,-3 10-57,-7 24-53,6-19 1,-2 2-433,0 8 0,0 3 413,-1 8 0,1 2-6,1 8 0,2 1-3,0 1 1,2-2-4,3-13 1,2-2 13,4 1 1,4-5 229,2-10-204,7-3-11,-7-43-1,-3-7 1,4-32-6,-6 8 0,0-4-754,2-7 1,1-3 760,-2 9 1,0-2 0,1 0-5,1 7 1,0 0 0,2 1 10,6-18 0,3 4 188,-4 15 0,0 4-194,-1 8 1,2 3-51,4 0 0,0 2 36,10-3 0,-7 7 1,1 4 5,13 9 17,4 12-6,5 14-17,1 15 588,-26-10 1,-2 4-583,-4 2 0,-4 3-14,-6 2 0,-7 0-6,-10 1 1,-8-2-18,-10 0 1,-7-3-315,-10-1 0,-4-5-55,-7-2 0,-2-4-2065,0-5 1,1-3 2470,9-2 0,4-4 0,-10-1 0,28-3 0</inkml:trace>
  <inkml:trace contextRef="#ctx0" brushRef="#br0" timeOffset="132725">6935 8967 21321,'-6'0'4038,"1"0"-3516,5 0-500,-1-14-67,26 3-173,15-13-113,-4 15 1,4 3-601,5-1 1,0 0-1000,1 2 1,-1 2 1724,-2 3 0,-3 1 0,4 0 0,-15 4 0</inkml:trace>
  <inkml:trace contextRef="#ctx0" brushRef="#br0" timeOffset="132884">7097 9162 18347,'-9'5'3719,"-25"12"1,-6 0-2830,11-6-711,-9 5 0,3-1 353,18-12-280,13-5-162,2-3-45,14-5-219,31-12-173,-4 5-1249,2 3 0,5 1 1596,-1 1 0,-2 1 0,17-4 0,-2 0 0</inkml:trace>
  <inkml:trace contextRef="#ctx0" brushRef="#br0" timeOffset="133391">8769 8566 25954,'3'-39'336,"0"0"0,-4 2 0,-4 10-303,-6 25 23,-23 4-39,12 1-3,-8 5 0,-2 1-3,-2 2-3,-1 0 1,-2 0 8,-16 4-26,15-6 1,0-1 30,-17 4 6,9-4-28,28-6-11,12-1 11,4 1 17,2 2 0,2 7 0,1 16 11,-1 8-3381,-1 19 3386,-4-11 26,-2-13 0,-1 3-484,-5 7 0,-1 1 478,-1 2 1,0 1-26,-2 9 0,0-2-20,5-17 1,2-2-32,1 5 1,2-2 11,3 12 5,14 4-358,34-18-353,-15-25 1,2-5-270,4-2 1,1-4 985,20-11 0,-4-2 0,-14 2 0,-8 3 0,0 0 0</inkml:trace>
  <inkml:trace contextRef="#ctx0" brushRef="#br0" timeOffset="133975">9575 8568 27079,'-44'-21'54,"1"-1"0,1 2 1,5 8-50,7 22-5671,-21 6 5689,25-9 1436,-24 6-1420,22-7 882,4-2-854,8-1-22,13-3-39,3 1 3397,0 7-3375,1-1 6,1 13 10,-1 2-16,1 4 17,-5 14 28,-9 10-34,-3 2-28,-6 8-11,6-18-5,5-12 72,3-3 196,5-17-162,0-1 78,4-14-67,0-5-3396,2-9 3284,1 3 0,9-14 0,2 9 0,12-9 0,8 8 0,8 4 0,-6 7 0,-3 10 0,-1 3 0,-2 3 0,1 3 0,-1 3 0,0 11 0,4 9 0,-12-2 0,-14 17 0,-25-10 3379,-15 14-3731,-21-12-12,22-22 0,-1-2-297,-19 5-7124,-10-13 7785,31-11 0,-2 1 0,22-3 0</inkml:trace>
  <inkml:trace contextRef="#ctx0" brushRef="#br0" timeOffset="134401">10168 8380 27550,'20'-31'171,"-1"0"1,0 2 0,0 7-99,12 11-79,3 2 28,2 3 12,3 3-12,-3 2 18,-4 7-29,-8 4-6,-7 20 7,-9-6 21,-5 26 23,-11-5-487,1-11 0,0 3 450,0 4 1,1 3 5,1 6 0,3 1-6,6 6 1,5 1-11,-1-16 1,3-1-1,2 1-465,3 1 1,2-1 0,1 1 442,0-1 0,1 1 0,-2-3 10,6 7 1,-5 0 2,-6 13 0,-9-3-28,-14-4-193,0-13 0,-9-4-821,-16-16 0,-11-6 0,3-2 1042,3-1 0,0 0 0,-20 4 0,6-3 0,18-11 0</inkml:trace>
  <inkml:trace contextRef="#ctx0" brushRef="#br0" timeOffset="136968">1297 10823 26570,'-9'-41'246,"0"0"0,3 1 1,-1 16-242,2 27 29,0 14-34,-5 19-11,-5 21-505,5-20 0,-2 3 152,0 4 0,0 2-1140,1 3 0,1 1 1504,4 3 0,2-3 0,-1 9 0,6-12 0</inkml:trace>
  <inkml:trace contextRef="#ctx0" brushRef="#br0" timeOffset="137158">1576 10942 22285,'2'-7'4150,"0"1"-3556,-2 6-253,0 0-318,14-25 27,-14 39-100,8-12-561,-18 48-2486,1 3 3097,1-8 0,4-17 0,3-13 0</inkml:trace>
  <inkml:trace contextRef="#ctx0" brushRef="#br0" timeOffset="137475">1739 10443 21618,'-4'-3'2913,"0"1"-2661,4 2-202,-47 21-16,35-2 5,-32 18 39,53-7-50,-1-11 73,6-2 145,-5-13 13,0-5-91,-3-6-28,-3-10-62,-5-8-67,-2 5 12,-4-3-57,0 12-112,-1 2-403,-2 4-4066,-3 11 4615,4 1 0,0 2 0,6-4 0</inkml:trace>
  <inkml:trace contextRef="#ctx0" brushRef="#br0" timeOffset="137809">1297 10369 25057,'-11'32'47,"0"0"1,-2 24 42,23-27-23,2-10 135,4-6 117,-2-9 241,7-14-207,-4-6-73,0-14-179,-9 8-6,-5-7 28,-3 6-117,0 3-68,0 6-167,0 16-522,2 20-2245,9 8 2996,4 11 0,-6-22 0,-5-12 0</inkml:trace>
  <inkml:trace contextRef="#ctx0" brushRef="#br0" timeOffset="138091">2346 10787 21231,'-5'0'4056,"1"0"-3636,4 0 185,-68 10 0,43-4-465,-12-1 0,4 1 73,24-3-23,8-2 51,2-1-191,12-7-123,0 2-1433,44-14-5820,-1 9 6647,-18 2 1,-1 1 0,7 1-1,-19 4 1</inkml:trace>
  <inkml:trace contextRef="#ctx0" brushRef="#br0" timeOffset="138708">4093 10896 19445,'-1'-7'5534,"1"2"-4772,0 5-258,0 0-482,-12-30-33,4 44 11,-11-11-179,7 56-426,5-25 0,0 1 435,2 5 1,0-1 0,-2 4 0,4-2 0</inkml:trace>
  <inkml:trace contextRef="#ctx0" brushRef="#br0" timeOffset="139058">4193 10677 25214,'-55'-9'17,"17"9"-23,54 34-5,11-6 11,11-7 5,-10-12 74,8-13 89,-18-11 68,-1-15 66,-8-9-16,-10-6-68,-9-1-78,-6 4-90,-2 7-5,0 11-50,6 11-40,0 11 11,2 15-100,-1 13-393,1 19-1024,4 14-1239,7-23 1,1 0 2110,2-3 1,1-1 0,3 10 0,0-18-1</inkml:trace>
  <inkml:trace contextRef="#ctx0" brushRef="#br0" timeOffset="139684">4760 10799 22531,'0'-4'3775,"0"0"-2856,0 4-919,-2-16 5,0 33 7,-3-3 10,-2 40-16,-2 5-1,-1-1 18,1-8-7,4-15 102,2-16 28,4-19-79,8-15 6,8-15-34,11-13-6,10-6-312,-16 25 0,2 1 295,0 1 1,2 3 39,22-12-16,-5 14-57,-8 11 11,-6 15 6,-3 9-5,-2 13-1,0 9 0,-1 5 6,2 2 0,-1-2 6,-1-7 575,-2-12-592,-2-11 39,-1-16-11,1-15 11,1-16 5,0-15 23,0-13-511,-10 25 0,-1-1 522,1-1 1,0 0 35,0 2 1,0 2 42,6-20-146,-6 18 0,-5 18 0,-5 11 0,-3 7 0,-1 9 1034,0 8-1034,5 11 0,8 8 0,10 8 0,15 6 0,-11-25 0,3 0 0,3 1 0,1-1-221,1-1 0,0 0 221,-6-1 0,-2-1-29,5 21 29,-29-4 0,-23-1 0,-21-4-460,17-19 0,-1-1-1534,-3-3 1,0-2 1993,-21 3 0,20-7 0,16-5 0</inkml:trace>
  <inkml:trace contextRef="#ctx0" brushRef="#br0" timeOffset="140491">5956 10846 24979,'-5'0'2632,"2"0"-2117,3 0-481,24-2 0,8 1-18,22-3 24,-4-3 10,-9-6 84,-11-14-106,-14 5 40,-7-14-7,-14 9-27,-2-3 12,-7 5-46,-3 11 0,-3 7 0,-5 12 0,-1 8 0,0 10 0,2 10 0,-2 21 0,10-14 0,6-7 0,2 0 0,3 13 0,11 11 0,12-9 0,16-12 0,20-15 0,-14-14-1696,-6-14 0,-2-3 1696,-4-6-30,-2-2 0,-1-3 30,4-14 0,-7 9 0,-1-1 0,5-9 0,8-8 0,-14 24 0,3 0 0,-1 8 0,-2 7 0,7 16 3362,-9-2-3362,9 20-3302,-2 11 3302,-4-7-443,-2 1 0,2 0 443,5 8-218,5 7 218,-3-10 0,-6-19 0,2-2 0,5-24 0,-3-18 2846,-1-8-2846,-9 5 0,0-3 0,-1 0 0,1-3 414,9-21 1,0-4-415,-2 10 0,-1-1-1005,2-6 1,-2 4 1004,4-7 0,-10 9 0,-12 21 0,-9 0 0,-1 14 351,-7 8-351,2 18 2479,1 3-2479,-5 26 0,6-7 0,1 3 0,1 4 0,1 2-409,-1 12 1,4 2 408,6-5 0,3-2 0,-1-9 0,3 0 0,6 10 0,5-1 0,-1-11 0,1-2-297,5 7 0,1-1-1496,-3-7 1,-1-4-1849,5 3 2860,-15-14 1,-12-20 0,-1-1 0</inkml:trace>
  <inkml:trace contextRef="#ctx0" brushRef="#br0" timeOffset="140650">6890 11002 27023,'-15'-50'207,"0"-1"0,-1 7 1,11 8-180,33 21 0,10 7-51,25-2-1038,-14 3 1,3 2 225,-3 2 1,1 1 834,7 0 0,-3 1 0,8-1 0,-7 1 0</inkml:trace>
  <inkml:trace contextRef="#ctx0" brushRef="#br0" timeOffset="141576">8464 10713 19496,'4'-50'1604,"-1"-1"1,1 1 0,0 2-1,-1 4-1422,-4 1 0,-3 9 272,-7 18-236,-2 13-61,-5 19 28,-3 26-84,10-8 0,1 5-602,-1 10 1,0 2 520,3-8 0,0 4-13,1 2 1,0 6-1,2-3-49,0 4 0,4 1-134,1-5 1,2 3 0,4-3-800,8 5 0,8-6 975,13-7 0,2-6 0,6 4 0,5-19 0</inkml:trace>
  <inkml:trace contextRef="#ctx0" brushRef="#br0" timeOffset="142075">9078 10650 26704,'-8'-44'89,"-1"0"1,3 4 0,10 7-51,36 17-17,8 4-22,4 5-11,5 10 6,1 11 21,-2 12-16,-12 11 6,-18 8 0,-24 6 16,-24-1-11,4-24 0,-4-2-370,-2-1 1,-1-2 403,-22 14 270,8-11-136,10-11 181,10-12-119,8-10 0,7-9-29,7-8 317,8-5-382,17-7-147,-6 13 29,17-3-29,-7 17 0,15 3 0,7 14 0,-23 2 0,-1 3 0,4 3 0,-2 4 0,0 1 0,-3 3-118,-3 1 0,-4 2 118,4 27-46,-29 2-127,-22-2-60,3-27 1,-3-3-382,-2-2 1,-3-3-1345,0-3 1,0-3 1128,-19 1 1,19-8 0,16-4-1</inkml:trace>
  <inkml:trace contextRef="#ctx0" brushRef="#br0" timeOffset="142326">9913 10154 25180,'-6'-5'2493,"0"1"-2112,6 4 134,0 0-1451,64 60 936,-36-37 0,2 1-364,8 9 1,6 5-1,-1-2 364,-6-6 0,0-2 0,0 1-455,3 4 0,0 1 0,-2 2 455,-2 1 0,-1 2 0,-4 2 0,-6 1 0,-3 1 0,-11 4-1037,-17 12 1,-13 3 0,-2-4 675,4-14 1,-2-3 0,-7 1 360,-5-2 0,-9 3 0,-3 0 0,2-3 0,7-8 0,1-2 0,1-3 0,-2 1 0,0 0 0,0 0 0</inkml:trace>
  <inkml:trace contextRef="#ctx0" brushRef="#br0" timeOffset="148284">4048 12662 22002,'1'-45'753,"-1"1"0,1-1 1,1-10-1,-2 8-2,-3 13-234,2 23-393,-3 1 55,3 17-140,1 13-16,-2 42 13,1-25 1,-2 2-538,-1 18 1,-1 1 505,0-15 1,-1 2 9,-3 5 0,-1 5 0,1-7-10,1-7 1,0-1-1,-3 11 1,0 6 0,2-8 2,-2 14 14,5-25 1,1-4 50,4-11 123,3-17-51,6-21-10,13-30-57,4-10-1062,-7 15 1,1 1 1011,8-16-83,-5 17 0,1 3 50,-1 3 133,21-11-156,-23 39 22,9 13 17,-11 8 12,8 24-23,-3 2-3,-5-9 0,1 3-25,-3-5 0,1 1-596,3 5 1,-1-1 309,8 10 159,-7-17 1,0-3-1794,10-3 806,14 1-947,-5-35 1002,6-17 1070,1-15 384,-23 18 0,-1 0 1151,14-22 448,-10 7 1152,-12 10-1954,-8 10-216,-5 8-528,-1 7-151,0 3-185,3 6 22,3-1 6,10 3-22,9-4-68,0-1 34,29-16-33,-22 3-1,4-8 1,-1-5 38,-1-7 23,7-17-11,-26 13 5,-13 3 6,-12 7-28,-10 7-28,-8 9 34,-6 11-3370,-4 11 3330,8 3 51,-10 25-56,19-5-17,-3 22-6,17-8-22,19 0-100,17-6-278,-4-24 0,3-3 8,9 0 1,2-5 1085,8-1 1,1-4-1185,5-4 1,-1-2 274,-10-3 0,0-2-141,16-10 1,-2-5 372,-21 2 1,-3-1 41,8-2 0,-1-4 344,-7-7 1,-5-1 419,0-13-386,-10 13 1,-3 1 307,-7-11-162,-14 13 352,-10 12-716,-10 10 802,-6 13-909,-2 10-89,0 15 5,3 13-5,7 9-386,8 4 352,9 0-33,14-7-17,9-10 5,10-16 57,6-16 10,0-21-10,-1-13 33,-3-16 11,-4-9 28,-4-6 17,-2 1 39,-3 7 62,-4 15-28,-5 15 333,-3 11-461,-2 13-36,-4 11 14,1 14-7,-3 12 0,2 6-29,2 4-184,5 3-437,7 3-139,-1-26 1,3-2-265,23 23 364,8-16 353,6-24 308,0-28 179,-2-19 31,-25 11 0,-1-3 291,1-9 1,-2 1-115,6-14-4,-13 18 1,-1 1 249,-3 2-219,0 1 267,-5 16-558,-5 20 0,-6 19 6,-6 23-87,3-16 0,-1 0-191,2-5 1,-1 3 173,-5 26 0,1 3-679,5-13 0,1 3 667,0-3 0,0 4 0,2-2-13,1-8 0,2 0 0,1-2 11,1 13 1,1-3 18,1-13 1,2-6-3,3 1 6,1-35-6,1-30 3,-2 1 0,-1-5 2,1-9 1,1-5-391,0-7 1,0-4 391,-1 18 1,0 0-1,1-1-11,-1 1 0,1-1 1,1 1 11,5-18 1,1 2-7,0 3 1,2 3 442,1 5 0,0 2-428,1 4 0,1 3-17,10-17 2,-7 24 1,2 3-3,9-2-11,18-7 11,-8 24-11,1 10 0,0 17-6,-10 13 11,-14 16 29,-29 12-29,-6-24 0,-7-1-238,-10 3 1,-6-3 232,-5 0 0,-4-3 46,-2-3-1,0-2-670,4-4 1,1-3-3569,10-5 1,2-2 4284,-6-5 0,21-4 0,14-4 0</inkml:trace>
  <inkml:trace contextRef="#ctx0" brushRef="#br0" timeOffset="149092">6894 13097 26435,'-40'-13'-5579,"9"0"5579,29 35 0,2-15 0,0 1 0</inkml:trace>
  <inkml:trace contextRef="#ctx0" brushRef="#br0" timeOffset="150034">6866 13066 16084,'-4'0'7198,"1"0"-4190,3 0-2919,-54-7-55,44 5 16,-31-4 34,83 2-78,-5 0-57,11-3 1,4-3-1581,-13 2 0,-1 0 1331,9-2 0,1-1-1078,0 0 1,-2 1 962,-8 2 1,-3 1-1,17-3 1,-13 2-1</inkml:trace>
  <inkml:trace contextRef="#ctx0" brushRef="#br0" timeOffset="150318">6919 12710 25578,'-32'-39'482,"8"8"-415,69 25-95,4 1-252,-7 0 0,2 1-3469,3-1 0,1 1 3749,-2 0 0,-3 0 0,15 0 0,-26 2 0</inkml:trace>
  <inkml:trace contextRef="#ctx0" brushRef="#br0" timeOffset="151283">8937 12396 25825,'-50'-37'155,"0"0"0,2 2 0,2 11-105,-15 26-673,-2 5 631,32-1 0,0 1 9,-29 9 28,4 2-34,8-3 0,11-4-5,18-4 190,9-4-174,11-3 103,3 2-108,4 3 50,4 8 28,2 12 45,-3 16 6,-5 19-724,-9-22 0,-2 3 639,-2 6 1,-3 1-18,-3 5 1,-2 0-449,0 1 1,0 0 417,1-3 0,3-1-174,2-5 0,4-2 157,3-6 1,5-3-15,17 21-123,19-18-532,20-16-804,-21-18 0,2-3 1167,0-3 0,-3-2 1,15-3-1,-21 0 0</inkml:trace>
  <inkml:trace contextRef="#ctx0" brushRef="#br0" timeOffset="152010">9649 12590 18767,'2'-4'5467,"0"0"-4162,-2 4-918,-2-60-141,-7 41-176,3-14 0,-3 4 20,-16 24-29,-3 3-38,-3 2 10,-2 1-5,-1 0-5,1 1 16,4-1 6,3-1-17,7 2 22,1 4-28,9-1 29,-1 6-1,6 2 17,-3 9 23,-1 5 5,-1 7 17,-2 5-5,0 7-46,-2 4 6,1 2-27,-1-2-46,5-5 40,0-8 22,6-10 33,0-11 141,2-9 33,2-10-106,3-9-56,7-11-34,8-8-28,7-6-45,6 1 34,4 4 12,0 8-24,-2 7 7,2 9-12,1 13 6,2 11-12,0 14-27,-5 8 0,-8 16 22,-12-16-6,-18 19 17,-17-19-11,-16 10-336,-11-5 95,-4-7-420,5-11-1007,11-11 1668,17-20 0,10 4 0,7-9 0</inkml:trace>
  <inkml:trace contextRef="#ctx0" brushRef="#br0" timeOffset="152225">10166 12775 27090,'-20'59'-58,"-1"1"0,1-1 1,2-9-1371,6-19 1428,-3 7 0,7-19 0,4-5 0</inkml:trace>
  <inkml:trace contextRef="#ctx0" brushRef="#br0" timeOffset="152725">10413 12614 26871,'19'-57'205,"0"0"1,-1 6-1,5 9-158,13 19 1,1 7-20,15-6-6,-22 11 1,1 2 131,17 0-176,-2 6 56,-5 12-28,-18 14 11,-11 12-17,-5-3 17,-15 17 6,-10-5-23,-1-11 0,-3-1 0,-10 11 11,4-13 0,1-5 0,5-6 86,-14 4-7,19-18 61,1-8-39,8-7 0,7-8-56,6 3-3330,16-10 3292,-7 12-18,26-9 0,-12 17 0,16 4 0,-14 8 0,22 24 0,-17 2-319,-11-6 1,-4 1 318,-1 13 1357,-17-6 0,-7 1-1386,-17 14 12,9-20 1,-2 0-57,-8-6 0,-3-3-241,-4-6 1,-2-3-211,1-1 1,-1-3-718,-4-4 0,3-7 1241,-9-28 0,20 13 0,9-10 0</inkml:trace>
  <inkml:trace contextRef="#ctx0" brushRef="#br0" timeOffset="153117">11334 12295 28171,'16'-27'165,"1"-1"1,20-18-116,-5 38 69,28 1-119,-10 5-446,-13 2 1,2 1 445,-3 3 0,-2 2 0,21 6 0,-21-2 0,-1 4 0,-3 4 0,-1 4 0,-3 1 0,-2 3 0,-1 9 0,-7 2 0,-12 1 0,-6 2 0,-4 4 0,-4 0-270,1-8 0,-2 1 270,-4 8 0,-2 1 0,0 1 0,-2 0 0,-2 1 0,-2 1-335,-4 4 1,-2-1 334,2-12 0,0-4-96,0-2 0,1-2-329,-13 13-6274,-5 0 6699,23-25 0,-1 0 0,15-14 0</inkml:trace>
  <inkml:trace contextRef="#ctx0" brushRef="#br0" timeOffset="154542">11347 13306 19087,'-5'1'4609,"1"1"-10000,4-2 5598,-64 11-797,31-4 679,-3 0 1,1 0 1278,12-2-1183,17-4 17,0 1 179,5-2 1994,16-3-2319,8-5-28,25-7-17,12-3 1288,-24 7 0,2 2-1294,0-1 1,1 0 2,3 2 1,-4 0-4,9-1 40,-8 4-11,-38 8-12,-17 5 45,-29 10 12,-8 0-237,-3-1 315,-2-2 56,17-6 22,-9 3-134,22-5-2612,9-2 2522,15-4 0,6-1-11,10-1-341,16-6-4575,4-2 1,2 0 3790,11-5 0,7-2 1,-41 13-1</inkml:trace>
  <inkml:trace contextRef="#ctx0" brushRef="#br0" timeOffset="233303">8189 13681 24575,'37'0'0,"6"0"0,7 0 0,-2 0 0,2 0-3277,-3 0 0,3 0 0,-2 0 2532,11 0 0,-3 0 745,-5 0 0,1 0 537,1 0 0,1 0-537,1 0 0,1 0 0,-13 0 0,1 0 0,0 0 97,2 0 0,-1 0 0,1 0-97,1 0 0,0 0 0,0 0 0,2 0 0,0 0 0,0 0 0,-1 0 0,-1 0 0,1 0 0,5 0 0,2 0 0,1 0 0,-9 0 0,2 0 0,1 0 0,0 0-214,3 0 0,2 0 0,-1 0 0,1 0 214,3 0 0,0 0 0,-1 0 0,-2 0 0,4 0 0,-2 0 0,-4 0 0,10 0 0,-4 0 2022,-14 1 0,-6 0-2022,6 1 0,-2 0 1717,-32 1-1717,-5-1 2416,-2 0-2416,-30 0 0,-18 0 0,4-2 0,-3 1-1,-6-1 1,-7 0 0,1 0 0,-9 0 0,-2 0 0,5 0-928,7 0 0,3 0 1,-3 0 927,5 0 0,-4 0 0,-1 0 0,2 0 0,4 0 0,-5 0 0,5 0 0,0 0-794,1 0 1,-1 0 0,0 0 793,-5 0 0,-1 1 0,1 0 0,3 1 0,0 2 0,2 0 0,2 2 0,0 1 0,1 2-513,2 1 1,1 1-1,0 2 513,-18 7 0,1 3 0,19-7 0,0 0 0,-2 2 0,-6 1 0,-2 1 0,1-1 0,7-3 0,1-1 0,-1 0 0,-4 1 0,0-1 0,2-1 0,-4-1 0,1-2 0,-12 0 0,1-1 0,18-2 0,2-2 494,-10 2 0,3-2-494,-4-1 3021,19-2-3021,6-3 2844,17-1-2844,22-9 0,11-2 0,31-8 0,-18 9 0,6 0 0,0 0-698,12-4 1,7 1 697,-18 4 0,6 0 0,3-1 0,0 1 0,-5 0-1047,-1 1 1,-4 1 0,1 0-1,2-1 1047,3 0 0,3 0 0,1 0 0,-1 0 0,-3 0 0,0 1 0,-2 0 0,-1 0 0,0 1-628,0-1 1,0 0 0,1 1 0,-2-1 627,13-2 0,-1-1 0,0 1 0,-3 0 0,-1 1 0,1-1 0,-1 0 0,1-1 0,-3 1 0,-7 1 0,-2 1 0,-1-1-569,15 0 1,-5 0 568,-10 2 0,-4 1 1024,-7 2 1,1 1-1025,12 0 0,-1 1 0,14-1 0,-21 3 0,-2-1 3647,8 1-3647,-5 0 3664,-1 0-3664,5 0 0,-14 0 2351,1 0-2351,-14 0 0,-2 0 0,-2 0 0,-2 0 0,-2 0 0,-1 0 0,2 0 0,-2 0 0,7 0 0,2 6 0,-5-5 0,1 5 0</inkml:trace>
  <inkml:trace contextRef="#ctx0" brushRef="#br0" timeOffset="281959">10520 13246 24575,'10'0'0,"0"0"0,1 0 0,-1 0 0,1 0 0,-3 0 0,2 0 0,-3 0 0,0 0 0,0 0 0,-2 0 0,1 0 0,0 0 0,0 0 0,-1 0 0,-2 0 0,-1 0 0</inkml:trace>
  <inkml:trace contextRef="#ctx0" brushRef="#br0" timeOffset="283841">9143 13294 24575,'17'0'0,"-1"0"0,-2 0 0,8 0 0,-4 0 0,11 0 0,-11 0 0,1 0 0,-3 0 0,-6 0 0,3 0 0,-8 0 0,-7 0 0,-11 0 0,-11 1 0,-9 1 0,-6 2 0,-5 0 0,-3-1 0,-1-1 0,2-2 0,-5 0 0,18 0 0,-1 0 0,19 0 0,2 0 0,4 0 0,4 0 0,24 0 0,8 0 0,25 0 0,5 0 0,-20 0 0,1 0 0,23 0 0,-14 0 0,-2 0 0,4 0 0,-17 0 0,-1 0 0,1 0 0,-8 0 0,-8 0 0,-6 0 0,-1 0 0,-6 0 0,2 0 0</inkml:trace>
  <inkml:trace contextRef="#ctx0" brushRef="#br0" timeOffset="824033">8359 9836 19994,'12'-11'1708,"20"-1"-1599,9 8 0,7 0-1604,7 0 1,4-1 1503,-12 2 1,1-1-1,-1 1-9,14-1 0,3 0-41,-12 1 1,6 0-1,2 1 1,-4-1-46,2 1 0,-2 0 0,3-1-192,-10 2 1,3-1-1,1 0 1,-1 0 0,-2 0 207,1 1 0,-2 0 0,-2 0 0,0 0 23,10-1 0,-2 0 1,-2 1 259,9 0 1,-6 0-141,-17 0 0,-7 0 106,-1 0-89,-38 1 1261,-24 2-1340,-30 1-70,17 1 1,-4 0 34,7-1 1,-2 1-1,-3 0-170,-7 1 0,-4 1 0,-3 0 100,11-1 0,-4 1 0,-1 0 0,0 0 0,4 0 88,-14 1 0,4-1 1,-4 2 6,12-1 0,-5 0 0,0 1 0,1-1 0,6 0-586,-7 1 1,5-1 0,-1 1 606,-9 1 1,-1 1 0,2-1 14,9-1 0,2-1 1,2 1 26,-10 0 0,3 0 90,7-2 0,4-1 26,-7 0 184,11-4-168,33-4 1159,13-4-1125,22-6-130,1 4 1,5 0 615,14-3 0,5 0-696,-8 2 1,3 1 0,1 0-742,9-1 1,1 0 0,2 0 717,-11 3 0,0 0 0,1 1 1,0-1-25,1 2 0,1-1 1,0 1-1,1 1-593,7 0 0,2 0 0,0 1 0,-6 0 596,-2 1 0,-4 0 0,2 0-14,10 0 1,1 1 0,-10 1-8,-17 1 1,-6 2 94,22 5 732,-58 8-734,-30-2 0,-12-1-34,10-3 0,-4 1 10,-8 0 0,-6 0 0,1 0 199,10-2 1,1-1 0,-2 1-133,-8 1 1,-3 1 0,3-1-19,5-1-1,2 0 1,4 0 1322,0 2 1,7-3-1188,7-2 14,44-8 2,33-15-1450,-6 3 1,3-1 1211,-7 3 0,1 0-115,2-1 0,5-2 1,-1 2-1943,9-1 0,0 0 2071,-12 4 0,0-1 0,-5 2 0,24-6 0,-40 10 0</inkml:trace>
  <inkml:trace contextRef="#ctx0" brushRef="#br0" timeOffset="827310">12119 9040 22722,'0'-9'2509,"0"2"-1960,0 7-398,0 0-145,-10-34-12,4 48-61,-9-15-241,5 62-443,3-25 1,1 0-3729,-1 2 1,1 0 4478,0-4 0,1-2 0,-2 9 0,4-20 0</inkml:trace>
  <inkml:trace contextRef="#ctx0" brushRef="#br0" timeOffset="827543">12663 8789 21198,'0'-6'3898,"0"1"-2654,0 5-1205,-6 4-16,5 17-68,-3 11-261,5 1 1,0 2-350,1 14-2538,-3-2 0,-1-1 3193,-1 0 0,-2 6 0,3-33 0</inkml:trace>
  <inkml:trace contextRef="#ctx0" brushRef="#br0" timeOffset="827903">12976 8387 24424,'-43'-5'175,"0"1"1,4 2 0,9 7-154,16 26 23,8 11-23,14-8 12,7 6 22,22-6-11,0-14 67,9-9 62,-13-18-73,-9-2 128,-4-18-10,-13 0-1,-1-10 96,-13-4-152,-4 12-100,-3 5-18,-2 13-66,7 8-135,-2 7-268,6 9-1071,8 11-419,4-1 1067,20 13 0,-15-24 0,8 7 0</inkml:trace>
  <inkml:trace contextRef="#ctx0" brushRef="#br0" timeOffset="828119">13277 8764 26071,'37'-21'-958,"1"0"0,-1 1 1,7-8-1,0 7-3958,5 17 1,-3 5 2457,-5 0 0,12 0 1,-45 0-1</inkml:trace>
  <inkml:trace contextRef="#ctx0" brushRef="#br0" timeOffset="828286">13350 9045 26715,'52'-25'-471,"-1"0"1,-10 5-1,1 1-974,1 2 0,3 0 0,-4 1-1863,-6 3 1,0 0 3307,6-2 0,2-2 0,-7 4 0,0 0 0,-1 0 0</inkml:trace>
  <inkml:trace contextRef="#ctx0" brushRef="#br0" timeOffset="828559">14312 8591 21399,'-5'0'4392,"1"0"-3457,4 0-862,-63 31-11,43-5-34,-15-1 0,4 4-17,29 11-11,13-2 0,2-10 28,22-2 11,16-15-3347,4-7 3347,-1-8 118,-4-26 50,-27 4 23,2-16-51,-33 0-173,-3 13-6,-27-8-84,3 16-308,-9-3-1793,10 2 2185,14 5 0,13 6 0,6 5 0</inkml:trace>
  <inkml:trace contextRef="#ctx0" brushRef="#br0" timeOffset="859989">3698 11753 24575,'11'0'0,"7"0"0,38 0 0,-23 0 0,4 0-1732,10 0 1,7 0 0,-3 0 1731,8 0 0,0 0 0,-9 0 0,3 0 0,-2 0 0,-8 0 0,-1 0 0,1 0 0,8 0 0,1 0 0,1 0-718,3 0 1,0 0 0,1 0 717,-1 0 0,1 0 0,0 0-502,1 0 0,1 0 0,0 0 502,-1 0 0,2 0 0,2 0 0,-2 0 0,3 0 0,1 0 0,-2 0 0,-11 0 0,-1 0 0,0 0 0,1 0 0,7 0 0,2 0 0,-2 0 0,-3 0 0,-1 0 0,-4 0 0,1 0 0,7 0 0,1 0 0,0 0 0,1 0 0,-1 0 0,5 0-771,-13 0 1,4 0 0,1 0-1,0 0 1,-4 0 770,-1 0 0,-3 0 0,0 0 0,4 0 0,3 0 0,6 0 0,0 0 0,-3 0 0,-6 0-73,-3 0 0,-6-1 0,2 0 73,1-1 0,3 0 0,1 0 0,-4-2 0,2-2 0,-2-1 0,2-1 0,7-1 0,2 0 0,-1-2 0,0 1 0,1-1 0,-2 0 0,-3 1 0,0 0 0,-1 1 0,2-1 0,0 1 0,0 0 0,-2 1 0,-1 0 0,1 0 0,1 0 0,0 0 0,2 1 0,-6 2 0,3 0 0,-1 1 0,-3-1 0,-1 0 0,-3 1 0,2-1 0,12 0 0,1 1 0,-4 0 0,0-1 0,0-1 0,-10 1 0,6 0 0,1-1 0,-3 1 0,5-1 0,-3 0 0,3 0 0,-4 0 0,3 0 0,-1 0 0,-2 1 0,2 0 0,-3 1 0,-3 0 0,8 0 0,-2 2 0,-2 0 0,-1 1 521,-6 1 1,-1 0-522,-4 0 0,0 0 0,3 0 0,-1 0 1075,-4 0 1,-2 0-1076,23 0 5325,-10 0-5325,-4 0 3073,16-5-3073,-11 1 0,15-4 0,-18 4 0,-11 0 0,0 1 0,15 1 1135,11-2-1135,-30 3 196,-8 1-196,-6 0 0,-7 0 0,0 2 0,-5-1 0,0 1 0</inkml:trace>
  <inkml:trace contextRef="#ctx0" brushRef="#br1" timeOffset="938111">4457 14943 25567,'1'-39'893,"0"0"1,-1-23-749,-3 63-89,-4 10-22,-6 11-57,-5 17-21,-6 13-46,12-22 0,0 2-451,1 3 1,1 0-225,2 1 0,3 0-1711,1-2 1,3-1 2475,4 18 0,0-22 0,2-16 0</inkml:trace>
  <inkml:trace contextRef="#ctx0" brushRef="#br1" timeOffset="938461">4745 14546 24609,'-45'-3'0,"16"7"11,45 25 17,7-3 17,2-8 330,-1-7-168,-8-9 214,-2-12-46,-11-9-95,0-9 17,-10-9-135,-1 6-83,-5 3 61,0 11-51,2 10-55,-1 2-84,1 5-348,1 13 12,4-3-1844,8 17 2230,16 0 0,-8-9 0,7-1 0</inkml:trace>
  <inkml:trace contextRef="#ctx0" brushRef="#br1" timeOffset="938795">5039 14854 20593,'-11'1'1778,"-23"0"1,-1 0-798,21-2-1087,-40-1 163,75-4-668,18-3-142,-3 5 0,2 1 117,-4 0 0,0 1 328,-1 0 0,-1 2-1512,11 6 725,-23 5 227,-5 11 801,-22 16 515,-9 0 17,-8 1 1064,-8-1 487,4-11-16,-4 3 291,5-9-1434,13-9-336,6-5-225,8-7-279,27-10-314,6 2-341,18-7-41,-11 6 1,-2 1 0,-9 2-1,18-4 1</inkml:trace>
  <inkml:trace contextRef="#ctx0" brushRef="#br1" timeOffset="946047">6235 14885 19053,'0'-59'1303,"0"1"0,0 7 0,-1 6-759,0 8 985,-1 13-1478,1 12 367,0 6-402,1 24 202,0 9-193,-3 5 0,0 4-20,-1-5 1,0 1 8,-2 8 1,0-1-15,-1 12-3202,2 10 3202,4-35 0,2 13 73,2-28 39,1-5-62,0-9 440,1-14-423,-1-13-16,0-19-35,-2 18 1,0-5 47,2-20 1,0 0-32,-2 22 1,0 1 1710,2-12 0,-1 6-1515,-2 17-55,-1 10-152,-1 6-3386,-2 17 3381,-1 5-11,-4 21-1,-3 6-10,-5 16-231,4-18 1,0 2-4681,2 2 1,0-1 3866,0-8 1,2-2 0,0 15 0,6-40 0</inkml:trace>
  <inkml:trace contextRef="#ctx0" brushRef="#br1" timeOffset="949290">3291 16291 15984,'-2'-34'3413,"0"1"1,-2-8-3022,1-2 0,-3 1 258,-5 3-180,-5 10-206,-4 11-119,-5 10-72,-5 14-17,-5 13-39,-6 17-29,19-13 1,1 2-293,0 3 0,0 0 293,3 1 0,0 0-6,-8 25 62,8-8-51,11-14 6,8-13 67,7-12 40,10-18 33,9-14 17,7-18-34,-16 17 1,-1-2 18,0 0 1,-1-1 148,9-23 654,-8 10-716,-8 16-117,-5 12-95,-4 9-45,0 9 17,0 8-34,0 14-11,3 10-84,2 10-381,7 7-1238,6 4-2555,-5-26 0,1-1 4314,13 22 0,-9-19 0,-7-16 0</inkml:trace>
  <inkml:trace contextRef="#ctx0" brushRef="#br1" timeOffset="949448">3644 16313 22789,'-1'-7'3321,"-1"1"-2593,2 6-1568,0 0-2968,-31-3 3808,26 8 0,-26-6 0,33 7 0</inkml:trace>
  <inkml:trace contextRef="#ctx0" brushRef="#br1" timeOffset="952570">5596 16242 22739,'7'-51'950,"0"1"0,-1 2 1,-2 10-419,-3 25-213,-2 2-213,1 7-95,-2 8 12,-1 9-18,-2 14-21,-2 17 16,-3 15-280,4-26 0,0 2 280,0 1 0,1 1 0,-1-3 0,2 0 0,-2 23 17,3-17 22,2-17 84,1-14 40,0-11-90,1-12 570,1-18-576,1-18-50,-1 18 0,1-2-177,0-4 1,1-1 187,0 1 0,0-1 28,1-3 0,-1 3-17,1-12 45,0 0 11,-5 33-56,1 2-22,-1 10 22,0 9-33,0 9-17,0 13 5,-1 16 1,-2 11 5,1 7-28,0-1 391,2-7-363,0-12 12,0-13 77,1-14 1,0-13-45,-1-14-23,0-15-11,-2-18 0,2-13-187,-1 27 0,2 0 184,0 1 0,2 1 15,3-20-40,1 19 11,-3 17-10,-3 12-7,0 11 1,1 5-23,1 8 247,3 14-348,-2-10-470,3 17-1272,1-9 1888,5 18 0,-7-24 0,3 0 0</inkml:trace>
  <inkml:trace contextRef="#ctx0" brushRef="#br1" timeOffset="952933">6418 15945 21993,'-2'-3'4112,"0"0"-3244,2 3-840,-37-28 17,35 30-34,-21-19-11,42 35 17,15 7-45,3 1 19,-9-4 1,1 2-15,14 18 29,-6 9 11,-34-10-23,-13-8 1,-26 4 27,-8-7-33,8-8 0,-2-1-3,9-4 0,1-1-62,-2 0 0,4-1-108,2 1-522,13-6-1277,12-5 1983,16-2 0,-9-1 0,8-2 0</inkml:trace>
  <inkml:trace contextRef="#ctx0" brushRef="#br1" timeOffset="953306">7206 15950 21556,'-3'-3'3753,"1"1"-2179,2 2-1467,-65-2-85,45 8-11,-16-1 0,2 6 23,28 33-51,4 3 23,13 11-34,15-13 28,2-14 11,17-5 28,3-16 73,-2-10-22,2-14 55,-15-14-66,-10 1 89,-1-12 39,-12-3-123,-4 0-22,-13-2-23,-12 16-39,-4 9-23,-14 4-105,-5 6-96,9 3-2941,1 3 3165,30 3 0,-1 0 0,7 0 0</inkml:trace>
  <inkml:trace contextRef="#ctx0" brushRef="#br1" timeOffset="954182">8293 16005 25163,'-6'50'410,"-7"1"-354,-14-9-17,-12 5-254,17-24 0,-1-1 299,-23 16 101,10-12 280,11-12-263,12-20-13,8-16-83,6-21-50,3 12 0,1-3 0,3-8 0,2-3-533,3-5 0,3-1 505,1-3 0,2 0 8,1 2 1,1 1 5,-2 4 0,0 1-208,-3 5 1,0 1 227,-4 6 0,-2 1 55,3-18 12,-7 15-84,-4 18 22,-4 8 914,-1 13-948,-4 10 769,-4 18-796,-3 16 5,7-17 0,-1 2 0,1 4 1,1 1-338,1 3 1,1 1 330,0 2 1,2 1-17,2 1 0,2 0-12,1 0 1,1-1 13,3-1 1,2-2-9,3-2 0,2-2-39,4-2 0,5-3-148,4-1 0,3-3-244,6-1 0,2-3-326,3-1 1,1-1-574,-3-3 1,0-2-1410,-9-3 0,-2-1-7075,7 3 9554,-21-9 0,-11-5 0,-3-2 0</inkml:trace>
  <inkml:trace contextRef="#ctx0" brushRef="#br1" timeOffset="954548">8691 16346 25450,'-4'-7'1691,"0"0"-1383,5 1-90,-1 2-89,1 1-34,-1 1-22,-1 0-11,1-2 22,-1 0-45,1-2-39,0 0 11,0 1 0,0 0 6,0 1-17,0 0 0,0-1-11,-3 0-84,0-2-129,-1 0-258,2-2-324,5-3-314,6-1-292,5 1-2526,5 0-733,-7 6 4671,1 0 0,-10 5 0,0 0 0</inkml:trace>
  <inkml:trace contextRef="#ctx0" brushRef="#br1" timeOffset="955115">9022 16046 21248,'-5'-5'3882,"2"1"-3075,3 4 134,0 0-824,-2 13-55,-7 10-12,-9 19-27,-15 12-23,12-25 0,-2 1 5,-2-1 1,-1 0 2,0-3 1,0-2 35,-22 13 18,7-16 11,8-22 39,8-20-17,11-21-17,9-20-424,9 25 1,3-3 373,3-3 0,3-1 11,12-13 1,3 2-35,-9 17 1,2 1 5,12-12 0,1 3 6,-12 19 0,-1 2-12,5-6 1,1 0-84,-5 5 0,-1 0 118,12-18 77,-11 1-66,-12 18 33,-9-2 0,-8 17-45,-5 2-17,-4 8 743,-3 11-742,-3 9 221,-1 8-244,5 3 33,7 4 23,8 5-5,19 20-29,-2-14-22,3-8 0,3 1-380,-1-8 0,1 0 369,8 9 0,3 3-17,3 0 0,3 1-27,-8-9 1,2 2 0,-3 0-201,5 11 1,-3 0-12,0-4 0,-9 2 266,-24 10 0,-8-5 0,4-15 0,-7-5 0,0 0 0</inkml:trace>
  <inkml:trace contextRef="#ctx0" brushRef="#br1" timeOffset="996795">10296 15797 14762,'-7'-5'5881,"1"2"-3724,6 3-1294,0 0-203,-2-60-391,5 39-160,-3-12 1,3-1 231,12 15-49,3-1-62,8-6-74,4 2-66,3 4-56,3 7-6,5 6-34,3 11-22,2 14-11,-3 16-17,-12 12 11,-17 9 28,-22 4 28,-18-2 9,2-25 0,-3-2 19,-11 8 11,11-15 1,1-4 128,-4-4 84,0-3 0,9-13-33,11-9-45,9-7 11,13-3-135,-2 8 40,13 3-11,-2 11-18,9 5-32,10 8-29,9 7-14,-21-7 0,0 1 6,3 2 0,-1 3-186,-2 1 0,-1 3 175,-5 0 0,-3 2 24,2 24-38,-30-4 8,-13-22 0,-5-4-48,-19 7-168,6-13 1,-3-5-4687,4-9 1,2-2 3401,-20 0 0,5-5 0,43 3 1</inkml:trace>
  <inkml:trace contextRef="#ctx0" brushRef="#br1" timeOffset="997619">11739 15644 25466,'18'-28'336,"1"-1"0,9-15 34,-26 51-286,-37 28-73,8-8-576,-19 9 0,-5 1 571,17-13 0,-1-1-1,-13 10 1,1 0 5,16-9 0,4-1 328,-6 12-210,33-10 5,23-6-55,24-1-71,-18-9 0,3 0-44,3-1 0,1 1-337,14 0 1,-1-1-116,-14-2 1,0-1 487,23 1 0,-5-1 0,-21-3 0,17 0 0</inkml:trace>
  <inkml:trace contextRef="#ctx0" brushRef="#br1" timeOffset="1.04834E6">12970 15572 17193,'5'3'6330,"0"-2"-4813,-5-1-1152,2-16-119,-1 10-55,-3-14-63,-8 16-4,-19 1-96,5 1 11,-27 3 6,7 2 5,-12 2-16,5 0 44,10-1-56,18-2 23,8 0-6,11-2-16,1 3 16,1 1 17,-2 9-6,0 1-22,0 2 17,0 4 6,-1 1-1,-1 11 0,-2 14-5,2-3-45,1-3 34,3 0 11,2-24 55,0 9 326,0-17 0,0-3-247,1-15-62,3-2-16,4-12-34,3 4-22,6 0-11,3 2-34,3 4 11,2 5-5,2 7-6,2 8 5,10 16-33,-2 7 28,-2 5-11,-17-5 0,-4 1 5,-3 3 6,-4 0 0,-6 1-56,-29 20 25,12-26 1,-3-1 16,-2-2 0,-2-2-93,-26 12-89,14-17-885,-4-9-991,19-20 2072,8-26 0,10 14 0,2-5 0</inkml:trace>
  <inkml:trace contextRef="#ctx0" brushRef="#br1" timeOffset="1.04862E6">13018 15525 19983,'2'-3'3859,"0"2"-2061,-2 1-1412,77-32-50,-38 23-3032,10-8 1,-1 2 2840,-19 13 1729,0 2-1644,-17 1 870,0 0-921,-9 0-168,-3-1-89,-3 0-7522,-16 0 7600,2 0 0,-2 0 0,9 0 0</inkml:trace>
  <inkml:trace contextRef="#ctx0" brushRef="#br1" timeOffset="1.09429E6">4537 17393 24581,'-5'-43'497,"0"0"0,0 0 0,-2-17 1,2 15-280,5 35-156,0 5-51,1 7 22,1 12-38,0 5 38,0 24-5,-2 9-2137,-7-3 1,-3 2 2105,5-14 0,-3 2-7,-5 6 1,-3 5 0,1-5 2,1-4 1,1-1 8,-5 9 1,1-2-20,6-11 1,1-4 83,-1 8 62,2-10 380,4-14 2630,7-28-3055,4-14-50,1-5-1081,6 0 1,1-1 1046,3-2-60,6-3 1,2 1 53,5 3 12,7-4 22,-8 18-11,1 12-17,-5 1-39,13 9 39,-8 9 3313,12 8-3369,3 11 39,-1 7 249,-5 5-308,-20-16 0,-3 0-142,7 16-219,-6-2 157,-9-22-526,4-12 347,2-20 172,12-11 226,-5-5 100,9-21 6,-17 25 79,4-18 133,-15 22-89,0 3-39,-3 5-79,0 10-44,-1 3 28,0 9-34,0 3 22,0 10 12,8 0-40,8-3-11,4-5-5,17-4 16,6-6 17,-5-6 1,3-2-236,-4-2 1,0-2 251,6-4 0,-2-1 78,18-15 85,-17-3 10,-17 1 34,-13 0-95,-10 6 112,-19-8-117,-7 15-12,-20-2 419,11 12-402,-23 12-106,21 6-46,-10 8 18,23 6-12,13-2-100,11 18 44,14-6-16,15 15-329,-6-27 1,4-4 126,6 0 0,2-2 117,-5-4 1,2-3-160,10 0 0,4-5-96,12-6 1,1-5 372,-10-1 0,0-2 45,6-2 0,-5-3 48,-20-2 0,-5-3 226,4-13 102,-2-9 55,-14 2 0,-10 6-84,-12 4-100,-8 9 409,-9 9-622,2 6 72,-17 16-55,12 5-35,-8 16 18,15 3-34,9 5 6,7-7-34,12 16 5,2-26-78,25 19 40,-5-31 61,15 0 50,-6-21-39,-1-10 29,-3-12 32,-2-6-32,-3-5 72,-4 1 89,-4 5 12,-5 8-39,-6 11-57,-5 10-66,-4 6-51,-3 10 0,-2 7 5,-1 11-22,1-1-95,3 20-106,8-8-510,8 18-689,15-10-235,10-6 879,-3-14-466,24-11 1251,-19-22 347,16-9 408,-20-13 213,-10-3-50,-7 1-101,-8 3-168,-5 6-191,-4 7-223,-3 8-158,0 10-50,-2 4 124,-3 24-107,0 3-79,-1 23-33,4 5 48,3-26 0,0 1-18,1 3 1,0 2 2,-1 9 1,0-2 25,-1-14 0,-2-2-3,-1 7 0,-4-5 28,-8-12-28,-5-7-17,0-23 73,3-21 0,5-25-20,7 17 1,3-3-402,3-8 0,3-1 370,3-4 1,3-1-3,2 1 0,4 1 14,0 5 0,2 2-15,-1 5 1,1 3 5,0 3 1,1 3-1,-1 3 1,1 3-283,24-22 285,6 11 6,6 10-17,4 12-28,-2 13 28,-5 15-22,-12 14-29,-18 13 34,-28 9 17,-11-9 8,-16-9 1,-5-2-9,-7-1 19,-10-1 1,-2-3-76,-3-9-291,20-7 0,1-5-2258,1-16-7226,20-14 8049,14 1 0,6 4 0,0 15 0</inkml:trace>
  <inkml:trace contextRef="#ctx0" brushRef="#br1" timeOffset="1.09472E6">7650 17379 25999,'-59'2'508,"1"-1"0,11 1 0,7-1-195,10-1-246,25-2-62,5 0-89,37-5-190,12 2 19,-9 0 0,2 2 101,-10 0 0,1 2-667,18-1 0,-1 2-277,9 2 291,-20 1 1,-3 3-952,-5 9 750,-26 10 902,-29 8 492,-26 5 154,17-17 1,-5 0 588,-11 5 0,0-2-1024,15-7 1,1-1 454,-10 5 1,5-1 212,6-2-264,3-2 293,15-8-617,16-7-90,15-6-83,16-4-63,17-5-207,-19 7 1,3 0-870,4 0 1,3 1 1126,10-1 0,-3 1 0,6-1 0,0 1 0</inkml:trace>
  <inkml:trace contextRef="#ctx0" brushRef="#br1" timeOffset="1.09534E6">9369 17228 25444,'-27'-43'201,"1"-1"1,2 5 0,-1 11-163,-6 21-39,-11 5 34,0 4-29,-15 5-286,-1 6 292,2 7-1636,25-7 0,2 1 1642,-10 5 17,-6 3-1,25-12 35,-1-1-57,9-3 128,5 1-111,2 2 3364,1 8-3359,-2 9 7,-3 11 77,1-7 1,-1 3-23,0-2 0,1 1-197,-5 10 1,2-1 135,-5 17-282,7-21 0,1 1 242,-2 22 11,5-24 1,2 1-94,7-1 1,6-1 81,20 11-45,-1-25 1,5-6-123,26-3-351,-13-13 1,5-6-4393,9-4 1,-2-2 3785,-12 2 1,-3 1 0,3-3 0,-8 3 0,-23 5 0</inkml:trace>
  <inkml:trace contextRef="#ctx0" brushRef="#br1" timeOffset="1.09591E6">9878 17322 24923,'5'-41'185,"0"-1"0,-3 6 0,5 7-85,23 16-83,-12 10 56,43 2-67,-34 5 5,25 5 28,-23 8-45,-3 6-16,-2 23-3381,-17-3 3392,-10 1-78,-26 6 95,10-26 36,-4-2 0,-3 0 75,1-6 62,-11 3 79,17-17 5,8-8-162,6-3 241,8-8-230,1 8 3477,11-13-3522,-5 13 211,15-7-261,-14 11-1,17 5 7,-7 10-18,12 10-38,0 11 22,1 7 22,-9-5 6,-6 9-23,-22 1 51,-12-1-17,-18-1-118,-11-19-156,-3-11-79,9-10-1058,-4-11-8448,13-12 7850,7 5 0,8-2 1,13 16-1</inkml:trace>
  <inkml:trace contextRef="#ctx0" brushRef="#br1" timeOffset="1.09615E6">10891 17443 27163,'-24'29'-13,"0"0"0,0 0 0,0 0-234,5-2 1,-1 0-2787,-3 10 0,0-1 3033,-8 17 0,6-7 0,19-31 0</inkml:trace>
  <inkml:trace contextRef="#ctx0" brushRef="#br1" timeOffset="1.09677E6">11723 17190 22179,'0'-11'2581,"0"3"-2189,0 8 102,0 0-343,-36-15-34,16 11-55,-32-12 0,21 15 22,-6 0-23,-4 0 29,0 1 27,3 4 29,7 2-62,7 2-28,8 3 17,7 0-6,4 5 0,1 5 23,2 7-29,-1 4-27,-2 4 16,-2 2-27,-5 0-6,-2-1 27,-2-1-4,2-6-18,3-7 40,4-10 89,4-8 34,3-5-79,5-5 23,4-5 28,7-7-51,5-3-33,6-2-34,2 5-28,-4 5 12,11 6-23,-11 11 28,13 8-28,-4 13-6,4 10-11,-1 11 34,-5 5 11,-12 3-3448,-30 3 3409,-4-19-70,-32 3-82,8-24-839,-21-2 167,21-11-2833,-3-17-6163,31-14 8302,1 1 0,7 4 0,2 14 0</inkml:trace>
  <inkml:trace contextRef="#ctx0" brushRef="#br1" timeOffset="1.0972E6">12135 17166 25758,'30'-21'181,"0"1"0,10-1 0,-2 5-75,-6 11 57,30-4-51,-26 6-6,6 0-22,-8 4 17,-9 5-6,-7 8-33,-6 11 55,-5 12-22,-2 10-27,-4 10-43,-1-25 0,-1 1-285,-1 3 1,-1 1 281,-1 3 1,0 1-7,-1 3 1,1 1-17,0 11 0,0-2-6,1-16 1,0-1-9,0 13 0,-2-4 14,-8 6-14,2-22 0,-2-1-25,-21 15-151,-7-15-1093,-9-15 1283,-8-13 0,25-1 0,2-5 0</inkml:trace>
  <inkml:trace contextRef="#ctx0" brushRef="#br1" timeOffset="1.12904E6">5920 18553 18039,'0'-3'6122,"0"0"-4374,0 3-1659,1-28-72,-1 27 34,-1-15-63,-4 39 7,-2 11-113,-4 8-156,1 2-483,1-4-1343,3-3-2902,3-6 5002,3-2 0,0-13 0,0-3 0</inkml:trace>
  <inkml:trace contextRef="#ctx0" brushRef="#br1" timeOffset="1.12942E6">6127 18305 23477,'-37'0'28,"0"0"0,-23 6 297,53 16-325,4 1-23,13 0 12,-1-10 107,15-1-68,-5-9 57,6 0-18,-5-8 330,-3-10-335,-7 0 106,-2-12-6,-7 8-39,-3 0-56,-4 5-117,-8 9 11,2 3-140,-6 10-342,8 7-1165,0 8-6677,7 4 7515,8-4 0,-2-10 0,3-6 0</inkml:trace>
  <inkml:trace contextRef="#ctx0" brushRef="#br1" timeOffset="1.12966E6">6627 18436 24060,'-2'4'-969,"31"2"-213,33-2 182,-21-1 1,0 0-958,16 1-2742,3 5 4699,-24 2 0,-8-3 0,-14 0 0</inkml:trace>
  <inkml:trace contextRef="#ctx0" brushRef="#br1" timeOffset="1.12982E6">6697 18673 15401,'-10'5'4075,"-31"14"0,-4 1-3415,20-9-176,-20 9 1,6-4-345,35-13-78,16-11-146,16-4 0,7-3 42,2 1 0,1-1-260,6-2 0,1 0-298,0 2 1,0 2-1591,-10 4 0,1 0 2190,15-3 0,-2 1 0,5-1 0,-6 1 0</inkml:trace>
  <inkml:trace contextRef="#ctx0" brushRef="#br1" timeOffset="1.13013E6">7509 18480 19580,'0'-3'4167,"0"1"-1115,0 2-2990,-67 6-62,37 14 0,-11-8 0,4 7-95,20 41 156,10-24-27,10 9 22,12-28 50,29 2-55,-12-7-234,4-5 1,3-4-14,18-17 190,-24 3 1,-1-2 100,16-16 297,-19-22-129,-30 14-117,-13-15-68,-17 12-167,-10 5-236,9 11 325,-7 0 0,27 16 0,-5-3 0</inkml:trace>
  <inkml:trace contextRef="#ctx0" brushRef="#br1" timeOffset="1.13324E6">15048 1667 11704,'0'-4'4604,"0"1"-2700,0 3-1130,11-11-248,-4 22 79,10 13-442,-10 11-32,-4-3 1,-1 1 41,-3 23-450,-1-18 1,0 2 301,-1 1 1,-1 2 2,0 14 0,0 0-14,0-17 0,1 0 5,0 20 1,1 1 13,0-16 1,2-1-694,-1 14 1,0 2 679,1 2 0,0 1 19,0-9 0,0 2 0,0-3-20,0 4 1,-1 0 0,1-2 1,-1 4 0,-1-4 32,-1 4 0,0 1-20,0-13 1,0 4 0,0 1 0,0-4-25,0-3 0,0-2 1,-1 5 1,1 7 0,-1 7 0,1-1 1,0-5-5,2-7 1,0-4-1,0 3 1,1 3 1,-1 3-1,2 1 1,-1-5-6,1-3 1,0-4 0,1 2 1,2 11 1,1 2 0,0-3-3,-1-8 1,1-2 0,0 4 3,1 4 0,1 5 0,0 1 0,-1-3-2,-1-5 1,0-1 0,0-1-1,0 1-384,0-2 1,0-1 0,0 1 0,-1-1 387,1 16 0,0 1 1,-2-3 5,-1-8 0,-1-2 0,1 2-6,-1-4 1,0 1 0,0 2 0,0 1-4,-1-3 1,-2 3 0,1 0 0,0-1-1,0-3-540,0 10 1,0-3 0,-1 3 541,0 1 0,0 4 1,-1 1-1,1-6 1,1-2 1,0-4-1,0 2 2,0-4 1,0 3-1,0 0 1,1 0-1,-1 0 0,1-1 0,0 1 1,0 0 0,0-1 1,0 0-1,0 1 1,0 1-8,0-3 1,0 3 0,1 0-1,-1-2 1,0-2-6,0 11 0,0-4 0,0 3 6,0-11 1,0 3 0,0 0 0,0 0 0,0-4 11,-1 11 1,0-4 0,-1 2 0,1-4 1,0 2-1,-1 1 1,1 2-289,-1-5 0,-1 2 0,1 0 1,-1-1-1,1-3 274,-1 11 1,1-4 0,-1 5 10,1-7 1,-1 7 0,1 1 0,-1-3 0,1-9-42,1-7 0,-1-6 0,1 5 36,-1 12 0,1 8 1,-1 0-1,1-5 0,1-5 0,-1-4 1,1 3-4,0 6 0,0 4 1,-1 1-1,1-3-88,1-7 0,-1-3 0,0 1 0,1 1 82,-1 8 1,1 2 0,-1-2 0,1-3-2,-1-5 1,1-4 0,0 3-95,0 4 1,0 4-1,1-1 1,-1-6 92,0 6 0,1 1-2,-1-12 1,1 8 0,-1 2 0,1-1 0,0-6 164,0 4 1,1-4-1,-1 3-172,1 3 1,-1 5 0,1-1 0,0-5 4,-1-5 0,1-4 0,0 2 4,0 9 0,1 2 0,0-2 2,-1-10 0,0-1 0,0 1 89,1 10 0,0 3 0,0 2-73,-2-10 0,1 1 1,0 1-1,0-1 14,0 9 0,-1-2 0,1 0-31,0-3 1,-1 0 0,0-1 3,0-2 1,-1-1 0,0-1 379,0-10 0,-1-2 0,0 4-381,1 3 0,-1 3 0,0 1 0,0-2 1,1 7 1,-1-2 0,1 4 5,0-2 0,0 4 1,0-1-1,0-5-46,0-8 1,0-5-1,1 1 40,-1 8 1,1 0 0,0-3 11,0 8 0,0-2-12,0 3 0,0 4 8,-1-2 0,0 5 0,0-1 0,0-10 0,0-1 0,-1 2 104,0 7 1,0 2 0,-1-4-104,1-1 0,-1-3 14,0-11 0,0 0 0,0 0-73,0 1 0,-1 0 1,1 0 60,-1 1 1,1 1 0,0 0 212,0 6 0,-1 1 0,1-1-205,0-10 0,1-1 1,-1-3-3,1 10 0,0-1 34,-1 7 0,0 2-20,1 1 1,-1 1 5,0 1 0,-1 2-16,1-15 0,0 1 1,0-2 1,-1 12 0,-1-2 0,0 1 0,0-2-12,0-13 1,1 1 19,-1 17 1,0-2-3,2 1-20,0-19 1,1 6 0,1-4 118,1-5 0,1-1-111,0 18 1,1-1-15,0-21 0,-1 0 48,1 16 0,-1 0-6,-2-13 1,-1-1-9,1 18 0,-2-1-17,-1-18 1,-1 0 38,-3 17 0,-3-2-24,-1 2 16,-2 4 0,1 0-6,2-10 588,1 2 0,2 0-638,3 2 14,1-13 0,1-1 19,1 8 1266,1 8-1198,0 0-33,1 2-12,-5 4-11,-1-13-34,-1-13 1275,1 2-1286,3-11 750,0 7-706,1-7 342,0 0-526,-3-5-151,1-5-2095,-5-5 2386,-3-4 0,3-2 0,-1-1 0</inkml:trace>
  <inkml:trace contextRef="#ctx0" brushRef="#br1" timeOffset="1.17307E6">15404 2283 23203,'12'-51'621,"0"1"1,0-1 0,-1 5 0,0 2 0,-3 10-180,0 9-128,-4 8-208,1 3-83,-3 10-1,-1 14-8,0 10 14,1 15-39,-3 12-227,-3 10-377,1-25 1,0 1-1030,0 4 0,0 0 1644,1 4 0,2-2 0,-2 6 0,3-7 0</inkml:trace>
  <inkml:trace contextRef="#ctx0" brushRef="#br1" timeOffset="1.17327E6">15872 2100 25802,'0'-38'51,"-2"16"-141,-5 53-2218,2 30-1063,4-21 3270,4 23 1,1-46 0,-1-1 0</inkml:trace>
  <inkml:trace contextRef="#ctx0" brushRef="#br1" timeOffset="1.1735E6">16341 2032 23562,'0'-4'3181,"0"1"-2498,0 3-671,-12-15-40,4 27-118,-13 5 6,13 16-605,-1 19-1031,7-15-2301,8 9 4077,10-5 0,-6-19 0,3-7 0</inkml:trace>
  <inkml:trace contextRef="#ctx0" brushRef="#br1" timeOffset="1.17385E6">16504 1696 24329,'-43'-2'259,"0"-1"1,5 1-1,9 4-253,20 9-6,6 5 39,6-2-20,9 7 9,2-7 93,6-3 53,-5-11-101,-4-5 39,-2-11-17,-5-4-11,-2-17-56,-7 6 63,-4-1-18,-3 15 15,-3 6 115,-1 7 67,-15 13-23,1 7-659,-8 16-87,14-6-5043,2 9 5623,12-14 1,3-4 0,4-8-1</inkml:trace>
  <inkml:trace contextRef="#ctx0" brushRef="#br1" timeOffset="1.17437E6">15876 1696 27757,'-16'24'-124,"4"-6"815,28-2-1160,1-6 572,1-3 129,0-6 244,-8-12-107,-5-8-330,-3-2-20,-5-10-364,-9-2 284,-4 0-97,-8-1 106,1 15-272,6 9 176,-3 4 489,1 7 166,0 2 258,-2 6 269,8 1-122,3-1-163,3 0-295,3-5-454,2 0 0,1-2 0,4-11 0,-1 3 0,2-5-77,-3 8-123,0 2 440,-4 6-209,1-3-25,-1 5-32,1-3-1146,2 3-728,3 0-4253,3 3 5213,6-1 0,-6-4 0,2 1 0</inkml:trace>
  <inkml:trace contextRef="#ctx0" brushRef="#br1" timeOffset="1.17482E6">16642 2004 21349,'5'1'3938,"-2"-1"-2499,-3 0-1355,10-14 303,-8 10 372,8-11-315,-10 15-53,0 0 2,-2-3-372,1 0 6,-1-2 39,1 3-218,0-1-237,-1 0 140,1-1-107,-1 1 21,1 1 206,0 1 133,1 5 44,0-2 136,0 2-1068,0-4 1,0 0 0</inkml:trace>
  <inkml:trace contextRef="#ctx0" brushRef="#br1" timeOffset="1.17581E6">15368 1712 12456,'3'-4'9684,"0"1"-4506,-3 3-4250,10-43-933,-7 32 49,8-31 221,-13 51-201,-3 17 262,1-1-344,0 14-343,6-21-84,5 2 174,4-11 433,2-2 370,0-5 349,-1-10 485,2-14-733,-6 2-53,0-16-60,-6 10-272,-6-6-248,-5 4-46,1 11-823,-3 3-370,5 12 907,-2 4 431,-2 9-3323,0 19 3262,3-2 1,3-2 0,4-14 0</inkml:trace>
  <inkml:trace contextRef="#ctx0" brushRef="#br1" timeOffset="1.17658E6">16790 1991 16611,'-6'0'6172,"1"0"-3072,5 0-2092,-55-4-670,46 1-242,-38-4 13,65 1 109,1 0 176,10 2-206,1 1-743,9 2-1386,2 8-127,-17 4 78,-10 11 1084,-22-4 422,-20 7 610,-9-3 438,8-4 1,-1-1-53,-11 5 511,10-5 0,3-2-362,7-4 360,-10 5-221,24-11-168,3-2-322,16-2-251,25-6-80,-4 2-22,16-6-18,6-5 37,-5-8 35,3-6 15,-21 1-1,-23 2-49,-11-9-72,-7-8 197,0 10 0,-1 1 105,-8-18 51,-2 3-70,10 25-118,5 8-203,3 8 137,2 8 15,4 4 63,8 17-9,6 12 41,1 2-138,-2-1 0,-2 3-435,0 20-663,-6-15 1,-6 1-3794,-10-8 1,-5-3 3254,-6 17 1,-5-18-1,15-25 1</inkml:trace>
  <inkml:trace contextRef="#ctx0" brushRef="#br0" timeOffset="1.18474E6">17859 1924 21362,'0'-9'4781,"0"2"-4038,1-27 1,-1-3-737,0 19-18,1-24 0,-1 12 6,-2 34 190,-3 11-216,-7 31-43,1-6-34,1-2 0,0 2-600,-4 22 360,6-31 1,3 1-3350,1 11 0,2-1 2849,6 2 0,-1 4 0,2-33 0</inkml:trace>
  <inkml:trace contextRef="#ctx0" brushRef="#br0" timeOffset="1.18511E6">18080 1632 25685,'-37'-6'0,"0"0"0,-21 0 11,64 32-17,7-3-22,10-4 45,3-7 28,3-7 11,-7-8 162,7-18-44,-13-1 44,2-12-5,-12 6-22,-10 2-63,-5 6-88,-7 6-24,-1 6-66,0 6-6,2 9-34,1 9-240,3 11-28,5-2-3255,11 27-6218,9-15 8753,1 6 0,-2-22 0,-9-16 0</inkml:trace>
  <inkml:trace contextRef="#ctx0" brushRef="#br0" timeOffset="1.18574E6">18472 1740 22509,'0'-3'3792,"0"0"-3036,0 3-767,-11 9 27,4 18-10,-9 17-3,10-13 0,1 1-6,-1 0 0,1 0 3,-5 26 28,3-14 90,4-18-23,2-13 118,5-13-101,6-15-17,10-12-28,9-13-33,8-7 5,0 1-17,-1 6-11,-5 12-44,-7 11-18,-4 10 46,-2 7-1,1 9 12,1 10-1,3 13-5,0 7 0,1 3-11,-2-2 11,-1-7 11,-2-9 6,0-11 28,-1-10 17,2-13-1,4-11 6,5-13 12,2-10-283,0-5 260,-3-2 23,-4 5 50,-6 6 50,-6 11-167,-6 11-12,-5 3 0,-1 9 0,-1 0 0,0 5 0,3 15 0,9 7 0,12 22 0,-5-16 0,3 0-238,5 5 0,0 1 238,1 2 0,-1 1 0,-2-1 0,-4 0-99,-4-1 1,-7-1 25,-15 27-269,-26-7 45,5-29 0,-4-4-179,-3-2 0,-3-4-387,2-3 1,0-5-7041,-24-13 7903,19-11 0,21 1 0,12 3 0</inkml:trace>
  <inkml:trace contextRef="#ctx0" brushRef="#br0" timeOffset="1.18656E6">19593 1919 27303,'22'31'274,"1"0"1,24 6-225,-23-49 29,7-22-29,-14 0-33,4-13 33,-5-1 12,-6 7 16,-4 8 18,-14 8-63,2 12 51,-14 4-67,3 11-45,-7 7 39,-1 10-16,-1 14-1,6 11 6,6 7-6,10 3 1,13-1-1,12-6 23,10-6-34,3-10-22,-1-11 45,-3-10 33,-4-17-17,0-10 12,4-16-1,1-5-5,3-3-11,-4 5 17,-4 8-12,-5 7-55,-2 7 44,-1 7 28,2 6-45,4 10 23,5 10-6,3 12-11,2 7 6,-1 8 1,-1 3-20,-3 0-31,-1-5 44,-2-8 57,-1-12-57,2-10 0,3-16 0,7-16 0,9-17-312,-21 11 0,1-4 312,1-2 0,-1-2 0,1-3 0,-2-2 0,-3 2 0,-2-2 0,-3 2 0,-4 0-78,-4 3 1,-3 1 77,-6-24 0,-10 10 0,-6 7 0,3 17 0,2 4 614,8 14-614,0 7 165,1 11-165,0 18 0,0 22 0,2-19 0,0 2-302,0 5 0,2 2 302,2 3 0,2 0-501,3 1 1,2-1 500,3 0 0,2-1-558,1-2 0,1-2-599,-1-4 0,1-3-6831,10 19 7988,-10-21 0,-9-19 0,-6-11 0</inkml:trace>
  <inkml:trace contextRef="#ctx0" brushRef="#br0" timeOffset="1.18672E6">20604 2038 26850,'51'-18'-2458,"0"-1"0,-2 7 1,3 1-1,-6 4 819,-6 5 1,-2 3-1,13-1 1,-10-1 0,-30 1-1</inkml:trace>
  <inkml:trace contextRef="#ctx0" brushRef="#br0" timeOffset="1.18696E6">21514 1742 28619,'-24'-23'52,"-5"32"-52,12 45 0,7-24 0,0 1-4,-3 6 1,-1 1-109,-1 6 0,0 0-614,3-7 1,1 1 363,-5 14 1,7 0-821,14-13 1,6-2-1838,4-1 0,4-2 3019,6-1 0,2-6 0,11-5 0,-15-13 0</inkml:trace>
  <inkml:trace contextRef="#ctx0" brushRef="#br0" timeOffset="1.18748E6">22039 1920 23063,'0'-4'4151,"0"0"-3362,0 4-688,-25-11-45,9 19-17,-21 1 17,16 28-33,1 9-7,9-5-16,6-8 0,3 2-28,11 17-234,-1-16 0,4 0 237,4-7 0,3-3-3,24 18-174,-8-15 174,5-11 34,-7-20-17,-2-12-40,0-16 12,-16-10 5,-6 5-2890,-22-23 2890,-1 29 28,-7 1 1,-6 1-41,-3 6 1,-2 3 81,1-1 1,1 0-9,1 3 0,2 0 45,-3-8 67,18 1-67,8 0 5,13-4 3202,13 3-3280,9-1 394,-2 7-377,9 2-17,-5 10-51,19 11 23,-9 14 28,3 19-11,-20-1-28,-11-2 0,-3 2-180,-1 19-215,-3-15 0,-4 2-20,-5-9 0,-3-1-1960,-9 29-1445,-4-21 3048,-3-8 0,11-23 1,1-2-1</inkml:trace>
  <inkml:trace contextRef="#ctx0" brushRef="#br0" timeOffset="1.18773E6">22577 1705 28518,'31'28'51,"-1"0"0,8 16 0,-5 5-51,-12-9 0,-3 2-812,0 1 1,1 3-1,-4-2 626,-2 7 1,-6 0-291,-2-9 0,-2 3 0,-4 0 476,-9 3 0,-6 0 0,2-4 0,4-4 0,-2-4 0,-9-3 0,0-1 0</inkml:trace>
  <inkml:trace contextRef="#ctx0" brushRef="#br0" timeOffset="1.20397E6">17672 3231 20492,'-5'-48'1176,"-1"0"0,1 0 1,-2-21-1,1 14-761,3 35-169,1-1-190,1 10-84,1 6-16,0 8 55,0 12 11,2 18-5,-2 21-20,-1-19 0,-2 2-360,0 4 1,-1 1 356,-2 2 1,-1 0 5,1-3 0,1 0-79,1-4 0,1-2 85,-1 25 11,4-16 5,1-13 107,1-14 179,1-9 0,1-29-274,-1 6-1,2-19 704,2 2-653,6-12-68,-2 10 176,8-8-181,-4 24-17,5 0-5,5 7-73,11 11 28,-1 9 28,0 5-17,5 14-56,-3 1-47,-13-10 0,1 2-410,8 5 1,-1-1-166,13 10-622,-14-12 1,1-1-6682,6-1 8026,2 1 0,-17-13 0,-11-4 0</inkml:trace>
  <inkml:trace contextRef="#ctx0" brushRef="#br0" timeOffset="1.20513E6">18411 3443 17462,'-3'-1'5092,"0"1"-2695,3 0-2308,-14-9-55,16 7 89,9-9-73,9 8 113,30-14-39,-21-3-57,7-5 62,-7-8 55,-9-4-4,-5 1-57,-9-2-22,-17 14-57,-3 9 1,-10 2-17,-3 8-50,6 2-51,-7 13-22,16 5 67,-3 6-39,7 10 22,4 1-34,4 12-178,18 14-62,10-10-83,7-2 293,-9-27 0,5-4-1680,9-4 1,2-4 1732,-9 2 0,3-3-28,6-6 0,5-3 0,-4-2-161,-5-3 1,0-3 274,15-6 1,-2-2 0,-21 6 0,-3-3 76,0-5 0,-4-2 246,-5-6 148,-1-10-238,-22 15 2980,-10 5-3170,-2 8-2525,-17 5 2457,14 4 133,-21 10-217,21 6 29,-5 21 5,15-2 12,5 2-29,10 0-16,7-11 16,10 3 51,6-11 39,-5-7 3446,9-15-3423,-11-11 105,3-5 40,3-25-56,-12 13 50,5-16 45,-11 16-112,-5 12 79,-2 6-124,-5 10-128,0 2 22,-2 6-45,-1 6 34,3 10-23,-1 10-330,8 19-112,9-2-246,15 9 357,1-19-391,23 1 165,-21-25 1,0-3 360,21 7 202,-13-14 0,-2-7 308,-1-12-3179,10-16 3213,-25 5 688,-1-20-257,-12 19-50,2-9-186,-7 21-290,-2 10-174,-2 6-40,-1 16 23,-1 33 6,1-7-12,3 23 1,5-5 3397,1-10-3415,1 4 1,2 3 5,-3-20 0,-1 0-184,4 13 1,-2-2 217,2 8 39,-5-19-23,-4-18 34,-1-14-44,-7-26-23,1-12 0,1 4 0,0-3-864,2-5 1,1-1 866,0 6 0,1-2 8,1-22 0,0-1-298,0 20 1,0 0 300,0-15 0,0 1 14,-1 15 0,2 3 168,-1-26-196,5 11 0,5 10-11,2 15-28,24 2 5,0 15 23,-1 8 0,2 4 22,9 5-36,-14 5 0,-4 4-37,-3 12 1635,-4 11-1634,-29 12 50,-6-18-6,-6-10 0,-4-3-101,-20 3-11,15-12 1,-1 0 400,-28 5-1382,10-8-3214,14-7 4324,17-6 0,10 1 0,7-2 0</inkml:trace>
  <inkml:trace contextRef="#ctx0" brushRef="#br0" timeOffset="1.20537E6">20494 3300 26111,'40'-28'-753,"0"0"0,1 0 0,-2 3 1,1 1-1,0 7-3415,11 9 1,-2 7 3044,-5 0 1,-4 1-1,11 0 1,-24 3-1</inkml:trace>
  <inkml:trace contextRef="#ctx0" brushRef="#br0" timeOffset="1.20552E6">20737 3482 20744,'-10'3'4134,"3"0"-3523,7-3-326,0 0-756,10 2-1074,30-11-4533,22-2 5399,-23 1 1,-2 1 0,12-3 0,-22 6-1</inkml:trace>
  <inkml:trace contextRef="#ctx0" brushRef="#br0" timeOffset="1.20605E6">21988 3042 26228,'-15'-30'154,"0"0"0,-18-18-115,5 43-22,-14 3 5,-12 0-5,-8 1-6,2 1-22,13 1-34,16 1-11,17 0-11,9 5 45,3 3 27,2 5 1,2 8 5,0 7 23,1 8-6,-6 8 17,-5 9-15,1-23 1,-1 2-329,-1 3 0,0 1 326,-1 3 0,2 1-6,1 1 1,1 1-4,1-1 1,1 0-18,2-3 1,1-1-3,3-2 0,2-2 0,11 26-200,11-11 200,10-11-16,11-14-57,13-14-112,-22-12 0,2-3-1632,6-2 0,1-3 1817,-2 0 0,-2-1 0,14-3 0,-26 5 0</inkml:trace>
  <inkml:trace contextRef="#ctx0" brushRef="#br0" timeOffset="1.20764E6">22867 3390 23338,'-7'-48'293,"1"-1"0,1 4 0,5 8-254,16 11-39,5 4 11,7 5-16,-4 6-29,15 5 1,-12 11 10,12 5 29,-14 11 16,-6 5-16,-9 4-6,-5-5 17,-11 15-6,1-19 34,-15 24 33,3-23 101,-8 7 140,4-15 101,2-7-10,3-9-102,3-4-73,3-5-61,3 1-124,3 1 34,2 1-112,2 4-39,4 1 16,8 2 29,13 5-6,18 7-45,15 13 28,-6 0-17,-14 1 1,-1 3-23,1 13 50,-13-12 1,-6 2-1,-22 14 46,-26-6 4,-25-8-225,22-18 1,-1-2 98,0-2 1,-1-3-648,-26-1-2469,12-17 3226,17-5 0,15 1 0,10 4 0</inkml:trace>
  <inkml:trace contextRef="#ctx0" brushRef="#br0" timeOffset="1.20786E6">23622 3431 20806,'1'3'2341,"0"0"-2072,-1-3-196,-7 66-185,1-32-445,1 9 0,-2 0-9274,-2-9 9531,3-12 1,2-8-1,4-10 1</inkml:trace>
  <inkml:trace contextRef="#ctx0" brushRef="#br0" timeOffset="1.2085E6">24548 3241 25539,'-19'-33'9,"0"0"1,-1 3-1,0 10 2,-13 27 17,-7 5 12,-2 3-1,1-1 22,7-2 12,8-2 22,9-5-16,7-1-57,5-2-5,1 0-6,0 3 17,-3 3 28,-1 5 0,-3 4 28,-1 4 34,-1 3-17,-2 2-62,3 2-45,0 3 23,1 0 5,1 3-5,0-3 22,0 0 6,1-7 73,3-7 151,3-8 279,1-6-492,9-18-22,1 1 16,9-12-33,4 5 0,4 2-6,4 3-16,1 6 10,0 3-16,2 5-11,1 5-1,7 8 18,3 7 10,4 10-33,-2 7-28,-5 2-50,-12 2-85,-13-6-156,-22-4-420,-17-5-1149,-18-5-6004,-8-5 7920,4-7 0,17-5 0,14-2 0</inkml:trace>
  <inkml:trace contextRef="#ctx0" brushRef="#br0" timeOffset="1.20871E6">24552 3186 23062,'40'-27'-217,"-1"0"0,0 1 0,16-11 0,-5 9-4891,5 16 5108,-8 6 0,-17 3 0,-14 3 0</inkml:trace>
  <inkml:trace contextRef="#ctx0" brushRef="#br0" timeOffset="1.20899E6">25339 3607 27062,'9'-31'-28,"-7"18"-5,-19 49-169,-11 19-615,1-3-956,10-16 1,1 1 1772,2 4 0,2-2 0,-2 6 0,7-6 0</inkml:trace>
  <inkml:trace contextRef="#ctx0" brushRef="#br0" timeOffset="1.20955E6">25704 3442 26536,'-27'-3'118,"-1"21"-118,13 28-6,1 1 12,9 5-18,10-13-32,10 9 2,6-21 0,6-2 8,1-4 0,3-4 26,1 2 0,3-4-6,4-5 0,0-3-20,19-3 42,-22-8 1,-3-4 13,8-11-16,-14-19 5,-26 7-11,-17-14 22,-12 5-8,7 15 0,-4 1 34,-12-7 0,-2 3-37,-8-5-125,13 10 0,3 3 148,10 6 39,-8-12-12,9 1 18,-1-9-12,4 0 17,8-4-67,5 14 16,9-3 6,13 10 200,8 0-222,15 3 11,-9 6-34,13 5 18,-10 4-12,12 12-12,-18-2 1,-1 30-11,-22-2 16,-3 9-139,-15 12-376,-7-6-177,7-20 1,0 2 697,1 8 0,1-3 0,-2 1 0,6 3 0</inkml:trace>
  <inkml:trace contextRef="#ctx0" brushRef="#br0" timeOffset="1.21001E6">26376 3154 25348,'44'-31'60,"0"0"0,-7 2 0,-2 9-26,12 20-23,-11 3 6,-4 2 22,-5 4-34,-4 2 29,-6 3 16,-5 3-44,-4 4 28,-2 2 16,0 2 0,-1 4-5,0 4-28,-1 4 5,-1 5-10,-1-5 2,-1-4 0,-1 2-9,-2 23-336,2-15 0,-2 1 325,0-6 1,-1-1-12,-1 0 0,-2-1-108,-3-2 1,-2-2-39,-4-1 1,-4-3-620,-4-3 1,-3-2-4135,-3-3 1,0-4 2996,-17 6 1,14-12-1,23-8 1</inkml:trace>
  <inkml:trace contextRef="#ctx0" brushRef="#br0" timeOffset="1.22654E6">17935 4780 24301,'11'-41'648,"0"-1"0,0 5 0,-4 9-542,-7 23-72,0 8 33,-3 11-45,-3 16-33,-4 18 8,4-17 1,0 2-297,-1 5 0,0 2 139,1 1 1,1 0-315,0 1 1,3-1-784,3-3 0,3-1 1257,3-3 0,3-3 0,1 2 0,4-10 0</inkml:trace>
  <inkml:trace contextRef="#ctx0" brushRef="#br0" timeOffset="1.22694E6">18275 4394 23618,'-41'-13'80,"0"1"0,2 5 1,9 9-70,21 22 6,2 15-1,13-14 7,5 5 27,12-6 40,6-8 50,6-8 17,0-11 27,-3-11 29,-6-12 11,-9-7 28,-8-3 12,-14 5-29,-6 4-39,-9 7-50,-1 6-85,0 6-61,3 5-56,4 6-84,2 6-263,5 10-807,2 10-3702,12 10 4912,5-1 0,-1-13 0,-1-11 0</inkml:trace>
  <inkml:trace contextRef="#ctx0" brushRef="#br0" timeOffset="1.22716E6">18702 4699 25623,'34'-46'-1451,"11"10"443,-11 32 0,3 6-3354,0-1 0,0 0 4362,24 4 0,-24-1 0,-17 0 0</inkml:trace>
  <inkml:trace contextRef="#ctx0" brushRef="#br0" timeOffset="1.22734E6">18744 4968 25959,'47'-8'-110,"0"1"0,-1-1 0,-2 1-2447,-11 0 0,-2 0 1141,28-6 1,-19 5 0,-16 3 0</inkml:trace>
  <inkml:trace contextRef="#ctx0" brushRef="#br0" timeOffset="1.2287E6">19845 4744 24732,'1'-16'-17,"0"4"90,-1 17 67,-1 4 62,-4 1-79,-1-2 169,-6-4 217,-2-5-156,2-16-280,3 1 22,6-25-44,12 5-40,-1 0 11,13 0-22,-4 17-5,12 1-12,-4 11 0,7 12-5,-2 10-1,-7 3-22,8 28-5,-19-3-303,-5-8 1,-5 4 276,-10 0 1,-6 0-9,-6 7 0,-5 0 44,-8 3 1,-3-2-1010,-4 0 0,-1-4 1088,2-6 0,0-5 59,5-8 0,2-4-265,-16-2 246,20-16 55,14-17 1,19-15-29,7 0-11,11-4 404,3 17-494,0 7 2102,-5 7-2124,19 18-6,-2 4-123,-8-1 1,2 3-708,2 0 1,1 2 852,11 4 0,-2 0 0,6 3 0,0-2 0</inkml:trace>
  <inkml:trace contextRef="#ctx0" brushRef="#br0" timeOffset="1.23796E6">16589 6197 20123,'-2'-7'3439,"0"2"-2627,2 5-258,0 0-531,-29-49-7,17 51 1,-26-21 0,23 74-26,7-21 1,-1 2-407,-2 4 0,1 1 194,1 1 0,2 1-320,1 0 1,2-1-1034,3-3 0,3 0 1574,6-2 0,1-4 0,1 3 0,5-9 0</inkml:trace>
  <inkml:trace contextRef="#ctx0" brushRef="#br0" timeOffset="1.23836E6">16788 5983 15670,'-3'-2'4542,"0"0"-3511,3 2-942,-51 26-72,40-14 0,-37 20 72,63-11-38,-3-9 106,15 4 89,-3-12 1,7-9-34,2-10 11,-2-11 101,-5-8 134,-9-1-5,-11 2-102,-15 5-111,-11 7-67,-11 4-12,-3 6-50,1 4-112,7 3-61,8 4-51,7 9-118,4 6-420,4 13-1058,6 9-8123,15 12 7443,-7-17 0,3-8 0,-15-25 0</inkml:trace>
  <inkml:trace contextRef="#ctx0" brushRef="#br0" timeOffset="1.23867E6">17353 6298 12858,'-4'1'7791,"0"-1"-5718,4 0-1390,-54 4-537,41-3 122,-41 4-228,54-5-147,0-1-246,4-1-727,4-1-4292,10-2 5372,0 1 0,-5 0 0,-5 3 0</inkml:trace>
  <inkml:trace contextRef="#ctx0" brushRef="#br0" timeOffset="1.2394E6">17312 6328 19518,'-21'-2'-594,"8"-1"230,20 3 151,0 0-370,3 0-4726,0 1 5309,-2-1 0,-1 0 0,-5 0 0</inkml:trace>
  <inkml:trace contextRef="#ctx0" brushRef="#br0" timeOffset="1.24036E6">16502 6375 12847,'0'-6'6458,"1"1"-4795,-1 5-750,-3-63-363,-4 38-343,3-13 0,-2 2 118,-9 18-90,0 2-50,0 4-34,0 4-17,-3 4-50,-3 3-33,-8 8 16,-9 8-11,-10 12 6,-5 8-180,27-16 1,0 2 117,-19 22 28,9 3-34,13-1 12,11 0-6,9-1-17,13-3 39,18 1-33,-1-17 6,23-2 49,-9-19-8,-9-6 1,1-2-3,11-5-1,-14-4 1,-3-3 50,6-14 22,6-15-10,-7-8 27,-7-5-289,-7-1 429,-7 4 102,-4 8 230,-5 11-343,-2 11-107,-2 11-128,1 7-6,-1 10-11,2 10 383,-1 12-344,1 15-45,0 12-2,0-14 0,1 0-15,1 17-227,0-14 1,3-1-176,7 9-780,1-15 1,3-1-1871,7 7 3075,12-1 0,-23-30 0,0-2 0</inkml:trace>
  <inkml:trace contextRef="#ctx0" brushRef="#br0" timeOffset="1.24126E6">17200 6374 14969,'-6'1'6458,"0"0"-5898,6-1 494,0 0-931,-27-18 96,39 5-79,-12-16-101,27 16 0,9 4-33,23-8-60,-23 8 1,-1 1-143,10 0-935,9 0-2410,-17 6 3541,9 0 0,-22 2 0,-6 0 0</inkml:trace>
  <inkml:trace contextRef="#ctx0" brushRef="#br0" timeOffset="1.24166E6">17212 6548 11301,'-3'3'7797,"0"0"-4492,3-3-3137,-10 17-124,41-30-66,-19 18-15,19-19 1,3-8 14,0 3-9,-2-1 0,-2-2 42,1-9 45,6-14 28,-27 7-5,-10 9 324,-18-8-201,4 20-2743,-27-17 2866,21 22 739,-20-19-873,28 20 128,-6-10-207,15 16 45,2 0-129,2 4 3375,8 6-3398,1 0-10,27 19 16,-12-9-11,1 1 0,2 3-28,14 13-81,-12-6 0,-1 4-171,-7-4 0,-3 2-1162,-1 6 1,-4-1-2938,-10 12 4379,-14 1 0,3-29 0,-2 0 0</inkml:trace>
  <inkml:trace contextRef="#ctx0" brushRef="#br0" timeOffset="1.24327E6">18761 6379 23780,'0'-38'415,"-2"9"-298,1 33-10,-3 2-18,-4 2 6,-2 2-44,-4 0-12,-2 1 28,-1-3 12,-2-3 49,-1-6-16,-2-13-28,2-12-16,5-15-24,6-8 12,13-3-44,9 9-24,9 8 12,6 14 0,4 9 0,6 8-11,4 12-6,0 10-16,-3 18-29,-11 13-341,-19-18 1,-6 2 318,-7 5 0,-7 1-36,-6 4 0,-6 1 71,-3-6 1,-4 1-1,0-3 49,-2 4 0,-2-2-308,1-4 0,-4 1 0,3-5 361,0-6 0,0-3 25,-5 1 1,0-3 51,-21-2-29,18-27-34,19-16-11,13-12 621,15-1-672,9 4 1004,10 9-1003,6 9 19,6 8-30,7 4-23,12 9-221,-22-1 1,0 1-15,5 3 0,1 1-460,3 1 1,2-1-4194,14 2 1,-2-1 3696,-20-2 1,-1-2 0,2 0 0,-7-1 0,-17-3 0</inkml:trace>
  <inkml:trace contextRef="#ctx0" brushRef="#br0" timeOffset="1.24363E6">19592 6140 25326,'-32'-16'30,"0"-1"1,-11-7-31,58 33 7,15 1 15,6 2-22,16 6-11,5 5-1,-27-6 1,-1 0 5,7 9 1,-7 12 5,-28-9 11,-12 10-5,-6-12 0,-5-1-1,-22 18-5,20-23 0,1 0-17,-18 13-39,17-11-95,0 4-331,12-5-2672,8 2-1242,7-9 4396,5 1 0,-3-13 0,1 0 0</inkml:trace>
  <inkml:trace contextRef="#ctx0" brushRef="#br0" timeOffset="1.24406E6">20350 6200 18576,'-3'-3'4471,"1"0"-3027,2 3-1427,-67 13-11,44 7-1,-14-9 1,3 3 5,25 21-11,11 14-5,1-13-7,8 10-27,14-16 45,7-8 5,1 0 0,-2-12 6,-6-15 140,6-14-6,-2-7 51,1-17-118,-16 9 173,-5-26-27,-9 17 22,-5-18-39,-7 17-118,-8 10-50,2 10 6,-12 7-91,9 12 7,-5 0-230,1 18-354,8 6-38,-1 7-4078,7 10 4733,8-9 0,0-4 0,3-11 0</inkml:trace>
  <inkml:trace contextRef="#ctx0" brushRef="#br0" timeOffset="1.24511E6">21453 6107 24099,'10'-35'107,"-2"16"-46,-5 52-16,-10 13-28,-14 11-304,-5-7 267,-8-8 1,-3-2-307,8-13 1,-2-1 375,-11 10 0,-2-3 79,13-13 0,1-5 157,-15-3-180,18-15 45,11-37-78,14-13-40,4 8 1,3-5-425,3-2 1,1-2 412,4-3 1,0 0 13,1 2 1,-1 2 13,-1 7 1,-1 2 8,-3 8 0,-1 3 53,0-18 669,-5 14-686,-5 9-16,-1 10-40,-1 8-50,1 6-23,-1 6 1118,-2 10-1090,-5 10 12,-2 13-6,1 6-6,4 5-11,10 2 6,12 0 5,14 1-229,-7-23 1,3-1 223,4 3 0,2-1 11,5 3 0,0 1-347,1 0 1,-1 1 287,-1 1 1,-2 2-124,-6 0 0,-4 1-267,-5 1 1,-6 2-454,-6 0 1,-5 1-1500,-5 0 1,-6 0 2400,-5 2 0,-2-3 0,-4 4 0,0-7 0</inkml:trace>
  <inkml:trace contextRef="#ctx0" brushRef="#br0" timeOffset="1.24569E6">21929 6222 23987,'0'53'84,"-4"-1"-16,-11-7 10,-12 2 17,-13-3 56,-5-8 113,0-11 128,7-12-117,12-17-191,11-14-45,13-22-17,14-19-14,-2 22 1,4-4 33,8-13 0,2-1-379,-7 16 1,-1 1 372,7-14 1,-3 2 30,-2-6-257,-9 23 1,-1 0 312,1-24-143,-6 10 116,-7 7 10,-3 10 0,-4 6 639,3 9-723,-1 6 463,3 5-513,-1 8 123,0 5-79,-2 8-21,2 7 5,2 6 17,7 4-17,7 7-12,9 4 9,-1-12 1,2 0 2,9 16-302,-3-10 0,1 1 282,-5-11 1,1 0 5,6 7 0,2 0 11,1-3 0,2 0-28,4 4 0,-1-2-14,-11-12 1,-3 0-178,3 7 1,-8 1-1097,-23 8-2283,-28 14 3601,9-30 0,-1-2 0,-15 8 0,14-14 0</inkml:trace>
  <inkml:trace contextRef="#ctx0" brushRef="#br0" timeOffset="1.25031E6">23009 5833 17277,'0'-6'5691,"0"2"-4968,0 4-606,-45-42-50,27 40-5,-38-25 0,36 56-12,-7 24-33,9-11-9,5-8 1,3 2-285,2 16 284,3-18 1,3 1-7,3-1 1,4-1 0,8 4 0,3-3-14,12 12 2,-1-19 1,4-4 19,23-2-6,-18-9 1,2-2 11,8-3 0,0-3 11,-9-4 0,-2-2-11,-1 1 0,-4-3 72,10-13 12,-20-1-34,-4-6-5,-17-7-45,-12 4 11,-12-4-17,3 12 287,-11-6-270,1 4 22,-21-14-16,11 5 5,0-8-22,23 12-12,9-11 7,10 4-1,8-8-6,9 5-16,9 4 28,3 7 5,1 4-22,-3 7-11,-1 5 0,-1 5-11,0 10-1,6 16 18,-10-1-12,5 25-22,-23 14 2,-5-27 1,-2 1-4,-1 1 1,-3 0-328,-7 6 1,-1-2-278,2 0-1051,3-6 1,3 0 1694,12-1 0,-4-10 0,7-6 0</inkml:trace>
  <inkml:trace contextRef="#ctx0" brushRef="#br0" timeOffset="1.25081E6">24330 5820 24715,'-31'5'4,"-1"1"0,0 2 0,1 6 1,5 10 1,1 4-500,-4 0 1,-1 2 504,-3 0 0,0 1 11,0-2 1,0 0-4,3-3 1,2 0 14,-12 14 310,21-12-299,27-10 170,23-6-182,21-5-33,-1-4-3,-3-1 1,1-1-218,6-1 104,-14 0 0,7 1 1,-4 0-968,0-1 1,1 0 1082,1 0 0,5 0 0,-7-1 0,-10 1 0,-3 0 0,30-1 0</inkml:trace>
  <inkml:trace contextRef="#ctx0" brushRef="#br0" timeOffset="1.25357E6">25737 4140 7722,'6'-2'5063,"-1"0"-4676,-5 2 100,71-14-190,-30 8-512,8-4 0,0 2 220,0 4 50,-5 0-195,-3 3 16,-6 1-21,-9 0 374,-10 1 292,-14 1 303,-17 4-404,-15 2 45,-18 2 185,-13 1-327,28-5 0,0 0 618,-29 5-521,12-2-313,19-3-12,16-2 236,9-3 167,10 0-123,6-1-134,20-2-202,-4-1 6,25-3-28,-4-1-28,14-1-1524,-26 4 0,-1 1 1519,9-1 38,-3 2 6,-35 1-22,-14 2 50,-36 2-28,4 1 70,-12 1 0,-2 0 3088,0 1-3091,3 0 1,0 0 4,1 2-105,1 1 83,26-2 29,18-3 150,18-1-78,13-2-83,16-2-35,14-4-39,-23 2 1,2-1-9,9-2 0,-1 0-20,16-1 20,-22 2 0,-3 1 143,-7 2 90,-5 0-141,-19 2-117,-22 0 22,-21 1-11,0 2 0,-3 2 5,12-2 1,-1 0-63,-18 4 0,1 0 63,-7 2-126,-1 2 148,28-4 146,21-3-73,15-3 56,17-2-73,11-4 445,19-3-481,-13 0 0,2 0-40,-5 1 0,-1 1 34,0-1 0,-1 1-54,15-2-100,-27 4-1070,-5 1-89,-15 4 1271,-17 5 0,7-3 0,-6 3 0</inkml:trace>
  <inkml:trace contextRef="#ctx0" brushRef="#br0" timeOffset="1.28736E6">25141 5890 8640,'-3'10'4761,"1"-2"-1540,2-8 1859,0 0-4284,-15-21 21,10 9-509,-10-17-201,14 17 38,5-3-44,12-6-84,-1 3 5,21-13-22,-11 16 0,10-4-5,-14 11-46,12 4 29,-19 5-12,20 7 12,-19 2-56,19 20 44,-16-9-33,14 24-40,-19-6 93,-11 0 0,-3 2 31,-4 8-412,-8-10 0,-4-3 429,-5-10 27,-4-3 1,-3-1 89,-10 0 85,-15 3 55,21-20 6,12-21-202,14-1-34,12-12-49,4 12-1,11 3 818,0 9-824,9 0 1,5 7 0,17 13-12,-14-1-11,11 12-22,-23-6 0,-3 3 33,11 19-5,-12-11 0,-3 1 0,-3 9-1,-28 13-94,-12-24-320,-22 9-946,-8-20-4968,-6-8 5602,7-8 1,20-2 0,15-3-1</inkml:trace>
  <inkml:trace contextRef="#ctx0" brushRef="#br0" timeOffset="1.28819E6">23037 6809 9426,'-5'0'6710,"2"0"-5399,3 0-432,14-26-28,29 12-574,-7 2 0,7-4 0,0 4-1090,9 3 1,3 2 871,-7 1 1,6 0 0,1 0 0,-2 0-638,10 0 1,-1 1 0,3 0 578,-15 1 0,3 0 0,2 0 0,0 1 0,0 0-453,3 0 0,1 0 1,0 1-1,1 0 1,-1 0 438,2 0 1,1 0 0,-1 1-1,1 0 1,-1 0-202,-2 0 0,1 1 0,-1-1 0,0 1 0,-1 0 198,-4 0 0,0 0 1,-1 0-1,-1 0 1,-1 0-64,5 0 1,-1 0 0,-2 0-1,-3 0-231,6 0 0,-3 0 1,-4 0-1237,4 1 1,-7 1 1545,5 1 0,-31 0 0,-15-1 0</inkml:trace>
  <inkml:trace contextRef="#ctx0" brushRef="#br0" timeOffset="1.28854E6">23159 6966 20526,'42'-5'588,"2"-1"0,6 1-1798,-7 1 0,5-1 1294,6 0 0,7-2 0,-1 1-15,-7 1 1,0 0-1,6 0-38,-4 0 1,7 1-1,2-1 1,-1 1-1,-4 0-515,-3 0 1,-2 0 0,-1 0 0,4 1 489,-5 0 1,3 1-1,2-1 1,0 1 0,-3 0-1,-3 0 9,1 1 1,-4 0-1,-1 1 1,1-1 2,8 0 0,1 0 0,-1 0 1,-2 1-8,7 0 0,-2-1 0,-4 1 3,11 0 0,-8 0 420,-16 1 1,-6-1-933,6 1-5787,-25 1 6285,-12-1 0,-5 0 0,0 0 0</inkml:trace>
  <inkml:trace contextRef="#ctx0" brushRef="#br0" timeOffset="1.29349E6">26851 5882 23248,'18'-46'347,"-7"19"-179,-22 53-67,-13 18-65,4-15 1,-4 1-603,-5 5 0,-4 1 538,-4 4 0,-3 0-78,-3 1 0,-1 0-149,0-1 0,1-1-297,3-3 0,2 0-1478,5-6 0,4-1 2030,-10 14 0,19-20 0,13-13 0</inkml:trace>
  <inkml:trace contextRef="#ctx0" brushRef="#br0" timeOffset="1.2937E6">26251 5921 20128,'0'-5'2482,"0"2"-858,0 3-1563,77 12-49,-36 3-558,-1-4 0,9 3 1,-3 2 508,0 7 1,0 3-409,4 1 1,3 3 0,-1-1-2833,-7-4 0,-1 0 0,-2 0 2665,-1-2 0,-1 1 1,-5-3-1,-4-3 0,-6-4 1,-10-6-1</inkml:trace>
  <inkml:trace contextRef="#ctx0" brushRef="#br0" timeOffset="1.32611E6">15493 8255 21147,'1'-7'4650,"-1"2"-3541,0 5-947,0 0-61,-7-53-40,3 52-66,-9-30 16,3 73-28,-4 17-64,5-24 0,0 2-602,0 4 1,0 1-232,1 1 1,0 0-1806,3-4 0,0-2 2719,1 18 0,4-26 0,0-17 0</inkml:trace>
  <inkml:trace contextRef="#ctx0" brushRef="#br0" timeOffset="1.32646E6">15743 7987 16112,'-1'-9'7287,"1"2"-6741,-21-26 0,-7-3-30,5 14-421,-6-16 0,-1 6-28,11 35-28,3 13-11,4 12-39,4 11 11,5 4-45,17 5 40,-1-17 5,19 5 5,-8-22 91,3-2 39,-7-10 44,-7-18-134,-7 0 11,-3-21 39,-2 6 28,-4-9 6,-2 5 39,-7 8-140,2 13-28,-6 5-39,5 12-129,-3 8-353,1 9-5730,3 33 6251,8-14 0,1 6 0,5-30 0</inkml:trace>
  <inkml:trace contextRef="#ctx0" brushRef="#br0" timeOffset="1.32681E6">15961 8120 21002,'0'-4'4089,"0"1"-2308,0 3-1742,-8 0-33,5 12 22,-6 6-23,6 31 7,0 10-12,6-11 0,1-1-9,-2-15 1,3-1 8,4 9 0,4-4 28,8-6 162,10-5-78,-10-18 213,16-34-146,-8-13-607,6-11 498,-13 20 0,-1-2 70,13-20-87,-11 17 0,0 0-31,8-14-44,-6 10-51,-16 26-268,-6 11-628,-2 11-4308,1 20 5277,-1 0 0,1 0 0,-2-15 0</inkml:trace>
  <inkml:trace contextRef="#ctx0" brushRef="#br0" timeOffset="1.32707E6">15380 8961 20968,'-54'11'1195,"-1"0"0,9-2 0,7-1-937,16-3-124,17-2 354,37-2-348,15-4-681,-6 1 0,4-2 563,5-1 1,1-1-6,10-2 0,-1 0-17,-9 1 0,1 1-10,-7-1 1,2 1 0,2-1-943,4 0 1,1 0 0,1-1-2326,0 1 0,-1-1 0,0 1 2567,-3-1 0,0 1 0,-7 1 0,-5 0 0,-9 2 0,-11 1 1</inkml:trace>
  <inkml:trace contextRef="#ctx0" brushRef="#br0" timeOffset="1.32765E6">18078 8337 24010,'13'-46'956,"0"-1"0,-2 5 0,-4 11-727,-10 22-162,-2 9-39,-3 12-5,-4 12 16,-5 14-39,-4 14-308,10-23 1,0 2-54,1 3 0,0 0-858,3 0 1,1 1 1218,3 0 0,1-2 0,0 5 0,5-10 0</inkml:trace>
  <inkml:trace contextRef="#ctx0" brushRef="#br0" timeOffset="1.32803E6">18441 8033 15417,'0'-6'7602,"0"0"-6656,0 6-257,0 0-588,-51-34 5,28 47-3453,-35-26 3358,48 49 6,6 4-6,10-8-5,4 8-12,8-8 79,7-8 72,-2-14-61,-3-9 74,-2-18 3402,-4-9-3258,3-22-50,-7 4 6,-5-7-135,-7 22 51,-7 2-51,-1 13-67,-2 1-56,-2 8-34,1 12 1,2 1-130,-1 18-514,6 4-6594,4 29 7271,6-11 0,1-6 0,1-24 0</inkml:trace>
  <inkml:trace contextRef="#ctx0" brushRef="#br0" timeOffset="1.32869E6">18876 8211 26564,'-26'34'78,"5"-7"-83,-1 30 2,5-19 0,0 0 14,-7 14 3,7-15 0,1-5 42,9-18 152,0-1-1,6-15-101,13-25-78,-2 4-3,10-10 1,4-3-4,15-12-480,-8 13 1,1 2 474,11-6 0,7 5-525,-9 19 536,0 6-17,-2 17-22,-11 17 11,-8 2 11,2 21-22,-4-4-1,4 14 15,-9-27 0,0 0 3,9 16-18,-2-9 46,2-18 871,-11-16-855,21-21-33,-14-2 27,8-16 1,0-3-22,0-2 35,-2-1 0,-2-1 21,-2-7 4,-11 17 0,-1-1 164,-4-11-18,-9 3-60,-4 19-169,1 8 0,-1 4 0,7 6 453,-2 1-453,5 4 119,5 7-119,1 1 0,12 16 0,3 4 0,2 2 0,9 13-365,-2-2 0,1 2 365,-12-16 0,-3-1 0,2 0 0,-2 2 0,1 2 0,-4 0 0,-2 15-177,-11-14 0,-4 0-573,-21 17-15,2-23 1,-3-4-1056,-4-7 0,-1-4-8011,-29 2 8806,18-10 0,16-3 0,19-2 0</inkml:trace>
  <inkml:trace contextRef="#ctx0" brushRef="#br0" timeOffset="1.32955E6">20021 8433 26480,'38'5'375,"9"-3"-328,-16-5 1,1-1-9,2-2 1,-1-3 4,0-1 1,-2-3 39,22-20-33,-15-4 44,-17-3 0,-16 6-11,-16 8 23,-13 8 21,-8 8 1,-3 6-56,5 7-45,4 6 0,6 8-34,2 8 6,2 5 51,2 7-40,6 5-22,5 7 5,15 1-5,9 1 0,15-4-40,9-7 46,3-10 5,-2-12 11,-4-13 34,-5-15-28,-5-10 22,-2-13-6,-2-8-16,2-3-6,1 2-33,1 6 44,3 7-16,-12 13 5,8 6 28,-9 9-16,9 7-6,2 8-6,2 11-17,0 10 6,0 9-389,1 6 386,-19-23 1,0 0 35,17 26-38,-3-4 27,-1-10 23,-3-13 0,-2-14-45,9-28 5,-9-1 0,-4-8 1,0-6-12,-3 1 1,1-2-511,5-11 0,1-4 527,1-3 1,-1-1-1,-2 2 0,-2-1-1419,-5-4 1,-2 4 1435,-6 17 0,-3 2 116,-5-7 0,-4 4-144,-10 1 0,-4-4 0,0 13 717,6 10-717,4 7 3385,6 9-3385,0 12 21,2 16-21,-1 23 0,1-17 0,0 2-424,1 7 1,1 1 423,0 6 0,2 2 0,1 0 0,3 1-90,0 0 0,2-2-389,0-3 1,2-2-374,-1-5 1,1-3-1533,-3-6 1,0-3 2383,3 12 0,-6-21 0,-5-13 0</inkml:trace>
  <inkml:trace contextRef="#ctx0" brushRef="#br0" timeOffset="1.32973E6">21255 8457 26950,'51'-21'-635,"-1"1"1,1-1 0,1-6 0,1 6 634,-7 16 0,3 7 0,-9-1 0,-2-1 0,16 0 0</inkml:trace>
  <inkml:trace contextRef="#ctx0" brushRef="#br0" timeOffset="1.33027E6">22176 8246 24508,'1'-45'657,"0"0"1,1 3-1,-4 14-483,-3 26-135,0 7 34,-7 19 22,-3 13-76,3-9 1,-1 3-109,-1 6 1,-1 3 85,-2 15 1,0 2-1684,5-6 1,2-1 1657,-1-2 0,3 0-132,9-5 1,5-4-1089,18 14-71,-3-22 0,6-2 1319,10-6 0,1-4 0,5 3 0,3-10 0</inkml:trace>
  <inkml:trace contextRef="#ctx0" brushRef="#br0" timeOffset="1.33081E6">22777 8335 21259,'-3'-4'3848,"1"1"-2156,2 3-1591,-16-29-101,14 25 6,-7-17-1,15 30 46,7 10-23,-6 0 0,0 4-6,-5-3 107,-9-3-12,-3-10-61,-1-2 45,-3-13-39,4-9-17,-1-14 33,7-23-50,4 15-17,11-15 12,3 29-18,9-1 1,0 12 5,9 6-11,1 14-11,-4 1 0,9 19 11,-4 21-6,-8-5-11,-17 5 0,-9 2-336,-12-14 0,-4-2 342,0 9 0,-3 0-1,-13-2 1,-3-4 11,5-8 0,0-3 8,-7 5 1,-1-4 38,6-6 1,1-4 193,-20-2-168,25-16 50,10-17-61,24-3 33,18-8-84,-1 10-8,6 8 0,2 2 13,1 5-13,3 0 0,1 1-31,18 2-118,-10 2 1,2-1-643,-5 1 1,1 0-255,9 0 0,-1 0-106,-17-1 0,0-1 1148,10-2 0,-4-1 0,-11 1 0,11-4 0</inkml:trace>
  <inkml:trace contextRef="#ctx0" brushRef="#br0" timeOffset="1.331E6">23403 8144 26654,'-18'-43'500,"-1"1"0,1 6 0,7 7-203,18 15-235,3 12 5,13 10-39,-2 5-9,3 14 1,0 5-25,6 11-29,-10-3 0,3 10 1,-4-5-384,-5-7 1,-4 1 11,-1 4 0,0 8 1,-2 2-1,-4-5-3636,-9 13 0,-5-2 4041,3-8 0,-1 3 0,-2-7 0,-2-9 0,-2-6 0,-6 4 0</inkml:trace>
  <inkml:trace contextRef="#ctx0" brushRef="#br0" timeOffset="1.3348E6">17551 9787 23378,'-1'-62'823,"0"-1"1,1 8-1,2 8-515,1 14-51,4 15-173,0 14 65,0 16-71,-1 4 135,0 40-118,-5 3-640,-4-12 1,-1 5 558,-4 1 0,-1 0-6,-5 6 1,0 0-7,-1 0 1,1-2-6,1-6 1,2-2-9,2-9 1,2-4 61,1 15 111,4-24 113,7-17-119,5-23-61,8-17-22,7-22 230,-10 19 0,0-1-284,2-3 1,0 0-20,0 0 0,1 2 11,-1 3 0,0 3 122,12-17-128,-3 19 29,3 12-17,-8 13 0,16 12-34,-2 11 6,16 11-266,-21-11 0,2 2 240,1 1 1,1 1-48,0 2 0,-1 1-222,-2 0 1,-2 1-228,-5-1 0,-4 0-2329,5 21-5092,-20-10 7954,-11-14 0,-2-12 0,3-9 0</inkml:trace>
  <inkml:trace contextRef="#ctx0" brushRef="#br0" timeOffset="1.33601E6">18330 10102 17557,'0'-3'6503,"1"1"-4923,-1 2-1390,4-15 6,1 15-5,6-9-57,4 18-33,8-1-28,6-4 16,17-7-66,-13-2 10,17-11-10,-17-2-1,8-10 6,-4-6 79,-3-12-12,-14 7 28,-6-4-67,-17 20 45,-12 0 44,-11 11-21,-12 2-7,-16 12-83,17 4-1,-12 15-16,22 4-6,-4 12-27,5 7 2,16-14 0,2 1-3,-2 12-67,17 17-51,16-22 15,-2-15 0,6-1-225,14 0 1,5-4 170,-3-6 1,-1-2-8,2-2 0,-1-4 108,-3-8 0,-2-5-190,-8-1 0,0-3 288,7-4 0,1-3 20,-4 0 0,-2-4 165,3-8 0,-5 0-53,6-7 16,-6-9 169,-26 29-73,-5 4-129,-4 1-51,-10 6-61,2 8 238,-12 9-260,2 10-2860,-13 20 2865,10-9-28,-5 20-456,18-12 473,4-5-39,12 2 11,10-24 22,13-2-5,21-23 17,-4-7 8,-16 2 0,-2-1-9,4-10 23,1-9 3138,-12 8-3082,4-10 767,-9 13-694,-5 5-79,-6 15 23,-2 5-62,0 3-28,-2 9 0,0 5-27,-1 11 10,1-2-61,1 10-129,7-2-476,10 11-337,7-18 1,6-2 241,-1-5 0,2-3 428,3 0 0,0-4-53,0-6 0,-1-5 420,11-11 1120,9-21 17,-18-5-84,-6-11-252,-13 7-493,-4 11 471,1-6-443,-5 19-224,0-2 44,-4 14-128,-1 13-33,0 3 38,4 21-33,1 11-11,-1-2 0,-1 5-17,-2 0 0,0 2-1199,0 16 0,0 0 1188,-4-18 0,0 1-40,-2 11 1,-2 1-271,-1-10 0,-1-1 318,-1-6 1,0-1 19,-10 18-40,5-48 29,4-17 55,2-45-55,6 21 0,1-4 58,-1-19 1,2-4-51,1-2 0,1-1-28,1-2 0,2 0-66,2 2 0,0 3 82,-1 16 1,1 0 14,5-11 0,1 3-28,1 1 13,5 0 1,3-1 14,12 2-223,-8 14 0,1 3 223,13-2-23,-8 17 0,0 4 6,2 3-80,4 8 0,0 6 30,4 16 39,-14-1 0,-3 2 1962,1 16-1957,-23-5 1,-9 1 44,-22 13-34,3-14 1,-4-1-12,-23 5 14,5-15 1,-1-3 720,-3-4-844,-1-3 1,3-2-217,14-8-1888,-5-15-6126,52-7 7546,10-10 0,1 12 0,-7 7 0</inkml:trace>
  <inkml:trace contextRef="#ctx0" brushRef="#br0" timeOffset="1.33627E6">20762 9706 26581,'28'-38'-667,"10"8"-884,21 31-2308,4 6 3490,-30 0 0,-3 1 0,4 1 0,-8 1 1</inkml:trace>
  <inkml:trace contextRef="#ctx0" brushRef="#br0" timeOffset="1.33643E6">20750 9932 25007,'-39'18'709,"1"1"1,-1-3-1,16-4-328,24-11-219,8-3-117,18-7-67,-1 1-611,31-10-5293,-1 3 5075,-23 6 1,-2 1 0,11-2 0,-19 3-1</inkml:trace>
  <inkml:trace contextRef="#ctx0" brushRef="#br0" timeOffset="1.3371E6">22407 9613 20201,'0'-5'3473,"0"1"-2045,0 4-1255,-55-42-38,21 41-76,-7-16 0,-2 5 36,-10 33-11,-2 1 6,4-4 78,10-6 112,12-7 11,11-5-33,10-4-29,5-2-61,2 1-117,1 2-40,-1 4-11,0 6 33,-3 9 1,-5 12-6,-4 12 6,-2 11-9,7-20 0,1 1-250,0 4 1,2 2 229,1 3 1,1 2-418,0 2 1,1 1 425,1 2 0,1-1-9,2 0 1,1-1 0,3-2 0,3-2-54,4-4 0,5-3-323,4-5 1,5-5-336,7-6 1,3-6-3074,8-5 1,2-5 3307,-1-4 0,-2-3 1,15-2-1,-24-1 1</inkml:trace>
  <inkml:trace contextRef="#ctx0" brushRef="#br0" timeOffset="1.33765E6">22855 9855 20683,'-3'0'3943,"0"0"-2957,3 0-577,3-74-40,3 41-198,-2-12 0,2 1 120,6 17-117,1 6-34,-1 4-90,1 3-67,2 5 17,4 3 12,19 8-12,-8 1 28,22 10-51,-15 2 18,4 9-1,-11 4-11,-15 18 17,-13-13-33,-14 19 38,-8-18 1,-8 5 11,0-8 5,4-9 6,8-10 62,5-9-12,7-8-5,2-5 11,4-2-51,1 1 12,3 3-45,3 3 23,4 4 27,6 6-61,5 7 11,20 16-34,-2 3 6,2 4 6,-4 3-29,-19-5 18,-6 5-18,-25-4-374,-34-4-40,7-13-2100,-25-4 1717,24-17 0,11 3 0,6-6 0</inkml:trace>
  <inkml:trace contextRef="#ctx0" brushRef="#br0" timeOffset="1.33788E6">23859 9921 22246,'1'6'2733,"0"-1"-857,-1-5-1893,-30 68-6016,-2-16 3991,10-7 1,0-2 2041,-14 7 0,29-41 0,2-2 0</inkml:trace>
  <inkml:trace contextRef="#ctx0" brushRef="#br0" timeOffset="1.33849E6">24691 9624 26362,'-25'-38'99,"1"0"0,0 2 0,0 11-60,0 28 23,-24 10-45,13-1 5,-20 15-16,15-3 5,3 1 0,5 0 6,19-9-11,5-1 10,6-4 18,1 2 33,-1 1 45,-2 2-17,-4 3-33,-2-1-45,1-4-6,-1 4 0,3-5 28,1 7-22,3-5 17,2 1-1,3-5 29,1-2 5,1-2-39,-1-3 174,2-2-17,2-3-124,2-1 46,7-3-18,3-4-33,13-3-17,16-3-5,-3 3-17,7 3-17,-21 4 5,-1 4-10,-12 5 22,8 12 50,-9 8-90,-2 14-61,-11 1 62,-12 6-23,-11 0-72,-13-1-135,-11-4-1344,-8-5 1108,10-13-1349,-7-4 1837,11-21 0,12 5 0,5-11 0</inkml:trace>
  <inkml:trace contextRef="#ctx0" brushRef="#br0" timeOffset="1.33872E6">25120 9928 23175,'0'6'2678,"0"-1"-1480,0-5-1142,-22 79-84,6-35-897,-2 11 0,-4 0 925,3-24 0,1-5 0,-4 5 0,1-4 0</inkml:trace>
  <inkml:trace contextRef="#ctx0" brushRef="#br0" timeOffset="1.33947E6">25650 9791 24256,'16'-41'666,"0"-1"1,-2 5 0,-3 7-353,-8 19-158,-2 6-83,-5 9-6,-4 9 17,-8 13-5,-6 11-29,-2 11-33,2 8-17,7 5-393,8 1 370,18-1 6,16-7-8,-4-30 0,4-2-9,4-2 1,3-3-1,3-3 1,1-3 5,-1-4 0,0-3 22,-4-6 0,-1-3-19,17-16 41,-14-14 40,-15-11-11,-12-9-6,-18-3-16,-14 2-21,3 31 1,-3 2 8,-4 3 1,-3 3-287,-2 1 0,0 2 294,2 2 1,1 0 20,-19-9 4,17-2 366,14-4-399,10-1 37,14-2-31,6 4 567,10 3-584,3 5 6,5 6-6,3 6-17,6 9 17,1 10 28,3 12-34,-3 12 12,-7 9-472,-10 11 404,-15-25 1,-4 1-231,-4 2 1,-3 1-664,-3 1 0,-2 0-2921,-3 0 0,-1-1 3876,-9 22 0,7-23 0,8-18 0</inkml:trace>
  <inkml:trace contextRef="#ctx0" brushRef="#br0" timeOffset="1.33969E6">26479 9957 26726,'-25'50'-168,"4"0"-1143,12-2-5981,4 1 5876,3-10 1,3-16 0,0-11 0</inkml:trace>
  <inkml:trace contextRef="#ctx0" brushRef="#br0" timeOffset="1.34025E6">26990 9803 21521,'34'-40'90,"-7"9"2270,-26 35-2366,-1 2 1087,1 2-1025,-1 0 624,0-4-546,-2-2 1987,-1-9-2071,-2-8-16,-3-14 5,1-13-28,2-8-16,6-1 33,7 7-12,7 11-16,6 12 23,7 11-34,7 8-1,6 13 18,5 10-23,0 15-5,-5 10-18,-25-11 1,-4 0 6,-3 17 13,-14-13 1,-10 1-65,-15-1 0,-6-2-450,9-6 1,-2-1 516,-18 12 0,-1-3 17,20-19 0,1-3 31,-4 2 0,2-3-3,-3 0 17,16-21 0,27-12 11,8-7 11,10 1-11,9 7-45,-13 8 1033,10 9-1049,-9 7-35,15 5-139,7 4-479,-8-6 0,1 0-125,-11-4 0,2 0 783,26 4 0,-3-3 0,-18-3 0,19 1 0</inkml:trace>
  <inkml:trace contextRef="#ctx0" brushRef="#br0" timeOffset="1.34073E6">27821 9424 25501,'7'-61'95,"16"13"-2524,11 42 1,4 8 2456,16-4-20,-16 1 1,0-1 1251,16 0-1226,-12 0 991,-2 0-925,-31 1 172,-3 1-232,-6 1 3286,-2 5-3304,0 0 351,0 5-267,3 2 85,8 12-124,-1 2-17,3 13-50,-5-10 23,-6 16 16,-7-2-14,1-7 0,0 4-3,1 4 1,2 0-849,-1-6 1,2-1 842,3 1 0,3-2 22,12 24-363,-5-28 0,1 2 313,3 6 0,0 2-6,-1-4 0,-5 0-164,-12 0 0,-8-2 97,-8-10 0,-6-4-96,-3-1 1,-5-5-1610,-16-6 1,-2-7 1788,14-2 0,1-2 0,-26 1 0,27-3 0</inkml:trace>
  <inkml:trace contextRef="#ctx0" brushRef="#br0" timeOffset="1.35343E6">18005 11328 21618,'-11'-42'1103,"0"0"1,-1 4-1,5 7-593,8 14-78,1 4-225,0 3-151,0 6 61,-6 24-66,-7 15-21,1-3 1,-2 3-25,-2 6 0,-2 1-450,-1 4 0,1 1 391,3 1 0,1-1-135,4-1 1,3-2-360,6-5 1,4-1-1039,3-6 0,2-2-2123,11 9 2930,5-10 1,-20-23 0,-1-2 0</inkml:trace>
  <inkml:trace contextRef="#ctx0" brushRef="#br0" timeOffset="1.35383E6">18371 11010 22184,'-39'34'158,"0"-1"1,1 5 0,15-3-92,30-7 17,7 7 23,10-19 16,6-11-56,-4-9 62,8-17 22,3-23 12,-5-8-212,-15 18 0,-3 0 329,-5-21 39,-14 7 34,-21 5-286,2 18 11,-19 4-16,12 17-6,-5 4-62,5 7-44,7 9-101,9 6-404,6 9-1252,10 7 1807,11 9 0,-5-21 0,5-1 0</inkml:trace>
  <inkml:trace contextRef="#ctx0" brushRef="#br0" timeOffset="1.35406E6">18740 11304 23681,'40'-33'-215,"-1"1"0,1-1 0,-2 3 0,-1 2 0,0 7-729,2 10 0,-1 6-1565,-1 1 0,-2 0 2338,19 1 1,-23 3 0,-16 0-1</inkml:trace>
  <inkml:trace contextRef="#ctx0" brushRef="#br0" timeOffset="1.35424E6">18930 11471 20929,'-38'33'1152,"-1"0"0,3-1 0,16-14-822,33-26-139,12-7-90,14-9-68,12-4-392,-22 14 1,1-1 148,2 1 0,1 0-860,1 0 1,1 2 1069,7-1 0,-3 2 0,5-1 0,-2 2 0</inkml:trace>
  <inkml:trace contextRef="#ctx0" brushRef="#br0" timeOffset="1.35495E6">20066 11212 8282,'-3'-4'8497,"1"1"-1776,2 3-5982,-6-67-246,5 35-322,-1-11 0,3 0 36,6 12-66,7 2-46,4 6-50,3 4-17,6 5-17,5 7 0,7 3-11,17 17-11,-15-2 2,-11 4 1,-3 3-42,2 17-6,-3 16 39,-24-15 0,-6 1 23,-7 15-6,-8-14 0,-4-3 16,-20 8-198,15-19 1,-2-1 212,2-4 0,0-2 47,-20 5 34,14-11-11,15-14-40,13-7 18,13-9 16,5 1 34,7-1 380,5 4-442,16 3-61,-9 6 5,24 6-22,-11 12 11,14 9-23,-6 11 12,-10 15 5,-19-13-5,-22 16 22,-22-19-33,-20 8-264,14-20 0,-4-3 171,-2-1 1,-1-1-374,-3-3 1,1-2-2664,1-4 0,1-2 3151,-20-7 0,24 0 0,16-4 0</inkml:trace>
  <inkml:trace contextRef="#ctx0" brushRef="#br0" timeOffset="1.35803E6">16350 12808 15896,'6'-43'735,"-1"0"1,2 0 0,-2 6 1937,-1 10-2007,0-3 549,-6 3-863,-5 6 238,-6 7-478,-8 6 1200,-9 12-1244,-10 12 4,-10 17-1737,15-5 0,0 3 1673,11-9 1,0 1-4,-9 11 1,3 2-20,-1 9 14,5 7-17,15-11 57,32-11-35,0-15 6,33-10 23,-5-16-166,-18 1 1,2-2 154,-2-4 0,0-4-1051,0-9 0,-3-1 1101,7-14 5,-18 10 1,-4-1 2189,-7-14-2000,-1-9 63,-5 9-49,0 15-120,-1 15 176,0 11-327,0 7 3349,0 12-3377,1 9-3237,0 29 3242,0-11 6,1-5 1,0 0-170,4 19-27,0-19 1,1 1-460,2 1 0,2-1-1092,3-2 0,3 0 1405,5-1 1,-1-2-1,5 3 1,0-8-1</inkml:trace>
  <inkml:trace contextRef="#ctx0" brushRef="#br0" timeOffset="1.35843E6">16909 12807 24738,'-31'40'157,"15"-3"-118,29-26 129,14-3 17,-11-16-56,3 0 218,-7-11 348,-6-3-483,-2 5 315,-7-9-387,-1 17 89,-10-4-44,1 10-67,-5 0-85,2 4-10,1 3-1,1 6-22,6-2-5,-1 6 38,6-2-33,1-2 11,2 1-44,3-6-23,0-2-532,7-2-2028,2-4 2616,6-4 0,-7 1 0,-1 0 0</inkml:trace>
  <inkml:trace contextRef="#ctx0" brushRef="#br0" timeOffset="1.35933E6">18359 12647 12180,'-3'-3'8419,"0"1"-5204,3 2-2857,-28-67-246,22 45-17,-5-22 1,6 2-52,14 28 40,25-18-56,-8 19 6,14-4-12,-2 11-5,0 6-28,1 11 0,2 18 11,-15 6-6,-7 5 12,-16 4-1,-10-6-16,-8 7 22,-7-3 23,-5-5 16,-1-6 118,2-10 90,6-10 11,3-9-28,6-9-62,5-5-16,3-4-79,6 2-17,3 2-11,8 2-45,6 3 6,9 4-23,9 3-5,9 8 11,6 7-33,1 12 10,-8 7-16,-14 6 11,-21 2 45,-26 2-34,-21-2-3,11-22 1,-4-1-349,-2-2 1,-1-1 199,-18 5-534,16-14 0,1-4-1970,-4-11 2672,-10-17 0,31 8 0,7-5 0</inkml:trace>
  <inkml:trace contextRef="#ctx0" brushRef="#br0" timeOffset="1.35973E6">19080 12365 19193,'-4'-2'5388,"2"1"-3293,2 1-2005,-38-18-57,29 13-27,-27-13 27,43 23-27,11 2 0,17 5 33,18 0-45,-19-5 1,2 0-122,5 1 0,2 1 132,2 2 1,-1 0-9,-9-2 0,0 1 11,6 7 1,-6 2-14,-6 9 10,-1 16 18,-43-4-18,-18 2 0,9-20 1,-2-1-12,-8 6 1,-1-1-326,-12 10 319,17-13 1,2-1-118,3 2-531,2 0-1290,12-8-3450,15-9 5400,8-6 0,-1-2 0,-1-1 0</inkml:trace>
  <inkml:trace contextRef="#ctx0" brushRef="#br0" timeOffset="1.36014E6">19929 12455 18863,'1'-4'5556,"-1"1"-3590,0 3-1815,-32-19-117,19 20 27,-30-4-27,28 29-6,-1 10-11,6 2-34,8 0 0,12-1-17,14-3 12,17-5 22,13-6 11,6-11 6,-3-9 28,-11-14-6,-13-9 23,-13-11 22,-11-6 0,-15-7-23,-11-2-10,-13 1 5,-10 7-23,-6 9-5,0 12-11,8 7-56,11 6-124,13 3-929,8 4 1092,8 4 0,-1-2 0,2 1 0</inkml:trace>
  <inkml:trace contextRef="#ctx0" brushRef="#br0" timeOffset="1.36202E6">20981 12513 22811,'15'5'241,"-1"12"-146,-10 24-33,0 5 5,-2 11 23,-12-8-34,0-12 16,-8-11 1,-4-1 51,-18 8-243,8-10 0,-2-2 248,4-7 0,0-4 185,-25 2-102,13-21-105,16-22-74,16-25-575,12 18 0,3-2 561,3-5 1,4-1-1,2-1 1,3 0-97,1 2 1,-1 3 154,-1 4 0,-1 1 6,-4 5 0,-2 1 74,1-20 291,-11 7-365,-3 6-11,-3 9 5,0 8 1119,2 9-1192,2 7 323,-1 11-294,0 7-17,0 11 5,1 8-5,4 5 0,8 4-12,6 6 1,11 8-3,-10-25 0,0 1-17,2 2 0,0 1-512,0 2 0,0 0 542,10 21-33,-10-13 1,1 1-115,-6-15 0,1 1-735,8 22 1,0 0-305,2 5-858,-9-18 0,-3-2-1881,-5-4 3909,0 11 0,-6-29 0,-1-2 0</inkml:trace>
  <inkml:trace contextRef="#ctx0" brushRef="#br0" timeOffset="1.36263E6">21595 12799 19546,'10'-8'3467,"-1"1"-2985,-9 7 212,0 0-604,5 65-29,-11-28-39,4 7 1,-1 1 33,-16-4 0,-3-6 28,0-9 50,-2-8 34,2-8 28,2-15-61,6-13-74,5-20-27,6-19-199,5 21 0,2-3 176,1-4 0,2-1-299,2-2 1,-1 1 317,1 1 1,-2 1-3,-1 3 0,-2 2-3,-2 3 1,-2 1 30,-5-3 0,-3 3-17,-3-11 45,-16-8 45,6 28-17,-6-1 5,5 9 303,6 8-375,5 5 615,5 7-654,2 9 5,2 0 28,7 12-17,9-2 6,15 12-22,16 8-3,-16-16 0,1 0-462,4 4 1,1 1 449,1 3 1,0 2 2,-3 3 1,-1 0 8,-5 2 0,-3 1-88,-5-1 0,-2 1-78,-2 5 1,-2-2-90,2 14-143,-5-23 0,-2-2-1072,1-1-2320,-3 5 3787,-14-7 0,4-15 0,-7-5 0</inkml:trace>
  <inkml:trace contextRef="#ctx0" brushRef="#br0" timeOffset="1.36443E6">22804 12372 22414,'0'7'543,"-1"0"-308,-3-3-112,-6 3-44,-10 1 22,-18 5-51,-2-2 62,-11 0-34,18-6 113,3-5 5,16-9 252,5-22-336,9 7-6,8-13 90,7 13-22,3 0-34,4-1 0,4 3-100,-5 11-29,-1 3 0,-1 8 6,1 8-6,7 6-22,3 15 0,3 25 11,-14-11-12,-10-6 1,-6 2-538,-8-8 1,-5 0 514,-4 11 0,-4 1 3,-7 2 0,-5-2 38,4-9 1,-4-2 0,0-1 11,-9 5 1,-1-4-6,2-2 0,0-6-19,5-11 1,3-7 82,-9-9 51,0-27-56,22-11-17,22-19-12,10 19 46,18 0 16,-5 22 1,13 3-79,-6 16-17,-2 5 23,21 22-34,-20-9 479,3-1 1,4 2-943,1-2 1,1-1-240,-7-3 0,1 1-2272,18 3 0,-2-1 2974,4 0 0,-9-3 0,-23-7 0</inkml:trace>
  <inkml:trace contextRef="#ctx0" brushRef="#br0" timeOffset="1.36632E6">23710 12353 24262,'26'-44'140,"-7"15"-90,-26 49-33,-7 9 5,-13 9 23,-13 6-45,15-20 0,-2 0-277,-1 1 0,-2 0 325,1-2 0,0 0 13,3-2 1,1 0 199,-13 14-171,15-8 5,15-3-6,20-4-55,3-5 39,41 8-51,-4-7 41,-11-4 1,3-1-252,-5-2 1,1-2-4011,12-1 0,1-1 3648,-12-1 0,-2-1 0,-4-2 0,-4 0 0,-3-1 0</inkml:trace>
  <inkml:trace contextRef="#ctx0" brushRef="#br0" timeOffset="1.38495E6">27348 10415 19400,'-49'14'791,"0"-1"1,8-1 0,8-4-608,19-6 187,12-2 43,1 0-397,7-2 5,3-1-10,9-4-1,6 0-6,7-3-21,3 0-1,0 2 0,-8 1 45,-11 3-6,-9 3-38,-13 1 16,-12 3 33,-13 2 1,-9 6-6,-7 2-6,-2 1 23,2 0 0,8-1-40,11-2 1,14-2-17,11-3 22,13-2 11,9-2-27,10-2-6,6-3-12,2-3 18,1-3 5,1-2 0,-2 0 11,-5 0 0,-9 2 62,-9 1-68,-7 4 7,-13 2-7,-9 1-5,-14 5 6,-9 2 11,-21 8-23,18-3 17,-19 5-5,30-5-40,-1 2 23,14-3 0,10-2 16,15-4 18,7-5-23,13-5 11,8-5-17,5-5 12,10-5-6,-18 7-11,10-4 11,-23 12 0,0 0 0,-10 4 11,-11 2-11,-5 2 11,-15 6 0,-10 1-11,-17 6 11,13-5 1,-3 0 2,4-1 0,0 0 11,1-1 0,0 1 199,-24 6 23,28-6-113,4-2-22,22-3-6,20-10-16,32-6-73,-8-1-3,-4 2 0,2-1-14,22-6-142,-21 6 0,2 1 133,4-1 1,-2 1-14,12-3-101,0 4-533,-45 8-2357,-15 7 3013,-24 6 0,9-2 0,-6 1 0</inkml:trace>
  <inkml:trace contextRef="#ctx0" brushRef="#br0" timeOffset="1.45489E6">24279 10523 8074,'-10'0'4650,"2"0"-2337,8 0-890,0 0-1115,-5-4-168,7 2 106,5-4-39,21 1-168,-4 0 17,19-3-28,-11 1-5,9-1 10,-6 1 130,-12 4 128,-18 2-3504,-22 6 3303,-7 1 123,-26 8 0,15-5 0,-3 2 11,0-1 0,0 0-73,-6 2 1,1 0 173,-11 4-207,21-5-57,18-4 3311,10-3-3008,15-3-275,-1 0 102,29-6-96,-3-3-62,9-1 334,2-5-333,-1 0-1,-3 0 96,-4 1-56,-23 8 45,-13 3-107,-17 3 6,-13 5-17,-3 1 11,1 2 0,-1 0 0,-9 4-16,-7 2-7,24-6 270,19-5 107,11-1-57,14-3-112,13-6-107,11-3-66,-6-2-63,-6 1 1,1 0-1412,19-4 1251,-9 4 1,-3 1-1,-1 1 1,-2 2-1</inkml:trace>
  <inkml:trace contextRef="#ctx0" brushRef="#br0" timeOffset="1.45626E6">24774 12330 11071,'4'-4'9354,"-1"0"-6609,-3 4-2241,13-22-95,-10 16-90,10-16-129,-13 22-128,-5 0-23,-7 0-11,-12 0-17,-13 3-22,-12 1-6,-8 4 28,-2 0 1,7-2-18,6 1 17,20-3-5,4 1-23,14-2 6,1 0 5,3 1-5,2-1 11,2 0 6,0-1 10,0 0 7,0 2-1,0 2 1,0 5-12,0 5 11,0 6-16,-2 7 5,-3 5-11,-3 4 6,-4 2 10,-3 1-16,1-3 12,0-4 16,4-6-6,4-11 107,3-7 145,3-7-72,0-4-67,1-6-23,3-4-34,2-5-33,6-4-23,4 1 46,3 1-52,4 5-44,3 4 34,1 4 5,3 7-5,-1 5-1,0 9 12,-2 6-11,-3 5-12,-5 4-11,-7-1 17,-6 0-22,-3-3 16,-10-4 12,-5-1-51,-9-2-56,-7-1-223,-2-1-651,-2-3-1462,3-4 2437,3-5 0,12-3 0,5-3 0</inkml:trace>
  <inkml:trace contextRef="#ctx0" brushRef="#br0" timeOffset="1.4566E6">24770 12375 20149,'37'-20'455,"0"-1"0,1 0 1,16-8-1,-7 7 211,-12 12-341,-6 3 761,-19 6-672,-8 1 190,0 0-615,-2 2 49,-1 0-626,1 5-3362,0 1 3950,0 1 0,0-4 0,0-1 0</inkml:trace>
  <inkml:trace contextRef="#ctx0" brushRef="#br0" timeOffset="1.45986E6">25578 12728 16394,'14'-40'565,"1"-1"1,-2 4 0,-2 8 1906,-8 21-2355,-1 3 805,-2 8-883,0 11 491,-1 16-507,-1 17 22,-1 15 1636,1-10-1662,5-16 1,3-1 31,10 5 61,13 8 129,9-28 83,9-18-27,10-21-194,-23 2 1,0-5-525,3-6 1,0-4 479,2-4 0,0-2-11,-1-2 0,-1-1-15,-1 1 1,-1-1-9,-3 3 0,-2 2-168,-3 5 0,-1 1 165,14-17-44,-10 13 11,-14 18-124,-2 6-1293,-6 9 1428,6 0 0,-6 1 0,1 0 0</inkml:trace>
  <inkml:trace contextRef="#ctx0" brushRef="#br1" timeOffset="1.47224E6">17586 13720 21959,'-8'-38'478,"0"1"0,-4 1 1,-3 8-373,-5 17 62,-22 3-45,1 14-39,-12 9-64,23 1 0,2 3 8,-11 15-23,10 1 12,21-5 17,11-8-29,6 4 12,10-3-6,12-1-22,21 5 22,-13-8-20,-8-6 1,1 1 8,7 5 6,4 6 0,-16 0 27,-23 4-33,-12-10 28,-30 6 0,-12-10-20,7-6 1,-3 0-4,13-4 1,0-1-3,-19 0 0,3-2-31,12-5-252,-17-5-689,41-3-6027,6-5 6996,10 5 0,2 2 0,1 5 0</inkml:trace>
  <inkml:trace contextRef="#ctx0" brushRef="#br1" timeOffset="1.47341E6">17942 13804 24391,'-22'-37'162,"3"8"-50,3 71-84,6-17-3,-2 6 0,0 2-2,4 3-732,1 15 709,11-26 245,13-1-245,4-13 176,21-3-115,-4-14 12,11-11 28,-10-12-17,-9 2 308,2-12-44,-20 18 276,2-5-529,-15 18-61,-5 11-23,-2 3 22,-7 17-16,5-3 0,0 9-17,8-4 6,7-3-1,2-6-10,11-2-1,14-5 6,-4-4 0,29-3 22,-22-9-10,5-2 10,-12-11 51,-11-10 16,-5 0 23,-7-6-22,-12 9-23,-3 5-11,-2 5-33,2 5-29,5 7-56,3 3-61,3 7-179,6 5 16,1 2-638,12 7-510,7-3-1748,27 7-229,3-5 1425,-19-8 1,1-2 873,-4-3 1,-2-2 792,1-1 1,-2-1 1013,14-4 4016,0-10-1424,-27-3-1119,1-9-1395,-16 5 392,-4-6-12,-8-3 100,-2 2-911,-9 0-146,-1 13-95,-5 8-62,4 7 0,-6 10-5,-1 17-12,-1 8-22,-2 12 34,10-4-40,8-10-27,6 4-85,21-7 96,-2-7-34,29-1 78,-10-22 0,15-10 6,-7-13 17,-2-11 34,-4-4 10,-8-1 29,-8 4 72,-8 6-33,-6 8-79,-5 9-50,-3 7-11,-3 10 17,-2 6-40,1 10-5,1-2-219,1 18-531,5-8-1077,4 16-2295,9-4-5698,9-3 8704,-2-12 0,-3-10 0,-11-13 0</inkml:trace>
  <inkml:trace contextRef="#ctx0" brushRef="#br1" timeOffset="1.47387E6">19149 14079 26082,'14'-38'316,"0"1"1,7-19-266,-22 66 5,-1 9-34,-4 12-5,-2 11 22,-3 10-50,5-21 0,-1 1-284,1 3 0,-1 1 231,0 0 0,1 0 27,0-3 1,1-1 19,-5 15 28,2-18 17,0-16-28,1-16 17,3-13 22,1-17-28,3-19-8,2 17 0,2-2-291,2-8 1,1-3 281,3-5 1,1-2 7,2-2 1,1 0 8,0 2 1,1 2-331,-1 6 1,0 3 346,-1 7 0,0 2 11,11-16 0,0 18-28,-1 12-16,4 12 1005,4 7-1000,6 10-5,4 8 744,-2 11-750,-4 7-1,-13 6 12,-14 3 0,-22 0-11,-17-3 11,-18-7-14,19-19 0,0-2-59,-1-3 1,0-1-544,-23 3-1351,16-5-4866,15-3 6833,14-3 0,6 0 0,3-1 0</inkml:trace>
  <inkml:trace contextRef="#ctx0" brushRef="#br1" timeOffset="1.47458E6">19822 13655 26547,'25'-39'353,"-9"16"-303,-22 38-33,-4 10-17,1 4 17,2 0 0,7-2-12,5-4 12,4-6-17,4-6 34,-1-6 27,1-10-5,-3-7-22,-2-3 44,-3-9 40,-4 3-6,-2-3 11,-6 0-67,-2 8-17,-3 3-33,5 7 0,0 3-34,4 3-17,-1 1-207,-3 10-17,3-1-1069,-3 16-3183,5 1 4521,0 5 0,3-11 0,-1-8 0</inkml:trace>
  <inkml:trace contextRef="#ctx0" brushRef="#br1" timeOffset="1.47489E6">19864 13949 19568,'-3'0'4694,"1"1"-3484,2-1-1160,-30 21-22,26-10 34,-16 20-51,31-21 6,9 3 28,-6-9 56,3-2 72,-2-8 51,-4-4 118,-5-7 5,-3 0-78,-7 0-84,-2 3-124,-6 3-38,-3 3-57,5 4-212,-2 2-908,8 2-3518,-1 5 3824,2 1 0,1 0 0,2-2 0</inkml:trace>
  <inkml:trace contextRef="#ctx0" brushRef="#br1" timeOffset="1.47527E6">17267 14599 18547,'-58'8'1447,"-1"0"0,12 0 0,8-4-1055,17-7 316,23 0-344,34-9-182,1 6 0,5 1-101,8-2 1,4 0-865,-4 1 1,3 1 0,1-1 800,4 1 1,1 0 0,-1-1-14,-8 2 1,0 0 0,4 0-1,-1 0 1,5-1-1,3 1 1,0-1 0,-3 1-13,2-1 0,-3 1 0,1 0 0,4 0-242,-6 0 0,4 0 1,1-1-1,2 1 1,-2 0-1,-1 0 253,4 0 1,-1 0-1,-1 0 1,-1 0 0,1 1-362,-1-1 0,0 0 0,0 1 0,-1-1 0,-3 1 357,0-1 0,-2 1 0,-1 0 0,1 0 1,1 0 1,2 0-1,-2 0 1,-4 0-157,2 0 1,-3 0-1,-2 1 141,16-1 0,-4 1-9,-12-1 1,-10 2-5273,-22 3 5295,-20-1 0,-2 1 0,0-2 0</inkml:trace>
  <inkml:trace contextRef="#ctx0" brushRef="#br1" timeOffset="1.47874E6">27160 10548 21366,'-60'-7'762,"12"1"-672,45 8 67,10-1-40,11 1-72,17-3 0,15-2-17,13-2-276,-30 3 0,-1 0 259,28 0-22,-16 2 39,-20 2 6,-24 4-6,-22 2-6,-23 2 17,-17 1-164,25-6 1,0 0 144,-1 0 0,-1-1-1,3 0 1,0-1 36,-23 2 569,16-2-401,19-2-190,14-1 5,12 0 6,9-3-17,10-3 5,11-3 6,11-1-27,8-3-24,10-2-2,-27 7 0,0 0 28,2 1 0,-1 0-17,-3 1 0,0 0 14,14-2 6,-20 3-6,-27 3 6,-24 4-6,-23 4-3,16-1 1,-2 1-260,-4 1 1,0 0 255,0 1 1,1 1 2,4-1 1,2 0 248,-12 4-190,20-2-16,19-6 49,17-3-49,12-3-23,26-5-34,-13 1-50,22-6-291,-17 3-2207,13-2 2554,-9 2 0,-16 3 0,-15 3 0</inkml:trace>
  <inkml:trace contextRef="#ctx0" brushRef="#br1" timeOffset="1.47989E6">24166 10624 21371,'-50'0'292,"21"-1"-270,54-2 28,31-5-27,-12 2-15,-12 1 1,1-1 13,16-1-11,-9 0-5,-15 3 95,-9 2-45,-20 2-28,-11 3-17,-18 3 0,-14 5-5,4-1 10,7-1 1,-2 1 51,-11 3-26,15-4 0,1 0 59,-3 3-39,13-4 72,14-4-50,7-3 151,15-1-156,7-5-40,18-2-22,-6-3-3,0 1 0,1-1-3,15-4 3,-12 4 0,-1 0 19,19-5 152,-6 3-28,-20 5 123,-10 1-213,-19 6 6,-22-1-23,-9 5 1,-25 1-23,-4 6-394,29-4 1,1 0 376,-16 4-16,3 2-12,29-8-101,5 1-1198,24-6 1316,22-10 0,-15 6 0,8-6 0</inkml:trace>
  <inkml:trace contextRef="#ctx0" brushRef="#br1" timeOffset="1.48379E6">21503 13719 11049,'4'-5'7527,"-1"2"-5767,-3 3-1419,-13-14-128,3 10-28,-18-11-113,3 16 46,-23 6-62,0 3-17,-2 2-1006,-6 3 1017,22-5 34,3-1 0,0 0 39,-3 1-61,-3 2 78,21-6 230,12-5-73,1 0 246,3-1 671,3-3-1113,-1 2-67,1-3-6,-1 4 0,2 6 5,0 4-5,1 4 51,3 23-23,-4-1 39,0 23 0,-7 2-656,-1-26 0,-1 0 623,-7 25 8,0-12 0,-2 1-28,5-15 0,0 0-14,-3 13 0,2 0-118,3-13 0,4-2 135,6 24-45,5-18-28,28 7-34,4-20-61,-9-8 0,2 0-334,0-6 1,0-2-2199,2-1 0,0-2 2655,23 1 0,-22-4 0,-17-3 0</inkml:trace>
  <inkml:trace contextRef="#ctx0" brushRef="#br1" timeOffset="1.48515E6">22113 14083 20918,'-5'-44'435,"-1"0"0,3 2 0,6 3-256,13 9 1,4 3-85,8-10 73,17-7-56,-18 27-45,5 3-39,-5 9 0,-4 14-5,2 7-12,0 15-28,2 8 6,-2 7-23,-6 14 23,-12-10 17,-8-3 5,-14-7 11,-6-11 6,-15 12 0,9-16 95,-9-2 146,13-19-185,5-4 79,-1-11 21,13-2 1,0-6-45,4 2-22,8 1-96,-2 7-5,9 1 11,2 6-22,9 3 16,23 9-44,5 5 10,3 4-16,1 8-16,-21 2-1,-4 10 11,-21 2 23,-26 0 22,-19-1-22,9-21 0,-2-2-128,-2 0 1,-1-2 57,0-2 0,1-3-1493,-26 2-4363,22-18 5937,10-8 0,20-1 0,4 5 0</inkml:trace>
  <inkml:trace contextRef="#ctx0" brushRef="#br1" timeOffset="1.4854E6">23029 14174 19798,'1'10'2005,"0"-2"-297,-1-8-1002,0 0-644,3 62-40,-3-24-36,1 7 0,-3 3-541,-7-13 1,-2-3-3278,-2-2 1,-1-1 2980,-4 2 1,0-2 0,-3-1 0,9-13 0</inkml:trace>
  <inkml:trace contextRef="#ctx0" brushRef="#br1" timeOffset="1.48735E6">23684 13922 22139,'10'-2'628,"-2"4"-494,-2 14-11,-2 2-11,-9 4-28,-7 0-11,-10 1 0,-6-1 28,-3-6 72,2-5 18,6-9-51,8-14-51,7-14-16,11-15 22,8-12 40,9-4 83,5 4-16,0 9-90,0 13-34,0 10-33,2 11-23,3 5-11,7 13-16,2 6-18,8 27 7,-18-8-10,-13-4 1,-7 3-222,-18 21 221,-3-17 1,-6 0-327,-7 2 1,-4-1 345,-6 1 1,-2-1 8,-1-2 0,-1-3-3,3-4 0,0-2 33,6-7 1,1-3 83,-13 1-49,19-17-18,15-12 28,18-8 195,9-2-171,8 4 659,0 7-721,-2 5-18,0 8-22,4 5-34,7 7-151,9 2-397,8 2-1345,-15-6 0,1-2-3495,16 5 4743,-17-7 1,-5-1 0,-11-4-1,-2 0 1</inkml:trace>
  <inkml:trace contextRef="#ctx0" brushRef="#br1" timeOffset="1.48756E6">24554 14077 26015,'-8'27'-779,"-1"4"-6161,-5 23 6940,5-15 0,3-6 0,5-21 0</inkml:trace>
  <inkml:trace contextRef="#ctx0" brushRef="#br1" timeOffset="1.4882E6">25334 13787 23987,'-31'-35'371,"1"0"1,2 2 0,3 14 155,2 34-298,-3 6-94,-12 18-107,10-7 5,7-7 1,1 0 16,-9 17-44,12-15 0,2 2 5,4 3 0,4 0-39,6 21 17,9-5-34,22-8-61,8-13-168,-12-11 1,4-1 217,2-3 0,3-2-1602,5-2 0,0-4 1670,13-1-26,6-15 25,-36-9-11,3-21 6,-13-1 5,-7-7-16,-15 10 10,-3 11 280,-14-1-273,-5 8 16,-12-6-17,14 10 0,0 0 23,-18-14-23,3 0 11,18 2 3397,17 8-3385,8-12-6,12 8-12,5 0 16,12 4 2,-1 5-18,15-4-27,-13 8 34,17 5-35,-20 15 12,9 9-11,-14 3 17,2 26-12,-14-1-201,-3-10 0,-2 1 145,-5-3 1,-3 1-223,-1-1 1,-1 0-417,-7 17-3237,-5 4 3119,7-20 0,2-6 0,4-13 0</inkml:trace>
  <inkml:trace contextRef="#ctx0" brushRef="#br1" timeOffset="1.48844E6">26012 13942 24458,'-17'51'-3238,"0"-1"3238,4-10 0,5-17 0,4-4 0</inkml:trace>
  <inkml:trace contextRef="#ctx0" brushRef="#br1" timeOffset="1.48917E6">26877 13609 22831,'-35'-19'162,"0"0"1,2 1-1,2 5-89,-10 11-28,0 0 241,2-1-246,0 1 4,-10 4-32,16 0 88,-12 7-66,18 0 36,-3 6-42,7 0 128,8-1-128,7 0 5,6 0 18,6 2-12,3 3 6,4 6 28,-3 6 39,-2 7 0,-9 4-12,-7 4 24,-5-4-35,0-4-72,4-9 22,6-7 56,4-8 113,0-8 425,1-3-431,1-13-62,2-2-23,3-13-50,2-1-16,5 0 22,3 0-23,2 6-28,-2 5 6,11 1 0,-3 7 23,17 0-51,4 9 0,8 10-6,5 12-335,-29-9 0,-1 4 332,-3 1 1,-4 3 3,8 26-1,-20 3-5,-26 0-51,-19-4 18,-2-12-320,5-14 0,0-1-903,-13 3-201,14-9 1,0-1 1467,-11-3 0,19-6 0,9-6 0</inkml:trace>
  <inkml:trace contextRef="#ctx0" brushRef="#br1" timeOffset="1.49003E6">27279 13480 23125,'-29'-43'717,"15"6"-622,43 29-33,6 1-18,2 4-16,0 1-11,-1 5-11,-1 3 5,-3 3 6,-4 1 0,-9 0 83,-7 1 1,-7-1 34,-2 1 33,-1-1 0,2 5-45,2 6-28,3 8-45,3 8-5,3 8-11,3 6-23,1 4-293,1 3 288,-4-1 5,-5 0 17,-12-1-17,-18-1-1642,-5-20 1,-4-2 1619,-14 14-6,8-14 0,0-2-78,-5 5-152,-8 4-565,8-10-2408,5-10 3220,-2-10 0,17-6 0,2-4 0</inkml:trace>
  <inkml:trace contextRef="#ctx0" brushRef="#br1" timeOffset="1.54323E6">17932 15578 20688,'3'-8'5238,"0"1"-4516,11-26 0,1-5-531,-7 19-121,8-20 0,-3 7 109,-13 30-89,-1 11-6,-10 22-62,2 1-11,-3 1 0,-2 3-297,2-5 1,0 0 150,-5 11 1,0 2-819,0 1 0,2 0-604,2 0 0,3-1 1557,4 0 0,2-3 0,1 5 0,7-12 0</inkml:trace>
  <inkml:trace contextRef="#ctx0" brushRef="#br1" timeOffset="1.54362E6">18336 15323 24094,'-24'-39'311,"-1"0"1,2 4 0,2 12-262,-2 32-5,2 10-34,3 8-5,7 6 22,7 1-45,13-1-5,9-3-1,12-7 29,5-8 44,3-8 23,-5-14 90,-8-9 78,-9-14 73,-8-6 27,-7-3-66,-9 1-68,-8 4-84,-10 7-39,-3 8-45,1 9-56,3 5 12,4 11-85,4 6-330,3 11-947,6 7-4569,10 7 5936,8-4 0,-1-12 0,0-10 0</inkml:trace>
  <inkml:trace contextRef="#ctx0" brushRef="#br1" timeOffset="1.54386E6">18699 15405 18632,'-5'-2'5495,"2"0"-4459,3 2-1131,8-40-185,17 29-414,19-30-757,17 44-227,-29 1 1,0 2-8154,23 12 9124,-19-2 0,-18-4 0,-14-8 1</inkml:trace>
  <inkml:trace contextRef="#ctx0" brushRef="#br1" timeOffset="1.54402E6">18611 15802 26486,'61'-10'-350,"-28"4"0,2 1-510,6 0 0,3 0-273,8 1 1,-2 0 0,6 0 0,-3 1 0</inkml:trace>
  <inkml:trace contextRef="#ctx0" brushRef="#br1" timeOffset="1.54499E6">18900 15365 22094,'-44'-12'393,"0"-1"1,1 2 0,9 6 613,18 11-834,1 2 188,6 0-265,13-4 78,4-1-113,22-3-38,30-8-12,-27 5 0,2 0 22,8-2 1,1-1-26,-10 3 1,-3 1 30,19 0-34,-24 2 23,-17 4 6,-24 2 0,-13 0-6,-13 0-17,-6-3 6,10-2 364,-5-4-364,18 0 61,-19-5-11,16 3-22,-3-1-34,15 4-5,9 2-1,4 1 12,7 2 28,7-2 0,13 2-17,1-5-3364,32-6 3341,-24 1-433,9-2 1,0 1 253,-6 2-1655,-2 1 1,-1 2 1828,-11 4 0,2-1 0,-19 2 0</inkml:trace>
  <inkml:trace contextRef="#ctx0" brushRef="#br1" timeOffset="1.5462E6">20011 15604 23926,'13'-55'836,"-1"0"1,0 2-1,-5 18-629,-8 31-61,-2 13 11,-4 26-107,0 17-698,3-12 1,0 2 652,2-9 1,0 2-27,-2 7 1,-1 5-1,0-3-32,0-6 0,-1 3-206,-1 4 0,-3 9 0,0 2 0,0-6-197,1-6 0,0-3 1,1 2-387,-4 15 1,0 3-1,2-5 587,1-6 1,2-5-975,2-2 1,2-7-519,1-11-981,0-6-1142,0-43 845,9-28 2369,0-8 864,2 11 0,4-7 412,-3 12 0,2-3 0,-1 0 516,-1 0 0,1 0 1,-1 0 48,2-7 1,-1-1 0,-2 4 35,-2-6 0,-2 5-790,-2 13 0,-1 1 207,-3-5 1,0-1-98,0-2 0,1 0-427,0 9 1,3-2 104,5-17 0,7 3-62,17 7-139,-8 18 1,2 3 25,25 6-4,3 20-29,0 17-28,-1 18-41,-30-12 0,-3 4 36,-5 4 0,-3 2 5,-4 22 25,-21-10 1,-10-2 7,-1-14 1,-4-2-28,-14 14 1,-3-2 21,12-17 1,-1-2-26,-14 6 0,3-3-70,5-2-355,8-3 1,6-2-173,15-9-2868,27 0-1209,20-15 954,-2 1 1,2-2 3334,-3 0 1,-1-1 0,11-3 0,-17 5 0</inkml:trace>
  <inkml:trace contextRef="#ctx0" brushRef="#br1" timeOffset="1.54763E6">20763 15588 22688,'7'-40'614,"1"-1"0,1 5 1,-7 8 6,-40 22-329,13 7-180,-8 3 112,4 18-134,11 4-29,-6 14-38,10-2-12,6-10 17,3 1-17,12-10 11,5-3 6,9-5-11,-2-11 17,19-14-1,-5-3 26,-4-2 0,-1 0-3,7-7 90,9-14-46,-27 21 276,7-11-113,-15 18-134,0-1-85,-15 12 7,-4 9-29,-9 8 1,-5 12-7,-4 17-16,10-12-11,0 15 0,15-18 11,5 5-22,13-4 5,11-7 17,10-8-11,2-8 33,1-13-11,-11-2 0,9-22 17,-15 2-5,8-16-1,-12 2-5,-4 1 5,-3 4 29,1-1-46,-3 15 1,10-3 16,2 13-33,27-2 0,-8 7 33,11 5-16,-24 14-40,-9 11 62,-9 9-16,-11 8-7,-5 8 1,1-15-23,-1 6 34,9-20-28,8 4-6,7-7 11,9-4-22,8-6 28,4-12 6,6-8-6,0-15 22,0-10-587,-4-8 571,-12 8 66,0-16 24,-18 16-46,2 0 23,-16 12-17,-4 19 5,-6 0-61,-2 5 588,-2 10-588,-2 7-6,-2 11 23,0 9-22,6-4-46,5 18 1,17-17-34,10 11 0,18-18-123,11-6-1,8-8 57,3-8 56,-1-12 84,-4-7 0,-6-10 61,-8-4 56,-9-3-10,-8-2 16,-9 9-84,-4 4 89,-6 12 6,-1 7-78,0 2-45,0 14 11,0 7 51,0 12-62,-1 3-22,0 2 5,-1-1-90,2-1 35,7-7 32,3-6 40,7-10 28,4-11-16,1-12 21,2-11-33,3-9 17,3-6 17,2-2-23,0 5 50,-5 7-21,-5 11-35,-9 9 29,-4 6-34,-1 10 0,0 15 0,-3-2-17,2 19 23,-5-10-18,3 10 7,4-3-6,7-3-23,12-6 17,10-9 6,10-9 0,5-15-336,5-12 347,-29 1 0,0-4-265,1-4 0,-1-4 279,0-6 0,-2-2 8,0-3 1,-2-2 21,-3 1 1,-2 0 5,-4 3 1,-3 2 84,2-23-1,-13 13 12,-7 12-18,-4 12-76,-1 10 270,-2 8-322,-8 19 0,6-1 583,-9 25-583,10 0 0,2 19-231,6-26 0,4 2 169,3 3 0,3 1-104,4 1 1,3-1-143,6 1 0,4-1-235,6-3 0,2-3-387,2-3 0,1-4-1098,-1-5 1,-2-3 2027,16 3 0,-22-12 0,-14-7 0</inkml:trace>
  <inkml:trace contextRef="#ctx0" brushRef="#br1" timeOffset="1.54785E6">22845 15444 20657,'-43'-2'910,"1"1"0,-1 0 1,-10 0-1,10 0-602,17-1-218,23 1 414,18 0-425,18 0-46,15 1 1,5-1-26,-20 1 1,0 0-283,19 1 0,-2 0 279,7 2-33,-4 0-339,-19-1 0,0 1-714,6 0 1081,3 2 0,-33-3 0,3 1 0</inkml:trace>
  <inkml:trace contextRef="#ctx0" brushRef="#br1" timeOffset="1.54869E6">23674 15183 22811,'7'-51'963,"0"0"1,0 2 0,-3 13-595,-5 27-218,-2 3 1,-7 18 10,-7 13-78,-8 24-50,2-2-189,7-10 0,1 4 180,0 8 1,1 2-556,0 2 0,1 2 522,5-13 1,0 1-1,3-2-20,4 9 0,4-4 3,0-11 0,4-2-154,17 10 0,9-4-171,-4-14 0,5-3-636,17 8 0,3-2-3930,-4-12 1,-2-4 3895,-10-4 1,-4-2 0,12 0 0,-34-5 0</inkml:trace>
  <inkml:trace contextRef="#ctx0" brushRef="#br1" timeOffset="1.54924E6">24222 15352 23235,'8'-53'528,"1"0"0,-1 5 1,2 9-255,6 17-82,1 8-136,2 6-47,2 5-26,6 5 5,4 8-16,4 11-22,1 11-68,-5 8-22,-11 6 45,-14 2 45,-19-1 67,-14-5 11,-1-14 56,-11-4 154,2-14-64,3-4-17,1-13-45,20-9-33,7-8 21,11 0 12,5 4 0,7 7 6,2 6-34,4 6-28,7 9-17,10 7-39,9 10-14,-21-8 0,1 1-39,0 3 0,-1 1-76,-3 1 0,-2 0-268,10 21 32,-19-6 119,-23-8-1,-15-7-178,-15-7-494,-7-7-1142,-3-8 2061,-1-12 0,22 6 0,6-7 0</inkml:trace>
  <inkml:trace contextRef="#ctx0" brushRef="#br1" timeOffset="1.54951E6">24875 14930 26922,'49'8'37,"0"0"1,0 4-1,-5 8-45,-9 11 0,-5 7-578,1 5 1,-5 2 495,-5 6 1,-6 2-743,-8 3 1,-9 1-348,-13 4 0,-7-3-2011,0-11 0,-5-2 3190,-12 3 0,-1-7 0,7-9 0,-2-2 0</inkml:trace>
  <inkml:trace contextRef="#ctx0" brushRef="#br1" timeOffset="1.55053E6">26020 15327 24995,'38'-43'52,"-1"-1"1,1 5-1,2 10-94,-3 21 0,0 6-36,24-3-253,-17 7 1,-3 2-84,-1 2-236,-7 4 0,-7 4 67,-25 9 326,-21 11 271,-6-17 0,-4-2 58,-26 10 158,5-6 0,-1-1-12,16-5 1,0 0-243,-14 5 1,0 1 188,18-5 0,3-1 3,-10 10-123,19-8 45,17-3-51,18-7-106,35-4 2,-19-4 1,2-1 8,13-4 0,-1-2-82,-11 1 0,-2-1 149,6-4 0,-1-4 28,-9-5 1,-2-4 2,-2-2 0,-2-3-27,-4-9 1,-5-2 140,-9 3 1,-5 2 62,-6-23 159,-6 24 0,-3 4 177,-9-1-74,-6-5-212,15 25 121,9 10-233,14 8 540,7 7-680,7 4 28,5 8-34,0 1 0,2 2-11,-3 0 0,0 3-8,11 14 0,-2 3-34,-11-4 0,-7 1-508,-7 2 1,-7 1 151,-11 1 0,-7-2-980,-9 1 1,-5-2 1048,-1-6 0,-1-4 0,-12 10 1,18-23-1</inkml:trace>
  <inkml:trace contextRef="#ctx0" brushRef="#br1" timeOffset="1.5514E6">27417 15390 23383,'-5'-50'819,"0"0"0,0 0 0,-2-18 0,3 10-365,1 12-169,3 18-195,-1 14-68,1 12-10,0 14-12,0 12-17,0 17 17,0 16-227,0-23 0,-1 1 227,0 4 0,-1 0 0,0 2 0,0-2 2,-1 0 1,0-2-3,1-4 0,-1-2 0,-3 17 23,1-20 27,1-15-39,-1-22-5,4-19 11,-1-26-29,4 17 1,1-2-291,2-9 1,2-3 331,3-3 1,1-1-12,2-1 1,0 1-14,0 5 0,-1 3-2,-2 9 0,-1 2 35,1-11-17,-6 23-22,-7 16 17,-3 19 11,-5 15-22,-3 22-26,7-17 1,1 5-7,-1 16 1,1 1 250,3-15 1,0 0-229,0 17 1,2-1-10,7 7-23,-2-26 0,0-2 29,7 15 73,-4-22 17,-2-23-44,-1-25-18,-1-23-22,0 12 0,-1-3-256,2-7 1,0-2 280,0-4 1,1 0-10,0 3 1,0 1 48,-1 7 1,0 4-49,0-8-12,-3 25-5,-5 25-11,-5 17-28,-7 20-48,7-16 0,-1 2-341,0 5 0,-1 1-2225,1 2 1,0 1 2652,2-4 0,1-3 0,-2 10 0,5-19 0</inkml:trace>
  <inkml:trace contextRef="#ctx0" brushRef="#br1" timeOffset="1.56525E6">16199 16540 24021,'0'-41'515,"1"1"1,0 0-1,-1 16-425,-1 25 61,1 12 11,0 12-38,-1 15-24,-4 14-75,1-21 1,-2 1-177,-4 4 0,-2 1 193,-2 1 0,-3 0-334,-1-1 0,-1-1 294,1-4 1,0-1-3,-11 21 34,9-17 140,10-15 190,5-12-34,4-11 122,1-12-368,1-13 658,5-10-669,4-7 0,8 1-51,2 5-11,3 8 0,2 10-33,4 9 33,3 9 0,5 12-16,-5 2 10,18 24-33,-18-2 6,-11-10 0,-2 3-12,-3 20 12,-21-1 61,-17-5-17,-17-9-16,-12-7-316,-2-10 142,0-9-509,8-15-1682,11-14 2359,15-18 0,10 15 0,8 0 0</inkml:trace>
  <inkml:trace contextRef="#ctx0" brushRef="#br1" timeOffset="1.56545E6">16775 17057 26049,'-6'-32'0,"0"1"0,-4-19 0</inkml:trace>
  <inkml:trace contextRef="#ctx0" brushRef="#br1" timeOffset="1.5679E6">17786 17298 18582,'8'-46'1175,"0"0"0,-1 0 0,4-17 0,-2 8-218,-1 2-117,-1 1-240,-1-9-107,-3 12-95,-2 11-152,-2 12-117,-1 12-101,-1 10-17,-2 14 11,-2 27-27,1-3 19,0 0 0,0 3 14,-2 23-387,3-22 1,1 2 355,-1-1 1,2-1-18,0-4 1,0-2 13,0 19 62,2-19 67,0-17-33,2-23-51,4-19 45,4-22-59,-1 5 0,1-2-171,-3 12 0,0 0 174,4-19 0,1 2 675,0 3-672,-2 9 0,0 2 19,-1 2-5,0-3 0,-6 28-39,-5 15 5,-2 13 333,-3 15-349,-3 13 5,3 9-79,2 6-122,4 2-57,1-14-932,3-14 0,2-1-7243,5 9 8433,4 10 0,-4-31 0,-4-11 0</inkml:trace>
  <inkml:trace contextRef="#ctx0" brushRef="#br1" timeOffset="1.56824E6">18399 16803 20834,'0'-3'4369,"0"0"-3187,0 3-1165,-46-18 5,38 24-5,-24-9-17,58 29 22,18 6-36,-17-13 0,1 0-218,3 2 0,-1 1 240,-2 1 1,-2 1-26,12 21 51,-23-5-57,-28-5 12,-21-6 11,-18-5-17,-5-5 17,2-6-56,9-4-212,15-3-651,15-2-1321,9 2-3586,15 1 5943,1 2 1,1-4-1,-4-1 1</inkml:trace>
  <inkml:trace contextRef="#ctx0" brushRef="#br1" timeOffset="1.56865E6">19190 17055 25511,'3'-40'501,"0"0"1,-3-23-424,-10 59-16,-9 11-23,-11 6-17,-9 12-5,-6 8-17,3 7 0,7 4-34,14 1-5,16-4 22,21-4-5,21-7 33,20-9-209,-22-14 1,1-2 200,1-4 0,-1-3 16,-2-4 1,-2-3 14,18-18 16,-18-10 40,-17-4-1,-16 0 23,-14 2-33,-12 2-12,-8 4-22,-3 6-68,0 5-38,3 8 97,0 7-1346,0 8-2724,-2 9 4034,5 4 0,13-4 0,9-3 0</inkml:trace>
  <inkml:trace contextRef="#ctx0" brushRef="#br1" timeOffset="1.56945E6">20317 17207 25786,'10'-51'28,"-7"18"16,-30 72-49,-14 6-677,17-21 0,-2 0 662,-10 4 0,-3-3 34,5-4 0,-2-2 3,-6 2 0,-1-3 5,2-5 1,3-5-30,-8-14 35,17-10 51,32-31 33,19-12-56,-4 18 0,5-2-413,5-4 1,2-1 398,4-1 0,1 1 36,0 4 1,-1 1-288,-2 4 1,-2 2 270,-5 5 0,-2 1 594,9-21-510,-15 0-107,-11 20 435,-15-9-429,2 27 1192,-8-5-1209,7 16 737,-1 2-810,-2 16 39,3 6 6,1 7-5,1 11 5,3 2-1713,2-4 0,-1 0 1702,1 17 2,1-2 1,1-1-559,1-3 564,0 0 0,3 1-205,1-16 1,3 0 153,2 9 1,5 0-149,11 6 1,5-1-449,3-2 1,1-1 195,-4-8 0,-2-3-227,-3-5 1,-6-3-4871,-14 3 5551,-12-10 0,1-4 0,-4-9 0</inkml:trace>
  <inkml:trace contextRef="#ctx0" brushRef="#br1" timeOffset="1.57008E6">20765 17097 26234,'43'31'50,"1"1"0,-6-2 1,-13 2-18,-40 21-10,-16-2-23,10-26 0,-3-2-1047,-2-3 0,-1-2 1053,-14 6 609,-6-10-565,28-16 23,-5-27-51,19 4 14,10-15 1,4-4-18,2 10 1,2 0-492,9-16 0,2 1 486,-6 15 0,1 2 5,8-9 1,-1 1 14,5-9 22,-8 9 0,-3 1-17,-2-3 17,-3-16 0,-13 18 23,-2-9-40,-3 12 1048,-12-3-1020,-1 24 55,-10 0-106,1 21-4,0 11 16,2 8 1572,7-2-1572,9 18-5,18-8-12,17 20-11,6-14 14,-3-11 0,5 2-791,11 5 1,3 2 753,0 1 1,1 2 14,-13-9 1,1 0 0,-4 1 1,-1 5 1,-6 0-7,-8-8 1,-6 0-65,-14 5 1,-11 1-1092,-14-3 0,-10 1 1,1-1-3144,0 3 0,-2-1 4310,-7 1 0,-5 1 0,9-8 0,4-4 0,0-1 0</inkml:trace>
  <inkml:trace contextRef="#ctx0" brushRef="#br1" timeOffset="1.57551E6">22162 16838 15676,'4'4'4967,"-1"0"-2087,-3-4-2589,19 20-90,-9-10-5,14 17-56,-18-18 28,-3-2 40,-3-3-35,-5 0-22,-4-3 1,-13-6-96,5 0 33,-11-11 24,11-1 16,-1-9-51,8-1 51,11-8-79,5 12 29,10-7-7,2 13-32,6-1-7,5 5-5,10 6-28,-11 8 23,17 12-46,-12 14-44,7 19-195,-24-16 0,-4 3 222,-5 6 1,-6 2-399,-10 7 1,-6 1 342,-10 6 0,-5-1-447,5-16 1,-3-1 0,-1 0 516,-2-2 1,-1-1 0,-1-1 24,1-3 0,0-2 0,0-2 17,-12 5 0,1-4 56,2-10 0,3-5-51,-8-5 107,9-31 50,34-18-27,17-16-66,4 21 1,6 2-26,-1 7 1,1 3-40,1 1 1,-1 4 11,16 3 332,-14 14-355,9 9 612,2 9-640,7 11-11,9 4-140,-22-14 0,2 0 3,3 0 0,1-1-1670,3-2 1,2 0 1834,4-1 0,-2-2 0,6 2 0,-6-5 0</inkml:trace>
  <inkml:trace contextRef="#ctx0" brushRef="#br1" timeOffset="1.57586E6">23338 16875 20683,'0'-3'3338,"0"1"-2739,0 2-554,2-15 274,-2 17-106,-15 7-56,-15 17-126,4-3 0,-5-1-14,-5 0 0,-2-1-403,-4 1 0,-1 1 442,1 0 0,1-1-12,6-3 1,4-1 62,-10 13 78,22-10 11,24-3-23,14-2-66,21 3-74,17 2-182,-22-8 0,2-1 138,5 1 0,1 0-145,3 1 1,2 0-367,2-1 1,0 0-3388,1 0 0,-1 0 3909,-7-3 0,-3-1 0,9 3 0,-24-6 0</inkml:trace>
  <inkml:trace contextRef="#ctx0" brushRef="#br1" timeOffset="1.59484E6">24115 16879 11598,'-6'1'7208,"2"1"-3421,4-2-2919,6-45-666,-1 27 139,12-40-55,0 38-85,7-4-49,3 4-80,3 4-10,3 6-28,4 5-12,0 6 0,-1 9-44,-5 8 16,-7 11-33,-11 6-50,-16 6 77,-13 2 12,-12-2-16,-5-4 10,0-4 17,4-7 45,4-6 34,5-9 67,4-7 44,4-9-38,4-4-17,5-7-12,6 0-50,3 4-17,6 3-50,2 7-6,3 8-5,10 17-12,-6-1 23,13 25-28,-8-2 11,-10-15 0,0 3 14,-3 0 0,-3 0-17,-2-1 0,-4-1 26,-15 22 10,-17-13-27,-20-11-17,-10-9-124,-2-10-991,3-10 1126,10-21 0,22 11 0,10-9 0</inkml:trace>
  <inkml:trace contextRef="#ctx0" brushRef="#br1" timeOffset="1.61634E6">17562 18081 14045,'3'-2'5299,"-1"1"-7800,-2 1 2731,6-20 1727,-4 15-1834,3-15 894,-11 21-900,-9 2 18,-19 6-29,-4 0-11,-23 7-55,24-6 4,-6 1-4,13-4 3452,2-2-3385,-6-1 139,4-2-123,12-3 107,1-1-62,12-1-62,1-1-44,3 2 0,1 0-46,1 11-10,-1 2 39,0 14-39,-4 16 44,-1 2-27,-3 2-57,-3 8 57,0-4-9,3-9 0,0 2-9,2-6 1,1 0-127,-1 4 1,2 0 220,9 11-38,0-17 128,14-9-257,18-10-549,13-5-916,-8-6 0,5-4 1237,14-8 0,-3-3 0,-22 6 0,-2 0 1,3-5-1,0 1 0</inkml:trace>
  <inkml:trace contextRef="#ctx0" brushRef="#br1" timeOffset="1.62554E6">18371 18128 21993,'-2'22'1020,"0"-2"-824,-4-8-11,2-3 39,2-4 39,0-3-17,1-2-100,-4 0-45,-3-4 0,-5-4 11,-4-5 39,-2-5 34,3-2 5,4-2-28,5-1-32,6-1-41,7-2 7,11-8-74,-1 12 40,13-7-6,-7 15-40,7 2-4,-1 5-18,3 15 0,-11 2-33,4 21-28,-16 6 28,-3 22-15,-10-24 1,-4 3-1351,-10 15 1,-5-1 1338,7-14 1,-3 0-82,-13 16 1,-2-1-205,10-22 0,0-1 333,-5 4 0,0-1 65,4-9 0,-1-3 131,-21-1-140,21-16 84,0-23 2348,19-8-2365,1-13 769,14 1-735,14 0-68,6 14-72,1 7-11,1 12 0,-4 4-34,11 9-207,16 17-174,-14-2-801,-9 0 1,-1 2-6821,12 13 8047,4 4 0,-18-15 0,-11-13 0</inkml:trace>
  <inkml:trace contextRef="#ctx0" brushRef="#br1" timeOffset="1.62576E6">18999 18399 21114,'0'-3'3685,"0"1"-2670,0 2-1027,5 28-10,-6-10-85,-2 15 1,-3 2-382,-6-2-1206,0-2 0,-1 1 1694,-6 6 0,6-10 0,2-9 0</inkml:trace>
  <inkml:trace contextRef="#ctx0" brushRef="#br1" timeOffset="1.62655E6">19586 18309 16320,'-2'-3'5583,"0"1"-3448,2 2-1306,-11-81-499,16 47-800,-6-16 1,4 3 558,14 24-96,19-6 41,-15 18 50,29-7-50,-20 14-57,14 4 1,-17 5-17,15 17 16,-21-5-16,1 7 0,-2 1 11,-6 3-34,-5 5 1,-6 2 5,-15 5-7,-9 17 69,-10-21-40,2-10 911,4-10-814,6-10 432,5-10-456,6-3 56,4-13 62,9-6-11,4 0-90,3 3 117,9 5-156,-11 11-22,13-2 5,4 11-12,-4 3-21,27 19 16,-19 6-17,6 5-83,-14 20 61,-16-24-3,-10 2 0,-6 0-25,-11 4-33,-19 13-237,-2-18-777,-3-11-2303,0-9 3434,1-20 0,20 6 0,6-11 0</inkml:trace>
  <inkml:trace contextRef="#ctx0" brushRef="#br1" timeOffset="1.62687E6">20639 18370 18969,'1'-4'5875,"0"0"-4592,-1 4-1277,-2-19-62,-6 34 33,-7-4-44,-9 46-337,9-24 1,-1 1-1300,0 0 1,1 0 1702,0 0 0,0-2 0,0 3 0,5-11 0</inkml:trace>
  <inkml:trace contextRef="#ctx0" brushRef="#br1" timeOffset="1.62748E6">21414 18265 25365,'-5'-41'337,"-8"17"-3072,-18 55 0,-5 19 2723,17-20 1,0 2 8,-17 17 1,6 1 1318,25 4-1400,24-14 62,17-5-12,17-6 451,-20-17 1,1-2-446,12-2 0,-1-3 11,15-1 11,-23-5 1,-4-5-7,-11-9 18,-4-12 3395,-20-7-3407,-11-5 40,-12-1 22,-10 2-40,-7 6 24,-2 2 4,5 3 26,7 0-81,11-2 16,11-1 18,7 0-23,11 0 39,7 4-28,8 6 12,6 6 16,3 7-28,2 4-28,0 9-11,-4 11-17,-5 13-5,-11 12-6,-12 10-6,-15 6-207,-5-16 0,-2 0-313,-6 11 58,8-20 1,1-1-9308,5 14 9482,6-16 1,1 5-1,5-24 1</inkml:trace>
  <inkml:trace contextRef="#ctx0" brushRef="#br1" timeOffset="1.62774E6">22565 18450 25354,'-27'38'-291,"-7"4"-1020,-2 8-2367,16-24 0,0-2 3678,-15 16 0,15-17 0,11-13 0</inkml:trace>
  <inkml:trace contextRef="#ctx0" brushRef="#br1" timeOffset="1.62846E6">23375 18124 24469,'-26'-52'823,"-1"9"-693,-8 39-46,4 2-68,-1 1 29,0 1-50,1 0 16,-13 0 6,-13 4-29,19-2 29,-4 5 0,26 2-11,4-2 33,5 17-56,5-12 11,1 11-27,1-2-6,-2 12 67,1-5 5,-3 12 1,1-14 5,-2 10-11,2-10 6,1-3 66,3-13-4,0-7 116,3 0-72,1-6-11,3-3-90,-1-1 68,3-7 44,3 1-67,4-4 62,13 0-113,0 5-16,1 2-23,-1 6 12,-7 9 16,4 8-16,-1 12-73,5 28 56,-9-12 5,-7-7 0,-2 1-55,-4 10 27,-13 8-16,-30 0 167,-7-18-403,13-18 0,-1-2-224,-7-2-2647,-17-5 3157,0-17 0,14 8 0,3-11 0</inkml:trace>
  <inkml:trace contextRef="#ctx0" brushRef="#br1" timeOffset="1.62911E6">23843 18114 16796,'-3'-2'6183,"1"0"-3982,2 2-1976,10-63-52,8 39-111,-4-13 0,3 2 38,19 19-49,1 5-12,-2 4-39,-3 5-11,-2 8-3376,-1 4 3393,-6 2 5,6 13-11,-12-3 17,5 13 50,-11 3-2246,-5 11 2247,-3-5 942,-3-5 0,-1 3-1004,1-10 0,-1 0 5,1 14 0,1 2-25,3-8 0,3-1 11,1-1 0,2-1 104,9 16 112,0 5-286,-16-25-358,-16 12-2342,-23-10 2348,-11-6 0,13-10 0,11-11 0</inkml:trace>
  <inkml:trace contextRef="#ctx0" brushRef="#br1" timeOffset="1.63084E6">15525 18264 8522,'8'-6'7803,"-1"1"-6683,-7 5 2762,0 0-3160,-5-44 136,-3 25-483,-6-29-274,0 39 27,-8 8-55,-3 9-34,-18 12-5,9 6-45,-1 6 0,18-6 5,9-7-22,6-1-6,13 0-5,6 2 0,14 4 5,6-2 1,-6-3 22,11 10-6,-20-9 11,1 11 1,-24-6-23,-17-1 44,-7-4-16,-3-6 0,-4-1-5,-21 2 7,16-4 1,-2-2 3,-20-1 44,13-4-50,18-3-470,11-2-3670,13-3-5691,4-1 9226,2-2 1,1 4-1,-2 1 1</inkml:trace>
  <inkml:trace contextRef="#ctx0" brushRef="#br1" timeOffset="1.63144E6">15692 18197 23819,'-9'13'224,"-2"5"-196,2 12-67,-1 1 28,3-8 5,7 7 1,7-14 27,9 3 17,7-14 40,5-14-1,3-8 23,-1-9 78,-4-2 90,-7 2 151,-9 2-39,-5 5-106,-4 4-107,-4 7-112,-2 3-51,-2 8-10,-2 5-18,2 5 1,2 1-6,2 11 0,3-8 17,5 8 22,4-10 11,7-5-22,7-7 6,5-8 28,5-7-46,-1-6 63,-5-7 44,-8-3 0,-8-1 28,-6 2-33,-7 6-28,-4 5-18,-5 6-38,-1 4-28,0 3-62,3 6-168,2 3-560,4 5-1003,7 2-1563,9 1-2156,13-2-3080,14-5 8614,2-2 0,-13-5 0,-12 0 0</inkml:trace>
  <inkml:trace contextRef="#ctx0" brushRef="#br1" timeOffset="1.63224E6">16351 18119 13217,'3'-4'9214,"-2"0"-6083,-1 4-2958,-32-52-89,16 39-59,-5-14 1,-1 6 30,3 30-45,-3 9-34,-3 15-10,9-9-1,-2 14 12,14-13-23,2 3 23,11-5 50,13-10-23,-3-7 74,19-20-68,-21 3 22,14-22-16,-15 5 45,0-7 33,-5 3 73,-6 7 50,-2 8-38,-3 9-96,0 4-23,-1 4-27,-3 6-57,-1 3-10,-1 9-1,-1 5-5,1 6-28,-1 3-656,4 9 107,1-14-1378,7 9-219,8-21 679,11-1 907,6-12 829,1-13 638,-1-9 537,-7-9 57,-3-4-342,-6 1-302,-2 2-185,-4 5-129,-4 7-207,-1 7-190,-2 6-51,-1 8 22,-4 10 12,-2 12-40,-3 12-33,-2 8-12,1 3-16,3 0-22,3-2 5,5-8 33,1-10 74,2-11 89,-2-10 5,-1-11-83,0-11-34,-1-15 39,0-18-34,0 15 1,1-2-331,0-8 1,0-3 324,1-5 0,0-3-464,1-1 1,0 0 452,1 2 0,0 1-3,0 5 0,2 3 17,-1 6 0,1 3 2,7-20-55,2 15 5,3 12 608,4 10-602,4 10 979,2 14-946,4 11 1,-2 14-18,-3 22-16,-12-14-11,-11 20-40,-19-24-72,-10 6-387,-9-6-925,-5-6-2486,2-9 3084,6-8 0,13-7 0,8-4 1</inkml:trace>
  <inkml:trace contextRef="#ctx0" brushRef="#br1" timeOffset="1.63291E6">16842 17738 24419,'25'-51'196,"12"9"-191,-8 36-22,12 2 6,-16 3 0,3 3-39,-8 2 33,-9 3 17,-6 3 5,-12 1 18,-5 2 83,-23 8-123,8-3 6,-5 2 11,15-5 0,10-6 0,1 5-5,6-5-18,9 0 18,13-4 49,6-6-10,2-3 16,-1-9-27,-12-5 72,2-11 56,-9-22-67,-4 14 667,-5-26-448,-2 40 195,-3-15-134,-1 23-17,-3 1-268,4 7-74,0 5-5,4 5 11,0 8-22,2 10-3358,12 23 3374,-2-10-173,6 0 0,2 0 112,-1-2-249,-1 0 0,-2 2-2087,-9 18 2392,-14-13 0,-2 0 0,1 4 0,-17-1 0</inkml:trace>
  <inkml:trace contextRef="#ctx0" brushRef="#br1" timeOffset="1.63747E6">28527 1226 13172,'2'-3'5404,"-1"1"-2508,-1 2-2784,13-26-106,-10 21 39,12-15-1,-12 32-27,2 8 6,2 6 21,1 20-32,-3-12 16,2 27-258,-5-10 244,-1-17 0,0 3-9,-1 2 1,0 0 2,-2 4 1,-1 0 13,0 3 0,-1 1-451,-2 3 0,-1 1 443,1 2 0,-1 0 2,0 3 1,0-1-6,1 2 1,0 0-4,0 1 0,2 1 15,0 1 0,1 1-775,-1 2 1,2 0 762,0-20 0,0 0 1,0 0 4,1 1 1,-1 0 0,0 2-836,0 10 0,-1 1 0,0-2 827,1 3 1,-1 0 6,0-4 0,-1 4 0,0-4-527,-1 4 0,-1-1 530,1-9 1,0 2 0,-1 0-137,0-1 0,1 1 0,-1 0 127,1-1 0,0 0 1,1 0 8,1-1 1,0 0 0,0-1-8,1 1 0,1-1 1,0 0-9,2-1 1,1 1 0,0-1 34,0 0 1,1 0 0,0 0-32,2-1 1,0-1-1,0 2 2,2 8 1,1 2-1,-2-4-6,2 3 0,-1-1 2,0-4 1,-1 2 0,0-3 209,0 2 1,-1-1-205,-1-8 0,0 2 0,-1-1 9,1 0 1,-1 0 0,0 0 7,1 19 0,1-1-17,1 0 0,0-1 145,1-2 1,2 0-163,1 0 1,0-1 8,1 0 0,0 1 8,0-1 0,0 0-11,-1 0 0,-1 1 3,1-2 0,-2 0 2,0 0 1,-2-1-3,0 0 0,0-1 8,-2 1 0,-1 0-11,0 1 0,-1 1 0,-2-10 0,1 2 0,-1-3 8,1 3 1,-1-1-6,0-3 1,1 3 0,0-4-4,0 0 0,1-1 5,1 12 1,1 2-1,0-4 1,0 2-6,0-11 0,1 1 0,-1-3 3,1 2 0,0 0-3,2 18 0,0 0-3,-1-19 0,0-2 11,1 13 1,0 1 8,0 0 0,0 0-6,-2 0 0,1 0 0,-2 1 1,0 0-10,-2 1 1,0 1-3,0 0 0,0 0 11,-2 0 1,0 1-7,1-1 1,-1 0-3,0-11 1,-1 0 0,1-2-4,-1 2 0,0 0 0,-1 4 0,-1 4 0,1-7 3,-1-14 0,0 0 4,0 7 1,-1 5-1,0-2 15,-1 1 1,0 0 110,-1 1 1,-2 3 0,1-1-112,-2 14 1,-1 1-1,1-15 1,0 1-1,1-4 741,0 1 0,0-1-735,-2 10 0,1 0-6,3-11 1,1 2-9,1 0 1,0 3 0,1-1 16,-1 13 0,2-1-24,2-13 1,0 0-1,1-2-1,0-2 0,1-1 2,2 9 0,2 1 187,-1-10 0,0 0-207,2 11 1,-1 4 14,-1-12 1,-1 3 0,0-1 2,0 15 0,0 0-1,-1-2 1,-1 0-1,-1-1 1,-1-2 8,-1-9 0,0 0-9,1 12 1,-2 2-9,1-2 1,-1 1 3,1-13 1,0 2 0,0-1 3,0 15 1,0-2 0,1-3 0,0 0 2,0-3 0,0-1-5,-1-10 0,0 0-17,0 12 0,-1 2 0,-1-2 0,-1 1 21,0-10 1,-1 1-1,1-2-1,-1 2 0,0 0-5,0-2 1,-1 1 0,0-2 6,1 1 1,0 0-2,0-1 1,0 4-1,0-2 1,0 15 1,0-2-9,1-4 0,0 0-6,2-3 1,0-2 329,0-9 0,0 0-320,1 1 0,-1 3 0,0-2 4,-1 14 0,-2 0-95,2-14 0,-1 1 0,-1-2 93,-2 14 0,-1-4 5,1-12 0,0 0-6,-3 10 1,-1 1 127,3-10 1,-1 1-120,-2 10 0,1 4 2,3-14 1,1 2 0,0-3-6,0 1 0,1 0 2,2 2 0,0 4 1,1-7 2,1 15-8,1-5 1,-1 2-18,1-19 1,-1 0 0,-2 20 0,-1 3 19,1-8 0,-1 0-163,-3 10 1,-1-2 165,3-19 0,-1-1 31,-3 9 0,0 0-122,3-9 1,-1 1 93,-2 21 0,0 0-20,3-20 0,1 1-7,1 3 1,0 4 0,1-7 9,1 18 8,1-4 1,0 1-1,1-20 1,0 0-1,0 23 0,0 0-5,1-21 0,-2 2 13,0 4 1,-1 4 0,0-6-5,-3 18-32,-2-3 0,-1 3 3,1-20 1,0 1 8,1 0 1,-1 3-1,1-2-3,-2 14 0,1-1 21,3-14 1,0 2-1,1-3-7,0 11 0,1-3-6,1-10 0,0 0 232,1 6 1,0 0-228,1 3 1,-1-2 3,1-7 0,-1 1-5,1 1 1,0 4 0,0-3 6,1-5 1,-1-1-791,0 17 0,1-1 810,0 11-79,0-18 0,0 0 93,-1-13 0,1 0-14,0 14 0,1-1 11,0-7 0,0-4 1,3 20-18,-2-16 0,0 1 17,0 16-28,-1-15 1,-1-1 713,-2 19-848,-4-4-1,-1-5 130,-1-1-2526,4-3 2962,0-12 1,2-15 0,0-10 0</inkml:trace>
  <inkml:trace contextRef="#ctx0" brushRef="#br1" timeOffset="1.64001E6">29189 2149 26676,'14'-49'202,"-4"33"-186,-11 46-27,-4 32-90,-4-6-655,4-8 0,1 2 86,1-16 1,2 1-4247,8 19 1,4-5 2457,1-14 0,9 6 1,-16-35-1</inkml:trace>
  <inkml:trace contextRef="#ctx0" brushRef="#br1" timeOffset="1.64038E6">29564 1850 24032,'-36'9'123,"1"0"1,-18 7-57,45 31-17,10-19 6,6-1 62,8-12 89,6-2 23,4-10 38,-1-13 187,-1-18-321,-11 5 107,-5-18-56,-14 14-29,-5-6-44,-18 4-106,1 11 0,-1 5-23,6 9-62,9 6-161,0 7-2085,4 19-168,5-4 1645,6 14 0,0-25 0,2 0 0</inkml:trace>
  <inkml:trace contextRef="#ctx0" brushRef="#br1" timeOffset="1.6406E6">29872 2175 25965,'-5'-42'-176,"0"0"1,7 3-1,12 9-429,24 19 0,9 9 50,-11-2 1,2 1-4362,18 4 1,-3 2 2763,-7 1 0,13 4 0,-50-6 0</inkml:trace>
  <inkml:trace contextRef="#ctx0" brushRef="#br1" timeOffset="1.64076E6">29897 2426 20123,'-9'4'4844,"2"-1"-4059,7-3-7,0 0-946,112-16-1870,-73 9 0,2 0 294,7 0 1,5-1-1,-4 1 1744,0-1 0,-8 1 0,-8 2 0,-2 0 0</inkml:trace>
  <inkml:trace contextRef="#ctx0" brushRef="#br1" timeOffset="1.64176E6">30803 2430 20420,'-13'-41'1366,"0"0"1,0 0 0,-2-5-1,1 5-1091,-3-12 22,10 36-230,6 15-34,0 14-5,4 6 23,5 37-46,-3-5 1,1 5-959,-1 6 0,-1 3 915,-2-8 1,-1 2 0,-1-2-89,-1 5 0,-2-2-358,-1-11 0,0 1 1,-1 0-946,2-5 1,0-1 0,1-1-127,-2 16 1,1-2 201,3-5 1,0-8-457,3-13-1328,0-35-901,1-28 4038,1-13 0,0 12 0,-1 12 0</inkml:trace>
  <inkml:trace contextRef="#ctx0" brushRef="#br1" timeOffset="1.64201E6">30839 2566 15534,'-14'-41'1118,"0"0"0,0 0 0,-2-3 0,0 0 0,0 5-522,1 7 1,0 2-138,-2-7 0,2 0-154,4 4 1,3 3 147,1-13-122,23 1-180,-2 26-62,33-6-72,-21 18 0,8 5 0,3 3-23,12 12-25,-8 3 0,-1 3 3,5 11 3,-21 1 0,-7 0 70,-15-2-40,-10-2 1,-7-1 17,-31 8-18,13-16 1,-3 0 59,7-6 0,-2-1-143,-11 0 0,2-3-807,-2-1-1994,-6 0 2879,34-7 0,11-3 0,6 1 0</inkml:trace>
  <inkml:trace contextRef="#ctx0" brushRef="#br1" timeOffset="1.64341E6">31416 2137 19720,'0'-4'4290,"0"1"-2688,0 3-1445,-37-45-96,24 37-33,-31-27-5,29 54 5,-3 9-6,1 6-22,1 1 11,6-2 12,6-3 10,13-3-5,-1-12 68,15-4 32,-2-13-27,9-9-11,3-9-1,-3-7 1,-5 0 72,-8 3 51,-9 5-90,-5 8-72,-4 5-23,-2 4-23,-3 5 1,-1 3-23,-1 6 28,0 5 1,-1 6-29,2 4 39,4-3-16,0 15-34,8-13 5,3 9 12,4-14 39,2-9-17,1-7 12,3-12 5,3-7 89,7-20-100,-8 9 22,4-17-39,-12 16 28,2-2-16,-2 6-12,-1 10-6,1 5 17,2 4 45,4 3-56,4 5-28,4 5 17,0 7-34,-1 6 34,-3 4 39,-5 0-28,-3-1-6,-2-6 23,1-7 22,3-6-33,4-11-45,5-10 50,3-10 17,0-11 0,-1-5 34,-4-1 27,-7 1-10,-6 8 5,-6 8 56,-6 9-79,0 8-66,-3 4 5,0 4-12,-2 4 12,-2 7 17,-1 8-28,2 6-11,3 4 16,3 2 17,9 1-50,7-2-62,10-2 17,8-6 0,3-9 62,-1-10 27,-1-15 12,-2-10 11,-1-9-22,-3-5-1,-5 0 40,-6 4 11,-8 8 11,-4 7 40,-4 7-57,0 5-27,0 2 5,0 2-34,0 5-5,0 6 5,0 10 17,0 19-11,0-10 6,-2 20-23,1-17 6,0 4 17,0-8-6,1-11 0,2-9 5,4-12-5,7-10 0,6-12 17,5-5 0,1-2 16,-3 4-16,-4 7-28,-5 7 5,-5 8-5,-1 5 6,1 6 5,1 3 5,2 5 12,2 2-28,1 0 16,1-2-5,4-4-16,3-3 21,7-13-5,6-7 0,3-14 6,-4-11-1,-6-11 12,-17 20 0,-3-2 16,0-9 1,-2 0 0,0-14 19,-4 20 0,-1 3 54,-1 7-18,-2 2-61,0 13-28,-2 7 17,1 9-10,-3 9-7,-2 17 0,-2 13-29,-1 12-1726,6-18 0,3-1 1677,2 16-71,6-16 1,6-2-586,23 12 317,-9-20 0,3-1-219,3-3 1,1-4-570,0-3 1,1-4-6515,24 1 7719,-15-11 0,-19-4 0,-13-2 0</inkml:trace>
  <inkml:trace contextRef="#ctx0" brushRef="#br1" timeOffset="1.64359E6">32747 2114 25875,'-12'-55'-1098,"36"9"174,28 41-1614,-10 3 1,-1-1 2537,3 1 0,-6 1 0,-19 0 0</inkml:trace>
  <inkml:trace contextRef="#ctx0" brushRef="#br1" timeOffset="1.64381E6">33104 1801 27359,'-34'-16'39,"0"23"-36,22 20 0,4 8 5,-2-1 1,1 2-26,-2 8 0,2 1-67,4-6 0,2-1-117,1 22-671,13-15 1,4-3-344,8 2-3701,13-1 1,2-3 2457,-4-14 0,13 7 1,-38-29-1</inkml:trace>
  <inkml:trace contextRef="#ctx0" brushRef="#br1" timeOffset="1.64422E6">33266 2035 26516,'11'-37'123,"0"1"0,6-19-117,-17 60 408,0 16-420,0 2 129,1 15-201,0-3-12,-1-6-433,2 4-4278,0 0 4714,0-4 0,-1-6 1,-1-14-1</inkml:trace>
  <inkml:trace contextRef="#ctx0" brushRef="#br1" timeOffset="1.64446E6">33411 1768 24424,'-1'-7'2756,"1"2"-2403,0 5-73,0 0-263,41-30 22,-7 62-37,-3-23 1,-1 3-624,-8 32 1,-9 11 564,-4-2 0,-6 1-415,-8 7 1,-5-1-273,1-10 1,-5-1 742,-8-3 0,-4 1 0,3-8 0,-4 8 0,4-14 0,0 0 0</inkml:trace>
  <inkml:trace contextRef="#ctx0" brushRef="#br1" timeOffset="1.64619E6">30244 3885 24032,'-25'-25'213,"24"1"-227,28 16 0,13 4-59,-2-1 0,0 1-73,1 0 1,0 2-292,-1 4 1,-2 1 16,6 2-326,-14 13 320,-44 0 320,-20 7 134,9-11 0,-4-1 78,-4 0 1,0 1-82,0-1 0,1 0 401,-24 12-101,16-4-84,18-6 67,13-4-140,13-5 123,24-1-246,10-7-39,27-6-208,-30 2 1,0-3 212,2-1 0,-2-1 339,18-8-308,-21 2 0,-3-3 53,-4-14 6,4-22 62,-27 2 111,-9 0 185,-5 10 91,-1 11-181,6 14 244,4 9-495,3 7-57,12 16-21,3 5-18,13 19-33,-3-7 8,0 6 0,-1 1-252,0-1 84,-2 4 1,-3 1-990,-10 4-2783,-2 11 3943,-9-11 0,1-17 0,-1-14 0</inkml:trace>
  <inkml:trace contextRef="#ctx0" brushRef="#br1" timeOffset="1.64656E6">31284 3662 25724,'-43'9'84,"-1"-1"0,4 1 0,9 7-34,17 31-5,5 7-6,9 3-27,13-1-18,15-6 23,16-10 61,8-13 90,4-17 51,-5-20 10,-6-15 29,-10-14-135,-11 4 163,-10-24-135,-17 19-50,-9-16-51,-15 18-50,-8 8-62,-5 8-262,3 7-1284,7 8 1608,10 4 0,11 3 0,6 0 0</inkml:trace>
  <inkml:trace contextRef="#ctx0" brushRef="#br1" timeOffset="1.64702E6">30977 4466 20716,'-37'-5'1476,"0"1"0,-17-5-1353,86 1-111,-3 2-136,6 2 1,3 1-468,-2 0 1,2 1-3642,14-1 1,1 1 4231,-3 1 0,-3-1 0,16 1 0,-28 1 0</inkml:trace>
  <inkml:trace contextRef="#ctx0" brushRef="#br1" timeOffset="1.64726E6">30901 4636 22046,'-62'11'1215,"0"0"1,10-1-1,12-2-240,28-5-768,67-15-137,-24 6 0,4-1-1360,24-5 1,4-1 1323,-3 1 0,0 0-18,-18 3 1,2 0 0,0 0-4,0 0 0,1 0 0,-1 0 1,19-4 0,-3 0 132,-8 2 0,-3 1-160,-15 3 0,-4 0 199,3-1-1066,-33 6 0,-13 2 0</inkml:trace>
  <inkml:trace contextRef="#ctx0" brushRef="#br1" timeOffset="1.6729E6">17842 18873 24575,'43'0'0,"-9"0"0,24 0 0,-26 0 0,3 0 0,1 0 0,7 0 0,6 0 0,-14 0 0,-15 0 0,-1 0 0,-5 0 0,-3 0 0,-4 0 0,-1 0 0,-2 0 0,-5 0 0,-5 0 0,-9 0 0,-5 0 0,-23 0 0,-7 5 0,-2 0 0,-1 7 0,27-5 0,-4 1 0,12-3 0,-1-1 0,3-2 0,3 0 0,2-2 0,3 0 0,2 0 0,9 0 0,6 0 0,36 0 0,-10 0 0,23 2 0,-25 0 0,-1 2 0,17-1 0,-10 0 0,-3 0 0,-3-3 0,-1 0 0,-21 0 0,-2 0 0,-3 1 0,-2 2 0,-2 1 0,-2 1 0,-2-1 0,-4 0 0,-6-1 0,-5 1 0,-14-1 0,5-1 0,-9 0 0,8-1 0,0 1 0,-2 0 0,1 0 0,0-2 0,-2 0 0,1 0 0,-9 0 0,1 0 0,-2 0 0,11 0 0,10 0 0,10-1 0,5-2 0,3-1 0,8 0 0,17 1 0,2 2 0,16 1 0,19 0 0,-25 0 0,0 0 0,-1 0 0,-1 0-6784,26 0 6784,-34 0 0,-9 0 0,-6 0 0,-4 0 0,1 0 0,-5 0 0,-1 0 0</inkml:trace>
  <inkml:trace contextRef="#ctx0" brushRef="#br1" timeOffset="1.82292E6">30767 6332 24021,'9'-3'778,"-2"2"-464,-6 5 34,-1 0 21,0-1-21,-3-1-35,-1 0-89,-3-5-67,2-8-56,1-13-56,9-10-6,9-10-11,11 0-6,4 6 1,-1 8-23,-4 13 16,-3 8-4,5 11-12,-7 3 5,12 14-16,-7 7-17,7 12 11,-9 9-22,-13 9-418,-16-22 1,-8 0 433,-8 4 1,-7 0-517,-8 2 0,-5-2 555,-4 0 1,0-4 11,3-6 0,2-3 26,8-6 1,3-4 225,-9 0-33,22-10-119,14-10 680,12-1-797,5 0 1159,10 5-1175,8 8-6,10 10-85,13 9-636,-18-9 0,3 2 71,8 3 0,4 0-1167,-11-5 0,1 1 1,0-1 1827,17 8 0,-4-2 0,-14-6 0,-6-3 0,6 3 0</inkml:trace>
  <inkml:trace contextRef="#ctx0" brushRef="#br1" timeOffset="1.82354E6">30836 7529 20666,'1'-3'4083,"0"0"-3495,-1 3-459,-48 47-87,16-16 0,-3 4-954,2-2 0,-3 2 0,2 0 895,-10 8 1,2-1-58,1 0 1,3-2 187,10-11 1,3-2-316,-17 19 139,16-17 29,37-33 27,1-8 23,25-24-622,-11 3 0,0-2 627,-5 6 1,1-1 41,11-19 0,-1-2-141,-12 17 1,0 1 222,2-4 0,1-1-13,-5 8 1,-2 3 214,8-11-119,-8 14-139,-4 12 3078,4 6-3129,17 13-33,-3 1 2,1 3 1,3 2 131,1-1 0,3 1-196,4 2 0,6 2 0,1 1-1124,5 1 1,1 2 0,-1-1 350,-7-2 1,-1-1-1,-2 1 829,0 0 0,0 1 0,-10-3 0,-4-1 0,-4-1 0</inkml:trace>
  <inkml:trace contextRef="#ctx0" brushRef="#br1" timeOffset="1.82521E6">30119 8568 25068,'-6'-31'174,"-1"0"0,8-23-185,30 36-12,15 1 0,7 7 7,-2 6-46,-9 11 28,-15 2-38,-10 18 49,-19-2-16,-10 14-28,-11-5 28,-8 0 22,7-9 0,-10 8 51,13-14 33,-7 6 50,14-15 40,5-4 17,6-7-34,2-3-11,2-5-101,1 2 11,3-2-27,3 6-1,7 0-11,7 4-6,8 7-5,9 10-17,8 11-6,2 8-38,-4 5-7,-15-1 40,-19-4 11,-29-3-50,-25-4-68,12-16 0,-2-3-238,-2-1 1,-1-3-735,1-1 1,1-3-8714,-22-4 8085,21-4 1,15-1 0,16 3-1</inkml:trace>
  <inkml:trace contextRef="#ctx0" brushRef="#br1" timeOffset="1.82685E6">31741 8235 19916,'2'-4'4682,"0"2"-3304,-2 2-1333,9-42-28,-13 39-12,3-22 6,-17 58 1,-2 10-7,1 11-302,8 4 286,5 2 6,15-1-1,16-7-8,-5-27 0,5-4 19,6-1 1,2-3-1,3-2 1,1-3-3,-1-3 0,-1-2 19,25-2 57,-16-12 22,-17-10-51,-14-9-28,-12-4-10,-14-4-12,-11-2-6,-15-1-56,-10-1 79,22 18 0,-1 0-6,-1 0 0,0-1 0,2-1 1,2 0-30,-15-24 18,17-2 23,14 2-7,18 2-32,8 6 27,11 8-6,4 10-10,1 8 390,2 7-380,5 10-21,5 11-7,8 16-5,-26-10 0,-2 4-17,-1 4 1,-4 3-293,-5 4 1,-5 3-541,-8 5 0,-7 1 575,-11 9 0,-3-4 0,8-20 1,0-3-1,-21 27 0</inkml:trace>
  <inkml:trace contextRef="#ctx0" brushRef="#br1" timeOffset="1.82971E6">29726 9665 15373,'29'-42'1369,"0"0"0,1 0 0,-2 1 0,-1 0 0,-5 9-171,-2 3-229,-1-5-241,-5 10-251,-5 7-225,-4 8-107,-4 6-33,-9 21-5,-8 6-23,-17 26-48,11-20 0,-1 0-644,-6 7 1,-1 1 612,-5 4 1,-1 0-31,-3 4 0,-1 0-68,-2 0 1,1 0-239,1-3 1,2 0-1242,5-5 1,2-1 1571,5-3 0,4-3 0,-1 2 0,10-10 0</inkml:trace>
  <inkml:trace contextRef="#ctx0" brushRef="#br1" timeOffset="1.83084E6">29315 10604 24038,'16'-17'437,"-6"5"-325,-23 16-56,-4 2-28,-3-1 28,-7 1 22,2-3 40,-7-1 10,1-3 18,6-3 39,4-2-45,8 2-61,8 3-68,2 0-5,2 2 16,1 5 0,0 0 6,0 11 0,0 3 17,-1 10-6,-4 7-5,-5 6-17,-4 2-12,-3-1 12,1-4 78,0-4-39,7-15 247,1-3 89,7-15-241,0 0 34,1-10-96,0-4 7,3-12-46,2 3-16,6-4-23,-1 11 0,9 0 23,2 3-34,24 1 0,-2 4-6,-8 9 0,-1 1-16,7 5-6,5 9-6,-17 5 1,-9 18-18,-8 4-33,-22 13 12,-9-20-158,-24 5-212,-1-11-472,10-12 1,-1-2-4839,-20 4 5752,4-7 0,30-15 0,13-2 0</inkml:trace>
  <inkml:trace contextRef="#ctx0" brushRef="#br1" timeOffset="1.83111E6">29468 10542 26682,'43'-17'179,"0"1"0,-1-1 0,-6 4-123,-18 6 11,7-2-100,-8 4-292,-3 2-224,-4 2 549,-4 6 0,-3-4 0,-1 5 0</inkml:trace>
  <inkml:trace contextRef="#ctx0" brushRef="#br1" timeOffset="1.84263E6">28928 5581 19326,'54'-20'-13,"0"0"0,-6 3 0,2 3-24,10 5 1,-1 2 2,-21 4 1,-2 1-79,-2 0 0,-5 3-2248,-9 11 2288,-10-2 1531,-43 17-1425,-23-4 24,6-4 1,-2 0 253,16-6 0,0-1-251,-13 5 1,2 0 67,0 0 952,-5 5-1070,26-5-11,15-5 3151,18-5-3118,18-5-26,15 0-24,-2-5 0,3-2 17,-4 0 0,0-2-177,8-4 1,-2-1 204,8-9-69,-8-11 153,-25-4 36,-11 2 1,-5-3 52,-3 4 1,-4-1-438,-4-7 1,-2 2 571,-9-10-2100,-15-3 1988,18 31-1035,-14-11 917,23 24 15,-2 1-110,14 8 533,3 4-544,21 14 5,0 1 1,4 2-15,0 1 1,2 3 868,8 8 0,-3 3-986,-12-3 0,-6 4-275,-9 6 1,-7 2 1068,-6-7 0,-7 1-668,-11 1 0,-6 3 0,2-7 0,-6 7 0,3-11 0,0 0 0</inkml:trace>
  <inkml:trace contextRef="#ctx0" brushRef="#br1" timeOffset="1.86675E6">31006 5924 17193,'0'-5'4901,"0"2"-3691,0 3-611,-66-52-447,37 39-353,-20-15 0,-4 6 364,-6 35-82,18-2 0,-1 4-45,-3 4 1,-1 8-28,4 7 0,-1 8 1,3-3-10,1 0 0,3 2 0,0 7 0,-1 8 0,8-4-1547,7 3 0,5-1 1544,-1 0 0,3 1-3,7-12 1,2 2-1,5-1-574,13 17 0,9-1 580,-4-21 0,1-1 0,4-1-3,12 15 0,8-7-25,-6-20 0,5-5 0,1-4-432,17 0 1,3-5 436,-10-2 1,3-1-1,1-3 19,-1-5 1,1-2-1,0-4-182,-3-1 0,-1-4 1,-1-2 226,-3-3 0,-2-4 0,-2-2 18,-4-1 1,-2-4 0,-2-1 16,-3-2 1,-2-2 0,-3-2 545,-2 1 1,-2-2 0,-1-2-475,-2-5 0,-3-3 0,-2 1-64,1-11 0,-5 1-59,-2 4 0,-6 0 14,-10 5 0,-7 3-17,-4 7 1,-5 1-15,-8-7 1,-6 0-62,0 13 1,-4 2 0,-1 3-279,-16-3 1,-4 5-488,11 8 1,-3 3 0,3 3-1973,-4 5 1,1 5 2789,-6 4 0,7 3 0,9 0 0,2 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4:51:49.963"/>
    </inkml:context>
    <inkml:brush xml:id="br0">
      <inkml:brushProperty name="width" value="0.05292" units="cm"/>
      <inkml:brushProperty name="height" value="0.05292" units="cm"/>
      <inkml:brushProperty name="color" value="#A020F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2684 1656 24786,'-3'-25'348,"-5"6"-838,-13 23 2122,-10 3-546,-10 5-300,-9 3-209,-3-1-178,0-1 396,0-1 12,19-5 445,1 1-473,18-2-769,1 1-10,2 2 0,2 1 0,1 4 0,-1 6 0,-1 8 0,-3 11 0,-2 11 0,8-20 0,-1 1 0,0 4 0,1 1 0,0 3 0,1 0 0,0 2 0,1 2-1135,1 8 0,1-2 918,1-15 1,1-1 14,2 9 0,2-2-299,8 0-329,11 3-277,13-14 70,17-15 449,-16-13 1,3-4-3260,9-4 1,1-3 3914,-1-1 1,-3-2-1,17-4 1,-25 6 0</inkml:trace>
  <inkml:trace contextRef="#ctx0" brushRef="#br0" timeOffset="609">3287 1902 29682,'13'-12'3085,"-3"4"-3085,-9 13 0,-7 0 0,-3-2 0,-6-1 0,-6-15 0,6 3 0,-2-18 0,10 4-716,2-7 717,4 3-1255,8 5 521,4 8 1156,12 6 1243,-4 7-1053,13 9-613,-4 9-1474,8 12 1581,-6 12-541,-21-7 1,-5 3-146,-7 15 268,-13-7 0,-8 0 182,-3-11 1,-5-1 408,-8 10 1,-3 0 1284,-1-3 1,0-3-1566,3-4 0,1-3 0,8-8 0,2-4 0,-14 1 0,19-20 0,12-10 0,9-9 0,9-1 0,4 3 0,7 6 0,6 6 0,8 4 0,9 11 0,-9 3 0,1 2 0,12 9 0,-10-2 0,0 2-553,15 13 0,-15-11 0,-4-1 1</inkml:trace>
  <inkml:trace contextRef="#ctx0" brushRef="#br0" timeOffset="810">3717 2208 32767,'2'50'-1532,"-1"-1"1,0-9-1,-1-1 1488,-4 4 1,-2-4 0,1-10-1,-1 14 1</inkml:trace>
  <inkml:trace contextRef="#ctx0" brushRef="#br0" timeOffset="1610">4235 1987 23493,'0'-5'3722,"0"0"-2416,0 5-28,-16-38-1975,11 31 200,-13-27 35,15 40 1639,-2 0-32,-1 0 337,2-1-662,1-2-820,2-1 0,1-2 0,-2-3 0,1 3 0,-1-3 0,1 3 0,0-2 0,0 1-1844,0 0 789,0-1-356,1 0-2593,-3-3 3346,0-4 768,-2-4-1069,1-1 1019,0-12 555,4 7 58,1-4 352,13 0 753,3 11 902,4-3-200,5 6-1970,-1 5-510,19 4 0,-3 6 0,8 8 0,-19 1 0,5 18 0,-20-12 0,0 38-980,-22-16 438,0-11 0,-3-2-46,-11 10 693,-16 3 679,11-23 836,-10 3-1477,11-17-143,7-11 0,6-6 0,7-8 0,3-1 0,9 0 0,5 4 0,8 5 0,6 5 0,7 5 0,20 15 0,-14-3 0,-9 3 0,1 4 0,14 21 0,-9-6 0,-5 10-325,-33 4-1221,-14-8 995,-15 16 793,-11-21 757,-3-12 182,6-12-1181,9-15-9831,10-8 8399,11-2 0,5 3 0,4 9 0</inkml:trace>
  <inkml:trace contextRef="#ctx0" brushRef="#br0" timeOffset="1833">5244 2086 32767,'-12'61'-655,"0"-1"1,0-3 0,-1-6-2279,-8 3-6898,-1-4 9832,6-10 1,6-16-1,5-13 1</inkml:trace>
  <inkml:trace contextRef="#ctx0" brushRef="#br0" timeOffset="2366">5648 1918 24861,'0'-4'3236,"0"1"-1835,0 3-88,-45-1-579,26 20 13,-35 6-272,40 22-475,6 3 0,4 0 0,12-1 0,10-5-980,16-5 91,14-7 51,10-11 391,-27-13 0,1-3 540,27-3 300,-10-10 267,-15-7 504,-16-6-113,-15-2-811,-24-9-564,1 10-152,-23-10 53,7 9-68,-11-8-187,4-5-331,6-3 215,9-3 413,10 1 358,9 4 20,5 4 46,8 5 383,4 5 282,8 4 623,6 4 339,7 6-1246,6 6-424,3 12 0,1 12 0,-6 18 0,-10 17 0,-16-24 0,-3 1 0,-5 4 0,-4 0-1250,-1 2 0,-2 0-2390,-2 1 0,-1-1 3474,2-3 0,1-3 1,-1 9-1,4-19 1</inkml:trace>
  <inkml:trace contextRef="#ctx0" brushRef="#br0" timeOffset="2584">6457 2169 31377,'-2'37'-2992,"0"4"-1926,-1 8 4835,1-6 1,1-15-1,1-13 1</inkml:trace>
  <inkml:trace contextRef="#ctx0" brushRef="#br0" timeOffset="3176">7296 1826 23175,'0'-4'3317,"0"0"-1703,0 4 201,-31-39-2360,14 29 775,-30-27-276,17 39 861,-5 2-15,-5 2 493,2 2-994,5 0-299,6 2 0,7 0 0,5 1 0,2 1 0,2 2 0,3 3 0,0 5 0,3 5 0,1 5 0,0 3 0,-1 11 0,1-16-543,-4 12-172,1-18 379,0 2 220,0-7 350,3-9 464,2-6-215,2-5-553,4-6 435,3-5-365,7-7 0,6-1 0,6-2 0,4 0 0,4 4 0,2 3 0,1 6 0,0 4 0,2 10 0,0 8 0,0 10 0,-5 9 0,-8 4 0,-14 13 0,-12-14 0,-20 14-1249,-12-18 74,-15 5-2161,-5-9 3501,0-12 1,23-8 0,9-6 0</inkml:trace>
  <inkml:trace contextRef="#ctx0" brushRef="#br0" timeOffset="3576">7687 1692 29009,'3'-2'3758,"-1"0"-3758,-2 2 0,66-57 0,-20 37 0,-7-1 0,7-4 0,-5 8 0,19 8 0,-15 6 0,1 1 0,13 2 0,-22 2 0,1 2 0,4 2 0,-1 3 0,-7 0 0,-3 2 0,26 12 0,-15 8 0,-15 2 0,-7-2 0,-1 4 0,-4-1 0,0 2-1353,2 10 1,-1 1 696,-5-13 1,-2 0 105,2 8 0,-1 1-139,-3-8 1,-1 0 170,0 9 0,-2 1 73,-3-3 1,-4 0 276,-5-3 0,-5-3-119,-5-2 1,-5-3-2869,-9-3 1,-3-4 3463,-1-5 1,3-3 0,-3 0 0,23-11 0</inkml:trace>
  <inkml:trace contextRef="#ctx0" brushRef="#br0" timeOffset="4692">1149 3542 20403,'-2'-40'410,"0"0"1,-1 4 0,-6 10-266,-27 31 434,-8 8-161,-5 13-459,22-9 1,1 3 137,1 1 1,1 2-43,2 1 1,3 1 165,-7 23 64,14-3-144,21-8-300,15-7-80,17-9 49,10-8 102,6-8 59,-3-7 255,-9-4 253,-15-6-78,-16 2 414,-18 1-813,-15 6 177,-25 4 30,10 3-1,-20 9-112,21 4 25,-6 8-75,5 5-96,9 3 411,7 3-571,9 1-268,14-1-302,14 0-1175,19-6-3626,17-5 4601,0-9 1,-18-8 0,-16-5-1</inkml:trace>
  <inkml:trace contextRef="#ctx0" brushRef="#br0" timeOffset="5034">1618 3702 23148,'-25'36'-361,"-1"2"-41,1 2-462,-9 5-409,-5 3 554,0-7 944,5-14 69,13-17 335,5-31-51,11-8 207,2-21 88,9 6-19,4 5-111,1 9-457,-1 11-252,-1 8 3,4 9 177,5 12-191,9 11-66,7 14-140,10 11-642,-18-18 1,1 2-989,4 3 1,2 2 1782,9 5 0,-1-3 0,-17-14 0,-2-2 0,24 16 0</inkml:trace>
  <inkml:trace contextRef="#ctx0" brushRef="#br0" timeOffset="5474">2149 4094 19792,'-32'-29'4475,"21"15"-4290,-17-17-129,28 24 17,0 5 95,0 1 67,2 1 6,1-2-72,3-7-35,2-11-61,1-13-31,-1-1 0,-1-1-14,2-19-370,-3 5 0,-1-1 358,-3 11 1,-2 0-3,-3-15 0,-1 0-3,2 17 1,-2 3 27,-6-8 0,-2 6-5,3 15 22,-6-5-51,11 23-5,-1 6 12,1 26-7,1-1-2,0 3 0,1 4 2,1-3 1,0 2-139,0 12 0,1 3 121,-1 3 1,1 4-21,1-10 1,2 4-1,-1-3-147,2 14 0,1-2-23,1-2 0,1-2-616,3-12 1,1-5-3798,9 6 4615,1-4 0,-8-21 0,-7-12 0</inkml:trace>
  <inkml:trace contextRef="#ctx0" brushRef="#br0" timeOffset="6341">1985 3943 22860,'38'-26'-248,"1"0"0,0 1 0,15-11 0,-1 8-374,-10 19 1,-2 5 267,12-6-424,5-3 752,-39 2 967,-10-13 67,-13 3-431,-9-3 578,-5 2-645,8 9 452,-6-8-54,5 2-757,3 5 12,3-1-152,12 13-11,10 3 5,4 7 45,10 11 0,1 4 34,2 3-367,2 5 0,0 4 188,-3 15 11,-3 2-23,-18-17 1,-3 1-34,-6 19 106,-8-20 1,-5-2 6,-10 6 56,-12-13 33,12-25 55,3-15 29,11-20-124,3 4 6,19-27-28,6 24-17,16-11 527,-7 20-591,-2 9 0,1 4 97,5-1-297,10 2 1,2 1-11,0 3-927,11 1 0,1 0 546,-5 3-1878,6 0 1,-1 0 2117,-11 1 319,-4-1 0,-2-1 662,-15-1 134,3-4-347,-26 1 1064,-12-3-392,-10-4 2885,-5 2-3534,-6-1-130,0 8-145,7 3 140,-19 17-129,23-6 7,-18 20-13,18-4-11,-1 10-95,3 1 6,7 0 11,5-4-68,9-7 6,1-10 61,14-6 2,-3-16-17,10-6 49,-8-6 62,5-11 129,-4-4-5,-1 0 73,-1-1-147,-11 17 158,-1 4-281,-5 10-22,1 0 0,-1 11-11,-1 0 22,3 19-22,0-10-56,9 26-236,2-14-862,12 15-1530,8-7-3622,10-4 5984,-1-8 1,-14-11 0,-12-8 0</inkml:trace>
  <inkml:trace contextRef="#ctx0" brushRef="#br0" timeOffset="6767">3758 3792 13989,'2'-5'7898,"-1"1"-5019,-1 4-2734,-77-32-55,44 40-62,-13-15 0,2 5-17,25 34 45,7 28-28,14-13-11,8-4 0,4-2-6,12 9-503,1-16 1,6-3 513,-2-12 1,1-4-4,11 3 1,2-2-1,2-4 1,0-5 14,0-5 0,-2-5 19,-2-5 0,-1-4-11,-4-6 0,-1-4-11,-3-6 0,-1-4-3,-2-7 0,-1-4-9,-1-6 1,-1-3-408,-9 13 0,-1-2 0,0 0 399,0-2 0,-1 0 1,-1-1 4,-2 3 1,0-1 0,-2 2-132,2-13 0,-3 3 168,-5 11 1,-5 4 97,-9-10 17,-6 22 552,-2 12-680,2 18 1509,2 12-1532,4 21-28,3 21 5,4-23 0,0 4-395,2 6 1,1 2 198,0 4 0,3 1-490,2 5 1,2 0-1071,1 2 1,2 1 1761,-2-19 0,0 0 0,0-4 0,-2-2 0,1-4 0,6 24 0</inkml:trace>
  <inkml:trace contextRef="#ctx0" brushRef="#br0" timeOffset="6991">4182 3747 23572,'51'-11'-186,"0"0"0,0 0 0,-2 1 0,1 0 0,-4 4-1021,3 6 0,-2 2 818,9 1 0,-4 0 0,8 1 0,-7 1 0</inkml:trace>
  <inkml:trace contextRef="#ctx0" brushRef="#br0" timeOffset="7368">563 4755 20172,'57'-10'24,"0"-1"1,-1 1-1,1-1 1,3 2 0,4 0-1,1 0 1,-1 1-1,-5 2-1048,-6 1 0,-4 2 0,0 0 0,6 0 1028,0 0 1,4 0 0,3 0-1,0 0 1,0 0 0,-3 1-173,0 0 1,-3 0-1,0 1 1,1 0 0,3-1 166,-9 1 0,3 0 0,0 0 0,2 0 1,0 0-1,-1 0 0,1 1-53,-1-1 0,1 0 0,-1 1 0,1-1 0,0 1 0,-1-1 0,1 1 48,6-1 0,1 1 1,0-1-1,-1 1 1,0-1-1,-1 1-3,-3-1 1,1 0 0,-2 1-1,1-1 1,-2 0 0,1 0-45,5-1 0,0 1 0,0-1 0,-2 0 1,0 0-434,-5 1 1,-1-2 0,0 1 0,-1 0 0,-1 0 485,12-1 0,0 0 0,-3 0 0,-6 0 0,-9 1 0,-4 0 0,-3 0 0,11 0 0,0-1 0</inkml:trace>
  <inkml:trace contextRef="#ctx0" brushRef="#br0" timeOffset="8001">5349 3557 15065,'0'-3'6469,"0"1"-5158,0 2-1205,-42-36-27,25 34-6,-36-13-73,43 33 5,0 9 12,11-8 17,7-1 27,3 3 62,8-7 62,2-6 157,4-11-212,-7-4 43,5-13-23,-8-1 106,5-20-141,-9 17-1,-1-6 56,-9 18-89,-5 3-91,-6 1-25,-10 5 8,-17 13 7,11-2-166,-11 16-326,21 1-776,3 13-1978,10 8-4688,11 6 7951,2-7 1,0-16-1,-4-14 1</inkml:trace>
  <inkml:trace contextRef="#ctx0" brushRef="#br0" timeOffset="8301">5407 3893 24027,'-41'-4'168,"10"4"-152,22 24-10,6-7 11,9 5 11,6-4 11,8 4 23,7-7 61,1-5 84,-2-9-22,-7-8 16,-9-11-83,-12-2-79,-4 0 51,-19 0-90,2 11-11,-5-1-90,1 8-2475,0 16-673,8-5 3249,-3 15 0,19-16 0,0 1 0</inkml:trace>
  <inkml:trace contextRef="#ctx0" brushRef="#br0" timeOffset="8708">3849 4693 23987,'29'-24'168,"9"10"0,4 3-106,16 2-907,-12 4 1,7-1-1,-3 1 870,0 2 1,0 0-21,-2 0 1,4 0 0,-2 1-9,13 0 0,-1 0-1384,1 0 0,-2 0 1277,-15 1 1,0 0-2081,16-1 1,-3 1 1996,4 0 1,-27 1 0,-4-1-1,-9 1 1</inkml:trace>
  <inkml:trace contextRef="#ctx0" brushRef="#br0" timeOffset="29642">3032 5476 21534,'-7'-44'575,"0"-1"0,1 5 0,3 10-513,7 23 0,3 9-1,3 12 12,1 11-17,-1 13-6,-4 9-10,-6 5-35,-5 1 23,-3-4 34,0-12 201,3-14 392,2-15-554,3-10 0,0-14-34,0-10-45,3-14-5,5-10 6,6-5 5,4-1 5,-2 16-33,8-2-11,-8 26 11,9-1-6,-3 20 6,5 9-22,3 12 39,2 10 5,-1 7-33,-1 6 22,-4 3-16,-3 1-1,-5-5 6,-4-7 11,-5-12 51,-3-13-17,-2-9-29,1-16-10,4-8 0,5-13 50,5-2-56,1 2-34,-1 11 12,-4 8 5,-2 9 0,1 5 0,3 6 12,2 4-1,3 6 6,0 2 28,1 0-34,-1-3 6,0-4 23,-2-7-6,-2-7 5,-1-8 6,-2-9 28,4-16-39,-6 10 16,4-11 13,-6 17 15,1-3-27,-4 8-28,-2 7-6,-2 3 0,1 7 5,4 4-10,3 6-12,2 7-56,2 4-202,4 2-576,4 0-1260,4-1-5776,2-5 7887,-5-5 0,-10-8 0,-8-5 0</inkml:trace>
  <inkml:trace contextRef="#ctx0" brushRef="#br0" timeOffset="29827">4051 5204 21097,'-12'-3'-1167,"10"12"1,12 9 0,0 2 0</inkml:trace>
  <inkml:trace contextRef="#ctx0" brushRef="#br0" timeOffset="30233">4379 5415 20156,'-2'-10'3131,"0"3"-2117,2 7-516,0 0-436,17 0-45,-10 8 16,14 11-5,-16 9 0,-1 9 6,-4-3 44,-3-1-27,-1-14 190,-1-2 146,3-14-91,0-6-133,1-10 16,1-21-129,3 7 29,7-22-1,7 15-11,7-7 1,4 4-35,2 8-16,13 6-11,-14 11-6,16 5-6,-14 10-5,9 8-34,-3 9-45,-1 12-150,-2 6-354,-1 8-616,-3 4-1238,-11-16 1,0 0 1599,7 16 0,-3-7 0,-14-28 0</inkml:trace>
  <inkml:trace contextRef="#ctx0" brushRef="#br0" timeOffset="30427">5186 5415 21363,'58'-20'-1416,"0"-1"1,-16 8-1,1 2 1,-2 3 1415,2 7 0,-3 4 0,17-3 0,-4 2 0</inkml:trace>
  <inkml:trace contextRef="#ctx0" brushRef="#br0" timeOffset="30600">5581 5687 25601,'45'-10'-1169,"0"-1"0,-4 2 0,-4 0 0,10 0 0,-19 4 1</inkml:trace>
  <inkml:trace contextRef="#ctx0" brushRef="#br0" timeOffset="31734">6450 5217 22688,'20'-35'269,"1"1"0,-5 2 0,1 9-57,4 21-122,-6 6-40,6 2 12,-6 5 28,-7 4 22,-3 3 5,-9 1 6,-6 2 34,-10-2 11,-5-5 28,-4-7 11,0-11-106,7-3 152,-8-24-119,15 3-44,-4-13-51,13 9-22,9 7-6,7 5-11,9 8-28,7 5 6,6 7 22,5 11-34,4 11-39,-3 13-28,-10 14-37,-22-9 1,-5 3-334,-3-11 1,-3 0 372,-13 21 0,-6 1 61,-1-16 1,-3-2 33,3 0 1,-3-1 97,-12 4 0,2-5 56,2-8 59,5-9 1,2-8-66,11-18-38,-1-12-62,21-1 72,16-14-83,4 16 812,12-6-840,1 16-40,6 8-229,10 11-555,-21 0 0,1 3 384,6 6 0,-2 0 1,6 3-1,-4 1 1</inkml:trace>
  <inkml:trace contextRef="#ctx0" brushRef="#br0" timeOffset="32441">3130 2805 12321,'-9'1'8149,"2"0"-7472,-53 4-128,44-5 51,-44 1-393,60-7-145,8-2-56,8-3-118,17 0-393,16-2-201,-16 7 1,2-1-1911,5 1 0,1 0 2616,-4 0 0,-2 2 0,12-2 0,-23 3 0</inkml:trace>
  <inkml:trace contextRef="#ctx0" brushRef="#br0" timeOffset="32634">2996 2929 24178,'5'-11'-723,"20"-2"230,13 3 1,7 2-1085,-2-1 0,0 1 1577,1 3 0,-3 0 0,5 0 0,-12 4 0</inkml:trace>
  <inkml:trace contextRef="#ctx0" brushRef="#br0" timeOffset="44351">3320 6617 7901,'1'-4'7494,"1"1"-2693,-2 3-4387,-8-5 549,5 4-560,-6-4-240,5 5-90,-6 2 45,-12 5-96,3-1 1,-18 9 27,5-3 6,-10 2 34,0-2 50,5-6 33,6-3-44,7-9-51,5-1 18,3-4-29,4 2-39,4 4-17,2 2-45,3 2 23,1 3 22,-2 6-5,0 7-6,-2 12 11,0 20-5,2-9 5,2-6 0,0 1-215,-3 20 232,2-17 0,0 2 5,-1 1 1,-2 0-6,0 8 0,0-1-17,-3 16-3,4-24 1,1-1-9,3 4 0,3 5-23,5-8-27,10-11-40,10-11-335,16-15-1743,18-17 1505,-18 1 0,-1-1 0,7-4 0,1-1 0</inkml:trace>
  <inkml:trace contextRef="#ctx0" brushRef="#br0" timeOffset="46451">801 7223 11357,'0'-48'3904,"0"-1"0,-1 3-3616,0-11 1,0-1-266,-3-3 766,0 0-425,2 26 1,0 1 229,-2-20 123,1 19-448,1 15-45,0 12-241,1 7 51,0 14 44,0 17-5,-2 24-42,0-18 0,0 4-202,-1 6 0,0 1 179,-1 3 0,0 1-11,1-1 1,1-1 2,0-2 0,2-3-95,0-6 1,0-1 111,1 20 22,1-20 213,-1-16 269,2-12-163,1-15 525,2-13-855,4-18 0,5-16-11,7-5 11,2 2-11,0 11 189,-5 15-256,-5 14 11,-2 10 11,1 8 11,3 7 11,5 9-10,4 8-1,2 6 0,2 3-45,1 2-89,3-2-90,1-7-39,-1-9 90,-4-10 89,-5-13 23,-6-10 72,-2-11 29,-3-8 5,-1-1 22,-3 1 40,-4 8 5,-1 8-34,-2 7-83,0 7-101,-1 2 128,2 8-10,3 0 5,4 5 17,6-4-17,7-4-23,7-6-10,7-7 10,3-8 23,-2-5 28,-7-3 34,-12 0 11,-10 1-23,-11 2 0,-6 2 6,-7 4-11,-6 5-28,-1 5-17,0 4-28,3 8-6,4 6 6,5 10 6,4 6 11,4 5-34,6 1-78,6 0-163,10-5-229,11-1-504,11-5-382,12-5-167,7-8 481,3-11 387,-3-12 621,-8-8 303,-10-7 280,-15-2 354,-13 1 217,-8 0 78,-10 3-93,-2 2-288,-5 7 7,-3 6-583,1 6-106,-2 10-40,0 7-33,0 12 0,-1 6-12,3 5-5,4 0 12,3-1-12,4-5-12,6-6 12,4-10 45,5-6 28,3-14-23,5-9 34,2-11 34,0-5 22,-3-1 140,-4 4-174,-7 12 34,-3 3-128,-6 13-57,0 2 45,0 7-6,-1 8-11,-2 10-16,1 6-107,0 5-247,6 3-777,5 3-1357,8 0-2245,9-4-3474,5-10 8240,-3-12 0,-9-11 0,-9-6 0</inkml:trace>
  <inkml:trace contextRef="#ctx0" brushRef="#br0" timeOffset="46868">2071 7312 22783,'11'-39'425,"0"0"1,0 0 0,-4 17-336,-7 28 5,0 8-61,0 3 61,-3 32-50,-4-2-324,1-9 0,-1 3 290,-2-3 1,0 0-1,0 0 0,-1 0-100,1-5 0,1-1 128,-5 16 174,6-20 11,4-18-129,2-21-50,3-15 551,5-23-580,-2 17 1,2-2 3,1-6 0,1-3-157,1-3 1,1-2 155,0 0 1,-1-1 5,2 2 1,-1 2 7,0 3 1,-1 3-6,0 4 0,0 3 17,10-20-22,1 14-12,3 12 0,3 12-5,5 8-6,0 11-6,2 8 525,-4 14-525,-8 9 0,-11 10 0,-17-15 1,-4 0-6,-7 13-68,-6-13 1,-4-3-826,-20 8-32,17-16 1,-2-1 935,-1-1 0,2-2 0,-4 1 0,7-6 0</inkml:trace>
  <inkml:trace contextRef="#ctx0" brushRef="#br0" timeOffset="47468">3390 7126 21366,'9'-51'985,"1"0"1,-2 8 0,-2 7-392,-5 13-140,-4 12-191,-3 2-246,-3 7 6,-3 12-29,2 2 23,-6 21-23,2 5 3,6-7 1,0 2-10,-1 21-689,11 5 717,7-29-38,19-5 0,4-17 55,20-10-16,-10-13 11,1-16-11,-23 4 22,-6-13 713,-10 3-668,-8-17-17,-5 12-11,-8 0-22,-3 19-17,4 9 50,-4 4-61,4 5-46,1 1-66,2 5-258,8 5-941,3 5-2622,12 3 3927,3-2 0,0-4 0,-4-4 0</inkml:trace>
  <inkml:trace contextRef="#ctx0" brushRef="#br0" timeOffset="47885">4031 6740 25830,'-11'-39'28,"0"-1"0,-2 4 0,9 9-11,31 24 11,-3 2-11,15 0 11,-1 1 0,3 0-45,-6 0 40,13 3 10,-20 3-16,6 3 45,-18 1 10,-9 4-44,-4-2 34,-3 9-12,-2 13-33,0 7 6,-1 20-339,2-30 0,1 2 313,3 4 0,2 1-6,1 2 1,1 0-1,1 1 1,-1 1-14,-1-3 0,-4-1-9,-5-1 0,-6-3-190,-4-1 0,-4-4-51,-6-1 1,-3-4-374,-17 9-4271,9-18 1,2-3 3956,4-4 0,-9 0 0,31-8 0</inkml:trace>
  <inkml:trace contextRef="#ctx0" brushRef="#br0" timeOffset="48201">5145 6876 23287,'-41'-12'509,"-1"1"1,3 1 0,16 0-538,32-1-101,19-1-207,22 0 22,-17 7 1,2 0-777,4 1 1,2 2 33,1-1 0,2 2-3705,5 4 0,-1 2 4761,-13-1 0,-2 0 0,20 6 0,-37-5 0</inkml:trace>
  <inkml:trace contextRef="#ctx0" brushRef="#br0" timeOffset="48368">5269 7052 21657,'-49'25'1284,"0"-1"1,6-2 0,12-6-495,24-11-241,8-4-303,6-3-162,7-4-67,13-4-51,12-5-246,13-1-2917,-10 5 0,1 0 404,-11 3 1,0 0 2792,15-2 0,-6 0 0,-13 4 0,0 0 0</inkml:trace>
  <inkml:trace contextRef="#ctx0" brushRef="#br0" timeOffset="49526">6389 6626 14353,'0'-3'8061,"0"1"-6387,0 2-1511,-8-39-113,0 30-28,-10-26-16,-5 42 22,-9 7-6,-9 6-5,-8 2 11,-4 1-5,3-2 27,8-6 73,13-6 56,13-5-22,10-3-50,5-2-63,1-1-27,2 0-17,-1 1 0,4 1 0,1 6 17,0 6 0,-1 12 22,-2 19-33,-4-10 5,-3 19 0,-2-16 6,-3 8 16,1-6 51,-1-7 74,1-8 111,-1-8 50,2-9-78,1-7-90,0-8-62,2-5-21,0-6-52,2-1-16,8 0 12,7 2-7,11 2 6,20 0-5,-11 7 0,19 1-1,-14 11-10,8 6-12,0 8-56,-3 18 39,-18-7-50,-6 23-156,-25-9-337,-12 13-147,1-27 0,-3-2-343,-4-1 1,-2-2-1617,-3-2 0,0-4 2683,-21 7 0,24-13 0,18-8 0</inkml:trace>
  <inkml:trace contextRef="#ctx0" brushRef="#br0" timeOffset="49767">6387 6510 19165,'9'0'3238,"-2"0"-1900,-7 0 118,0 0-1322,65-20 9,-36 8 1,2 0-133,13-3 0,2 0-1721,-5-2 0,-4 2 1531,2 1-1258,-6 2 0,0 0 870,8-3 0,-6 3 0,-17 5 0</inkml:trace>
  <inkml:trace contextRef="#ctx0" brushRef="#br0" timeOffset="51659">7782 6579 24217,'9'-29'-689,"20"5"302,8 17 1,8 5-779,10 0 0,-1 0 45,-16 2 1,-2 2-940,8 1 1,-6 6-3024,-17 12 1872,-24 12 3266,-38 6 1316,4-15 1,-6-3 510,-8 3 0,-2-2 287,-3 1 1,0 0-919,2-2 0,2-1-742,7-2 0,3-2-116,10-2 1,2-2 272,-4 5-443,21-7 28,26-6-140,20-3-123,26-7 433,-22 1 0,3-1-478,5-2 0,0-2-3,2 0 0,1-2-25,5-4 0,-2-1 70,-18 6 0,-1-1 22,4-6 1,-7-3 563,-14-12-504,-7-13 77,-21-7 118,-10 1 141,-5 3 88,3 9 24,9 9-79,7 8-163,6 7 296,4 5-536,5 6-28,6 9-1,10 14-33,8 18 5,-12-10 1,-1 2-42,1 5 0,-2 3-834,-3 5 0,-4 1-49,-4 5 0,-6 2-3002,-10 5 1,-6 1 3948,-2-4 0,-2-3 0,3-14 0,1-3 0,-7 5 0</inkml:trace>
  <inkml:trace contextRef="#ctx0" brushRef="#br0" timeOffset="52959">3056 8602 22341,'-49'-15'102,"1"0"1,0 1 0,6 8-53,11 16-22,-16 6 0,-12 5-8,15-6 0,0 0-1036,5-3 1,1 0 1037,0 0 1,2-2 83,-16-2 549,22-7-615,7-2 382,8-4-416,12 3-101,1-1 50,2 3 1065,-4 10-1003,-2 8 151,-8 18-146,-2 11-11,0-4-11,3-3 0,0 1-3,4-9 1,0 0 2,-1 6 0,0 3-3,3 8 0,2 0-828,3-15 0,1 0 833,0 6 1,3 1-239,6 1 0,4-3 96,15 10-51,-5-15 1,4-3-289,2-12 0,2-4-1742,6-3 0,1-3 2221,-2-4 0,-1-2 0,12-2 0,-18-2 0</inkml:trace>
  <inkml:trace contextRef="#ctx0" brushRef="#br0" timeOffset="54242">3997 8797 13261,'0'-3'8256,"0"1"-6626,0 2-1540,-18-35-28,-1 32-6,-20-23-23,-1 43 6,-7 4-8,15-10 0,0-1 3,-12 5 38,-9-4-10,30-8 44,1-2 51,10-3 39,5 1 0,4-2-123,2 3-107,0-1 46,2 8 10,1 6-11,1 10 6,0 9 11,0 14-11,-2-12-6,0 16 17,-2-20-6,0 8 1,-2-6 27,0-6 45,0-9 152,1-7 224,1-7-74,1-4-240,0-6-45,0-6-39,4-6-67,4-4 10,10-1-21,6 1 5,7 4 0,6 4 11,1 5 6,3 5-34,-1 11 0,1 6 12,0 12-57,-5 6 0,-12 6 12,-13 4-79,-20 2-162,-15-1-331,-15-1-784,-9-5-2867,-4-8 3425,6-10 0,18-8 0,13-7 0</inkml:trace>
  <inkml:trace contextRef="#ctx0" brushRef="#br0" timeOffset="54476">4404 9052 23853,'-10'52'-292,"0"0"1,-3 6 0,2-5-2229,1-6 2520,2-14 0,0-4 0,4-10 0,-2-1 0</inkml:trace>
  <inkml:trace contextRef="#ctx0" brushRef="#br0" timeOffset="55633">5006 8829 14314,'-5'-3'6346,"2"2"-5752,3 1 184,-23-66-519,18 41 54,-5-21 1,6 1-34,16 20-107,10-8-77,2 15-85,-4 8 22,7 3-33,15 17 12,-11-2-12,19 20-23,-22 1-3408,2 14 3409,-11-5-60,-13-7 0,-5 1 71,-10 12 39,-11 16 22,-8-21-11,5-13 101,-5-5 291,7-13-274,4-1 246,0-11 3177,14-5-3496,-1-2 178,5-4-217,5 5-6,5-1 0,14 1-39,3 6 22,12 0-16,-10 6-40,23 10 23,-16 3-6,13 14-5,-25 2 28,-16 8-1,-13-6-25,-14-6 1,-5 0-54,-22 12-248,11-12 0,-3-1 161,5-7 1,1-3-692,-25 8-129,18-12-6565,12-13 7545,19-8 0,3 2 0,4 0 0</inkml:trace>
  <inkml:trace contextRef="#ctx0" brushRef="#br0" timeOffset="55850">5719 8790 25247,'6'44'-332,"-1"0"0,-2 3 0,-4-6-4227,-6-13 3777,-4 7 1,8-19 0,2-8 0</inkml:trace>
  <inkml:trace contextRef="#ctx0" brushRef="#br0" timeOffset="56375">6142 8685 19720,'0'-4'4542,"0"0"-3254,0 4-1187,-27-4-11,9 22-40,-21 4-33,20 26 5,7 2-10,9 0-24,15-3 24,13-5-18,19-7-237,-13-21 0,2-3 246,5-2 0,1-4-9,1-1 1,0-2 7,-5-4 1,-1-2 3,16-8-6,-22-8 0,-17-3-6,-19-2-5,-13-1 17,-15 0-18,-12-1 24,-7 0 24,26 13 1,0 0-15,-25-16-16,8-4 22,12-4 11,13-3-5,11-2 5,11 1 0,10 2-16,8 5-7,6 6 7,3 9 434,4 8-463,2 9 12,3 12-12,1 12-33,0 17-307,-5 15 312,-20-22 0,-3 2-218,-2 3 0,-5 2-779,-4 0 1,-3 2 782,-4 3 1,-2-2 0,-3 5 0,-1-6 0</inkml:trace>
  <inkml:trace contextRef="#ctx0" brushRef="#br0" timeOffset="57301">6896 8397 13945,'-3'-1'9046,"0"0"-7854,3 1-996,-22-44-44,26 28-46,-11-34 17,43 36-106,-8 5 28,19-2 11,-11 3-23,12-2 1,0 1-6,-5 0-17,-10 3 6,-12 3 5,-12 2 46,-7 3 44,-2 5 28,-3 15-50,-1 5-45,-1 4 22,0 11-45,4 1-33,4 18-161,0-25 0,2 3 183,4 14 1,2 0-320,-4-15 0,1 0 305,3 16 1,1 0-12,-7-21 0,-1 0-76,-2 13 0,-5 1-50,-5-11 0,-5-1-104,-7 3 1,-5-4-625,-19 4-28,13-20 0,-1-4 896,-22-2 0,16-2 0,8-9 0</inkml:trace>
  <inkml:trace contextRef="#ctx0" brushRef="#br0" timeOffset="59941">6755 2721 20711,'51'-17'10,"0"1"0,-1-1 0,-9 3 0,-1 1 0,0 1-16,4 1 1,1 3-1,0-1-1900,2 1 1,0 0 0,-2 0 1880,12-2 0,0 0-71,-7 3 1,2 0 0,-8 1 1347,1 1-1582,11 3 1161,-55 6-976,-40 15 117,-18 2 47,10-5 1,-4 0-841,-3 1 1,2-1 845,7-3 1,0 0 44,-14 5 0,-2 0 39,2 1 0,0 0-59,1 0 1,0-1 7,-1 1 1,4-2 1308,22-7 0,3-1-1233,-10 1-94,21-6 55,28-9-62,23-6-36,-2 1 1,5-1-425,9-4 0,3-1 424,9-1 1,2-1 2,-10 3 0,1 1-2,-9 3 0,2 0 0,-1 1 5,16-4 0,-2 1 39,-6 1 0,-1 1 16,-6 2 1,-8 1 2220,-23 3-2296,-23 8 8,-22 5 1,-7 1 11,3 2 0,-4 2-434,0-1 1,-3 2 0,-1-1 439,0 1 0,1 1 1,-1-1-646,-4 1 0,0 0 0,1 0 664,-9 3 0,-1-1 56,11-4 0,-2 1 0,7-3 487,-18 4-490,21-4 1,13-6 97,28-11 51,29-8-134,10-4-12,5-1 0,5-1-51,-8 4 1,1 0-469,-1 1 1,3-1 0,-1 0 490,14-3 0,-1 2 0,-1 0 0,-1 2 792,-7 2 0,-3 2-795,-9 3 1,-4 1 108,5-1 713,-26 8-813,-18 4 44,-45 16-78,23-10 0,-3 2-542,-17 7 1,-2 0 519,13-5 0,-1 0 30,-18 7 0,1 0 2566,-3 0-2597,22-7 1,5-4 11,19-8-23,39-18-157,0 2 1,6-2-1853,12-5 1,4-1 2014,0 1 0,-2 1 0,-12 5 0,-4 3 0,9-3 0</inkml:trace>
  <inkml:trace contextRef="#ctx0" brushRef="#br0" timeOffset="63839">3629 5935 5837,'56'-5'538,"-1"-1"1,0 1 0,-5-1 0,-1 1 0,-3 0-416,13-1 0,-6-1 340,-13 3 1,-8 0 1032,-8-2 380,-11 3-1591,-13 0-280,-25 2 23,-30 8 19,12-2 1,-5 3-467,-12 3 1,-4 1 599,15-2 0,-1 0 0,-1 0-359,-2 1 1,0 0-1,0 0 471,1 0 0,1 0 0,1-1-120,5 1 1,1-1 0,2 0-228,-11 2 1,4 1 279,12-3 1,3 0 14,-7 2-157,21-5 1342,17-4-893,19-6-192,23-7-268,-5 1 0,4-2 128,14-3 0,4-2-187,-10 3 1,2-1 0,2 1-396,5-1 1,3-1 0,1 1 378,-13 2 1,1 1 0,1 1-1,-1-1-8,2 1 0,0 0 1,0 1-1,0 0-14,-2 1 0,1 0 1,-1 0-1,0 2-8,10-2 0,-1 1 1,-1 1-104,-5 1 1,-1 1 0,-5 1 75,-2 0 0,-8 2-3,0 7 74,-79 10-12,3-2 0,-6 1-326,4-3 1,-4 1 0,-2 0 367,-8 2 1,-2-1 0,-2 1-252,11-3 0,0 0 0,-1 0 1,-1 0 231,0 0 1,-2 0 0,1 0 0,0 0 5,1-1 1,0 0-1,1 0 1,0 0 103,-11 2 1,0-1 0,3 0-58,7-2 1,3 0-1,2-1 13,-8 0 1,5-1 229,-9 0 697,40-16-876,42-12-275,18-3 0,7 0 154,-10 5 1,3 1 2,7-2 1,7-2-1,-2 2-14,-9 4 0,-1 2 0,3-1-8,11-3 0,4-1 0,0 1-150,1 0 1,0 1 0,1 1-1721,0 2 1,0 0 0,-1 1 1869,-8 3 0,-2 0 0,-4 1 0,3 1 0,-7 1 0,6 0 0</inkml:trace>
  <inkml:trace contextRef="#ctx0" brushRef="#br0" timeOffset="64446">6379 5920 16168,'57'-6'347,"-1"1"0,0-1 1,-7 1-1,-1 0 0,-3 0-875,9-2 1,-3-1 717,-4-1 0,-2 1-67,-11 1 1,0 0-51,5-1 0,-1 0 545,22-4-371,-25 5 21,-31 3-329,-35 7 44,2 1 0,-5 1-515,-12 3 1,-2 1 567,-8 3 1,-1 1 72,-4 0 0,0 1 53,4 0 1,4 0 96,8-3 1,5-1-132,-10 5 348,29-9 213,21-5-314,17-7-285,20-6-99,-8 4 1,4-1-261,10-2 0,4 0-2245,10 0 0,2-1 2514,-3 2 0,-2 0 0,-15 3 0,-5 1 0,8 0 0</inkml:trace>
  <inkml:trace contextRef="#ctx0" brushRef="#br0" timeOffset="145056">3482 9833 24575,'24'0'0,"-1"0"0,8 0 0,-10 0 0,8 0 0,-15 0 0,0 0 0,-4 0 0,3 0 0,-4 0 0,1 0 0,-3 0 0,-3 2 0,0-1 0,0 0 0,2 1 0,5-2 0,3 0 0,3 0 0,14 0 0,-7 0 0,9 0 0,-13 0 0,1 0 0,-9 0 0,2 0 0,-11 0 0,-3 0 0,-7 1 0,-5 1 0,-9 2 0,3-1 0,-6 3 0,5-2 0,-2 3 0,-2-1 0,0-1 0,1-1 0,2 0 0,-10 2 0,9-2 0,-10-1 0,10 0 0,-1-1 0,-1 1 0,2 0 0,0 0 0,2 0 0,3-1 0,2-1 0,4 2 0,-1-2 0,3 1 0,-2 0 0,6-2 0,6 0 0,27 0 0,-2 0 0,24 0 0,-10 0 0,6 0 0,5 0 0,0 0 0,-1 0 0,-2 0 0,-8 0 0,-3 0 0,-8 0 0,-8 0 0,-3 0 0,-4 0 0,-1 0 0,-1 0 0,-4 0 0,-1 0 0,-2 0 0,0 0 0,0 0 0,-2 1 0,-1 2 0,-3-1 0,-3 2 0,-3-1 0,-3-1 0,-13 2 0,-13 0 0,-4 0 0,-8 0 0,9-1 0,0-1 0,-2 0 0,6-1 0,3-1 0,10 0 0,4 0 0,2 0 0,1 0 0,-1 0 0,0 0 0,1 0 0,2 0 0,0 0 0,3 0 0,0 0 0,2 0 0,2 0 0,15-1 0,1-2 0,17-1 0,19-3 0,-11 2 0,16-1 0,-20 2 0,0 0 0,-11 1 0,-3 2 0,-9 1 0,-4 0 0,-5 0 0,-3 0 0,-5 0 0,-1 0 0,-1 0 0,0-1 0,3-1 0,1-1 0,3 2 0,2 0 0</inkml:trace>
  <inkml:trace contextRef="#ctx0" brushRef="#br0" timeOffset="298689">5094 9488 24575,'11'0'0,"13"0"0,-5 0 0,10 0 0,-9 0 0,-3 0 0,0 0 0,-1 0 0,0 0 0,-2 0 0,-3 0 0,-2 0 0,-3 0 0,0 0 0,-1 1 0,-2 1 0,-7 5 0,-19 6 0,3-1 0,-17 4 0,9-5 0,-5 2 0,-4 0 0,-2-2 0,3 0 0,4-3 0,8-1 0,6-4 0,5-1 0,4-2 0,4 0 0,4-1 0,6-2 0,7-2 0,6-1 0,3-2 0,14-2 0,-9 3 0,29-6 0,-23 7 0,15-2 0,-20 5 0,-3 0 0,-5 1 0,-4 0 0,-5 0 0,-10 2 0,-11 0 0,-13 0 0,-4 0 0,0 0 0,0 0 0,3 0 0,0 0 0,2 0 0,4 0 0,3 0 0,6-2 0,5 1 0,3-1 0</inkml:trace>
  <inkml:trace contextRef="#ctx0" brushRef="#br0" timeOffset="404566">1550 10855 22279,'-31'-52'1535,"1"9"-1440,3 36-28,-1 3-22,-1 6-17,-1 9 0,-1 9 11,3 9-22,3 7-23,8 3 1,8-1-1,12-3 1,10-3 5,10-5-6,8-3-16,4-2 5,1-1 17,-3 0 17,-9 0 5,-10 1 12,-15 2-6,-16 2-6,-14 4-22,-16 1-23,20-14 1,-1-2-51,-3 0 1,1-2-155,-1-1 0,0-3-1078,-23 2-2325,13-17 3630,19-20 0,11 10 0,9-7 0</inkml:trace>
  <inkml:trace contextRef="#ctx0" brushRef="#br0" timeOffset="405215">1742 10945 24900,'-21'41'191,"3"-3"-175,-5 12-16,7-7 0,3-2 12,4-7 10,5-9 34,2-10 157,1-8-11,3-12-40,3-8 51,2-10-50,4-10-35,2-5-16,2-3-61,-2 8 61,8-6-73,-6 16-11,9-5-11,-4 14 0,2 6-40,1 4 1,0 6 16,-1 4-16,-1 8-6,-4 4 17,-5 6 5,-6 3 6,-3 2 17,-6-2-6,0-6 17,-3-6 34,2-9-1,0-7-5,2-8 0,1-9-5,3-10 16,6-8-6,6-1-44,1 8 123,18-8-134,-11 20 5,14-7-11,-10 18 34,1 6-46,-7 4-21,6 9-1,-9 7-134,1 20 67,-9-9-352,-8 22-763,-8-11-2016,-1 10 3232,0-4 0,3-22 0,4-8 0</inkml:trace>
  <inkml:trace contextRef="#ctx0" brushRef="#br0" timeOffset="406999">2468 11167 11743,'1'-4'8217,"0"1"-6604,-1 3-459,20-69-252,-13 37-563,4-11 0,-1 2 165,-8 15-84,-4 7-84,-2 5-151,-4 6-101,-4 5-28,-7 8-34,-6 9-22,-7 12 12,-3 12-18,0 8-5,7 4-12,9-3-21,10 3 32,8-20 1,10-2 56,5-20 5,8-3 1,3-15 61,9-17-45,-5-7-28,-2-2 51,-7-2 27,-7 10 46,0-5 111,-4 7-173,-5 12 50,-2 3-117,-2 9-1,0 1-49,-2 14 55,0 4-28,-3 9 0,-1 12-11,1-3-5,-2 11-7,3 6-21,3-19 22,6 7-6,5-21 0,8-3 34,9-10-12,10-18 18,10-15-18,-14 0 1,0-5-1702,-4-1 0,-1-1 1701,0 0 1,-2-2-12,-3-4 1,-2-2-683,-1-3 0,-1 1 699,-3 8 1,-1-1-389,3-15 0,-3 3 416,-8 13 50,1-20 35,-8 31 2275,-4 1-2293,-3 8 1698,-1 9-1799,-1 4 1583,0 11-1543,-4 10-23,-9 27-16,4 7-763,8-16 0,2 2 746,2 16 0,5-16 0,1 1-265,2-5 0,2 0 265,1 8 0,2 2-6,2-3 0,3-1-45,3 4 1,3-2 30,-1-10 1,0-3-4,16 22-86,1-27 103,-6-18-28,18-26 12,-3-16-288,-16 4 1,-2-3 325,-6 5 1,-1 0 166,5-16 1,0-3-185,-3 5 1,0-2 5,4-10 1,1-2 31,-9 17 0,0 0 1,-3 2 3,2-6 1,-3 3-14,-1 5 0,-5 4 512,-13-9-401,-9 17-88,2 5 98,-10 7-88,15 14 645,-12 22-746,11-2 51,-10 33-17,7 1-28,2-3 0,1 4 36,2-2 1,1 1-20,1-8 0,1 1 0,1-2-9,-1 2 1,3 0-91,3-4 0,3 4 0,0-7-35,7 20-253,7-6 1,6-6-569,10-17-76,18 0 533,-19-30-336,5-21 514,-9-13 354,-7-1 0,-1-1 38,6-17 135,-4 5 1,-2 2 89,-4 8 459,8-21 1218,-19 35-937,-3 3-679,-5 9 163,-6 8-286,0 10-44,-5 6-62,2 8-62,2 4-22,5 1-6,5 0-6,7-5 1,6-5 11,2-8 5,17-11-16,-14-4 22,26-24 5,-20 2-3397,9-21 3387,-18 16-388,0-22 387,-11 28 113,1-25-18,-8 35-72,-1-3 28,-6 15 22,-8 17 3130,-1 2-3213,-7 16 648,5 2-654,3 6-12,6-6-11,4 20 12,12-13-29,9 16 0,14-16 29,8-9-6,-6-12 5,6-9-5,-4-17 28,1-10-1,3-14 18,-8-8 16,-3-5 18,-5-2-29,-7 11 157,-3-12-17,-7 21-5,1-8-102,-4 19 109,0 4-181,-1 9 0,1 2 0,0 10 0,3 7 0,1 3 0,11 21 0,-7-16-12,4 6 0,-1 1-89,-1 14 6,-4-13 0,-2 2-185,-15 27-241,-13-3 157,-4-14-563,4-18 0,0-2-3195,-2-2 3663,-6 4 0,22-19 0,8-6 0</inkml:trace>
  <inkml:trace contextRef="#ctx0" brushRef="#br0" timeOffset="407489">4322 11338 26838,'25'-58'130,"0"1"1,-2 0 0,-2 2-120,-8 14 1,-3 2-509,0-6 0,-1-2 522,-3-1 1,-1 0 13,-2 4 0,-2 3 28,-3 6 0,-1 4 418,-7-9-362,0 21 101,2 12-190,2 13-1,2 12 6,1 19 6,1 16-66,1-19 0,0 2 35,1 4 0,0 2-28,-2 4 0,1 1-17,0 3 1,1 1-524,0 2 1,1-1 267,4 0 1,2-1-289,3-5 0,2-2-799,3-5 1,3-5 1304,1-6 1,0-4 0,2 3 0,-4-14 0</inkml:trace>
  <inkml:trace contextRef="#ctx0" brushRef="#br0" timeOffset="407682">4388 11142 22291,'-4'-3'3993,"1"2"-3175,3 1-891,36-62-230,11 33-883,-4-10 1,5 1-311,1 21 1,3 6-3421,1-2 1,-2 2 3809,-11 2 1,-4 1 0,13-1-1,-36 6 1</inkml:trace>
  <inkml:trace contextRef="#ctx0" brushRef="#br0" timeOffset="407866">5039 10954 26586,'43'-39'-2221,"-15"20"1,1 5-6412,24 10 7217,1 1 0,-22 3 0,-17 0 0</inkml:trace>
  <inkml:trace contextRef="#ctx0" brushRef="#br0" timeOffset="408032">5117 11244 27107,'19'-12'-549,"19"-8"-1064,18-5-3303,-17 9 1,1 0 4325,-3 2 1,-3 2-1,13-4 1,-20 7-1</inkml:trace>
  <inkml:trace contextRef="#ctx0" brushRef="#br0" timeOffset="408606">6067 11046 18508,'10'-47'1253,"0"0"0,-2 3 0,-6 9 453,-10 24-1123,-13 5-471,4 8 168,-16 24-201,17-5 49,-12 31-38,10-4-71,8-9 1,1 3-20,3-7 0,3 0 192,-1-1 1,6-1-182,26 23 23,-5-33-17,31 6 220,-11-27-91,16-22-34,-15-11 127,-22 5 0,-3-3-138,2-14 2,-12 13 1,-1-2 75,-2-20-95,-2 19 0,-2-1 90,-7-29-85,-13 2-106,1 24-67,-15 4-828,0 24-3603,-3 9 4515,0 6 0,18 2 0,9-2 0</inkml:trace>
  <inkml:trace contextRef="#ctx0" brushRef="#br0" timeOffset="409305">7199 11362 25870,'-17'-36'-62,"-4"23"-426,-1 72-523,9-25 1,-1 1 1010,-2 5 0,2-2 0,-3 4 0,4-3 0</inkml:trace>
  <inkml:trace contextRef="#ctx0" brushRef="#br0" timeOffset="409539">7717 11050 21461,'1'-7'4140,"0"1"-3295,-1 6-430,0 0-281,4-1-123,-4 13-11,-1 18-56,-8 22-429,3-18 1,0 2-771,0 0 1,0-1 1254,2 1 0,1-3 0,-1 5 0,3-10 0</inkml:trace>
  <inkml:trace contextRef="#ctx0" brushRef="#br0" timeOffset="409916">8081 10556 25147,'-38'9'86,"0"1"0,2-1 0,11 6-86,31 22 0,8 2 11,11-3-11,4-6 0,-1-7 34,-4-8 66,-6-7 52,-7-10-35,-5-10-10,-3-11 33,-2-9-23,-1-4 1,-3-2-6,-2 4 11,-4 8-5,-3 9-57,-4 10-27,-7 8-113,-4 8-139,3 5-448,8 7-1838,15 5 2504,22 4 0,-8-12 0,7-2 0</inkml:trace>
  <inkml:trace contextRef="#ctx0" brushRef="#br0" timeOffset="410149">8415 10946 23215,'-6'0'3164,"1"0"-2520,5 0-890,29-44 100,-7 30-131,8-11 0,3 3-687,15 19-1007,7 10-2291,-15 6 4262,-17 14 0,-13-11 0,-8 0 0</inkml:trace>
  <inkml:trace contextRef="#ctx0" brushRef="#br0" timeOffset="410298">8459 11189 25534,'32'-19'-211,"-6"2"1,2-1-364,4-2 0,3-2-2382,1 0 1,4-1-1,-2 2 2597,6-4 1,-2 2-1,-2 2 1,-6 4-1,-6 3 1</inkml:trace>
  <inkml:trace contextRef="#ctx0" brushRef="#br0" timeOffset="410583">9225 10776 26077,'-19'39'36,"0"0"0,0-1 1,-4 18-1,13-8-13,30-16 518,4-5-547,3-18 188,-3-9-204,6-10 139,3-8-38,7-19-7,-9-2 264,-4 1-252,-13-2 11,-10 12-22,-13-9-95,-2 16-953,-40 0-879,19 17 1854,-30-1 0,40 5 0,0 0 0</inkml:trace>
  <inkml:trace contextRef="#ctx0" brushRef="#br0" timeOffset="412091">1881 12889 25152,'7'22'835,"4"-18"-796,-2-22 57,5-18 4,0 0-60,5-23-548,-8 23 1,0-2 524,-1-6 0,-1-2-3,-1-1 0,-2 0-3,-2 2 0,-1 3-53,-2 7 0,-2 3 109,-4-9-39,-1 22-11,-3 16 28,0 16-23,-3 15-27,0 21-1,6-16 1,1 2 52,2 7 0,0 1-70,1 6 1,1 3-74,2-7 1,0 2 0,1-2 8,1 3 1,1-1-172,4 17 0,6-5-260,0-28 0,2-4-465,4 3 0,2-4-3877,22 4 4860,-9-17 0,-15-11 0,-11-2 0</inkml:trace>
  <inkml:trace contextRef="#ctx0" brushRef="#br0" timeOffset="412230">2293 12893 16219,'-14'-31'-1100,"3"5"0,11 30 1</inkml:trace>
  <inkml:trace contextRef="#ctx0" brushRef="#br0" timeOffset="412790">2520 12730 22358,'8'-49'1153,"0"0"1,-1 7 0,-5 9-812,-10 16-247,-3 13 17,-8 10-17,-2 11-28,-14 29-61,10-8 2,6 4 1,2 2-9,4-2-3,3-1 0,2 2-36,5 10-45,9-15 0,4-1-174,14 19-790,-3-29 1,2-4 368,14-1-3418,16-11 4097,-13-13 0,-7 1 0,-14-3 0</inkml:trace>
  <inkml:trace contextRef="#ctx0" brushRef="#br0" timeOffset="413024">3200 12642 23797,'-41'6'382,"-1"-1"1,4 1 0,12-3 675,24-5-1064,16-4-100,18-6-12,4 0-109,-3 1 1,4 0-1508,8-1 1,4 1-155,2 0 1,2 2-455,-11 2 1,2 1 0,-3 1 1856,5 1 1,-4 1 0,13 1-1,-26 2 1</inkml:trace>
  <inkml:trace contextRef="#ctx0" brushRef="#br0" timeOffset="413164">3465 12890 22895,'-44'24'1228,"1"0"1,3-3 0,13-5-1128,25-14-29,18-8-128,7-3-644,36-15-4216,-12 6 1,1 1 3642,-12 3 0,0 1 0,5-2 1,-7 3-1,-19 7 0</inkml:trace>
  <inkml:trace contextRef="#ctx0" brushRef="#br0" timeOffset="417766">4862 12602 24895,'5'-21'431,"-2"8"-251,-3 26-130,-1-2 28,-5 8-16,-7-4-34,-8 8 17,-7 2 5,-5 1-55,10-10 61,-1-5 0,15-16-12,0-10-10,5-15 61,6-18-33,1 13-17,9-12-6,0 25-17,6-2-50,1 10-3364,14 7 3398,-10 7-23,19 10-5,-11 10-23,4 11-39,-8 12-28,-16 12-285,-23-9 0,-7 1 363,5-12 1,-3 1-263,-6 2 1,-5 2 0,0-3 292,-6 3 0,-1-3 59,-6 6 0,-3-3 78,0-9 1,1-7 11,-12-6-96,14-20 2747,29-26-2741,16-6-34,12-13 12,13 2-18,8 7-16,7 12-5,2 11-51,5 9-151,6 11-547,-15 1 1,2 1-1801,-3 1 0,1 1 2119,5 1 0,-4-1 1,4 1-1,-21-5 0</inkml:trace>
  <inkml:trace contextRef="#ctx0" brushRef="#br0" timeOffset="418132">5675 12714 26799,'-12'43'-121,"-6"-9"1,-4-1-196,-2-7 0,-2 0-1167,-12 12 1,-2 1 667,5-7 0,-1-2 215,3-5 1,0-3 327,-21 5 31,22-19 445,8-26 367,13-30 230,3-8-275,5 20 1,2 0 509,5-22-571,0 17 331,9 1-247,4 16 792,15-3-1201,1 14-56,13 14-39,0 16-39,-6 5-32,-8 1 1,0 3-64,1 3-559,5 8 1,2 2-2100,-16-14 0,-1 0 2747,9 8 0,-3-2 0,0 1 0,-14-16 0</inkml:trace>
  <inkml:trace contextRef="#ctx0" brushRef="#br0" timeOffset="418398">5844 12623 25786,'-9'-39'336,"1"-1"0,-1 1 0,3 16-269,2 31 22,-3 12-21,-5 19-52,2-9 1,0 1-446,-9 26 423,5-14 1,-1 4-301,3-5 0,-1 2 39,2 1 0,0 4 1,1-1-881,-2 12 0,2-2 109,4-15 0,1 1 0,0-4 1038,0 3 0,2-6 0,1 5 0,-2-15 0</inkml:trace>
  <inkml:trace contextRef="#ctx0" brushRef="#br0" timeOffset="418590">5307 12970 20078,'-3'-3'4738,"0"1"-3746,3 2-975,77-34-461,-39 26 330,5-3 0,10-1 0,-4 5-852,-7 8 1,-1 4-1069,21 0 1,2 0 1474,-15 0 0,-4-1 1,15 2-1,-26-4 1</inkml:trace>
  <inkml:trace contextRef="#ctx0" brushRef="#br0" timeOffset="419006">6589 12732 26043,'-1'-43'410,"-1"-1"1,2 5 0,-4 10-276,-3 22-63,-9 11 12,-11 11-33,-8 16-37,14-8 0,0 2-461,0 6 0,0 1 444,2 4 1,1 1-1,3 2 0,3 0-177,4-1 0,4 0 163,6-4 0,5-2-11,20 21 0,1-34 0,4-4 0,15 2 28,-10-14 0,0-6-5,9-16 16,-19 3 0,-1-4 3,-3-5 0,-4-2 0,-3-5 0,-3-2 17,-3-2 0,-3-1-9,-3 0 0,-2-1 6,-3 4 0,-4 1 34,-13-21-40,-18 18 12,-16 19-20,20 14 0,0 4-34,0 3 1,0 3-144,-19 16-369,20 9-1237,19 9-8062,18 2 9222,2-11 0,2-11 0,-6-15 0</inkml:trace>
  <inkml:trace contextRef="#ctx0" brushRef="#br0" timeOffset="419249">7399 12600 27958,'25'33'24,"1"1"1,-3 1-1,-5 1-133,-13-2 0,-4 1-353,-1 4 0,-2 1-3009,-2 2 1,-1-1 3470,-1-4 0,-1-3 0,-3 11 0,4-22 0</inkml:trace>
  <inkml:trace contextRef="#ctx0" brushRef="#br0" timeOffset="419439">7243 12953 26827,'24'-48'-201,"15"9"-211,-5 35 0,6 5-1374,5-4 1,3 0 1785,12-2 0,-3-1 0,-23 2 0,-3 1 0,31-4 0</inkml:trace>
  <inkml:trace contextRef="#ctx0" brushRef="#br0" timeOffset="419632">8206 12580 28671,'-15'-22'0,"0"23"0,7 26 0,3 12 0,-3 0 0,1 1-1458,-1 4 1,1 2-666,3 3 0,3 0 2123,2-5 0,1-3 0,3 13 0,1-23 0</inkml:trace>
  <inkml:trace contextRef="#ctx0" brushRef="#br0" timeOffset="420199">8732 12702 22694,'-8'0'3814,"2"0"-3226,6 0-459,0 0-185,51-45 33,6 30-1420,-17-1 0,7-2 0,-3 5 1420,-2 8 1,0 5-20,18 0 0,-2 1 211,-23 1 0,-2 0-248,3 2 1,-2 0-34,7 8 90,-41 3 56,-35 5-34,4-8 0,-4 1 33,-6 2 1,0 0 1471,0 1 0,0 2-1452,6-1 1,2 1 41,-14 14 536,20-3-609,17-5 1,15-5-12,12-7-22,18-5-40,14-11 7,13-8-135,-27 2 0,0-3 159,0-1 1,-2-2 10,-2-1 1,-4-3-387,12-25 412,-20-6 39,-24-5 22,-13 3 14,-10 4 177,2 9 106,4 8 230,8 5-2997,7 9 2392,4 3 293,6 7-293,4 6 66,6 5-66,5 12 0,6 17 0,-6-1 0,-2 3 0,7 17 1395,-8-9 1,-3 2-1903,-7-10 0,-4 1-4409,-4 19 1,-3-1 3747,3-18 0,-2-2 1,-4 1-1,1-6 0,4-18 1</inkml:trace>
  <inkml:trace contextRef="#ctx0" brushRef="#br0" timeOffset="420433">9937 12465 26060,'0'-3'2611,"-1"1"-2611,1 2 0,4 9 0,-3 40 0,-2 13-696,-4-12 0,-3 3 446,-2-2 1,-2-2-813,2-7 1,-1-2 1061,-1 3 0,1-5 0,3-8 0,1-1 0</inkml:trace>
  <inkml:trace contextRef="#ctx0" brushRef="#br0" timeOffset="422114">5121 9579 22683,'-52'8'1383,"12"-2"-1294,52-13-16,28-10-62,-5 1-17,13-2 1,2-1-1030,3 0 1029,0 0 0,1 0-5,-19 8 0,-2 1-9,4-2 1,-1 0 287,12-1-251,-40 10 5,-36 14-8,-5-1 0,-2 2-131,2-1 1,-3 1 121,-6 2 1,-4 1-1,2 0-453,-3 2 1,0 0 460,4-2 0,-1 1 0,3-1 3,1 1 1,6-1 672,-11 6-683,25-10 16,16-6-5,16-4 278,29-5-273,16-7-22,-13 2 0,1-2 330,-10 3 1,-1-2-331,12-3 0,0 0 14,-10 2 0,1 0-3,12-5 1,-1 0 35,-14 5 1,-3 1 75,17-10-100,-37 13-18,-38 6-10,3 4 2,-8 1 0,-4 3-14,-10 3 0,-1 3 11,-3 0 1,-1 2-114,-10 2 1,1 1 115,16-4 0,5 0-19,-15 6-34,22-4 423,26-11-339,12 0 34,17-10-23,16-4 184,-1-3-218,0-2 1,0-1 0,6-2 5,6-3 0,1-1-5,3-2 19,-19 9 0,-2 0 9,-3 0 16,-28 8-28,-12 7-5,-50 15-17,29-6 0,-1 1 0,-6 2 0,-2 1 0,-6 3 0,1 1-800,7-2 0,2 1 794,5-4 1,2 0 5,-11 13 0,53-22-180,24-1-234,8-6-4502,6-4 1,-1-1 3024,0-1 0,-13 2 1,-5 0-1,-19 5 1</inkml:trace>
  <inkml:trace contextRef="#ctx0" brushRef="#br0" timeOffset="424806">9875 12780 14225,'20'-43'2684,"0"0"1,-3 4 0,-2 6-1441,-8 9-5953,-3 1 5073,1 1 1651,-5 2-1567,1 8 713,-1 1-987,0 6-146,-1 3 50,0 14-55,0-3 3408,-1 21-3386,0 3-17,-5 28 5,-3-1-281,3-23 1,-1-2 253,-3 10-1,-1 1 29,5-17 67,2-5 33,3-11-50,2-21-50,0-2-12,2-20 45,9-19-28,3-9-17,-4 21 1,0-2 8,0 6 0,-2 0 25,6-24-17,-5 18 557,-5 12-562,-3 18-6,-1 9-17,0 17 34,0 18 5,2 18-22,1-3 17,-1-6 0,0 2-324,-1-13 1,0 0 289,0 14 1,-1 1-10,0-13 1,0-4 8,1 15 51,-1-12 117,-1-27-106,-4-12-39,-2-23-29,-4-21 12,3 1 2,4 2 1,2 0-9,0-5 6,1 4 0,1 0 39,4-6 629,-2 8-640,2 17-39,-4 21 16,0 10-50,-2 15-39,-2 10-258,-2 19-1338,1 5-3350,1-8 5013,2 2 0,2-29 0,0-2 0</inkml:trace>
  <inkml:trace contextRef="#ctx0" brushRef="#br0" timeOffset="428223">3676 14639 16292,'4'-11'6407,"-1"2"-4973,-3 9-600,5-77-21,-1 26-710,-1 5 1,1 0 215,0 2-106,-1 29-118,-1 3-5,-1 7-84,-1 20 27,0 11-27,-3 22 5,-3 12-271,1-26 0,-1 1 260,-1 2 0,0 1-3,1 6 0,-1-3-3,-1 14 6,4-1 51,3-39 66,2-4 7,5-30-68,3-13-34,2-11-146,-3 12 1,-1-1 179,4-27-20,-5 20 1,0-2-23,-2-5 0,-1 0 14,0 11 0,-2 2 504,0-26-470,-2 31-6,0 18-90,-1 3 23,0 20 0,-1 10 330,-2 10-297,-2 20-33,-1 0-3,3-20 0,-1 3-11,0 7 0,-1-1-37,-1 14-201,2-13 0,0-4-185,3-12-1530,-3 14-5589,5-33 7567,4-4 0,-2-4 0,3-3 0</inkml:trace>
  <inkml:trace contextRef="#ctx0" brushRef="#br0" timeOffset="428532">4488 14343 26850,'-24'-36'89,"-6"21"-70,9 34 1,0 11-12,-4 1 1,-1 3-388,-1 1 1,-2 2 381,5-2 1,0 2 0,2-2-1,2 1 0,2 0-12,-6 12 1,5-2 254,6 1-252,32-11-5,-1-26-62,36 1-179,1-16-216,-18 0 1,2-1-4449,12-6 1,-2 0 3091,12-5 1,-5 0 0,-46 13 0</inkml:trace>
  <inkml:trace contextRef="#ctx0" brushRef="#br0" timeOffset="430461">5055 14493 15216,'-7'-2'4537,"1"0"-2583,6 2-827,0 0-399,-9-76-157,11 36-523,-4-10 0,3 0 170,13 9-45,7 8-128,6 8-6,10 9-28,9 7 6,8 5-11,6 10-475,0 8 436,-3 13-18,-12 7-16,-17 8 28,-18 3 44,-24 3 249,-15 2-212,2-20 0,-1-2 3,-13 10 50,12-16 0,1-3 242,-3-5 72,-2-3-40,11-12-77,10-5-124,7-5 371,9-1-483,5 1-39,12 1 0,9 3-17,13 3 0,9 8 11,9 8-28,-29-2 0,-1 3-129,-1 2 0,-2 3 112,17 26-22,-19 6 22,-27 6-106,-22-3-64,1-27 0,-4-3-511,-4-1 1,-2-4 714,-5-2 0,1-4 0,-6 3 0,7-9 0</inkml:trace>
  <inkml:trace contextRef="#ctx0" brushRef="#br0" timeOffset="431844">6486 14460 23237,'10'4'398,"0"6"-309,-2 10 6,-5 9-39,-8-1-11,-10-2 0,-6 2-6,-24 16-812,9-11 1,-2-2 808,11-10 1,-1-3-155,-8 0 1,2-3 297,5-5 228,-8-22-296,33-6 23,9-17 0,7-7-76,1 7 0,4-1-750,-1-2 0,3-2 0,0 2 722,2-4 0,1 0 38,-1 2 0,3-4 0,-3 3 294,-1 1 1,-2 1-283,7-15 0,-3 1-3,-10 18 1,-4 3 622,0-21-567,-9 12-5,-6 12-17,-1 10 2554,-2 10-2643,0 13 737,0 5-738,-16 30-33,5 0 16,5-9 1,1 2-332,-4 27 331,12-27 1,2 0-1,1 19-13,11-10 0,4 1 2,1-11 0,3-1-443,10 15 1,3 0 434,3-6 0,2-3-14,4 0 0,2 0-31,1-1 1,0 0-24,-2-2 1,-4 1-202,-5-1 1,-5 1 94,-9-2 1,-6 2-79,-12 0 0,-7 0-238,-7 0 0,-7-2-902,-5 0 0,-5-3 1406,-3-3 0,2-3 0,-7 3 0,10-12 0</inkml:trace>
  <inkml:trace contextRef="#ctx0" brushRef="#br0" timeOffset="432395">7182 14632 25186,'26'55'381,"-9"-7"-196,-28-25 33,-5-7 6,-1-9-33,-1-12-51,3-12-73,6-16-33,8-18-20,5 18 0,2-2-824,3-7 1,1 1 815,1 6 0,0-1 25,3-5 1,2-4 0,-2 5-4,5-18 25,-1 3 0,-3 1 65,-8 10-1,-1-5-66,-7 18 72,-10-2-45,0 18-22,-4-4-16,5 14 1634,2 3-1663,3 5 6,-3 11 5,2 6 1,-2 15-18,5 4-22,1 10 17,8 9 6,-1-25 0,1 0-12,9 22 6,1-10 0,3 0-540,-3-13 0,1 0 537,10 16 1,3-1-18,-4-9 0,1-2-226,0-1 0,-2 0 114,-4-2 1,-4 0-228,-8-1 1,-6 0-696,-11 0 1,-9 0 1053,-14 3 0,-3-2 0,-8 5 0,-8-4 0</inkml:trace>
  <inkml:trace contextRef="#ctx0" brushRef="#br0" timeOffset="440185">8192 14367 16096,'-6'-8'4822,"2"1"-3220,4 7-779,-1-67-369,10 30-484,-4-9 0,4 0 259,20 3-53,8 7-108,5 10-35,5 8-10,1 9-18,3 6-44,0 11-11,-3 10-34,-7 11-40,-12 10 7,-15 7 61,-22 5 45,-16 2 39,0-23 0,-3-2 22,-10 10 14,10-15 1,-1-3 120,-4-3 179,-9-4-247,18-10 74,5-12-35,16-6-37,7-5-24,6 1 257,8 4-330,5 3 37,5 5-42,7 3-6,5 6-17,4 5-16,1 6-6,-2 9-28,-8 3-11,-13 7-1,-18 3-4,-25 3-13,-22 0-22,14-19 1,-2-3-495,-3 0 0,-1-3 38,2-2 0,1-3-3514,-21 2 4077,17-10 0,17 0 0,11-3 0</inkml:trace>
  <inkml:trace contextRef="#ctx0" brushRef="#br0" timeOffset="440511">9386 14100 19652,'12'-4'4078,"-3"1"-2997,-9 3-146,0 0-912,-20-13 33,1 24-39,-12-14-4213,-14 46 4219,20-18-9,-2 2 0,-1 2 659,-8 14-670,15-17 0,1 2 8,-8 23 17,13-9-28,17-8 0,14-9 3266,17-9-3344,14-6-213,11-6-214,-25-5 1,1-1-1874,3-1 1,1-2 1990,-4 0 1,-3-1 0,12-2 0,-19 3 0</inkml:trace>
  <inkml:trace contextRef="#ctx0" brushRef="#br0" timeOffset="444593">10531 13943 24407,'-15'-55'572,"-2"12"-528,0 42-10,-12 7 5,-16 4-5,-14 7-379,26-7 1,1 0 355,-28 8 147,15-3-153,16-4 12,16-2 17,5 3 16,4 1-5,-2 6-6,0 0 532,3 2-548,1 0 16,1-1-11,2 2-6,0-2 23,0 3-11,1 0-6,-2 0-17,1 0 0,-1-6 39,0-4 107,0-7 106,1-4-67,3-6-95,4-3 0,4-5-34,5-2-16,5 0-18,6 1-38,7 1 5,5 3 5,4 4 1,3 8-23,-3 10 6,-2 12 11,-4 10-17,-9 8-5,-13 3-23,-26 3-28,-20-2-247,6-23 1,-5-3 226,-3 0 1,-3-4-104,-1-2 0,-1-3-289,1-2 0,0-5-2578,-24-11 3063,15-22 0,23 10 0,11-8 0</inkml:trace>
  <inkml:trace contextRef="#ctx0" brushRef="#br0" timeOffset="444860">10483 13927 21534,'4'3'2946,"-1"0"-1976,-3-3-489,74-56-808,-25 26 448,-14 7 1,5-4-1,-2 4 13,-4 7 1,-2 4 50,27-10 192,-14 11-259,-16 5 112,-16 8-151,-9 3-91,-4 4-402,-2 3-2718,1-2 3132,2-3 0,0-3 0,1-3 0</inkml:trace>
  <inkml:trace contextRef="#ctx0" brushRef="#br0" timeOffset="454284">4545 15507 16896,'0'-3'7080,"0"0"-6789,0 3 331,-72-24-460,42 23 6,-26-4 0,-2 6-27,16 24-107,-9 6 38,14 13-60,23-20 21,-8 34-22,17-23-5,1 7-6,11-5-11,18-2-6,-3-7-8,16-5 0,3-4 36,-4-4-9,-2-3 1,1 1 9,1 1 4,-17-3 12,-1 8 6,-41 4-28,-11 2 5,-12 1 5,16-14 1,-3-1-9,0-2 1,-1 0-9,0-2 0,1 0-151,-5-1 0,2-2-247,3-1-2005,5-5-946,22 0 3349,1-3 0,4 2 0,0 1 0</inkml:trace>
  <inkml:trace contextRef="#ctx0" brushRef="#br0" timeOffset="454916">4961 15689 21707,'0'-3'4006,"0"1"-3149,0 2-835,0-20 23,6 28-40,-2-6-16,2 39 6,-9 9-23,-8 3 39,-1-11 22,-11 5-10,13-28 212,-7 5-28,12-21-16,-3-9-91,3-12-38,0-13 16,2-10 12,5-6-28,6 1-1,3 5 6,3 8-39,3 9-16,-4 8 4,18 1-32,-4 9-29,17-2 39,-3 15 23,-2 7-28,-4 12 11,-10 6-6,-12 6-16,-11 1 22,-13 1-23,-6-4 46,-2-9 38,4-11-21,5-12 4,4-13-10,4-12-6,6-10-6,5-6 6,3 7-5,10-5 10,7 7-5,2 2-5,7 3-12,-2 13 6,4 6-23,7 7-11,-9 2-123,20 17-162,-20 0 44,6 6-1472,-9 15-1054,-19-10-4553,4 16 7279,-10-17 1,-5-11-1,-3-11 1</inkml:trace>
  <inkml:trace contextRef="#ctx0" brushRef="#br0" timeOffset="455816">5982 15749 16583,'5'-6'6833,"0"1"-6220,14-23 1,1-6 288,-10 12-611,12-14 0,-9 5 0,-25 23-117,-13 8-101,-2 5 100,-29 15-122,17 1-23,11-5 0,2 2-6,-8 15-44,12 1-6,9-1-11,10-3-17,11-7 0,9-8 28,10-8 47,2-16 1,1-5 53,17-16-45,-15 8 0,-2-3 39,5-16 11,-11 10 23,-5 6 0,-8 10 0,-5 8-34,-6 10-6,-6 7 35,-8 20-85,2-6-22,-9 22 11,11-11-12,1 10 7,9-3-6,13-4 5,11-7 23,11-10-12,6-12-5,3-16 17,3-15-11,0-17-1,-25 13 1,-1-3-177,0-4 0,-2-2 182,0-6 1,-2-1-357,-1-3 1,-1-1 366,0 2 0,-1-1 26,-3 3 0,0 3-47,-3 6 0,-1 2 161,0-18 23,-4 16-17,-4 12 283,0 11-389,-2 5 705,-2 12-767,-4 9 0,-4 19 0,-5 17-272,8-19 1,1 3 271,0 6 0,1 1 0,1 2 0,2 1 0,1-1 0,3 0 0,4-3 0,4-1-203,1-4 0,4-1 155,4-5 1,3-2 5,2-4 0,2-3-37,25 9 35,2-16 16,0-21-6,2-19-352,-24 3 1,-1-3 382,3-6 0,-1-3 3,1-3 0,0-4-1177,5-11 0,-3-1 1185,-9 18 1,-3-1 13,5-12 1,-4 3 208,-7-1-170,-4-6 18,-11 14-12,-5 10 567,-3 8-634,1 9 3363,1 5-3363,1 6 89,-3 10-89,-6 11 0,-6 15 0,-4 17 0,12-21 0,2 2-215,0 3 0,1 1 215,3 2 0,1 0 0,1-2 0,4 0-132,8 3 0,4-1-42,6 10-134,7-19 0,5-5-806,24-4-239,-17-10 0,2-4-1081,1-5 1,0-4 2433,2-6 0,-4-3 0,4-1 0,-8-6 0</inkml:trace>
  <inkml:trace contextRef="#ctx0" brushRef="#br0" timeOffset="456406">7491 15689 14157,'0'-8'9562,"0"2"-8179,0 6 449,0 0-1743,-31 3 51,22 2-33,-21 3-51,36 2 0,8-4-51,15-2 18,-5-4 33,12-7-45,-12-8 28,3-9-5,-5-7 5,-9-4 56,-6-3 6,-9 3 16,-7 8 23,-6 10-16,-7 10 88,-7 11-150,8 2 33,-6 13-50,11 2-34,-3 9 23,3 6-79,4 14 23,7-5-1,6 1-94,17-5 27,15-13-50,19 1 61,-11-19 1,1-3 67,-4-5 0,-2-3 5,0 0 1,-2-3 44,19-18 22,-22-5-16,1-15 39,-9-7 17,-11-5 33,-4 0 29,-8 6-117,-6 7-46,-4 11 0,-3 7 0,5 10 0,2 6 0,4 6 0,2 4 0,6 8 0,10 22 0,1-4 0,3 5 0,1 1 0,-1 0 0,-3 0 0,-3 1 0,-10 17-57,-14-10 1,-7 0-392,-2-4 0,-4-3-232,-2 0 0,-3-2-1074,-1-4 1,2-4 1753,-4 4 0,6-4 0,14-15 0</inkml:trace>
  <inkml:trace contextRef="#ctx0" brushRef="#br0" timeOffset="456799">8234 15952 22571,'0'3'3909,"0"-1"-2571,0-2-1214,81-20-52,-47-8-1023,17 3 0,-4-4 990,-24-19-11,-11 11 0,-1-3-334,0-15 0,-3-2 317,1 0 0,-1 0-134,-3 14 0,-1-1 0,-1 3 240,-2 1 1,-3 5-50,-8-10-68,-1 23 1259,-10 15-1259,6 15 1234,-8 9-1234,5 16 0,1 14 0,4 0-1383,5 2 1,2 0 1382,1 7 0,1-1 0,5 3-856,10-11 0,7-3 856,3 1 0,3-1-37,3-2 0,4-5-344,8-7 0,4-7-971,-3-6 1,1-4-1254,-2-1 1,-1-2 2604,-3-4 0,-4-2 0,-5-5 0,-15-2 0</inkml:trace>
  <inkml:trace contextRef="#ctx0" brushRef="#br0" timeOffset="457007">8376 15612 19809,'-6'0'5741,"0"0"-5035,6 0-236,0 0-565,-6-30-168,36 17-219,12-23 53,1 28 1,4 6-243,-8-2 1,2 1-1167,4 0 0,4 0 0,-3 1-3079,6-2 1,-1 1 3788,9 0 1,-5 0 0,4-1 0,-43 3 0</inkml:trace>
  <inkml:trace contextRef="#ctx0" brushRef="#br0" timeOffset="457224">9103 15482 25522,'43'-14'-1901,"0"-1"1,0 0 0,19-4 0,-5 4 1900,5 13 0,-24 1 0,-17 1 0</inkml:trace>
  <inkml:trace contextRef="#ctx0" brushRef="#br0" timeOffset="457397">9371 15675 26766,'-39'19'362,"0"1"0,0-2 0,17-5-188,31-11-141,16-7-223,20-4-634,-13 1 1,0-1 38,0 0 1,-2 0-1,12-2 1,-18 4 0</inkml:trace>
  <inkml:trace contextRef="#ctx0" brushRef="#br0" timeOffset="463191">10397 15558 19434,'5'-44'1258,"0"1"1,0-1 0,1-15 0,-1 12-503,-4 26-251,-1 9-287,-2 5-117,-3 18-12,-2 16 7,-4 21-68,5-16 0,1 2-146,0 6 0,0 1 123,0 3 1,2 1-364,0 0 0,1-1 364,1-3 0,1-2-6,2-6 0,-1-2 11,3 15 84,0-22-17,-2-20-33,-5-22 224,2-20-258,-2-20-6,5 22 1,1-3-122,1-6 0,1 0 132,1-3 1,2 0-3,-1 3 0,0 2 3,-2 7 0,1 3 61,0-10-33,-3 22-17,-3 15 0,-1 14-28,-1 10 966,-1 14-961,-2 13-10,1 12 5,3-25 0,0 0-6,1 2 1,-1 1 10,2 3 1,-1-1-6,2 10 0,1 4 11,-1-33 101,-1-7-95,-2-29 16,0-17-19,0 5 0,0-4-6,1-2 1,-1-2-265,2-4 1,0 1 283,1 2 0,2 1 78,2-21 23,2 23-67,-4 21-34,-3 15-12,-1 13-16,0 11-95,0 24-67,1-11-846,0 25-5557,4-15 5854,0 4 1,1-20 0,-3-15 0</inkml:trace>
  <inkml:trace contextRef="#ctx0" brushRef="#br0" timeOffset="547891">4051 16543 24575,'27'0'0,"21"0"0,-7 0 0,6 0-1422,-6 0 0,2 0 1,4 0 1421,5 0 0,3 0 0,5 0 0,2 0-995,-8 0 1,4 0 0,2 0 0,0 0 0,1 0 0,-2 0 994,-2 0 0,-1 0 0,0 0 0,1 0 0,0 0 0,2 0-300,-1 0 0,2 0 0,1 0 0,0 0 0,0 0 0,-2 0 0,-3 0 300,9 0 0,-2 0 0,-2 0 0,0 0 0,1 0-282,-10 0 1,0 0 0,0 0 0,1 0 0,1 0 0,3 0 281,2 0 0,4 0 0,1 0 0,1 0 0,0 0 0,-2 0 0,-4 0-268,-2 0 0,-2 0 1,-2 0-1,-1 0 1,1 0-1,2 0 268,4 0 0,3 0 0,1 0 0,-2 0 0,-3 0 0,-4 0 0,1 0 0,-4 0 0,-4 0 0,-2 0 806,20 0 0,-4 0-806,1 0 0,-3 0 0,-9 0 0,-2 0 1378,0 1 0,-2-2-1378,-6 0 0,-1-2 0,-6 1 0,0-1 2408,24-2-2408,-3 1 5762,-15 4-5762,3 0 2137,-21 0-2137,0 0 948,-12 2-948,-2-1 0,0 1 0,-2-3 0,-3-7 0,0-5 0,-2 4 0,0 0 0</inkml:trace>
  <inkml:trace contextRef="#ctx0" brushRef="#br1" timeOffset="746138">20948 2336 22940,'8'-53'924,"0"-1"0,-3 14 1,0 7-768,1 6-17,-5 24-124,-1 5 7,-1 3 100,-11 29-22,-5 12-62,3-9 0,0 4-271,-3 12 1,2 1 233,4-16 1,2 1 11,-3 17 0,5-2 3,8-20 0,3-2-6,3 31 17,11-28 0,5-4 73,19-4-9,-10-12 1,2-3 19,14-13 16,-11-12 1,0-7 67,13-16-422,-14 8 1,-2-1 384,-9 6 1,-3 0 137,12-13 318,-13 14-391,-10 9-189,-8 9-35,0 4 0,-2 12 0,1 14 759,-1 2-759,-1 6 0,-1 4-7,-2-6 1,0 2-807,-1 16 0,1 3-545,-1-5 0,0 1 1358,2 7 0,1-4 0,0 8 0,2-6 0</inkml:trace>
  <inkml:trace contextRef="#ctx0" brushRef="#br1" timeOffset="747124">20870 3912 19854,'0'-7'5029,"1"1"-4855,-1 6 5,0 0-106,-25-4-6,-5 42-33,-9-1 0,-1 4-875,12 0 1,2 3 806,-4 1 0,-3 4 1,3-2-231,6-11 1,2-1 0,-1 2-742,-5 8 1,-1 2 0,1-1 1004,2 1 0,1-1 0,3-4 0,0-2 0,4-4 0,-7 18 0</inkml:trace>
  <inkml:trace contextRef="#ctx0" brushRef="#br1" timeOffset="747359">20840 3867 25978,'50'11'20,"0"1"0,0 0 0,0 1 0,-1 0 0,1 4-31,5 7 0,1 4 0,0-2-1665,-1-2 0,0-1 0,1-1 1640,1 1 1,0-1 0,1-2-419,3 0 0,0-1 0,-1-2 277,-7-2 1,-1 0-1,-4-1 1,8 2-1,-4-2 1,-8-1-1,1-1 1</inkml:trace>
  <inkml:trace contextRef="#ctx0" brushRef="#br1" timeOffset="752159">19628 5601 25685,'18'-58'683,"-7"12"-621,-23 43-46,-11 2-27,-14 2 22,-11 4-3,15 1 1,0 0-14,-12 3-1,-8 6-22,31-3 28,0 3-11,9 2 22,4 7 6,4-8-23,0 12 17,3-7 1,-2 7 21,1 3 12,0 3-28,0 4 11,-2 3-11,-1 3-1,-3-1 1,-1-2-3358,-3 1 3369,4-16 61,-1 2 102,6-19 156,0-2-11,2-5-118,4-14-179,0 3 3404,6-17-3421,7 3-5,9-4 0,6 3-23,4 6-5,3 8 5,2 6-16,2 12-17,1 8 16,1 12 6,-18-7 1,-1 3-12,11 18 22,-6 0-33,-32 9 17,-9-26 13,-7 0 1,-5-1-532,-30 5 296,16-11 1,-2-1-446,-1-2 0,1-2-1658,3-3 0,2-2 2347,-16-1 0,25-5 0,15-4 0</inkml:trace>
  <inkml:trace contextRef="#ctx0" brushRef="#br1" timeOffset="752882">22837 4898 24883,'-47'-12'52,"-1"0"1,8-2-1,4 11-2,2 42 1,5 15-1324,4-12 0,0 1 1282,2-2 1,-1 4-1,1 0 2,-2 13 1,3 0-21,6-2 1,3-1 8,5-14 0,5-1-1363,16 9 1,7-5 1368,10-3 10,17-4 1,6-5 835,2-12-737,6-8 0,-2-6 3,-12-9 64,-6-8 0,-4-6 98,-14-10-17,0-17-22,-30 11-68,-17 3-61,-18 7-67,2 9-26,6 8 1,-2 3-36,-12 1-63,14 4 1,0 2-605,-18 12-2012,1 15-1875,10 0 4570,-1 8 0,26-22 0,0-1 0</inkml:trace>
  <inkml:trace contextRef="#ctx0" brushRef="#br1" timeOffset="753658">19100 7440 17316,'15'-57'1994,"0"0"0,-1 5 1,-7 14-1693,-10 31 213,-15 12-252,-5 14-83,-17 20-122,20-11 1,0 3-17,-8 16 0,2 1-501,7-12 1,0 0 455,-9 21 1,1 0-4,12-28 0,0 1-48,-5 9 0,-2 6 0,1-4-237,1-3 0,0 0-905,-6 13 0,2-3 1192,3-1 0,12-25 0,8-13 0</inkml:trace>
  <inkml:trace contextRef="#ctx0" brushRef="#br1" timeOffset="753899">19159 7271 25942,'37'3'39,"0"0"1,2 3-1,2 3-42,-1 8 0,1 3-1174,4 2 0,1 2 1087,2 2 1,0 1-469,2 2 1,-1 0-2269,1 1 1,-2-1 2825,-8-3 0,-2-2 0,8 6 0,-23-13 0</inkml:trace>
  <inkml:trace contextRef="#ctx0" brushRef="#br1" timeOffset="754768">17837 8953 16891,'-3'0'6083,"0"0"-4291,3 0-1355,-16-33-224,25 19-101,-13-23 62,43 25-68,5 4 0,17 1-75,-29 5 0,1 3 0,7 7 0,-1 3-9,12 6-3,-18 4 1,-2 4 31,2 21-49,-13-14 1,-2 4-37,-1 10 1,-1 1-1310,-4-5 0,-1 0 693,0 6 1,-1-2-802,1 10-7293,-3 4 8744,-5-27 0,-1-4 0,-2-16 0</inkml:trace>
  <inkml:trace contextRef="#ctx0" brushRef="#br1" timeOffset="754958">17954 9486 22688,'-13'-47'485,"0"0"1,7 0-1,10 7-278,41 10-159,-2 7 0,5 0-1288,-1 3 1,1 2 578,-9 3 0,3 0 0,-3 2-1171,3 0 1,-1 1 1831,3-2 0,-6 3 0,-6 1 0,-2 2 0</inkml:trace>
  <inkml:trace contextRef="#ctx0" brushRef="#br1" timeOffset="755642">20047 8652 25511,'-21'-27'154,"-1"1"0,-30 3-92,25 56-40,7-5 1,0 2-7,-7 15 26,11-7 0,3 0-25,3 0-9,6 3 1,7 0-9,20-1-14,0-12 0,3-2 8,25 2 0,3-13 1,3-3-155,-13-6 1,1-3 155,-3 1 0,3-1 0,-3-1 7,-2-3 0,-2-3 28,5-5 0,-6-3-26,-5-10-10,1-11 10,-37 4-5,-26-5 11,2 11 3,0 7 0,-2 2-2,-19-5 2,15 7 0,-2-1 2,-1 0 1,0 0-6,-23-10 0,26 9 1,0-3-15,6-2 0,2-1 14,-20-20 12,11-10-12,25 21 0,22-16-5,8 15-1,17-11 326,-4 18-308,22 1-23,-16 16-28,18 5 28,-24 9-3381,10 30 3375,-24-12-405,-1 12 0,-2 2 400,-7 1-262,-5 9 1,-4 3-2770,-7 10 2648,3-22 1,-2-2-1,-1-2 1,3-17 0</inkml:trace>
  <inkml:trace contextRef="#ctx0" brushRef="#br1" timeOffset="756315">23103 6465 20951,'0'-6'3736,"0"0"-3248,0 6-96,0 0-358,-70 16 5,36 22-36,1-13 1,-6 3 0,7 3-1597,6 15 1,6 1 1566,-3 0 1,1-1-149,2-1 0,2-2-846,5-6 1,3-2-1723,0-3 1,3-1 2127,0 17 0,8-33 0,2-11 0</inkml:trace>
  <inkml:trace contextRef="#ctx0" brushRef="#br1" timeOffset="756523">23042 6394 23656,'52'-17'24,"1"0"1,0 0 0,-2 2-1,0 3 1,-3 9-25,6 18 0,-2 9-985,6-1 0,0 1 927,-17-6 0,0 0 1,1 0-472,0-1 1,0 1 0,1-1 528,3 0 0,-1 0 0,-3-2 0,-4-1 0,-3-2 0,-5-2 0,1-1 0</inkml:trace>
  <inkml:trace contextRef="#ctx0" brushRef="#br1" timeOffset="757491">22925 8009 16516,'-11'-51'3287,"1"0"1,-4-9-3098,0 3 1,0 1 95,0 12 235,0 10-62,0 8-185,-5 3-123,-9 19-111,7 10 27,-17 24-39,6 9-34,10-10 1,1 3-211,-1 3 1,2 1 215,2 2 0,2 1-6,3 5 1,4-1 10,6-9 1,3-1 0,6 22 16,22-20-5,4-21 28,11-4 56,14-31-17,-7-10-344,-3-11 352,-25 15 1,-2 0 193,9-19-110,-12 18 1,-2-1-2530,11-24 2493,-12 21 50,-3 7-123,-8 20-28,-2 5 29,0 22-24,-1 27-27,-3 0 0,-1 13-17,-4 0-218,5-25 0,0 3-152,-1 12 1,2 3-1345,3 4 0,2-2 1714,1-5 0,1-5 0,3 15 0,0-30 0</inkml:trace>
  <inkml:trace contextRef="#ctx0" brushRef="#br1" timeOffset="758307">24485 7557 23696,'-1'-55'933,"0"1"1,0 2 0,1 13-822,0 29-23,0 2-100,0 7 28,3 20 5,1 10 6,0 25-17,-2-22 1,-1 2-286,-2 3 0,0 1-424,1 3 1,-1 0-180,0-8 1,0-1 876,1 12 0,1-4 0,-1-12 0,2 13 0</inkml:trace>
  <inkml:trace contextRef="#ctx0" brushRef="#br1" timeOffset="758692">24964 7360 21063,'0'-4'3944,"0"0"-3277,0 4-600,-42 49-28,25-5-285,-7 0 0,2 3 262,16-9 1,6 0-6,2 1 1,4 0-1,7 7 0,3-2-3,-4-15 1,3 0 10,9 7 1,2-4 126,19-3-62,-7-8 259,8-13-69,-19-23 57,4-15-29,-4-15-72,-7-11-23,-9-3-106,-6 13 156,-11-10-173,-6 24-45,-11-10-22,-8 17-22,4 10 333,-23 2-664,15 9-1053,-14-1-5937,18 2 7326,10 0 0,9 1 0,7 1 0</inkml:trace>
  <inkml:trace contextRef="#ctx0" brushRef="#br1" timeOffset="776413">14665 11817 22739,'45'-20'-321,"-1"0"1,1-1-1,-1 2 1,0 1-1,-1 4-656,13 2 0,-1 5-1385,-4 0 0,-2 2-1119,-9 3 0,-5 2 3481,10 6 0,-26-1 0,-16 1 0</inkml:trace>
  <inkml:trace contextRef="#ctx0" brushRef="#br1" timeOffset="776738">14918 11906 13284,'-51'30'2304,"-1"0"0,9-5 0,5-1-1733,6 1-163,21-9-167,22-9-168,18-5-185,23-9-9,-19 1 1,2-2-306,6-4 1,1-1 229,1-2 0,1-1-20,-1-2 1,-2-1 58,-4-2 0,-3-1 120,-7 0 1,-4-3 210,3-28 330,-25-2 425,-19-2 248,-14 6 5,-6 8-141,2 9-250,10 8-248,12 8-219,8 6 377,4 6-651,8 7-27,6 12-18,20 26-10,-7-3-32,-4-3 1,-2 3-634,1 23 326,-10-19 0,-4 3-609,-4 2 1,-7 3-3964,-11 13 1,-3-2 3276,6-20 1,-1-3-1,-5 3 1,3-8 0,8-19-1</inkml:trace>
  <inkml:trace contextRef="#ctx0" brushRef="#br1" timeOffset="778653">17087 11268 14997,'1'-4'8229,"0"1"-6717,-1 3-1087,-4-57-217,1 42-124,-5-42-73,-2 57-11,-9 7-5,-15 8-12,-19 11 20,17-8 0,-1 1-614,-5 1 0,-1 0 625,2 0 0,0-2 11,7-3 0,2-2 59,-10 2 51,21-9 10,14-5-72,6-1-84,1 0 50,1 10 1278,-1 8-1250,-4 19 12,-9 17-43,2-18 0,-2 2-493,-3 7 1,-1 2 467,-2 4 0,2 2-3,1 3 1,2 0 5,3-1 0,3 0-9,2-3 1,4 0-9,4-4 1,5-1-12,4-5 0,4-2-391,6-4 0,6-3 63,5-4 1,5-5-645,8-5 0,4-5 986,14-5 0,-2-5 0,-25-1 0,-2-1 0,1-5 0,0 0 0</inkml:trace>
  <inkml:trace contextRef="#ctx0" brushRef="#br1" timeOffset="781257">17789 11633 21024,'1'-54'1637,"0"0"1,-2-2 0,-2 9-1140,-5 22-117,-2-6-163,4 17-156,3 8-45,1 7 5,-2 13 6,-3 17-11,-8 21-345,5-17 0,-2 1 331,2-6 0,-1 2-9,-4 20 1,1 0-1,7-18 0,2 0 6,-1 13 0,2-2-11,13 10 22,8-22 12,1-16 50,9-14 22,11-28-56,5-5-194,-16 7 1,0-1 216,17-13-17,-6 9 16,-9 14 670,-10 17-642,-6 15-10,-3 15-18,-3 11-21,-3 7-46,-3-10-33,-5 18-292,-2-22 1,0 0-1281,-1 3 1,-1 1-3306,0 5 1,1-2 3313,-1 6 0,5-20 1,3-23-1</inkml:trace>
  <inkml:trace contextRef="#ctx0" brushRef="#br1" timeOffset="781792">18660 12153 26290,'10'33'13,"1"-1"0,-7 3 0,-7-1-1022,-18 5 1,-6-1 474,4-3 1,1-3 0,-8 10 0,14-19 0</inkml:trace>
  <inkml:trace contextRef="#ctx0" brushRef="#br1" timeOffset="782969">19529 11551 22335,'-36'-7'145,"0"1"1,2 0 0,4 5-6,8 11 28,-7 0 135,-6 2 105,-5 1-27,-1-1-90,5 1-134,10-3-73,11-3 11,9-1 6,4 3 39,2 4 11,1 7-5,0 8-5,0 9-7,-3 5 6,-5 4-17,-3-1-16,-2-3-7,2-6-38,2-7 11,3-9 33,2-7 107,3-7 33,0-7-134,5-7-44,3-7-24,8-8-32,4-2 4,6 1-16,2 4 12,5 6-1,1 6-11,4 7 0,2 10 0,1 9-11,7 21 11,-17-7-23,-2 23 29,-26-11-17,-16 15-12,0-29 1,-5-1-9,-6-1 0,-4-2-436,-4 0 0,-1-3 226,-3-2 0,1-2-409,1-4 0,2-2-4269,-21 2 4919,18-15 0,17-2 0,13-3 0</inkml:trace>
  <inkml:trace contextRef="#ctx0" brushRef="#br1" timeOffset="783201">20025 11914 20806,'2'9'3534,"0"-2"-2599,-2-7-559,0 0-107,-24 61-224,6-22-215,2 0 0,-1 2-250,-11 13-2140,4-11 2560,10-13 0,0-2 0,-2 3 0,5-5 0</inkml:trace>
  <inkml:trace contextRef="#ctx0" brushRef="#br1" timeOffset="784400">21088 11460 20056,'-49'-10'280,"0"1"0,8-3 0,5 9 1336,-10 41-1398,14 2-137,8-7 1,1 3-29,3 1 0,3 2-107,-2 5 0,3-1 65,3-7 0,2 1 11,-1 18 1,5 0-18,7-18 1,2 0-1,4 14 1,6-1-1,7-15 1,6-6 2,4-4 1,3-4 156,1-6 0,1-4-52,25-2 919,-17-19-836,-20-13 136,-16-13-164,-16-8-84,-4 10 831,-30-11-836,2 20-57,11 9 0,-3 2 6,-26-1-22,9 6 273,15 5-598,14 2-45,16 2-1848,6 0 2212,16 0 0,-8 0 0,8 0 0</inkml:trace>
  <inkml:trace contextRef="#ctx0" brushRef="#br1" timeOffset="785941">21752 12184 20341,'-2'7'3988,"1"-2"-3417,1-5 175,0 0-646,-4-18-32,3 29-40,-4-5-124,-4 38-515,-7 8-3048,-9 5 3659,2-9 0,7-17 0,8-15 0</inkml:trace>
  <inkml:trace contextRef="#ctx0" brushRef="#br1" timeOffset="786309">22283 11637 18190,'-4'-5'5137,"0"2"-2449,4 3-2509,-10-67-67,31 42-62,-11-13 1,4 2 22,46 26 11,1 6-28,-5 14-17,-9 10 17,-10 18-39,-10 15-12,-16-19 1,-2 2-168,0 5 0,-2 2 150,-2 3 1,0 2-396,-2 1 1,0 1 336,-1 0 0,0 0-163,-1-2 1,0 0-387,0-4 0,-1 0-961,-1-5 1,-2-1 973,-3-3 0,0-4 1,-2 4-1,-3-11 1</inkml:trace>
  <inkml:trace contextRef="#ctx0" brushRef="#br1" timeOffset="786458">22338 12095 21147,'0'-3'2174,"0"1"-2096,0 2-240,74-53-1771,-45 40 0,2 2 1933,14-12 0,7-3 0,-7 5 0,11 7 0,1 1 0</inkml:trace>
  <inkml:trace contextRef="#ctx0" brushRef="#br1" timeOffset="787940">23464 11661 25119,'5'-45'331,"-6"24"-225,-11 59-53,-4-2 0,-3 3-28,2-3 1,-1 2-556,-4 9 0,1-2 547,-2 13-12,15-26 1,4-1 257,17 8-201,26 7-45,11-21 2,-16-15 1,-1-6 8,12-6 28,1-15 151,-12-23-106,-11 8-62,-6-8 23,-23 19 835,-3 4-863,-2-10-12,5 1-16,3-6 38,4 1-10,0-1-6,0 6 45,-6-5-34,-7 8 34,-17-16-45,-2 5-23,0 0 7,2-3 4,14 2-10,2-12 61,14-14-56,7 13-1008,5-3 1008,-2 23 28,0-2-16,-7 17-12,2-3 0,-3 11 12,12 4-18,6 0 1032,7 1-1015,17 9-50,7 18 17,-3 11-215,-23-10 0,-5 4 223,-9 0 0,-6 2 9,-4 22-60,-10-18 1,-4 2-689,-9 2 0,-2 0 742,2 4 0,-1-1 0,2-10 0,3-4 0,0 8 0</inkml:trace>
  <inkml:trace contextRef="#ctx0" brushRef="#br1" timeOffset="788325">23022 12388 22105,'0'-5'3389,"0"1"-2924,0 4-431,5-12-62,-6 36-409,-4 4-790,-3 5 1,-3 4 960,-4 6 1,0-3-1,-3 5 1,2-4-1</inkml:trace>
  <inkml:trace contextRef="#ctx0" brushRef="#br1" timeOffset="788732">24494 12083 22049,'2'-7'3053,"0"2"-2829,7-23 0,3-4-28,-5 14-168,4-17 0,-1 10 0,-8 31-22,-2 13-73,-8 19-320,-7 15-535,4-22 1,0 1 242,-1 5 1,1-2 0,-2 5 0,4-6-1</inkml:trace>
  <inkml:trace contextRef="#ctx0" brushRef="#br1" timeOffset="789201">25476 11679 20375,'9'-55'1346,"0"-1"0,-1 4 0,-4 6-814,-10-8-168,-9 11-67,-23 12-252,8 14 17,-31 14 5,10 18-50,17-2 0,0 4-471,-1 3 1,2 3 464,-1 3 1,2 2-7,3 1 1,3 1 118,3 0 1,5 0-136,-4 24-34,25-11 45,19-13 11,19-15 11,11-18 23,5-15-17,-27 1 0,-1-2 17,0-4 0,0-1 11,-2-2 0,0 0 33,-4 1 1,0 1 201,13-14 663,-12 12-786,-11 11-95,-8 9-45,-4 5 6,0 9-6,-3 10 11,-4 15-28,-7 13-42,3-16 1,-2 2-71,-2 5 0,-2 1-739,-2 6 0,0 2-152,-2 4 1,2 1-1712,2 3 1,3-1 2088,3-7 1,2-3 0,2 11-1,6-27 1</inkml:trace>
  <inkml:trace contextRef="#ctx0" brushRef="#br1" timeOffset="789390">25915 12058 19356,'3'-4'5712,"-2"1"-4278,-1 3-1422,8-17-1,-14 26-123,1-5-2241,-22 44-2553,9-14 4906,-2 10 0,16-36 0,2-2 0</inkml:trace>
  <inkml:trace contextRef="#ctx0" brushRef="#br1" timeOffset="789833">26600 11487 22481,'18'-42'907,"-1"1"0,1-1 1,5-12-1,-5 9-358,-11 19-454,-5 15-61,-4 16-17,-1 5 11,-5 19-23,-4 6-215,-2 7 0,-1 1-422,-4 13-1366,1-5 1,1-1 1997,2 1 0,4-18 0,8-22 0</inkml:trace>
  <inkml:trace contextRef="#ctx0" brushRef="#br1" timeOffset="790209">27219 11343 26239,'-44'-2'61,"0"0"1,10-7 0,4 8-65,4 34 0,6 9-2,5-7-1,3-1 1,3 2-7,6 8-4,16 16 4,8-21 12,17-7 34,2-25-23,-8-10 40,7-19 49,-3-23 12,-5-11-1033,-16 19 1,-4-1 965,-3-14 22,-14-10 426,-9 19-471,-1 14 1,-2 2-12,-6-4-134,-11 1-359,25 25-190,0 2-4739,14 14 5411,4 2 0,-1-1 0,0-4 0</inkml:trace>
  <inkml:trace contextRef="#ctx0" brushRef="#br1" timeOffset="790916">27717 10949 17468,'-5'0'5500,"2"0"-3377,3 0-1950,24-49-50,5 32-95,-2-12 1,3 2-605,31 15 599,-8 3 7,-2 1 1,0 1-3,-3 1 0,0 1 0,-1 1 17,-13 2 240,-2 4-185,-18 2 203,-20 14-236,-3-5 73,-24 30-73,7-5-1653,4 1 1,2 3 1608,-3 14-1,9-8 1,2 2-217,4-10 0,1 1 196,-1 11 1,2 2 0,0 1 0,3-1-31,4 0 0,2-1 11,2-3 0,1-1 17,-1-2 0,1-3-20,-1-11 1,-4-2-323,-15 9 0,-10-4-14,-2-11 1,-7-4-1222,-19 11 0,-6-3 1260,5-9 1,2-5-1,14-4 1,4-1-1,-9 0 1</inkml:trace>
  <inkml:trace contextRef="#ctx0" brushRef="#br1" timeOffset="808021">16370 13153 16516,'-1'-3'2772,"1"1"-1646,0 2-857,30-41-107,7 27-73,1-8 1,3 1-509,-9 17 0,2 5 536,18-2 1,3 1-29,0 0 1,4 2-41,-9-1 0,5 0 0,1 1 0,-3-1-599,0 1 0,-3 0 0,7-1 570,-9 0 1,7 0-1,4 0 1,-1 0 0,-3 0-1,-6-1-705,7 1 1,-6-1 0,6 0 692,-6-1 0,6 1 1,3-1-1,1 0 1,-1 0-1,-4-1-366,0 1 0,-4-1 0,0 0 0,2 0 0,5-1 367,-5 1 0,5-1 0,2 0 0,1 0 0,2 0 0,-2 0 0,-2 0 0,-2 0-178,1 0 1,-3 1-1,-2-1 1,1 1-1,4-1 1,4 0 172,-11 1 1,4-1-1,2 1 1,3-1 0,1 0-1,1 0 1,0 0 0,-1 1-1,-2-1 1,-2 1-1,-3 0-62,10 0 1,-3 0 0,-2 0-1,-2 0 1,1 0 0,0 1-1,4-1 59,-2 0 1,3 0-1,0 0 1,0 0-1,2-1 1,-1 1-1,0 0 1,-1 1-22,0-1 1,1 1 0,0-1 0,-1 1-1,0-1 1,0 1 0,-1 0 0,-1 0 30,0 0 0,-2 0 0,-1 0 0,0 0 1,1 0-1,3 0 0,3 0 0,-10 0 0,3 1 0,2-1 1,2 0-1,0 0 0,2 1 0,-1-1 1,1 0-1,-2 1 0,0-1 0,-2 1-7,0-1 1,-1 1-1,-1-1 1,-1 1-1,1 0 1,-1-1 0,1 1-1,0 0 1,1-1-1,1 1-2,0 0 0,2 0 0,1-1 0,1 1 0,1 0 0,-1 0 0,-1-1 0,-1 1 0,-1 0 1,-2 0-1,-3 0 2,11 0 1,-4 0 0,-2 0 0,-2 0 0,1 0-1,1 0 1,2 0 0,-7 0 0,1 0 0,1 0 0,0 0 0,1 0 0,0 0 0,0 0 0,1 0 0,-1 0-4,1 0 0,2 0 0,0 0 1,-1 0-1,1 0 0,0-1 1,-2 1-1,0 0 0,-1 0-4,-1 0 1,-2 0 0,-2 0 0,0 0 0,1 0 0,1 0 0,3 0 0,2 0-2,-6 0 0,3 0 1,3 0-1,1 0 0,2 0 1,0 0-1,0-1 0,-1 1 1,-1 0-1,-3 0 0,-2 0 1,-4 0-5,10 0 1,-5 0 0,-2 0 0,-2 0 0,0 0-1,1 0 1,3 0-3,-1 0 0,2 0 0,1 0 1,1-1-1,-1 1 0,0 0 1,-1 0-1,-2 0-103,0 0 1,0 0 0,-1 0 0,-1 0 0,-1 0 0,-1 0 0,-2 0 112,9 0 0,-2 0 0,-1 0 0,-2 0 0,-3 0 0,1 0 0,-2 0 0,-2 0 0,-2 0 0,3 0 0,0 0 0,0 0 0</inkml:trace>
  <inkml:trace contextRef="#ctx0" brushRef="#br1" timeOffset="814328">14490 13934 24379,'-44'-15'229,"0"1"1,2 2 0,3 9-84,-5 34-573,19-12 0,0 2 475,-2 2 0,2 2-17,1 0 0,4 2 310,-9 26-313,19-6 155,24-7-167,19-11-3204,24-10 3205,-16-10 411,9-8-293,-36-3-74,-1-1 23,-27-1-50,-11 3-17,-22 7-34,-8 6 25,25-1 1,-1 2 1370,-1 2 1,0 2-1383,1 2 1,2 1 2,2 0 0,2 1 0,-11 19-17,17-6-28,20-4-100,24-9-147,23-5 26,-15-11 0,4-2-494,6-2 0,1-2 82,3-4 1,1-3-180,1-3 0,1-3 28,0-5 0,-1-2 355,-3-2 1,0-3 414,-3 1 1,-2-2 248,-5 1 0,-2 0 216,-6 2 1,-1-1 520,-3 0 0,-2 0-221,4-6 1215,-1-3-885,-16 18-280,-2 2-308,-4 5-218,-7 8-45,-5 12 645,-9 10-735,-4 14-56,-7 9-16,-4 6-1750,9-17 0,1 0 1665,-12 12-47,9-13 0,0-2-271,-7 3 257,-6 1 128,11-15 12,11-22 50,10-20 68,10-19 77,6-7 46,5 2 3347,3 11-3274,-1 11-153,-5 14-61,2 9-38,0 13-46,8 7-27,6 13-96,9 6-414,9 7-773,-17-20 0,1-2 598,-2-1 1,-1-2 0,10 5-1,-15-11 1</inkml:trace>
  <inkml:trace contextRef="#ctx0" brushRef="#br1" timeOffset="814612">15380 13877 26161,'4'-46'421,"-1"0"1,0 1 0,1 17-332,-2 28 84,2 11 16,-4 14-16,-2 19-121,-4-5 0,-2 3-42,0 0 0,-2 0-203,-1 1 1,0 2 129,-1 5 1,2 0-823,2-5 1,3 1-364,-2 13 1,2 3 1246,3-18 0,2 0 0,0-3 0,0-4 0,1-3 0,2 27 0</inkml:trace>
  <inkml:trace contextRef="#ctx0" brushRef="#br1" timeOffset="815470">15217 14312 22021,'-3'-3'4078,"1"0"-3389,2 3-689,26-63-73,4 45 42,-9-15 1,2 3-267,33 28-342,-9 5-347,-13 0 1,-1 2 105,10 2-1276,9 4 1837,-35-7 246,7-3 655,-16-7 544,-2-4 1030,-4-10-957,-4 2-336,-3-3-538,1 9 173,-1-1-184,3 7-163,-1 0-140,7 9 0,8 7-11,3 4 11,26 27-275,-17-15 236,1 2 0,1 3-64,-4 2 0,-1 1 8,-1 0 0,-1 0 42,-1 0 0,-4-1-37,-6 17 85,-23-22 39,-20-2 22,-3-17 11,-3-17 270,22-14-309,13-10-3425,16-4 3380,4 7-118,31-10 96,-3 15-3,-7 7 0,0 2-378,17-3 274,-15 9 1,1 1-121,-2 2 1,2 1-102,10-1 1,4 0-53,-10 1 1,2 1 0,-2-1 127,11 1 0,-4-4 739,0-9 1,-10-5 195,-18-1-33,-34-18-353,-17 26 3365,-9 3-3124,-2 8-337,-2 8-66,-4 9-40,13 11-50,10-1 171,4 13-188,11-4-39,5 20 0,12-10 0,11 4 5,13-19 557,-3-11-529,10-9 62,10-28-50,-15 7 27,13-26 12,-28 15-22,-1-1 105,-3-6-10,-9 18-6,-1-3-39,-4 16 0,-6 11-1,-3 9-60,-1 2-24,-1 10-100,6 4-313,8-1-818,9 4-315,4-18 1558,17 2 0,-22-15 0,8 2 0</inkml:trace>
  <inkml:trace contextRef="#ctx0" brushRef="#br1" timeOffset="815929">17226 14192 27494,'-52'-6'100,"1"0"1,2 2 0,9 10-73,11 41-34,5 7-525,9 2 492,11 0 89,19-7-123,18-7-22,23-14-150,-21-18 0,2-4 228,3-4 1,1-5 30,2-5 0,-2-4-9,-9 2 1,0-5 8,14-18 0,-3-8-3,-12 7 0,-2-3-359,-1 2 1,2-4-1,-3 1 376,6-14 0,-3 0 11,-2 3 1,-2 0 38,-5 3 1,-3 2-38,-4 5 0,-4 2 250,0-25 55,-9 16-346,-6 16 444,-2 14-444,-4 10 1126,-1 13-1126,-4 13 0,-1 20 0,-1 18-220,10-21 1,2 2 219,-1 5 0,2 3 0,2 5 0,1 1 0,2 4 0,3 1-317,5 1 0,2-1-395,3-4 1,2-3-1149,1-8 1,0-4 1859,7 18 0,-11-30 0,-10-14 0</inkml:trace>
  <inkml:trace contextRef="#ctx0" brushRef="#br1" timeOffset="816088">17576 14253 27410,'14'-42'-247,"0"1"1,2 3-1,6 10-3382,42 24 2214,-3 2 0,-19 1 0,-18 0 0</inkml:trace>
  <inkml:trace contextRef="#ctx0" brushRef="#br1" timeOffset="816571">18579 13961 23103,'19'-52'1204,"0"1"0,-1 5 0,-6 8-711,-16 13-185,-2 11-134,-6 10-29,-5 15 90,-15 24-184,8-1-192,2-2 0,0 3 149,5-6 1,0 2-477,-3 10 0,0 3 409,3 2 0,4 1-109,4 1 0,6 0-227,8-1 0,8-1-501,9-3 0,6-3-110,-2-10 1,4-3 408,22 2 1,-1-5 0,-13-7 0,21 2 0</inkml:trace>
  <inkml:trace contextRef="#ctx0" brushRef="#br1" timeOffset="816822">19192 13866 28110,'30'-23'123,"1"-1"0,27 1-129,-32 43 1,-3 12-771,0 1 0,-2 4 672,-2 4 1,-5 5-655,-11-4 0,-3 3 1,-3-2-1976,-2 5 0,-4-2 2733,-5-3 0,-3 1 0,0-9 0,-6 1 0,-3-2 0</inkml:trace>
  <inkml:trace contextRef="#ctx0" brushRef="#br1" timeOffset="817345">13759 15217 18470,'-60'0'717,"0"0"0,11-1 0,9-1 274,13-2-156,44-4 33,43-1-448,-7 4 0,8 0-1461,-6 0 1,5 1 0,2 0 1157,-3 1 1,3 0 0,2-1 0,2 1-350,-15 1 1,2 0-1,1 0 1,1-1-1,0 1 1,1 0 244,-3 0 1,1 0-1,1 1 1,0-1 0,1 0-1,0 0 1,0 1-228,4-1 0,1 0 0,0 0 1,0 1-1,1-1 0,-1 0 0,1 0 241,-7 0 0,1 1 1,-1-1-1,1 0 1,0 0-1,-1 0 0,1 0 1,0 0-115,0 0 0,0 0 0,0-1 0,1 1 0,-1-1 1,0 1-1,1-1 0,-1 1 132,0-1 1,-1 0-1,1 1 1,0-1-1,0 0 1,0 0-1,-1 0 1,1 0-16,7 0 0,1-1 1,-1 0-1,0 1 1,1-1-1,-1 1 1,0-1 5,-1 1 1,1-1 0,-1 1 0,1 0 0,-1-1-1,0 1 1,0 0-9,-2 0 0,0 0 0,0 0 0,0 0 0,-1 0 0,0 1 0,-1-1-1,7 0 0,-1 1 0,0-1 0,-1 1 0,-1-1 1,-1 1 12,-6 0 1,-1 1 0,0-1 0,-1 1 0,-1-1 0,-2 1-26,14 0 1,-2 1-1,-2-1 1,-4 2 268,1 0 1,-3 0-1,-7 2-337,-1 1 0,-14 3 829,-26 8-7212,-49 0 6436,-18-4 0,18-5 0,17-3 0</inkml:trace>
  <inkml:trace contextRef="#ctx0" brushRef="#br1" timeOffset="828622">16613 15935 20890,'0'-6'4089,"0"1"-3750,8-24 0,3-6 176,-3 12-344,3-14 0,0 5 47,-7 24-168,-2 8 79,-1 11 28,-1 11-39,-5 13-40,-5 10-67,-6 7 6,-4 3 22,3-2-33,6-8 16,5-9 6,4-15 39,1-10 34,5-17-34,10-22-39,-1 1 62,15-27-37,-14 24 0,2 0-17,0 1 1,0-1-12,4-3 1,-1 2 18,13-9-27,-8 15-11,3 5 11,-4 11 11,13 4-17,-3 11-6,2 10-5,-13 3 12,0 14-12,-10 0-28,-2 11-28,-6 9 61,-7-13 6,0-5 17,0-16-44,2-12 77,13-12-16,6-11 17,15-14-29,1-5-27,-6 7 22,2-4 28,-5 8-11,0 3-17,-1 6 0,-8 10-28,-4 5 16,8 9-16,-4 3-5,12 15 10,-10-8 12,5 9-17,-12-16-28,7 6 0,2-10 79,-1-2 21,4-13-49,-3-10-6,-3-3 55,14-21-59,-8 11-13,11-13 0,-8 13 0,-6 8 0,-6 8 0,-7 8 0,-2 9 0,-4 2 0,0 19 0,0-1 0,-5 15 0,1-2 0,-5 3 0,4-8-3323,1 20 3323,2-22 0,1 4 0,0-21 0</inkml:trace>
  <inkml:trace contextRef="#ctx0" brushRef="#br1" timeOffset="828829">17859 15507 20660,'-3'-3'4515,"1"0"-4274,2 3-1899,-24-23-7394,23 28 9052,-17-17 0,24 25 0,-1-4 0</inkml:trace>
  <inkml:trace contextRef="#ctx0" brushRef="#br1" timeOffset="829230">18101 15647 27645,'0'48'63,"0"0"1,0-1-1,-1-4-85,0 17-34,-1-5 95,1-10 62,1-12-45,0-16 67,0-17-50,5-17 11,5-18-34,9-17-33,-7 21 0,2-1 22,1-1 0,2 0 14,0 2 1,1 2 91,18-20-121,1 12-24,2 13 0,5 10 0,3 12 0,4 12 0,1 10 0,-1 10 0,-2 7-219,-5 2 33,-8 4-1186,-6-2-359,-12-8 1731,-6 5 0,-9-24 0,-2 4 0</inkml:trace>
  <inkml:trace contextRef="#ctx0" brushRef="#br1" timeOffset="829453">19262 15676 23741,'-3'-2'2420,"1"0"-2319,2 2-561,78-46-2855,-24 34 1451,-16-2 1,7-3 0,-5 6 1227,-4 12 1,-4 4-1,11-1 1,-19 1-1</inkml:trace>
  <inkml:trace contextRef="#ctx0" brushRef="#br1" timeOffset="829605">19383 15918 27563,'55'-3'-1229,"1"1"0,-1 0 0,3 1 0,-6 0 1,-14-4-1,-9 1 0,-17 3 0</inkml:trace>
  <inkml:trace contextRef="#ctx0" brushRef="#br1" timeOffset="837063">20283 15571 23086,'24'-54'1275,"1"0"0,-3 5 0,-5 13-1101,-13 28-23,-2 11 45,-7 10-106,-1 4 178,-23 40-200,9-21-21,-8 10 1,-1 3-583,12-19 1,2-1 537,-6 7 0,4 0 8,9-2 0,8-3 11,17 2-5,20 3-6,16-32 34,9-20-6,-12-3 65,-15-3 0,-1-2 136,7-8-166,6-6-74,-16 12 1103,-21 18-1103,2 2 0,-11 11 0,-2 14 0,-11 20 0,-4 10 0,-2-5 0,-1 0-382,-6 15 382,6-11 0,1 1-2044,7-14 1,2 0 2043,-1 4 0,1-1 0,-2 9 0,7-22 0</inkml:trace>
  <inkml:trace contextRef="#ctx0" brushRef="#br1" timeOffset="845895">17837 12558 21350,'-45'2'608,"-1"-1"1,7 1 0,9-1 470,23-1-916,13-3 209,12-2-309,14-5-7,27-6-56,-15 4-61,-9 4 0,-1 1 67,9 2 406,4 0-463,-15 3 18,-15 3 15,-23 3-10,-18 4-17,-23 5 42,16-5 1,-1 1 16,-4 0 0,-1 0-133,-2 1 1,0 0 129,1 0 1,0 1 10,3 0 1,2-1 0,-21 8-18,18-4-5,17-5 45,17-5-28,15-3 5,15-5 1,16-2-23,12-5 520,-9 2-520,-14 4 0,-1 0 0,2 0 6,4 0 16,-29 4 1,-20 3-7,-20 3 1,-22 5-6,19-2 1,-2 0-184,-2 0 1,-1 1 207,2-1 1,1 0 63,-20 3 7,22-4 22,26-5-23,27-7-61,22-2-40,-10 0 1,2 0-207,5 0 1,2 0-674,4 0 0,0 0 713,5 1 1,-3 0 0,6 1-1,-9 0 1</inkml:trace>
  <inkml:trace contextRef="#ctx0" brushRef="#br1" timeOffset="862838">14365 17020 23741,'-42'0'571,"0"0"1,1 2-1,15-4-481,33-7-57,11-3-33,21-2-115,2 2 0,3 0-372,-11 4 0,1 0 246,25-4 0,3 1-89,-17 5 0,0 2-20,8-2 0,0 3 61,-9 2 1,-5 4 19,7 12 247,-51 15 92,-17-8 0,-8 1 106,-16 5 0,-5 1-362,12-8 1,-2 1 0,-1 0 416,-1 1 1,-1 0 0,0 0 35,-3 4 0,0 0 0,3-2-183,0 0 0,3 0 0,-4 3 0,9-3-33,16-6-23,14-3 702,30-12-724,30-16-34,-14 1 0,4-4-536,8-5 0,2-2 537,-15 5 1,1-1 0,-1 0 15,0-2 0,0 1 0,-2-2 8,13-9 0,-3-2 322,-11 1 0,-6-2-274,-9 2 0,-7-1-96,-12-29 235,-20 6-1338,-2 28 0,-3 4 1350,-8-6 946,-9 4-862,25 19 185,2 1-431,8 5 139,10 7-139,8 8 3358,11 12-3432,12 12 20,-16-15 1,0 2-175,0 4 1,-2 1-17,-4 4 0,-2 1-701,-4 4 1,-5 1-1961,-8 3 1,-4 0 2240,-1-4 0,-2-3 0,-9 13 0,7-24 0</inkml:trace>
  <inkml:trace contextRef="#ctx0" brushRef="#br1" timeOffset="863436">16240 16789 25847,'-37'-31'87,"0"1"1,7 2 0,1 7-37,-12 20-6,4 4-29,-9 0 40,-9 8-445,7 3 406,-10 6 0,4 2 126,10 1-132,11-2 0,9-1 6,7 5 22,9 0 40,3 12 22,3 6 307,2-3-335,0-9 0,0 2-34,0-1 0,-1 2-153,-1 8 1,1 4 99,-1 10 0,0 0-376,2-10 0,2-2 342,4 6 0,3-5-52,10 5-359,2-25 1,6-3-130,0-9 0,6-3 226,9-4 0,5-2 0,-4-1 0,-10 2 0,-1-3 0,14-4 0,-1 0 0</inkml:trace>
  <inkml:trace contextRef="#ctx0" brushRef="#br1" timeOffset="865251">16897 17032 24060,'19'-53'831,"-1"0"0,1-1 0,-8 24-674,-12 33 5,-5 13-67,-7 17-50,-10 18-37,9-18 1,-1 1-467,-2 5 0,0 0 287,0 3 1,1 0-340,2 1 1,1 1-897,3-3 0,3-1 782,5 0 1,1-4 0,2 5-1,5-12 1</inkml:trace>
  <inkml:trace contextRef="#ctx0" brushRef="#br1" timeOffset="865624">17450 17049 15894,'2'-5'7847,"0"1"-5662,-2 4-2068,-48 11-27,27 9-65,-9-5 0,3 4 9,15 22-12,6 3-16,11 0-29,9-3-16,13-8 28,9-11 22,6-11 34,1-18 61,-3-14 34,-5-15 68,-6-11 32,-8-8-300,-7-4 228,-8-2-67,-6 3-11,-10 8-34,-10 13-34,-12 16 6,-6 11-22,0 15-107,7 10-297,10 13-1988,20 20 532,8-12 1854,9-3 0,2-3 0,-4-11 0,10 10 0</inkml:trace>
  <inkml:trace contextRef="#ctx0" brushRef="#br1" timeOffset="865833">18144 17244 27555,'8'7'-549,"-12"21"-1338,-14 23-1093,-2 1 1565,3-9 0,10-27 0,1-1 0</inkml:trace>
  <inkml:trace contextRef="#ctx0" brushRef="#br1" timeOffset="866574">19646 16895 17361,'2'-5'6313,"0"2"-3742,-2 3-2291,-39-37-101,15 26-123,-4-9 0,-3 2-17,-5 17-11,-6 2-11,-8 3-3,16 1 0,-1 1 31,-26 7-171,25-4 0,2 1 142,-6 3 18,-5 4-28,14-2 22,-8 9-34,15-6-11,1 15 17,16-18-5,0 14 21,5-11 281,5 7-269,2-7 23,3-3-6,-2-10 83,0-3-16,0-2 118,3-4-79,-1 3-67,-1-4-5,-4 5 33,-2-1-23,2-2 6,2-2-61,4-3-17,7-6-6,-1 3 0,10-5 0,-3 6 12,15-1 16,-1 6-56,7 5 6,-6 11 39,-7 2-78,5 15 33,-2 14-39,-3 6-70,-15-18 0,-3 2 188,-4 21-57,-10-13-33,-17 3 28,-14-14-28,-17 6-39,12-16 0,-1-3-437,-17 6 291,17-10 1,1-4-886,-1-3-3557,2-10 4655,19-3 0,13-2 0,5 4 0</inkml:trace>
  <inkml:trace contextRef="#ctx0" brushRef="#br1" timeOffset="866792">19891 17154 22347,'0'3'3898,"0"0"-3719,0-3-162,-55 64-51,29-31-680,-11 12 0,0 2 80,9-8 1,9-11 0,8-11-1</inkml:trace>
  <inkml:trace contextRef="#ctx0" brushRef="#br1" timeOffset="867425">20850 16775 25186,'6'-44'487,"-1"0"1,0 4-1,-9 12-325,-27 33 1,-12 13-68,-8 17-650,22-11 1,1 4 587,-2 4 1,1 2-29,-2 5 1,2 3-17,0 2 0,2 2 5,2 2 1,3 0-9,4 0 0,4 0-9,3-3 1,6-1-15,7-4 1,6-3-17,5-6 0,5-3 92,8-6 1,4-5-71,2-4 1,3-6 27,-1-5 0,1-5 39,-4-5 1,-2-5 47,19-22 0,-13-9 17,-14-3 55,-16-5-133,-10 18 16,-20-2 6,-11 25-40,-15 2-38,-8 15 27,1 11-5,3 15-478,8 8 2,10 4-1603,15-1 2090,17-1 0,4-20 0,8-5 0</inkml:trace>
  <inkml:trace contextRef="#ctx0" brushRef="#br1" timeOffset="867618">21372 17208 23159,'3'-5'2576,"-1"1"-1753,-2 4-839,-43 65-68,27-39-818,-10 23 0,1 0-2022,18-23 2924,0 18 0,6-31 0,0-1 0</inkml:trace>
  <inkml:trace contextRef="#ctx0" brushRef="#br1" timeOffset="868007">21838 16850 23702,'0'-8'1350,"12"-29"0,7-5-796,20 0-495,-15-1 0,2 3 103,28 9-50,-17 25-39,11 10-40,-1 20 18,-3 21-57,-12 1-50,-13-1 0,-3 4-636,-6-12 1,-1 2 330,2 17 0,-1 3-1029,-4-9 0,-3-2-1778,-3 2 1,-1-2 3167,-1-8 0,-2-2 0,-1 10 0,0-25 0</inkml:trace>
  <inkml:trace contextRef="#ctx0" brushRef="#br1" timeOffset="868209">22065 17122 23976,'-6'-45'429,"-1"0"1,3 5-1,8 6-356,28 8-123,16 8-270,15 8-1478,-25 6 1,1 3-2087,4 1 0,1 1 3884,-3 0 0,-2 1 0,11 2 0,-22-2 0</inkml:trace>
  <inkml:trace contextRef="#ctx0" brushRef="#br1" timeOffset="868392">22981 16943 26105,'-17'43'-400,"-1"1"1,1 0 0,-4 6 0,2-3 399,3-4 0,3-8 0,3-12 0,-5 11 0</inkml:trace>
  <inkml:trace contextRef="#ctx0" brushRef="#br1" timeOffset="869033">23637 16875 20783,'1'-5'4532,"1"2"-3126,-2 3-1182,6-63-90,-15 48-72,5-45 22,-30 71-39,-3 12-43,5 1 1,-1 4-3,-12 13-507,12 1 1,4 2 495,10-2-14,5-3 0,6 2-9,17 9-3,9-15 1,5-2 19,15 11-56,9-17 1,2-6-374,-1-9 387,-3-5 1,0-6-4,3-18 62,-20-2 0,-4-5 0,3-26 0,-21 17 0,-5 1 22,-10-12 1,-17-10 5,-6 10 2,11 17 1,-2-1-3,0 1 0,-2 0 20,-2-6 0,1 2-9,-7-11-11,4-12 5,24 25 987,13-6-992,5 13-23,14 6 34,1 11 379,-5 6-407,7 8 17,2 15-45,-2 9-6,1 17-5,-16-10-100,-4 17-68,-7-10-180,-4-15 1,-1 1-3527,-5 5 1,-2 0 3595,-4 18 0,-2-10 0,8-30 0</inkml:trace>
  <inkml:trace contextRef="#ctx0" brushRef="#br1" timeOffset="869250">24307 17001 26368,'-20'40'-370,"1"-1"0,-1 1 1,-1 3-1,0 0 0,6-6-7426,2 6 6380,-2 10 1,12-30 0,2-11 0</inkml:trace>
  <inkml:trace contextRef="#ctx0" brushRef="#br1" timeOffset="869833">25315 16766 21607,'0'-48'1051,"-1"-1"0,1 9 0,-2 4-53,-10-5-590,-5 18-245,-7-4 184,-29 14-201,2 10-562,11 6 0,-1 2 438,-17 7-1465,15 7 1,3 4 1453,1 2-769,2 7 0,4 3 769,11 9-25,8-13 0,5 1-8,20 17-34,21-6 22,6-14 20,2-15 0,3-6 161,20-6-142,-16-6 1,-2-3 22,9-12 42,-19-6 0,-3-4 98,6-16-70,-13 12 0,-1-2 126,2-16 6,-9 11 2401,-8 14-2552,-5 13 2264,-3 12-2331,-3 13 32,-4 13-27,-7 20-12,3-16 1,-1 2 71,-3 6 1,0 1-95,-2 5 1,0 0-511,-1 3 1,1 0 235,0 1 0,1 1-743,3-2 0,2 0 431,4 2 1,2-4 0,-1 5 0,7-11 0</inkml:trace>
  <inkml:trace contextRef="#ctx0" brushRef="#br1" timeOffset="870301">25723 16421 24294,'48'-25'102,"0"1"0,0-1 0,-9 3 0,-2 1 1,0 6 98,9 10 1,-2 4 33,13-1-129,-17 1 1,-2 1 72,9 1 309,-15 1-326,-13 2 138,-8 3-87,-6 7 26,-1 7-71,-3 12-39,0 10-45,-1 13-59,-1-22 0,0 2-277,1 4 0,0 2 227,-1 7 0,3 0-693,1 6 1,2 1 717,3 5 0,1 1-10,-1-20 1,0 1 0,0-1-419,2 20 0,-3-1 380,-4-6 1,-6-3-74,-9-6 1,-8-4-174,-11-7 0,-7-6-597,-10-4 1,-5-6-4026,-6-5 1,1-4 4418,12-4 0,4-2 0,-16-1 0,42-3 0</inkml:trace>
  <inkml:trace contextRef="#ctx0" brushRef="#br1" timeOffset="873101">17470 17079 22450,'35'-40'885,"0"0"0,-3 3 0,-10 6-476,-20 17 91,-7 2-321,-3 0 49,-6 1-189,0 3 90,-18 0-96,15 5 45,-18 3-56,13 7 111,-6 6-66,0 7 23,-1 3-51,1 7-16,0 4-1,4 5-22,6 3-17,6 5-5,7 1 44,8 0-11,6-4 6,10-7 34,6-9-23,7-11 5,7-8 23,6-14-11,7-11-242,3-13 239,-26 11 0,-2-2 19,-2-1 1,-2 0 89,14-19 73,-16 6-11,-11 5-112,-15 4-34,-4-2 0,-6-1-39,0-3 220,3 1-198,2 3-16,1 7-12,0 6 40,-4 6-23,-5 7-50,-7 9-157,-8 7-991,-5 9 1159,-4 3 0,20-11 0,3-3 0</inkml:trace>
  <inkml:trace contextRef="#ctx0" brushRef="#br1" timeOffset="877868">28321 16562 24699,'-23'22'141,"0"0"1,-6 6 0,-1 3-117,-7 10 1,-2 1-1168,10-11 1,-1 1 0,-1 1 993,-9 7 1,-1 2-1,1-1-392,3-6 1,2 0 0,1-2-268,-8 6 1,1-1-2653,-2 1 0,3-3 3459,-5 0 0,8-5 0,21-19 0</inkml:trace>
  <inkml:trace contextRef="#ctx0" brushRef="#br1" timeOffset="878042">27609 16968 13312,'1'-41'4646,"0"0"0,-1 9-4302,0-10 1,-2 5 685,-2 24-279,1 5-510,4 2 22,14 11-151,5 3-22,38 13-90,-2-1 0,4 1-438,-12-4 0,3 4-966,-7 0 0,7 5 1,2 2-1,-1 0 0,-8-2 1055,-4-1 1,-5-1 0,1 1 0,17 9 0,3 2 0,-12-5 0,-3 4 0</inkml:trace>
  <inkml:trace contextRef="#ctx0" brushRef="#br1" timeOffset="941435">16686 18058 12180,'-48'-2'3019,"11"1"-2061,36 9-168,8-1-269,7 0-180,11 2-139,8-2-1,7 2 1,4-1 140,13 3-230,-15-4-20,-10-1 1,0 0 53,21 2-57,-6 0 1,2 1-245,-15-3 1,2-1 178,9 3 0,5 0 1,-5 0-423,-11-3 0,0 0 405,8 2 1,5 1-1,-2-1 12,1 0 1,0-1 8,11 2 0,2 0 0,-2-1 0,1 0-4,-11-2 1,1 0-1,-3 0-16,2 0 1,1 0 6,-3-1 0,3 1 0,-3 0-4,4 1 0,1 1-22,2 1 0,5 0 0,-4 0 16,2 1 1,2 0-16,-11-1 0,5 0 0,-1 1 1,-7-2 6,-1 0 0,0-1 14,7 2 0,6 1 1,-4-1 2,-2-1 0,-1 1-519,11 1 0,2 0 561,-5 0 0,1 0-28,-12-1 0,2-1 0,-4 0-8,3 0 0,-1 0-19,-2 0 1,2 0 0,-3-1-11,3 0 1,1-1 8,-2 0 0,4 1 0,-1-1-8,11 2 0,0-1 6,-15-2 0,0 0 0,-2 0 2,7 0 0,-5-1-173,-9-1 1,-2 0 205,3-1 1,-2 0 281,13-1-320,7 1 725,-4-5-725,-15 0-2035,-4-2 2040,-16 1-376,-4 0 398,-6 3-16,0-1-28,-3-1-90,-1-1-325,-5-2 2034,-4 0-9013,-7-1 6823,0 2 0,6 1 0,4 3 1</inkml:trace>
  <inkml:trace contextRef="#ctx0" brushRef="#br1" timeOffset="942183">22186 18037 6977,'-5'-8'4335,"1"1"-2666,4 7 437,0 0-1629,63-1-102,-25 1-191,8 0 1,3 0-389,14 0 408,-25 0 1,3 0 10,6-1 1,5 2-76,-1 0 0,4 2 0,1-1-1144,-1 1 0,-1 1 0,2 0 1043,1 0 1,0 0-1,2 1 12,-11 0 1,1 1 0,1-1 0,-2 1-613,10 1 0,-1-1 1,3 1 585,-5 0 0,4 0 0,0 1 1,1-1 4,0 1 1,0-1 0,1 0 0,0 1 8,0-1 0,1 0 1,-1 0-1,1 0 6,0-1 0,-1 0 0,1 0 0,0 0 4,-1-1 0,0-1 0,0 1 0,-1-1-6,0-1 0,0 0 1,-1 0-1,0 0-20,-2 0 1,0-1 0,0 0 0,-1 0-19,-4-1 1,0 0 0,0 0 0,0 0-237,1-1 1,0 1 0,0-1 0,-5 0 249,16-1 1,-3 0 33,7-1 0,-10-1 298,-20-3-513,-11-2 782,-36 0-620,-27 0 0,11 3 0,-3 2 0</inkml:trace>
  <inkml:trace contextRef="#ctx0" brushRef="#br1" timeOffset="1.11854E6">20783 17819 13827,'-56'14'1364,"0"0"1,1 0 0,9-2-894,21-5-264,2 0 22,13-5 315,10 0-370,14-7-112,2 0-6,13-5-40,2 1 7,6-3-34,7-1-6,3-1-6,3-1-21,-5 3 32,-5 0 7,-9 4 27,-11 3 45,-9 2-33,-10 1-34,-12 3 28,-14 3 17,-12 3-17,-11 3 0,15-4 0,1 0 28,-14 2 112,-12 1-51,31-6-16,3 0-84,12-2 61,12-1-72,12-1-12,6-2-16,9-2-51,3-2-50,15-7 78,-12 5-44,16-7-12,-17 5 17,5-1 89,-16 5-72,-17 4 45,-14 6-12,-24 5 1,-10 6 47,12-5 0,-3 0 84,-10 3 0,0 0 53,7-3 0,2 0-14,-1 1 0,4-2-42,5 0 325,19-5-207,56-15-134,7-2-77,-19 5 1,0-1-20,19-5-307,-11 6-1569,0-1 1893,12-5 0,-25 7 0,-7-1 0</inkml:trace>
  <inkml:trace contextRef="#ctx0" brushRef="#br1" timeOffset="1.13513E6">19131 17823 11206,'3'-2'3175,"0"1"2085,-3 1-4638,-42-7-74,17 5-139,-34-5-297,35 7-22,5 2-73,10 1 16,3 0 18,7 1 16,10-2-39,3-1 0,17-2-28,3-2 33,12-1-49,1-1-29,-3 2 6,-5 2 50,-16 4 17,-10-1 28,-31 7-39,2-3 5,-36 6-44,12-5 24,5-1 1,0-2 8,-5 1 23,-14 1 5,27-3 6,-4 0-6,8-2 6,7 0 0,6 0-51,5-3-22,10-2-11,7-3-11,13-2-1,10-2 34,-2 3-16,28-6 5,-29 8-14,4 0 0,0 1-76,-4 2 34,6-1 67,-25 6 40,-25 6 16,-14 2-11,-24 6 11,-11-3-155,26-7 0,-1-1 186,0 0 0,0 0 5,3-2 1,0 0 182,-20 1 56,20-3-152,16-3-83,19-2-1,14-2-5,12 0 0,11 2 11,6 1-17,5 2-56,2-1-67,0-1-650,-1 1-34,-19-1-4392,-7 2 5132,-20 1 0,-4 0 0,-1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5:06:50.6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2123 2560 16174,'11'-54'1158,"0"0"1,0 0-1,0 0 1,0 1 0,0-2-1,-1 4 1,-2 8-711,-2 8 0,0 3-89,0-5 0,0 2 178,2-16-184,-3 22-179,-2 14-107,-2 10-6,2 15 7,1 11 21,0 18-10,-2 19-298,-6-20 0,-1 2 227,-2 8 1,-1 2-595,-4 7 0,-2 0 600,-1 4 0,0-1-3,1 0 0,-1-2-6,3-6 1,1-1 11,2-10 0,2-3 11,-1 14 95,5-25 73,5-23-112,7-24-28,9-22-20,-3 11 1,2-2-280,3-5 1,1 0 256,-3 6 0,1 0 2,10-11 1,1 3 695,8-6-698,-13 16 0,1 4-14,7 5-22,-8 15-51,-2 16 67,-1 12 17,3 13-89,4 9-107,3 7 879,4 1-1061,-12-23 0,1-1 26,10 8-460,15 1 100,-22-27 752,5-3-135,-9-16 168,-6-10 90,-7-8 100,-6-2 79,-5 2 40,-6 4 4,-4 5-83,0 7-107,1 4-123,5 5-61,2 2 21,2 5-27,5 4-11,6 3 16,13-1-39,12-3 23,13-6-6,11-12-148,-26 2 0,-1-3 162,1-4 0,-2-2-11,-3-2 0,-3-2 8,13-24 28,-19 1 0,-14 4 45,-15 7-28,-10 8-5,-10 12 33,-4 8 290,-4 14-279,2 8-50,2 11-67,5 8 22,9 6-12,9 4-4,14 2-29,14-2-67,19-4-301,-11-23 0,3-2 276,6-3 0,1-1-17,4-4 0,1-2 25,1-2 0,0-3 59,-2-4 0,-1-4 64,-3-3 1,-3-2-282,19-22 394,-16-7 15,-12-4 41,-8-1 16,-4 2 22,-6 8 6,-2 11-106,-6 11-62,-13 15-16,3 5 582,-15 14-599,9 4 357,-5 12-368,5 4 20,7-1-60,5-4 12,9-8 16,5-10 11,7-9 12,3-15 39,8-21-17,-8 2 28,9-22 28,-10 11-6,4-10-5,1 5-3325,1 6 3286,-9 15-6,-2 7-12,-11 12-4,1 9-18,-1 9 0,1 13 1,0-2-130,4 25-111,2-16-202,8 18-263,6-17-12,8-8 3510,11-13-2837,-12-14 117,9-16 168,-19-10 158,1-9 391,-5-9-269,-8 10-297,-2 5 124,-5 12-191,0 9-117,0 5-18,0 12 74,0 26-51,2-3-20,0-1 1,2 3 0,1-6 0,2 1-467,2 11 0,0 3 458,2 1 0,-1 3-28,-2-7 0,-2 1 1,0-3 7,1 2 1,-2 0-18,0 15 1,-4-4 14,-10-4 34,-12-5-12,1-29 17,-18-48-28,15-21-288,10 19 0,0-2 271,2-14 1,3-3-235,3 2 1,1-2 235,0 9 0,1-2 0,0-1 20,1-7 1,0-1 0,1 3 2,-1-2 1,1 1-6,0 9 1,1-1 0,2 4-212,2 3 1,3 2 209,2-8 1,4 2-1305,8 0 1,3 5 1289,10-9-154,-2 23 1,1 6 159,-4 9 689,29 4-711,-15 19 23,11 13-23,-25 1 0,-4 3 5,7 14 12,-18-8 0,-8 0-17,-24 12-6,2-21 1,-5 0-77,-5-4 1,-5-3-314,-9 0 1,-2-4-1968,4-5 1,1-3 2389,-25 5 0,28-12 0,26-4 0</inkml:trace>
  <inkml:trace contextRef="#ctx0" brushRef="#br0" timeOffset="207">4550 2194 26637,'-6'54'-232,"0"0"1,1-3-1,1-4-2490,5 3 2722,1-4 0,0-20 0,0-9 0</inkml:trace>
  <inkml:trace contextRef="#ctx0" brushRef="#br0" timeOffset="384">4587 2009 24788,'3'-16'-2458,"-4"0"0,15 30 1,-10-10-1</inkml:trace>
  <inkml:trace contextRef="#ctx0" brushRef="#br0" timeOffset="1092">5119 2025 27863,'-50'9'-39,"7"28"33,32 12 1,7 10-1197,0-15 1,1 2-1,0 1 1150,1 6 0,1 1 0,1 1-92,2 4 0,1 1 0,0 1-168,0 2 1,1 0-1,0 0-319,-1 0 0,1-1 0,-4 0-475,-2-3 1,-3 0 0,-4-3-21,-2-4 0,-3-2 0,-5-4 658,-1-7 1,-4-2-1,-3-6 669,-12 5 1,-3-10 698,5-13 1,1-10 287,-14-31-740,34 0 0,7-7-53,8-10 0,7-4-1001,5-10 0,5 0 864,-2 16 0,2 1 0,2-1-51,0 1 0,2 1 1,0 1-108,3-6 1,2 1-6,-3 8 0,3 0 1,-1 3-77,1-1 1,1 1-54,12-13 1,2 1 336,-6 11 1,0 2-349,1 1 0,0 2 34,0 2 0,-1 2 16,-7 6 1,-2 0 396,7-4 0,-3 0-138,2-5 279,6-7 218,-24 14 2437,-9 6-2728,-9 4 668,-4 5-942,-4 3 122,1 11-217,1 8-84,4 13 0,4 7-23,10 4 6,2-9-5,23 6-18,0-19 18,17 3 16,-6-17 17,-4-13 33,-6-10 79,-6-13 135,-4-6 145,-5-3 22,-4 6-50,-5 7-200,-4 11-192,-3 9 0,-1 11 0,-4 16 0,-3 18 0,-6 22 0,4-20 0,0 4-604,1 6 0,1 3 604,-1 9 0,3 2-621,2-16 0,1 3 1,1 0-807,0 4 1,2 2 0,-1-2 1070,0-3 0,1-1 0,0-4 0,0 4 0,0-6 0,1 7 0</inkml:trace>
  <inkml:trace contextRef="#ctx0" brushRef="#br0" timeOffset="1568">6369 1977 22838,'7'-56'1015,"1"1"1,-2 6 0,-1 11-792,-6 23 456,-2 18-467,-6 21 44,-6 24-137,4-12 1,0 3-754,-4 10 1,0 3 657,-1 6 0,0 2-322,5-16 0,0 0 1,0 1 258,2 0 1,1 0 0,1 0-115,3 0 1,1-2 0,5 0-505,9 15 0,10-4-1422,11-8 0,7-6 2078,3-10 0,1-5 0,-10-10 0,-3-4 0,8-1 0</inkml:trace>
  <inkml:trace contextRef="#ctx0" brushRef="#br0" timeOffset="3960">6987 2077 25354,'-36'-2'205,"0"0"1,1 4-1,6 7-166,11 18 1,5 6-18,-9 17-19,13-14 0,4 0-14,10 9 5,14 12 23,18-26 28,11-14 16,3-13 29,-2-14 78,-7-14 39,-9-14-73,-11-10-50,-10-7-33,-15-5-357,-12 0 351,-13 4-11,-5 10-12,-2 11-11,3 16-22,5 11 0,4 16-56,1 12-174,1 13-487,3 10-1401,7 4-755,8-10 2120,8 1 1,-4-29 0,1-2 0</inkml:trace>
  <inkml:trace contextRef="#ctx0" brushRef="#br0" timeOffset="4194">7339 1821 26598,'-10'-45'490,"0"0"1,0 4 0,4 12-412,7 25-29,8 17 23,9 17-45,-2-3 0,0 4-585,5 9 1,-1 5 581,1 7 0,-1 3-44,-8-14 1,-2 1-1,-1 1-445,-2 1 0,-1 2 0,-4 0 225,-4 1 0,-2 0 0,-4 0-882,-2 0 1,-3 0 0,-1-2 1120,-10 15 0,0-7 0,6-16 0,1-6 0,-5 4 0</inkml:trace>
  <inkml:trace contextRef="#ctx0" brushRef="#br0" timeOffset="18192">3145 4405 12623,'0'-6'6604,"1"2"-5064,-1 4-980,-2-63 532,-15 31-834,8-7 0,-2 3-18,-16 15 281,-13 10-314,9 8-100,-14 7-31,7 9 18,3 10-28,3 7 0,8 3-4,9 0-15,8-5-9,11-4-15,8-4-49,12-2-15,9 0-33,8 1 26,6 3-8,4 5-800,4 2 822,-12-4-32,4 4 17,-21 2 27,-11 0 29,-26 7 21,-13-15-3,-11-6 1,-4-1-1,7-6 1,-1-2-817,-15 4 0,-1-3 773,16-3 1,1-4-235,-8-7 1,4-5-1079,1-15-2568,-2-21 3886,32 5 1,6 14 0,3 13 0</inkml:trace>
  <inkml:trace contextRef="#ctx0" brushRef="#br0" timeOffset="20476">3612 4233 18189,'2'4'2266,"0"-1"455,-2-3-2328,-19 55-101,11-21-198,-4 6 0,1 2 63,5 7-48,-1-4-18,-3 2 148,3-16-1,-1-8 89,6-15-13,1-7-53,2-9-200,3-10 44,5-14 212,5-13 222,4-7 43,0-3-16,-1 3 26,-1 7-111,-4 10 76,1 9 5,2 10-8,7 9-330,9 4-189,9 7-130,5 8-215,-1 10-118,-5 9-100,-7 6-180,-9 6-165,-11 3 223,-12 0 301,-12-4 313,-6-10 403,-2-13 289,5-11 43,6-14-472,4-11-53,6-15 13,6-11-61,7-6-80,8 3-56,5 7-70,0 9-139,3 8 569,1 7-65,5 5-172,4 5-143,3 7-242,6 15-125,-16-2-232,4 21-112,-22-3-278,-2 14-271,-8 3-508,-4-1-500,3-7-987,8-11-1850,14-14-932,16-11 6054,13-15 169,-23 1 0,0-3 3,1-2 1,-1-4 355,-2 0 1,-2-2 4174,18-21-78,-13 0-1135,-13 1-1421,-10 4-799,-8 2-504,-8 5-406,-7 6-374,-6 8-180,-3 7-16,-2 9 12,4 3 295,-10 17 60,9 3 278,-8 16 298,11-1-85,4 3-136,7-3-125,9-5-212,10-10-206,8-10 91,7-10 7,2-15 89,0-10 296,-1-10-29,-6-5 4,-6 2 134,-7 5 199,-5 9-291,-2 7-422,-5 8-731,-4 10 589,-4 8 124,-3 10-40,0 7-5,4 5 10,5 3-24,7-2-87,8-1 218,11-7-942,12-4 197,9-9 142,21-14 227,-19-8 47,-12-4 1,-1-4 285,7-17 38,-15 9 0,-1-5 31,1-12 0,-3-2 47,-6 10 0,-2-1-93,4-18 1,-2-5-144,-5 2 1,-2 2-406,0 9 0,-1-1 339,0-13 1,-2 2 29,-4-7-204,-2 12 136,-3 6 15,0 32-79,1 2 623,1 7-304,1 19 669,1-2-832,-2 28 102,-2 5-7,1-14 0,-1 3 29,-3 17 0,-1 0-389,2-16 1,1 1 396,-4 17 1,0 0-38,6-20 0,1-2-64,0 7 0,2 0-2,2-6 0,5-2-105,15 27 27,-2-28-62,22-5 80,-21-23 42,21-11 17,-11-15 71,9-21-23,-13 1 0,0-4-583,-2 1 0,-2 0 618,1-3 0,-1-1 14,-1 2 0,-1 1-13,-7 12 1,-1 1 8,0-4 0,0 1 18,0-20 85,-9 13-115,-3 20 19,-4 4-22,2 14 1142,-2 1-1179,-2 13-27,-14 27-8,3-3 39,1 0 1,-2 3 521,-5 21-528,10-23 0,2 4 24,1 4 1,4 1 3,2-6 1,2-2-8,1-2 0,3-1 4,8 26-7,3-17-20,5 6 3,5-8 9,-5-19-41,3-6 13,-8-14 292,8-9-281,5-6-3386,18-13 3401,-10 6-191,-6 1 1,-1 0 206,-5 1 24,17-15 6,-23 18 5,-3-1 11,-7 5 3193,-7 2-3226,0 5 624,-1 0-607,0 3-23,2 1-16,-1 1 10,-1 1 1,0 3-1,-1 1-10,0 5 5,0-1-6,1 0 6,1-4-5,1 0-1,1-2 17,7 0-11,4-4 0,9-4 0,-2-1 0,6-10 23,-6 0 10,5-18-27,-12 4-34,-6-6 22,-9 16 6,-10 4 28,-13 8-11,4 2 0,-14 5-6,9 10-11,1 3-6,3 5 12,4 7-6,2 10-17,1 3 12,4 11-1,10-8 0,13-1-5,3-10-6,28 3 6,-15-19 16,6-3 1,2-2 17,6-9-29,7-1 12,-9-15-1,-12-8 1,3-12-1,-15 10 1,-3-2 22,6-22-28,-6 3 51,-7 8 105,-5 11-88,0 6 55,-2 2 22,1 14-72,-1 2-67,2 2-12,-1 3 1,3 13-1,0-3 6,7 30-17,3-4-22,8 22-498,4 1 520,-12-26 0,0 0 0,-1 1 1,-1 0-35,3 28 29,-11-18-202,-26 10 62,4-29-513,-12 0 0,-3-3-1874,-14-5-1644,14-6 1,0-3 4192,-10-7 0,19-1 0,15-3 0</inkml:trace>
  <inkml:trace contextRef="#ctx0" brushRef="#br0" timeOffset="20882">6374 4657 21657,'-2'2'3148,"0"0"-2016,2-2-981,27-69-78,-6 20-48,2-8 0,0-3-676,-7 18 0,0-1 687,2-11 1,-1 1-1,-7 16 1,0 2 66,0-8 1,-3 2 628,-6 5-458,-7-3 170,-5 11-282,-4 10-61,2 6-45,3 7 687,3 3-721,-4 17-5,2 6 5,-4 22-22,6 7-11,6 12-339,4-28 1,4 1 315,2 1 0,4 1-30,4 1 0,2 0-85,4-1 1,1 0-138,0-2 1,1-1-298,-2-4 1,-2-1-2168,13 18-7081,-14-16 9034,-9-13 1,-8-11-1,-3-6 1</inkml:trace>
  <inkml:trace contextRef="#ctx0" brushRef="#br0" timeOffset="21075">6345 4318 23917,'42'-25'-653,"1"0"0,-1 0 0,-2 2 0,1 1 0,-2 7 653,5 9 0,-5 5 0,8-2 0,-6 2 0</inkml:trace>
  <inkml:trace contextRef="#ctx0" brushRef="#br0" timeOffset="21315">7070 4209 21002,'-4'0'2683,"0"0"-2537,4 0-443,47-37-325,-9 28 115,0-10 0,2 3-1251,15 23-3267,-3 6 5025,-4 8 0,-22-8 0,-6 0 0</inkml:trace>
  <inkml:trace contextRef="#ctx0" brushRef="#br0" timeOffset="21475">7179 4399 21607,'-44'22'898,"0"-1"0,1-2 0,18-5-467,32-11-352,11-5-113,16 0-112,14-2-386,8 0-660,-24 3 0,1 0 1192,7 0 0,-2 0 0,4 1 0,0 0 0</inkml:trace>
  <inkml:trace contextRef="#ctx0" brushRef="#br0" timeOffset="22066">8443 4308 24833,'-47'0'143,"0"1"1,2 2 0,7 7-99,5 38-11,7 5-6,11-1-5,18-6-7,17-7 18,19-11-12,14-9 18,9-10 32,0-13 23,-28-6 1,-3-3-7,10-9 107,1-25-33,-28 3-18,0-17-89,-11 28 0,-1 1 28,-5-29-39,-13 5-90,0 23-319,-21 6-1199,-5 22 1563,7 6 0,1 1 0,-5-1 0,-3 6 0</inkml:trace>
  <inkml:trace contextRef="#ctx0" brushRef="#br0" timeOffset="23405">7034 1045 31850,'0'-5'-1756,"0"1"1181,0 4 2338,-3-41-3044,1 45 1499,-1-19-1402,2 62 553,0 9 2618,0 5-4315,-1-1-7503,0-5 8606,-1-19 0,2-14 0,1-16 0</inkml:trace>
  <inkml:trace contextRef="#ctx0" brushRef="#br0" timeOffset="23762">7073 755 26100,'-43'-2'-1054,"10"6"863,40 22-766,8-5 368,11-6 362,10-7 137,6-15 114,4-9-367,-3-14 355,-8-8-279,-13-3 507,-13 2 68,-18 6-122,-14 10-114,-14 10-145,-11 8-148,-3 13-189,6 6-162,12 11-3830,15 10 4402,10-3 0,6-10 0,2-9 0</inkml:trace>
  <inkml:trace contextRef="#ctx0" brushRef="#br0" timeOffset="36509">3247 6456 22643,'20'-36'528,"1"0"1,2-3-1,0 2-265,8-6-1285,-12 12 0,0-1 1095,7-18-3,-8 2 0,-2-3-40,-6 10 1,-1-2-16,-1 2 0,1-2 0,-2 0-4,0-12 0,-2 2-65,-2 2 0,-1 2 76,-3 7 0,-2 4 139,-6-22-111,-9 21-16,-1 15-62,0 12 1047,2 12-1025,1 15 703,4 5-694,0 10 0,1 5-3,3-3 0,1 1-53,-3 16 0,2 2 31,4-3 0,3-2-735,5 1 1,3-3 705,-2-9 1,4-2-1596,12 12 1,3-3 1348,5-2-456,5-2 0,4-3-1140,8-11 764,-12-9 0,1-4-769,18-18 694,-6-16 1030,-10-13 622,-9-8 443,-9 0 420,-7 3 1160,-4 9-987,-5 8 2951,-2 11-3684,-2 7-177,1 3-317,-3 4-59,2 4-131,-1 3-39,1 2 118,11 5 22,10-4-62,10-2-61,1-8 34,7-14-7,-5-10-4,9-14 32,-7-7-27,-12 7 157,-8-17-85,-17 23-10,-7-11-18,-13 21 12,-8 9-39,-3 8-40,2 11-11,1 8-33,10 3-12,-5 23-33,14-4 6,-2 19 10,12-4-128,10 1 5,1-14-131,7-12 0,4-2-339,18 5 76,-8-10 1,3-3 222,-1-6 0,1-5 132,-1-4 0,1-4 126,-2-3 1,-2-5 153,0-8 0,-3-4 23,8-9 230,-3-22 77,-19 17 74,0-8 27,-4 7 6,-4 11-112,-3 11-218,-1 8 166,-2 9-318,-1 9-10,-2 10-24,1 10-32,0 9 10,4 5 6,5 2-17,4-3 0,3-6 29,1-9 60,-2-13 40,-2-12-22,0-15-12,3-11-4,6-15-10,-2 10 1,0-1-37,8-13 2,-3 13 1,0 1 42,9-2-6,10-2-16,-5 11-35,-1 10-10,-3 7-17,-2 9-23,-2 7 12,-1 11-57,-3 6-117,0 7-314,-1 7-1047,0 6-6086,0 5 7643,-2-7 0,-8-18 0,-4-12 0</inkml:trace>
  <inkml:trace contextRef="#ctx0" brushRef="#br0" timeOffset="36734">5550 5872 20879,'-4'-2'3702,"1"0"-3489,3 2-560,70-50-2958,-13 31 2048,-17 0 1,6-3-1,-3 5 680,2 9 1,-4 4 0,17-4 0,-24 5 0</inkml:trace>
  <inkml:trace contextRef="#ctx0" brushRef="#br0" timeOffset="36917">5618 6176 25197,'34'1'-2616,"-1"0"1,6-3-1,0-3 2616,3-6 0,-2-2 0,13-4 0,-22 7 0</inkml:trace>
  <inkml:trace contextRef="#ctx0" brushRef="#br0" timeOffset="50222">7335 5566 13771,'0'-3'7460,"0"1"-5784,0 2-1296,-33-33 68,-3 25-286,-2-5 1,-2 3-73,-11 19-233,16 3 0,3 2 193,0 5-17,6 0 1,-1 2 6,-15 24-4,14-5 0,0 5-19,7-5 0,2 2-1019,1 11 1,3 0 998,8-18 0,2 1-3,2 8 1,4 1-172,3-10 1,3-1 153,2 6 1,6 0 8,12-1 0,6-4 22,-2-9 1,2-4-4,1-2 1,2-5 30,2-6 1,0-6 58,22-7 25,-21-7 1,-1-4-37,10-9 30,-23-6 1,-6-4 25,-9-13-66,-4-8 57,-21 8-7,-17 23-52,-1 11 1,-6 5-54,2 5 1,-2 4-158,-10 2 1,1 4 120,15 0 0,2 2-89,-4 3 0,3 3-3504,-16 20-1051,10-7 4661,9 8 0,25-26 0,1 0 0</inkml:trace>
  <inkml:trace contextRef="#ctx0" brushRef="#br0" timeOffset="59705">2439 7777 23131,'6'20'1450,"-1"-3"-1159,2-9-11,-2-4 29,3-2-74,2-8-112,6-10-50,10-15-23,6-18-1712,-11 7 0,0-2 1664,-6 13 1,-2-2-3,6-21 0,-4-2-262,-7 16 0,-2-1 281,2-9 1,-2-1 2,-2 5 1,-1 1 27,-1 2 1,-1 3 55,-4-12-56,0 14 12,-3 25-90,3 9-22,0 10 44,2 26 12,1-2-15,0 3 1,0 4-4,1-3 1,0 1 1134,0 12 1,2 2-1262,2 4 1,1 0-362,3 1 0,2-1-210,2-1 1,3-2-586,3-4 0,1-3-1834,2-4 0,2-3 3128,-4-7 0,-1-5 0,6 6 0,-12-16 0</inkml:trace>
  <inkml:trace contextRef="#ctx0" brushRef="#br0" timeOffset="60062">3099 7693 23237,'-32'-12'106,"11"4"-33,35 11 6,10-1-29,8-9 62,23-25-56,-22 7-11,9-16 84,-29 7 151,-5-13-12,-6 2-100,-7 3 348,-19 11-376,8 19 163,-21-1-46,13 10-167,-5 8-45,0 15-51,9 8 12,2 6 5,8 13-45,6 3-81,3-8 1,2 2-139,2-2 1,3 0-684,1 9 1,4 1-1367,4-8 0,2-3 1654,0-4 1,0-4 0,8 9 0,-9-22 0</inkml:trace>
  <inkml:trace contextRef="#ctx0" brushRef="#br0" timeOffset="60745">3819 7401 24396,'-43'-12'263,"0"0"0,0 6 1,7 9-152,10 40-76,8 0 1,0 4-419,6-13 1,0 3 309,1 8 1,-1 10-1,1 0 1,1-7-1480,1 1 1,0 0 1334,1 3 0,-2 8 1,0 0-1,3-9-151,0-1 1,2-1-522,-1-1 0,-1 5 0,0 2 1,0-6 229,-1-4 1,1-4 0,-1 2 690,-3 13 1,-1 3 0,0-7 159,1-9 0,-4-7 928,-24 11-696,18-38 638,-20-41-660,27-27-266,4 8 1,5-4 509,9-5 1,5 0-617,-1 19 1,2-1 0,2 1-18,10-17 0,3 5-20,-6 13 1,3 3-37,10-2 0,1 4 730,13-3-834,-12 14 1,0 0-12,12-1 256,-16 9 1,2 0-226,8-5 0,1-1-81,-8 4 1,2-2 196,5-4 1,5-2 0,-4 1-229,-4 1 0,-2 1 291,8-4 1,-2 0 111,-9 6 0,-4 1 979,4-9-449,-6 2 55,-12 0-123,-11 6 207,-4-3-661,0 3 208,-3-23-274,1 15 36,1-9 0,0-3 103,1-12-89,1 16 0,-1 0 156,0-11 79,-3 9-285,1 19 1882,-2 6-1989,2 15 0,-3 11 34,1 4 50,-3 39-34,5-1-316,2-11 0,1 2 294,3-3 0,1 1-28,2 3 0,1 1-40,1 2 1,1 0-54,-1 2 1,1-1 14,-3-10 0,-1-1-379,0 17 1,-2-1-149,-5-22 0,-1-1-591,0 12 0,-4-4-7071,-8 0 8267,0-20 0,7-13 0,5-7 0</inkml:trace>
  <inkml:trace contextRef="#ctx0" brushRef="#br0" timeOffset="60904">4048 7809 23959,'-13'-44'-88,"-1"1"1,5 3-1,11 6-1368,52 12 1456,-17 10 0,0 1 0,4-2 0,2 1 0</inkml:trace>
  <inkml:trace contextRef="#ctx0" brushRef="#br0" timeOffset="61989">4747 7490 25074,'-54'5'155,"0"-1"0,2 4 0,8 9-130,17 15 1,5 8-1097,-1 1 1,1 3 1036,1 4 1,3 1-26,2 1 0,4 0 97,3-3 0,4 0-184,6-6 1,6-3-236,19 19-112,19-23-89,12-20-169,5-25 328,-29-2 0,0-4 78,2-8 0,-1-3 269,2-7 1,-3-3-565,1-6 1,-1-3 681,-2-4 0,-1-3 64,-2-2 1,-2-1 267,-2 2 0,-2 0-74,-3 4 0,-2 2 47,-3 7 0,-1 2-34,-3 8 1,-2 1 412,3-15-300,-3 17 379,-5 12-671,-1 12 1510,-2 12-1549,0 3 118,-3 33-106,-2 4-103,0-10 1,0 3 3,-1 0 1,0 0-15,-1 3 0,-1 2 6,0 1 0,0 0 6,0-1 0,1 0-18,2-4 1,0-2-6,2-6 0,1-2 0,1 12 17,4-18 39,1-16 0,6-17-16,5-12 733,9-17-722,6-7-12,5-2 28,0 7 1,-2 9-22,-8 13-12,-6 8 33,-5 8-5,-2 8 17,-2 9 5,1 10-50,1 9-6,2 9-11,5 1-22,4 0 5,5-8-6,3-9 40,-2-12-6,-4-10 17,-2-16 51,-1-15 16,5-17 39,4-13-33,-14 25 0,1 0 78,1-4 0,-1 2-55,7-9 133,-1 2-22,-18 28-78,-1 3-56,-5 6-79,-6 18-27,-2 11-12,0 3-22,-1 12-45,7-11-118,6 9-302,6-2-5834,12-2 2350,-4-15 3785,5-4 0,-16-15 1,-1 0-1</inkml:trace>
  <inkml:trace contextRef="#ctx0" brushRef="#br0" timeOffset="62172">5661 7358 21506,'-5'-2'2621,"0"1"-5690,5 1 3069,-2 0 0,1 0 0,-2 0 0</inkml:trace>
  <inkml:trace contextRef="#ctx0" brushRef="#br0" timeOffset="62989">5889 8064 26362,'27'-40'28,"0"0"0,0 0 0,0-1 0,-1 1 0,-2 2-23,2-6 1,0-2-1037,-2-4 0,1-6 0,-3 5 1042,-1 3 1,-1 1-7,-2 3 1,-1-1-1,-2 4 35,1-18 1027,-8 10-994,-8 0 67,-12 18-106,1 17 608,-5 6-603,6 13 106,-4 9-106,0 12 1892,-9 30-1931,4 4-3,9-28 1,1 1-10,1 3 1,3 1-96,3 5 1,1-1 36,0-7 0,2 1-336,8 22 0,6-2-1052,1-23 1,3-2 1003,1 6 1,4-1-721,8-6 1,3-5-531,-4-9 0,1-2 432,8 0 1,2-4 629,4-7 1,-1-6 1078,-9-3 0,-2-4-34,-4 0 0,-2-4 1530,9-24 727,-13-11-1887,-6 10 190,-9 6 1,-3 1-35,-7 1-570,-3-6 201,-14 17 1508,-6 14-1800,-14 4-72,-15 19-128,7 7 494,-2 18-539,24-9-35,4 15-21,12-5-113,12 16-44,15-13 61,20-7 73,-2-23-1655,-4-13 1,1-4 1699,0-6 15,2-8 1,-1-7 46,-1-23-29,-10 7 1,-2-3-7,-8 10 1,-2-2 13,0-7 0,1-6 0,-2 5-349,-2 7 1,1-1 353,1-8 1,2-5-1,-2 4 57,-1 6 1,-2 0 92,1-11 0,-1 1-57,1-10 164,-8 0 85,-3 36-137,-1 0 2840,0 13-3041,-3 16 7,0 14-29,-5 24-3,4-14 0,1 4-582,-2 9 1,1 2 558,1-7 1,1 2-65,-1 6 0,1 5 0,0-3-940,3 8 1,0-2 818,0-10 0,1 1 0,2-1-1778,7 18 0,5-6 1972,-1-19 0,0-4 0,10 25 0,-8-30 0</inkml:trace>
  <inkml:trace contextRef="#ctx0" brushRef="#br0" timeOffset="63278">7476 7527 22174,'49'-18'-386,"1"0"1,0-1 0,0 2 0,0 2 0,-7 4 0,10 9 0,-7 2 0</inkml:trace>
  <inkml:trace contextRef="#ctx0" brushRef="#br0" timeOffset="63445">7539 7829 25758,'56'1'-1787,"1"-3"0,-35-3 0,-1 0 0</inkml:trace>
  <inkml:trace contextRef="#ctx0" brushRef="#br0" timeOffset="70197">8948 7538 21786,'4'-42'470,"1"0"1,-1 3 0,-6 12-331,-18 23-6,-12 15 17,-13 12-78,17-4 0,-1 3-48,-3 5 0,1 2-378,0 3 1,2 1 358,4 1 0,4 1-18,5-2 1,5 0 191,7 26-191,25-9 5,22-11-243,-11-24 0,2-4 254,6-1 1,1-5 5,3-4 1,1-4 21,1-3 1,-2-4 5,-3-4 0,-2-4 34,-4-2 0,-4-3 14,-6-2 0,-4-2-10,3-28 130,-19-1 0,-17 2-11,-12 7-89,-10 8 492,-3 9-508,0 8-86,1 9-9,4 6-19,5 5 488,0 8-952,-6 13-29,10-1-2096,-11 16 2612,15-1 0,4-12 0,6 0 0</inkml:trace>
  <inkml:trace contextRef="#ctx0" brushRef="#br0" timeOffset="72646">9848 7607 17092,'-6'-6'2986,"0"2"-1373,6 4-470,0 0-1115,-40 23-62,18 1-64,-6-2 0,-1 3-496,-2 21-980,-3 4-2101,15-24 1,0-1 3674,-14 19 0,12-18 0,9-14 0</inkml:trace>
  <inkml:trace contextRef="#ctx0" brushRef="#br0" timeOffset="72854">9428 7712 21321,'6'-46'877,"-1"-1"1,-1 5 0,0 11-733,-1 25-38,4 12-34,7 9-34,7 13-34,7 12-150,7 8-91,-14-20 1,2 0-852,2 2 0,2 0-2092,2 1 1,1-2 3178,-3-4 0,-1-2 0,8 5 0,-16-14 0</inkml:trace>
  <inkml:trace contextRef="#ctx0" brushRef="#br0" timeOffset="73247">10127 7671 23494,'3'-55'302,"1"0"1,0 4-1,6 9-145,26 11 92,5 9-165,1 8-28,1 7 47,-4 13-91,-5 9-29,-5 16 11,-10 11-11,-7 12-398,-18 7 404,-2-28 0,-5-1 11,-6 1 0,-3-1 5,-5 0 1,-3-2 13,-2-1 1,0-1 16,0-3 1,2-1 13,3-3 0,3-2-44,-11 11 50,17-6-34,14-11-16,13-1-57,14-10-83,18 1-196,20-7-169,-22 1 1,4-1-732,8-1 1,4-2 829,-10 2 0,2-1 0,-5 1 1,-2 1-1,-4 0 0,1 0 1,-1 0-1</inkml:trace>
  <inkml:trace contextRef="#ctx0" brushRef="#br0" timeOffset="73770">11126 7631 24553,'9'-33'196,"-5"6"-157,23 33 23,-8-4-17,4 0 100,-7-1 186,-6-1-213,-6-2-90,-6 1 17,-4-3-6,-3 2 0,-2 1-33,5 0 22,2 1 22,6-1-16,0 0 38,7-1-27,2-1 34,5-2-7,-3 1 24,-1 0-63,-6 1 23,0 0-45,5-1 12,15-3-12,-5 1 0,30-3-5,-27 4-6,22-1 11,-24 3-5,1 1-102,-12 1-21,-3 1-533,-8 3-2229,0 3 2879,-1 3 0,1-3 0,-1-2 0</inkml:trace>
  <inkml:trace contextRef="#ctx0" brushRef="#br0" timeOffset="74037">11227 7404 21752,'-3'-7'2532,"1"1"-6568,2 6 4316,-8-60 1157,6 40-1375,-5-41 970,9 64-987,-1 5 44,3 32-66,-3 2-35,-2-9 1,-1 4 1238,-2-1 1,-2 0-1424,-2 5 0,-2-1-39,2-7 0,0 0-3227,-1 19 1,2-2 3461,1 6 0,2-22 0,2-4 0,2-9 0</inkml:trace>
  <inkml:trace contextRef="#ctx0" brushRef="#br0" timeOffset="74297">11994 7409 23349,'0'-3'2941,"0"1"-2443,0 2-442,-3 68-56,3-19-505,-1 4 1,-1 3 339,2-16 0,-1-3-227,0 24-860,0-23 0,-2-1 522,-3 22 1,2-17 0,-1-10-1</inkml:trace>
  <inkml:trace contextRef="#ctx0" brushRef="#br0" timeOffset="75345">10995 7562 8472,'-11'0'5730,"3"0"-5254,8 0 3131,0 0-2962,29-15-175,-12 10-167,25-13-107,-16 15-79,5 0-33,4-1-33,2 1-23,-5 1 95,-9 1 202,-11 1 44,-13 3-128,-15 3-67,-15 4-40,-30 5-106,16-4-9,9-3 1,2-1 25,-8 2 11,-9 0 39,11-1 68,6-3 45,11-1-35,7-1-78,6-2-39,7-1 0,1 0 56,8 0-44,8-1-24,17-2-32,15-3-1,12-1 6,5 0-40,-5 4 34,-13 1 6,-16 2 11,-16 1 34,-14 1-34,-16 5-34,2-2-123,-13 4-425,14-3-802,2 2-5460,13 0 6816,8-2 0,-1-2 0,1-3 0</inkml:trace>
  <inkml:trace contextRef="#ctx0" brushRef="#br0" timeOffset="75829">12606 7632 24659,'39'-15'-556,"0"0"0,14 0 0,-1 5-616,-15 8 1,-1 3-1008,19 1 0,-1 1 2179,-19 2 0,-2 0 0,16 2 0,-13 1 0</inkml:trace>
  <inkml:trace contextRef="#ctx0" brushRef="#br0" timeOffset="76196">12717 7796 24749,'35'-3'-286,"25"-6"169,-4-6-43,-15 5 1,-1-1-149,2-5 151,2-9 151,-19-5 180,-20-14 83,-12 3-100,-5 1 218,-3 4 40,5 13 101,2-1 49,3 6-111,3 7-62,2 2-325,1 5-5,4 1-29,5 8-27,13 16-12,-3-1-19,0 9 0,0 1-31,-1 4-62,-3 1 1,-2 2-742,-6 18 231,-5-20 0,-3 1-1268,-5-2 1,-3-1 1895,-11 21 0,9-30 0,5-16 0</inkml:trace>
  <inkml:trace contextRef="#ctx0" brushRef="#br0" timeOffset="76496">13815 7428 27774,'-2'17'229,"-7"44"-224,4-25 1,-1 2-1997,-3 19 1,0 3 1970,0-7 1,1 0 7,-1 1 1,1-1 2,2-13 1,-1-1-40,-1 3 1,-3-2-776,-3-6 1,0-3-2130,-11 21 2580,-11-4 0,25-38 1,-1-1-1</inkml:trace>
  <inkml:trace contextRef="#ctx0" brushRef="#br0" timeOffset="79830">2361 9574 17372,'0'-6'6156,"0"2"-5814,0 4-241,-21-20-29,13 33-21,-20 7-85,19 32-50,0 2-498,1 0-1368,4-9-5409,2 9 7359,3-11 0,1-18 0,0-13 0</inkml:trace>
  <inkml:trace contextRef="#ctx0" brushRef="#br0" timeOffset="80196">2556 9308 12853,'0'-5'5819,"0"1"-3528,0 4-2241,-37 30-39,27-5-20,-10 3 1,4 2 3,21 4 38,6-2 40,1-17 207,7-7 185,-5-14 40,5-9 240,-2-24-314,-7-4-258,-4-2 141,-12 0-79,-4 13-44,-6-3-51,-4 11-191,5 13 12,2 7-84,2 12-208,3 10-1545,1 25 78,4-8 1798,7 0 0,1-3 0,-2-11 0,7 10 0</inkml:trace>
  <inkml:trace contextRef="#ctx0" brushRef="#br0" timeOffset="80573">3129 9353 21024,'-5'-4'3361,"2"0"-2532,3 4-840,-79 127-2245,59-79 1,1 4 2208,-4-2 1,-5 7 0,1 1 0,5-2-130,6 3 1,5-2 0,1 1-473,0 4 0,0 2 0,1-3 300,2-10 1,1-2 0,0 4-936,0 0 1,0 5 0,0-1-1,0-8 681,0 5 0,-3-2 376,0-5 1,-2 6 0,-2-2 0,-1-10 804,-6-6 0,-3-6-8,-8 10 0,-2-10-269,-13-22 102,-4-38-194,32 6 0,4-7 173,-3-24 1,4-6-149,5 4 1,4-2-168,4 13 0,2-2 0,2 5-26,0 0 0,5 2 374,7-8 0,6 4-447,-5 19 1,3 2-40,9-10 0,5 2-219,-1 9 1,3 2-2028,19-6 0,1 1 2316,-10 5 0,-2 1 0,-2 2 0,-5 3 0,-4 0 0</inkml:trace>
  <inkml:trace contextRef="#ctx0" brushRef="#br0" timeOffset="81013">3984 9508 17893,'0'-8'5876,"0"1"-5414,-18-25 0,-7-1-148,9 15-71,-13-18 1,1 11 25,11 39 39,-8 19-201,9 5-1,0 8 0,1 6-798,1-9 0,1 3 686,1-1 1,0 3-1,1 1-35,2-5 0,2 0 0,0 1-97,3 0 0,0 1 0,5 0-131,3-2 0,3-1 0,4-1-608,11 17 1,8-5-1345,12-7 0,5-6 2221,-1-9 0,0-6 0,-14-9 0,-2-4 0,7-1 0</inkml:trace>
  <inkml:trace contextRef="#ctx0" brushRef="#br0" timeOffset="82521">4532 9810 15350,'9'-50'1333,"1"1"0,-1-1 0,0 5 0,-1 2 0,-2 6-145,-6-8-280,-1 6-231,-1-4-195,0 14-174,1 10-151,1 10-101,0 7 56,0 19-73,0-1 23,0 28-12,0 5-284,-3-14 0,-1 2 231,-1 3 0,-1 1 20,-3 0 0,0 0-9,0-1 1,0-2-4,-1-4 1,1-2-6,-5 20 0,2-16 129,6-16 22,2-15-101,3-17-16,1-13-6,0-17-6,5-13-91,-2 22 1,2 0 82,3-4 0,1-1-9,0 0 1,2 1-143,0 1 1,1 1 148,8-22-1,-3 17-6,-8 19-5,-4 11 40,-5 16-29,-3 1 633,-4 19-644,-4 7 6,-4 17-40,-3 8 3,9-27 0,0 0-31,1 1 1,0-1-359,-6 28-829,4-3-5285,3-7 6534,4-12 0,2-17 0,1-10 0</inkml:trace>
  <inkml:trace contextRef="#ctx0" brushRef="#br0" timeOffset="83072">5424 9568 13625,'0'-4'7517,"0"0"-4442,0 4-2890,-13-27 61,3 32 174,-24 0-213,2 37-120,7-11 1,-1-1-10,-17 13 6,12-16 0,-2-2-179,8-5 1,0-1 147,-5 3 0,2 0 14,-12 12-22,22-7-23,23-9-16,10-3-68,29-1-50,8-2 0,-16-4 0,3 1-426,11 3 1,1 0-1318,-8-1 0,-1 1-514,-1-1 0,-2 0 2369,18 8 0,-36-12 0,-2-1 0</inkml:trace>
  <inkml:trace contextRef="#ctx0" brushRef="#br0" timeOffset="86712">6413 9524 15149,'-2'-3'6060,"1"1"-5814,-27-7 1,-9 3 566,-1 13-715,-1-12 0,1 3 109,10 20 196,7 8-61,-5 8-57,-10 16-366,16-21 0,0 1 134,-1 2 0,0 2-28,0 1 1,1 0-35,3 1 1,2-1 13,3-1 1,5 0-6,8 24-45,22-9-5,22-12 36,-14-24 0,1-3 16,4-2 1,1-4 19,0-6 1,0-4 24,-4-2 1,-2-4 76,18-25 60,-18-6 63,-15-2-18,-19 3-33,-17 7-66,-19 10-57,-16 10-31,23 11 0,-1 2-20,0 4 0,-1 3-19,3 1 0,0 3-14,-23 16-79,8 7-471,7 6-873,8 1-8397,10-2 9346,10-12 1,6-10 0,4-11 0</inkml:trace>
  <inkml:trace contextRef="#ctx0" brushRef="#br0" timeOffset="87429">7328 9847 25315,'-10'28'202,"-12"3"-169,-24 4-774,15-16 0,-2 0 772,-3-1 0,-1-1-26,1-2 1,0-1 261,5-4 0,1-1-161,-15-2 208,19-15-275,14-11 17,18-16-39,13-15-6,-5 19 0,4-2-66,2-3 0,1-2 77,1 0 1,2-1 10,-2 1 1,1 1 25,-2 2 0,-3 1-112,-2 2 0,-3 1 137,5-27 17,-10 6 34,-7 7-7,-5 8 24,-3 9-1,-4 9-28,1 9-56,-2 7 879,-2 12-918,-3 9 252,1 14-269,4-1 39,4 28-39,15-11-8,1-12 0,5 0-292,5-4 0,6-1 272,4 1 0,3 1-3,4-1 1,1 1-34,8 9 0,-1-1 27,-14-13 1,-1 1-79,6 10 1,-6 1-378,-10 12-5,-13-19 0,-7 2-1495,-16 7 1,-6-1-441,5-11 0,-2-2 2421,-13 9 0,0-6 0,12-11 0,0-1 0</inkml:trace>
  <inkml:trace contextRef="#ctx0" brushRef="#br0" timeOffset="88028">7863 9931 25595,'38'13'148,"0"1"1,7 23-121,-57-9 28,-23 13 17,3-17 50,-6 2 67,9-11-5,11-9-62,14-21-78,14-9-39,5-8 11,15-17-23,3-5 23,-5 7 0,2-2-12,-9 16 1,-1-2 3,2-4 0,0-3 1,-3 5-550,2-12 556,-5 5 1,-3-1 22,-8-7-265,-8-9 327,-8 9-3031,-13 3 2998,6 21 49,-6-1-16,9 20 11,-5 1-95,7 7 355,-1 8-339,5 13 157,3-2-184,-1 18 3408,8-4-3403,8 17 0,6-11 1,4 0-10,-5-10 1,2 0-235,13 17 1,4 0 220,-8-12 0,0 0-377,7 8 1,0 1 375,-3-1 1,-2 0-9,-4-3 1,-3 2-102,-7 4 1,-5 0-36,-5 14-158,-13-19 0,-8-2-3451,-14-6 0,-5-3 3765,5-1 0,0-2 0,-1-3 0,4-3 0,3-5 0</inkml:trace>
  <inkml:trace contextRef="#ctx0" brushRef="#br0" timeOffset="94376">13296 8588 16476,'-4'-28'-61,"16"5"-208,41 18 67,-21 3 1,1 0-647,4 1 1,1 1 679,1-1 0,-1 1 56,0 0 0,-1-1 420,26 0-34,-17-1 167,-23-2-363,-25 1 85,-22-1-51,-7 1 39,-3 2 1,-3 1-57,-20-1 142,15 2 1,-1 0-160,10 1 1,1 0 10,-22 6-77,19-2 25,10 3 58,19-3 40,8-1-85,12-3-67,14-3-55,10-4-52,8-2-38,5-1 11,1-1 11,-3 3 17,-6 2 259,-11 2-136,-15 2 162,-16 1-16,-17 1-40,-18 3-11,-18 4 6,19-4 0,-2 1-134,-3 0 0,-2 0 531,0 0 1,-1 1 16,4-1 1,2 1 61,-20 4-253,23-1 24,24-2-102,24-1-168,22-3-139,21-1-547,-22-2 1,3-1-396,3 0 0,1-2 1003,6 1 0,-2-1 0,5 0 0,-7-1 0</inkml:trace>
  <inkml:trace contextRef="#ctx0" brushRef="#br0" timeOffset="123962">9397 9507 23147,'5'-44'829,"-6"8"-734,-17 40-16,-8 3-6,-8 6-29,-7 2-4,-7 1-18,-5-1 12,-4-5 22,0-3 44,5-5 35,9-4 22,14-1 11,11-2-28,10 1-34,6 3-22,1 0-62,3 6-10,0 3 32,2 11 7,0 6-17,-2 7 11,-1 4 5,-2 0-11,-2 0 12,-4-3 5,-3-1 11,-2-6 6,0-4 22,2-6 39,4-8 62,2-4-11,4-4-90,0-3-67,2-4 0,3-3 6,4 0-17,5 1 11,4 2-6,14 2-22,-9 3 0,17 3-28,-7 6 17,11 8 0,6 7-17,4 7 0,-3 4-6,-10 4 6,-18 1-5,-34 9 21,-4-15-27,-7-10 0,-5-3-168,-17 5-140,-11 3-404,8-7-1585,11-8 2336,14-8 0,12-4 0,6-3 0</inkml:trace>
  <inkml:trace contextRef="#ctx0" brushRef="#br0" timeOffset="124346">10291 9623 26295,'-1'-50'286,"-13"16"-247,-13 41 0,-5 10-33,-14 4-12,8-2 1,1 2-662,-10 10 672,21-12 1,0 1 5,-12 19 34,13 7-40,14-16 254,9 12-243,11-15 85,9 7-96,8-2-21,10-4-24,12-6-33,-17-13 1,2-3-736,7-1 1,3-2-465,10-2 1,1-2 1271,-1-1 0,-2 0 0,-15 0 0,-3 0 0,9-2 0</inkml:trace>
  <inkml:trace contextRef="#ctx0" brushRef="#br0" timeOffset="126838">10287 9621 8870,'3'-9'8922,"-1"1"-8171,-2 8 980,0 0-712,40-61-560,-29 44 65,11-17 0,-4 6-104,-17 26-145,-2 4-96,-4 4-34,-3 5-21,-2 2-18,-1 1 6,0 2-11,-1-1 22,-4 3 0,-6 0-22,-6 2-17,-5-1-11,-2 0-17,0-1 17,2-3-17,5-2-12,2-2 7,2-2-18,2 0 18,0 0-23,0 0 5,1 1 7,1-2-1,1 1 17,1-1-11,1-1-17,3 0 6,0 0-1,1 0 1,1-1 5,-1 1 0,0 0 17,0 1 0,2-4-11,2 0 6,3-2-29,3-1 152,2-1-163,5 1-17,2-1 17,3 1-5,2 0 0,-1 2-6,0 1 16,-1 4 1,0 2 0,-1 3-17,1 1-11,2 0 22,3 0 28,5-1 17,6-2-5,8-2 10,6-1-22,5-1-39,2-1 23,-1 0-1,-3-1-33,-7 1 22,-11 0 6,7 3-11,-10-3-1,10 2 18,-4-4 10,4-3-33,6-1-11,4-4 22,6-2-28,1 0 12,-2 2 10,-18 2-10,-5 4 33,-18 2-6,-1 0-22,-3 3 0,0-2-17,-1-1 29,0-1 100,0-2-73,-2 1-39,-1-1 11,-6 2 6,-3-1-28,-5 2 27,-5 0 12,-2 0-28,0 0 6,2-3 11,1 1-28,0-1 16,-4 1-3380,-13 1 3381,10-1-1,-16 0 1,8-2-6,6-2 5,-4-2 18,18-2-6,-3-3-34,5-1 3392,0-2-3381,0 0 23,-1 2 0,-11 0-6,7 4 28,-14 1-39,7 4-33,-5-2 38,6 1-10,6-1 22,7-2-6,5 2-17,1-3 17,1-1 1,-2-3-1,-1-3-17,-2-3-22,-1 0 34,0 1 11,1 2-23,2 2 12,1 3-1,3 3-5,1 1 0,2 3 0,0 0-22,-2 0 22,2 1 11,-3-3-5,2 3 10,-1-2-16,1 2-33,0 0 27,12-3 1,3-1 16,24-7-6,-11 3-10,23-6 10,-6 1-5,-6 3 0,3-2-11,-3 2 0,1 0 11,9-2 0,-1 0 6,15-4 2,-26 8 0,-1 0-2,13-3 5,10-2-11,-24 5 6,-7 3-1,-21 4-5,-2 0-319,-3 1-2095,5 7 2414,5-2 0,-3 3 0,2-5 0</inkml:trace>
  <inkml:trace contextRef="#ctx0" brushRef="#br0" timeOffset="127345">11525 9826 18408,'0'-9'2722,"0"-25"1,1-5-1861,-1 11-554,1-11 0,0 2 96,0 21-219,0 8-129,-1 5 6,1 10-6,-1 8-17,1 15-11,-6 13-56,-3 14-832,0-22 0,1 0 670,-7 23-121,7-20 0,0 2-1087,3-3 0,1-1-495,0 1 0,1-1 1893,5 2 0,0-5 0,0-4 0,5-10 0</inkml:trace>
  <inkml:trace contextRef="#ctx0" brushRef="#br0" timeOffset="127722">11853 9894 20308,'6'-49'1254,"0"1"1,-1 5-1,-6 9-733,-12 23-241,-6 7-123,-3 12-11,-2 12-40,1 14-61,6 0 51,4 28-85,9-28 3,9 2 0,6 0-42,15 1-278,-2-10 1,3-3 300,16 0-142,-6-11 1,1-3 218,13-5-22,-15-4 1,-1-3 73,11-15 66,-10-14-33,-10-11 11,-12-9 6,-12-6 5,-14 0-22,-9 3-87,-2 25 0,-2 1-42,-14-6 545,-6 4-595,6 21 144,14 8-867,-12 4-3338,10 6 4083,5 2 0,9-3 0,7-3 0</inkml:trace>
  <inkml:trace contextRef="#ctx0" brushRef="#br0" timeOffset="130472">12566 9466 24783,'-16'-50'1087,"10"17"-847,31 48-77,8 16-68,6 16-787,-17-17 1,1 2 708,1 5 0,0 2-26,2 4 1,-2-1-6,-5-8 0,-1 2-45,3 16 0,-4 2-230,-11-16 0,-5 0 37,-3 17 0,-7 0-261,-10-11 1,-7-3-605,-8 0 0,-5-3-2429,-3-2 0,-2-3 3546,4-6 0,3-3 0,-12 5 0,24-16 0</inkml:trace>
  <inkml:trace contextRef="#ctx0" brushRef="#br0" timeOffset="133568">13534 9530 23164,'-47'-18'188,"1"0"1,4 1 0,8 8-172,15 18-40,8 2 29,9 1 16,9 2-5,9-2 45,8 0-34,6-3-34,-3-1 34,16 0 6,-18-3-34,9 2-12,-18-2 24,-8 0 38,-5-1-22,-8 4-11,-8 0 11,-13 3 5,-11 2 18,-8 2-29,-2 2 1,4 1 16,8 1-39,12-3-6,10-1-5,10-2-17,11-4 0,7-1 6,8-5 16,3 0-16,-3-3 33,-5 0 17,-8 0-28,-5 0 33,-4 0 12,-2 5-11,-6 3-6,-9 8 0,-11 6 22,-9 6 12,-7 6 55,0 3 7,5 1-57,12-2-17,12-5-5,17-4-17,13-6-6,22-5-27,-7-8-107,22-3-459,-12-10-2253,13-3 1976,-8-3 0,-18 4 0,-13 2 0</inkml:trace>
  <inkml:trace contextRef="#ctx0" brushRef="#br0" timeOffset="134851">4494 11140 21600,'-23'-37'177,"0"0"0,-2 2 1,0 11 959,2 26-1014,-20 11-39,14 4-23,-13 12-33,14-6 370,-9 14-381,16-11 180,-5 9-214,16-10 645,8-4-605,6-5 5,18 9-34,-4-10 0,9 2 1,4 2-1,14 5-179,-10-6 0,-1 0 174,11 6-14,-16-5 0,-3 1 8,-1 7 34,-2 11 5,-43-4-11,-1-12 23,-34 4-17,8-12-12,-2-2-33,12-6 0,0-2-162,-12-4-157,15-3 0,2-4-2135,-8-19-7349,17-10 8391,12 7 1,9 8-1,2 15 1</inkml:trace>
  <inkml:trace contextRef="#ctx0" brushRef="#br0" timeOffset="135558">4864 11067 25830,'11'40'124,"-5"3"-85,-11 5-34,-6 3-5,-6 1 6,-1-6-23,2-12 34,4-11 39,4-12 45,4-7-12,3-10-38,0-8 16,2-14-28,5-11-33,4-8 67,7-4 5,0 6 6,0 9 11,-2 12-33,-1 5-40,-3 10 17,11 2-55,-1 8 10,13 6-11,3 7 28,2 12-11,3 9-5,-10 0-15,-10-3 1,-4 3 7,-1 17-234,-7-15 0,-4 1 246,-15 18-17,-11-12 40,-5-14-12,4-15 11,6-13 6,9-15-5,6-10-1,9-12-16,0 5 44,16-17-11,-5 17 482,9-11-499,-6 16-16,2 6-1,2 5 1,4 7-40,5 5-16,3 11-68,-1 8-145,-2 9-207,-5 6-287,-2 2-503,-1 0-992,2-2-2441,-1-8 4693,0-5 0,-14-10 0,-2-5 0</inkml:trace>
  <inkml:trace contextRef="#ctx0" brushRef="#br0" timeOffset="137184">5941 11281 24570,'-29'-30'205,"-1"-1"0,3 4 1,2 12-105,-1 36-23,2 9-27,0 7-51,6 1 0,6 0-40,9-6 7,12-7 38,8-8 29,11-7 39,3-12 11,1-10-45,-9-3 146,8-20-17,-13 6 28,5-16 11,-11 9 6,-3 5-6,-5 8-72,-2 11-68,-4 9-39,-6 11-6,-5 10-5,-10 25-17,8-10-11,-3 20-6,13-17-5,3 7-12,12-4-11,14-5 23,17-9-6,13-11-398,9-14 432,-30-7 0,-1-3-4,0-4 1,-1-3-3,-1-3 0,-1-5 8,-1-2 1,-3-4 2,0-5 0,-3-3-323,-1-4 1,-2-2 328,-3-4 0,-1-1 8,-2 2 0,-2 0 23,-3 3 0,-2 2-6,0 6 0,-3 1 75,1-21 29,-4 17 22,-3 14-39,-3 14-62,-5 9 382,-5 15-393,-5 13-56,-8 18 0,13-14 0,1 2 93,-2 5 1,1 3-97,0 4 0,2 1-397,2 2 0,2 1 392,2 1 0,3-1-1,4-1 1,5-1-18,4-1 1,4-2-11,5-3 0,3-2-283,4-2 0,2-3 243,1-4 1,1-2-55,-2-5 0,0-3-33,22 3 40,-1-25 112,-17-7-23,11-29 57,-12-6-169,-9 13 1,1-3 134,1-4 0,0-1 22,1-1 0,0-1 0,0 3 1,-1 0 270,-3 4 1,-2 1-241,-5 4 0,-3 1 36,2-20 548,-15 6-525,-4 7 141,-7 4-114,1 6 782,2 8-849,4 6 211,3 8-228,-2 8-49,-7 20 10,3-1 7,-10 29-29,5-1-286,7-15 1,0 2 282,0 3 1,1 2-7,0 9 1,1 1 8,2-9 1,2-1 13,-1-2 0,2-2-58,5 23-159,8-18 18,7 4 12,7-13-29,4-13-16,4-17 95,3-14 660,2-12-515,-3-9 23,-2-11 56,-15 10 87,-6 2-65,-11 12 12,-6 7 50,-2-1-17,-2 3 40,3 4-158,3 1-5,2 3-17,1 0-5,5 5-51,11 3 28,0 0 17,19 3-39,-3-6 0,19-1 28,-10-9 33,1-6 17,-16-9-22,-10 1 22,-3-8 1,-9 3-12,-1-7 28,-8 3-12,-10 3-21,1 11 27,-11 4-5,2 12 28,-7 5-28,-10 13-17,8 1-17,2 3-17,9 2-5,7 7-17,3 3 6,6 1-40,20 7 6,8-15 39,7 4-16,14-8 5,-5-15 33,20-4-5,-10-13 0,-5-4 17,-6-12 5,-4-10 23,-3-4 0,-3-7 33,-15 13 6,-7 5-28,-7 9 101,-3 2 67,-2 6-4,0 0-220,3 3 0,1 2 0,6 1 0,-1 2 0,12 2 0,2 6 0,10 6 0,4 9 0,-2 6 0,-7-2 0,-3 11 0,-11 12 0,-1 7-198,-7-20 0,-2 1 198,-3-3 0,-2-2 0,-6 21-31,0-20 0,-3-2-289,-16 14-8,4-16 1,-2-3-552,-20 6-23,4-10-6559,20-25 6645,18-7 1,3 0 0,5 2 0</inkml:trace>
  <inkml:trace contextRef="#ctx0" brushRef="#br0" timeOffset="137569">7946 11691 17612,'-8'8'3892,"1"-1"-1674,7-7-745,0 0-1378,40-56-67,-26 28-10,3-7 1,3-9 0,-4 5 318,-5-13-313,-4 10 0,0-6 1,0 3-77,-3 6 1,-1 1 101,2-14 1,-1 1 145,-4-2 955,-4 22-988,-1 16-63,-2 10 18,0 10 202,-1 12-230,-3 17-17,-2 19-71,7-19 1,0 0 3,-1 24-17,6-10 0,3 1-113,3-14 1,3 0 55,3 17 1,2 2-146,4-10 1,1-2-320,1 0 0,1-1-2793,-1 3 1,-1-4 2541,4 14 1,-8-14-1,-13-30 1</inkml:trace>
  <inkml:trace contextRef="#ctx0" brushRef="#br0" timeOffset="137774">7685 11483 25853,'39'-19'8,"-1"-1"0,0 1 1,19-8-1,-2 6-342,-10 12 1,-1 5-1820,5-1 1,1 1 2152,7 2 0,-2 0 0,6 1 0,-7 1 0</inkml:trace>
  <inkml:trace contextRef="#ctx0" brushRef="#br0" timeOffset="138024">8711 11332 22453,'-4'0'3293,"0"0"-2878,4 0-466,26-27-105,6 20-24,-2-6 1,3 2-397,0 12 1,1 3-218,3 2 1,0 1-759,23 6 1551,-12 3 0,-4 2 0,-14-7 0,22 13 0</inkml:trace>
  <inkml:trace contextRef="#ctx0" brushRef="#br0" timeOffset="138192">8809 11612 26474,'21'17'-739,"12"-4"-275,4-11 0,3-2-3902,0 2 1,-2-1 3574,17 2 1,-18 1 0,-27-4 0</inkml:trace>
  <inkml:trace contextRef="#ctx0" brushRef="#br0" timeOffset="141317">9879 11211 16185,'0'-9'3092,"0"-24"0,0-5-1714,-3 6-939,3-9 1,-2 2 153,-2 14-256,1 11-219,1 7-34,1 13 39,3 12 11,1 16-22,1 17-65,-5-8 1,0 1-232,-1-12 1,-1 0 194,-4 17 1,-2 0 5,-8 11-17,7-25 0,-1 0 28,-8 21 11,6-15 78,4-17 51,5-13-72,3-18-24,6-14-32,2-17-18,6-14-3,-5 21 1,-1-1 44,2-5 1,0 0-51,-1-1 0,0-1 11,0 3 0,0 1 59,3-23 17,-4 21-17,-4 16-23,-2 13-33,-1 9 0,0 10-5,0 13 255,0 14-250,-2 12-28,1-14 0,0 0 0,-2 14-3,1-16 0,0-1-8,1-1-3320,1 2 3365,0-17 39,2-20-51,0-8-5,6-24 5,-1-6 23,2-16-50,0-3 38,-2 7-27,-3 24-17,-2 13 39,-5 27 3369,-5 12-3391,-5 17-20,2-9 0,0 0-59,-5 15-258,5-14 1,1 1 330,-2 14 0,3-14 0,3-5 0</inkml:trace>
  <inkml:trace contextRef="#ctx0" brushRef="#br0" timeOffset="164988">2812 13394 20022,'7'-59'1403,"-1"1"0,0 0 0,1-5 0,-2 8-1195,-1 7-12,-4 44-146,0 2-5,4 25-17,-1 4 11,3 25-17,-2-15-5,-2 13 22,-3-8-22,-2 9-39,-4-1 39,0-17 190,-1-8-67,4-23-84,0-15-23,2-5 23,0-27-39,5-11-514,0 15 1,2-2 501,1-8 1,1 0-12,-1 10 1,1-1 19,4-17 0,0 2 0,-4 25 0,0 1-30,3-11 1,2 3 9,6 4 6,1 16 6,3 13-28,2 12-12,4 9 1002,0 10-985,-2 9-11,-7 6 39,-7-5 12,-15 17-37,-12-21 0,-4 0 8,-2 1 1,-3 0-186,-9 5 1,-2-3 193,5-10 0,0-3-20,-14 8 39,5-7-5,27-16-6,0-1 12,17-3-12,0 1 370,20 8-387,-7-5-11,35 14 0,-13-10 11,-9-3 1,2 0-6,26-2 14,-27-5 0,1-3-17,1-3 0,0-1-14,19-9 22,-14-2 0,-1-3 18,8-8-7,-15 8 1,-2-1 16,1-9 45,-13 3 6,-10 3 17,-6 2 33,-2 3-56,-1 5 163,-3 0-85,3 8-94,-2 0-68,3 7 17,0 7 0,1 8-28,0 12-11,0 8-135,0 7-509,0 4-1261,2 2-3864,3-5 5808,2-8 0,-2-17 0,-1-9 0</inkml:trace>
  <inkml:trace contextRef="#ctx0" brushRef="#br0" timeOffset="165171">3695 12785 20789,'-27'10'-9544,"6"-3"9544,42 21 0,-13-17 0,1 0 0</inkml:trace>
  <inkml:trace contextRef="#ctx0" brushRef="#br0" timeOffset="166196">4181 12929 26049,'-47'-28'113,"1"-1"1,-7 10 0,5 14-80,11 37-277,11-7 1,0 3 248,-7 23 5,10-1-11,12-7 177,16-9-137,9-10 139,10-12-61,6-10-12,2-11 45,-2-6 308,-3-5-241,-6 2-50,-5 3-90,-6 6-50,-4 4-11,-2 7 0,-2 11-6,-1 11-16,-4 17 5,-7 15-451,1-20 1,-3 2 408,-3 5 0,-2 3-129,-4 6 1,-1 3-198,5-16 0,-1 2 0,0-1-650,-1 2 0,-1 0 0,1 0 510,0-3 1,-1 0-1,1-3 345,-5 8 1,1-5 258,-10 5-208,17-46-175,20-38 46,6-9-943,3 11 0,5-6 0,1 1-794,7-10 1,2-3 343,-1 2 0,3-4 0,1 2 1172,-3 7 1,1 1 0,0 1 664,-1 2 1,1 0 0,-1 2 526,-1 2 1,-1 1-1,0 1 998,9-13 0,-2 1-395,-5 6 1,0 2-237,-4 4 1,0 3-314,-2 6 1,-1 3-136,9-9 1664,2 9-1899,-19 18 1602,3 1-1815,-9 16 1128,-2 11-1206,-2 17-39,-2 16-56,-5-18 0,-2 2 145,-1 5 1,-2 2-174,-4 4 0,-1-1 3,-1 0 0,0 0-3,1-4 0,1-1-9,2-7 1,2-1 2,-2 17 12,5-20 22,12-18 17,7-20-23,14-18 0,9-20-16,-4 2 13,-4 5 1,1 0 129,-7 12 0,1 1-130,7-10 1,1 2 64,11-3-45,-14 14-5,-11 14 11,-7 15-34,-1 11 0,4 12 344,4 7-355,-3-4 5,1-4 1,0 0-23,1-1 17,21 22-5,-13-31 10,6-3 29,-3-13-34,-1-16 0,-2-16 17,2-21-433,-12 16 1,-1-3 423,1-7 1,-2-3-1,2-3 1,-2 0 21,0 1 1,0 1-71,-2 8 0,-1 3 197,3-18 5,-7 22-11,-7 15-72,-1 10-18,-4 6 771,-1 12-827,-4 10 1,-3 18-12,0 17-5,8-20 1,1 2-21,2 5 1,2 2-671,3 4 1,4 1 173,4 1 1,6 0-541,6 0 0,4-2-2003,5-3 1,1-4 3069,-2-7 0,-1-5 0,7 6 0,-17-18 0</inkml:trace>
  <inkml:trace contextRef="#ctx0" brushRef="#br0" timeOffset="166353">4947 12977 19736,'-3'-4'4425,"1"1"-4526,2 3-1528,60-56 1629,-5 36 0,-19-10 0,-2 2 0,6 23 0</inkml:trace>
  <inkml:trace contextRef="#ctx0" brushRef="#br0" timeOffset="167347">5879 12666 22308,'2'-52'737,"1"0"0,-1 6 0,-4 10-501,-8 23 271,-7 14-406,-7 15-34,-8 17-45,12-8 1,0 2-95,-3 7 1,0 3 71,-5 19 0,2 0-329,8-15 0,1 1 281,-3 19 1,6 0-71,10-24 1,4-2-271,4 5 1,4 0 48,5-8 0,4-4-350,31 13 378,-14-28 1,1-6 248,15-2 73,-15-12 0,-1-5 62,14-23-45,-18 10 0,2-6 74,-6 0 1,0-4 0,0 0-914,8-15 1,-2-1 919,0-1 0,-3-1 149,-2 3 0,-3 3 53,-9 14 0,0 2-31,1-3 0,-1 1 202,3-14-112,-8 19 20,-7 13-256,-2 11 2739,-1 28-2783,0 6-57,0 7 1,0 2-40,-2 13 55,0-7 0,-1 2-69,-2-10 1,-2-1-290,-1 12 1,-2 0 313,0-3 1,1-1-9,1-6 1,0-4 30,0 18-23,6-28 23,5-12-5,7-23-23,12-8 39,18-21-56,-8 10 48,-5 5 0,-1 1 25,-5 7 356,16-9-372,-17 19 601,3 3-636,0 8-10,0 5-35,-1 6 52,-1 4-1,0 1-22,4 1 39,-7-7-23,17-2-5,-16-11 6,15-7 22,-7-15 22,0-8 40,0-13 72,-10 2-61,-4 8 129,-5 0 27,-5 12-78,-1 1-54,-6 9-125,-2 7 0,-4 10 0,1 3 0,-5 12 0,-2 15-377,3 4-967,0 13-2268,18-9 3612,6-10 0,0-15 0,-1-10 0</inkml:trace>
  <inkml:trace contextRef="#ctx0" brushRef="#br0" timeOffset="167521">7041 12771 25612,'-18'-44'-36,"0"1"1,0 3 0,10 12-817,16 28-22,3 5-3399,12 13 4273,-5 1 0,-2-2 0,-7-6 0</inkml:trace>
  <inkml:trace contextRef="#ctx0" brushRef="#br0" timeOffset="168254">7195 13212 27566,'27'-40'53,"0"0"0,1 1 1,5-10-1,-3 1-39,-6-3 0,-5 0-1076,-6 9 0,0-2 1077,-2 4 0,0-3 0,-1 3-10,-2 0 1,-2 2 333,-4-3 0,-3 4-272,-9 2-61,-3-1 449,-7 23-410,7 12-34,-3 7 0,5 11 1150,1 15-1172,0 16 5,5-15 0,1 1 3,0 7 1,2 2-38,0 4 1,2-1-92,0-8 0,3 1-242,9 15 1,6-1-557,1-19 0,4-2 290,11 14 0,6-4 59,1-13 1,1-6 380,-7-6 0,0-3-25,9-2 0,2-7 221,-3-10 1,0-5 122,0-1 1,0-3 83,3-9 0,-4-4 73,-12 0 1,-5-2 36,-2 0 0,-4-2 415,6-27-119,-14 8-167,-18 12-113,-15 15 129,-16 12-252,-10 17-67,-2 10-95,0 16 492,8 9-520,7 5-12,12 1 43,11-5-70,16-5 11,16-10 0,4-11-29,35-12 29,-12-19-407,-12 2 1,-1-4 429,11-19 4,-16-7 1,-2-6-3,-9 7 0,-1-2 1,-1 2 0,0-3 0,-1 1 38,2-11 0,-1 2 28,-3 5 1,-2 2 41,-2 9 0,-1 2 495,0-16-460,-6 18-158,-5 13 0,1 11 0,-3 8 0,-4 13 877,-1 2-877,-11 23 0,7-5 0,-1 4 0,-1 4 0,0 2-566,-4 15 0,2 2 566,3-4 0,3 1-54,2 2 1,3 1-633,5-1 0,5-2-1563,5-2 0,4-3 2249,2-9 0,1-4 0,8 7 0,-9-22 0</inkml:trace>
  <inkml:trace contextRef="#ctx0" brushRef="#br0" timeOffset="168724">8867 12909 24687,'45'-16'-1114,"1"0"1,-1 0 0,-1 2 0,-1 1-1,-3 5 1114,3 7 0,-4 4 0,10-1 0,-25 3 0</inkml:trace>
  <inkml:trace contextRef="#ctx0" brushRef="#br0" timeOffset="168880">8952 13125 24979,'50'-8'-246,"0"0"1,0-1-1,-2 2 1,-6 0-1,14-4 1</inkml:trace>
  <inkml:trace contextRef="#ctx0" brushRef="#br0" timeOffset="191277">10566 12869 15939,'1'-6'6279,"0"1"-5775,-2-25 0,-2-6 134,-5 8-397,3-12 0,-2 2 117,-5 19-106,2 6-95,4 5-101,3 5-78,3 2 16,0 1 28,3 4 1,0-3-12,4 3 6,-1-3 16,2 0-16,-4-1-22,0 0 16,-2 0-28,-2 0 17,2 0-6,0 0 1,1 0-1,0 0 45,-2 1-67,0 0 23,-1 1 16,0 1-5,-1 2 5,0 1 6,-1 0-23,0-1-5,0-1 5,2-1 6,0-1-11,0 0-151,0 0-23,0-1-1070,-1 1-4811,-1 3 6066,-1 1 0,0-2 0,1-1 0</inkml:trace>
  <inkml:trace contextRef="#ctx0" brushRef="#br0" timeOffset="193278">10424 12781 10590,'-3'-3'8547,"2"1"-4598,1 2-3843,-7-13-39,5 12 51,-2-7-28,8 17 16,1 5 51,2-1 72,-2 1 113,-3-1 22,-4-1-84,-6 0-39,-7 0-22,-6-3 38,0-3 68,1-13-269,8-2 45,4-21-39,10-6-57,4-14 29,7-1 11,4 7-29,1 14 7,2 11-29,2 12 12,4 7-12,5 10-39,2 9 34,-1 15 0,-9 12 5,-11 12-317,-15-23 1,-5 1 322,-7 4 0,-5 0-544,-9 3 1,-5 0 540,-5 0 0,-4 0 7,6-12 0,-2-1 0,2-2-2,-1 1 1,0-3 0,-10 3 0,3-4 42,4-10 5,1-6 6,18-13-17,13-11 550,15-9-578,13-1-6,16-2-10,12 4-1,10 2-17,-25 12 1,0 1 259,3 1 1,0 2-395,0 0 0,1 2-317,1 1 1,-1 1-759,-1 2 0,1 0 1232,1 1 0,-2-1 0,4 3 0,-7-2 0</inkml:trace>
  <inkml:trace contextRef="#ctx0" brushRef="#br0" timeOffset="193662">11136 12842 25606,'-14'40'2,"0"0"0,0 2 0,2-2-355,3 4-706,-7 11-1316,-5 1-2156,-7-6-1121,-10-8 5283,13-19 654,-7-19 819,20-26 1299,-1-22-818,9 13 0,0-3 423,1-10 0,1-1-1608,-1-17 384,1 25 0,1 3 214,0 9-382,0 2-314,1 12-72,10 10-174,-1 4 28,19 13-34,4 8-50,18 13-48,-22-15 1,3 2-665,3 0 1,2 2 0,-2-2-613,-1 0 0,-1-1-709,15 9 0,-2-3 1397,-2-1 1,-20-14 0,-1 0-1</inkml:trace>
  <inkml:trace contextRef="#ctx0" brushRef="#br0" timeOffset="194778">11832 12840 25135,'-35'-22'118,"0"1"0,3 4 0,4 12-68,2 54-36,14-20 0,2 2-9,1 3 1,2 0-6,2 1 0,2-1-11,4 18-3,10-20 0,5-3 3,23 4-236,-9-12 0,3-3 244,-2-8 0,1-5 26,27-7 16,-8-14-17,-17-4 166,-3-31-65,-20 6-56,-4 9 0,-4-1-151,-6 4 1,-4 0 178,-2 0 0,-3 2-5,-20-22 22,-8 14-22,-1 16-51,3 11 289,8 15-367,12 10-6,11 11-408,16 8-74,4-4-2685,7-1 0,3-1 3212,9 6 0,4 5 0,-20-22 0</inkml:trace>
  <inkml:trace contextRef="#ctx0" brushRef="#br0" timeOffset="194988">12705 12686 22615,'0'-5'3775,"0"1"-2839,0 4-875,-37 51-27,29-4-529,-9 0 1,3 4 401,16-9 1,5-1-393,0 3 1,1 0-1157,0 1 0,0-1 1641,1 3 0,-1-3 0,1 5 0,-2-8 0</inkml:trace>
  <inkml:trace contextRef="#ctx0" brushRef="#br0" timeOffset="195178">12426 13116 21934,'44'-43'-375,"0"-1"0,1 5 0,2 9-513,0 23 0,1 7-2837,3-2 0,-2 0 3053,-5 0 1,-3 0 0,12 0 0,-24 1 0</inkml:trace>
  <inkml:trace contextRef="#ctx0" brushRef="#br0" timeOffset="195554">13352 12803 23892,'2'-49'612,"0"0"1,1 4 0,5 8-182,22 11-235,8 6-79,5 9-55,3 5-40,1 11-10,2 9-7,3 13-2150,-24-4 0,-1 1 2128,6 12 380,-16-7 0,-8 1-414,-20 11 40,-17 13 14,5-29 0,-5-2-147,-2 0 0,-1-3 152,0-3 1,0-1-2,-22 9 9,14-9 3196,17-5-3201,14-5 166,20-3-256,15-1-307,21-8 7,-14 2 1,3-1-739,9-3 1,3-1-1066,10-3 1,2 1 1690,-2 0 0,-4 0 0,-15 3 0,-4 1 0,8-1 0</inkml:trace>
  <inkml:trace contextRef="#ctx0" brushRef="#br0" timeOffset="196121">14578 12638 20814,'38'-50'-92,"-16"27"0,5 5 635,7 11 0,4 5-801,1-2 1,1 1-63,-2 1 1,-2 0 722,26 0-918,-23 7 819,-22 4-388,-28 9 162,-25 3 48,6-9 0,-2 1 700,-5 0 0,-2 0-552,0 0 1,0 2-6,4-1 0,1 0 100,-17 13 344,18-1-483,17-1-168,14-10 44,17 1-67,14-12-1690,2-3 0,3-1 1639,17-4-8,-9-1 1,0-2 100,13-11-87,-22 5 1,-2-1 16,18-22 28,-16-7 0,-16-6-1998,-27-13 2178,-2 20 313,-24-10 22,9 26-111,-1-1 2143,8 9-2317,9 8-41,7 6-150,4 6 3326,3 3-3404,9 13 11,1 8-17,8 16 12,1 8-51,-2 7-84,-10-27 0,-2 2-890,-1 9 0,-2 0-664,3 15 1683,-9-11 0,0-5 0,0-17 0,-3 12 0</inkml:trace>
  <inkml:trace contextRef="#ctx0" brushRef="#br0" timeOffset="196512">15505 12578 24823,'-9'-52'334,"0"0"0,7-1 0,9 7-194,26 6-50,18 4-56,-14 22 10,11 8 298,-14 14-325,6 6 95,-7 14-100,-10 11-10,-15-6 1,-4 1-8,-4 17-9,-7-10 0,-6 2-326,-3-12 1,-3-1 347,-5 8 0,-3 2 3,-6 7 1,2-1 7,11-16 1,2 0 61,-2 1 1,6-4-59,11-8 100,23-10-101,-2-7-31,19-6 1,4-2-48,11-3-1294,-7 2 1,10-2-1,-5 1 1350,-4 2 0,-3 0 0,9 0 0,-5 0 0,-5 1 0</inkml:trace>
  <inkml:trace contextRef="#ctx0" brushRef="#br0" timeOffset="199438">2576 14858 19036,'0'-7'4817,"0"2"-4050,0 5-369,0 0-337,-21-37 1,10 48-23,-18-18-22,17 61-20,7-21 0,0 0-186,2 3 1,2 1-56,-1 1 1,3 1-889,2 0 1,3-1-2065,2-2 1,1-2 3195,12 21 0,-6-23 0,-6-17 0</inkml:trace>
  <inkml:trace contextRef="#ctx0" brushRef="#br0" timeOffset="199814">2773 14626 18207,'-3'-5'4296,"2"2"-4077,1 3-208,-5 25 17,14-5-22,3 20 27,17-17 51,2-7 146,-3-9 134,-5-14-34,-9-10-44,-7-14-1,-7-9-44,-10-1 0,-8 0-28,-9 7-79,-2 7-44,1 10-68,3 9-50,5 5-28,4 9-84,6 8-241,4 13-772,3 13-3093,7 15 4246,4-3 0,-1-16 0,-1-16 0</inkml:trace>
  <inkml:trace contextRef="#ctx0" brushRef="#br0" timeOffset="200048">3469 14643 26060,'-43'3'-4,"0"0"0,3 9 1,8 9 3,21 21 0,9 11-751,-3-13 0,1 3 1,0 0 643,1 8 1,0 1 0,0 1-864,1 6 0,1 2 1,0 0 274,2-12 1,0 1-1,1 0 1,-1 0-1764,1 2 0,-1 1 1,1-1-1,-1-1 2325,2 10 0,-1-2 0,0-4 1,0 2-1,-1-7 0,-1 8 0</inkml:trace>
  <inkml:trace contextRef="#ctx0" brushRef="#br0" timeOffset="200188">3026 16247 14570,'-6'-50'730,"-1"1"0,1-1 0,-1 1 0,0-15 0,1 0 0,4 4-605,4 10 0,4 3 0,0 0-718,2 0 0,1 1 1,1 1 661,2 3 0,1 0 0,2 2 1,7-16 0,3 3 235,1 6 1,2 2-337,1 5 0,1 3-392,1 4 1,1 2 422,3 0 0,-1 4 0,3-3 0,-2 6 0</inkml:trace>
  <inkml:trace contextRef="#ctx0" brushRef="#br0" timeOffset="200488">4041 14632 25920,'-11'-39'280,"-1"-1"0,-11-16-224,4 76-11,-8 24-23,9-10 1,0 4-740,-4 8 0,1 3 720,-1 6 0,1 2-1,0 3 1,2 0 8,3-1 1,4-1-35,5-6 1,5-1-110,7-7 1,6-4-316,9-6 0,6-5-382,10-6 0,5-6-2036,10-4 0,2-5 2486,-2-2 1,-3-3-1,-12-2 1,-5-1-1,5 0 1</inkml:trace>
  <inkml:trace contextRef="#ctx0" brushRef="#br0" timeOffset="201247">4767 14664 24654,'-20'-19'-11,"2"11"83,1 38-32,3-7 4,-20 15 46,3-15 33,-11 1 101,1-11 40,7-14-57,8-15-22,8-16-45,8-14-50,6-8-12,10 0 12,10 1-62,0 21-6,12 2-33,-4 21 16,11 1-21,7 13 4,6 12 24,0 15-21,-26-9 1,-3 4-4,-3 5 1,-6 3-132,-5 6 0,-8 4 122,-7-3 1,-6 2-1,0-2-442,-2 4 1,-3-2 460,-4-1 0,-4 0 0,1-4 16,0-7 0,-1-4 6,-4 3 0,-1-3 92,-18 2 50,14-27-33,15-21-12,12-17-16,16-10 197,9-1-242,11 4-40,6 11-4,5 12-18,8 9 0,6 15-5,6 9-56,-25-2 0,-1 2-50,3 1 1,-1 2-817,2 2 1,0 0-2933,4 1 0,0-2 3865,-3-2 0,-2-2 0,11 4 0,-18-11 0</inkml:trace>
  <inkml:trace contextRef="#ctx0" brushRef="#br0" timeOffset="201590">5663 14527 20218,'1'-6'4458,"0"1"-4055,-1 5 740,0 0-1064,-12-51-6,-3 52 5,-17-29-22,-7 70-37,15-16 1,-1 2-156,-2 3 1,-3 2 157,-6 7 1,1 0-9,10-14 0,2 1 11,-6 5 0,5-3 9,4-3-1,6 2-3294,13-4 3272,7-9 17,14 6-33,9-7-29,15 4-33,10-1-118,6-2-112,-28-9 1,1 0-704,4-2 0,-1-1-2618,27 2 3618,-24-5 0,-3 0 0,-5-1 0,-1 0 0</inkml:trace>
  <inkml:trace contextRef="#ctx0" brushRef="#br0" timeOffset="203146">6603 14433 25001,'-29'-31'162,"1"1"1,0 5 0,2 13-23,-10 55-76,15-15 1,0 4-832,-1 5 0,-1 3 786,0 3 1,1 2-1,2 2 1,1-1-23,4 0 0,3-2-8,3-3 0,5-1 84,6-4 0,6-3-95,17 23-1,19-14 18,9-16 5,4-14 17,-1-18 11,-6-14 16,-8-15 24,-11-11 351,-9-2-312,-12-1-1,-15 7-22,-13 8 819,-17 11-864,-13 11-20,12 16 1,1 4-9,-15 2-6,15 5 1,2 3 295,-1 11-334,-2 10-119,16 2-704,13 0-2483,22-1 3339,6-10 0,0-12 0,-7-9 0</inkml:trace>
  <inkml:trace contextRef="#ctx0" brushRef="#br0" timeOffset="203978">7434 14654 24424,'-22'3'560,"-4"8"-448,-1 21-76,1-9 1,-1-1-20,-14 12 16,9-11 1,-2-1 50,-8-2 129,-6-4-157,20-13 17,11-29-56,18 2 11,11-34 22,10 2-497,-7 18 0,2-2 475,-1-1 0,1-1 36,-2 2 1,-1 1-1450,-2-3 1,-1 2 1496,2-12 95,-5-3-22,-9 30-17,-4 1-50,-2 9 595,-2 8-651,-1 7 3363,0 10-3385,-2 10-24,0 11-44,1 22 40,5-14-1,10-2 0,4 2-11,14 13-335,-8-21 0,3 1 335,7 3 0,4-2 0,-1-3 0,3 0-6,10 8 0,4 1-591,4 0 1,-1-2 585,-8-9 0,-1 2-82,9 11 1,-7 3-285,-21-14 0,-6 3 77,1 13 1,-10 1-125,-18-6 1,-10-1-739,-15 7 0,-5-4 257,13-13 1,-2-2 904,-12 3 0,4-5 0,19-14 0,-6-1 0</inkml:trace>
  <inkml:trace contextRef="#ctx0" brushRef="#br0" timeOffset="204552">8069 14689 25461,'-11'32'128,"-1"-1"1,-15 21-107,1-32 1,-2-5 61,-17 3-22,14-8 78,6-10-6,16-11-27,3-8 5,21-25-40,6-5-566,7-2 527,-10 19 1,1 1-3,-4 3 0,1 0 19,2-8 0,0-1 3,-2 1 1,-3 0 55,-3-5 0,-2 1-25,1-12-1546,-10 16 0,-3 4 1574,-2 8 84,-13-8-11,0 23-118,-1 3-44,3 6 362,3 8-346,6 7 6,1 17-23,4-8 17,12 27-28,1-24 11,3 0 1,4 2-6,17 18-14,-1-8 0,4 3 1132,-4-4 0,2 0-1133,-6-7 0,1 0 0,-1-1-8,8 9 1,-3-3-281,-8-8 1,-1 0 273,-2 3 1,-5-1-376,-8 19 269,-21 13-378,-13-22 1,-8-2-743,-1-4 0,-2-2-1879,-1-1 0,-1-2 3117,5-7 0,4-5 0,6-3 0,1-2 0</inkml:trace>
  <inkml:trace contextRef="#ctx0" brushRef="#br0" timeOffset="223591">9549 14408 13648,'0'-6'6150,"0"1"-5495,0 5 499,-60-54-622,31 38-563,-11-14 0,1 5 211,14 23 239,-6 8-179,3 10-27,-11 14-73,11 0 0,0 2-73,-12 16-351,10-5 1,0 3 311,11-12 0,1 3-17,-5 20 0,2 2-11,7-20 0,3 1-6,6 22 1,6-5-12,10-12 3,6-6 0,5-4-257,25-2 240,-14-16 1,4-2 4,12-4 1,1-5 28,-7-3 0,-1-4 19,3-3 1,-4-3 44,8-15 314,-24 0-308,-16-9 11,-18 4 50,-22-12-50,-8 10-11,-19 4-39,15 16-1,-15 10 672,7 10-697,15 3 1,0 3 243,-10 8-258,17 3 1,4 0-40,11-2-179,-3 24-420,26-21-6198,29 7 2843,-2-15 3999,-4-11 0,-2-4 0,-7-4 0,0-1 0</inkml:trace>
  <inkml:trace contextRef="#ctx0" brushRef="#br0" timeOffset="223940">10462 14428 18179,'1'-5'3966,"-1"2"-2230,0 3-1232,4-7-280,-27 38-84,-10 4-123,12-9 0,-2 2-1680,-7 4 1,1-2 1684,-2 2-3,7-7 1,0 1-4,-8 20 6,4-3-11,11-2 6,15-20-6,8 2-11,14-1-11,8-2 11,6-4-134,27-5-29,-24-8-456,12-2 1,5-1-1894,-13-3 0,-1-1 2512,13-1 0,-2 0 0,6-2 0,-24 1 0</inkml:trace>
  <inkml:trace contextRef="#ctx0" brushRef="#br0" timeOffset="241690">11387 14393 11217,'3'-2'7348,"-1"0"-4665,-2 2-2431,34-29 202,-23 19-33,23-22-97,-32 28-150,-5 0-96,-6 3-50,-13 6-5,-17 9 5,-15 10-208,22-8 1,-2 1 196,-8 5 0,1 0 0,7-4 0,1 0 22,-3 0 0,4-2 23,-3 0 111,7-6 23,13-8 11,-3-6-106,8-4-11,0-5-51,6 2 420,2-1-386,1 4-11,1 0-12,1 1-44,-1 4-6,2 0-17,0 5 17,1 4 17,0 6-1,-1 8 7,-3 12-23,-2-8 17,-4 12-1,0-13-10,-2 5 5,2-5-16,2-5 55,2-8 12,3-4 83,0-5 40,2-6-140,3-3-23,5-6 1,6 0-23,-2 3 11,7 2-11,3 6 11,3 1-5,8 9-23,-2 10 11,-5 1-11,11 17-11,0 9 40,-8-6-32,-12-6 0,-4 1 20,-9 4 0,-4 8-11,-21-6-56,-27 2-20,21-20 0,-2-1-95,-6 2 0,0-2-641,-13 4-2241,15-12-2862,15-12 5078,11-12 0,5 3 0,0-2 0</inkml:trace>
  <inkml:trace contextRef="#ctx0" brushRef="#br0" timeOffset="242007">11570 14336 15205,'0'5'6144,"0"0"-3556,0-5-2426,47-25-83,-5 8-343,-1-1 0,1-2 300,-11 8 1,-2 1 58,21-8-34,-18 5 256,-7 4 80,-17 7-285,-1-1-123,-8 3-107,-6 1-677,-4 0-3837,-3 3 4632,3 2 0,4-2 0,4 0 0</inkml:trace>
  <inkml:trace contextRef="#ctx0" brushRef="#br0" timeOffset="243887">12485 14032 22017,'-48'-20'493,"-1"0"0,7 3 0,5 3-253,13 9 509,12 3-665,11 2 180,19 10-202,11 10-48,4 7 0,1 6-23,-2 2 1,-1 3-644,-4-4 0,0 3 0,-2 0 646,1 4 1,-3 2-29,1 13 1,-4 3-418,-9-11 0,-4 2 302,-2 12 1,-5 1-352,-8-4 0,-8 1 218,-4-15 0,-5 0 0,0-3 66,-2 1 1,-4-1-263,-1-6 0,-4 1 0,1-4-2138,-3-3 1,0-3 2182,-4 3 0,1-2 0,-10 4 0,24-16 1</inkml:trace>
  <inkml:trace contextRef="#ctx0" brushRef="#br0" timeOffset="249453">14054 14496 22979,'-9'-25'532,"-14"22"-476,-11 36 0,-3 14-56,9-17 0,0 0-278,-9 8 1,-2 1 246,-6 4 0,1-2-306,15-15 1,0 2 166,-11 8 0,-6 6 0,6-5-166,9-8 0,1-1-362,-9 10 1,2-2-417,4-3-2694,13-13 3808,15-17 0,2-1 0,3-4 0</inkml:trace>
  <inkml:trace contextRef="#ctx0" brushRef="#br0" timeOffset="249671">13321 14622 15065,'-2'-44'2197,"0"0"1,1-4-1,3 5-1143,7 12-298,8-5-247,2 24-122,6 8-74,4 14-195,-2 3-12,0 7 1,1 4-96,-3-1 0,2 3-1163,6 5 1,4 4 0,-2-2 1140,-1 1 0,1 0-94,1-1 1,3 4-1,-4-6-200,-8-7 1,0 0-680,5 4 0,3 4 0,-4-2-3932,-5-2 1,-1-2 4011,5 6 1,-3-4 0,-8-2 0,-15-20 0</inkml:trace>
  <inkml:trace contextRef="#ctx0" brushRef="#br0" timeOffset="254345">9324 15519 7106,'1'3'3120,"0"0"-488,-1-3-1209,-75 11-214,33-5-716,-8 2 0,1-1 258,8-3-169,11-2-151,12-1-218,8-1-95,7 0-96,18-5-33,5-2-28,23-6-45,5-2-90,10 0-83,4 2 77,-26 7 1,-1 1 101,9 0-79,6 2 151,-36 6 197,-4 5 10,-22 5 102,-33 10-202,4-5-129,3-4 1,-4 0 147,8-4 1,0 0-405,-10 2 0,-2-1 480,3-1 0,-1-2-1384,3-2 1,4-1 1333,-9 1-23,14-5-118,30-4 172,10-2-154,11-4-18,26-6-5,-11 3-9,2 1 1,1 0-3,-2 1-14,-1 0 0,2 0-59,12 0 25,-14 5 0,1 1-8,17 0 650,-7 6-544,-27 2 3482,-12 7-3375,-17-1 22,-25 8-112,4-5-134,-1-2 0,-3-1 162,6-2 0,-1-1 70,-11 3 0,-1-1 62,1-1 0,1 0 64,0-2 0,3-1-123,-8 1 129,14-8-236,32-3 51,21-10-67,-3 5-1,24-6-5,-7 7-17,23-2-117,-1 4-403,-1 1-110,-23 4 0,0 1 619,3 0 0,-1 0 0,12 0 0,-1 0 0</inkml:trace>
  <inkml:trace contextRef="#ctx0" brushRef="#br0" timeOffset="255361">10930 15503 15199,'-44'8'1253,"0"-1"0,4-1 0,6-1-682,7 0 6,-2 1-28,-8 1-118,4 0-162,5-2-185,10-1-68,9-2 40,9-1-5,10-1-29,10 1-33,15-3-28,13-2-28,11-2 13,-26 2 1,1 0-160,0 0 0,1 0 171,-1 1 0,-1-1-14,25 0 28,-12 3 51,-19 3 38,-13 4-22,-15 2 57,-21 9-57,-7-3 17,-20 6-17,-2-3-11,-5-2 68,-1-1 11,6-4 22,13-4-29,15-4-4,13-1-40,8-1 124,16-5-85,3 0 212,6-3-229,18-3-38,-7 2-52,20-4-72,-4 4-1167,5 0 938,-10 3-1305,-10 3 0,0 0 1618,16 1 0,-4 0 0,-20 2 0</inkml:trace>
  <inkml:trace contextRef="#ctx0" brushRef="#br0" timeOffset="259253">8650 15684 16101,'19'-3'2263,"5"-1"-1697,9-1-180,17-3-254,-17 3 0,3 1-372,7-2 1,4 1 275,6 0 1,3-1-698,6 1 0,1 0 663,-19 2 0,1 0 0,0 1-8,1-1 1,0 1-1,0-1-6,0 2 1,0 0 0,-1 0 3,0 0 1,-1 0 0,0 1-355,-2-1 0,1 2 1,0-1 321,19 2 1,0-1-9,0 1 1,-1-1-1,1 2 1,0 0-9,1-2 0,-1 1-28,1-1 0,1 0-42,-1 0 0,0-1-3,0 0 0,-1 0 3,-2 0 0,-2 0-187,-3-1 0,-2 0 296,-7 0 0,-2-1 31,-7-1 0,-2 1 92,16-3 444,-19 1-236,-15 2 1176,-11 1-1479,-8 1 1194,-8 0-1239,-10 0-56,-12 3-10,-14 1 72,-14 3-50,24-4 1,-3 1 116,-4 0 0,-3 0 17,-5 1 0,-1 0 6,-6 0 0,-1 0 16,-3 1 0,-2 0-540,21-3 1,-1 1-1,0-1 536,-1 1 1,1-1 0,0 0-8,0-1 1,1 1-1,-1-2-509,-19 1 1,1 0 500,1-1 0,0-1-23,1-2 0,0-1-5,0 0 0,-1-2-9,1-1 1,-1-1-1,1-1 1,1-1-7,0 2 1,2-1-154,3 1 1,2 1 167,6 1 0,1 1-3,7 2 0,3 0 78,-20 0 577,15 2-644,17 1 1428,10 1-1411,11-1 1373,10 4-1317,12-1 471,16 2-505,19-1-1729,-8-2 0,3 0 1662,-14-1 0,2-1-2,3 1 1,3-1-1,0 0-462,7-1 1,2 0 453,-7-1 1,4 0 0,0 0-12,1-1 1,2 0 0,1-1-21,-2-1 1,2-1 0,0 1 0,-4-1 4,-1 1 1,-3-1 0,3 0-18,0 0 0,4-1 0,-1 1 0,-4 0-17,16-2 0,-3 1-304,-12 2 0,1 0 0,0 0 262,14 0 0,-2 1-22,-10 0 0,-4 2-6,-11 2 0,-4 1-16,9 2 2573,-23 5-2428,-24 2 1137,-17 2-1142,-33 6 27,23-11 1,-2 0 395,-1 0 1,-2-1-363,-10 0 0,-1-1 19,2-1 1,-1-1-17,6 0 1,-2 0 0,-2-1 48,-12 2 1,-3 0-1,1-1-671,5 0 0,2-1 1,-1 1 595,1-1 1,0 1-1,1 0 49,1-1 0,0-1 1,2 0-402,-9 1 0,1 0 403,12-2 0,-2 1 0,2-1 48,-14 1 0,1-1-1069,-1-1 0,5 0 982,18-1 0,2 0 50,-6 0 0,3-1 506,3-2-416,0-1 1171,21-1-1288,23 1 763,12-1-795,6 1 1,5 0-15,6 0 1,4 0 650,-4 0 1,3 1 0,4-2-676,2 1 1,5 0 0,0-1-1,0 1-614,-3 0 0,0 1 1,-1-1-1,3 0 592,-2 0 1,1 1 0,2-1-1,-3 0 1,-2 1-9,9-2 0,-3 1 1,1 1-53,-8-1 0,3 1 0,-2 0 0,-2 1-532,2-1 1,-3 2 0,1-1-188,5 0 1,2 0-1,-2 1 546,-7 1 0,-2 0 0,-4 0 0,-5 1 0,-4 0 0,11 0 1</inkml:trace>
  <inkml:trace contextRef="#ctx0" brushRef="#br0" timeOffset="274330">2899 17119 15361,'-3'-5'5870,"0"1"-5142,3 4 320,-15-60-140,10 40-841,-3-13 0,0 4 56,7 24-50,0 11-11,0 10-57,-2 16-27,-1 15-85,-3 14-58,2-27 0,1 1-474,0 3 1,1 0-430,0-1 1,0-1-1868,1-1 0,2-3 2935,1 17 0,-1-26 0,1-17 0</inkml:trace>
  <inkml:trace contextRef="#ctx0" brushRef="#br0" timeOffset="274728">3117 16716 13110,'0'-4'5854,"0"1"-5104,0 3 224,-30 28-884,20-4-62,-20 23-28,29-21 33,8 0 40,5-14 101,5-1 50,4-11 123,4-22-95,-3-9-95,-2-6 269,-5-6 185,-9 11 5,-5-3-23,-17 7-425,-5 13-112,-5 6-11,0 10-45,6 3-101,-2 7-128,9 4-264,5 10 11,7-5-1501,9 12-5253,6-2 6388,6 2 0,-6-10 0,-4-11 0</inkml:trace>
  <inkml:trace contextRef="#ctx0" brushRef="#br0" timeOffset="275119">3737 16542 20767,'-7'-11'2509,"1"3"-2061,6 8-162,0 0-169,-44 63-44,32-8-314,-10-10 0,1 6 209,18-7 0,8 3 1,-1-1-1627,1 13 0,0 3 1548,-1-18 1,0 4 0,1 2 0,-1-2-212,1 11 0,0 1 0,0-1-922,-1 4 0,0 1 1,-1-3 885,-1-12 1,-1-1-1,-2 1-692,-2 8 0,-2 2 0,-2-4 181,-6 7 0,-4-4 885,4-14 0,-2 1 0,-3-4 601,-16 8 1,-5-11-210,6-17 1,-2-12-71,-5-13 0,2-13-51,9-15 1,5-10 568,5-12 1,5-4-610,8 13 0,3 0 0,3-2-34,3-1 1,4-1 0,1 0-90,2 2 0,2 0 1,2 1-67,2 3 1,2 0 0,0 3-38,4-5 1,1 1-12,-1 8 0,2-2 0,1 4-73,2 0 1,1 1-20,3-6 0,3 0-925,9 1 1,2 2 1005,-10 9 0,-1 3 0,-1 0 0,-3 2 0,9-5 0</inkml:trace>
  <inkml:trace contextRef="#ctx0" brushRef="#br0" timeOffset="275537">4401 16657 21720,'-5'-58'1180,"-1"-1"0,1 7 1,-2 9-700,-6 17-60,-3 15-359,-7 33-68,7 0-222,2 6 1,1 5 232,4-2 1,1 2-18,-2 13 1,2 4-9,1 7 1,2 3-550,3-15 1,2 1 0,1 0 347,3 4 1,2 0 0,3 0-380,3 0 1,2-1-1,4-1-1489,5-2 0,4-2 0,1-3 2089,14 10 0,0-8 0,-12-14 0,-1-6 0,7 0 0</inkml:trace>
  <inkml:trace contextRef="#ctx0" brushRef="#br0" timeOffset="277177">5640 16802 13581,'0'-50'1961,"1"-1"1,0 1 0,0-14-1,0 10-862,2 20-702,-2 19 57,0 1-303,0 10 84,1 10 73,1 16-190,0 7 0,0 5-79,-1 2 0,0 2-348,0 3 1,0 0 313,-1 6 1,-1-2 5,1-8 0,0-1-3,0 8 1,0-1 5,0-7 0,1-2 70,0 20 6,0-26 212,0-12-67,-2-22-173,1-14-23,1-21-28,2-2-257,1-2 0,0-3 274,0 11 1,0-2-1,1-15 0,2-2 58,-2 8 1,0 2 109,2-17 575,-1 14-687,-7 34-61,0 10-29,-2 12 1,-1 1 5,-1 30-84,2 0-12,0-7 1,1 3-1603,2-1 0,0-1 982,3 22-4200,5-13 1,1-2 3576,-1-5 0,7 12 0,-13-39 0</inkml:trace>
  <inkml:trace contextRef="#ctx0" brushRef="#br0" timeOffset="277453">6487 16643 19619,'-6'0'3383,"2"0"-2521,4 0-907,18-18-5,15 5 0,8-11-149,-3 13 0,2 2-495,16-2-295,-17 5 1,1 2-4400,16 2 4841,-14 6 1,-18 0 0,-12-1 0</inkml:trace>
  <inkml:trace contextRef="#ctx0" brushRef="#br0" timeOffset="278070">6494 17030 16740,'-7'2'5152,"2"-1"-4081,5-1 144,0 0-1008,-33-2-28,42-4-22,-18-3-56,54-3-62,5-1 17,4 1-462,4 1 350,1 1 0,3-1-40,-30 6 1,-1 0-560,31-7-5255,0-1-3231,-26 4 8340,-6 1 0,-25 6 1,-3 1-1</inkml:trace>
  <inkml:trace contextRef="#ctx0" brushRef="#br0" timeOffset="278536">6023 16649 22515,'-5'-41'539,"0"0"0,-1 4 1,4 10-361,4 24 96,2 11-7,4 11-94,4 18-107,-2 18-448,-5-19 1,-1 1 363,-2 6 1,0 1-96,-1 5 0,0 0-224,-1 2 0,1 0-653,-1-1 1,2-2 988,2 0 0,0-4 0,0 5 0,3-12 0</inkml:trace>
  <inkml:trace contextRef="#ctx0" brushRef="#br0" timeOffset="279978">5978 17672 9447,'-3'-3'6805,"1"0"-3427,2 3-2432,17-60-739,-11 40-59,5-15 1,-1 3 14,-5 24-51,0 2 28,-3 7-17,-2 8-39,-2 10-28,-1 8-34,-2 4-22,1 2 11,1-3-5,7-4-12,9-5 29,0-9 89,13-5-39,-15-8 151,8-4 118,-10-12-252,-3 3 201,-3-17-28,-4 12-89,-2-3 145,-3 7-17,-4 11-184,-3 4-40,-5 8-11,2 6-44,3 1-12,3 2-28,5-4 12,1 1-12,6 0-11,5-2 45,0-5 27,9-3 24,4-10-35,-5 1 130,7-15-74,-15 3 1,1-6-34,-6 9 33,-5 1-38,-2 7-51,-5 0-90,0 4-279,3 2-74,1 0-7421,3 1 7864,3-1 0,-1 1 0</inkml:trace>
  <inkml:trace contextRef="#ctx0" brushRef="#br0" timeOffset="280837">7761 16584 23971,'-48'-6'95,"-1"-1"0,4 3 0,8 9-39,10 35-33,4 9-7,5 5 24,8 4-68,6-2-40,16-7 40,12-10 0,20-14 45,15-12 5,-26-12 1,1-3-9,0-3 0,0-4 28,-4-2 0,-2-4 137,16-19-22,-19-7-34,-14-4 23,-20-4-40,-12 1-11,-14 5-22,-7 9-34,-6 11-27,-1 10-46,2 8-50,9 4-207,14 1-336,12 1-516,16 1-1210,14 1-4032,15 0 6385,1 0 0,-9-1 0,-11-1 0</inkml:trace>
  <inkml:trace contextRef="#ctx0" brushRef="#br0" timeOffset="281087">8104 16340 19350,'-2'-8'4962,"1"3"-4122,1 5-173,0 0-605,-19-34 33,22 40-84,7 12-6,7 9 1,3 6-654,9 14 0,2 2 553,-3-4 0,1-1-116,2 6 1,-2 0 11,-4-10 0,-3 2-823,-4 1 1,-3 4 0,-5-3-2914,-9 4 1,-5 1 3337,0 15 1,-3-5-1,-15 1 1,3-28-1</inkml:trace>
  <inkml:trace contextRef="#ctx0" brushRef="#br0" timeOffset="281687">8819 16802 23702,'-1'-46'520,"-1"0"1,2 5 0,-1 8-296,2 17-102,0 8-5,0 11 33,0 12-17,-3 13-72,-4 16-23,-2 10-45,-2 8-33,4-1 39,12-7-11,11-11 17,16-14 5,11-17 11,-10-19 1,2-5-453,17-7 446,-10-7 1,2-3-420,-10 3 1,0 0 427,12-8 0,2-2-590,0 1 0,1 1 581,0 2 1,0 1-9,-4 3 1,0 1-1272,2 3 0,-3 2 1263,12-5-17,-1 5 228,-38 19-363,0 3 219,-11 8-1412,-5 8-3004,-7 5 4349,-1 0 0,0-8 0,2-5 0</inkml:trace>
  <inkml:trace contextRef="#ctx0" brushRef="#br0" timeOffset="285429">10999 618 19226,'6'-1'4351,"-2"0"-10152,-4 1 5845,-40 64 921,24-37 1,-1 2-1039,-9 15 1,0 0 36,10-14 0,2-2 238,-5 24-96,9-22 0,0 2-215,-4 9 0,0 2 173,-2 3 0,0 2 74,-2 2 1,0 1-128,-2 3 1,0 2-294,-1 2 0,0 1 348,7-18 0,-1 1 1,1 0-1,-1 2 0,1 1 1,-1 0 14,1 2 0,-1 0 1,0 0-8,1 2 1,0 1-1,-1-1 2,1 2 1,1 0-1,-1 0-61,1 0 0,0 1 0,0 0 321,1 1 1,1 0 0,0 1-290,1-1 1,0 1 0,1-1-25,0 1 0,2 0 0,-1-1-139,1 1 0,1-1 0,0 0 140,1 1 0,0-1 0,1 1 1,0 0 1,1 1 0,0-1-17,0 1 0,1-1 0,1 1-21,-1-1 1,1 0 0,1 0-62,2-2 1,0 0 0,2-1-4,0-1 1,1-1-1,2-1-56,2-1 0,1-2 1,3 2-544,6 6 1,2 0 0,0-3 390,2 2 1,2-1 89,1-6 1,3 1 0,0-4-25,4-1 1,1-3 30,-6-6 1,3 1 0,-1-1 31,1-1 0,1-1 0,0-1 14,-1 1 0,1-2 1,0 1 68,0-1 1,0 1 0,1-1 172,-1 0 0,2-1 0,-1 1-96,1-1 1,0 0 0,1-1 31,1 0 1,1 0 0,0-1 30,2 0 0,0-1 1,1 0-5,2-1 0,1-1 0,1 0 2,0-1 0,2-1 0,0 0 5,1-1 0,2 0 1,-1-1-39,1-1 0,0 0 0,0 1-52,0-1 1,0 0 0,0 0-11,-1 1 0,0 0 0,-1 1 452,-2 0 0,-1 0 0,0 1-479,-2 1 1,-1 0 0,-1 0-7,-2 1 1,-1 0-1,0 0-31,15 13 0,0 0-32,-3-1 0,0 1 62,0 0 1,-1 0 61,0-1 0,1 1-9,-1 0 1,-1 0 11,0 0 1,-2 1 2,-1 0 1,-2 1-2,-2 0 1,-2 0-3,-2 0 1,-1 0-8,-2 1 1,-2 0 94,-2 1 1,-1 1-81,-1 0 0,-1 1-9,-1-1 0,-1 2 4,-1 0 0,0 0-6,0 0 1,-1 0 8,1 1 1,-1 0 2,0 0 1,0-1-4,0-1 0,1 0 3,0-2 1,1 0 2,0-1 0,1 0 0,0-1 0,1 0 0,-1 1 0,0-1-20,-1 0 1,-1 0 5,0 0 0,0 1 8,0-1 0,-1 0-5,1 0 0,0 0 11,1 0 0,1-1-635,8 7 0,0-2 621,-9-13 0,0-1 11,12 8 1,2-2 354,-10-13 0,0-2-358,9 5 0,2 0 9,0-1 0,2-1 5,9 5 1,0-2-21,-17-7 1,0 1 5,12 5 1,-2 1 14,4 9 329,-19-12 0,1 2-349,3 4 0,-2 1 514,10 11-495,-8-3 1,-1-2-1,-3-1 1378,-2-1 1,0 1-1385,10 14-2,-14-17 0,1 2 20,2 7 0,0 1-20,-5-4 0,-1-2-6,-1 0 0,-1-2 12,-4 1 0,-1-1 30,6 22-36,-8-19 0,-1 1 8,1 0 1,-2 1 19,2 11 0,0-2-31,-4-14 0,1 0 8,2 16 1,-1 0 5,-3-16 1,1 1 10,0 9 1,0 2 10,0 9 1,-1 1-6,-2-7 0,0 1-221,-1 9 1,0-1 206,-3-18 0,0-1 19,-1 10 1,0 0-191,-2-8 1,0 2 170,0-1 0,0 4 0,0-2 3,-2 14 0,2-1-415,0-12 1,1 0-1,0-2 395,0 0 0,1-2 0,1 8 1,0 1-72,1-9 0,0 0 65,-1 10 1,2 2-888,2 11 0,1-1 890,-1-19 1,0-1 2,6 15 0,2-1-98,-1-20 1,2-2 94,3 7 1,3 0 2,1-4 0,2-1-6,1-2 1,4-2 11,8 5 0,1-3-9,-10-10 1,0 0 2,13 8 0,0-2 6,-13-10 0,1 1 11,12 9 0,1 1-3,-7-4 0,0 0 261,4 4 0,-2 0-281,-8-5 1,-1 0 6,13 14 32,3 7 191,-9-9-219,10 10 26,-17-19 0,0 0 37,17 18-57,-3-3 29,-8-5 21,-7 4-21,-1 4-12,-5 12 0,-10-5-11,-5-10 17,-1 12 5,-3-7-11,-1-16 1,0 2-15,-4 8 0,-1 1-6,0-3 1,-1-1-9,-1 0 1,0-1-4,-1 2 1,-2-1 5,2-6 0,-2 0 5,-2 9 1,-3 3 5,-5 9 0,-2 0 898,2-6 1,-2 0-911,4-10 0,-1 2 0,1-3 6,-3 2 1,0-2 5,-9 10 1,-2 0-4,3-8 1,-2 0-5,6-7 1,-2 2 0,-2 0 5,-8 5 1,-2 0-1,2-2-13,-2 3 0,0-1 7,1-5 1,-2 2 0,3-3 6,-3 1 1,1 0-6,-3 1 1,-3 3-1,3-2-12,-2 1 1,-1 1 2,8-8 0,-4 4 1,-1 0-1,4-3-6,3-4 1,1-2 0,0 1-3,-6 5 1,-2 1 0,-2 0 14,3-4 0,-3 1 0,1-1 1,1-1-407,-1 0 1,2-2 0,-3 1 395,-2 2 0,-3 1 1,-1 0-1,2-1-656,-7 4 0,1-2 0,3-1 648,9-5 0,2-1 0,-1 0 7,-7 5 1,-2 0 0,2-1-156,9-4 0,1-1 1,-2 2 158,-4 2 0,-4 3 0,1 0 0,2-2-71,3-1 1,3-2 0,-4 4 64,4-3 1,-3 3 0,-2 1-1,2-1 1,4-2-39,-5 3 0,4-1 0,-2 1 33,-2 2 0,-4 3 0,0 0 0,5-3 5,3-3 1,4-1 0,-2 3 6,-2 2 1,-2 4 0,1 0-1,5-4-12,-4 4 0,2 1 0,0 0 0,-5 7 0,-1 1 0,7-4-8,8-7 1,4-2 0,-2 2 9,-11 14 0,-2 4 0,4-4-2,3-2 0,2 2-25,4-2 1,-1 5 0,1-3 15,0 5 1,0 1-2,2-3 1,-1 4 0,2-1 284,4-8 1,2-2 0,0 0-261,1 1 0,0 1 0,1-3-18,-3 9 0,2-1 153,-3 8 1,3 2-165,3-1 0,2 0 0,2 2 0,0 0-3,3-5 1,1 0-49,6 9 1,3-5 47,0-29 0,0 0-22,1 15 0,1 7 0,0-8-6,1 17-6,-3-20 0,-1 6 1,-2-5-45,-3-8 0,-3-1-230,-3 14 0,-1 0-1090,-2-16 0,-2-3 1415,-8 14 0,9-21 0,7-15 0</inkml:trace>
  <inkml:trace contextRef="#ctx0" brushRef="#br0" timeOffset="303452">14695 1514 32767,'22'-43'0,"1"1"0,-3 3 0,-2 9 0,-5 18 0,-5 5 0,-4 4 0,-28 15 0,-11 5 0,3-1 0,-3 1 0,-2 1 0,0 0 0,5-4 0,0 1 0,-12 3 0,2-1 0,-9 0 0,18-7 0,3-2 0,0-3 0,4-11-439,15-1-549,-2-7-87,9 2-174,3 3 734,1 3-317,0 3-119,0 3 444,0 4 226,3 11 219,2 4 115,4 13-56,0 2-12,0 4-117,-2 4 166,-3 0 153,-5-1 257,-6-4 158,-2-7 166,-2-7 231,2-9 290,5-7 81,1-5-67,3-8-1303,3-5 0,3-9 0,1 2 0,16-12 0,-1 11 0,12-8 0,-1 12 0,6 6 0,7 4 0,6 10 0,-8 1 0,-10 6 0,0 4 0,5 10 0,-13-6 0,-5 3 0,-7 17-378,-26 3-339,-8-9 717,-9-10 1,-4-2 900,-19 5-805,14-8 1,-1-3-97,-17 2 0,13-9-9372,16-12 9634,14-2 1,10-2 0,3 4 0</inkml:trace>
  <inkml:trace contextRef="#ctx0" brushRef="#br0" timeOffset="303960">15375 1938 32767,'5'-44'0,"-1"1"0,-1 4 0,0 10 0,-1 23 0,-1 11-723,0 11 38,-1 18 161,-6 17 260,0-17 0,-1 1-791,-3 5 0,-2 0 490,2-7 0,0 1 620,-4 19 0,0-4 0,4-14 1,-3 22-1</inkml:trace>
  <inkml:trace contextRef="#ctx0" brushRef="#br0" timeOffset="304236">15961 1627 32767,'-14'-24'-3278,"0"19"4315,3 57-1052,3-20 0,-1 2-59,-1 4 1,-2 2-201,1 1 1,0 1-382,2-2 0,2-1-1019,2-3 1,2-3-2840,5 13 4601,7-10 1,-4-24-1,2-2 1</inkml:trace>
  <inkml:trace contextRef="#ctx0" brushRef="#br0" timeOffset="304620">16308 1693 32767,'-31'-52'-3264,"3"19"1698,9 71 3167,3 6-1024,6 6-620,6 2-231,11-2-354,8-4-1320,13-9 2263,17-11 355,-12-13-813,13-14 1064,-21-14 1046,8-36-1495,-24 21 1,-1-1-70,0-1 1,-2 0-341,-11-31-63,-7 27 0,-11-6-681,-7 7-966,-4 8-285,0 10 1455,1 9 612,4 12 234,4 11-2528,3 12 2564,7 2 1,7-9 0,4-8 0</inkml:trace>
  <inkml:trace contextRef="#ctx0" brushRef="#br0" timeOffset="304987">16978 2053 32767,'14'-42'0,"0"0"0,-1 1 0,-4 18 0,-9 24 0,-8 24 0,-5 10 0,-2 2 0,-2 0-876,-8 15 223,2-3 0,2-4 0,7-16 0,-5 15 0</inkml:trace>
  <inkml:trace contextRef="#ctx0" brushRef="#br0" timeOffset="305511">17633 1647 22082,'3'-5'5703,"-2"1"-4021,-1 4-480,13-65-736,-13 41-523,6-13 1,-5 4-166,-14 25 92,-6 11 283,1 3 378,-13 15-42,-10 23-478,20-18 0,-1 2 34,-4 10 0,2 2 106,6-1 1,3 0-343,2 3 1,4-2 216,1-7 0,5-1-1985,8 12 0,5-3 915,5-1 45,13-3 1,4-3 299,4-11 475,8-3 0,0-5 46,-6-7 445,-3-7 1,-1-4 509,-8-12 837,5-11 2777,-19-3-3301,-11-1-375,-6 7-715,-15-2 0,-20 8 0,-6 2 0,-14 4 0,11 9 0,13 5 0,-11 12 0,17 5 0,-10 13 0,18-7-9249,8 20 9170,10-25 0,2 8 0,2-24 0</inkml:trace>
  <inkml:trace contextRef="#ctx0" brushRef="#br0" timeOffset="305970">18315 2033 29784,'-30'52'-889,"1"-1"1,3-5-1,3-6 1,7-9-1,7-13 1</inkml:trace>
  <inkml:trace contextRef="#ctx0" brushRef="#br0" timeOffset="313853">18926 1689 15204,'-2'-3'6927,"0"0"-3906,2 3-1549,-11-35-1593,9 26 7,-9-26 34,11 35 278,0 0-519,4-2 2278,0 1 13,27-3-1055,13 2-133,-8 2 1,3 3-696,0 3 0,1 3-87,-2 4 0,-3 4 0,-4 4 0,-5 5 0,-6 4 0,-4 3-16,-6 3 0,-4 1-850,-5 4 1,-4 0 66,-2 0 0,-2-1-543,-2 0 1,-2-1 1212,2 1 1,0-2-1,-2 4 1,5-7-1</inkml:trace>
  <inkml:trace contextRef="#ctx0" brushRef="#br0" timeOffset="314071">18914 2149 27566,'-1'-5'60,"1"0"-443,0 5 2380,56-66-924,-27 48-1394,15-19 1,5 5-3432,10 27 3844,-26 3 0,-1 0 1,10 0-1,-18 2 1</inkml:trace>
  <inkml:trace contextRef="#ctx0" brushRef="#br0" timeOffset="314244">19604 1995 31149,'6'6'-1478,"-2"-2"1466,-4-4 2114,0 0-1494,9 78-2957,-8-33 343,2 5 0,-2-1 1965,-11 2 0,3-31 0,0 1 0</inkml:trace>
  <inkml:trace contextRef="#ctx0" brushRef="#br0" timeOffset="318254">20434 1766 18722,'2'-11'2252,"0"2"-1457,-2 9 1289,0 0-2073,-7-30 23,-1 32 27,-12-11 1,-5 50-8,9-14 0,-1 3 98,-5 10 1,0 1-186,-6 15 164,12-18 0,2-3 93,8 4-68,9 4-106,23-5 0,12-14 83,5-7-153,11-12 114,-8-13 36,-13-1 0,0-3 197,16-16 47,-7-12-53,-25 12-39,-10-8-274,-13 6-169,-9-9-146,-14 1-37,-10 1 25,-5 2 49,-2 3 118,6 2 77,6 0 205,12-1-8,8-10-102,13 6 123,5 0 336,16 5-70,4 9 148,11-1 107,8 8-40,-9 7 39,-4 7-30,-8 13-485,-8 23-445,-3-4-221,-8 29 195,-9-27 0,-2 0-291,-2 22-106,-1-13 1,1-2-4569,4 11 5185,2 2 0,4-23 1,3-16-1</inkml:trace>
  <inkml:trace contextRef="#ctx0" brushRef="#br0" timeOffset="318503">21165 1991 26428,'-3'34'-892,"1"0"1,-3 21-8940,-4-2 7373,4-28 0,-2 7 1,6-26-1</inkml:trace>
  <inkml:trace contextRef="#ctx0" brushRef="#br0" timeOffset="318970">21938 1736 26365,'-14'-43'135,"0"0"0,-1 4 1,-2 11-218,-9 23 263,-28 15-21,8 5-572,11-2 1,-1 3 683,5 0 0,2 0 63,-24 20 32,15 2 27,16-10 109,17 8-428,18-16-129,12 1 89,13-14-183,10-15 143,-9-2 428,12-19-416,-25 7 1,-1-1 21,1-1 1,1-1 128,2-4 1,-2 0 476,9-10-286,-13 14 93,-7 8-544,-12 12-73,-1 4 104,-5 9 63,-3 11-30,-1 4 183,-8 35-25,2-2-1079,4-11 1,-1 2 951,3-12 1,1 0-433,-2 26 0,1 2-1176,3-17 0,-1 0-1662,1-3 0,-1 2 0,1-4 1450,1-2 0,0-5 0,-1 11 0,2-33 0</inkml:trace>
  <inkml:trace contextRef="#ctx0" brushRef="#br0" timeOffset="320060">13867 1263 32767,'-32'-19'-2858,"-5"8"2665,-3 20 2117,-13 5-1361,22-6 1,-2 1-564,0 0 0,-1 0 0,-27 7 0,15-4 0,17-5 0,16-4 0,9-3 0,4 0 0,0 2 0,2 5-851,0 7-1022,0 11 463,-3 12 75,-4 14 853,1-19 0,-1 3-22,-3 5 1,0 3 384,-2 6 0,1 1-4,-1 4 0,0 0 403,1 1 1,2-1-33,1-3 0,2-1-48,2-5 0,2-2-81,3-6 1,1-2-385,12 22-208,9-13-448,12-15-1702,-3-21 0,2-5 2586,25-4 1,-5-5 0,-30 0-1</inkml:trace>
  <inkml:trace contextRef="#ctx0" brushRef="#br0" timeOffset="321061">22564 1595 9044,'-3'-2'7027,"0"0"-1675,3 2-4785,-45-47-361,31 36-97,-12-15 0,3 5 77,19 21 144,1 0 166,13 5-152,6-2-12,8 3 73,29-3-24,-6-3-290,-14-1 0,2-1 164,17-1-286,-11-2 30,-13 2 73,-13 0 368,-7 2 320,-5 1 44,3 0 42,2 2-422,4 4-45,-2 2-81,5 9-134,-1 7-509,10 25-500,-7-11 381,-2 4 0,-2 0-407,-1 1 550,-1-1 0,0 4 42,-3-6 0,0 0 28,1 1 1,-1-1 65,1-1 1,-3-1-235,-4 1 1,-4-2 84,-7 0-430,-8-4 0,-6-3-2489,-7-10 0,-5-5 2756,-4 3 1,0-1-1,-17 3 1,20-11-1</inkml:trace>
  <inkml:trace contextRef="#ctx0" brushRef="#br0" timeOffset="326000">27803 1535 22167,'8'-19'437,"-12"7"-319,-16 17-29,-15 3-61,4-1 28,-23 2-5,1-3 16,16-2 0,-1-1 28,-16 1-27,9-3-7,30-1-38,10 0-18,4 0 319,1 0 389,0 4-534,0 2 0,0 6-22,0-1 16,1 8-16,-1 0 91,-2 18-339,-4-3-298,-5 11 559,0-17 118,-4 5 59,4-11 112,-3 5-96,7-11 440,1-5-255,5-9 85,1-2-244,3-12-257,3-3 3,6-8-24,3 2 87,3 4 127,-3 6 21,5 3 225,6 5-23,-5 2-86,29 12-251,-11 5-1871,-9-1 0,1 1 1560,12 9-725,-14-3 0,-2 1 311,1 10-251,3 11 36,-31-13 22,-9-10 330,-42 2 377,1-10-338,11-5 0,0 0-631,5-4 0,2-2 1062,-27-3 0,27 0 1,10-2-1</inkml:trace>
  <inkml:trace contextRef="#ctx0" brushRef="#br0" timeOffset="326807">27470 2657 23859,'14'-3'347,"-13"17"-294,-16 12 0,-8 6-17,-3 3 1,-3 2-1087,-5 2 1,-2 1 1071,-3 1 1,-1-1-18,3-3 1,1-2 320,4-5 0,3-2-343,-11 14 11,16-17 380,13-14-363,13-15-28,14-14 6,14-18-11,0 0-4,0 0 1,0-1 30,-8 10 1,0 0 238,10-14 1,0 0-212,-8 9 1,-1 1 25,-3 1 0,0 0 86,15-23-16,-5 10-6,0 10 12,-2 12-1,3 9-38,1 10-34,3 10 691,5 9-703,5 13-31,-18-11 1,1 2-360,3 4 1,1 1 341,6 4 1,1 0-14,5 3 0,1 0-40,3 0 1,0 0-259,0-1 1,0-1-2323,-4-3 1,-3-1 2630,-9-6 0,-3-2 0,4 3 0,-20-11 0</inkml:trace>
  <inkml:trace contextRef="#ctx0" brushRef="#br0" timeOffset="327821">26544 3891 25130,'13'-22'33,"-10"26"-83,-21 47-107,4-15 0,-1 2-891,-1 3 1,0 2-3034,-2 12 0,2 1 3459,6-14 1,1-3-1,1-2 1,1-5-1,6-6 1</inkml:trace>
  <inkml:trace contextRef="#ctx0" brushRef="#br0" timeOffset="328194">27030 3956 23635,'-28'31'7,"0"1"0,4-5 1,6 1-19,17 28 0,6-19 11,13 3 22,5-13 101,6 0 376,5-13-74,-8-15-38,-2-13-208,-12-5 141,-5-13-91,-4 3-27,-14-20-101,-2 9-6,-12-4-67,6 20-6,-3 1-11,8 10-44,-1-1-718,4 6-1439,6 5 832,2 1 1,3 2 0</inkml:trace>
  <inkml:trace contextRef="#ctx0" brushRef="#br0" timeOffset="328852">29124 3915 19188,'0'-5'4071,"0"2"-2682,0 3-1243,-72-33-12,33 36-318,-11-13 1,-1 6 216,24 20 1,2 6-333,-5 3 1,1 1 306,5-3 1,0 1-4,-11 15 1,1 3-4,13-12 1,2 0-23,-6 13 1,4 1-157,10-10 0,7-1 142,7 0 1,5-2 16,5-2 0,5-1 6,5-2 0,3-3 11,20 9-14,-10-18 0,1-5 64,6-7 84,13-11 286,-32-7-134,-7-23 632,-14 9-783,-9-15-1,-15 13-50,-16 5-50,-14 7-40,-11 9-258,27 8 1,-1 2 114,-1 3 1,-1 2-466,1 1 1,0 2 613,-3 4 0,4 0 0,-5 2 0,7 0 0</inkml:trace>
  <inkml:trace contextRef="#ctx0" brushRef="#br0" timeOffset="331213">26275 5224 23343,'-20'17'790,"-16"12"-759,13-7 0,-2 1-228,-13 9 1,-4 1 201,8-7 1,-1 0-1,-1 0-486,1 1 0,0 0 1,-1 1 461,-4 3 0,0 0 1,4-2-33,-1 2 1,5-3-34,-8 10 160,18-11-406,22-21-326,13-10-375,18-17-273,16-17 548,-2 1-149,-5 2 0,2-1 486,-12 10 0,0-1 480,13-12 1,1-1 150,-10 8 1,-2 2 171,-3 0 0,-1-1 592,-2 2 0,-2 0-464,-2 3 1,-1 0 512,14-19-548,-11 16 643,0 5-667,-10 14-83,7 0 644,-7 8-594,14 8-195,-10 0-17,34 18-141,-11 2-48,-10-5 1,2 2-12,-1 2 1,-1 0-445,4 4 0,1 0 436,2 2 0,0 0-31,1-1 0,1 0-81,-2-1 0,0-1-305,-4-3 0,0 0-1992,-5-3 1,-2-1 2408,11 10 0,-18-13 0,-12-11 0</inkml:trace>
  <inkml:trace contextRef="#ctx0" brushRef="#br0" timeOffset="332528">25021 6603 23539,'-32'-23'852,"16"1"-696,47 11-16,16-2 6,8 2-40,4 3-22,-4 3-33,-8 11-68,-9 7 23,-8 14 38,-8 10-16,-7 11-22,-7 10-226,-5-25 0,-2 1 209,0 2 0,-1 0-20,0 2 0,0-1-67,-2 1 0,-1-1-162,1-2 0,-2-1-1125,-7 27-2329,-4-9 3714,-4-8 0,7-22 0,1-5 0</inkml:trace>
  <inkml:trace contextRef="#ctx0" brushRef="#br0" timeOffset="332712">24947 7006 23192,'46'-42'-23,"1"1"1,-1 3 0,2 9-348,-8 21 1,1 5-2643,5-3 1,-2 1 3011,-2 1 0,-4 0 0,11-1 0,-22 1 0</inkml:trace>
  <inkml:trace contextRef="#ctx0" brushRef="#br0" timeOffset="333519">26940 6656 17820,'1'-4'4033,"0"0"-958,-1 4-3024,0-43 10,-8 34-10,-8-26 10,-31 67-72,15-6 11,3 0 0,2 2-11,0 10-40,0 13 29,12-12-51,18 15 17,19-19 34,6 7-15,3-21 1,6-3 22,-8-6 0,1-2-201,6 3 1,1-1 200,1-5 0,0-3 3,19-2 14,-19-5 0,-1-3 25,13-9-6,-12-13-11,-25 7-27,-18-8 38,-23-4-5,-9 0-6,10 13 0,-1 0 6,1 2 0,0 2 0,-14-13 22,11 7 0,3-1-11,0-1 25,3-3 0,1-2 9,8-3 400,-1-13-439,16 11-12,5 9 0,9-2 17,16 4 17,6 4-40,15 2-21,-2 12-1,11 14 6,-11 8 5,-4 8-28,-13 16 18,-19 2-18,-6 18 0,-13-10-263,-10-11 1,-4 0-1035,4-11 1,-1-2 651,-5 9 1,1-2 0,0-1-1,11-17 1</inkml:trace>
  <inkml:trace contextRef="#ctx0" brushRef="#br0" timeOffset="334970">29259 5122 12068,'8'-7'3983,"-2"2"-1110,-6 5 382,0 0-2768,-5 9-39,-7 11-95,-13 20-247,6-13 0,-3 2-460,-3 5 1,-2 0 387,-3 4 0,-2 0-12,-1 1 0,0-1-2,0 0 0,0 0-51,3-4 0,1 1-468,-1 1 1,2-2-796,-6 10 1294,13-16 0,3-5 0,8-10 0,-2 3 0</inkml:trace>
  <inkml:trace contextRef="#ctx0" brushRef="#br0" timeOffset="335611">28921 6437 15810,'0'-5'4895,"1"1"-4352,4-26 0,0-8 617,-1 4-1026,3-5 1,-3 2 224,-7 14-219,-7 18-45,-13 2 6,-11 12-51,-14 9-36,13 2 0,0 2-11,3 0 0,2 1-9,0 0 0,1 1-5,6 0 0,4 0-28,-2 14 5,5 7 45,24-1 23,12-13 72,16-6-38,-4-16 83,10-10-39,-5-12-20,-8-1 1,0-4 97,20-18-56,-4-3 180,-10-1 34,-12 13 16,-1-1-39,-9 9-113,-6 10-122,-5 5-90,-2 3 11,-3 7-11,-5 9-11,-7 14 0,-6 13 16,6-9 1,0 2-79,-7 17-517,6-10 1,-1 1-198,6-11 0,-1 1-4129,-4 15 1,0-1 2938,-3 11 0,3-8 0,14-43 0</inkml:trace>
  <inkml:trace contextRef="#ctx0" brushRef="#br0" timeOffset="362413">14020 3540 19132,'-3'0'2190,"1"0"-2830,2 0-2674,-11 3 3476,11 0 1,-10 0-1,13 0 1</inkml:trace>
  <inkml:trace contextRef="#ctx0" brushRef="#br0" timeOffset="381142">27754 1622 26288,'27'-43'926,"-1"0"0,1 0 0,-1 0 0,5-5 0,-2 3 0,-7 4-1124,-8-18-988,-11 29 458,-25-14-738,4 25 1459,-9 5 1,-5 2 353,2 8 1,-3 2-825,-13 0 0,-4 1 798,5 5 1,-3 2 0,0 1-696,4 2 0,1 0 0,1 1 567,-1 1 0,0 0 0,2 3 141,0 4 0,1 1 1,2 3-185,-8 9 0,2 4 41,8-6 1,-1 3-1,2 4-99,-3 9 1,1 5-1,4-1-983,7-4 1,2 0-1,2-1 631,0 0 0,2-1 0,5 0-109,1 18 0,10-3-28,9-15 0,8 0 143,6-4 1,6 2 0,4-4 225,3-6 0,3-4 1,4-2-267,14 3 1,5-3-1,0-4 218,-13-7 0,-1-4 1,4-2 113,-1-3 1,3 0 0,1-2-1,-2-2 139,7-2 1,-1-3 0,4-2 292,0-3 0,5-1 0,-1-2 0,-2-2 112,-10 1 1,-2-2 0,-2-1-1,1-2 42,3-3 0,0-1 0,-1-3 0,-5-1-127,2-6 0,-5-3 1,-4 1-375,8-8 1,-5-2-124,-13 7 0,-2-3 0,-4-1 0,-3-19 0,-6 0-140,-1 10 1,-5 0-541,-9 8 0,-4-2 1,-9 5-563,-24-6 1,-9 6 198,12 4 1,-4 2 461,-4 6 0,-6 2 0,0 4 65,7 7 1,-1 4 0,0 1 6,0 0 1,0 0-1,-1 3-432,-2 1 0,-1 2 0,3 3-3975,-3 6 1,4 3 4784,-15 7 0,23 0 1,27-12-1</inkml:trace>
  <inkml:trace contextRef="#ctx0" brushRef="#br0" timeOffset="386224">25434 3581 13575,'-3'0'4156,"0"-1"-2050,3 1-2850,-1-22-2221,22 21-6408,10-14 8557,6 24 0,-9-3 0,-19-4 0</inkml:trace>
  <inkml:trace contextRef="#ctx0" brushRef="#br0" timeOffset="386392">26242 3628 19708,'39'-8'-1168,"0"1"0,-4 1 0,-3 2 1,8 7-1,-16 0 0</inkml:trace>
  <inkml:trace contextRef="#ctx0" brushRef="#br0" timeOffset="386549">27049 3694 24240,'46'-16'-1122,"-5"4"1,-1 19 0,-17-3 0</inkml:trace>
  <inkml:trace contextRef="#ctx0" brushRef="#br0" timeOffset="386707">27518 3794 21516,'-6'0'4784,"1"0"-5546,5 0-991,1 12 1418,15 1 1,-10 2 0,10-5 0</inkml:trace>
  <inkml:trace contextRef="#ctx0" brushRef="#br0" timeOffset="386899">27716 4321 23608,'3'10'-2445,"0"-3"1504,-3-7 3522,0 0-1690,-47 33-577,35-20-2243,-14 13 1,4 2 1764,23-8 0,-1 3 0,1-13 1</inkml:trace>
  <inkml:trace contextRef="#ctx0" brushRef="#br0" timeOffset="387090">27714 4949 18466,'3'48'-3277,"-1"0"0,0-3 0,0-7 2996,1-16 0,-2-7 1,0-11-1</inkml:trace>
  <inkml:trace contextRef="#ctx0" brushRef="#br0" timeOffset="387259">27750 5497 6775,'-2'3'454,"0"0"-951,2-3 1,0 0-1</inkml:trace>
  <inkml:trace contextRef="#ctx0" brushRef="#br0" timeOffset="387448">27696 6044 16045,'-1'50'-294,"1"-1"1,-1 0 0,1-8 0,4-18 0,-2-2 0</inkml:trace>
  <inkml:trace contextRef="#ctx0" brushRef="#br0" timeOffset="387624">27755 6768 14751,'-11'41'-186,"0"0"0,0 0 1,0 4-1,1-7 0,1-12 1</inkml:trace>
  <inkml:trace contextRef="#ctx0" brushRef="#br0" timeOffset="388396">24797 3969 13597,'33'-18'-1115,"1"-1"1,16-12 0,-45 34-1</inkml:trace>
  <inkml:trace contextRef="#ctx0" brushRef="#br0" timeOffset="388595">25011 3929 14915,'-44'-1'1057,"1"0"0,1 0 0,6 1-1093,17 4-139,-1 3-99,9 5-612,3 12 282,3-4-5403,-12 26 6004,4-19 1,-2 5-1,6-19 1</inkml:trace>
  <inkml:trace contextRef="#ctx0" brushRef="#br0" timeOffset="388779">24369 4658 12472,'-2'5'3784,"0"-1"-2841,2-4 779,-16 65-1372,11-31-855,-4 10 1,2 0 502,6-12 139,6 10-666,6-5-1065,2-7 0,2 1-6712,11 20 7517,0-4 0,-13-24 0,-10-17 0</inkml:trace>
  <inkml:trace contextRef="#ctx0" brushRef="#br0" timeOffset="388920">24344 5600 14090,'12'43'-250,"0"0"0,1 2 0,-1-4-3755,3 0 2590,0 6 0,-6-16 0,-6-13 0</inkml:trace>
  <inkml:trace contextRef="#ctx0" brushRef="#br0" timeOffset="389080">24289 6350 10567,'-3'3'4464,"1"-1"-3125,2-2-1535,8 61-969,12-30-1207,-6 10 0,2 0 2372,16-10 0,-13-11 0,-8-9 0</inkml:trace>
  <inkml:trace contextRef="#ctx0" brushRef="#br0" timeOffset="389237">24329 6852 19910,'7'60'-493,"-1"-11"-4683,16-13 5176,-7-13 0,3 2 0,-10-15 0</inkml:trace>
  <inkml:trace contextRef="#ctx0" brushRef="#br0" timeOffset="389421">24924 7368 18621,'-6'8'2846,"2"-1"-2522,4-7-1192,0 0-839,85 2-3881,-30 2 5588,-13 0 0,6 0 0,-8 0 0,3 2 0,-6 3 0</inkml:trace>
  <inkml:trace contextRef="#ctx0" brushRef="#br0" timeOffset="389555">25490 7547 17955,'47'4'-491,"0"-1"0,-12 0 1,-6-1-1,-10 0 0</inkml:trace>
  <inkml:trace contextRef="#ctx0" brushRef="#br0" timeOffset="389713">26271 7667 20464,'-8'0'1748,"1"0"-1709,7 0-3102,0 0 2212,77-37 1,-57 27 0,19-8-1,0-1 1</inkml:trace>
  <inkml:trace contextRef="#ctx0" brushRef="#br0" timeOffset="389954">27086 7319 19361,'51'-12'73,"0"1"0,-5 0 0,-8 3-96,-11 5-44,-13 1-504,-9 0-2779,-11-1 3350,-2 2 0,1 0 0,2 1 0</inkml:trace>
  <inkml:trace contextRef="#ctx0" brushRef="#br0" timeOffset="390712">28623 3682 23785,'18'-3'-769,"-8"0"0,-2 3 0</inkml:trace>
  <inkml:trace contextRef="#ctx0" brushRef="#br0" timeOffset="390896">29122 3668 21408,'3'0'2877,"0"1"-1155,-3-1-850,60-29-244,-18 25-3040,7-8 1,2 4 1952,6 21 0,-19-3 0,-16-3 1</inkml:trace>
  <inkml:trace contextRef="#ctx0" brushRef="#br0" timeOffset="391096">29868 4343 24433,'-5'3'2861,"2"-2"-1927,3-1-1018,-31 65-812,23-30 180,-7 10 1,3 2-417,20 1-720,3 7-4385,-2 5 5967,-4-7 1,-3-19 0,-3-15-1</inkml:trace>
  <inkml:trace contextRef="#ctx0" brushRef="#br0" timeOffset="391287">29877 5492 19160,'-15'55'-1804,"0"1"0,4-2 1,5-4 1803,17-1 0,-1-16 0,-4-14 0</inkml:trace>
  <inkml:trace contextRef="#ctx0" brushRef="#br0" timeOffset="391461">29718 6687 18033,'-13'48'-855,"0"0"0,4 6 0,4-6-2814,10-6 2254,4 14 0,-8-38 0,0 0 0</inkml:trace>
  <inkml:trace contextRef="#ctx0" brushRef="#br0" timeOffset="391620">29251 7506 11945,'-3'1'829,"0"0"-1977,3-1 0,0 0 0</inkml:trace>
  <inkml:trace contextRef="#ctx0" brushRef="#br0" timeOffset="391779">28800 7639 15557,'0'0'0</inkml:trace>
  <inkml:trace contextRef="#ctx0" brushRef="#br0" timeOffset="392237">28754 3705 13383,'0'0'0</inkml:trace>
  <inkml:trace contextRef="#ctx0" brushRef="#br0" timeOffset="392421">28173 4350 16924,'-4'5'1571,"1"-2"-1658,-15 23 0,-4 8-161,2 7-282,-5 5 0,1 5-1629,15-5 0,4-2 1524,1-7 1,1-2-1,1-1 1,1-4 0,1-4-1</inkml:trace>
  <inkml:trace contextRef="#ctx0" brushRef="#br0" timeOffset="392621">27830 5823 11256,'-1'7'2610,"0"-1"-2120,6 31 0,3 11-810,2-13 1,1 2 460,-2 6 1,0 4 0,0-2-109,5 4 1,-1-2-121,-3-6 1,-2-1-1,-3-8 0,0-1-370,-1 7 1,-1 1-4274,-1 1 0,-1-2 4730,0 20 0,0-5 0,-1-44 0</inkml:trace>
  <inkml:trace contextRef="#ctx0" brushRef="#br0" timeOffset="392880">28032 7267 9856,'0'4'4822,"0"-1"-1887,0-3-2627,22 63-229,-6-43-225,16 20 0,9-3-639,-11-26 0,2-6 79,17 6 1,2 0-343,-6-2 1,-2 0-261,-3-2 0,-2 1-47,15 5-1401,-11 3 2879,-29-5 1210,-5 2 841,-14-5-298,-2-5-1383,2-1-366,14-8-3309,14-4 3182,9-3 0,-7 3 0,-8 4 0</inkml:trace>
  <inkml:trace contextRef="#ctx0" brushRef="#br0" timeOffset="410582">12671 3267 16247,'3'-49'1452,"-1"1"0,1-1 0,0-17 0,-1 14-1076,-1 37 195,-1 2-280,1 6-213,-2 5-38,1 8-3248,-8 33 3270,2-6-12,-3 6 1,-1 5-414,-1-4 0,-1 2 383,-3 14 0,-1 5-2,3-10 1,-1 1 0,1 0-5,3-8 1,0-1 0,1 1-6,-2 3 1,1 2-1,1-5 8,1-4 0,2-2 0,0 3 0,1-4 11,-2 13 106,1 2 258,4-25 17,0-16 2671,2-17-2990,3-21-17,4-13-17,8-21-20,-4 27 1,3-1-1,5-7 1,2 3 1173,9-16-1196,-10 23 0,2 3-3378,6 2 3376,-5 5-149,10 10 126,-13 20 11,4 1 0,4 17 0,-3 3-76,-4-3 0,0 2-148,17 22 56,-16-19 0,-1 1-342,13 16 163,-9-11-583,0-3 3005,-8-17-3486,4-4 1414,-9-14-165,7-27 212,-9 5 163,10-30 263,-5 14 649,7-14 7,-7 15-846,-4 11-68,-6 15 40,-5 10-241,0 1 22,0 7-17,1 1-11,2 7-5,1-4 39,7 1-12,3-3 18,19-2-40,2-10 11,13-6 6,-8-10-22,-11 3 162,-2-12-90,-18 13 130,-3-19-85,-15 15-11,-7-6-17,-6 11-56,4 6 6,-2 4-6,3 7-44,-1 8 10,0 11 80,3 11-41,2 8-66,3 6-40,4 0-83,12 0-91,10-5 80,4-11-556,33 3-33,-4-20 13,-11-5 1,2-3 389,-3-8 0,-1-4 168,1-3 1,0-2 145,-2-4 0,-3-2 56,16-13 112,-5-10 347,-19-2 51,-5-2 95,-8-1-17,-11 16-151,-6 10-314,-1 8 23,-6 8-51,-6 13-67,-5 7-45,-5 13 624,4 7-641,6 1-39,8 2-11,12-4 6,12-6 0,10-8 16,7-10 34,4-13 22,1-14 34,-2-13 45,-1-9 50,-4-5 62,-6-1 73,-5 4 84,-5 9-28,-6 11-163,-4 10-140,-4 6-39,-2 8 0,-4 8-11,-2 11-51,0 10-117,2 9-213,3 5-426,6 5-515,11 1-85,13-4 41,12-10 223,9-17 549,3-18 493,2-17 218,-14-5 444,2-14 1146,-12-3-328,-5-1-114,-7-2-308,-11 15-324,-4 7-257,-4 7-197,-1 5-96,-3 7-32,-2 8-12,-3 11 0,-1 16-17,2-2-3,4 5 1,0 4-15,3-6 0,0 2-591,-1 21 1,0 2 568,3-8 0,0-2 11,2-3 1,0-4 13,2-13 0,0-2 31,3 22 50,-1-38-16,-3-9-34,-6-28 22,-2-21-38,-1-19 16,5 21 1,2-2-29,0-8 0,2-2 5,2-6 1,1 0-1,1 0 1,1 1-6,3 4 0,0 2 19,1 8 1,1 1-208,0 6 1,2 1 198,1 4 1,2 3-98,22-22 109,8 12-29,8 13 1,4 11-29,1 16 12,-4 14 22,-10 15 0,-17 14 11,-23 7-11,-28 4-17,2-28 0,-5-1 166,-6-1 0,-2-1-357,-2-2 1,-1-3-401,2-2 0,0-2-2733,5-6 0,1-1 3341,-15 1 0,21-9 0,14-1 0</inkml:trace>
  <inkml:trace contextRef="#ctx0" brushRef="#br0" timeOffset="411026">14972 3912 18997,'3'-9'2495,"4"-22"0,0-5-1498,-3 4-678,3-6 1,-1 1 61,-5 11-168,-2 11-191,0 8-61,-2 5 33,0 12 29,-2 10-57,-4 15-173,-2 13-471,-3 12-330,7-26 0,0 1-2488,1 0 1,1 0 3495,-1 25 0,3-24 0,3-19 0</inkml:trace>
  <inkml:trace contextRef="#ctx0" brushRef="#br0" timeOffset="411374">15178 3486 15961,'-3'-6'5248,"1"1"-4895,2 5-325,-26 0-6,24 14 1,-12 2 33,33 11 78,7-8 220,-1-8 122,-5-10-90,-5-12-67,-7-9-5,-4-10-1,-4-4 147,-10-4-320,1 13 106,-13 0-207,11 21-28,-11-1-27,8 12-63,-4 5-234,4 11-723,5 6-2123,8 3 3159,14 2 0,-6-15 0,7-4 0</inkml:trace>
  <inkml:trace contextRef="#ctx0" brushRef="#br0" timeOffset="412092">15568 3398 24917,'-36'31'128,"1"-1"1,0 0 0,0 11 0,2 4 0,7-3-123,10 0 0,5 1-1059,0 5 1,1 5 0,2-1 1026,3-9 0,2-1 0,0 3-130,-1 13 1,1 4 0,0 1-148,1-14 1,1 1 0,0 1 0,0 1-1000,0-2 1,1 3 0,0 0 0,0-2 0,-1-2 320,0 11 1,-2-4 0,0 2-479,-1-2 0,-1 3 0,-2-1 0,-3-8 1417,-11 8 0,-5-7 2081,-5 5 0,-8-8 120,-10-19 1,-2-13-1721,16-9 1,1-9 218,-12-16 0,6-11-365,20-5 1,7-5 109,-3-13 1,7-5-130,9-3 0,9-3-136,3 13 0,5-1 1,3 1-392,-1 8 1,2 2-1,1 1 262,-1 1 1,2 1-1,0 2 2,15-12 1,1 5 612,-6 8 0,2 2-678,8-7 1,4-1-263,-9 9 1,1 0 0,0 0-244,-6 4 1,0 1 0,0-2-408,5-5 1,1-2 0,-3 2 66,-1-1 0,-2 0-513,3-7 1,-3 0 1317,-11 12 1,-1 1 566,3-6 0,-2 1 328,2-6 2683,-7 1-2285,-15 26 1281,1-7-475,-5 4 1951,-1 0-3300,-2 0 794,-1 9-1359,0 2-24,-3 10-11,-5 17-39,-1 11 5,-1 6-31,9-8 1,3 0 3,0 3-7,4-2 1,5-1-50,13 2 33,12 4 67,16-14-6,-7-18 7,7-18 10,-19-5 247,11-25-135,-20 20 493,12-25-184,-22 27-113,2-6-139,-9 17-124,-1 5-45,-3 7-16,-2 12-17,-7 18 11,-5 22-391,2 2 320,6-18 0,0 6 0,1 0-1253,-2 15 1,1 2 230,3-17 1,0 3 0,0 2 0,0-4 1064,1 5 0,0-2 0,2-4 0,-1 5 0,1-6 0,1 4 0</inkml:trace>
  <inkml:trace contextRef="#ctx0" brushRef="#br0" timeOffset="412607">16614 3737 22783,'13'-59'1155,"0"1"1,-1 6 0,-4 10-702,-8 21-219,-3 11-156,-5 11-7,-9 17-10,-12 20-48,9-8 0,-1 4-653,-4 9 1,1 4 635,-2 7 1,2 3-4,10-14 1,2 0-1,1 0-11,-2 10 0,5 0-32,5-10 1,4 1 0,6-1-346,10-2 0,7-2 0,2 0-911,2-1 0,3 0 0,2-2 881,7 0 1,3-1-1,-4-7 1,0-5 0,-4-5-1,7 0 1</inkml:trace>
  <inkml:trace contextRef="#ctx0" brushRef="#br0" timeOffset="416150">17130 3847 16885,'-1'-4'5181,"1"1"-3142,0 3-2045,-2-29 29,1 27 22,0-14 16,1 44-22,0 13-5,-6 12-34,-3 6-22,-2-1 50,1-7 44,2-10 113,4-15 342,1-11 16,2-11-246,1-19-235,0 2 22,0-25 0,0 1-45,2-19-28,-1 25 0,1-1-159,0-2 1,1 0 164,0 0 0,0 2 33,3-27 0,0 13 1,-2 15-29,-2 13-78,0 11 28,-2 8 17,0 9 362,1 10-317,1 12-34,2 12-22,-1-4 16,1-8 0,0 2 1,2 13 2,-2-14 0,1-1-14,2 12 23,-1-13 100,-3-14 130,-1-9-35,0-14-122,-1-10-63,-1-15 7,0-15-12,0-7 6,-1-3 16,-1 7-10,-2 13 22,1 15-73,0 10-45,2 8 39,-1 9 29,1 6-1,0 12 0,1 11-16,0 8-73,0 7-196,1 1-376,3 1-890,2-5-3613,3-4 5170,-1-10 0,-3-14 0,-3-9 0</inkml:trace>
  <inkml:trace contextRef="#ctx0" brushRef="#br0" timeOffset="416450">17716 3462 27118,'10'-24'-89,"12"28"75,-6 19 0,0 11 0,7 9 0,0 4-1778,2 9 0,-1 4 1767,-8-16 1,0 2 0,-2 0-77,-1 2 1,-1 1-1,-2 0-355,-2 1 1,-1 0 0,-4 0-483,-4 0 1,-3-1 0,-4 0 937,-6 2 0,-4-1 0,1-4 0,2-4 0,-1-5 0,-5-5 0,0 1 0</inkml:trace>
  <inkml:trace contextRef="#ctx0" brushRef="#br0" timeOffset="425964">10854 3147 14678,'-2'-4'7814,"0"0"-7321,2 4-381,-18-46-67,14 37 72,-14-26 7,18 57-12,0 18 11,-3 15-67,-1-3 8,-2-6 1,-1 2-384,1-13 1,0 2 337,-2 14 1,-1 0-6,3-12 0,0-2-239,-3 24 248,3-21 111,2-7-22,2-22 588,0 2-44,2-13 136,-2-18-697,0-5 349,-2-9-315,8-18 51,5 15 72,9-13 39,7 20 116,14 11 88,-1 8-117,1 7-332,3 10-29,-6 6-242,10 9-77,-2 4-23,-11-3-155,1 15-32,-23-11 95,-9 13 226,-25-11 34,-21-1 157,-10-5-5,-3-8-96,7-7-308,10-13-779,12-8-1780,12-9-275,9 1 3243,11-3 0,-2 13 0,4 2 0</inkml:trace>
  <inkml:trace contextRef="#ctx0" brushRef="#br0" timeOffset="426329">11454 3410 22425,'-10'48'795,"6"-9"-397,18-27 33,4-6-5,-1-6-46,0-7-60,-3-8-17,-5-6-18,-4-6 23,-7 0-33,-6 1-23,-4 6-23,-4 7-117,2 5-89,2 4-18,4 4 1,0 5-51,4 3-235,2 7-1423,6 3-2643,2-1 4346,7 2 0,-6-12 0,0 0 0</inkml:trace>
  <inkml:trace contextRef="#ctx0" brushRef="#br0" timeOffset="429134">1336 2574 13161,'-24'-50'1586,"-1"1"1,0 0-1,1 9-857,2 17-305,-11-1 121,-17 10-228,14 9 78,-19 16 31,18 10 164,-10 17-293,25-15 0,0 4-53,-1 10 0,3 3-873,5-5 0,2-1 778,0 1 1,4-1 388,4 21-487,12-19-92,7 2-167,8-13-100,7-12 248,-3-17 252,-2-5 431,3-22 228,-3-5-55,7-17-399,-14 20 1,-1-2 408,6-20 1410,-4 6-1396,-9 19-363,-6 19-530,-1 2-241,0 7 662,3 13-1002,0-1 89,9 17 24,1 2-29,14 22 6,-6-15 127,-2-3 0,-1 0-470,-1-3-494,-1-2 0,1-1 1350,9 7 0,-9-10 0,-1-7 0</inkml:trace>
  <inkml:trace contextRef="#ctx0" brushRef="#br0" timeOffset="429293">1740 2580 23350,'-3'1'4329,"0"0"-9108,3-1 4650,-6 0 0,-2 0 1</inkml:trace>
  <inkml:trace contextRef="#ctx0" brushRef="#br0" timeOffset="439142">14940 5864 21388,'-20'-58'1183,"-6"12"-931,-11 51-45,-6 6-73,-5 7-72,1 8-29,6 2 18,10 1-51,10-3-23,11-3 7,7-2-7,10-3 12,8 0 5,10-1 1,10-2-1,8 1 1,6-1 5,4 3-23,-1 1 1,-5 3 11,-9 1-23,-14 3 34,-15-1 22,-20 4-22,-17-2 0,-20 1-213,19-15 1,-2-2 184,-1-1 0,0-2-185,-27 3-812,14-13-3663,19-11 4688,13-6 0,11 4 0,2 5 0</inkml:trace>
  <inkml:trace contextRef="#ctx0" brushRef="#br0" timeOffset="439784">15359 5800 23041,'12'30'168,"0"0"0,7 29-34,-15-15 12,-7 0 22,-7-2 0,-5-7 6,0-8 195,5-11 208,4-9-162,5-10-230,2-9 33,6-23-167,0 5 38,8-27 23,-2 14 6,3-9-23,-2 10-39,0 8-45,-5 16-16,4 5-7,1 11 18,9 0-6,14 8 0,-11-1 0,12 10-17,-17 2 0,3 8 1,-9 4 4,-10 5 24,-18 6-1,-3-9-6,-5-3 51,4-15 17,10-8-22,2-6-29,6-10 0,6-9 1,6-7-18,7-2 7,3 4-1,1 2-17,-1 7 17,-1 4-11,1 4-16,2 5-24,2 5-66,2 8-112,-1 8-538,5 21 273,-10-9-939,8 18-2028,2-10 1075,-6-8 2375,20 0 0,-33-24 0,8 0 0</inkml:trace>
  <inkml:trace contextRef="#ctx0" brushRef="#br0" timeOffset="441008">16383 5880 24323,'-38'-33'112,"1"1"0,2 1 0,4 15-78,4 44-34,5 2-11,4 1-6,6 4 28,9-8-28,6 5 6,7-7 62,12-8 16,2-12-22,-1-8 27,3-13 102,0-14-101,-6 4 112,5-14 246,-15 12-257,-2 6 123,-4 3-146,-4 15-89,-4 2-29,-8 15-38,2-3 10,-8 19-5,8-5-11,1 16 33,8-7-38,12 2-29,14-13 45,1-8 11,22-6-5,14-14-424,-9-2 423,-14-2 1,1-6 16,-7-4 1,-1-3-18,2-2 1,-1-1-362,-2-1 1,-1-2 352,-4-4 1,-3-3 7,-6 4 1,-2-2 8,4-9 0,-2-4 14,-2-8 0,-3 2-14,-4 16 0,-2 2 28,-1-10 0,-3 5 47,-3 3 40,-4 1-95,-1 20-29,-5 12 378,-3 15-389,0 3 758,-7 20-752,-4 21-6,4-7 6,3 2 0,1 3-1242,9-16 1,1-1 1255,-3 8 0,1 1-9,4 0 1,4-2-190,3-8 0,2 0 173,2 7 0,2 1-3,6 2 0,4-3 5,-2-9 1,1-3 5,2 0 1,1-5-4,13-2 28,-2-21-22,4-21-5,6-20-339,-17 12 1,-1-4 323,3-4 1,-2-2 10,-4 6 1,0 0-1,2-10 1,0-1 784,-3 1 0,-1 0-757,-1 1 1,-1 0 20,0-1 1,-3 2-1,-3-9-18,-6 17 34,-3 4 830,-3 12-909,0 4 716,-3 4-665,0 14 349,0 9-371,-2 14-12,0 1 9,3 0 0,0 3 8,-3 23-312,2-15 1,1 2 292,-1-6 0,1-1-15,-1 22-61,2-22 0,3-1 84,4 3-23,4 7 23,4-29-11,4-8 11,-1-11 574,14-10-568,-8-1 166,7-8-172,-13 6 17,-8 1 0,-3 4 5,-3-6-11,-1 6 12,-1-3-18,-1 6 18,0 2-34,1 3-1,0 1-16,-1 2 28,2 1-5,-2 2 16,2 1-11,0-1 0,0-2 6,0 0 10,2-1-16,1-1-5,1 0 10,4 0 1,-1-1 16,7-3-16,-4 0 11,5-2 5,-6 1-16,-5 1-6,-2 2-34,-7 1-27,-3 1-113,-6 3-431,-1 2-1277,3 2-5399,4 0 7281,4 0 0,4-4 0,0-1 0</inkml:trace>
  <inkml:trace contextRef="#ctx0" brushRef="#br0" timeOffset="441757">17559 5898 17468,'-4'4'4335,"0"-1"-975,4-3-3090,-5 3-108,13-6-50,1 0-28,15-10 6,3-4 16,-2-4-11,-4-3-5,-8-1 28,-6 1-18,-7 5 7,-6 5-23,-5 6 28,-8 4-95,4 2 22,-5 5 6,5 4-12,-4 7 1,-4 9-23,-2 9 6,-1 7-17,2 4-28,8 0 33,8-4 7,18-4-1,13-9 0,16-8 11,12-9 23,6-11-28,2-13-239,-2-10 262,-6-13 10,-8-7 12,-10-4 5,-9 1 56,-10 4 56,-8 8 213,-5 3-241,-2 13 118,-1-2-79,2 11-55,0 1-89,0 4 159,0 3-205,0 3 0,1 6 0,5 5 0,7 10 0,11 10 0,11 9 0,-12-16 0,2 1-343,4 2 1,0 0 342,2 1 0,-2 0 0,-3-2 0,-4 1-46,0 23-66,-39-4-53,-4-22 0,-6-3-325,-9-1 0,-3-2-1060,-3-1 1,0-4 1549,-3-4 0,4-3 0,-7 0 0,14-6 0</inkml:trace>
  <inkml:trace contextRef="#ctx0" brushRef="#br0" timeOffset="442142">18436 6022 23506,'3'6'3064,"-1"-2"-2521,-2-4-414,48-66-90,-30 36-475,13-18 0,-2-6 464,-19 22 0,-4-1-6,3-12 1,-1-3-7,-3-4 1,-2-1 28,-5-5 0,-2 3-31,1 17 0,-1 3 58,-6-2 1,-2 6 386,-4 6-229,-3 2-62,7 11-106,4 7-62,5 7 11,0 14 687,2 14-692,0 20-9,0-17 0,1 2-1103,4 17 0,3 1 1108,-4-15 1,3 0-56,6 20 0,3-1-384,-1-20 1,0-1 78,2 7 0,0 1-398,-2-6 0,0-2-2902,4 22 3658,-7-18 0,-7-20 0,-2-11 0</inkml:trace>
  <inkml:trace contextRef="#ctx0" brushRef="#br0" timeOffset="442309">18443 5764 21612,'-5'-3'3551,"1"0"-3152,4 3-394,37-66-106,2 43-1013,8-16 0,5 4-2970,-11 26 1,0 6 3436,4-3 1,-3 2 0,3 0 0,-22 1 0</inkml:trace>
  <inkml:trace contextRef="#ctx0" brushRef="#br0" timeOffset="442517">19032 5560 26525,'54'-20'-723,"-1"1"0,-1 0 1,-4 7-1221,7 14 810,-17 2 1,-4 1 0,-8-1 0,10 3 0</inkml:trace>
  <inkml:trace contextRef="#ctx0" brushRef="#br0" timeOffset="442699">19074 5820 23108,'-3'0'3753,"0"0"-3512,3 0-314,71-34-910,-39 27 0,1 0-3933,23-13 1,1 1 3835,-23 14 1,-5 3-1,4-1 1,-24 2-1</inkml:trace>
  <inkml:trace contextRef="#ctx0" brushRef="#br0" timeOffset="443834">20074 5573 16303,'0'-5'3590,"-1"-40"0,0-9-3147,0 16-2627,0-19 1,0 2 2547,2 23 1559,2-8-1446,1 9-186,2 0-280,-4 17 730,0 9-730,0 13 28,3 19-5,0 10-12,1 21-11,-6 2-571,-4 3 560,-1-13 17,-3 6 2532,4-18-2515,-1 2 106,2-18 184,2-9-167,1-12 6,0-19-124,0 3 784,0-25-756,3-11-28,1-5-22,1 0 33,5 1-22,-4 26-11,3-7-11,-6 24-40,-1 7 6,-1 8 23,2 10 5,0 13-14,-1 11 0,-1 3-48,-2 14-753,-2-1 0,-1 1-3084,-1-17 1,0-1 3898,-1 5 0,1-1 0,-1 11 0,3-23 0</inkml:trace>
  <inkml:trace contextRef="#ctx0" brushRef="#br0" timeOffset="449318">15026 7364 22541,'24'-58'242,"1"0"1,-2 3 0,-3 3-179,-9 20 1,-3 2-254,1-3 0,-2-1 253,0 0 1,-1 1 109,3-29 214,-4 13-142,-4 11 76,-4 11-87,-4 6-190,1 12-7,-4 4-38,6 8 28,-8 12 247,-2 12-252,-6 19-21,8-16 1,2 2-12,-1 4 1,2 1-3,1 1 0,3 0-238,4-1 0,3-1 162,3-4 0,4-1-294,19 25-582,11-12-1003,8-8-1871,5-14-4497,1-9 8334,-8-11 0,-19-2 0,-11-3 0</inkml:trace>
  <inkml:trace contextRef="#ctx0" brushRef="#br0" timeOffset="450016">15472 7182 10030,'0'-7'7740,"0"1"-5600,0 6 493,0 0-2600,-14-17 23,10 13 28,-6-12 34,20 16-17,8 1-29,8-4-4,5-5-7,3-8 23,-1-6 84,-2-12 17,-12 3-67,-6 1 117,-12 6 22,-8 11-16,-7-1-84,-7 7-34,-3 6-50,-1 7-28,1 7-12,4 11-21,3 6 21,4 17-38,6-13-113,8 25 34,4-35-269,13 22-386,6-21-244,4-9 0,3-2 512,8 1-112,-4-8 1,-2-5 486,-7-8 102,19-12 89,-11-8 64,-6 3 1,-1-2 20,9-10 192,-6 4 0,-3 2-46,-6 3 436,14-14 5,-24 25-185,-2 2-526,-6 9 651,-7 16-679,1-3-17,-6 18 22,3-3-21,-3 8-12,2 0 16,1 2-16,4-13 28,1 0 185,3-15-95,2-9-45,5-9-6,5-13-17,1 3 68,7-11 16,-3 6 18,4-4-46,4 1-89,-4 11 0,4 6-17,-10 9 0,3 8-62,-1 10 29,-4 0-253,4 20-330,-9-9 196,1 4-896,5-1-3731,19-5 2532,-5-4 2515,4-9 0,-1-3 0,-11-3 0,12-1 0</inkml:trace>
  <inkml:trace contextRef="#ctx0" brushRef="#br0" timeOffset="450626">16733 7112 9654,'4'-5'7315,"0"1"-5730,-4 4 1540,0 0-2435,17-64 329,-21 41-692,8-13 1,-6 3 406,-41 27-544,9 8-162,-6 5 0,21 2-5,8 0-1,3 0-11,1 2-5,5-1-12,1-2 18,1 0-7,0-4 29,4 0-23,-1-2 6,3 0 5,-3-2 17,-1 1 6,-2-1 73,-2 5-67,1-3 78,-3 5-51,2-5-22,0 0 146,2-2-186,-1 2-10,-1-1-6,-1 1 6,0 1 10,1-2-10,1 1 11,0-1-6,1 0-11,-3 4 0,0-2-11,-4 7 5,4-6 6,-1 4 6,2-6 16,2 2 68,0-4-180,-2 1-274,1-4-1031,1 0-257,3-1 1652,5-1 0,-4 3 0,2 0 0</inkml:trace>
  <inkml:trace contextRef="#ctx0" brushRef="#br0" timeOffset="451324">16641 7040 21483,'-48'11'773,"0"0"0,6-2 1,9-2-276,22-5 56,7-2-201,3 0-252,3-3 12,-1 2-29,2-2 5,-3 3-16,3-1-28,5-2 11,9-1-17,12-3-28,14-3 0,15-4-136,-23 6 0,1 0 97,3-1 0,0 2-104,0 0 1,-1 2-337,-4 1 0,-2 2-2775,17 4 3243,-20 8 0,-15-4 0,-10 3 0</inkml:trace>
  <inkml:trace contextRef="#ctx0" brushRef="#br0" timeOffset="451591">16725 7421 26155,'20'-25'314,"5"2"-269,14 9-40,5 0-72,17-3-79,-18 7-403,-11 3 0,0 1-4486,9-1 5035,4 0 0,-18 3 0,-14 2 0</inkml:trace>
  <inkml:trace contextRef="#ctx0" brushRef="#br0" timeOffset="453512">18134 6931 15911,'0'-6'6149,"0"0"-5914,-3-23 1,-3-5 431,-3 11-555,2-13 0,-2 4 207,-11 22-190,5 8 156,-28 11-117,2 11-1014,8-1 0,-1 2 896,-15 18-8,11 3 0,1 2-42,1 6-8,14-14 1,0 7 0,4-4 87,8-5 1,4 0-92,-1 13 0,7-2 2,9-12 1,6-3-15,7-5 1,2-4-11,24 8 27,-6-18 1,3-5 44,17-9-14,-19-2 0,-1-4 48,14-21 45,-16-6-29,-18 5 79,-10-3 56,-22 4-112,-10 3-27,-32 5-74,12 14 1380,-12 7-1369,-6 16-55,10 6-184,13-3 1,0 3-543,8 0 0,3 1 759,-1 3 0,3 0 0,-3 3 0,6-3 0</inkml:trace>
  <inkml:trace contextRef="#ctx0" brushRef="#br0" timeOffset="455396">15885 8669 9363,'-1'3'9247,"-1"0"-4928,2-3-3266,-3 25-902,4-24 129,2 10-50,9-35-62,5-13-12,3-9-69,-8 9 0,0-1-65,4-19-340,-3 0 0,-1 1 352,-2 2-1,-2 4 1,-2 1 73,-2-6 13,-4 21 1,0 1-31,-2-5 66,-5 4-133,3 27-6,-1 0-23,3 15 17,-3 24-33,0 16-779,2-11 0,1 1 778,-1 23-16,2-19 0,1 2-157,1-7 0,1 0-174,1 10 0,1 3-1047,5 5 0,2-1-838,1-11 1,0-2 414,0-3 0,1-3 1840,10 7 0,-14-29 0,-2-3 0</inkml:trace>
  <inkml:trace contextRef="#ctx0" brushRef="#br0" timeOffset="455746">16196 8653 23719,'3'-34'64,"0"1"0,13-22-41,1 52-12,8-1-11,16-9 11,7-13 34,0-3-6,0-11-5,-26 12 134,-9-11 73,-18 14-62,-6-2-90,-6 15 96,-4 8-78,7 4-46,-1 6-33,5 1 28,0 11-28,2 7-5,-5 28-35,4-13 9,2 0 1,2-1-26,2-3-96,0-1 1,3 0-907,8 10-1816,2-13 1,4-1 2845,23 14 0,-11-12 0,-3-20 0</inkml:trace>
  <inkml:trace contextRef="#ctx0" brushRef="#br0" timeOffset="456405">16878 8388 18476,'0'-5'5780,"0"2"-4861,0 3-774,-41 44-106,30-16 3,-12 24 1,2 7-282,18-18 1,3 0 238,-2 0 0,1 3 0,-1-1-467,0 14 0,0 1 352,-3 0 0,-3 1-90,-2 0 1,-4-2 61,-3-5 0,-4-3 120,-1-8 1,-2-6 28,-14 8 11,-3-27-348,10-46-201,8-15 109,16 7 1,6-4-584,10-1 0,4 1 535,-1 7 1,4 1-975,7-7 0,5 2-1916,0 6 0,1 1 1073,0 2 0,2 2 2066,2-1 0,-1 5 222,16-3 0,-14 10 0,3 2 4195,-17 5 386,5-3-28,-12 0-2099,-1-1-729,0-3-549,1-3 222,4-6-916,4-1 162,1-3-325,2-1-77,-1 1-102,0 2-34,-3 0-56,-5 6 141,2-18-141,-10 15 3,-2-11 1,0-3 35,-4-15-28,0 15 1,0 0 179,-2-13 22,0 19-123,-1 18-117,0 10-29,-1 8 40,0 14-29,1-1 7,-2 22 10,3-1-22,-1 19-9,2-25 1,0 2-20,0 12 0,0 2-1029,2-5 1,-1 0 986,1-1 0,0 0-199,2-3 0,1-1-650,6 18 113,-4-24 0,0 0-2152,10 16-3730,-2-17 6688,-4-16 0,-4-8 0,-4-6 0</inkml:trace>
  <inkml:trace contextRef="#ctx0" brushRef="#br0" timeOffset="456554">17117 8588 13082,'-2'-3'7287,"1"1"-6363,1 2-1702,66-55-4308,-19 35 4417,1-12 0,-2 3 0,-11 22 0,-14 3 0</inkml:trace>
  <inkml:trace contextRef="#ctx0" brushRef="#br0" timeOffset="457981">17797 8292 12869,'1'-4'9830,"-1"0"-8122,0 4-1495,-47-33-62,20 38-92,-7-14 0,1 5 36,-3 45-44,2 9-49,18-21 1,1 2-12,2 2 1,2 0-12,2-1 1,3 0-37,2 30-89,17-7-163,18-8-112,0-27 0,2-3 50,16 3-64,-10-13 0,-1-7-474,10-18 555,-18 4 0,-1-3 182,-2-6 1,-1-3 156,3-13 0,-3-2-268,-8 12 0,-2-1 380,6-18 0,-2-1 137,-8 13 0,-1 1 134,3-9 1,-2 0 81,-1 3 0,-1 1-1394,-2 0 1,-2 3 1278,1-9-784,-1-4 605,-4 36 34,1-3-135,-3 13 307,3 7-346,0 3 2804,4 16-2805,-1 9-10,0 17 0,-3 11 2,-4-26 0,-2 2-19,-4 9 0,0-1 22,-6 15-8,3-20 0,-1-2 1827,0-1-1830,0 1 51,5-14-29,3-11-16,5-9 5,7-12 0,6-6-5,9-9-3370,14-7 3381,-12 10 22,11-2 22,-20 15 7,0 1-18,-8 6 28,-4 10-10,-3 4-35,-1 5 3410,-1 7-3432,0-1 0,2 5-22,8 0 39,5-11 33,9-4-33,-5-13 23,9-12-1,-3-11 73,13-26 6,-7-1-62,-15 20 1,-2 0 32,1-6 164,-5 3 49,-7 18-61,-1-2-28,-2 9-151,0 3-62,-1 3 6,-2 5-11,-2 6 10,-4 13-4,3-2-46,-1 21-5,8-22-129,7 18-331,7-16-1562,10 4 639,-7-12 1422,6-6 0,-17-7 0,1-1 0</inkml:trace>
  <inkml:trace contextRef="#ctx0" brushRef="#br0" timeOffset="458162">18636 8097 25634,'10'-42'-1042,"-3"9"-3181,-5 56 4223,-1-4 0,-1-7 0,0-7 0</inkml:trace>
  <inkml:trace contextRef="#ctx0" brushRef="#br0" timeOffset="458928">18767 8563 22145,'-9'4'3786,"3"-1"-3287,6-3 89,0 0-516,24-75-21,-5 26-685,1-9 0,1-4 659,-6 21 1,0 0-10,-1-4 1,0 0-17,-4 9 0,0 1 28,0-4 0,-1 2 23,0-18-34,-1 11 261,-6 2-222,-4 30-17,-3-2-39,1 11 11,-8 13-17,-1 8 947,-8 18-946,2 9-7,4 11-10,7 6-118,8-28 1,4-1 91,2 1 1,4 0-60,4-1 1,4-2-180,4 1 1,2-4-107,20 14-6,-13-20 1,3-3-150,2-5 1,1-3 370,0-1 0,1-3 153,2-5 1,-1-5 55,15-16 35,-7-14-1,-12 3 263,7-16-134,-24 24 521,6-15-324,-24 26-113,-11-1-152,-5 8 130,-19 7-23,-11 12-184,1 3-63,-2 12 1,21 1 394,11-6-388,6 14 16,10-13-5,6 7-18,12-13 7,10-10 10,-2-5-10,14-13-12,6-18 28,1-13 6,-20 9 0,-3-4-373,-4-3 1,-4-2 369,1-5 0,-1-2 28,-2-1 0,-2-1 11,-2 2 0,-2 0 31,-3 5 0,-2 2-31,-3 5 1,-2 2 176,-5-17-28,-4 14-40,1 14-112,3 11 1,1 7 691,2 14-725,-4 17-23,-3 23-8,3-16 0,1 2-316,0 6 0,2 1 282,0 4 1,1 1-177,3 2 0,2 0-594,1 1 0,2 0-3153,2-1 0,1-2 3341,0-7 0,0-4 0,2 9 1,-4-23-1</inkml:trace>
  <inkml:trace contextRef="#ctx0" brushRef="#br0" timeOffset="459446">20009 8124 19339,'-4'0'4587,"1"0"-3697,3 0-957,70-35-168,-22 26-481,4-8 0,2 3-695,3 23-1552,-14 6-2240,-21 6 5203,-30 7 0,4-13 0,-14 1 0</inkml:trace>
  <inkml:trace contextRef="#ctx0" brushRef="#br0" timeOffset="459580">20065 8288 24850,'26'12'173,"9"-5"-1085,21-17 912,-20 5 0,-1 0 0,5 0 0,-1 1 0</inkml:trace>
  <inkml:trace contextRef="#ctx0" brushRef="#br0" timeOffset="464896">21018 8080 17518,'0'-5'4952,"0"1"-2779,0 4-2185,3-54 35,-4 49 33,-3-29-17,-8 70-11,-5 15-17,-2 8 6,10-27 0,2 0 5,-5 30-27,6-6-7,4-10 1,4-11 56,1-13 134,2-11 28,0-9-78,1-11-33,3-11-46,2-14-22,2-10 23,2-11-15,-7 24 1,0 0 19,-1-3 0,0 1 33,-1 1 1,0 0 179,0-22-40,-3 17-50,-3 15-167,0 13-12,-1 6 0,-1 10-12,-2 8 7,-4 14 16,-1 12-22,-2 10 16,0 8-100,2 2-940,2 2-1234,4-2 2269,2-1 0,2-27 0,0-7 0</inkml:trace>
  <inkml:trace contextRef="#ctx0" brushRef="#br0" timeOffset="465163">21644 8158 25040,'-24'45'-207,"-6"4"-222,9-23 1,-1 0-1522,-4 2 1,-1 1-1541,-1-1 1,-1-1 3489,5-4 0,1-2 0,-6 5 0,15-14 0</inkml:trace>
  <inkml:trace contextRef="#ctx0" brushRef="#br0" timeOffset="465371">21373 8271 18744,'-5'-45'1699,"-1"0"0,3 5 1,-2 8-1045,-3 18-364,4 6-190,6 5-34,9 6-28,13 6-5,14 8-23,12 9-17,-22-11 1,0 2-232,1 1 0,0 1-18,0 0 1,0 2-752,-2-1 1,0 2-3115,-2-2 1,-2 0 4119,14 13 0,-16-14 0,-11-9 0</inkml:trace>
  <inkml:trace contextRef="#ctx0" brushRef="#br0" timeOffset="465747">22033 8210 18078,'0'-7'4442,"0"2"-3868,6-25 0,3-5-137,2 11-350,-2-12 0,3 2 148,7 21-118,-2 6-21,13 0-68,-2 4-28,5 9-12,-11 1 12,1 15-11,-10 5 0,-4 22 17,-11-12 10,-9-3 1,-6-1 17,-15 7-251,-8 6 245,-1-10-11,17-15-23,2 2 68,12-9 0,13-7-46,3-2 7,14-5-51,14 0-45,-3-2-571,4-2 0,2 0-3697,18-6 3708,-18 4 0,-2 0 0,4-2 1,-18 4-1</inkml:trace>
  <inkml:trace contextRef="#ctx0" brushRef="#br0" timeOffset="465988">22898 8056 26833,'10'-38'61,"-2"21"-61,-11 48 6,0 16-4392,-3 8 4207,2-9 221,1 12-3319,5 1-3601,4-2 6654,2-2 1,-2-32-1,-3-11 1</inkml:trace>
  <inkml:trace contextRef="#ctx0" brushRef="#br0" timeOffset="466180">22633 8271 18705,'0'-3'4644,"0"1"-3776,0 2-868,78-47-3060,-48 41 0,2 0 2766,20-19 0,0 3-882,11 21-5809,-11 1 6985,-8 0 0,-7 0 0,-18 0 0</inkml:trace>
  <inkml:trace contextRef="#ctx0" brushRef="#br0" timeOffset="466396">23371 8013 20795,'-1'-9'4335,"0"1"-3147,1 8 318,0 0-1506,-10-32 22,7 41-10,-6-16-12,9 43-6,-1-3 0,0 3-94,-5 24-645,2-15 1,-1 2-449,0-5 0,-1-1-3723,1-1 1,0-1 4240,-1 15 0,2-20 1,3-26-1</inkml:trace>
  <inkml:trace contextRef="#ctx0" brushRef="#br0" timeOffset="467022">23629 8278 23388,'55'-25'-92,"1"0"1,-4 2-1,-4 7-115,-6 17-1294,13 6-857,-24 2-846,5 7 717,-22 2 1670,-16-1 1136,-17 0 935,-14-1 931,-13-1 212,-1 0-442,1 2-639,7-1-884,13-3 274,2 2-488,16-6-16,0 2-57,18-4-139,9-3-51,3-2-291,28-3 62,-10-3-18,18-5 108,-15-6 178,-11-9 101,-12-7 129,-10-9 196,-8-7 179,-7-2 152,-2 2 5,-4 7-100,3 9-136,3 9-144,3 9-180,2 5-124,0 6-60,3 2-1,1 2 6,14 16 5,0 5-56,10 21-44,-3 5-537,-4 10 296,-8-10-939,-11-8 1,-6 1 1257,-6-8 0,-2-3 0,-2 28 0,-7-22 0</inkml:trace>
  <inkml:trace contextRef="#ctx0" brushRef="#br0" timeOffset="467564">24455 8325 18924,'0'-5'4593,"0"1"-3966,0 4-274,26-70-73,-10 44-210,2-16 0,3 5-8,3 24-29,2 5-44,0 7 5,1 8-10,0 8 4,0 9 12,-4 7 12,-4 6 4,-7 2-49,-8 3 16,-15-3 28,-12-3 0,-13-6 29,-5-6 44,0-9 112,9-7 23,10-9-18,12-8 23,10-5-17,7-2-50,6 1-22,5 4-51,2 5-68,2 3 1,2 8 0,4 7-23,5 13 18,7 11 2,-18-14 0,1 2-189,0 2 0,0 2 166,-1 1 1,-2 0 11,-4 0 0,-2-1-28,2 21 14,-24-11-45,-21-14-672,-24-11 728,16-12 0,1-1 0,-7-1 0,3-4 0</inkml:trace>
  <inkml:trace contextRef="#ctx0" brushRef="#br0" timeOffset="470008">16300 10263 23041,'15'-47'772,"1"0"1,0 2 0,-6 15-615,-10 27-125,-1 7 18,-3 9-18,-3 14-33,-4 13-156,-4 10-1015,2 7-5696,3 3 6867,5-10 0,3-19 0,2-15 0</inkml:trace>
  <inkml:trace contextRef="#ctx0" brushRef="#br0" timeOffset="470375">16684 9844 23971,'-49'17'85,"1"0"1,8-7 0,8 3-69,17 33 0,18-17-6,9 4-5,9-8 38,8-9 29,2-8 73,-2-12 78,-4-8-11,-6-14-29,-6-10 1,-6-8 57,-6-1 60,-8 6-50,-3 11-129,-5 14-100,0 9-23,-3 14 0,-1 9-202,0 13-963,5 9-4352,9 7 5517,10-6 0,-1-14 0,2-12 0</inkml:trace>
  <inkml:trace contextRef="#ctx0" brushRef="#br0" timeOffset="470601">17187 9759 25541,'-33'37'27,"1"1"0,-1-1 0,2 3 0,1 1 0,8 2-33,10 1 0,6 2 1,1 1-1231,-1 6 0,0 2 0,2 0 1053,0 4 0,1 2 0,0 2-715,2-5 0,-1 3 1,1 1-1,0-5-110,0-1 0,0-4 0,-1 4 1008,-3 3 0,0 6 0,-1-4 0,1-12 0,0-14 0,1-4 0,-6 14 0,1 0 0</inkml:trace>
  <inkml:trace contextRef="#ctx0" brushRef="#br0" timeOffset="470733">16672 11460 13693,'-41'-44'1614,"1"0"1,15 7-1,2-3 1,8 0-831,12-12 0,9-2-1393,-1 9 0,2-1 1,3 1 798,2 0 0,3 2 1,2 1-79,2 3 0,2 2 0,2 1-100,14-13 0,2 3 13,3 4 1,2 3-80,2 3 1,2 0-468,1 2 1,1 0 520,-14 10 0,1-1 0,-4 3 0,-2 2 0,-4 2 0,24-16 0</inkml:trace>
  <inkml:trace contextRef="#ctx0" brushRef="#br0" timeOffset="471460">17912 9824 26284,'-36'-29'325,"-20"49"-308,28 25-1180,-1 7 1,0 5 1148,9-12 0,3 3-14,1 0 0,1 5 0,3-2-94,2-8 1,3-1 0,2 1-262,3 4 0,2 0 0,7-3-1157,10 3 1,6-7-116,-1-9 0,4-4 1655,8-4 0,-1-4 0,-5-6 0,-1-1 0</inkml:trace>
  <inkml:trace contextRef="#ctx0" brushRef="#br0" timeOffset="471985">18319 10045 23836,'10'-49'205,"1"0"1,0 2-1,4 9-154,13 10-5594,21-4 5582,-24 19 1426,28-3-1465,-26 16 859,9 9-870,-16 4-17,-2 15-5,-10 13 10,-7 5 18,-13 14-1,-11-9 3409,-1-12-3330,-15 7-45,20-26 241,-18 9 72,23-23-71,-3-5-164,11-7 135,6-14-191,3 7 62,11-13-56,0 15-39,10-2-28,-1 9 22,6 7-33,-3 2-29,25 18 63,-10 2-185,-12-6 1,0 3 166,13 21-50,-13 2-5,-17-1 44,-24-4-83,-19-6-107,-18-7-550,-5-10-4573,1-12 2664,17-11 2507,7-11 0,20 8 1,1-1-1</inkml:trace>
  <inkml:trace contextRef="#ctx0" brushRef="#br0" timeOffset="472317">19424 9826 21458,'2'-2'3249,"0"0"-2000,-2 2-1170,-65 7 5,21 10-779,-8-4 1,-3 4 730,19 1 0,1 2-8,1 1 0,1 0-98,4-1 1,4 0 69,-6 9 411,16 5-400,31-10-11,-1-2 2,35-3-7,-1-9-46,-16-5 1,2-1 123,-1 0 1,1-2-620,0 0 0,-1-1-1524,-1-2 1,-1-2 1651,21-1 0,-20-1 0,-15 1 0</inkml:trace>
  <inkml:trace contextRef="#ctx0" brushRef="#br0" timeOffset="472726">20035 9778 22403,'0'-4'3013,"0"1"-1770,0 3-1086,-71-18-51,26 30-732,-7-10 0,-1 5 645,22 16 1,5 6-20,1 2 0,3 2 5,4-5 1,4 2-1739,4 29 0,8 0 1716,8 0 14,7 1 1,10-2 268,3-28 1,6-5-298,8 6 0,5-3 22,0-6 1,2-5 19,-6-6 1,-1-6-3,20-14 13,-23-15 472,-18-11-433,-18 0 3168,-20 6-3179,-22 10-33,10 13 0,-3 2-3,-5 2 0,-2 2-3,-2 2 1,0 2-7,0 2 1,2 1-26,5 2 1,1 2-353,-23 13-2406,12 1 2778,13-3 0,14-9 0,11-7 0</inkml:trace>
  <inkml:trace contextRef="#ctx0" brushRef="#br0" timeOffset="475160">20955 10178 16734,'1'-4'5904,"0"1"-3888,-1 3-1753,24-50-162,-18 38-62,17-37-17,-23 52 18,-2 4 16,-4 7-6,-6 5-22,-10 5-22,-10 3-23,-14 0 22,-10-3 3,26-15 1,-1-2 25,-28 1-1,12-16-10,18-12 10,16-20 2,22-17-30,2 23 1,4-2-307,5-2 0,3 0 321,2 1 0,2 0 13,-1 5 1,0 1 14,-4 4 0,0 1 92,12-16-11,-10 10 6,-8 7 5,-9 9-17,-3 5 596,-4 5-658,0 4-40,-3 1 47,-9 13-35,-2 4-16,-6 15 5,6 3-16,5 4 5,8 4-11,13 3 11,10 7-232,-5-22 0,2 0 227,3 2 0,1 1-9,2 2 0,2 0-20,0-1 1,0 1-85,-2-1 1,-1 0-297,-5-1 0,-3 0-670,-5 0 1,-6 0-2768,-8 0 1,-5-1 3839,-14 22 0,8-27 0,7-18 0</inkml:trace>
  <inkml:trace contextRef="#ctx0" brushRef="#br0" timeOffset="475767">21689 10050 25998,'15'-7'6,"-3"10"39,-9 39-23,-4-10 17,-26 24-16,7-34 5,-30 15 39,14-25 23,-4-2 22,14-17-79,15-13-33,20-17 23,15-11-4,-5 20 1,3-3-4,11-12 1,0 0-350,-9 13 1,0-1 340,11-15 1,-2-1-1,-13 17 1,-1 0-4,3-5 1,-1 0 11,-4 3 0,-3 1 67,4-20 123,-14 1-95,-7 21 95,-9-1-50,1 21-67,-3 2 597,2 5-631,-2 11-62,3-1 51,-5 13-11,6 0-17,-1 9 5,5 7-3386,18 22 3375,1-15-435,5-6 0,4 1 410,1-8 0,1 0 0,9 12 0,2 1 3,3 2 0,0 0-6,-1 1 0,0 1 4,-14-12 0,0 2 0,-3-2-10,0 0 1,-5 1-141,-3 10 1,-11-1-334,-16-18 1,-8-4-1138,-10 8 1,-5-3 1632,-4-4 0,1-5 0,10-6 0,3-3 0,-6 1 0</inkml:trace>
  <inkml:trace contextRef="#ctx0" brushRef="#br0" timeOffset="481693">19121 2583 19533,'-56'-22'302,"6"5"189,44 20-485,-1 0 214,5 3-114,6-1 50,1 0 52,21-2 108,5-2-355,16-2 22,-1-2-11,-3 0 11,-7 1-11,-9 1-45,-11 1 12,-9 0 83,-8 3 51,-7 0-34,-10 4-28,-9 1 23,-9 2 16,-8 2 23,-6 0 33,-2-1 23,4-1 34,10-3 61,15-3 17,12-2-151,10-2-169,12-6 40,14-3 11,22-6-12,-15 7 1,1 0-245,4 0 0,1 1 262,0 1 0,-1 0 2,-2 1 0,-3 1-13,22 0 5,-20 2 22,-18 1 6,-21 2 17,-21 3 8,-6 1 0,-6 1 0,-1 0 1,-2 1-250,-2 0 1,-1 1 285,-2 0 0,3-1 39,-14 4-34,3-1 141,26-4 135,19-4 56,16-4-111,12-5-72,19-4-44,17-4 94,-21 7 1,1 0-207,2 1 0,1 0-202,-1 1 1,-2 2-1059,27-2 1192,-12 9 1,-24-1 0,-10 4 0</inkml:trace>
  <inkml:trace contextRef="#ctx0" brushRef="#br0" timeOffset="483109">22768 9669 13200,'-3'-1'7763,"1"1"-5937,2 0-1395,-36-9-100,41 4-124,-18-7-56,54 6 0,8 0-28,0 1-44,-3 3-23,-8 3-39,-12 4 27,5 13-38,-17-5 5,17 28 0,-15-6-5,3 8-6,-10-9 0,-2 2-6,-3 20 6,0-22 0,-1 1 8,-6 7 1,-2-1-1087,-3 15 1036,2-23 0,-1 1-736,0-1 0,-1-3-3165,1 9 3943,-2 14 0,5-31 0,4-7 0</inkml:trace>
  <inkml:trace contextRef="#ctx0" brushRef="#br0" timeOffset="483317">22820 10107 12096,'-5'-3'7551,"1"0"-4678,4 3-2694,67-58-1319,-11 38 1140,-20-1 0,5-4 0,-1 6-1153,6 10 0,-3 6 785,-8-2 1,0 1 367,21-1 0,-3 1 0,-18 2 0,-3 0 0,0-1 0</inkml:trace>
  <inkml:trace contextRef="#ctx0" brushRef="#br0" timeOffset="483743">23977 9848 23500,'24'-14'532,"-11"9"-347,-29 32-56,-16 7-34,-17 5-623,19-18 0,-2-1 598,-2 0 0,-1-1 0,3-1 0,1-1 288,-19 12-307,19-5-12,16-5 11,15-3 6,10-1-22,12-1-17,15 1 5,13-3-39,-20-6 0,3-1-30,2-1 0,1-1-270,1 1 1,1-2-989,2 0 0,1 0 681,4 0 0,-2 0 0,6 0 0,-4 0 0</inkml:trace>
  <inkml:trace contextRef="#ctx0" brushRef="#br0" timeOffset="488013">16116 2329 20174,'17'-37'-181,"6"5"245,16 22 341,14-1-190,-17 4-283,7 1 133,-32 5 361,-3 2 233,-22 6 462,-14 6-41,-19 6-674,11-5 0,-1 0 2,6-2 1,0 0 410,-27 11 20,18-6-708,21-7-490,2 2-444,11-3-74,6-3-121,9 0 13,8-4 137,12-2-23,9-6 420,11-5 398,8-5 66,3-1 120,-6 1-2495,-11 2 3494,-21 6-230,-17 2-314,-36 6-74,3 3-230,-3 0 1,-3 2 313,-25 6-352,21-2 1,-2 0 25,-5 0 0,3 1 3027,-12 3-3916,8-2 291,40-9 264,15-4-306,19-7 543,5-1 0,3-1-51,19-6 30,2 1 1,-1 0-334,-5 5 568,-6 0 1,-1 3-171,1 3-3562,4 8-6488,-21 8 9483,-12 2 0,-12-3 0,-4-7 1</inkml:trace>
  <inkml:trace contextRef="#ctx0" brushRef="#br0" timeOffset="489292">24712 9884 17748,'0'-4'4996,"1"0"-4145,-1 4-783,17-39-24,-11 34 7,12-22 5,-16 52-28,-2 13-45,-5 11-89,-3 8-292,-4 2-767,1 1-2258,4-5 3423,4-4 0,3-23 0,0-8 0</inkml:trace>
  <inkml:trace contextRef="#ctx0" brushRef="#br0" timeOffset="489668">25179 9929 16118,'0'-6'5841,"0"2"-4042,0 4-1620,-23-23-56,6 35-78,-19-8-34,14 44-16,7 3 16,9 0 22,17-5-16,12-5-6,16-10 45,6-11 17,4-13 39,-3-14 45,-4-12 28,-9-13-28,-8-9-6,-11-4 34,-9-2-22,-13 2-63,-9 3-38,-10 5-17,-5 7-23,-5 8-33,-3 9-163,-6 8-739,0 9-3881,2 5 4794,10 3 0,15-4 0,10-3 0</inkml:trace>
  <inkml:trace contextRef="#ctx0" brushRef="#br0" timeOffset="491092">25680 9701 17669,'-5'-4'6251,"1"0"-6066,-24-13 0,-5-2-978,14 9 916,-15-10 1,4 2 755,22 16-738,5 0 80,0 1-182,3 1 28,6 0 6,17 6-79,12 2 12,24 10 19,-26-7 0,1 2-652,5 3 0,1 2 633,1 5 0,-1 4-9,-1 4 0,-2 3-488,-3 6 0,-5 2 454,-6 7 1,-6 0 11,-4-9 0,-5 1-102,-8 12 1,-9 2-479,-15 2 1,-7-1-12,8-18 0,-1-1 0,-3 0-1040,-7 4 1,-2 0 0,-2-4 1655,3-7 0,0-3 0,2-4 0,3 0 0,3-4 0,-19 11 0</inkml:trace>
  <inkml:trace contextRef="#ctx0" brushRef="#br0" timeOffset="491769">26889 9957 22123,'10'-40'856,"1"-1"1,-2 1 0,-2 16-571,-6 24-90,-13 24-51,-3 5-32,-13 25-35,1 0-299,4 3 238,8 1 27,18-6 18,15-8 44,17-12-38,-2-14 38,-2-13 0,1-6-16,23-14-62,-14 2 0,3-4-302,-2-4 0,0-3 293,3-3 1,1-2-578,2 0 0,0-1 564,-1 2 0,-1 1 5,-3 2 0,-1 3-85,-7 4 1,-2 1 95,16-6 190,-17 9-212,-11 8 510,-7 3-1322,12 15 95,-14-4-1160,13 17 1877,-18-1 0,-2-8 0,-3 0 0</inkml:trace>
  <inkml:trace contextRef="#ctx0" brushRef="#br0" timeOffset="492925">18524 11114 18436,'-3'-4'4555,"2"1"-3122,1 3-1298,-58-50-7,23 49-69,-14-13 0,0 6-896,8 35 862,12-4 0,2 1-8,-1 9 263,4 6-286,21-1 17,17-10-11,7-5 149,17-7-138,-1-5 6,14 4-11,0 3 16,3 7-22,-19-6 431,-3 7-420,-25-7 1,-11 6-12,-14 1 16,-28 10 1,9-13 0,7-6 0,-2-3 5,-13 0 12,-9-2-79,8-7-672,8-18 96,16 3-2729,7-19 3350,18 3 0,-3 8 0,5 2 0</inkml:trace>
  <inkml:trace contextRef="#ctx0" brushRef="#br0" timeOffset="493650">18943 11207 25259,'1'-29'163,"0"7"-68,-1 53-17,1 3 6,-1 29-78,1-7-726,-2-22 1,-1-1 747,-1 6 369,-7 2-324,-4-17 84,-9 1-40,4-12-33,2-12-44,10-14 1119,4-12-1148,6-10 17,4-10 11,6-7-204,5-3 243,0 1-50,-2 13 34,4 3-12,3 12-38,-3 5 4,20 2-32,-12 14 21,6 1-5,-2 8 17,-1 11-11,-6 0-12,5 28 6,-21-20 204,0 26-209,-12-14 22,-10 14-40,-3-13 57,-5-5 33,8-18-33,5-11-23,4-5 28,4-18-22,2 5 16,11-28-16,2 15 11,9-11-22,-6 17-17,10-1 16,-13 14 6,23-3-11,-12 10-11,14 8-6,-13 2-89,12 23-23,-21-11-1238,17 33 382,-22-27-2407,0 5 1,0 1 3391,-2-2 0,2 5 0,-8-22 0</inkml:trace>
  <inkml:trace contextRef="#ctx0" brushRef="#br0" timeOffset="494649">19879 11338 10360,'6'-5'9539,"-2"1"-7675,-4 4-1213,0 0 581,11-68-711,-24 47-325,11-15 0,-5 3 78,-27 31-95,1 7-89,4 6-62,9 2 17,-5 16-45,12-6 11,-3 13-11,11-9 5,9-2 7,7-6-1,10-5 11,7-6 1,4-5 16,3-10 34,0-5-34,-7-3 202,9-17 39,-18 8 62,6-11-12,-16 13-117,-5 7-135,-5 9 34,-8 10-78,-5 10 5,-10 12-22,-3 9-6,5 8-11,7-9-5,12 18 16,19-19-28,19 11-426,20-20 431,-22-15 1,1-4-3,1-1 0,0-4 8,0-5 1,-1-3-4,-2-3 1,0-3 5,-2-5 1,-2-3 7,-1-5 1,-2-4-1,0-5 1,-1-3-394,0-6 0,-2-3 390,1-5 1,-1-3 5,0 0 1,-2 0 8,-2 3 0,-3 2-17,-4 6 0,-3 3 11,-2 8 0,-4 3 90,-19-19-84,0 26 11,-14 10 397,9 26-414,1 10-17,0 19 1,5-3-9,3 1 0,1 3 22,2-7 1,1 1-172,-4 17 0,1 4 151,3-8 1,2 0 5,2 0 1,1-1-272,2-4 1,2-1 259,2-6 0,1-2-28,8 20-16,4-18 10,5-17-21,8-15 1014,13-20-1133,15-15 115,-22 8 1,2-3-203,4-5 0,1-2 255,3-2 1,-1-2 19,0-1 0,-2 1 17,-5 3 0,-3 0 8,-7 6 1,-4-1 89,4-19 6,-15 3-17,-8-1 22,-3 0-22,1 6 11,1 7 0,0 14 1002,0 9-1114,-2 8 0,-1 10 39,-4 8-5,-5 12-34,-6 10 28,-4 7-28,-3 4 22,0 5-321,0 0 294,2 3 21,3-1-21,5-3-1,3-5 23,4-8-39,1-6 27,1-7-10,-1-9 10,1-6 29,2-6 304,0-5-433,2-1-499,3-5-1646,3 0 2240,8-6 0,-6 5 0,2 0 0</inkml:trace>
  <inkml:trace contextRef="#ctx0" brushRef="#br0" timeOffset="495693">21102 11370 24749,'34'9'526,"-3"-3"-481,-12 1 34,8-6-12,3-8-16,10-5-12,3-10 6,-3-7 5,-6-7-5,-10-5 185,-11-10-146,-10 19 5,-9 1 202,-14 20-235,7 6 34,-14-1-28,10 11-6,-6 6-23,2 10-5,-5 20 6,6 1-34,3 2-6,8 1 23,6-10-17,8 7-45,19 2 34,-2-17-23,24-1 23,-9-20 11,13-9 23,-1-13 2,-22 0 0,0-4 20,14-16-6,-6-2 95,-13 4 85,-12 9 195,-3-6-285,-6 13 89,-4-1-38,0 12-57,1 1-56,1 3-67,2 4-6,6 7-27,12 16 33,5 9-6,1 3-11,-1 10 1,-11-5-10,-11-7 1,-5 1-137,-20 24-654,0-24 1,-5-3 372,3-12 1,-1-2-1662,-8 2 1,0-2 1322,-6 1 1,6-3 0,19-9 0</inkml:trace>
  <inkml:trace contextRef="#ctx0" brushRef="#br0" timeOffset="496068">22044 11641 22509,'0'6'2666,"0"0"-2296,0-6 173,34-65-297,-10 22-154,1-9 1,-1-1-612,-2-2 583,-11 15 1,-3-2 5,-2 6 0,-1-1 89,0-13 1,-1-1-57,-2 14 1,0 2-3,-3-22 213,-4 32-202,0 17-78,-1 1 16,-4 19-16,-1 9-23,-2 9 0,0 13 0,0 4-11,2 4-285,0 6 1,1 3 264,7-22 1,1 0-82,1 10 1,1 2-432,5 1 0,3-2-734,2 0 0,4-1-1667,2-3 1,2-3-1984,-1-7 1,0-3 3491,5 9 0,-10-22 0,-9-16 0</inkml:trace>
  <inkml:trace contextRef="#ctx0" brushRef="#br0" timeOffset="496277">22144 11349 19507,'-5'-2'4604,"0"0"-3529,5 2-1086,72-40-409,-20 30-126,-5-11 0,4 2-4370,-1 17 1,-6 6 2476,0-4 0,15 3 1,-48-3-1</inkml:trace>
  <inkml:trace contextRef="#ctx0" brushRef="#br0" timeOffset="496484">22706 11338 22010,'-6'0'3843,"1"0"-3877,5 0-689,51-15-985,-5 15-518,-1-6 0,1 3-2690,-11 8 1,-4 2 3795,13 3 1,-18-2 0,-19-6 0</inkml:trace>
  <inkml:trace contextRef="#ctx0" brushRef="#br0" timeOffset="496635">22747 11529 26542,'43'-3'-2437,"14"-1"2437,-22 2 0,-2 0 0,14 0 0,-20 1 0</inkml:trace>
  <inkml:trace contextRef="#ctx0" brushRef="#br0" timeOffset="506947">23556 11148 11497,'-4'0'6951,"1"0"-2677,3 0-3865,20-48-258,-12 32 0,6-14 0,2 2-61,-2 18-34,10-4-11,7 6-40,7 4-5,-4 2-5,25 13-7,-19 4 1,14 15-6,-24 4-5,-14 4 16,-12-6 18,-21 16 10,-7-16-16,-17 12 27,-2-13 51,-2-8 67,6-8 101,10-7 6,12-12 16,19-12-201,5 1 67,19-12-67,-8 14 89,23-9-89,-10 13-34,14 0-22,-8 14-6,3 9-16,4 13 10,-10-1-8,-10-1 1,-2 2 14,-2 16-7,-7-12 1,-5 0-6,-17 18 11,-18-7-5,-19-9-26,17-19 0,-1-3-87,-20 3-1044,12-11 1,0-6 1150,-10-18 0,2 9 0,24-8 0</inkml:trace>
  <inkml:trace contextRef="#ctx0" brushRef="#br0" timeOffset="508862">24659 9264 19445,'45'-33'779,"-9"7"-684,13 13-140,-5 6-584,-10 1 0,3 1 262,-1 2 1,1 1-142,2 0 1,0 1 87,-1 0 0,-3 0-218,20 0 582,-26 4-61,-41 3 83,-7 0 34,-39 4 84,2-3-207,20-3 0,-2 0 246,-1 0 1,1 1 88,0-1 1,0 1 42,1 0 0,1 1-20,2-1 0,1 0 140,-22 6-134,15-2 281,20-4-297,13-2-24,20-2-111,14-2-51,21-2-28,-18 1 1,3 0 51,3 0 0,2-1-80,1 0 0,1 1-6,-1 0 1,-1 1-29,-2 0 1,-2 1-241,23 3-40,-22 3 152,-24 4 50,-31 3 56,-24 2 107,2-5 0,-2-2-1,11-1 1,0-1-35,-17 2 0,0-1 427,-13 1-163,26-3 0,2-1 460,-17 0-113,22-2-212,25-6-34,23-4-56,40-8-235,-11 3-256,-5 5 1,2 1 216,16 0-130,-23 3 1,2 2-1031,-4 0 1,0 1 1125,19 1 0,-21 0 0,-17 0 0</inkml:trace>
  <inkml:trace contextRef="#ctx0" brushRef="#br0" timeOffset="514638">17323 12800 9548,'0'-6'6038,"0"1"773,0 5-6251,1-17-224,-1 13-185,1-13-117,-1 17 33,2 2 34,4 11-73,1-3 33,10 31-27,-4-8-23,3 11-11,-5 2 34,-9 2-17,-2-10 11,-20 16 0,-3-31-12,-5 3 57,-3-12 101,9-12-73,4-8-62,6-8-17,16-9 6,9-2-11,9 0-11,8 3 5,-4 5-22,24-8-12,-11 7-208,-8 4 0,0 0 192,11-5-28,-8 4 0,0-2 11,12-8 53,-14 7 0,-1-1 42,9-11 40,-12 1-12,-13 9 157,-8-2 465,-4 5-538,-1 3 74,-1 3-102,0 9 361,2 2-411,1 5-12,1 7-5,2 11 0,-1 8-22,-2 8-62,-2 2-62,-1-7-1445,-4 17-2408,-2-16 3787,-2 8 1,1-24 0,3-10-1</inkml:trace>
  <inkml:trace contextRef="#ctx0" brushRef="#br0" timeOffset="514821">17980 12602 17619,'0'-5'4918,"0"1"-4627,0 4-2022,-13-29-941,10 28 2672,-10-18 0,13 28 0,0-1 0</inkml:trace>
  <inkml:trace contextRef="#ctx0" brushRef="#br0" timeOffset="515288">18399 12589 20554,'0'-4'3439,"0"1"-2946,0 3-140,-62-17-101,18 24-466,-4-8 0,-1 4 264,18 12 1,4 5-35,0 0 1,4 2 126,-13 22-131,16-2-12,13-6 22,16-10 6,11-10-11,14-9 458,11-12-391,5-9-11,-9-3 271,-9-3 1,-2-2-127,-5 3 186,20-18-68,-35 26-140,0 3-101,-7 4-56,-2 8-5,-2 7 5,-2 14-17,-5 16-11,-7 16-421,4-20 0,-2 1 404,-3 6 1,-3 2-29,-2 5 1,-3 2-601,7-14 0,-1 0 1,0 1 246,-1 0 1,0 1-1,0 0-33,0-2 0,1 1 0,0-2 151,-7 12 0,1-3 153,4-12 0,-1-6-30,-10 2-828,12-38-1530,14-32-356,11 4 1,4-4-2057,5-9 1,2 0 4887,-2 9 1,0 2-1,9-17 1,-17 38 0</inkml:trace>
  <inkml:trace contextRef="#ctx0" brushRef="#br0" timeOffset="515905">18529 12465 15635,'29'-32'1812,"0"0"0,0 0 0,9-10 0,-4 7-754,-3 13-319,-14 13-269,-10 13 11,-11 12-184,-5 15-77,-8 13-124,-3 13-71,8-24 0,1 1-260,-1 4 0,0 0 235,0 2 0,0 0 11,2 0 1,0-1-7,1-2 1,2-2-174,-5 25 191,5-14-12,4-16 17,1-14 22,11-19-33,-1-5 540,17-17-557,-2 0 205,9-8-194,1 2 6,-1 5 33,-1 5-16,-4 6-23,-5 6 11,-3 5-5,-2 6-6,-1 8-22,-1 7 11,0 9 11,0 6-5,3 6 16,4 2-22,5-3-28,2-8 28,1-12 6,-1-12 11,8-26-23,-10 1 9,-6-4 0,-1-3-609,13-25 614,-12 14 1,1-4 5,0-4 0,0-3 0,-1-2 0,0-1 22,-2 4 1,-1 1 30,-4 8 0,-1 1 140,2-16 45,-9 20-39,-8 14-95,-2 11-51,-2 6-39,-1 10 622,-3 9-633,-1 15-17,-2 15 0,4 16-17,5-25 1,2 1-449,3 5 0,3 0 202,2 2 0,2 1-502,4-1 1,3 0-4152,8 3 1,2-4 3655,6 11 0,2-13 0,-27-35 0</inkml:trace>
  <inkml:trace contextRef="#ctx0" brushRef="#br0" timeOffset="516104">19205 12578 24598,'46'-17'-1405,"0"-1"1,0 0 0,5-6-1,-7 6 1,0 15 0,-35 2-1</inkml:trace>
  <inkml:trace contextRef="#ctx0" brushRef="#br0" timeOffset="516604">19970 12489 24923,'-53'21'220,"1"-1"1,5-1-1,6 5-198,12 11 1,7 3-23,-9 14-9,16-13 1,2 0-26,4-1-58,4-3 0,6 0-917,28 8 365,-4-8-345,3-17 0,5-5-3402,23-6-525,-17-7 1,1-3 4818,-4-1 1,-2-2-1,10-4 1,-20 2 0</inkml:trace>
  <inkml:trace contextRef="#ctx0" brushRef="#br0" timeOffset="517181">20344 12623 15182,'14'-42'2223,"0"0"1,1 0 0,3-15 0,-3 6-1317,-7 4-543,-6 16 214,-2 5-142,0 13-94,-1 1-269,1 9-40,-3 10-21,1 3 38,-3 18-28,-2 7-19,1-2 0,-1 2-3,-3 16 5,0-2 1,0-1-592,2-5 586,-1-4 0,0 0 11,0 8 0,0-7-5,4-9 5,3-22 0,5-7-17,6-11 18,10-8-1,17-23 0,4 3-3,-12 14 1,0 2 2,4 0 581,1 8-581,-17 23 23,-6 6 0,-1 16-18,-5 5 1,0 3-11,0-8-6,9 9 5,1-19-5,4 4 0,13-14 0,-5-12 6,14-8 0,-4-13 16,0-11 6,1-8 39,-3-2 62,-3 3-39,-11 12 229,-1-2-106,-12 17-57,0-3-77,-6 11-57,0 2-11,-1 8 1,-1 5-24,-2 9 12,-2 7 12,0 6-40,1 2-163,1-1-509,10-3-1187,6-5-4000,12-5 5887,0-8 0,-7-7 0,-8-4 0</inkml:trace>
  <inkml:trace contextRef="#ctx0" brushRef="#br0" timeOffset="517370">21138 12440 24962,'-11'-27'-4083,"5"16"4083,22 49 0,-7-16 0,-1 0 0</inkml:trace>
  <inkml:trace contextRef="#ctx0" brushRef="#br0" timeOffset="518187">21135 12971 21282,'-3'3'3495,"1"-2"-2475,2-1-858,34-21-33,-4-1-73,1 1 0,3-3-433,-5 2 1,0-1 398,3-3 1,1-2-18,1-3 1,0-2 19,1-3 1,-2-1-1,-1 0 0,-3-1 22,-3 3 1,-2 0 50,-7 4 0,-3 1 382,2-19-211,-19 9-157,-4 14 140,-13-2-152,8 16-49,-5-2 625,5 13-659,-5 12 0,-6 10-12,-15 28-5,10-11-212,9-7 1,1 2 194,-1 16-6,10-18 1,1 2-45,3 1 0,3 0-180,4-1 1,4 0-317,3-1 0,4-2-364,6-1 0,3-2-104,7-2 1,3-3-247,6-1 0,2-4 151,6-2 0,1-4 770,3-2 1,0-4 402,-1-4 1,0-3-99,-3-4 0,-2-3 560,-3-4 1,-2-3 89,-3-2 1,-2-2 52,-3 0 1,-3-1 100,-3 0 1,-2-1 562,9-16-392,-16 3-286,-18 7-172,-12 7 302,-13 10-420,-17 9-276,12 4 722,-19 12-738,15 7-6,-9 8-39,5 6-11,8 0-16,12-1-12,13-4-12,16-5-27,10-8 0,10-7 0,7-17 39,5-10 28,7-19-470,-21 12 1,-1-4 466,1-6 0,0-3 17,0-6 0,0-4 12,-6 6 0,0-3 0,-1 2-6,0-2 0,-1 0 52,5-15 1,-3 4-61,-8 2 308,-1-1-18,-11 21-39,-9 16-224,1 10 17,-5 9 910,-1 12-921,-7 14-6,-8 17-31,11-14 1,0 2-127,-2 7 1,0 1 119,0 6 1,3 2-483,1 2 1,2 0 244,4 1 0,4 0-555,6-4 1,4-1-1670,5-4 0,2-2 1871,3-9 0,0-3 0,6 6 1,-8-19-1</inkml:trace>
  <inkml:trace contextRef="#ctx0" brushRef="#br0" timeOffset="518428">22849 12532 25057,'56'-26'-265,"1"1"0,2 2 0,-7 9 0,-18 15 0,1 2 0</inkml:trace>
  <inkml:trace contextRef="#ctx0" brushRef="#br0" timeOffset="518604">22792 12703 27174,'46'1'-1283,"0"0"1,11 0 0,0-1 1282,-18-1 0,-3 0 0,0 1 0,-6-1 0,-4 1 0</inkml:trace>
  <inkml:trace contextRef="#ctx0" brushRef="#br0" timeOffset="520481">23904 12370 24396,'17'-45'534,"-1"1"0,-1 3 0,-3 10-343,-7 22-141,-2 5 1,-2 12-1,-1 10 0,-4 18 1,-8 15-40,2-20 0,-4 2-373,-3 3 1,-1 2 75,-3 2 0,1 1-871,1-1 1,2 1-3760,4-3 1,2-2 4073,0 14 1,10-21 0,1-22 0</inkml:trace>
  <inkml:trace contextRef="#ctx0" brushRef="#br0" timeOffset="520687">24605 12354 20907,'1'-3'3198,"0"1"-2688,-1 2-572,-66 60-1761,26-23 926,11-9 1,-5 3 0,3-3-3554,4-3 0,2-3 4450,-18 16 0,16-16 0,13-11 0</inkml:trace>
  <inkml:trace contextRef="#ctx0" brushRef="#br0" timeOffset="520881">24143 12618 17446,'10'-46'1144,"1"0"0,-1 0 0,4-16 1,2 8-232,12 8-146,1 16-622,-11 15 475,6 9-513,-5 13 100,9 10-179,4 13-11,3 13-40,-16-17 1,-1 2-291,0 2 0,0 0-496,-1 1 0,0-1-1287,0-3 1,0 0-7325,18 18 9420,-5-14 0,-11-15 0,-9-9 0</inkml:trace>
  <inkml:trace contextRef="#ctx0" brushRef="#br0" timeOffset="521081">24705 12372 19087,'-2'-2'4822,"0"-1"-4038,2 3-717,-27 8-22,13 17-11,-25 17-65,26-13 0,2 3-269,-3 1 1,-2 1-948,-2 1 1,-1 0-3670,-1-1 1,1-1 3006,-11 13 1,10-17 0,14-22 0</inkml:trace>
  <inkml:trace contextRef="#ctx0" brushRef="#br0" timeOffset="521254">24288 12724 20974,'14'-44'939,"1"0"0,-2 3 0,1 9-787,7 13-80,8 7-60,10 6-63,13 4-218,10 3-561,-27 1 1,0 0-981,1 0 1,1 1 1809,6 0 0,-3 1 0,5-1 0,-4-1 0</inkml:trace>
  <inkml:trace contextRef="#ctx0" brushRef="#br0" timeOffset="521789">25259 12418 18336,'-4'-9'4946,"0"3"-4000,4 6-78,0 0-795,7-2 11,0 8-39,6-1 5,-5 11 1,-3-2-6,-7 1 17,-4-2 33,-5-3 39,0-5-33,-1-8-17,4-7 56,0-9 17,4-5 28,2-3-1,6 2-38,4 4 0,6 4-51,6 4-28,2 2 17,8 5-67,5 2-40,6 10-5,1 7-11,-1 13 34,-10 10 5,-17 23-6,-14-15-259,-13-8 1,-7-1 216,-4-7 0,-4-2-70,-10 10 1,-3 1-23,-2-1 0,-1-1 98,4-4 0,1-3 67,7-6 1,3-4 41,-7-1 11,23-24 29,22-14-7,17-12-4,13-2-35,7 5-38,-3 8-23,-3 10 462,-4 9-496,-3 11-190,2 6-767,5 6-2566,7 3 3557,-2-4 0,-15-6 0,-11-6 0</inkml:trace>
  <inkml:trace contextRef="#ctx0" brushRef="#br0" timeOffset="522005">26248 12392 23209,'0'-5'3260,"0"1"-2555,0 4-570,-4 21-118,-3 14-20,0-5 0,0 2-98,-2 5 0,1 0-1113,-1 2 1,1 0-1028,2-1 1,1-1 2240,0 22 0,5-24 0,0-18 0</inkml:trace>
  <inkml:trace contextRef="#ctx0" brushRef="#br0" timeOffset="522205">25982 12622 25435,'56'-29'-853,"1"1"0,-13 10 0,2 1 1,-3 6-2910,4 9 1,-1 4 3144,7-2 1,-5 1 0,3 0 0,-23-1 0</inkml:trace>
  <inkml:trace contextRef="#ctx0" brushRef="#br0" timeOffset="522538">26855 12351 18481,'-3'-3'4986,"0"0"-3144,3 3-1405,6-65-229,9 40-172,-8-11 0,3 3 88,19 20-80,-4 10-4,4 0-7,0 10-27,-4 7-3426,-2 22 3420,-11-7-34,-5 27 6,-16-22 0,-5-2 0,-5 23 3,-12-9 0,-6-1-192,12-20 1,-1-2 233,-12 10 0,1-3-6,-10 3 17,4-6-11,22-13 151,8-2 3104,23-7-3244,21-6-33,3-2-23,24-4-101,0 0-2479,-3 3 0,3 1 2608,-12 0 0,-2 1 0,0 1 0,-6 0 0,-3 1 0</inkml:trace>
  <inkml:trace contextRef="#ctx0" brushRef="#br0" timeOffset="527107">27840 12261 20593,'-8'-4'2773,"2"0"-2471,6 4-190,0 0-106,64-31-135,-24 24 45,0-9 0,1 3-728,10 19-2448,-5 10-628,-3 3 1256,-10 2-2661,-23 2 3428,-26-3 2599,-17 5 3091,-22 0-431,12-10 1,0-2-2645,12-3 1,1-1 643,-18 5 1,3-1-813,13-3 153,-13 4-248,37-10-61,20-2-382,5-4-52,18-4 0,6-1-60,-6 1 1,0-1-456,8-2 0,1 0 372,4 0 0,-2 0-3,-11 1 0,-1 0 25,5-1 0,-1-2 0,16-18 168,-32 0 129,-28-9-16,-14 10 184,-4 6 0,-1 2-79,0-2 544,-14-19-342,30 22-117,6-3-213,7 13 1007,7 7-850,3 18-96,0 7-50,2 21-95,-6-7 22,-3 14-73,0 8-641,-2-23 0,0 1-3517,1-1 0,0 0 3316,7 20 0,-6-30 0,-1-12 0</inkml:trace>
  <inkml:trace contextRef="#ctx0" brushRef="#br0" timeOffset="527589">29032 12151 26329,'26'3'739,"-14"11"-627,-35 30-56,-7 4-17,0 0-11,6-3-17,10-5-16,13-8-6,13-7 22,13-8-17,2-9 40,30-10-17,3-16-6,-1 2 0,-27 1 0,-3-1 135,0-2-12,-2 1 286,-9 4-263,-13 9-84,-1 3 100,-13 18-117,2-2-39,-12 26 0,2 3-9,6-12 1,-1 3-542,-2 6 1,1 1 473,-2 6 1,-1 2-301,-1 3 1,-1 1-1062,1 3 0,0-1 938,2-8 0,2-3 0,-3 13 0,9-29 0</inkml:trace>
  <inkml:trace contextRef="#ctx0" brushRef="#br0" timeOffset="530062">16310 14274 17860,'0'-6'5119,"0"1"-3517,0 5-1479,-2-42 23,-5 47-29,-8-20-44,-9 66-54,9-18 1,-1 0-350,-2 3 0,1 1-199,2 1 0,1 1-1709,4-3 1,2 0 2237,-1 20 0,8-23 0,2-17 0</inkml:trace>
  <inkml:trace contextRef="#ctx0" brushRef="#br0" timeOffset="530421">16626 14079 23254,'-26'41'46,"0"1"1,1-9 0,10-5-19,30-7-11,4-15 22,8-2 78,1-12 124,-4-9 162,-3-12 325,-9-17-509,-5 12 157,-7-17-35,-5 20-83,-4-2-107,-4 11-101,0 12-38,-3 9 27,0 11-62,-3 9-156,1 11-891,4 9-2660,5 7 3730,4-5 0,4-14 0,1-11 0</inkml:trace>
  <inkml:trace contextRef="#ctx0" brushRef="#br0" timeOffset="530645">17214 14101 22212,'0'-5'3781,"0"1"-2779,0 4-873,-70 14-62,32 25-750,-9-8 0,1 7 683,21 11 0,6 6-10,5-14 1,0 0 0,1 2-68,0 3 1,1 2-1,0 0-270,1 1 0,2 1 0,0 1-1082,1 1 0,0 0 0,1 1 1429,-1 3 0,1 1 0,0-6 0,3-4 0,-1-5 0,-1-3 0,0-1 0</inkml:trace>
  <inkml:trace contextRef="#ctx0" brushRef="#br0" timeOffset="530787">16462 15509 19451,'-7'-8'1842,"-8"-27"1,2-12-1376,11 14 1,2-3-944,-2-8 1,-1-4 0,6 1 646,11-10 0,9 2-112,6 0 0,5 2-384,-9 18 1,2 1 0,1 1 320,2 0 0,1 2 0,1 0-63,2 1 0,1 1 0,1 1-332,-1 1 0,2 1 0,0 1-768,1 1 0,0 1 1,1 0 1166,3 1 0,1 0 0,-5 2 0,-3 3 0,-3 1 0,-2 3 0,0 0 0</inkml:trace>
  <inkml:trace contextRef="#ctx0" brushRef="#br0" timeOffset="531213">17938 14231 23803,'19'-43'814,"0"1"0,-1 3 0,-6 10-506,-12 23-101,-9 10 51,-10 11-18,-15 16-159,11-7 1,0 4-482,-4 6 0,0 6 411,3 0 0,0 5 0,1-2-443,-2 4 1,2 1 408,2 1 1,-1 4-1,5-3-291,5 0 1,4-1-822,1 10 1,9-1 1134,19-3 0,5-6 0,-1 4 0,23-13 0</inkml:trace>
  <inkml:trace contextRef="#ctx0" brushRef="#br0" timeOffset="532770">18735 14319 19652,'26'-50'1329,"0"0"1,-2 4-1,-7 10-657,-15 23-235,-2 5-247,-1 2-61,-6 12 50,-7 13-27,-11 17-45,-9 18-519,14-21 1,-1 1 425,-2 5 0,1 1-9,1 0 1,2 1-12,4-2 1,2-1-15,4-5 1,4-2 19,12 15 33,14-18-16,13-19 28,9-21-6,6-15-20,-22 8 1,-2-3 14,17-13 27,-14 7 1,-2-1 72,3-6-10,8-10-7,-22 25 885,-8 14-907,-11 18 6,-5 13-50,-6 14-23,-2 10-34,2 5-22,6-10-493,4-12 0,2 0-3585,5 11 3258,3 9 0,0-29 0,0-12 0</inkml:trace>
  <inkml:trace contextRef="#ctx0" brushRef="#br0" timeOffset="533072">19686 14368 25976,'-33'16'89,"-1"0"1,-3 2 0,0 3-82,0 6 1,1 2-804,-3-1 0,2 1 795,3-1 0,4-1-17,-12 20 495,23-10-495,25-8 189,14-6-346,16-5-235,12-2-504,5-5-907,4-4-4801,4-4 6621,-8-4 0,-19 0 0,-14-1 0</inkml:trace>
  <inkml:trace contextRef="#ctx0" brushRef="#br0" timeOffset="533496">20470 14303 25882,'-60'-1'188,"0"1"1,4 1-1,6 9-138,17 18 1,6 4-720,-14 14 674,12-8 1,3 2-1,-2 16-19,13-21 0,2 0-20,5-2 1,3-2-152,10 23 117,13-15-173,13-13 337,4-13-46,7-17-11,-15-3 161,6-18-38,-19 2 453,0-10-447,-8 0 46,-13 2-130,-11 5 5,-14 9-16,-8 8-56,-4 13 5,1 9-16,5 10-68,7 5-582,7 4-2873,9-1 3517,6-6 0,7-9 0,2-9 0</inkml:trace>
  <inkml:trace contextRef="#ctx0" brushRef="#br0" timeOffset="534287">21280 14409 25595,'-14'60'185,"0"-12"-174,-23-3-39,-8-6-217,14-15 0,-3-1 253,-6-2 1,-1-3 13,-18 3 190,8-21-196,35-12 108,21-25-110,11 7 0,5-3-9,3-4 1,3-1-396,-2 5 1,3-2 0,-1 2 383,12-14 1,-1 3 5,-7 7 0,-2 2 14,3-4 0,-4 1 276,4-14-215,-17 19 1,-3 0-20,-1-5 224,-26-4-179,2 31 61,-17-2-50,9 14 6,-6 14-85,7 6 1197,2 15-1213,11 1-1,2-5-4,8 13-1,6 0-34,4-5 1,1 4-918,3-2 1,1 1 922,6 12 0,1 0 11,-7-16 1,-1-1-433,4 10 1,-2-1 75,-7-11 1,-3-1-1036,1 7 0,-4 1 1397,-9-1 0,-3-4 0,0 3 0,-11-7 0</inkml:trace>
  <inkml:trace contextRef="#ctx0" brushRef="#br0" timeOffset="534838">21853 14496 19910,'2'-3'4296,"0"2"-2840,-2 1-1338,26 49-79,-20-26-6,3 20 1,-5 1-22,-15-13-21,-9 2 1,-3-1 8,-10-2 17,-15 5-12,18-22 46,2-16-18,17-12-16,0-5 28,26-33-34,9 2-470,-4 13 1,4-2 460,1 3 1,1 1-3,2-1 0,0 1 5,-5 8 1,-1 1 14,2-5 0,-1 0 27,-6 2 1,-2 0-18,-2 0 1,-2-1-199,-2-2 0,-4 2 257,-8-4 34,-15-4 106,0 20 804,-8-3-960,8 15-29,5 7-4,3 7 539,1 5-512,1 6 237,1 6-248,3 8-34,9 8-5,12 13-284,0-20 1,3 0 243,8 7 1,4 0-504,5 4 1,3 0 514,3 2 0,0 0-31,-2-1 0,-4 0-168,-6-3 0,-7-1-515,-10-4 1,-10 0-1245,-16-3 0,-9-3 1969,-4-4 0,-3-5 0,-18 8 0,14-14 0</inkml:trace>
  <inkml:trace contextRef="#ctx0" brushRef="#br0" timeOffset="540680">20333 2609 20504,'-20'-20'223,"4"3"-385,16 16-6,6-2 79,6 0 16,11-2 39,8-3 23,6 0 22,2-3 23,-2 1 95,-9 1 145,-12 3-157,-9 2-201,-17 3 45,-14 3 34,-18 5 10,-13 4 3,23-3 1,0 1 2,1 0 0,0 1-22,-23 8-11,19-5-79,10 0 140,20-8 96,7 1-18,16-5-66,16-2-35,11-5-27,10-3 6,4-2 10,-2-1 1,-9 3 44,-12 3 12,-17 2-113,-13 3-49,-20 2 77,-16 5 46,-18 5 16,-11 4-386,-1 1 353,10-1-40,17-4 174,18-4 151,21-4-95,19-7-117,20-5-63,-14 2 1,1 0-232,4-3 0,2 1 136,2 1 1,0 0-656,1 1 1,0 2 733,3 1 0,-4 2 0,6 0 0,-8 2 0</inkml:trace>
  <inkml:trace contextRef="#ctx0" brushRef="#br0" timeOffset="542122">23010 14093 22593,'-24'-40'689,"0"19"-569,2 46 1,0 14-105,-7 8-277,10-15 1,1 0 260,-10 25 6,14-19 0,2 3 5,0-2 0,4 0-663,4 5 1,4-2 651,10 5 12,12-20 1,5-4-7,7-3-20,14-5 0,3-4 14,-2-6-6,8-9 1,-2-2-6,-10-4 16,-2-6 1,-4-2 5,-15 1-25,5-20 31,-33 18 226,-8-9-249,-12 8 6,-3 1 1119,6 5-1102,-10-8-11,14 11-1,-28-13-5,23 13 6,-35-12-6,31 13 503,-25-11-447,20-3 20,6-5-65,10-11-33,24-2 28,12-4-1,4 10 20,-1 10 1,2 3 41,13-5-28,8-5 67,-1 12-27,-19 15-34,5-1 27,-10 13 40,0 16-61,-3 9-6,-1 19-17,-11 6-17,-7-8 0,-3-17 0,-4 2-36,-5 0 0,-2 1-160,1 0 0,-1 0-1160,-2 4 0,1-3-2223,-1 5 3568,8-5 0,6-24 0,2 0 0</inkml:trace>
  <inkml:trace contextRef="#ctx0" brushRef="#br0" timeOffset="542929">24123 14203 23041,'17'-5'644,"-13"9"-577,-38 31-16,-9 7-26,17-19 0,0 1-604,-2 1 1,1-1 611,0 1 1,2-1 34,-18 19-61,14-5 38,14-8 300,12-5-278,16-5-17,14-7-44,18-5-23,14-5 141,-24-4 0,1-1-284,3-1 0,1 0-563,0-1 1,1-1-2925,0 1 1,-2 0 3646,-5 0 0,-3 2 0,7-2 0,-18 3 0</inkml:trace>
  <inkml:trace contextRef="#ctx0" brushRef="#br0" timeOffset="564070">24749 14140 24766,'-7'-29'593,"2"7"-435,25 20-13,4 0-66,14-3-32,-7 0 1,3 0-34,0 1 0,1 0-1693,10-1 0,-1 1 1684,16 0 3,-26 5 1,-1 2 13,8 12 1,-1 31-12,-19-6 11,-20 11 1,-7 2-270,-7 2 250,-4 0 0,-3 2 2,3-20 1,0 1-575,-8 16 1,1 2-1169,6-13 1,2 0 1736,1 4 0,3-5 0,4-6 0,7-10 0</inkml:trace>
  <inkml:trace contextRef="#ctx0" brushRef="#br0" timeOffset="564267">24741 14607 16040,'-1'-4'5651,"-1"0"-4956,2 4-617,61-48-16,-15 33-116,3-12 1,5 3-1289,-6 18 1,-1 6-1596,-12-2 0,-1 0 2937,10 0 0,-4 0 0,-14 0 0,-2 1 0</inkml:trace>
  <inkml:trace contextRef="#ctx0" brushRef="#br0" timeOffset="564543">25671 13983 26883,'-34'-37'308,"23"26"-263,41 54-31,-8-9 0,-1 3-223,-4-8 1,-2 4 208,1 10 0,-1 7 0,-2-4-610,-3-7 0,-1 4 533,-1 1 0,-1 9 0,-1 1 0,-3-6-495,-7 11 1,-5-1-763,0-5 1,-2 2 0,-3-4 812,-9 0 0,-1-7 1,-11 8-1,13-26 0</inkml:trace>
  <inkml:trace contextRef="#ctx0" brushRef="#br0" timeOffset="564893">26783 14273 12029,'0'-4'9830,"0"1"-5567,0 3-4006,14-21-106,-25 30-78,3-11-22,-34 39-35,-4 3-27,7-5-348,10-7 1,-1 0-2207,-15 13 2115,10-8 1,0-1 0,3-3-1,3-2 1</inkml:trace>
  <inkml:trace contextRef="#ctx0" brushRef="#br0" timeOffset="565077">26294 14182 25241,'34'35'-32,"-1"0"0,1 0 0,0 0 0,0 0 0,1-1 0,-1 0 0,-1-1-465,4 6 0,-1-2 0,1-1-2780,6 2 0,3-1 0,0-2 3166,-3-3 0,-1-2 0,-2-2 0,4 0 0,-6-4 0,7 3 0</inkml:trace>
  <inkml:trace contextRef="#ctx0" brushRef="#br0" timeOffset="569958">15475 16184 24704,'-8'40'443,"4"-14"-418,-12 19 0,-4 6-834,5-13 1,1 0 623,-3 9 0,1 3-2680,3 3 1,2-1 2205,4-15 1,1-3-1,2 21 1,4-38-1</inkml:trace>
  <inkml:trace contextRef="#ctx0" brushRef="#br0" timeOffset="570358">15766 16038 17714,'-4'-4'5025,"1"0"-3861,3 4-1119,-43 49-6,34-23-17,-9 3 1,6-2 5,23-13 23,21-17-29,-16-5 51,12-15 44,-12-4 203,1-12 172,-9 1-49,-8 4-51,-16 6-324,2 13 32,-16 5-60,8 11-35,-5 5-5,4 5-67,3 11-269,8 2-163,3 1-1898,9 6-7434,18 4 8067,-7-8 0,6-4 0,-12-19 0</inkml:trace>
  <inkml:trace contextRef="#ctx0" brushRef="#br0" timeOffset="570550">16172 16001 20016,'0'-3'4072,"0"0"-2554,0 3-1439,-56 73-60,46-41 1,2 3-662,-11 9 0,-5 5 1,6 1 596,11 12 0,6 1-284,-2-17 1,0 2-1,0 0-844,0 3 1,0 1 0,0-3-1522,-1 14 0,-1-3 2694,0 7 0,1-8 0,0-12 0,0-3 0</inkml:trace>
  <inkml:trace contextRef="#ctx0" brushRef="#br0" timeOffset="570702">15536 17357 17171,'8'-49'931,"0"0"1,1 0 0,-1-1-1,5-11 1,2 1 0,3 9-804,6 7 1,3 5-191,10-5 0,5 2 157,6 4 0,4 0-670,-7 7 1,2-2 0,-1 3 484,-7 4 1,0 2-1,1-1-639,2 1 1,4-2 0,-2 1 0,-6 3-627,1-1 0,-2 2 1355,5-4 0,3-1 0,-8 4 0,-1 1 0,-3 1 0</inkml:trace>
  <inkml:trace contextRef="#ctx0" brushRef="#br0" timeOffset="571218">16891 16025 26878,'-30'15'431,"-8"28"-409,13 8 1,0 7-702,7-16 0,-1 2 0,2 0 673,1 1 0,0 0 1,1-1-4,-2 7 1,4 1-213,7 11 0,9-3-359,10-25 0,7-2-748,12 12 1,10-6-3171,11-14 1,5-9 3991,0-3 0,-3-5 0,-14-3 1,-5-2-1,8-2 0</inkml:trace>
  <inkml:trace contextRef="#ctx0" brushRef="#br0" timeOffset="577867">17510 16398 15025,'0'-6'3389,"1"-26"0,3-6-2319,3 0-625,-1-7 0,2-2 222,7 5-163,1 5-179,-2 11-162,-6 11-29,-3 13 23,-4 13 28,-5 26-152,0-5 6,-1-1 1,-1 1 4,-6 21-279,5-16 0,0 1 257,0 0 0,0 0-25,1 0 1,1-1 2,1-5 0,1-1-6,-1 21-5,3-14 33,1-11 1,0-11 50,0-8-12,0-9 466,0-9-482,0-11-34,0-15 11,0-15-19,2 19 0,0-3 8,3-14 0,1 0-5,-1 14 0,0 0 2,3-12 0,1 2 43,0 0 22,2 1-45,-5 16-28,-3 15 0,-1 16-6,-2 4 17,-2 16-11,-2 7 17,-1 14-17,1-11 0,0 2 0,0-2 0,0-1-3,0 1 0,0-1-8,-4 28-17,2-17 28,-1 6 6,1-11 117,2-13-22,0-16-68,1-11 7,0-19-3410,1-27 3381,2 5-1134,5-4 0,2 1 1123,2 2 3,2 7 0,0 2-26,3 8 29,-2 9 16,-6 15-16,-6 26-6,-5 5 2252,0 7-2286,-6 9-442,-4 8-190,2-9-4250,2-5 1,0-4 3693,3-7 1,-2 8-1,9-28 1</inkml:trace>
  <inkml:trace contextRef="#ctx0" brushRef="#br0" timeOffset="578533">18229 16178 21897,'8'-46'905,"1"0"1,-1 6 0,-3 9-276,-5 22-591,0 7 250,-2 15-217,-2 6 40,-4 19-62,-2 10-27,-4 12 174,1-6-631,0-5 0,-2 1-745,0 5-3737,0 6 1,0 0 3984,6-8 1,-1 7 0,8-41 0</inkml:trace>
  <inkml:trace contextRef="#ctx0" brushRef="#br0" timeOffset="578935">18326 16831 25758,'-28'1'246,"2"6"-224,8 22 1,5 0-46,6-2 18,6-5-6,9-4-17,5-6 44,11-7-16,5-6 34,6-10 16,-1-8 12,-5-7 84,-8-1 22,-11 5-17,-11 8-56,-12 7-56,-4 8 45,-21 11-73,11 2-22,-10 6-73,16-3-369,9-5-130,6-4-6256,20-9 6839,1-6 0,3 1 0,-6-1 0</inkml:trace>
  <inkml:trace contextRef="#ctx0" brushRef="#br0" timeOffset="579185">18872 16279 20532,'-4'-2'3808,"1"1"-3018,3 1-818,25-31-202,12 18-42,-4-5 1,2 0-306,2 13 0,1 4-672,-2-1 0,1 3-3150,-4 2 0,-2 3 4399,15 5 0,-21-1 0,-14-3 0</inkml:trace>
  <inkml:trace contextRef="#ctx0" brushRef="#br0" timeOffset="579375">18828 16554 17384,'-4'0'5237,"1"1"-3428,3-1-1596,75-11-107,-33 7-356,9-1 0,1-1-417,0 3-4833,0-2 5500,-7 0 0,-17 0 0,-12 2 0</inkml:trace>
  <inkml:trace contextRef="#ctx0" brushRef="#br0" timeOffset="581826">19990 16093 10965,'-1'-4'9807,"0"1"-9208,-1-57-100,4 37 145,1-19 1,1 1-293,4 22 169,7-14-218,-6 19-135,2-1-90,2 6-22,4 3-17,8 3 0,10 1-16,9 6-23,6 8-17,-1 13-28,-8 13-11,-14 12-283,-14 9 311,-21 4-213,-1-32 1,-4-1 234,-5-1 1,-3-1-92,-1-3 1,-1-1 102,-23 17-1,5-9 51,7-10 17,11-10 220,8-15-248,8-13 529,10-9-467,7-6 206,6 3-173,2 7 0,-1 6-89,-4 7 33,7 3-67,-3 5-17,11 5-6,4 8-38,2 12-2,6 13 13,-3 12-4,-20-22 1,-2 1-20,4 30 28,-19-6 33,-19-8 23,-19-7-22,1-12-132,3-11 0,-2-3-473,-15-3-247,16-5 1,-1-5-6028,-9-19 6873,17-8 0,15 6 0,8 7 0</inkml:trace>
  <inkml:trace contextRef="#ctx0" brushRef="#br0" timeOffset="582134">20738 15689 20957,'1'-4'4341,"0"0"-3590,-1 4-561,23-12-22,-1 22-78,29-1-65,-26 10 0,0 5-644,6 6 1,1 3 598,3 8 1,-1 5-11,-9-9 0,-2 1 0,-1 3-110,0 3 0,-1 2 0,-2 1-760,-2 2 0,-1 1 0,-3-1 181,-1-1 1,-3 1-1,-4-2-1012,-3-3 0,-3-1 1,-3-3 1235,-3 9 0,-3-5 0,-10 7 1,5-27-1</inkml:trace>
  <inkml:trace contextRef="#ctx0" brushRef="#br0" timeOffset="582825">21937 16210 21170,'-1'-47'1133,"0"1"0,0 5 1,1 9-854,0 19-73,0 9-39,0 24 1,-3 5-46,-4 24-28,-6 3-45,-2 6-38,3 3 16,6-3-23,13-8 12,12-14-6,16-15-33,13-15 47,-7-16 0,1-6-17,-10 5 1,0-1-384,4-6 1,3-3 0,-1 0 388,8-4 0,0 1-3,-7 3 1,2-1-1,0 1-421,0 1 1,0 0-1,-1 1 423,0 1 0,-1 1 1,0 0-12,17-5 1,-1 3-191,-5 2 1,-1 3 187,-4 4 0,-1 2 2,-5 1 1,-2 4-70,0 6 0,-3 2-196,8 2-1771,-4 18 2034,-30 2 0,-1-9 0,-7 1 0</inkml:trace>
  <inkml:trace contextRef="#ctx0" brushRef="#br0" timeOffset="592050">14822 17751 19692,'27'-23'1881,"-6"6"-1556,-21 21-33,-2 4-57,-6 4-45,-9 4-61,-13 2-112,-13 0 28,-8 0-17,-5-4-6,2-2 68,7-5 5,10-3-33,11-2 5,9-4-39,8-2-17,3-2 146,-1-7-118,4 7 23,-2-4-23,4 9-17,0-1-16,-1 11 16,0 3-16,-2 13-12,-2 7-39,0 10 23,0-5-17,0 1 0,-1 4 5,1-8 0,0 3-454,-3 16 1,-1 3 456,1-7 0,0-1-8,1-1 0,1-1 19,1-13 1,3 0-35,7 7 1,3-3 8,8-4-28,13-5 1,8-4-144,-4-15 1,2-5-744,19 3 0,3-3-1396,0-8 0,0-4 2355,-4 0 0,-4 0 0,-13 1 0,-5-1 0,5-2 0</inkml:trace>
  <inkml:trace contextRef="#ctx0" brushRef="#br0" timeOffset="594568">15777 17903 20246,'-2'-22'1165,"-3"6"-1009,-7 20-88,2 0 60,-9 7 7,-14 2-113,3-2 34,-4-2 0,-1-1 91,-13-2-63,-12 2 123,11-5 291,15-8-369,9 1 117,8-12-134,16 6-67,2-2 17,4 4-12,1 4 34,2 3-33,-3 9 21,0 7-4,-3 11-63,-1-1 1,-1 31-29,0-28 7,0 33-12,-1-20 39,0-7-22,-2 1 27,-3-12 113,1-9 62,-2 2 27,4-12-106,1-8-90,2-2 57,6-18-51,0 10 61,17-22-38,-2 17-6,15-5-17,-11 11 5,10 3-22,2 7 1,1 6-46,5 9-22,-12 14 39,-9 0-67,3 28 56,-16-11 28,-5-11 0,-3 1-73,-14 18-33,-11-4-62,-8-6-151,-3-7-594,1-9-2246,3-11 3159,10-19 0,8 3 0,8-8 0</inkml:trace>
  <inkml:trace contextRef="#ctx0" brushRef="#br0" timeOffset="594859">16282 18249 25858,'-6'54'11,"0"-1"1,0-4-1,-2-5-639,-10 0-2727,-3-5 3355,2-8 0,7-13 0,5-10 0</inkml:trace>
  <inkml:trace contextRef="#ctx0" brushRef="#br0" timeOffset="597819">17126 17905 21646,'-50'-27'1574,"11"3"-1389,35 20-135,4-1 29,3-2-1,4-1 12,3 1-1,3 0-38,1 4 50,1 2-45,2 5-17,3 2 28,7 5-28,9 3 17,-4-3 0,0-2 0,1 1-45,17 7-203,-14-4 1,0 3 135,14 20 11,-14 14 17,-24-20 0,-4 3-22,-4 5 0,-4 1 8,-3 4 0,-2-1-54,-2 1 1,-1 0-188,-1-2 1,0-2-1021,1-4 1,1-2-2563,-3 14 3049,4-11 0,4-24 1,1-2-1</inkml:trace>
  <inkml:trace contextRef="#ctx0" brushRef="#br0" timeOffset="598042">17200 18282 21545,'45'-40'5,"-1"0"1,3 0 0,-2 8-930,2 17-5898,14-4 6822,-12 6 0,-19 5 0,-15 4 0</inkml:trace>
  <inkml:trace contextRef="#ctx0" brushRef="#br0" timeOffset="598293">17948 18203 24279,'-4'48'-56,"0"-1"0,0-2 0,-3-5-1255,-12 0-4996,-3-2 6307,2-8 0,7-13 0,7-8 0</inkml:trace>
  <inkml:trace contextRef="#ctx0" brushRef="#br0" timeOffset="598910">18675 17835 15608,'1'-6'7226,"-1"1"-5412,0 5-1635,-34-50 57,0 55-186,-15-43 0,4 79-61,14-2 5,12-11 1,-1 1-15,0 3 1,1 1-35,-2 11 1,3 0 45,5-14 0,2 0-18,0 11 1,4-1-70,11 4-17,11 3-62,16-11-5,-3-20 0,2-5 106,13 3 45,-11-9 0,-1-3 39,4-13 40,4-6 89,-9-9 95,-5-11-39,-13 8-106,-4 0 27,-18 11-33,-8 10-56,-12 2 45,-18 15-56,13-2-28,-16 16-1,22-3 1,-5 5-39,7 1-471,6 5-840,10-6-135,5-2 1496,14-5 0,-5-13 0,6 2 0</inkml:trace>
  <inkml:trace contextRef="#ctx0" brushRef="#br0" timeOffset="599143">19131 18074 21366,'6'-2'2560,"0"0"-2123,-6 2 184,0 0-626,24 80-1,-22-47-87,6 21 1,-4 2-966,-27-12-3858,4-13 1,-1-1 3256,-5 7 0,0-7 0,20-25 0</inkml:trace>
  <inkml:trace contextRef="#ctx0" brushRef="#br0" timeOffset="600552">20067 17853 14745,'19'-41'2175,"-1"-1"0,-1 4 1,-2 5-932,-4 11-248,-3 4-352,-1 3-341,-4 9-186,-5 8-72,-7 12 56,-11 15-23,-9 18-114,10-17 0,-1 2-411,-2 3 1,1 2 149,0 2 1,1 0-421,4-1 0,3 1-1050,3-3 0,5-1 1133,7-1 1,2-3 0,-1 3-1,8-10 1</inkml:trace>
  <inkml:trace contextRef="#ctx0" brushRef="#br0" timeOffset="600976">20536 17804 18817,'1'-3'4392,"0"1"-3272,-1 2-918,-17 6-130,2 12-83,-16 11 50,4 15-27,1 5-18,4 0-16,6-3-34,8-8-28,13-8-62,13-10-28,16-11 68,15-12 95,10-13-197,-28 3 1,-1-2 302,-1-3 1,-2-2 1,19-22 138,-14-3 6,-16 3-11,-12 4-95,-14 7-57,-8 8-33,-7 8 469,-3 6-475,1 6 83,3 2-374,5 1-431,5 4-1009,6 4-3103,2 9 4795,2 0 0,2-4 0,2-6 0</inkml:trace>
  <inkml:trace contextRef="#ctx0" brushRef="#br0" timeOffset="601193">21216 18000 22466,'-22'38'-129,"-1"0"0,1 0 0,-9 14 1,3-3-4788,12-19 1,2-3 3043,-4 8 1,1-5-1,13-25 1</inkml:trace>
  <inkml:trace contextRef="#ctx0" brushRef="#br0" timeOffset="603689">22011 17761 11351,'0'-5'7988,"0"2"-4504,0 3-3193,-2-58-73,-5 53-5,-11-35-62,-9 75-67,-12 12-67,18-18 0,0 2-242,-1 1 0,0 1 225,3 1 0,2 0-6,2-2 1,4 0-40,-1 24-5,19-11-1,15-11-21,19-11-40,16-10-294,-22-10 1,1-3 298,4-3 1,0-3 2,1-1 1,0-3 41,-3-2 1,-2-2 19,-5 0 0,-3-1 42,12-13 424,-21 4-418,-21 5 38,-15 5-21,-16 4 684,-6 1-639,-3-1-29,1-5-6,2-7 51,3-7 17,-1-14-67,14 12 77,-1-14-43,17 16 44,0-6-23,12 5-22,6 3 17,18 3-56,-7 11 12,17 1-7,-8 9-22,10 1-27,2 10 49,3 17-44,-16-2-56,2 23-124,-20-7-212,-4 17-588,-13 5-2317,-4-21 0,-1 0 2706,-11 19 0,2-10 1,12-32-1</inkml:trace>
  <inkml:trace contextRef="#ctx0" brushRef="#br0" timeOffset="603958">22760 17965 19602,'5'-5'3814,"-1"1"-3411,-4 4-27,0 0-382,-2 34-464,-12-1-4317,-1 25 2759,-5-19 1598,0-1 0,14-24 1,-3 5-1</inkml:trace>
  <inkml:trace contextRef="#ctx0" brushRef="#br0" timeOffset="604473">23634 17636 17736,'0'-4'4851,"0"1"-3227,0 3-1366,-72-47 11,13 49-542,11-23 0,-2 4 329,1 33 0,5 8-51,1-2-22,0 7 1,1 0 16,12-2 84,6 1 0,3 1-95,12-4 119,9 8-119,10-19-11,41-6 10,-1-13-213,-11 0 1,0-2 232,-5-3 1,-1-3 27,-2-1 1,-3-1 24,13-11 446,-1-9-75,-16 11 397,-1-4-616,-11 13 128,-8 5-302,-3 9 17,-5 3-5,-3 8 429,-8 10-446,-5 15-3,3-4 0,0 3-40,1 0 1,0 1-212,-1 0 1,1 0 211,0 5 0,1-1-57,4-5 1,1 1-379,0 16 1,1 2-805,5-10 1,3-1-3670,3 1 1,3-3 3081,4 0 0,0-18 0,-7-18 0</inkml:trace>
  <inkml:trace contextRef="#ctx0" brushRef="#br0" timeOffset="605023">23957 17567 17260,'-3'0'4554,"0"0"-2851,3 0-1389,56-54-12,-26 35-168,8-12 1,-1 3 111,-6 19-33,-7 3-17,-6 3-11,-4 6-33,-2 2 4,1 7-94,-2 0 39,4 10 39,4 11-112,-2-4-6,-2 0 1,-1 2-18,0 16-10,2 11 7,-11-25 1,-4 0-6,-7 5 1,-3-1-408,1 2 1,-4 0 383,-7 6 1,-3-1-42,0-8 0,-1-3-102,-3-1 1,-1 0-286,-1-3 1,0 0-597,0-2 0,0-2-2503,2-2 1,0-2 3552,-15 11 0,17-14 0,12-10 0</inkml:trace>
  <inkml:trace contextRef="#ctx0" brushRef="#br0" timeOffset="610035">29885 14247 18772,'53'-14'2807,"-23"4"-2275,-76 25-330,-1-3-101,-1 0 39,4-4 0,13-4-6,-7 0 101,-2-4-61,10-4-96,3-2 96,6-4 0,10 0-23,-1-1-34,6 2 7,3-1-85,3 5 34,0-1-17,0 5-40,0 0 12,-3 10-5,0-1 10,-6 16 29,-4 3-34,-8 13-22,-3 7 33,-4 2-17,12-20 1,0 0-7,-5 8 46,-4 7 0,13-22-29,2-5 348,4-5 17,6-14-291,10-9-7,2-4-21,8-6-18,7 3-16,-4 7-45,-1 3 17,-3 7-11,-3 4 10,16 10-16,-8-1-5,23 22 10,-25-15-16,15 20-34,-21-11-100,-6 14-146,-22-8-242,-22 4-2,7-22 0,-3-3-1121,-23 9-770,16-10 1,-1-1 2425,-12 2 0,7-2 0,20-6 0</inkml:trace>
  <inkml:trace contextRef="#ctx0" brushRef="#br0" timeOffset="610892">29457 15308 21997,'14'-31'257,"-1"-1"1,2-12 544,-36 62-706,-8 10-52,0-2-22,-1 0 1,-2 3-23,4-7 0,0 2-467,-16 11 0,-3 3 464,6-7 0,0-1 3,1 0 0,0-1 217,1-2 1,2-2-195,-11 10 317,16-13-317,30-18-34,22-16 22,18-9-9,-11 4 1,1-1-3,6-5 0,0-1 54,4-4 0,1-1-32,1-2 0,-1 0 23,0 1 0,-1 0 44,-3 2 1,-2 2 22,13-10 193,-1-1-109,-22 22-56,7-3-33,-10 14-34,3 9 11,6 3 5,9 7-22,13 4 1,-18-7 0,2 0-54,8 1 0,1 0-3,8 3 0,1 1-17,3 2 1,0 3-21,-3 2 1,-2 2-70,-8 0 0,-6 3-264,-10-1 1,-8 1-1598,-7 23 1956,-31-2 0,5-24 0,-7-5 0</inkml:trace>
  <inkml:trace contextRef="#ctx0" brushRef="#br0" timeOffset="611675">28623 16134 12001,'-4'-1'7265,"0"1"-6005,4 0-319,-68-6-22,44 4-567,-14 0 1,5-3 62,29 0-102,15-4-27,11-3-12,14-3-66,9-1-57,6 2-1783,-19 9 1,-1 1 1619,11 1 20,12 16 14,-25 14-56,4 19 26,-19-17 0,-2 3-190,-1 4 0,-3 1 192,-1 3 1,-3 0 2,-2 0 0,-2 0-39,-2-1 0,-3-1-73,-2-4 0,-1 0-308,-2-3 0,-2-2-1683,-12 24-6077,-4-10 8183,7-12 0,7-14 0,7-10 0</inkml:trace>
  <inkml:trace contextRef="#ctx0" brushRef="#br0" timeOffset="611926">28555 16609 14225,'-3'-2'6374,"1"0"-3618,2 2-2583,71-59-66,-20 39-312,-5-13 0,4 2 224,-5 24 1,-3 5-3,1-1-43,1 2 1,-1-1-305,-6 2-920,9 1-368,-27-1 1645,-4 1 0,-12-1 0,3 0 0</inkml:trace>
  <inkml:trace contextRef="#ctx0" brushRef="#br0" timeOffset="613343">30668 16231 21618,'8'-38'742,"0"0"1,4-22-458,-33 62-206,6 4 77,-32 22-100,8 6-808,8-5 0,0 1 752,9-7 0,1 2-6,-12 17 1,3 3-155,11-14 1,3 1 134,-7 13 0,3 0-129,11-11 0,4-3 70,9 26-28,14-9 11,16-10 1120,-2-12-1075,29-8 62,-30-12 378,1-9 0,0-5-311,-5-10 270,3-8-152,-16-9-68,-16 14-45,-12-8-33,-16 13-22,-15 6-29,-9 6 0,9 3-44,13 2 0,0 2-354,-7 5-1058,-16 6-6256,16 3 7718,8 1 0,12-7 0,8-5 0</inkml:trace>
  <inkml:trace contextRef="#ctx0" brushRef="#br0" timeOffset="614760">28383 17243 13413,'1'-3'6956,"0"0"-6155,-1 3-426,-20 9-33,-6 12-222,1-5 1,-3 2-342,-3 6 1,-3 1 298,-15 10 0,-1 0-505,14-10 0,-1 0 427,2-1 0,-2 3 0,3-3-51,1 0 1,3 0-215,-7 4 0,2 1 13,7-5 0,2-1-3870,-8 14-1480,18-17 5602,15-7 0,2-13 0,4 0 0</inkml:trace>
  <inkml:trace contextRef="#ctx0" brushRef="#br0" timeOffset="615477">28713 17310 13189,'-42'6'532,"0"0"0,2-1 0,10-1 240,22-3 920,-3-4-225,2-1 214,-3-6-1233,5 3 650,0-5-829,5 7 364,1-4-459,2 5 285,2-2-252,0 3-61,2 0-34,1 2-17,4 1-34,0 2 79,26 6-100,-11 0 2,13 5 0,3 0-42,3 4-1699,11 6 0,1 2 1710,-2 1-54,-13-5 0,7 4 0,-4-1-373,0 0 0,1 1-593,1 2 1,4 4 0,-5-4-1969,-4-2 1,-4-1 2976,3 4 0,-7-4 0,-18-10 0,-4-3 0</inkml:trace>
  <inkml:trace contextRef="#ctx0" brushRef="#br0" timeOffset="616368">27577 18124 14353,'1'-5'6901,"0"1"-5831,-1 4-891,11-33 208,-11 35-68,3-17-173,-21 50-74,-9 11-72,10-19 0,-1 1-36,-2 2 0,0 1-258,-2 2 1,0 0 60,0 1 1,0-1-328,2 0 0,0 0-569,3-2 1,2-1-4357,-4 19 5485,11-14 0,6-17 0,2-10 0</inkml:trace>
  <inkml:trace contextRef="#ctx0" brushRef="#br0" timeOffset="616760">27904 18197 22066,'-31'32'41,"-1"-1"0,3-2 1,6-1-53,9 7-51,7-4 22,12-6 18,8-8-12,12-6 45,6-8 28,3-9 69,-1-6 76,-4-8 169,-7-2 162,-10-2-44,-14 2-141,-11 3-117,-20 0-191,7 7 29,-13 1-40,19 7-17,-2 0-279,11 0-701,10 2-3669,14 0 4655,4 0 0,-2 2 0,-5-1 0</inkml:trace>
  <inkml:trace contextRef="#ctx0" brushRef="#br0" timeOffset="617684">29330 18272 13345,'0'-3'6974,"0"0"-4812,0 3-1994,-12-22-84,4 25-56,-8-17 6,2 39-29,0 3-5,-5 11-39,2 13-3392,8-8 3420,7-4-2347,24-5 2324,-4-18-67,25 8-67,-4-14-3,-2-6 0,1-1 121,8-2 38,13-6 40,-33-7 2313,-7-5-2245,-2-7 3341,-16 4-3398,-13-1-33,-4 8 5,-10 0 45,-2-2-39,4 3 123,-14-16-118,24 12 29,-7-12 33,16-1 61,2-13-77,2 7-3253,10-18 3246,-3 31 96,12-14-22,-3 18 10,9-5 40,9 2-67,0 8-74,-2 2 1,-2 12 3353,-9 9-3432,4 10-16,-6 14 50,-6 21-62,-11-3-39,-4-20 1,-3-1-147,-7 8-1450,-13 5 1697,-2-12 0,10-10 0,0-6 0</inkml:trace>
  <inkml:trace contextRef="#ctx0" brushRef="#br0" timeOffset="618794">30588 17338 10265,'3'-3'9175,"-1"0"-6583,-2 3-2121,54-60-146,-37 45-138,13-18 1,-4 11 165,-24 35-78,-11 11-85,-10 12-95,-15 7-340,11-18 0,-1-1 250,-2 2 1,-2 1-9,1 0 1,-1 0-10,3-1 1,0 0-164,-15 22-116,12-5-684,10-7-2022,10-4 2997,4-5 0,3-13 0,1-5 0</inkml:trace>
  <inkml:trace contextRef="#ctx0" brushRef="#br0" timeOffset="619393">30666 18014 22229,'-25'-29'605,"-2"10"-510,0 27-67,-3 6 11,-5 5-56,-3 5-27,-3 6 10,4 3-16,7 1-1,12-2-10,9-5 10,15-8 29,10-9 39,11-6 27,8-11 7,4-6 10,1-13 29,-1-6 84,-1-3 206,-5 5 158,-9 8-62,-9 9-218,-9 8-141,-4 3 46,-3 7 16,-4 6-28,-2 10-83,-4 10-68,-2 8-11,0 8-35,0 8-83,-2 5-467,8-29 1,-2 1-1100,1-1 1,-2-1 1694,-12 26 0,10-26 0,0-8 0</inkml:trace>
  <inkml:trace contextRef="#ctx0" brushRef="#br0" timeOffset="620950">30240 13868 12763,'-49'-39'1054,"1"0"0,-1 0 0,3 4 0,-1 2 0,4 8-777,2 13 1,1 7-1643,-9 0 1,1 2 1476,7 3 0,-1 3 80,-5 3 1,-6 3-1,4 1-89,-9 6 1,0 3-61,2-2 0,-3 3 0,1 1-6,9-1 1,3 1-1,-1 1 15,1 1 0,1 1 1,1-1 6,-7 5 0,2 2 32,11-7 0,1 1 1,0 3 76,0 3 0,2 2 0,0 1-77,-2 1 1,1 2-1,0 1-41,-4 8 1,1 3 0,3 1-23,8-6 0,2 0 0,3 1-12,1 2 1,2 1 0,2-1-9,-3 7 1,5 3-19,6-4 1,3 4 0,4-3-296,6 1 1,6 0 285,0-2 1,2 2-1,4-5 10,4-1 1,7-4-26,9-3 1,7 1 0,0-4 21,-8-12 1,0-2 0,4 0-157,1 2 0,4 0 1,1 0-1,0-3 160,8 1 1,0-4 0,0-1 14,3-1 1,0-2-1,0-2 0,0-1 1,0-2-1,0-2 8,-1-2 0,1-1 0,-3-2-7,9 0 1,0-3-4,-15-3 1,2-1 0,0-2 9,2-2 0,-1-2 0,1 0-4,3 0 0,0-2 0,0 0-6,8-2 1,2-2 0,-3 0 12,-10 1 1,-1-2 0,2-2-8,-1-3 0,4-4 0,-1-1 1,-2 1 3,2-3 0,-3 1 0,1-3 1,-2 0 1,2-2 0,-2 0 0,-4 0 11,-2-2 0,-4 1 0,-2-1-260,-2-1 0,-1-1 0,-2 0 261,-3 0 1,-3-1 0,-1-1 12,5-18 0,-4-1 8,-8 1 1,-5-1 408,-5 2 0,-6 0-401,-5 1 1,-6 2-14,-5 2 0,-5 1 230,-6 2 0,-5 2-272,-4 1 0,-5 2 172,-4-1 0,-4 2-254,14 13 1,-2 1 0,-1 1-62,0-1 0,-2 2 0,-3 0-458,-10-3 1,-3 0-1,3 3-99,-4 0 0,-2 2-1940,2 4 1,-5 1 0,5 4 2636,4 6 0,4 2 0,4-1 0,4 1 0,-8 3 0</inkml:trace>
  <inkml:trace contextRef="#ctx0" brushRef="#br0" timeOffset="624138">28968 15957 9638,'2'-10'4407,"-1"2"-3471,-1 8 2290,0 0-2509,-43-43-341,18 30-301,-2-10 1,-2 1 338,-17 15-291,20 4 90,-26-3 73,2 3-197,8 1-11,11 0 1,-4 2 24,-1-1 1,-1 1-20,-24 0-6,12 0 1,0 1-240,12 0 0,0 1 267,-21 3 0,-3 0-572,8 1 1,1 0 518,-10 3 0,3 0-28,22-2 0,1 1 25,-11 5 1,2 1-12,-11 9-255,17-6 0,1 2 261,8-1 0,3 1 2,-2 2 1,1 2-3,-1 3 0,0 0-12,6-3 1,-1 0 16,-6 8 1,-1 2 24,5-4 1,0 2-3,-13 17 0,0 3-54,8-8 1,1 0-258,-3 9 1,3-1 242,13-19 1,1 1 0,-3 19 0,1-1 5,1 4 22,2-4 1,-1 4 72,3-10 1,0-1-26,-2 3 0,1 1-42,-1-4 1,1 0 21,-1-2 1,1-2 458,4-9 1,-1 1-471,-2 13 1,0 2-15,5-8 1,1-1-592,0 4 1,2-1 543,4 12 163,6-14 0,2-1-107,9 15-9,-3-15 1,3 1 286,-2-10 1,1 0-235,15 26-49,-6-13-10,-8-14 1,0 1-31,7 12-3,-7-12 1,1 0-15,13 16-17,7-3 23,10-3 8,-18-18 0,1-3-8,23 11-12,-4-7 1,1-1-6,7 2 0,-15-7 0,7 2 0,-4 0 8,-3-2 1,-3 0 8,9 3 0,0 1-12,-10-2 1,-2 0-3,-6-1 0,-1 0 8,14 8 17,5 0-17,-22-23 11,12-4 6,11-6-56,11-7 335,-25 6 1,1-1-291,1 0 0,0 1 11,2 0 0,-1 1-6,-1 1 0,-2 1 72,19-2-54,7-1 4,-33 5 314,19-7-313,-23 4-6,11-3 23,-1 2-45,4 0 737,-7 1-676,16-1-78,-18 3 45,13-1 0,-20 2-90,5-1 96,-9 0-29,8-1-11,-2 1 12,2 3 16,3 0 39,1 1-50,1-1-11,3 1 17,1-1 10,4 0 1,1-4-34,-1 1 6,-3-3 45,-4 0-6,-2-2 0,-3-2-23,0-1 7,6-5-12,-5 0 5,-1 2 29,-5 0-23,-8 8 0,1-1-33,-6 2 11,1 0 55,-3-1-44,3 0 0,9-4 6,1 2-34,10-5 62,1 2-18,-1 0-27,0 0 45,-4-1 5,-4-3-5,-4-6-23,-3-6-6,1-7 29,2-1-23,1 2-16,-4 10 55,7-5-61,-11 15 50,10-20 6,-10 13-28,3-15 89,-6-1-28,1-12-66,-4 4 10,-1 3 0,0-2-183,-1 13 0,-1 0 172,2-14 0,0 0-3,-2 11 1,1 2 2,0-29 0,-1 0-11,-2 2-352,-2-2 358,0 29 0,0 0 13,-1-3 1,-1-1 13,0-3 1,0 0-20,-2-1 0,0 1 3,-2 2 0,-1 2-6,-6-17-3,-1 21 1,-3 1 7,-12-8-16,8 11 0,-2-1 17,-17-17-11,4-4 2,20 23 1,2-1-1,1-2 0,0-1-5,2 1 0,-1-1 11,1 2 0,-2 1-3,-17-19 0,-6 9-5,-8 8-17,-9 5 16,24 14 1,-2-1-91,-1 1 0,-1 1 118,0-1 1,-1-1 11,2 0 0,1-2-45,1 1 0,1-2 0,-25-13 5,5 3-21,1 8 16,-4 8-219,-9 8-400,26 4 1,-1 2-2485,-4 3 0,-1 1 2482,4 1 0,2 0 0,-11 4 0,23-5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5:17:41.9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1561 2149 18828,'-3'-6'4079,"1"1"-3704,-36-16 0,-11 1-134,8 17-432,-14-14 0,0 8 326,12 37-96,10 1 28,-5 19-67,21-14 0,3 3-59,1 9 0,3 3-817,5 1 0,6-1 548,3-8 0,5-4-579,23 12-443,-6-29 0,3-4-1774,6-2 0,3-2 3124,4 0 0,-1-2 0,16 0 0,-24-8 0</inkml:trace>
  <inkml:trace contextRef="#ctx0" brushRef="#br0" timeOffset="150">1956 2542 21377,'2'-3'3439,"1"0"-1624,-3 3-2005,-34-28-68,26 21-1730,-23-18 1988,43 34 0,5 4 0</inkml:trace>
  <inkml:trace contextRef="#ctx0" brushRef="#br0" timeOffset="2716">3296 2202 18711,'-1'-57'858,"0"0"0,0 1 0,-1-1 0,2-12 0,-1 2 0,-2 20-394,-2 25-363,1 11-50,0 12 66,2 25 34,1 29-81,-1-14 0,0 4-684,-1 11 0,-1 3 634,1-14 1,-2 1 0,1 2-522,-1 3 1,-1 0-1,1 1 512,-1 0 0,0 0 1,1-1-7,1-3 1,0 0 0,1-3-247,0 14 0,1-5 252,3-13 0,2-5 123,2 8 203,3-25 974,-2-23-1233,4-23-39,6-22-17,-5 14 1,0-1 421,4-5 1,0-1-431,1-1 0,2 1-14,0 2 0,1 2 307,-1 5 1,2 2-300,2 3 1,0 3-9,8-4-5,7 10-1,-12 17-5,6 11-28,2 10-6,-2 17 6,2 13 53,-17-20 1,1 2-147,0 4 1,1 1-108,1 0 1,0 0-34,2-2 1,0-1-15,0-5 0,0-3 79,20 8 140,-8-18 84,-6-25 44,-5-16 46,-2-17 50,1-8 55,0-1 63,-3 5 762,-4 12-728,-6 14 57,-5 12-349,-2 6-23,-1 4 23,0 3 0,4 4-23,5 4 6,9 1 12,9-3-7,12-5 1,13-11-1,7-10-197,-28 3 0,-2-2 214,21-21 6,-15-3 17,-16 0 17,-16 4-17,-15 6-23,-13 8 6,-13 9 17,-16 15-23,16 3-5,-13 16 373,24 4-390,-1 11 0,10 8-34,13 16 29,7-19-34,19 18-318,9-23 284,-6-15 1,3-1-398,6-1 1,3-2 278,5-3 0,3-2-5,4-3 0,1-4 33,1-4 1,1-4 72,-2-5 1,-2-3 75,-4-4 0,-2-3 31,-6-2 0,-2-5 120,0-11 0,-6-3-42,4-8-42,-17 15 1,-4-1 147,-11-3-2946,-9-4 2857,2 8 140,-17 2-207,12 23 28,-15 8-28,5 12 136,-7 14-170,0 11-914,16-10 0,3 0 892,-3 14 2271,5 17-2266,17-27 1,7 3 16,11-13-17,7-13 40,8-25-12,-14 0 3383,10-25-3327,-17 3-10,3-13 24,-12 17 0,-1 1 4,1-7 22,-2-1 90,-8 33-108,-1 3-77,-3 6-12,-5 16-33,-1 7 27,-2 16-16,6-7 5,1 12-10,10-4-147,7 11-117,15-2 64,-2-28 1,3-3 81,13 4 41,-8-15 1,1-6 2,8-17-1595,-13-3 0,-1-3 1719,8-13-259,-13 0 0,-3 0 309,-7 3 112,7-26 72,-14 28-4,-2-1 38,-5 10 2890,-2 10-3181,-1 5 920,0 9-931,1 9-3398,-3 29 3404,1-5-951,2 10 0,0 5 942,1-10 0,0 1-252,0 7 0,0 4 245,1-13 1,-1 2 0,1-1-8,0 13 1,0 1 3,3-5 0,2 3 0,-1-4 13,1 8 0,1-4 11,2-3 0,0-8-1462,0-8 1473,-5-22 1480,-10-24-1491,-3-18-3,1-8 1,1-5-4,2-5 1,2-1 530,-1-4 0,3-1-536,3 10 0,2-1 0,2-1 5,2-7 1,2-1-1,0 1-3,-2 9 0,0 2 0,1-4 9,2-4 0,0-4 0,1 0 1,-2 6-1,2-5 0,-2 3-6,2-10 1,1 0 2,-3 14 1,0 3-701,3 8 1,1 1 691,8-19 702,1 22 1,2 6-714,-1 9-33,39 2 39,-32 16-738,6 9 1,-1 5 725,-5 6 852,-2 10 1,-5 5-881,-15 14 31,-10-15 0,-4-1-59,-19 9-143,-2-21 1,-6-4-900,-4-2 1,-3-2 1114,0-1 0,0-1 0,7-4 0,4-1 0,-3-3 0</inkml:trace>
  <inkml:trace contextRef="#ctx0" brushRef="#br0" timeOffset="3550">6183 2487 17932,'17'-59'1755,"0"0"0,-3 7 1,0 7-871,-3 15-107,-3 7-206,0 2-354,-5 11-201,-2 9 11,-5 13-17,0 11-33,-5 15-113,2 10-375,1 8-912,4 6-643,2-30 0,3 0 2065,2 3 0,1-3 0,1 6 0,4-9 0</inkml:trace>
  <inkml:trace contextRef="#ctx0" brushRef="#br0" timeOffset="3875">6514 2138 21131,'-12'-47'821,"0"0"1,3 4-1,-1 12-714,-2 24-79,4 11-39,1 9 274,4 9-140,4 4-65,6 1 19,8-4-37,6-4 81,3-9 107,-3-5 30,-4-12-216,-4-8-15,-6-9 68,-3-4 200,-6 2-65,-3 6-121,-4 6-160,0 8 23,1 6-24,0 8-611,2 6-2340,3 8 2981,9 5 0,-4-11 0,5-2 1</inkml:trace>
  <inkml:trace contextRef="#ctx0" brushRef="#br0" timeOffset="4258">6910 1892 27684,'0'-4'1854,"0"0"-1923,0 4 966,-60-29-945,27 38 255,-9-11 1,1 7-196,18 23 1,6 10-37,-3 9 0,3 5-749,5-9 0,2 2 0,1 2 802,1 8 1,1 2-1,3 1-50,1-8 0,1 1 1,1 1-1,1 0-261,2 5 1,1 0-1,2 1 1,0 0-809,1 3 0,2 1 0,1 0 0,0 0 340,-1-12 1,1 1 0,0-1 0,0 1 0,0-1-406,2 11 1,-1-1-1,0 0 1,-1-2 223,-3-4 1,1-1 0,-3-2 0,-2-1 1096,-3 6 0,-4-3 0,-5-4 1157,-10 5 0,-8-11-417,-7-14 0,-6-14-196,-12-23 1,1-12-549,16 6 0,2-8 165,4-8 0,2-8 0,6-2-152,7-16 0,7-4 158,2 7 1,1-3 0,4-2-303,5-2 1,3-2 0,4 2-23,1-1 1,3 1-1,3 1-6,1 5 1,3 1 0,1 2-8,0 6 1,1 0-1,1 3-19,0 5 1,0 1 0,2 1 83,11-13 1,2 3-454,0 3 0,0 0-538,0 2 0,0 0-1319,-1 1 1,0 0 2248,1 0 0,-3 2 0,4-6 0,-7 11 0</inkml:trace>
  <inkml:trace contextRef="#ctx0" brushRef="#br0" timeOffset="4591">7182 2215 26099,'-17'-57'263,"3"21"-246,14 56-28,2 23 11,0-11 0,7 17 0,6-21 11,11 3 12,9-12-29,8-13 17,5-16 34,1-12 17,-2-12 50,-6-4 156,-8 1 164,-9 7 10,-9 8-140,-7 9-178,-5 7-85,-3 9 6,0 14-6,-2 19-62,-6 27-621,1-21 0,-1 3 610,-3 11 0,-2 4-763,4-14 1,0 2-1,0 0-323,0 7 0,0 1 0,1-1 1120,1-3 0,1-1 0,0-4 0,0 5 0,2-7 0,1 7 0</inkml:trace>
  <inkml:trace contextRef="#ctx0" brushRef="#br0" timeOffset="5054">8234 1738 26150,'-6'60'62,"0"0"1,0 0 0,-3 1-1,1 0 1,0 0-1442,2-3 1,2 0 0,0-2 1357,-2-10 1,1 0-1,2 0-149,1 7 0,3 2 0,9-4-1055,10-3 1,8-4 0,3-1 1224,7 0 0,4-2 0,-1-3 0,-9-6 0,0-2 0,1-5 0,9-8 0,0 0 0</inkml:trace>
  <inkml:trace contextRef="#ctx0" brushRef="#br0" timeOffset="10117">8867 2288 22699,'-16'-38'274,"1"0"1,1 2 0,4 5-225,13 7-61,5 0-51,9 4 256,10 6 34,-1 6-144,26 10 58,-10 10-54,17 10-65,-16 9-59,-10 4-17,-13 3-251,-12 1 46,-17-1 188,-11-4 141,-11-3 116,-3-8 82,2-6-109,8-7 43,8-5-24,8-7-138,4-2-123,3-4-86,4 1-78,3 1-3,6 2 244,3 2-51,7 3 45,8 4 16,9 4-33,8 6-11,5 7-6,0 5 17,-8 4-22,-13 2 27,-15-2 29,-24-1-23,-20-3 17,-22-3-53,19-12 0,-1-2-314,-2-2 0,1-2-2999,-29 3 3366,16-9 0,21-1 0,13-2 0</inkml:trace>
  <inkml:trace contextRef="#ctx0" brushRef="#br0" timeOffset="10467">9612 1919 25189,'-28'-40'378,"0"0"0,0 0 0,13 17-344,16 24 210,11 9 143,17 13-236,-4-5 1,3 2-770,8 8 0,2 3 683,7 6 0,0 4 7,-13-10 1,-1 2 0,-1 2-398,-1 3 0,-2 1 0,-1 0 299,4 8 0,-5 4-375,-11-1 1,-4 4 0,-7-2-903,-9 3 0,-9 0 1325,-2 0 0,-5 4 1,1-8-1,1-12 1,-2-5-1,-3-4 1,0 0-1</inkml:trace>
  <inkml:trace contextRef="#ctx0" brushRef="#br0" timeOffset="20591">3782 4341 20179,'-43'-16'187,"0"-1"0,3 3 0,7 9 612,16 21-782,4 6 283,5-3-283,8 11-6,9-8-5,9 10-6,0-10-3111,24 12 3111,-17-15 133,24 19-172,-15-10 8,-8-6 0,0 1 26,15 16 5,-2 4-6,-22-17 51,-16 2 0,-21-5 5,-21 6-17,10-15 1,-3-2-142,-4 0 1,-1-2 137,-1-2 1,0-3-79,4 0 1,1-6-3621,-19-26-5238,26 6 8906,13-17 0,15 26 0,0 4 0</inkml:trace>
  <inkml:trace contextRef="#ctx0" brushRef="#br0" timeOffset="22701">4300 4278 19944,'-4'4'3461,"0"-1"-3198,4-3-235,11 30 0,1-2 6,6 31 5,-8-7 6,-6 0 5,-10-3 141,-5-9-7,1-17 315,0-9-258,8-12 174,0-15-270,1-7-50,5-20-11,4-11 23,6-6-46,0 9 40,-4 15 0,1 2-34,0 3 56,11-23-100,-8 35-18,1-3-5,12 13 0,-1 6-5,15 8-1,0 7-5,-9 3-11,11 21 22,-20-5-12,4 18 12,-19-4 12,-12-2 10,-6-8 28,-7-12 46,1-12 27,2-11-28,4-14-39,4-11-6,5-12-16,8-6-23,9 0 12,8 6-1,5 7-16,3 9-6,1 7 0,1 5-6,3 7-16,1 9-18,1 8-44,-2 11 17,-9-2-233,-9-1 1,-1 2-682,5 12-1955,-4-8 0,1-1 1865,1 1-1696,13-2-593,-6-23 1103,14-11 1814,5-11 1048,3-13 829,-6-7 700,-9-7-1020,-12 7 1726,-4-22-1349,-10 19-338,1-17 3102,-12 19-3639,-8 6-269,-8 10-162,-6 9-90,-4 10-39,-1 12-28,-2 10-16,1 11-18,2 8 0,7 3-5,10 2-6,8-3-5,13-6 11,7-10 44,9-12-16,4-13 11,0-16 17,2-9 11,-4-12 34,-2-1 16,-6 0 17,-6 6 45,-5 7 6,-5 8-101,-2 9-62,-4 7 17,-2 10-6,-3 9-16,-1 13-12,2 9-22,2 8 34,11 1 5,9-4-11,15-8 22,11-10-27,11-12-236,5-15 264,0-17-18,-4-18 1,-30 10 0,-3-4-4,-2-4 1,-3-3-500,-1-6 1,-2-3 513,-1-5 0,-2-2-12,-1-5 1,0 1 8,-1-1 0,-1 1 14,-1 4 0,-1 1-141,-2 8 0,-1 3 242,1-22 16,-6 20 79,-1 17-196,-1 13 197,0 8-208,1 13 1012,-3 12-1006,-2 21-21,2-11 1,1 3-250,-1 10 0,0 2 233,1 8 0,0 2 11,1 3 0,2 2-3,4-1 1,2-1 13,3-4 1,3-3-12,4-7 0,2-3-14,2-9 0,1-3-55,20 11-18,0-19-5,0-18 0,4-21 27,6-20 48,-22 8 1,-1-4-454,2-7 1,0-3 472,-2-3 0,-1-1 11,-1-1 1,-3 0-232,-3 5 0,-4 1 236,-3 5 1,-3 2 745,-6-22-690,-10 11-4,-7 7 10,-2 6 0,2 8 926,4 8-976,4 9 544,1 9-561,1 11-11,-2 15-11,-1 16 11,1 15-264,5-25 1,1 2 235,2 3 0,3 1-45,1 1 1,4 1-239,6 9 0,3-2 106,-6-15 1,2-1-351,6 8 1,1-3-1014,1-2-656,6-4-1708,-4-16-4537,13-21 6593,-10-4 616,19-15 2341,-16 3 3265,2-4 1289,-12 2-1193,-15 4-2084,-10 4-908,-6 5-239,-3 1-943,5 4-16,3 2-224,5 2-16,3 1 10,7 2 6,9-1-11,13 1-12,10-8 1,6-7 2,-16-2 1,-2-2 2,8-10 6,8-19 22,-28 10 17,-3-7 28,-10 4 28,-9 9 28,-5 8 11,-6 10-28,-2 7-33,-1 7-34,-2 7 6,-7 17-57,10-4 6,-8 19-11,12-7 0,2 11-11,4 2 0,14-1-11,11-4-18,14-8 7,13-11-1,9-11 23,6-14 19,-22-8 1,-1-3-9,11-8 8,-16-1 1,-3-1 24,0-12 46,4-9-35,-11 12 152,-5-9 213,-10 13-241,0 1 90,-7 5-16,0 11-242,0 2 0,0 3 0,3 18 0,5 6 0,5 18 0,12 21 0,-6-14 0,1 3 0,0-1 0,-2 0-29,-1-1 1,-2 2-56,-7 13-45,-8-24 0,-6 0-574,-13 1 0,-6-3-1396,-2-9 1,-3-3-288,-1-1 1,-1-4 2385,-21-2 0,42-11 0,3-2 0</inkml:trace>
  <inkml:trace contextRef="#ctx0" brushRef="#br0" timeOffset="23058">7571 4567 25769,'15'-47'210,"-1"1"1,0 0-1,-1 0 1,-1 1 0,-4 3-147,-8 0 0,-4 1-850,-1-7 1,-3 1 841,0 9 0,-1 0 81,-3-5 0,-1 2 229,1 11 1,-1 2-132,-10-24 309,3 13-421,11 24-78,5 8-17,1 5-33,2 10 906,-1 27-901,1 16-6,3-10 1,0 1-46,0-9 0,1 1 31,4 13 1,1 2-656,2 9 0,2 0 449,-4-17 0,1 1 0,0 0-826,1 6 1,1 2-1,1-3-1768,4 9 0,2-3 2820,-3-9 0,-1-5 0,7 8 0,-10-24 0</inkml:trace>
  <inkml:trace contextRef="#ctx0" brushRef="#br0" timeOffset="23275">7498 4266 21024,'-8'-2'3932,"1"-1"-3304,7 3-314,0 0-410,39-65-509,15 43-2048,-5-15 1,4 2 2652,-6 27 0,-1 6 0,14-4 0,-25 3 0</inkml:trace>
  <inkml:trace contextRef="#ctx0" brushRef="#br0" timeOffset="23475">8075 4151 23310,'-3'0'2604,"0"0"-2475,3 0-476,69-48-886,-15 35-883,-17-3 0,5-4 0,-3 7 2116,-1 12 0,-3 5 0,11-4 0,-19 3 0</inkml:trace>
  <inkml:trace contextRef="#ctx0" brushRef="#br0" timeOffset="23651">8259 4366 23041,'-5'2'3019,"1"0"-2784,4-2-1064,46-4-2010,9-2 2547,-12 1 1,1 1 0,6-3 0,-20 4 0</inkml:trace>
  <inkml:trace contextRef="#ctx0" brushRef="#br0" timeOffset="24742">9293 4087 23859,'-5'-47'179,"1"-1"0,1 4 0,6 5-117,21 4-23,7 7-5,3 7-18,3 10-27,-1 9 6,1 11-7,-1 8 1,-2 9 0,-5 5-11,-9 4 10,-9 3 35,-17 2 5,-12 0 0,-18-1 17,-8-3 55,-5-5 119,2-9 89,9-10-72,14-11-108,12-8-60,13-7-29,12-1-34,12 0 12,12 6-6,10 4-11,7 6-312,7 10 309,-28-3 1,0 4-4,3 2 0,-2 4-2,1 1 0,-2 3-6,-2 1 0,-4 1 2,9 25-41,-25-2-37,-35-5-319,-25-6-395,14-20 1,-3-2 148,-7-3 0,2-3 0,-7 2 0,7-6 0</inkml:trace>
  <inkml:trace contextRef="#ctx0" brushRef="#br0" timeOffset="35154">3517 6224 19288,'0'5'5058,"0"0"-4073,0-5-822,1-22-67,12-1-52,11-26-22,-5 25 1,3-1-261,3-4 1,0-1 268,3-5 0,0-2-436,-1-6 1,-1 1 418,-6 6 0,-2-2 8,-4-2 0,0-3 1,-4 3 8,-2 0 0,-3 0-1,4-15 1,-3 1 4,-12-7 4,-6 23-34,-7 18-27,2 15 488,0 15-471,1 14 10,-2 19-5,9-14 0,0 3 119,-2 6 1,2 2-129,2 4 1,1 1-9,1 3 0,2 0-31,5-1 1,4 0-23,3-4 0,5-1-56,4-4 0,5-3-98,3-5 0,3-3-296,2-6 0,2-3 136,0-5 0,1-5 42,-1-5 1,-1-4-124,29-15 292,-9-14 173,-10-11 89,-10-3 158,-11 5 178,-10 7 113,-6 11-40,-6 10 546,-2 7-742,-3 3 262,-1 2-486,1 2-44,3 2-45,1 3 33,6 2 1,1-4 33,10 0 11,6-10-22,11-7 22,6-11-11,7-21-16,-15 10 49,1-17 12,-22 19 84,-6-11-124,-6 18 74,-10-1 22,-4 19-62,-6 2-45,-2 11-22,-1 9-22,3 11-6,1 11-28,4 18 17,9-15-23,5 20-44,14-24-96,11 5-128,15-10-147,13-10-38,11-12 333,-27-11 0,0-2-13,-1-3 1,-1-3 222,23-20 33,-13-8 51,-11-8 39,-8-3 51,-4 4 67,-4 10-28,-5 13-151,-4 12-96,-4 9-11,-1 4 300,-1 11-305,1 6-6,-1 12 0,4 5-6,3 5 1,4 0-7,2-2 24,-1-11 167,-2-13-101,-4-11 79,3-32-135,-3 8-5,3-21 28,2 9-17,4-2-6,7-4-22,12 2 0,-10 14 12,14 4-12,-14 12-12,5 5-10,-3 7-90,-3 8-1440,2 15-201,-8-7 1753,8 16 0,-17-28 0,5 5 0</inkml:trace>
  <inkml:trace contextRef="#ctx0" brushRef="#br0" timeOffset="35697">5950 5588 19216,'-5'0'4760,"1"0"-4054,4 0-717,32-26-191,8 14 48,-12-3 0,3 1-1633,17 6 1,2 5 1230,-10 1 1,-1 1 0,-2-2 0,-2 2 0,10 1-1</inkml:trace>
  <inkml:trace contextRef="#ctx0" brushRef="#br0" timeOffset="35870">6085 5898 25696,'42'-15'-2571,"16"-3"2571,-9 3 0,0 1 0,6-1 0,0 1 0</inkml:trace>
  <inkml:trace contextRef="#ctx0" brushRef="#br0" timeOffset="43122">7732 5452 17507,'-32'-22'2574,"0"-1"0,-7 9-2384,-6-7 0,0 6-44,5 20 100,-10 17-55,7 13-124,0 3-893,19-5 1,0 8-1,3-5 834,5-8 1,3 1-4,-5 11 1,0 5 0,5-4 99,8-6 0,5-2-111,4 8 1,4-1 10,5-4 1,7-3-6,6-3 0,6-5-1309,3-2 1,6-5 1334,5-7 0,7-6 0,-4-3 114,0-7 0,-1-3-159,14 2 0,-10-8 265,-18-34 118,-47 1-229,0 10-29,-19-3 1257,5 27-1273,-10 7 0,-5 4-82,10 3 1,-1 2-6,-19 2 0,0 4-225,16 4 1,4 1-591,-14 11 812,6 12 0,28-23 0,-1 6 0</inkml:trace>
  <inkml:trace contextRef="#ctx0" brushRef="#br0" timeOffset="44970">3336 8149 15608,'-5'11'6705,"2"-2"-6246,3-9 1120,0 0-1394,48-113-140,-27 62-576,0 0 0,5-10 0,-3 7 550,-5 11 1,-2 3-9,5-11 0,-1 0 157,-2 5 1,-2 1-99,-4 1 0,-3 4-19,2-8 55,-14 3-11,-5 30-50,-5 4-50,0 7 1270,-1 19-1242,-2 13 74,-2 22-97,6-8 0,2 2-286,2-13 0,2 1 258,-2 18 0,4-1-95,4-15 0,3-1-227,2 8 0,4 0-300,2-2 1,4 0-402,3-4 1,2-2-1224,1-4 0,1-1 2274,2-4 0,-2-3 0,4 2 0,-5-8 0</inkml:trace>
  <inkml:trace contextRef="#ctx0" brushRef="#br0" timeOffset="45306">3851 8023 14762,'0'-3'6251,"0"0"-2241,0 3-3942,-26-30-57,19 21 0,-13-23 6,34 26-6,11-5 0,11-6 6,4-8 17,0-6-1,-6-7-10,-5-5 16,-10-5 0,-6-1 57,-7 5 206,-6 8-184,-4 17 55,-6 7-33,-2 13 0,-9 11-112,6 0 0,-8 17-11,10 1-6,-2 12-39,7 5-78,4 6-409,14 1-1662,2-18 1,3-2-2579,10 14 4755,-5-17 0,-2-5 0,-11-15 0,0-4 0</inkml:trace>
  <inkml:trace contextRef="#ctx0" brushRef="#br0" timeOffset="45970">4557 7631 20862,'0'-8'3971,"0"1"-3389,-11-21 1,-5-3-213,1 15-241,-6-13 0,0 6-62,5 31-6,-6 20-38,12-4 5,-5 30-413,10-23 0,0 3 374,0 14 0,1 5-29,1-2 1,0 5 0,1-1-492,1-2 0,0-1 0,0 2 287,0-5 0,0 3 1,1-1-1,-1-4-491,0-1 1,1-4-1,-1 2 53,-1 7 1,-1 2 0,-2-3-431,-4 6 1,-5-1 711,0-10 1,-2 1-1,-2-4 582,-3 0 0,-2-6-98,1-4 0,-1-12 123,-4-27 73,18-29 62,5-9 0,3-7-290,4 1 0,3-2 75,0 9 0,1-3 0,1 2 57,5-11 1,1 3-112,-2 12 0,1 1 3,2-1 0,3 1 301,3 7 1,1 2-373,1 1 1,2 2-15,6 0 1,1 4 2,-2 7 1,-1 4-17,20-9 10,-19 11 1,2-1 766,-2-1 0,0-1-735,-1 0 0,-1-1 47,21-15 633,-15-4-263,-20 18 419,2-12-195,-12 15 1251,-4-5-1565,-2 3 353,-1-5-588,1 5 45,1-14 33,8-22-156,-3 19 0,0-2-343,4-10 1,0-1 344,-1 4 1,-1 1 38,0 4 1,-2 3 25,1-14 213,-6 8-225,-1 25 113,-5-6-124,4 16-44,-2-1-29,5 3 657,-1 6-640,1 18-44,0 15 27,1-6 1,-1 4-703,1 6 1,-1 1 696,1-5 0,0 2-124,-1 15 1,1 7 0,-1-6-124,0-12 1,0 0-505,1 14 1,-1 9-1,2-8-1691,1-11 0,1-3-2474,3 6 1,0-3 3060,5 13 0,-2-30 1,-8-23-1</inkml:trace>
  <inkml:trace contextRef="#ctx0" brushRef="#br0" timeOffset="46138">4888 7942 25270,'-24'-47'-73,"1"1"0,5 3 0,13 7-935,57 13-3908,-10 9 1,0 2 2774,13-4 0,1 2 0,-46 12 0</inkml:trace>
  <inkml:trace contextRef="#ctx0" brushRef="#br0" timeOffset="46964">5519 7470 22901,'-2'-3'3170,"1"0"-2089,1 3-1008,-71-3-56,23 30-746,-6-11 1,-2 7 728,20 12 0,6 6 11,-2 2 1,2 1-4,5 1 1,4 1-26,5-4 0,6 0 59,9-6 0,6-2-93,22 18-38,23-18-29,10-15 48,-27-16 0,0-4-17,0-5 1,-1-4-29,1-5 0,-2-4 0,0-5 0,-2-5 25,1-6 1,-3-4-421,0-5 0,-2-4 496,-1-4 0,-1-2 36,-1-1 0,-2 0 28,-2 3 1,-2 2 33,-3 8 0,-2 1 117,-4 6 1,-1 3-23,-1-3 146,-5 7-90,-1 22 861,-1 1-1045,0 6 211,-1 11-228,-2 10-18,-1 19-21,0 17 71,3-22 1,0 3-64,-1 4 0,0 1 0,0 3 0,1 1-306,-1 1 1,0-2 302,2-3 0,-1-1 0,2-7 0,0-2-23,0 12 57,2-22 16,3-19-16,6-21 11,9-16-12,9-13 7,4-5-12,1 7 0,-7 11 832,-7 13-894,-7 10 708,-3 6-618,2 7-56,5 3-17,6 4 17,7 3-16,5 1 16,5-2-34,3-3 28,0-4 12,-5-9 11,-10-9 39,-8-8-11,-8-10 27,-6-3 63,-4 1 27,-4 4 57,0 7-78,-1 7-141,0 6 0,0 4 0,2 7 0,-1 10 0,-1 14 0,1 11 0,0 8-63,2 4-626,6 0-1036,5-3-2739,9-9 4464,1-11 0,-6-14 0,-6-7 0</inkml:trace>
  <inkml:trace contextRef="#ctx0" brushRef="#br0" timeOffset="47147">6401 7331 26026,'-35'-8'-927,"13"20"0,35 13 0,-1 2 1</inkml:trace>
  <inkml:trace contextRef="#ctx0" brushRef="#br0" timeOffset="48070">6495 7938 26591,'30'-48'14,"0"0"1,0 0 0,-2 0-1,0 1 1,-4 1-7,-3-6 1,-4 1-606,0-7 1,-3-1 607,-2-1 1,-4 1 4,-1 4 1,-4 2-9,-4 8 1,-2 4 735,-5-22-683,-5 21 40,1 17 348,5 13-432,1 9 275,0 14-275,-1 14 991,-2 20-1006,5-14 1,1 3-23,0 7 1,1 2-396,0 6 0,1 1 381,1 4 0,2 1-123,1-1 1,3 1-225,3-3 0,4-2-229,3-4 0,5-4-250,4-4 0,3-5-8,3-8 0,2-4 170,1-5 1,2-6 26,-1-8 0,0-5 466,-1-3 1,0-5 265,-2-2 1,-1-3 198,-3-1 1,-2 0 724,14-17 276,-14 3-141,-13 3-291,-8 4-191,-3 1 645,-4 5-903,0 0 237,-1 6-382,-1 1-39,1 5-28,1 1-34,-1 2-27,2-1-7,0 1-16,1-1-5,0-1-12,0-3-11,0-4 0,0-5 11,0-3 34,-2 1 17,-1 5-40,-4 3-33,-6 5-17,-4 3-6,-9 5 6,-5 7-5,-5 9-18,-3 9 6,2 5 1,7 3-12,8 2 0,9 0-6,7 1-11,9-2 12,7-4-12,9-5-3392,18-10 3415,-6-7-190,22-16 196,-11-13-4,-16 2 0,0-3 3,-1-5 1,-1-3-10,-2-6 1,-2-3-289,-1-8 0,-2-2 294,-2-7 1,-2-2-370,-2-5 0,-2-1 403,-2 0 0,-3 1 42,-3 4 0,-3 3 1056,-2 8 0,-2 3-1075,0 10 0,-2 3 150,-6-8-215,3 18 0,5 12 722,2 14-722,3 19 0,0 28 0,1-14 0,0 3 70,1 8 0,0 4-70,0 6 0,0 2-124,1-18 1,-1 0-1,1 0-959,1 2 0,0 0 1,0-1 793,3 15 0,-1-5 0,-1-18 0,1-4 0,1 4 0</inkml:trace>
  <inkml:trace contextRef="#ctx0" brushRef="#br0" timeOffset="48530">8040 7384 23101,'51'-16'-762,"0"0"0,1-1 0,-7 3 1,-1-1-1,-7 6 0,9 8 1,-21 1-1</inkml:trace>
  <inkml:trace contextRef="#ctx0" brushRef="#br0" timeOffset="48698">8026 7724 26709,'41'-6'-1967,"1"1"1,0-1 0,13-3 0,2-1 0,-9 2 179,9-5 1,-16 4 0,-6 1 0,-22 5 0</inkml:trace>
  <inkml:trace contextRef="#ctx0" brushRef="#br0" timeOffset="61134">9539 7253 21909,'-2'-12'471,"0"5"-146,2 8-123,-1 6-23,-1-4-11,0 1 190,1-2 107,0-2-275,0-6 6,-1-5-5,0-8 78,-1-10-124,2 2-72,1 0 5,2 4-22,3 6-33,6-4-46,13 2 18,4 4 5,2 5-11,10 6-17,-4 8 0,9 10-12,3 25 29,-19-6 0,-13-1 0,-6 4 2,-11-5 1,-5 1-589,-5 12 0,-5 1 597,-9 3 0,-5 0-20,-6 0 1,-5-1 30,8-13 0,-3-1 1,2-3-7,-1 2 1,-1-3 19,-8 3 0,3-7 110,2-12 11,1-9 39,18-36-90,19-12-53,6 11 0,3 0-14,12-14 0,12-1-11,-5 24 1204,8 7-1215,-8 20-23,2 18 17,-11 4-50,10 18-239,-7-16 0,1 1-571,4 0 1,1 0-1331,10 5 0,0-3-732,-9-11 0,-1-2 2922,5-2 0,-4-2 0,-14-7 0,-3-2 0</inkml:trace>
  <inkml:trace contextRef="#ctx0" brushRef="#br0" timeOffset="61741">10486 7290 19305,'0'-4'4828,"0"1"-4173,0 3-610,-3 11-17,-2 19-95,-5 9-297,-7 19-266,3-29 0,0 0-783,-15 19-430,6-16 0,-5-2-19,-2-3 0,-2-3 1979,1-2 1,-1-3 414,-1-2 0,1-9 874,-5-19 252,15-18-3276,12-17 2357,9 4 57,5 9 1,3 0 66,5-8-18,6-13-341,-4 25-342,-4 13 46,2 7 3134,-6 7-3258,14 9 191,-1 6-275,13 13-33,3 4-107,3 4-253,2 1-497,1-2-550,-2-5-296,-3-10-168,-6-8 492,-4-14 1076,-10-3 409,2-25 531,-10 1 489,4-19-387,-7 15 1613,1-16-1614,-4 27 947,0-18-918,-3 26-274,-1-1-275,-2 12-152,1 7 1,0 11-17,1 10-6,1 12-6,2-2-27,2 25-275,-1-11-67,2 9-1728,-9-17 0,-5 0 2092,-1-8 0,-1-1 0,-8 25 0,0-20 0</inkml:trace>
  <inkml:trace contextRef="#ctx0" brushRef="#br0" timeOffset="61984">10119 7577 24458,'16'-56'218,"17"9"-204,3 40 0,6 6-699,1-3 0,2 0 665,2 0 1,1-1-458,0-1 0,0 1 169,0-1 0,-1-1-695,-1 1 1,1-1 1002,3 0 0,-4 1 0,6-2 0,-7 2 0</inkml:trace>
  <inkml:trace contextRef="#ctx0" brushRef="#br0" timeOffset="62551">11283 7298 25023,'7'-45'261,"0"1"1,-1 3 0,3 7-55,13 13-22,-1 4-95,3 3-40,3 4-22,4 4-45,13 4 6,-13 5 0,15 8-23,-19 6-33,3 9 11,-12 7 45,-14 4 0,-16 3 16,-11-3 6,-10-1-5,-3-7 39,0-5 33,7-9 73,4-7 29,7-8-18,6-7 6,5-6-28,5-4-22,8-1-57,4 3-83,9 4 33,7 5 0,6 5-11,-3 4 23,22 15-29,-16 3 0,15 12-5,-20-2-45,-12 0 39,-13 0 12,-16-2-12,-13-1-28,-15-4-207,-5-5-521,-1-7-1187,2-7 1960,4-6 0,18 0 0,5-3 0</inkml:trace>
  <inkml:trace contextRef="#ctx0" brushRef="#br0" timeOffset="62975">12444 7158 25158,'-2'-50'608,"-1"0"1,2 6 0,-1 10-480,0 24-112,2 11 22,0 12-22,4 13-12,1 16-5,7 13-84,-3-12 0,-1 1-270,-1-12 0,-1 0-456,3 18 1,1 1-1415,-4-17 1,-1-1 1907,2 4 1,-1-3 0,2 8-1,-4-22 1</inkml:trace>
  <inkml:trace contextRef="#ctx0" brushRef="#br0" timeOffset="63176">12252 7462 17120,'-5'-3'6526,"2"0"-4762,3 3-1741,-3-63 10,25 42-44,-8-15 0,4 2-504,12 25 0,6 7 165,2-3 0,2 1-711,3 0 0,2 2-3266,2-1 0,1 2 4327,-6 0 0,-3 0 0,11 0 0,-23 1 0</inkml:trace>
  <inkml:trace contextRef="#ctx0" brushRef="#br0" timeOffset="63409">13208 7084 21355,'0'-4'4010,"0"1"-2380,0 3-1154,0-65-5,-1 44-401,1-15 0,0 5-48,-1 26-11,0 9 23,1 12-12,1 17-22,2 17 0,-2-19 0,2 3-14,1 12 0,0 3-1707,1-5 0,0 0 1676,0 0 0,0 0-344,3-2 0,1 0-3625,2-2 0,0-1 4014,-1-4 0,-1-2 0,8 20 0,-12-36 0</inkml:trace>
  <inkml:trace contextRef="#ctx0" brushRef="#br0" timeOffset="64615">14199 7206 18852,'-9'0'4088,"2"0"-3981,7 0 16,0 0-140,67-48-134,-18 31 69,-6-10 1,5 3-457,-4 18 0,-3 6-78,1 2-860,-3 2 1,-5 5-1051,-17 11 890,-15 10 1272,-37 2 677,5-15 1,-3 0 200,-4 0 0,0 0 407,-1-1 1,1 0-130,6-3 1,1 0 439,-10 7-202,19-8-166,19-6-405,17-4-280,16-4-106,15-3-56,12-4-57,2-4-21,-1-3 61,-9 1 39,-14-5 507,-17-3-501,-15-9 56,-14-6 101,-10-7 206,-7-2 264,1 0 34,5 8-151,9 6-180,8 9-128,10 6-113,6 5-67,8 6-28,9 7-22,7 13-17,7 13-17,3 16-5,-24-16 0,-1 3-263,-3 2 0,-2 2 30,-5 3 0,-4 1-541,-5 1 1,-6 1-1247,-4 2 1,-4-1 2041,-2-4 0,-1-4 0,-7 11 0,9-21 0</inkml:trace>
  <inkml:trace contextRef="#ctx0" brushRef="#br0" timeOffset="65548">16033 6934 23024,'10'-43'627,"1"1"0,-2 3 1,-10 11-477,-26 26-22,-9 10-34,-4 10 0,-6 16-415,22-11 1,0 4 369,-3 5 1,1 2-6,-2 5 0,1 2-17,-1 2 0,2 1-382,2 2 0,3 0 362,3-3 1,4 1-7,4-3 1,6-1-127,5-4 0,7-2 107,20 21-5,20-13 24,-19-27 1,3-4 22,0-3 1,1-5 63,28-10 74,-9-15-1,-28-1 0,-4-3-61,4-12 601,-6-19-540,-21 25 884,-13-4-1007,-15 11-5,-16 13-17,-7 12-29,-3 11-350,-1 10-145,29-6 1,0 2-1973,0 2 0,1 2 2479,-21 16 0,19-12 0,14-11 0</inkml:trace>
  <inkml:trace contextRef="#ctx0" brushRef="#br0" timeOffset="69466">15542 6950 10679,'-8'0'4713,"-22"0"1,-7-1-3247,-3 1-912,-4-1 0,0 0 324,-1-2-487,17 1 481,11-3-705,13 3 163,20-9-263,2 4 7,17-5 1,7-1-29,-6 4 1,1 0-440,20-4 0,1-1 434,-7 4 0,-1 2-14,-3 1 0,-3 1-20,-11 1 1,-3 3 47,27 7 6,-36 10 33,-2 17 0,-26 17-50,-1-17 0,-2 2-316,-4 6 1,0 3 295,-3 5 0,1 2-6,-3 6 1,1 1-13,5-16 1,0 1 0,1 0-176,0 1 1,-1 1 0,2 0 161,1-1 0,1 0 1,1 0-49,-2 18 1,4-1-182,5-7 0,3-1-525,2-9 0,3-3-3463,12 17 4223,-3-25 0,-7-19 0,-5-10 0</inkml:trace>
  <inkml:trace contextRef="#ctx0" brushRef="#br0" timeOffset="69860">15302 7136 24295,'6'-48'368,"1"0"0,-3 6 0,5 8-228,28 12-50,9 6-51,-13 7 0,2 1-678,5 1 1,1 1 649,4 2 1,0 1-4,1 3 1,0 2-7,0 4 1,-3 3-9,-3 3 1,-3 6 10,-7 2 1,-4 5 6,-6 3 0,-7 4 5,-6 3 0,-7 1 14,-5 4 0,-6 2-198,-4 2 0,-4 0 195,-2 1 0,-2 1-26,-1 0 1,1-2-20,6-11 1,1 1-225,-3 11 0,4 1-1551,0 11-101,7-16 0,1-1 1893,4 7 0,4-18 0,-1-15 0</inkml:trace>
  <inkml:trace contextRef="#ctx0" brushRef="#br0" timeOffset="70517">15372 7655 25203,'34'-30'8,"-1"0"1,1-1 0,0 3 0,1 2 0,2 6-26,19 8 1,3 7-1349,0-1 0,-2 1 1340,-2 1 0,-1 1 13,-8 1 1,-2 1 389,-9 0 1,-4 0-435,5 3 492,-23 1-447,-26 3 11,-21 5 16,-21 1-10,21-5 0,-2 1 378,-3 0 1,-1 0-380,-2 1 1,1 0 11,-3 0 0,1 0 0,1-1 0,1 1-9,3-1 0,1-1 48,-23 5 28,21-4 6,18-4-39,21-8-45,9-1 16,24-7-22,10-1-3,-11 4 0,2-1 172,4 0 0,2-1-175,1 1 1,1 0 5,-1 0 0,0 0 0,-3 2 0,-2 1 11,20-4 40,-21 5-29,-21 3-33,-27 2 11,-23 6-23,-27 3 20,21-1 1,-2 1 13,-18 4 0,0 0-409,19-3 1,0-1 411,-15 5 0,4-1-2,5-1 10,4 1 0,25-7 368,22-3-357,18-5-3168,36-6 3135,-9 0 2,-5 1 1,2-1-198,-10 2 1,1 1 115,8-3 1,2 1-155,0-1 1,-2 0-334,-4 1 1,-1-1-668,-5 1 1,-4-1-4387,13-11 5619,-19 2 0,-14 6 0,-7 5 0</inkml:trace>
  <inkml:trace contextRef="#ctx0" brushRef="#br0" timeOffset="70843">15586 7176 16040,'-6'-2'6407,"2"1"-3920,4 1-2162,37-71-680,-13 50 448,8-19 0,6 3 58,24 31-112,-11 2-14,-17 6 1,-2 4-9,6 11-12,5 13-5,-11 13 28,-12 11-3,-17-21 1,-4 1-1,-6 3 0,-4 2-296,-6 2 1,-3 1 284,-4 1 0,-3 0-14,0 0 0,-1-1-14,2-1 0,1-1-20,3-2 1,2 0-262,3-3 1,3 0-317,3-3 0,2-1-3489,-2 24 3362,7-15 1,3-17-1,1-12 1</inkml:trace>
  <inkml:trace contextRef="#ctx0" brushRef="#br0" timeOffset="71283">15421 7156 16706,'-4'-5'3022,"-9"-29"0,0-5-2630,9 14-121,-6-18 1,6 2 103,20 21 0,21-4-190,2 10-39,14 5-96,-15 7 45,13 9-42,-17 6 1,0 3-43,15 7-250,-10 0 0,-3 4 255,-1 12 127,-4 3-87,-9 17 50,-22-2-25,-6-19 1,-5 2 22,-12 12 0,-6 0-1001,2-7 1,-3 0 901,-6 8 1,0-3-6,14-19 0,1 0-1352,-2 11 0,4-2 1313,3 1-361,5 1 0,2 0-1678,7 1 2078,8 17 0,-3-35 0,4-7 0</inkml:trace>
  <inkml:trace contextRef="#ctx0" brushRef="#br0" timeOffset="71766">15521 7663 22582,'-48'-15'769,"0"1"0,6 1 0,10-1-674,25 3-39,22-3-22,23 1-23,6 2 3,5 0 0,7 1-1164,3 2 0,2 0 1141,-2-1 1,2 0-7,-12 4 0,0 0 0,-3 2 1,-3 0 0,-3 1-1142,5 1 1,-1-1 1149,10 1-27,-21 1 10,-27 1-5,-13 2-67,-16 4 1191,-5 1-1325,-21 6 27,3-3 1,-1 1 189,13-3 1,-1-1 817,-6 2 1,-5 0 0,3-1-796,0 0 0,1-2 25,-11 3 1,1-1-15,11-3 1,3 0 33,-4 1 0,6-2-6,6-2 29,0 2 33,34-6-11,15-4 16,15-3-22,-4-1 1,2 0-57,15-5-11,-9 4 0,1 0 933,16-2-1121,-12 4 1,0 1-413,12-3-3208,-20 5 1,-2 2 3779,-5 1 0,-5 0 0,-13 2 0</inkml:trace>
  <inkml:trace contextRef="#ctx0" brushRef="#br0" timeOffset="79946">15201 6984 20504,'-31'-25'1764,"6"4"-1394,31 17-152,8-1-117,4 0 213,32-6-163,-2 3-499,10-3 398,-27 5 1,1 1 2,1-1 1,-2 1-15,22-3 11,-12 1 1,-2 1 21,1 2-16,8-2 17,-12 3 34,-3 3-79,-6-1 11,12 6 6,-18 3-6,9 5-22,-12-1 425,4 8-403,-9-4 40,2 11 16,-8-2 28,-4 4 12,-3 1-40,-2 1 6,0 1 11,-3 3 5,1 4 12,-4 5-67,1-7 25,-3-6 0,0 0-37,-2 4 14,-6 4 1,-2 2 8,-6 9-555,6-14 1,1 0 504,-5 11 2,9-15 0,0 0 3,-2 10-14,5-12 0,1 0 3,-3 15-17,2-4 6,0-4-46,0-6-44,1-9-1703,-6 2 1787,5-12 0,1 0 0,5-8 0</inkml:trace>
  <inkml:trace contextRef="#ctx0" brushRef="#br0" timeOffset="80354">15409 7618 24447,'32'-15'154,"0"0"1,0 1 0,0 2-102,-1 5 1,1 1-500,1 0 1,0 0 473,0 1 0,0 0-12,0 0 1,-2 1 6,29-1 10,-10 3 29,-10 1 337,-12 2-298,-13-1 205,-9 1-211,-4-1-934,-1 1 1,-1-1 0</inkml:trace>
  <inkml:trace contextRef="#ctx0" brushRef="#br0" timeOffset="82330">2620 9843 24251,'-49'22'184,"11"9"-200,35 30-54,4-29 0,1 0-985,1 1 0,0 0-564,3 0 1,0-1 1618,2 0 0,1-2 0,0 5 0,1-9 0</inkml:trace>
  <inkml:trace contextRef="#ctx0" brushRef="#br0" timeOffset="82698">2850 9554 22190,'-41'-7'166,"1"1"0,1 3 0,10 8-132,23 22-23,2 10 6,12-1 16,8-5-10,14-8 38,10-9 29,6-9 67,0-13 95,-4-11 39,-12-14 0,-13-9-33,-14-6 44,-13-1 29,-11 7-91,-8 10-116,-1 14-80,2 10-77,7 11-18,7 9-139,5 13-628,4 14-2397,12 11 3215,3-19 0,1-1 0,2 5 0,6-4 0</inkml:trace>
  <inkml:trace contextRef="#ctx0" brushRef="#br0" timeOffset="82922">3459 9465 22946,'-4'-4'2385,"0"1"-1936,4 3-443,-67 19 16,46 28-449,-15-20 1,2 4 423,26 25 0,10 7-615,-3-20 1,0 0 0,0 2 518,1 15 0,0 3 1,0 2-183,2-14 1,0 1 0,0 1 0,1 2-884,0-1 0,1 2 0,0 1 0,0-1 0,-1-4-285,2 12 0,0-4 1,-1 4 1448,0-11 0,-1 5 0,1 1 0,-1-6 0,-1-9 0,-1-5 0,0-5 0,0 17 0,-1 0 0</inkml:trace>
  <inkml:trace contextRef="#ctx0" brushRef="#br0" timeOffset="83064">3158 11426 16437,'-39'-26'1854,"1"0"0,-3-11-1451,12 3 0,-5-7 1,8-1-1103,9-11 0,8-4 956,1 10 1,3-2 0,3-3-158,6 6 1,4-2 0,2 0 0,1 2-70,4-9 1,2 3 0,2 1-25,1 1 1,2 2-1,2 2-13,0 5 1,3 2 0,-1 3-99,8-5 0,1 2-264,-7 8 1,2-1-1,1 1-2909,6 0 0,1 2 0,-2 1 2180,-1 1 0,-2 3 1,2 1-1,-6 6 1,-17 10-1</inkml:trace>
  <inkml:trace contextRef="#ctx0" brushRef="#br0" timeOffset="84563">4365 9579 15093,'-5'0'8054,"1"0"-7046,4 0-403,-42-16-342,30 11-95,-30-12-89,42 12-51,2 0 22,8-6 24,14-7-63,-4 3-11,14-5 89,-17 11-21,-2 3-40,-7 1 28,-7 5 5,-1 0-50,-2 4-33,2-3-6,-3 4 34,2-3 16,0-1-11,0 1 0,0-1-11,5-5 0,4-3 12,5-6-1,-1 2 45,1-3 11,-8 8-28,1-1 96,-6 2-68,-2 3-28,0-1-45,1 1-22,-3 4 34,1 9 22,-5 10 34,-5 17-1,-7 16-36,8-20 1,-2 2-7,-2 6 1,1 2-456,-1 3 1,0 1 429,3 2 1,1 0 2,3-1 0,4-1-20,4-3 1,6-1-99,4-4 1,7-2-323,6-4 1,7-4-790,7-3 0,6-5 1232,12-2 0,0-5 0,-22-5 0,-2-2 0,31 1 0</inkml:trace>
  <inkml:trace contextRef="#ctx0" brushRef="#br0" timeOffset="84937">5206 9495 25875,'13'-39'93,"0"-1"1,0 3-1,5 10-48,34 21-6,4 4-5,4 8-29,-29 1 1,1 2-346,-1 4 1,0 3 339,-1 6 0,-1 3-6,-1 4 0,-4 4-281,-1 4 1,-4 3 277,-4 2 1,-4 1-3,-4 1 0,-3 0-62,-4-1 0,-3-1-196,-1-3 1,-2-1-668,-1-3 1,0-2 935,-10 26 0,9-28 0,0-8 0</inkml:trace>
  <inkml:trace contextRef="#ctx0" brushRef="#br0" timeOffset="85138">5302 9866 20683,'-1'-3'3349,"1"0"-2750,0 3-666,73-66-2866,-22 42 2412,-14 1 0,5-6 1,-1 8-3281,3 14 0,-1 4 3801,-3 0 0,-3 1 0,14-1 0,-23 2 0</inkml:trace>
  <inkml:trace contextRef="#ctx0" brushRef="#br0" timeOffset="85471">6530 9446 19608,'-3'-11'3791,"2"2"-2687,1 9-73,0 0-947,-55 7 0,24 18-42,-9-6 0,-1 3-261,17 7 0,2 3 292,-2-1 0,-1 0-3,2-1 0,1 0 31,-11 20-51,14-9 6,17-11 11,17-7-55,17-9-52,20-7-38,-20-6 0,3-2-655,5-2 0,1 0 83,5-2 0,2-1-1613,3 0 0,1-1 2263,-5 1 0,-2 0 0,13-1 0,-26 3 0</inkml:trace>
  <inkml:trace contextRef="#ctx0" brushRef="#br0" timeOffset="86004">7417 9386 22806,'9'-46'841,"0"0"1,-1 4 0,-9 11-550,-18 20-73,-13 14-65,3 10 0,1 4-70,-17 11-392,10 1 1,0 4 329,10-4 0,1 2-280,-5 9 1,2 3 257,4 0 0,5 2 8,7 7 1,6-1-4,3-16 1,5-2-12,9 11 1,7-5-6,2-14 0,5-4-15,7 4 1,4-1 0,2-4 0,3-4 2,-1-3 1,0-5 19,-5-2 0,-2-5 99,21-19-57,-26 0 34,-11-23 33,-19 8-5,-12-8-12,-16 6-21,-20 11-54,17 15 0,-2 5-35,-3 2 0,-2 3 9,0 2 1,1 4-3,4 1 0,2 3 115,-18 24-672,26-9-2767,15 12 3338,19-17 0,-4-4 0,3-8 0</inkml:trace>
  <inkml:trace contextRef="#ctx0" brushRef="#br0" timeOffset="88789">8286 9822 12225,'0'-6'6015,"0"1"-4927,0 5 524,55-67-1679,-27 39 386,8-13 1,1 4 459,-9 22-471,-5 9 107,-5 12-224,-7 9-40,-4 9-56,-5 5 486,-5 4-497,-8 2 0,-9 2-5,-12-2-1,-13-3-1710,8-15 1,-1-3 1709,-17 4 17,13-10 1,1-2 76,-6-10 57,-3-10-49,18-29-118,24-13-54,9 25 1,5-1-314,8-11 0,5 0 319,1 4 0,1-2 2,6-10 1,1-2 3,-1 4 0,-1-1 36,-2-3 0,-2 2-28,-9 19 0,-1 0 33,-3-5 1,-5 2 89,-11 2 0,-7-3 3026,-6 12-3082,1 10-95,8 8 87,4 5-76,6 11 936,0 9-930,1 15 33,0 10-53,1-10 1,1-1 2,3 15 0,2-12 0,3 0-400,16 15 397,-5-19 0,3 1-5,4 0 0,5-1-57,17 6 1,2-2 16,-16-11 1,2-1-273,3 2 1,5 0-1,-7-2-363,7 7-457,-11-1 1,-9 2-4642,-30 12 4965,-12 4 1,-4-18 0,3-13 0</inkml:trace>
  <inkml:trace contextRef="#ctx0" brushRef="#br0" timeOffset="89347">9379 9526 24249,'5'33'115,"1"1"0,-10 28-76,-35-25 22,9-17 1,-1-1 157,-23 8 113,3-7 10,15-15-31,20-15-165,9-22-96,23-17-53,-1 11 1,4-1-488,5-5 0,2 1 504,-5 6 0,0 0 31,10-15 0,-1-1 64,-12 14 0,-2 1-73,3 0 1,-2-1 30,-7 6 0,-5 2 132,-9-3-160,-1 3 56,-12-1-11,0 14 56,-4-2-106,8 11 1034,2 6-1040,8 6-5,0 9-6,1 3 5,3 17-22,3-7-11,15 29 0,-2-25-1685,9 13 0,2 2 1718,3 1-24,-6-9 0,4 7 0,-2-3-1149,-1-1 0,-1 0 1110,0-2 0,1 2 0,-2-2-392,5 8 1,-2-3 258,-7-10 0,-2-1-406,0 2 0,-6-1-8325,-15 19 8905,-7-7 0,-5-12 0,2-22 0</inkml:trace>
  <inkml:trace contextRef="#ctx0" brushRef="#br0" timeOffset="89914">10457 9828 22798,'54'-5'80,"0"0"1,-1-1 0,1 1 0,7-1 0,2-1 0,-2 1-1,-3 1-65,0 0 0,-3 1 0,3 1-660,-2-1 1,1 0 0,3 1-1,2-1 645,-3 2 0,3 0 0,0-1 0,1 1 0,-3 0-454,-7 1 0,0-1 0,-1 1 0,-1-1 0,0 1 458,11 0 0,0-1 0,-2 1 0,-1 0-4,-9-1 0,0 1 0,-2 0 0,-3 0 189,19-1 1,-2 0-175,-16 1 0,1 0 0,-3 0-1,8 0 0,-4 0 67,-14 1 0,-4-1-75,1 1-1177,-21 0 1171,-44 0 0,21 0 0,-18-1 0</inkml:trace>
  <inkml:trace contextRef="#ctx0" brushRef="#br0" timeOffset="90331">13611 9283 26004,'-45'2'48,"0"-1"1,2 3 0,8 7-156,9 37-427,9-19 1,-1-1-134,-14 21-1422,6-14 1,-2 0 2088,-3-1 0,2-3 0,-11 14 0,0-6 0</inkml:trace>
  <inkml:trace contextRef="#ctx0" brushRef="#br0" timeOffset="90522">12949 9527 13889,'3'-7'7986,"-1"1"-6165,-2 6-314,0 0-1199,64-60 303,-17 51-502,1-17 0,0 5-502,2 38 435,-23-2 0,0 3-34,6 7 1,0 2-43,-6-6 1,2 1-429,6 5 1,4 3 0,-2-3-4455,0-2 1,-1-1 4231,6 4 1,-2-1 0,3 0 0,-31-20-1</inkml:trace>
  <inkml:trace contextRef="#ctx0" brushRef="#br0" timeOffset="91460">14054 8860 19429,'-40'-34'840,"-1"-1"1,3 2-1,11 3-364,24 9 606,15-5-902,16 3 280,15 6-331,8 9-23,-1 18 40,-6 17-296,-8 24 212,-21-15 0,-3 3-20,-1 9 0,-3 3-590,-1 7 1,-2 3 526,-2-16 0,-1 1 1,0 0-128,0 2 0,-1 1 1,0 1-311,0 0 1,0 0 0,-1 0-645,-1-2 1,0 0-1,-2-1 1102,-2 1 0,-1 0 0,0-6 0,2-4 0,-1-4 0,-11 23 0</inkml:trace>
  <inkml:trace contextRef="#ctx0" brushRef="#br0" timeOffset="93456">5774 10333 15220,'-62'3'1284,"1"1"0,0-1 0,1 1 0,5-1-932,2-1 0,9-1 650,18-3-488,16-4-408,10-1 140,54-14-198,-20 12 0,4-1-543,1 0 0,4 0 1,2 0 475,1 1 0,2 1 1,1 0-705,5-1 1,2 1-1,1 1 499,3 1 0,0-1 0,1 2-167,1 1 1,-1 0 0,0 1-327,-4 0 0,-1 2 0,-3 0-803,-7 2 1,-2 1-1,-4 1-2578,2 1 0,-8 4 4098,-5 7 0,-25-5 0,-11-3 0</inkml:trace>
  <inkml:trace contextRef="#ctx0" brushRef="#br0" timeOffset="93691">5876 10438 9419,'-55'10'1181,"-1"-1"0,1 1 0,-1 0 0,5-1 0,0 0 0,2 0 0,3-2-649,0 0 0,4 0 0,3-1 476,-7 0 0,6 0-392,0-2-99,34-6 94,64-13-469,-20 7 1,2 1-306,8-3 1,4-1 227,1 3 1,5-1-1,-2 2-476,-13 1 1,-2 0 0,3 1 425,1-1 1,4-1-1,1 1 1,-3 0 0,7-1 1,-3 1 0,1 0 0,-1 0 0,0 0 0,0 0-341,-3 1 1,0-1 0,-2 0 326,-2 0 1,-1 0 0,-2 1-221,14-3 1,-3 1 182,-11 1 1,-3 0 103,11-1-2177,-26 4 2500,-26 1 1,0 2 0,-7 0 0</inkml:trace>
  <inkml:trace contextRef="#ctx0" brushRef="#br0" timeOffset="96443">3207 12557 11334,'-1'-12'9046,"1"3"-8391,0 9 1295,0 0-1317,-9-36-448,7 28 145,-6-28 23,8 36 28,0 0 95,0-2-252,-1-2-67,1-1-112,-1 1 89,1-2-83,-1 2-1,1 0-16,-1 2 16,1 1-28,0 8-22,1-1 6,2 14 22,8 15-34,3 9 12,-4-14 0,1 1-543,0 0 1,0-1 541,6 22-2,-6-21 0,-3 2-259,-2 29 267,-11-3 28,-15 0-5,-14-27 5,3-14 129,-7-15-123,22-9 56,-4-30-56,26-1-12,11-19-38,19 6 35,-6 22 1,2 2-20,15-10-19,-10 12 0,2 2-537,16-6 517,-19 11 0,0 0 22,-2 0 1,-1 1 16,16-8 6,-4-3 17,-21 3 10,-5 0 1002,-8 2-917,-10 9 171,-2 4-76,0 3 544,-1 5-779,1-1 33,0 7-33,1 7 17,1 3-6,2 14 22,4 23-50,-1-14-81,-1-4 0,-1 0-166,1-5-1764,-2 33-2301,-1-23 4340,-2 10 0,0-29 0,0-11 0</inkml:trace>
  <inkml:trace contextRef="#ctx0" brushRef="#br0" timeOffset="96627">3974 12333 20582,'-17'-16'-3277,"2"3"0,17 15 0</inkml:trace>
  <inkml:trace contextRef="#ctx0" brushRef="#br0" timeOffset="97094">4439 12355 21366,'0'-3'3697,"0"0"-3170,0 3-343,-65-21 91,4 31-562,11-13 1,-1 3 297,14 16 0,6 4-5,-8 18-6,16 2-6,13 0 234,14-3-183,9-6 93,11-9-110,-3-8 50,21-7 28,-9-12 376,15-8-247,-6-12 241,3-12-201,-12 5-152,-6 2 129,-13 10-90,-10 12-106,0 1-67,-4 10 0,-2 3 11,-11 31 11,3-9-11,-7 18 0,-2 5-457,4-9 0,0 1 442,0 1 0,-2 4 0,0-1-590,2-1 0,-1 0 1,0 1 447,0 2 0,-2 0 0,1 1-71,0-1 1,-1 1-1,1-2 86,0-4 0,-1-1 1,1-2 90,-8 11 1,-1-6-62,3-12 0,-1-8-347,-15-1-320,12-37-324,19-31 30,15 7 0,5-4-1860,9-12 0,5-3 2933,0 8 0,3-2 0,-2 4 0,-2 4 0,-2 2 0,3 1 0,0-1 0</inkml:trace>
  <inkml:trace contextRef="#ctx0" brushRef="#br0" timeOffset="97710">4553 12451 12881,'29'-56'3203,"1"0"1,0 0 0,-4 4-2459,0 2 442,-2 1-375,-17 36-458,-2 2-231,-4 12 39,-3 13-16,-2 13-51,-3 14-61,-1 13-29,2-12 1,1 1-6,-2 20-6,3-14 1,0 1-351,1-16 0,1 0 367,-1 7 1,0 0-1,-1-4 0,0-3 12,-5 22 16,1-19 112,3-18 28,2-14-106,5-16-34,5-12 728,8-14-739,11-6-5,6 0-18,7 6 12,-1 11 0,0 8-34,-2 10 6,-1 5 33,1 7-10,1 2-18,0 7 12,5 2-1,6 3-22,8-1 6,3-3 11,-3-6 0,-11-8 11,-14-13 12,-12-10 16,-8-14 11,-2-13-36,-5 19 0,0-1-6,2-4 1,-1-2-326,2-2 1,1-1 338,1 2 1,0 0 33,0 5 0,0 1 145,5-18 46,-6 20-68,-5 14-112,-7 11-39,-6 13-5,-10 12 643,-7 17-677,-2 14 0,15-20 0,2 2-466,3 3 0,1 0 465,2 2 1,3 1-20,4-1 1,3 0-319,4 0 0,3-1 114,6-2 0,4-1-177,2-2 1,3-3-295,0-2 0,0-3-2576,21 10 3282,-12-15 0,-18-11 0,-8-7 0</inkml:trace>
  <inkml:trace contextRef="#ctx0" brushRef="#br0" timeOffset="97893">5169 12509 18408,'-3'-1'6246,"1"0"-5478,2 1-808,63-50-285,-19 33-863,6-11 0,4 2-2170,-16 20 1,-3 3 3357,0 0 0,-2 0 0,10-1 0,-18 2 0</inkml:trace>
  <inkml:trace contextRef="#ctx0" brushRef="#br0" timeOffset="98909">6223 12442 23019,'6'-53'795,"0"1"0,2 6 1,-6 10-477,-12 23-173,-3 10-18,-23 21-72,2 7-44,-7 15-1,11-2 17,1 13-20,14-20 1,0 3-498,-4 10 1,2 2 362,2 2 0,4 2-384,6 8 0,5-1 316,1-19 1,5-2-177,10 8 1,9-7-191,25-14 381,-7-18 0,2-6 165,-13-2 0,0-5-821,6-10 0,3-6 0,-5 0 841,-9 3 0,-2-2 14,7-7 1,3-5-1,-2 0-164,-1-6 0,-1-4 200,0-2 0,2-5 0,-2 3-6,0-2 1,0-2 125,-6 8 1,1-6-1,-1 1 1,-4 7-175,-4 8 1,-2 2 123,10-26 0,-2 4 428,-12 12-27,-6 11-230,0 4 2083,-4 16-2307,-1 20 387,-1 1-415,-1 24-11,-2 8-1,-4 22-16,1-17 0,0 2 156,1-13 0,0 0-170,-4 17 0,-2 0-12,3-16 1,-1 1 13,-6 23 1,0 0-6,7-24 0,0-1-3,-3 13 1,3-7 18,4-16-4,2-3 4,2-14 7,6-12-23,8-10 45,29-28-12,-3 5-142,-16 14 0,0 1 154,8-3 879,-5 7-873,-2 6-6,4 0-40,-9 9 12,-2 8-34,-7 1 17,7 16 11,-8-8 258,13 24-247,-5-13-33,9 12 0,-7-15-3392,14 0 3408,-16-14 29,20-5-17,-14-16 44,10-11 79,-4-12-72,-6 4 46,-7 4 1,1-1 92,5-8 3454,7-13-3392,-13 22-129,-7 13-67,-6 8-62,-2 8-11,-3 5 39,-1 5-50,-10 20-39,2 0 10,-4 9-727,6 13-1266,7-17-118,5 8 2151,7-14 0,-4-20 0,1-1 0</inkml:trace>
  <inkml:trace contextRef="#ctx0" brushRef="#br0" timeOffset="99102">7545 12237 25926,'-47'-14'-5708,"10"4"4293,37 48 0,0-29 0,0-1 0</inkml:trace>
  <inkml:trace contextRef="#ctx0" brushRef="#br0" timeOffset="99883">7519 12766 26922,'51'-36'33,"0"0"1,-2 0 0,-4-1-26,-15 7 1,-2-2-288,2-5 1,-1-3 285,-5 4 1,1-4 0,-3 3-615,2-4 1,0-1 608,-4 3 0,1-4 0,-4 4 9,-3 1 0,-2 2 22,0-6 1,-1 0-15,-4 9 1,-3 1 75,0-15 51,-4 15 243,0 14-316,0 9 1009,-3 11-1054,-7 15-28,-11 20-6,0 4-405,-1 8 0,1 5 408,6-12 0,2 3-1,0-3 0,1 3 1,1-1-28,1 12 0,5-2-62,5-1 1,6-2-503,5-1 0,6-4 290,6-2 0,5-4-174,4-5 0,3-4-42,1-6 0,1-4 157,-2-7 0,0-5 67,-1-7 1,-2-5 273,16-10 70,-14-11 1,-1-7 36,-8 5 0,-1-2 48,11-11 0,2-2 156,-4 3 0,-2 2-36,10-10 247,-8 1-123,-33 28 1008,-17 3-1093,-19 8-61,-17 13-96,-8 8 354,32-3 0,1 3-455,-20 19-16,16 4 0,14 0 321,11-1-355,15-5 0,10-7-5,13-11-12,9-9-5,5-16 72,3-11-1735,-16-3 1,-2-3 1712,13-14-11,-13 4 0,-2-3-243,-9 7 0,-2-1 271,4-11 0,-2-1 8,-1 0 1,-3-1 27,-2 3 1,-3 1 35,-1 5 1,-3 1-68,-2 5 0,-1 2 179,0-17 7,-3 14-79,0 15 2991,-1 10-3092,-1 14 753,-3 12-741,-6 20-23,-5 23-363,6-20 1,-1 2 325,0 8 1,0 2-23,0 5 1,1 2-232,4-7 1,0 2 0,1-3-883,-1 3 0,2 1 1144,1 1 0,1 4 0,1-11 0,0-2 0,1-13 0,0 0 0</inkml:trace>
  <inkml:trace contextRef="#ctx0" brushRef="#br0" timeOffset="100685">9444 12209 23993,'48'-12'-2017,"-1"0"1,2 2 0,0 5 2016,3 9 0,-3 3 0,8 1 0,-13 2 0</inkml:trace>
  <inkml:trace contextRef="#ctx0" brushRef="#br0" timeOffset="100868">9428 12448 24771,'53'-4'-921,"0"-1"1,3 1 0,0 0 920,5-1 0,-3 1 0,-23 2 0,-2 0 0,27-2 0</inkml:trace>
  <inkml:trace contextRef="#ctx0" brushRef="#br0" timeOffset="105268">10762 12290 23741,'6'-49'179,"-1"0"0,1 3 1,7 7-57,29 7-73,-8 9 51,19 2-62,-20 13-11,13-1-17,-15 14-22,-7 10 6,-7 12-23,-7 11-17,-9 5-6,-11 6 7,-10 0 44,-10 1 28,-6-6 5,-3-6 62,-1-9 68,2-12 111,6-9 6,7-14-83,10-7-124,8-2 50,11-9-67,9 9-34,11-3 6,10 10-17,9 7-39,10 8 28,5 6-230,-26-2 1,-1 1 201,0 2 0,-2 2-45,21 18-5,-19 3-23,-26-2-6,-29-3-38,-22-4-9,17-16 0,-2-2-647,-29 6-1513,10-8 2314,16-13 0,18 4 0,9-7 0</inkml:trace>
  <inkml:trace contextRef="#ctx0" brushRef="#br0" timeOffset="105868">11836 12171 25478,'-10'32'37,"0"1"0,-2-1 1,-2-1-369,-22 17-159,14-24 0,-2 1-1056,-2-1 1,-1-1 447,-2-1 1,0-3-461,-26 10 1038,7-13 190,15-19 656,14-14 172,13-17 483,13-13 329,7-10-794,-4 27 1,1 0 833,12-25 371,-3 11-981,-4 14-215,-4 12-368,-2 10-67,2 8-29,7 11-55,21 19 0,-9-4-9,-4-2 0,0 1-25,10 13-33,-16-14 0,0 1-360,15 22 46,-14-13-2207,-6 1-874,-11-22-1859,-4 0 492,-6-22 3204,-2-11 2605,-2-15 2580,2-11 938,1-6-796,3-1-1328,2 5-800,1 12-511,2 10-117,2 8-794,-1 10-18,0 3-67,1 11-29,1 6-4,7 21-35,-3-7-66,2 24-303,-9-9-1054,-10 15-908,-1-26 0,-4 0 2326,-9 4 0,-2-3 0,-2 4 0,-4-4 0</inkml:trace>
  <inkml:trace contextRef="#ctx0" brushRef="#br0" timeOffset="106042">11502 12499 21892,'-9'-47'844,"1"1"0,0 3 0,7 10-564,13 19-84,28 5-162,-7 4-20,0 4 0,5-1-2182,5 2 0,0 0 2092,-8 0 1,2 0-595,6 0 0,4 0 0,-3 0-4246,-3 0 1,-2 0 4502,8 0 0,-3 0 0,1 0 1,-32 0-1</inkml:trace>
  <inkml:trace contextRef="#ctx0" brushRef="#br0" timeOffset="107068">12367 12242 12769,'8'-6'7544,"-1"0"-7124,-7 6 1076,0 0-986,38-1-146,-28 5-40,29 1-77,-41 7-62,-2 0-85,-1-5 102,-3 1 28,1-6 139,-5-2-251,3-2 223,-3-15-245,8 4 50,2-21 67,16-5-96,2-3-27,12-2-1,-1 15-33,3 9-11,4 8-6,6 8-39,4 10 12,5 9-29,0 11-330,-4 10 347,-15-5-72,-10 28 27,-31-28 0,-5 1 25,6 0 1,-4 0-629,-22 10 0,-8-3 628,7-12 1,-1-3 13,1 2 1,-2-2 41,-12 2 1,1-5 75,-2-6-51,-8-1 102,37-30-102,24-2 273,5-6-222,30-3-79,-4 13 6,18-3-22,-3 11-17,6 4-258,9 7 188,-25-2 0,-1 2-87,27 5-877,-7-1 1,3 0-2342,-12-2 1,2-1 3024,15 1 0,-3 1 0,-25-5 1,-5 0-1,7 0 0</inkml:trace>
  <inkml:trace contextRef="#ctx0" brushRef="#br0" timeOffset="108621">13724 12075 23612,'12'-50'758,"0"1"0,-1 4 0,-3 14-702,-6 26 6,0 18-4229,6 32 4178,-2-5-11,-1-1 0,1 3 393,-3-11 0,1 2-928,1 18 0,-1 0-140,-1-15 0,0-1-2059,0 14 1,-1-2 2733,-1 2 0,0-8 0,-1-19 0</inkml:trace>
  <inkml:trace contextRef="#ctx0" brushRef="#br0" timeOffset="108798">13491 12349 15053,'-3'-6'7249,"1"1"-6857,2 5 185,0 0-572,88-48-1214,-31 36 665,-10-3 1,9-5 0,-5 7-4373,-6 13 1,-4 3 4368,0-3 0,-4 1 0,3 1 0,-29-1 0</inkml:trace>
  <inkml:trace contextRef="#ctx0" brushRef="#br0" timeOffset="109154">14426 12104 22951,'27'-52'369,"-1"0"1,-6 7 0,1 9-90,13 16-134,-9 14-29,6 5-89,-9 13-16,-3 14-7,-10 0-5,-5 20 6,-8 0-1,-7-8 1,-1 0-6,-8 16 11,-4-13 0,-3-2 51,-5 0-17,-6 5 179,3-12-3471,18-17 3303,-2 0 112,15-10-145,8-4-28,6-3-164,18-4-352,15-4-481,-1 1 0,6 1-1315,0 0 1,1 1 2316,7-2 0,-3 2 0,7 0 0,-25 4 0</inkml:trace>
  <inkml:trace contextRef="#ctx0" brushRef="#br0" timeOffset="109731">15089 12084 23795,'16'-41'183,"0"-1"0,1 4 0,4 8-155,28 20-51,7 5 82,-8 3-230,-11 4 1,1 2-357,11 7 62,-17-3 1,-2 4-690,0 14 250,-25 6 629,-14-6 120,-31 9 233,5-16 1,-3-1 58,1 0 0,-3 1-146,-6 2 1,2-1 187,13-5 1,4 0 128,-14 11-40,20-5-4,12-4-68,15-5-106,13-6-79,15-5 0,11-4-16,8-7-18,1-5 254,-4-10-203,-11-10 40,-14-12 150,-15-10-3103,-19-3 3215,-5 11 136,-3 17 1,-2 0 154,-4-6-49,-6-14-102,19 23-279,5 9 322,13 6-396,0 9 3276,11 4-3365,3 14 252,5 11-246,5 15-74,2 13-297,-16-20 0,-1 1 130,-1 4 0,-3 0-426,-2 2 0,-4 1-947,-5-2 1,-6 0 1579,-7 2 0,-2-4 0,-3 4 0,-7-7 0</inkml:trace>
  <inkml:trace contextRef="#ctx0" brushRef="#br0" timeOffset="110547">16134 11944 22519,'34'-41'851,"0"1"1,-3 3 0,-8 10-572,-17 23 24,-6 4-153,-6 11 72,-8 8-111,-7 16-56,-3 9-22,-2 9-12,8 3-16,7 1-221,17-3 210,14-3-51,20-6 8,-13-23 1,2-2-1,2-2 0,2-3 9,0-1 0,1-3-11,25 2 115,-12-15-82,-16-12-22,-14-10 5,-11-8 12,-15-6 27,-9-3 7,-10-3 10,-6 0 28,-2 0 228,-3 0-216,1 0 33,1 0-5,7 2-6,10 2-34,12 5 0,16 2-10,12 5-24,4 8 46,25 3-45,-8 11-12,17 2-5,-9 12-11,-5 9 11,-12 2-33,-1 29 16,-21-5-158,-4-10 1,-5 2 112,-6-2 0,-5 0-137,-5 1 1,-3 0-449,-4 2 0,-2-2-1824,-4 2 1,-1-1 2470,3-6 0,2-2 0,-8 9 0,16-18 0</inkml:trace>
  <inkml:trace contextRef="#ctx0" brushRef="#br0" timeOffset="112481">3599 14456 18817,'1'-8'4521,"-1"2"-3849,0 6-381,0 0-280,-11 2-50,0 33-146,-11 12-56,13-8 1,1 3-622,1-2 0,2 0-594,0-3 0,2 0 1456,5-3 0,1-3 0,-1 4 0,6-10 0</inkml:trace>
  <inkml:trace contextRef="#ctx0" brushRef="#br0" timeOffset="112847">3874 14223 21926,'-24'25'143,"0"-1"0,-10 18-92,48-17 61,6-7 229,1-8 214,-2-10 5,-4-11-12,-6-10-105,-4-10-169,-6-7-61,-5-1-33,-3 3-68,-2 8-79,2 12-55,3 9-12,1 10-22,-2 10-157,-1 12-431,2 12-980,3 8-4739,12 5 6363,3-8 0,-1-14 0,-2-14 0</inkml:trace>
  <inkml:trace contextRef="#ctx0" brushRef="#br0" timeOffset="113055">4537 14235 21478,'-1'-7'3725,"1"1"-3462,0 6-207,0 0-33,-61 0-23,34 39-6,-11-10 1,1 5-910,21 22 0,7 8 767,1-16 1,1 1-1,-1 1-840,1 5 1,0 2 0,0 0-197,0 3 0,-1 0 1,0 1-1240,1-13 1,0 0-1,-1-1 1,0 0 2096,-2 8 1,0-1-1,0-4 1,-1 4 0,1-8-1,-4 8 1</inkml:trace>
  <inkml:trace contextRef="#ctx0" brushRef="#br0" timeOffset="113198">3956 15778 17525,'-28'-34'716,"0"1"1,0-1 0,3-2 0,2-2 0,8-1-471,14-19 1,10-2-1008,-2 18 0,1-1 0,4 1 794,1 1 1,4 0 0,2 0-34,6-3 0,3 1 0,1 2-1396,11-9 1,1 4 1286,0 3 0,1 5-406,0 6 0,0 4-1413,-5 6 0,0 1 1928,3-3 0,-1 3 0,11-6 0,-23 12 0</inkml:trace>
  <inkml:trace contextRef="#ctx0" brushRef="#br0" timeOffset="113498">5120 14188 20302,'2'-7'4313,"-1"2"-3597,-1 5-82,0 0-483,-24-11-33,-1 40-68,-25 8-39,25 5 0,2 7-718,-3 4 0,1 2 703,9-16 1,0 2-1,2 0-49,0 0 1,2 0 0,2 0-175,0 17 1,5-2-549,9-5 0,7-4-519,7-6 0,8-4 1294,14-4 0,2-5 0,5 3 0,4-10 0</inkml:trace>
  <inkml:trace contextRef="#ctx0" brushRef="#br0" timeOffset="114047">5651 14249 21540,'-1'-3'3540,"0"0"-2476,1 3-963,-17 3-8,6 17-42,-17 14-34,8 24-9,10-27 0,0 3-22,2 7 0,2-1-14,1 14 3,8-19 0,7-2-310,20 1 207,20 4-32,-8-23 0,4-6 93,-6-3 0,1-4-187,0-2 1,-1-4 244,-7-5 1,-4-5-131,4-17 239,-5-12-29,-22-3 1,-20 1-10,-16 3-23,-10 4-5,-8 4-152,-4 3 174,-2 0 14,22 11 0,1 0-14,-11-8 210,17 8 1,2-2-166,5-7 196,3-8-247,16 2 20,22-3-36,8 9-12,8 4 18,7 11-68,-3 10 30,-12 7 1,1 4-31,17 16 28,-25-2 0,-3 4 150,-2 17-195,-12-10 1,-5 3-108,-5-4 1,-4 1-815,-2 19 0,-3 1-2910,1-8 0,-2-1 3222,1 2 1,1-4 0,1-2 0,7-19 0</inkml:trace>
  <inkml:trace contextRef="#ctx0" brushRef="#br0" timeOffset="114388">6680 14184 26721,'-24'-14'95,"-18"20"-73,7 19 1,-2 6-12,0-1 0,-1 1-697,-6 6 0,3-1 683,13-8 0,6-2-2,-5 11 431,17-3-426,23-14-79,28 4-55,14-11-328,-14-7 1,2-2 38,2-2 0,0-2 5,-8-1 1,3 0-2860,1-2 0,5 0 0,-6 0 2447,17-2 0,-14 1 0,-7 1 1,-22 1-1</inkml:trace>
  <inkml:trace contextRef="#ctx0" brushRef="#br0" timeOffset="116523">7680 14071 16661,'0'-7'5607,"0"2"-5226,0 5 201,0 0-4212,-82-44 3787,50 43 14,-30-4 0,2 9 180,27 33-295,2 2 0,2 4-37,11-10 1,2 1-20,-2 8 0,3 3-14,4 6 0,5 0-9,7-9 1,4-3 2,0-2 1,4-2-46,10-8 1,3-5-70,25 5 100,-17-13 1,1-2 16,31-2-1951,-2-22 2019,-24-2 2118,-3-21-2023,-22 4 602,-2-11-563,-9 1 208,-23 0-343,4 19-33,-14 4 3397,-1 23-3391,-3 7-40,-11 10-190,0 19-314,15-2-134,7 1-3580,15 0 4235,8-13 0,2-5 0,1-9 0</inkml:trace>
  <inkml:trace contextRef="#ctx0" brushRef="#br0" timeOffset="117730">8603 14400 22946,'-1'45'369,"-6"-4"-279,-17-13-6,-7-2 39,-6-2 79,-1-6 44,1-6-16,6-13-96,12-13-72,12-14-40,18-16-28,0 15 1,3-2-410,5-6 1,1-1 444,3-4 1,-1-1 8,1-1 1,-1 0 46,-1 1 1,-3 2 53,-2 4 0,-2 0 169,4-22-46,-9 12-39,-8 13 0,-6 10-134,-1 11 106,-4 4-129,4 7 835,-6 6-863,-3 9 23,-7 11-12,-5 10-22,0 7-28,5 6 6,8 3 11,14 2-23,17 2 14,-1-26 1,5-1-365,8 1 0,4-2 297,7 0 0,4-2-3,5 1 1,2-2-34,0-2 0,0 1-45,-6-3 0,-3 2-126,-10-4 0,-5 2-844,0 16-1976,-32-1 3086,-21 3 0,6-16 0,-1-3 0</inkml:trace>
  <inkml:trace contextRef="#ctx0" brushRef="#br0" timeOffset="118280">9274 14407 26122,'21'24'154,"0"1"0,11 21-132,-37-9 12,-4-1 5,-11-2-22,-6-4-6,-5-8 34,1-10-1,5-16-4,10-13-7,8-18-5,14-16-23,1 17 1,2-2-360,6-7 0,2-1 370,3-3 1,2-1-9,1 1 1,1 0-12,-2 4 1,-1 2 16,-2 3 0,-2 2-131,-3 4 0,-3 1 201,2-26 34,-9 10 112,-15 1-158,2 20 80,-11 1-52,9 19 643,-3 2-726,1 9 316,0 6-293,1 11-18,2 7 6,4 8-17,10 9-11,10 11-408,0-22 1,3 0 398,5 6 1,4 0-3,5 3 0,2 1-23,5 1 1,1-1-35,0-1 1,0-1-59,-5-2 0,-2 1-160,-9-4 1,-5 0-687,-9-2 0,-8-1 972,-12 1 0,-5-4 0,-1 5 0,-12-9 0</inkml:trace>
  <inkml:trace contextRef="#ctx0" brushRef="#br0" timeOffset="118721">10599 14708 16835,'-63'3'561,"1"1"0,-1-1 0,6 0 1,1 0-1,4 0-130,-5 0 0,5 0 271,14-1 1,5-1-3,4-2-336,60-4-244,11 0 1,11 0-1056,-5 0 1,9 1 0,1 0-1,-3 0 946,3 0 0,-3 0 1,5 0-16,-5 2 1,5-1 0,1 1-1,1 0 1,-5 0-287,0 1 0,-4 0 0,1 1 1,2-1 273,-1 1 0,3 0 1,1 1-1,0-1 0,0 1-10,0-1 0,0 0 1,0 1-1,1-1 0,-1 1-5,0-1 1,-1 1 0,1 0 0,0 0 0,-1-1-45,-1 1 0,-1-1 0,0 1 0,-1-1 0,0 1-162,-3-1 1,0 1-1,-1-1 1,0 0 0,-1 1-1083,7-1 0,0 1 0,-2-1 0,-2 1 1107,7-1 0,-4 1 0,-5 0 0,0 0 1,-8-1-1,2 1 0</inkml:trace>
  <inkml:trace contextRef="#ctx0" brushRef="#br0" timeOffset="119338">13945 14100 26088,'4'-25'230,"-11"17"-208,-24 49-45,8-16 1,-2 1-1233,-6 3 0,-2 0 1061,-6 3 1,-2-1-250,-4 2 1,-1-1-387,-4-1 0,0-1-160,3-3 1,1-3 558,4-5 1,3-3-19,-20-1 831,25-23-210,18-18 219,19-22 291,11-11-154,-3 26 1,2 0 546,2 0 0,0 2 5,17-22 8,-2 14-494,-3 17-181,-3 11-173,0 12-90,5 11-56,6 15-117,10 14-244,-17-16 0,2 2-152,5 4 1,2 0-1529,7 3 1,2 0 1945,-8-8 0,2 0 0,-5-2 0,-2-2 0,-2-2 0,-1-2 0,1 1 0</inkml:trace>
  <inkml:trace contextRef="#ctx0" brushRef="#br0" timeOffset="119689">14701 13587 24766,'3'-41'472,"-1"0"1,-1 4-1,3 10-332,8 23-56,4 11-39,10 11-11,6 16-40,-8-1 0,0 2 1,10 18-426,-8-6 0,-1 3 335,-7-9 1,-2 0-752,4 14 0,-2 2 371,-2 2 0,-5 1-533,-10-12 1,-3 0 0,-5-1-1725,-10 13 0,-6-3 2733,3-18 0,-2-1 0,0-6 0,-2-4 0,0-7 0,-8 3 0</inkml:trace>
  <inkml:trace contextRef="#ctx0" brushRef="#br0" timeOffset="126677">2852 16531 21019,'0'-6'3456,"0"1"-2588,0 5-829,-5 9-11,-2 16-28,-4 4-34,-4 26-179,1-4-635,6-11 0,0 0-783,-2 14 1631,6-16 0,2-4 0,2-14 0,1 5 0</inkml:trace>
  <inkml:trace contextRef="#ctx0" brushRef="#br0" timeOffset="127043">3123 16242 17322,'-3'-3'5377,"1"0"-10617,2 3 5307,-64 29 1251,40-6-1321,-12-1 1,3 2 854,25 8-836,13-3-10,2-12 89,22-9 3313,-10-13-2999,27-24 67,-21 0 128,8-15 169,-19 6-376,-9 3-268,-8 11 112,-9-3-208,2 17-5,-13-4-28,10 15-44,-6 7 4,7 2-363,0 22 17,7-12-3211,3 38-1275,7-28 4024,6 23 0,-5-37 0,1 0 0</inkml:trace>
  <inkml:trace contextRef="#ctx0" brushRef="#br0" timeOffset="127393">3594 16450 21702,'-4'-10'4162,"1"3"-3770,3 7-235,0 0-146,-67 41-22,36 13-758,4-22 1,-5 3 0,6 1 728,12 5 1,4 3-251,-2 6 1,1 5 0,0-2-675,3-10 1,1-1 0,-1 2 237,0 3 1,-1 2 0,-1 1-1,1-2-337,-4 9 1,-1-2 0,-1-1 576,-1-2 1,-2-2 0,-2-2 584,0-5 0,-3-2 1,1-4 432,-4 3 0,-3-5 677,-11-8 1,-2-9-56,-11-15-759,17-10 0,2-5 1087,0-22-1085,25-13 1,8-5-118,10-9 150,5 15 0,5-8 0,3 7-301,4 4 0,4 3-100,-1 1 1,2-1 0,0 4-16,8-3 1,1 3-54,1 4 0,-1 2-43,-10 8 1,1 0-896,15-8 0,1 0-2205,-12 6 1,-1 1 3181,11-8 0,-2 1 0,0-2 0,-19 13 0</inkml:trace>
  <inkml:trace contextRef="#ctx0" brushRef="#br0" timeOffset="127909">4117 16400 24251,'9'-41'991,"0"1"1,5-21-864,-13 58 63,-1 17-79,-2 5 0,-2 13 0,-2 5-68,0-2 1,0 1-615,-4 21 1,-1 4 563,0-3 1,0 1-40,1 2 0,1 1-98,1-2 0,3-1-386,6-5 0,5-2-1298,5-7 1,6-4 1826,2-10 0,2-3 0,10 3 0,-10-18 0</inkml:trace>
  <inkml:trace contextRef="#ctx0" brushRef="#br0" timeOffset="133454">4881 16579 11379,'-6'-7'6374,"1"2"-3853,5 5 1164,0 0-3393,-4-72-119,9 38-360,-3-12 1,4 1 236,18 11 75,9 5-108,7 7-17,6 9-11,2 7-23,-1 14-16,-6 9-23,-9 13 350,-11 9-361,-10 3 55,-14 2-4,-11-2 33,-11-3 11,-5-4 202,4-14 0,0-4 95,-2-3-146,-9-3-61,32-25-40,3 2-38,8 2-34,3 4-1,10 3 12,9 3 0,11 7-5,10 6-12,-19-2 0,1 1-14,1 3 1,0 2-154,0 0 1,-3 3 110,17 21 67,-25 0 11,-33-1-5,-27-3 8,9-21 1,-2-1-272,-4-2 0,0-1 145,-1-4 1,1-2-413,2-2 1,2-4-5285,-21-12 5814,18-5 0,18 1 0,11 6 0</inkml:trace>
  <inkml:trace contextRef="#ctx0" brushRef="#br0" timeOffset="134239">6035 16262 25450,'18'-27'89,"0"1"1,13 1-40,-29 68-47,-1-10 0,0 3-640,-3 6 1,-1 2 185,-3 16 0,0 2-1024,0-10 1,1 0-1923,-2 7 0,2-4 3397,4-18 0,1-5 0,0 8 0,1-21 0</inkml:trace>
  <inkml:trace contextRef="#ctx0" brushRef="#br0" timeOffset="134613">5977 17026 24234,'14'23'224,"5"-5"-168,0-17 89,7-6 46,-7-6 55,3-7 242,-7-8-96,-6 5-246,-6 3 38,-10 8-16,-12 8-117,-5 3-40,-2 2 34,-3 9-45,18-5-23,-8 9 7,15-7-18,0 1-240,10 0-589,6-4-336,3 0 1199,13-3 0,-18-2 0,6-1 0</inkml:trace>
  <inkml:trace contextRef="#ctx0" brushRef="#br0" timeOffset="135197">6415 16435 23474,'41'-30'-168,"0"0"0,0 0 0,-1 2 0,0 2 0,-2 8-1064,2 11 0,-2 6-804,-4-1 0,0 0 2036,5 2 0,-6-1 0,-16 1 0,-4 0 0</inkml:trace>
  <inkml:trace contextRef="#ctx0" brushRef="#br0" timeOffset="135380">6619 16621 18050,'-4'0'5176,"1"0"-5607,3 0-444,87-33-1069,-56 25 1,2 0 709,11-6 0,6-1 0,-3 2 1234,7 5 0,-7 2 0,8-1 0,-6 3 0</inkml:trace>
  <inkml:trace contextRef="#ctx0" brushRef="#br0" timeOffset="135898">7501 16260 17406,'-5'-2'5501,"0"0"-4297,5 2-824,-15-67-217,15 46 24,-3-21 1,6 3-59,17 25-17,9-5-56,0 12-28,2 4-6,7 10-44,4 7-12,4 11-50,-3 8-5,-6 2-1,-13 1 28,-12-9 34,-20 8 34,-11-12 11,-19 9 11,-7-7 5,-3-2 79,2-4 68,6-6 55,11-7 17,10-9-44,10-4-63,9-5-83,9 0-23,9 1 28,10 3-44,8 4-7,5 7 24,6 9-40,-9 2-3,-8 5 0,-1 3-8,7 12-154,-11-8 0,-3 1 64,-1 17-11,-22-2 28,-21-4-50,-21-5-276,14-18 0,-2-3 138,-3-1 0,0-3-487,-1-1 0,-1-3 136,0-6 1,2-1 0,-4 0 0,8-7 0</inkml:trace>
  <inkml:trace contextRef="#ctx0" brushRef="#br0" timeOffset="136431">8386 15996 23892,'-9'-53'986,"0"0"0,1 10 0,2 7-874,4 17-28,1 14-17,5 14 28,9 12-67,14 21-31,2-1 0,2 4 6,0 1 0,1 1-253,1 2 1,0 3 209,-7-5 1,-1 3 0,-4-5-391,-4-7 0,-2 0 327,1 8 1,0 5-1,-5-4-298,-9-3 1,-7 0-556,-8-3 0,-6 2 1,0-3-9,-2 1 1,-5-4 963,-9-2 0,-6-1 0,6-8 0,-1-1 0,-18 5 0</inkml:trace>
  <inkml:trace contextRef="#ctx0" brushRef="#br0" timeOffset="137260">10171 16151 24498,'-41'41'7,"0"-1"1,0 1-1,4-5 1,-1 2 0,1-1-1,4-5-607,-2 3 1,2-1 360,2-1 0,-3 1 0,3 0-719,-3 4 0,2-2-1053,5-2 1,3-2-1950,-8 12 3960,9-11 0,17-23 0,0-2 0</inkml:trace>
  <inkml:trace contextRef="#ctx0" brushRef="#br0" timeOffset="137452">9468 16493 15692,'-7'-59'1809,"0"1"0,0 0 0,0 6 0,1 1 1,3 7-891,7-11-387,8 18-174,10 19-89,9 19-56,10 19-121,-14-1 1,1 3-854,5 8 0,0 2 775,-5-5 0,3 3-52,9 13 1,5 6 0,-4-6-50,-10-9 1,2 0-176,-2-1 0,5 6 0,1-1 0,-5-3-1995,7 6 0,-4-3 2257,5 6 0,-3-3 0,-13-14 0,-3-3 0,0 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5:21:21.8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1495 3036 19109,'-1'-59'1215,"1"1"0,0-1 1,0 10-1,0 2 1,-1 9-622,0 3-532,0 25-23,1 6-6,0 19 18,0 17-9,-1 1 0,0 4-34,0 1 1,0 1-420,-1 1 0,0 2 405,0 5 1,-1 1-43,1-4 1,-1 0-96,0 13 0,1 2-67,0-16 1,1 2 0,0-5 122,0 2 1,0-2-35,1 4 1,-1-7 109,-2-16 84,-1-9-51,-3-26 0,0-22-5,-1-27 0,4 21 0,1-3-700,0-10 0,1-2 692,1 15 0,-1-2 1,1-1 18,-1-13 0,0-2 0,0-1-713,-2 0 1,0-1 0,0 3 697,1 8 0,0 1 0,0 2 18,-1-1 1,0 0 0,2 8-266,6-12 251,3 13 0,5 2 0,23-7-31,-1 21 0,2 3 14,17-2-12,-4 21 1,-1 6 11,-6 5-8,-2 5 0,1 3-4,8 17-5,-19-2 1,-3 1 5,4 15 5,-30-4 0,-10 0 18,-16-5-12,-8-3 0,-6-2 2,6-13 1,-2-2-59,-16 6 0,1-1-67,17-9 0,1-1-1863,-6 0 1,5-2 1985,15-7 0,-1-2 0,18-3 0</inkml:trace>
  <inkml:trace contextRef="#ctx0" brushRef="#br0" timeOffset="693">2192 2450 23215,'-1'-41'1170,"0"1"1,0-23-1076,-1 56-72,2 10 10,4 9-16,7 13 0,10 16 11,10 13-407,-13-22 0,1 1 373,-1 4 1,-1-1 5,-3-6 0,-2 0 0,-2 4 0,-4 0 22,-7 19 40,-9-8 56,-11-12 33,-2-24-78,4-10 106,4-16 612,9 4-757,8-25-12,12 14-28,11-11 1,8 8-6,7 2 16,-5 6 3,-6 3 1,1 0-20,13-10 5,-13 7 1,0 1 10,9-11-10,-12 4 16,-15 12 34,-6 2 27,-6 4 102,-2-2-79,2 3 90,-2-1-101,2 5-73,0 1-5,0 5-17,3 6 16,2 11 12,4 9-6,-3-2-6,-2 6 1,-2 0-45,0 1-101,-3 6 0,0-1-263,-3-5-1334,0-2 1,-1 0-1126,1-3 2862,0 16 0,4-36 0,0 2 0</inkml:trace>
  <inkml:trace contextRef="#ctx0" brushRef="#br0" timeOffset="866">2885 2345 23260,'-39'-33'-217,"-1"0"1,4 3 0,10 15-1175,26 38-3476,10 11 3822,4 0 0,-1-10 0,-4-11 0</inkml:trace>
  <inkml:trace contextRef="#ctx0" brushRef="#br0" timeOffset="1243">3158 2544 25881,'-28'-16'112,"1"0"0,-23 3-84,19 59-34,9 7-11,10 7-16,15 2 5,15-3-413,13-9 452,10-15 175,-1-17-85,-3-16 88,-6-17-32,-6-15 11,-7-15-40,-9-10-32,-10-9-54,-2 32 0,-3 0 36,-10-27 0,-3 13-16,0 14-45,2 15 183,1 11-245,3 11-67,4 8-380,3 12-1245,11 9-3897,13 5 5634,7-5 0,-5-12 0,-6-10 0</inkml:trace>
  <inkml:trace contextRef="#ctx0" brushRef="#br0" timeOffset="1726">3535 2506 21114,'0'-5'4582,"0"2"-3272,0 3-1298,-19-31-7,21 36-5,-10-13-5,27 51 5,0 13-17,-12-24 0,-2 1-157,-1 2 0,-3 1 165,-4-3 1,-2-1 25,-11 22 16,-7-19 35,1-16-12,7-12 117,1-19-89,10-4-28,5-15-3144,24-11 3076,-3 13 12,15-7-5,16 4-1,-1 5-207,-14 8 1,2 0 212,-5 4 0,-1 1 0,0 1 0,-3 0 0,16-7 39,-5-5 3179,-27 10-3140,0-5 68,-16 6 78,-4 4 655,-1 1-699,2 4-113,1 2-56,1 3-11,1 7-6,-1 14-5,2 0-34,2 22-55,3-4-203,1 18-406,-4-25 0,0 1-378,-1 1 1,-2-1-4891,-6 28 5164,-2-18 0,1-20 0,3-14 0</inkml:trace>
  <inkml:trace contextRef="#ctx0" brushRef="#br0" timeOffset="1899">4080 2303 24337,'-17'-51'373,"0"-1"1,3 7 0,1 9-481,6 26 69,2 9-679,3 15-2164,1 10 2881,6 17 0,-3-17 0,4 0 0</inkml:trace>
  <inkml:trace contextRef="#ctx0" brushRef="#br0" timeOffset="2626">4492 1989 26934,'-24'37'1241,"8"22"-1421,16-23 1,3 2-1092,-1 14 0,-1 4 1006,-1 3 1,0 1-255,0 0 1,-1 0-151,-1-5 1,-1-3-62,-1-7 1,-2-5-650,-13 17 952,-4-26 386,0-21 601,3-30-157,9 1 1802,3-27-1063,6 9-167,1-8 259,1 4-668,3 5-477,0 14-16,8 2-62,4 12-22,13 2-34,15 3-84,16 3-31,-13-1 1,2 2-211,-14-1 1,0 0 245,15 0 1,-1 0 22,7-6 129,4-7 163,-15-21 78,-21 2-90,-10-3 230,-12 9 5,-4 11-16,-2-1 436,-3 8-761,-3 12-50,0 12-7,-1 6 7,4 16-18,5 3-16,9-6 0,5 1 5,1-3 1,3 0-391,10 7 0,2-3 402,16 10-9,-16-23 0,1-4 20,8-3 45,9-16-18,-16-24 35,-3-24-34,-11 4 123,2-12 56,-6 16 151,2-5-268,-6 20 674,-2 9-781,-4 16 0,-1 14 0,-3 16 0,-1 4 0,0 5 0,-2 2 0,1 2-730,-1-3 1,1 3 0,0-2 729,-1 6 0,2 1-241,-1-2 0,2 3 0,-1-1-1378,0-2 0,1-1 0,-1 1 1619,0 5 0,0 2 0,0-5 0,0 5 0,0-7 0,-1 9 0</inkml:trace>
  <inkml:trace contextRef="#ctx0" brushRef="#br0" timeOffset="4276">6109 2268 22105,'3'-62'930,"0"0"0,1 5 0,-4 13-499,-4 32-162,-7 4-179,-10 7-62,-13 18 28,-14 18-518,20-7 1,0 4 466,-2 7 1,1 4-411,2 5 0,3 3 405,2 5 0,4 2-6,5 0 1,5 1-15,7-3 1,6-1-9,5-6 0,8-3-266,5-8 0,6-5 285,5-7 1,3-7 11,2-5 0,1-7 5,0-7 1,0-7-77,-3-6 0,-2-6 88,-3-5 0,-3-6-4,-3-7 1,-4-3-191,-3-5 0,-2-3 193,-4-5 1,-2-3-3,-3-4 0,-2 0 11,-2-1 0,-2 1 11,-3 5 0,-3 2 274,-1 9 1,-5 3-267,-3 11 1,-3 4 555,-26-5-592,-8 22 1,-6 20-18,3 17 3,28-8 0,3 5-3,3 4 1,3 2-176,3 5 0,3 1 131,3 6 0,2 1 111,2 3 0,2 2-254,2 1 0,3 0-23,0 0 0,2-3 56,3-5 1,0-3 92,10 21 111,-7-30 426,-6-23-408,-11-26 56,-2-16 55,-2-16 35,4-8 16,4 0 536,8 8-581,4 14 752,3 15-886,0 13-23,2 11 6,5 9-11,6 12-12,7 12 1,4 10-3,-18-18 0,0 1-221,2 1 0,1 1 207,0 0 0,1-1 2,2-1 1,1-3-3,0-4 0,0-4-6,23 5 11,-8-17 6,-9-18 0,-7-15 6,-4-17 5,-2-11 11,-1-3 23,-2 1 56,-1 11 151,-4 12-190,-6 17 395,-3 9-451,-4 11 11,-1 8 5,-2 7-11,0 10-16,2 6-3393,11 8 3387,-1-14 5,20 7 1,4-20-2252,25-1 2268,-16-12 28,11-13 28,-30-10 118,0-21-123,-13 11 94,-4-18 2270,-10 18-2326,-2-5-32,-7 7-29,1 10 3336,3 8-3493,4 7 40,4 5-286,4 8-756,7 7-1832,10 10 2952,15 7 0,-14-13 0,1-2 0</inkml:trace>
  <inkml:trace contextRef="#ctx0" brushRef="#br0" timeOffset="5175">7274 2520 23455,'-3'-2'3165,"2"0"-2543,1 2-611,-17-18 0,20 15-33,-8-13 33,27 19 11,4-2 23,3-7 22,-3-6 6,-5-10 0,-5-7 33,-8-3 40,-6-1-113,-4 12 23,-5 1-11,-5 14-11,-5 2-23,-6 10-5,-1 6 5,-5 21-22,7 2 33,4 15-22,11-13-11,7 10-124,14 4 85,-2-10-96,10-10 1,2-3-29,4-6-5,0-5 0,2-2-135,14-8 157,12-10 118,-4-14-188,-6-13 266,-5-7 6,-7-4 78,-6-1 51,-8 2 33,-7 4 207,-8 2-290,-3 13 178,-5-1-235,1 15 23,-4-1-29,3 6-33,0 1-33,0 2 226,1 1-209,0 2-12,0 0 22,0 0 40,2-2 178,0-2-167,1-5-11,0-1-17,2-4-16,-1 3-29,-1 2 0,0 2 0,-1 3 0,-2 10 0,-1 4 0,-3 14 0,1-5 0,-1 13-3392,3-4 3392,1 10-7,10-2 1,15 2 6,11-12 0,3-6-11,9-14 22,-9-13-11,16-16 3405,-18 1-3405,-10-7 0,-4-3 0,-5-2 0,-3 1 0,-2-4 0,-4-19 0,-3 4 0,-8 3 0,-5 24 0,0 9 0,0 5 0,2 5 0,2 3-41,0 8-972,9 14 206,3-3-1965,20 19-5266,12-9 7190,7 3 0,-13-13 0,-14-10 0</inkml:trace>
  <inkml:trace contextRef="#ctx0" brushRef="#br0" timeOffset="5533">8423 2502 21343,'2'-7'5462,"0"2"-4695,-2 5 252,0 0-974,-41-33-51,31 25-16,-30-25 22,42 34-11,5 3 11,16 1 5,-2-1 23,31-6 0,-18-9-15,15-9-13,-24 1 0,-3-10 0,-14 4 0,-1-10 0,-9 8 0,-4 1 0,-3 14 0,-5 6 0,-7 7 0,-4 10 0,-6 9 0,4 12 0,7-4 0,-3 29 0,15-10 0,3-12 0,3 1 0,16 25-760,1-30 1,2-2 98,21 15-549,-6-19 0,4-3 1210,4-6 0,-1-2 0,14 9 0,0-10 0</inkml:trace>
  <inkml:trace contextRef="#ctx0" brushRef="#br0" timeOffset="6348">9284 2163 25455,'47'-29'-24,"1"0"0,0 0 1,-2 3-1,1 1 1,-3 8-109,4 10 1,-2 6-542,-2 0 1,-4 2 17,20 8 366,-33 6 37,-41 10 235,-38 7 51,24-17 0,-3-1-411,-25 11 0,-2 0 587,21-8 0,1 1-3,-15 7 0,2 0-155,20-8 0,3 0 127,-9 12 361,18-9-361,21-5-38,22-6-80,25-6-55,-16-4 0,2-3 256,6-1 1,1-3-274,2-3 0,-1-2 8,-2-4 0,-2-2-89,-6-4 1,-5-3 85,-7-3 1,-6-2 13,-7-1 1,-7-2 7,-8 2 1,-7 0 25,-7 3 0,-5 3 56,-5 3 0,-4 3 45,0 3 0,-1 3 143,-20-8-118,20 9-96,20 7-35,14 9 20,11 8 866,11 10-780,13 9 18,11 10-81,-18-15 0,-1 2-73,0 3 1,-1 3 11,-2 3 1,-4 2-541,-5 4 1,-6 3-789,-8 3 1,-7 0 1306,-3-2 0,-2-4 0,-9 14 1,4-25-1</inkml:trace>
  <inkml:trace contextRef="#ctx0" brushRef="#br0" timeOffset="13082">2403 3779 15440,'-55'-5'1716,"-1"0"0,4 1 0,15-3-1134,31-1-347,10-2-5,16 3 55,28 1-156,-9 3 1,6 2-914,-6-1 0,4 1 1,2-1 825,11 0 1,3 1 0,3-2-351,-9 1 0,1 0 0,3-1 0,4-1 329,-5 1 0,3-2 1,3 1-1,1-1 1,-2 0-1,-3 0-439,-3 0 1,-3 1 0,-1 0 0,2-1 0,4-1 422,-6 1 1,3 0 0,2-1-1,1 0 1,1 0 0,0-1-1,-2 1 1,-2 0-232,6-1 0,-3 0 1,0 0-1,-1 0 1,4 0-1,3-1 235,-9 1 1,3 0-1,3 0 1,2-1-1,0 1 1,1-1 0,-1 0-1,-1 1 1,-2-1-1,-3 1-76,8 0 1,-4-1 0,-2 1-1,-1 0 1,2 0 0,1 0-1,4-1 72,-7 1 0,4 0 0,1-1 0,2 0 0,0 0 0,0 1 0,0-1 1,-2 0-1,-2 1 0,-3 1-43,7-2 1,-4 2 0,-2-1 0,-1 1 0,0 0-1,2-1 1,2 1 40,-5 0 1,1-1 0,1 1 0,1 0 0,1-1-1,0 1 1,-1 0 0,0-1 0,0 1 2,-2 1 0,0-1 0,0 0 1,1 1-1,-2-1 0,1 1 0,0-1 1,-1 1-1,0 0 0,6 0 0,-1-1 1,-1 1-1,1-1 0,-1 1 1,1 0-1,-2 0 0,1 0-2,-3 1 1,0-1 0,-1 1 0,0 0 0,0 0 0,0 0 0,-1 0 0,-1 1-8,5-1 1,-1 0 0,0 1-1,0-1 1,-1 1 0,-1 0 0,0 0-47,4 1 0,-1-1 1,0 1-1,-2 0 1,1 0-1,-2 0 49,8 0 0,0 1 0,-1 0 0,-4 0 0,-5 0 0,4 0 0,-6 0 0,-3 1 0,8 0 0,1 0 0</inkml:trace>
  <inkml:trace contextRef="#ctx0" brushRef="#br0" timeOffset="21567">11764 2809 23528,'-25'-49'562,"-1"0"0,1 2 0,-1 14-360,1 27-101,-7 6-51,-4 13-22,1 13 0,-1 17-11,5 11-212,18-23 1,3 1 191,2-1 0,3 1-98,5 27 106,16-10 1,13-12 27,13-15 29,2-14 33,-3-15-5,-7-9 11,-9-9 33,-9 1 6,-7 4 335,-8 7-413,-11 8 71,-11 13-116,-16 11-6,-9 15-184,22-12 0,0 1 178,1 2 1,3 1-39,-11 26 16,15-3 34,17-6-28,20-9 27,23-11-4,18-11-396,-25-13 1,1-3 391,1-3 1,0-3 5,-1-5 0,-1-2-241,-1-2 0,-3-3 238,-1-1 1,-2-2 7,-3 0 1,-2 0 25,-3-1 0,-2-1 360,9-25-332,-11 3 28,-7 4 50,-5 7 34,-3 9-34,-1 11 708,-1 6-753,-1 7 509,0 2-598,0 1 33,0-1-5,0-2-17,0-3-11,0-4-6,0-5 17,1-6-17,3-6 17,4-5-11,3-6-11,1-4 16,-1-7-27,-2-6 66,-4-1 62,-3 5 1,-1 10-24,-1 13 1,-2 12-90,1 9-16,-2 6 16,1 11-11,-3 12-28,-5 17 56,-5 17-20,6-20 1,-1 2-21,-1 3 1,0 3-17,-1 15 0,2 0-356,2-17 0,2 0 246,-1 20 1,4-1-347,5-20 0,3 0-564,2 9 1,5 0-855,4-5 1,5-3 1901,7-5 0,1-5 0,4 4 0,0-15 0</inkml:trace>
  <inkml:trace contextRef="#ctx0" brushRef="#br0" timeOffset="23382">12495 2989 17882,'1'-5'6301,"0"1"-4474,-1 4-1732,5-43-17,-3 37-5,6-31 0,1 45 33,6-2 79,20-12-101,-7-7-3426,6-7 3393,-17-1 38,-4-6-10,-5-6 33,-1-7 213,-9-1-213,-2 17 112,-16 5-163,5 16 3460,-18 10-3437,5 10-39,-7 12-28,3 8-17,5 5 0,10 3-45,8 0-123,11 0-387,13-2-671,15-2-242,15-7 578,8-13 610,1-14 291,-3-21 196,-8-16 135,-6-12 145,-7-9 140,-4-1 63,-5 4-69,-6 8-167,-4 10-152,-5 13-145,-4 8-123,0 12-29,-2 4 29,1 16-6,0 7 5,0 15-16,-2 6-31,0-15 0,-1-1 14,0 11 0,-1 14 28,4-38 28,1-4-5,5-19 38,11-29-61,-3 3-9,0-1 1,1-1 25,8-16-26,-8 17 1,2-2 11,3-1 0,0-1-3,16-17-11,-4 9 11,-4 15-28,-8 13-11,5 4-6,-1 11 0,8 34 23,-14-10-6,4 22 5,-17-11-10,-3-1 10,-1 8 29,-2-9-12,0-15 85,0-8-40,4-20-45,5-11 34,13-25-28,3-3-594,-8 18 1,-1 0 576,7-8 34,10-8-28,-18 26-29,15-11 1,-21 22 0,6 1 0,-10 8 22,5 9 0,3 19-33,3 3-57,2 13 1088,-2-8-1273,2-3-88,3-7 178,-2-11-179,13-10 292,-6-15 49,14-10 40,-5-13-5,-7 2 55,11-20 23,-17 15 50,5-11 56,-14 20 29,-8 10-130,-3 8 34,-2 5-67,-5 8 5,-2 4-55,-5 9-46,2 4 29,3-3-29,3 6 1,11-11 11,11 4-17,15-12 28,20-15 5,-15-1-5,3-11-22,-13-20 56,-8 2 27,4-20 34,-15 13 1,-4 5 21,-10 7-16,-6 11-17,-9 10-34,-6 10-50,-3 13 13,-1 10-13,8 3 0,-7 32 0,12-7-208,6-11 0,2 1 208,3-5 0,3-1-52,8 29-3370,11-8 3327,6-18-224,26-7 190,-8-22 129,22-13 8,-28-12 1,-2-6-15,13-13-152,-13 3 0,-2-1 226,6-14-24,-15 20 1,0 1 324,13-16-257,-9 14 3170,-6 13-3254,-9 9 44,1 8-55,-4 11 565,3 11-560,-3 13-22,-2 9 0,-1-4-16,7 22 10,-3-32 11,5 0 1,2-1 11,8-9 28,9 1-28,-10-21 5,10-27-15,-6-7-216,-6 5 1,1-1 208,-2 0 0,0-1 0,2 1 0,0 0 0,-1 2 0,1 2 0,15-15 0,-9 15 0,-8 14 0,-9 10 0,-4 13 0,-2 9 417,1 11-417,3 8 0,5 5 0,9-2 0,10-6 0,11-9 0,7-11 0,4-11 0,0-16-406,-6-17 406,-26 4 0,-3-5 0,0-8 0,-4-3 0,0-8 0,-2-1 0,0-4 0,-1-1-397,-2 2 1,0 1 396,-2 4 0,-1 2 0,-2 7 0,0 2 0,-1-22 0,-3 18 0,-1 18 0,-2 9 373,0 13-373,-7 12 826,-6 20-826,-9 26 0,12-29 0,1 2-533,-3 9 1,-1 5-1,2-2 533,1 9 0,3 0 0,0-2 0,1 4 0,4-3-155,7 12 1,8-3-777,6-4 0,6-3 21,7-5 0,3-5-1163,3-6 1,0-5 2072,-3-8 0,-3-5 0,7 3 0,-18-15 0</inkml:trace>
  <inkml:trace contextRef="#ctx0" brushRef="#br0" timeOffset="23566">15294 2607 26799,'25'-26'-441,"1"0"1,4 2 0,5 5-1994,9 9 0,3 5 1302,-2-2 0,-2 1 0,17-2 0,-25 3 0</inkml:trace>
  <inkml:trace contextRef="#ctx0" brushRef="#br0" timeOffset="24325">17083 2839 20403,'19'-48'749,"0"0"0,1-1 1,-4 6-1,0 2 1,-4 6-218,-3-7 776,-6 17-1196,-2 12 212,-1 10-296,-2 11 150,-2 12-138,-3 16-29,-3 13-6,2 8 1,3 2-17,10-5 5,10-10-27,11-13 580,7-14-491,1-14-22,2-15 27,-2-10 1,-2-11-17,-3-6-17,-5-1-6,-3 1-27,-9 18-40,-4 6 28,-6 17 56,-4 11-33,-3 11-1,-3 13-5,-1 6-11,4 1 11,7-5 11,13-8 1,14-10 21,12-9-5,6-13 67,0-12 29,-6-12-7,-7-13 57,-9-10-12,-8-6-27,-5-1-23,-5 6-23,-4 10-27,-1 12-62,-2 11-28,0 8-286,-1 6-447,1 19 33,2-5-2493,8 24 3221,8-4 0,-6-10 0,2-1 0</inkml:trace>
  <inkml:trace contextRef="#ctx0" brushRef="#br0" timeOffset="24516">18108 2631 22632,'0'-5'4229,"1"2"-3227,-1 3-968,0-23-23,-7 40-28,-1-6-184,-5 48-345,8-28 0,1 1-2882,2 30 3428,11-7 0,-4-24 0,4-9 0</inkml:trace>
  <inkml:trace contextRef="#ctx0" brushRef="#br0" timeOffset="24683">18187 2386 25394,'-33'-27'-639,"-1"-6"0,47 54 1</inkml:trace>
  <inkml:trace contextRef="#ctx0" brushRef="#br0" timeOffset="25009">18587 2791 27794,'5'-59'137,"-1"0"0,1 11 0,1-1 0,1 5-109,1 7 0,1 2-909,4-21 1,0-2 905,-2 6 1,-1 1-20,-2 1 0,-1 3-6,-1 12 0,-2 1 611,1-23-611,-7 28 0,-1 7 322,-1 11-322,0 13 42,-2 12-42,-3 15 0,-3 24 128,5-17 0,0 6-128,2 0 0,0 5 0,1-1-558,0-1 0,2 0 0,0 2 423,0 12 0,1 2 1,1-3-163,2 3 0,2-2-396,1-11 1,2 1-1,3-1-1959,2-6 1,2-2 0,0 0 2651,3 14 0,1-4 0,-1-8 0,-1-7 0,-5-13 0</inkml:trace>
  <inkml:trace contextRef="#ctx0" brushRef="#br0" timeOffset="25509">18510 2767 24514,'-11'-55'552,"-1"-1"1,6 4 0,7 5-519,16 6-34,4 16 0,4 0-28,7-2 0,2 0-688,2 0 0,0-1 727,7-4 1,-1 1 4,-11 6 1,-1 0 0,-5 0 0,-2-1 124,-4 0 1,-2-1-30,9-30 62,-8-1 117,-3 1 84,-4 6-56,-1 12 88,-4 15-234,-2 11-128,-3 12-51,-1 10 763,0 17-724,-1 21-27,0 0-9,-2-10 0,0 3-685,-3 8 0,1 0 693,0-9 1,1 2 13,-3 23 1,1-2-1092,1-2 1069,3-24 0,-1-3 42,1 12 113,0-30-63,2 2 23,4-23 1329,5-11-1390,8-15 1261,7-9-1284,6-2 0,5 4-22,0 11 5,-1 9 6,-2 10 1,-8 6-18,13 11-24,-8 5 2,14 14-101,-6 6-499,-1 6-2179,0 5 2801,-5-5 0,-12-14 0,-8-11 0</inkml:trace>
  <inkml:trace contextRef="#ctx0" brushRef="#br0" timeOffset="28733">20778 2708 19608,'3'-10'4620,"-1"2"-3387,1-54-584,1 14-1044,0-6 1,0-4 506,1 11 0,1 0-425,1-8 1,1-2 379,1-3 0,1 0 31,-1 2 0,0 1 11,-2 8 0,-1 2-14,-1 12 1,-3 3 497,-3-7-559,-4 21-68,-8 26 23,-8 25 16,6-3 1,0 5-280,-3 10 0,0 5 265,0 8 1,1 3-157,7-17 1,0 1-1,2 1 165,1 1 0,2 1 0,0 0-28,1 1 0,2 1 0,1-1-53,3 0 1,1 0 0,2 0-83,2-2 1,1 0 0,2-2-90,1-3 0,2-1 0,1-1-446,6 14 1,0-4 232,6 7-688,-11-19-226,-24-49 355,-8-18 598,-11-26 493,7 12 1,-2-1 279,2 5 0,1 0-98,-1 2 0,0 1 233,1 6 0,-1 3 313,-12-14-100,-7-6-1941,9-1 1307,14 16 951,14-13-1035,22 9 6,-2 9 1,3 0-216,8-4 0,4-1 230,0 2 0,2-2 0,1 1-756,11-10 1,0 1 768,1-1 0,-2 2 22,-6 5 1,-4 3 2372,10-11-2283,-21 19 0,-1-1 421,9-14-370,-15 15 106,-5 3-274,-9 16 458,1 2-481,0 14 73,3 31-20,-4-1 1,-1 2 872,0-3 1,-1-1-899,-3 8 0,-2 0-3,-2-7 1,-3 0-4,1-1 1,0 2-6,-2 6 0,0 1 5,3-3 1,1-2 11,1 13 213,5-16-51,9-30-11,10-21-84,24-26-1666,-20 15 0,1-2 1593,2-2 0,0-1 20,1 1 0,0 1 423,11-9-420,4-1-29,-14 15-21,-9 11-7,-7 12 18,0 7 3402,-2 2-3380,6 6-11,3-1 10,23 4 1,5-9 6,16-7-12,-18-11 34,6-13 55,-18-4 80,-1-9 178,-14-7-89,-14 7-135,-6 2 96,-8 9-90,1 8-73,-2 1-89,2 9 22,-2 12-17,0 12 0,1 3-17,0 16-50,6 0-260,2-8 0,1 2-552,2-3 0,2 0 659,1 12 1,0-3-1,1-1 1,2-2 0</inkml:trace>
  <inkml:trace contextRef="#ctx0" brushRef="#br0" timeOffset="29500">23462 2434 18425,'-3'2'5960,"2"0"-4139,1-2-1513,11-61-202,-2 26 4,6-13 0,4-13 0,-2 8-366,-3 17 1,0 1 324,5-13 0,4-6 0,-3 5 49,-4 10 0,-1 4-1,1-6 1,-1 2 128,3-9-33,-9 18-213,-7 22-45,-2 11 51,-1 8-1,-5 28 6,-2 17-179,-2 6 171,2-16 0,-2 4-23,-4 7 1,-2 1-461,5-16 1,0 1 0,-2 1 479,-1 5 0,0 1 0,0-2 5,-2 10 1,1-5-287,5-12 1,1-3 285,3-3 1,1-3 5,3-1 73,4-7 472,8-29-539,10-22 5,15-21-8,-13 19 0,2 0 490,1-1 0,1 1-493,-1 3 1,0 2-35,15-12 647,-9 16-641,-8 12-6,-5 15 12,1 7 11,3 10-5,3 5 507,5-1-479,4-3-18,4-9 1,-5-7 5,23-16 6,-16-10-6,-10 2 0,-1-3 17,12-25 45,-7-2 56,-11 0 44,-10 9-160,-8 9-13,-4 10 0,-1 8 0,-1 5 0,-2 11 0,-2 9 0,-3 14 0,0 10 0,2 9-85,2 3-134,4-10-1494,12 16-1631,6-25 3344,17 8 0,-17-26 0,2-8 0</inkml:trace>
  <inkml:trace contextRef="#ctx0" brushRef="#br0" timeOffset="29657">24491 2104 22077,'18'8'-1305,"-15"-14"0,16 29 0</inkml:trace>
  <inkml:trace contextRef="#ctx0" brushRef="#br0" timeOffset="30575">25063 2277 19115,'0'-5'7085,"1"1"-6676,-1 4 134,-18-65-274,-1 42-208,0-13 1,-4 3 0,-22 26-18,-8 15-484,-5 11 459,29-3 1,1 2-17,2 3 0,2 1 60,-15 26-108,15 0 45,14-6 0,20-5 17,12-10 17,12-12 11,8-12 399,1-15-287,-1-8 61,-8-7 40,-6 0-40,-11 6-211,-7 8-7,-6 6 0,-3 10 0,-1 13 0,-2 19 0,-3 22 0,0-18 0,-2 3-745,-3 8 1,-1 3 744,1-12 0,-2 1 0,0 1 0,-2 5 0,-2 1 0,0 0-646,-3 4 1,0 1 0,-2 1 385,-1 1 1,-1 1-1,0-1-677,-2-1 1,0 0 0,0-4 777,5-10 1,1-2-1,-1-2-284,-17 17 1,1-11 16,2-25 219,-4-29 159,34-20 1,9-10 67,5-15 0,6-5-119,-1 12 0,3-1 0,2-2-58,-1 9 1,1-2-1,1 1 1,2 0 93,2-3 0,1 0 0,1 1 0,2 0 42,0 1 0,1 0 0,1 1 0,0 1 26,0 2 1,1 0-1,-1 2 1,1 0 20,7-9 0,1 1 0,-1 2 230,-3 2 0,-1 1 0,-1 1-148,-3 3 0,-1 0 1,0 1 64,-4 2 1,0 1-1,-1 0 194,8-11 0,-2 2-27,-6 5 1,-1 3 320,10-17-208,-13 18 500,-11 17-903,-6 10 2010,-2 11-2037,-1 13 1435,0 18-1424,1 21-9,-4-19 0,-2 3-442,-3 7 1,-1 3 427,-6 7 1,-3 2-429,4-17 0,0 1 1,-1-1 418,0 1 0,1 1 0,0-2-5,-4 18 0,3-3-174,4-8 0,3-3 177,3-10 0,3-4 67,5 8 90,6-24 812,10-23-936,12-18-10,12-18-15,-18 16 1,1 0 550,0-1 0,-1 0-557,-1 3 1,-2 0 36,16-13 433,-12 11-461,-9 12 23,-8 8-23,-1 5-16,2 3 16,5 3 252,8 4-263,7 2 0,11-1 11,7-2 1,4-4 4,-4-9 74,-8-5-28,-12-12-40,-10-8-11,-8-5 17,-6 1-5,-4 5-68,0 12-286,0 8 63,1 7-1172,6 7-6990,8 7 8430,3 4 0,-4-3 0,-5-4 0</inkml:trace>
  <inkml:trace contextRef="#ctx0" brushRef="#br0" timeOffset="31601">26100 2398 25023,'12'5'796,"6"-2"-544,12-8-89,6-1 5,8-5 33,-8-2-89,-10 1 101,1-8-45,-12 0-17,1-6 124,-8-3-152,-8 9-39,-6 2-62,-3 12-11,-5 3 6,-6 8-11,3 0 11,-17 17-12,10-2-10,-4 6-1,-5 15 6,18-17-17,-13 29 17,22-21-17,2 12 23,11-17-6,13 1 39,11-10-33,28-1-12,1-9-626,-22-10 0,-1-2 637,12-7-73,6-17 90,-16-5 17,-13 3 1,-1-1-7,5-13 28,-11 8 1,-3 0 45,-4 1 33,1-13-11,-10 21-17,-2 8-79,-1 9-5,0 5 1212,0 5-1240,2 13 34,4 7-27,6 22-7,8 9 0,-9-21 0,1 0 91,8 18-130,-9-12 0,-3 0-17,-5 10-167,-6-13 0,-5 0-220,-25 12-400,8-25 1,-2-2-1124,-20 8 1308,14-14 0,2-3 0,9-2 1,-8-1-1</inkml:trace>
  <inkml:trace contextRef="#ctx0" brushRef="#br0" timeOffset="31974">27081 2629 23310,'6'-5'3013,"-1"1"-2290,-5 4-421,31-86-2366,-14 26 2120,-4 15 0,2-6 0,-1 2 5,-2-5 1,-2 2-6,2-6 0,0-1 16,0 0 1,-1 1 36,0 4 1,0 3-18,-2 8 1,0 2 30,2-18 616,-5 22-739,-4 19 369,-2 11-369,-3 13 0,-15 32 0,-7 19-420,10-24 0,-2 3 420,-4 12 0,0 1 0,3-4 0,1 1 0,3-7 0,1 3 0,2-2 0,-3 9 0,5 0-72,7-1 1,6 4 0,3-4-167,10 2 0,6 0-168,-1-4 1,2 3-1,4-5-104,1-11 1,2-3 0,0-3-125,7 6 1,0-6 633,8-4 0,-5-7 0,-12-5 0,9-4 0</inkml:trace>
  <inkml:trace contextRef="#ctx0" brushRef="#br0" timeOffset="32142">27069 2214 26217,'59'-22'-351,"0"0"0,-13 8 0,1 0 0,-6 5 0,-8 7 0,-2 2 0,2-1 0,0 0 0</inkml:trace>
  <inkml:trace contextRef="#ctx0" brushRef="#br0" timeOffset="32524">28404 2740 24351,'14'-40'620,"-1"0"1,1-1-1,4-12 1,0 6-229,4-3-291,-8 23-113,-4 26 46,-1 32-15,-2 2 1,-1 5-1012,2 15 1,-1 6 1000,-2-11 0,-1 2 1,-1 2-5,-1 4 1,-2 2-1,-2 1-11,0-12 1,-1 0-1,-2 1 1,0 0-431,-1 1 0,-1 1 1,0-1-1,-2 0 254,1 0 0,-2 0 0,0-1 0,-1 0-602,-3 12 0,-2-1 0,0-1 469,-2-5 1,-1 0 0,3-7 0,0-3 0,2-5 0,-13 16 0</inkml:trace>
  <inkml:trace contextRef="#ctx0" brushRef="#br0" timeOffset="32834">28301 3220 16569,'10'-61'926,"0"0"0,0 1 1,0 1-1,0 1 1,0 0-615,0-2 0,-1 0 0,1 0-1224,-1 5 1,1 1 0,-1 0 1075,-1 3 0,1 0 0,-1 1-37,1 4 0,1 0 0,0 2 5,5-15 1,3 3-86,1 9 1,2 5 198,1 8 0,2 6-286,28-6 12,5 23 23,2 25-21,-28 1 1,0 3-3,0 7 0,-1 2-180,-2 5 1,-2 2 204,-2 1 0,-4 3-8,-5-1 0,-5 1 50,-7-3 0,-8-1 87,-6-2 0,-7-4 19,-8-3 1,-6-4-54,-5-3 1,-3-3-26,-2-3 1,-1-3-4,1-3 0,1-1 655,6-2 0,2-1-730,-16-5 250,22 0-2445,17-2 2276,23-1 1,-6 3 0,9-1 0</inkml:trace>
  <inkml:trace contextRef="#ctx0" brushRef="#br0" timeOffset="33374">29234 2212 26771,'31'-17'-6,"-1"0"1,4 7-1,-4 10 1,0 25-12,8 20 0,-25-12 0,-1 6 45,-16-6 6,-11-10-17,-9-7 78,-1-9 56,6-4 6,8-8-39,7-2-79,11-7-6,10-2-16,12-3 17,12-1-1,10-2-33,4-3 28,0 1-5,-6-1 33,-10 2 78,-12 3-5,-11 3-11,-9 0 50,-3 1-56,-2 3-56,-1 4-28,0 5-17,0 3 28,-2 13 6,-5 14-45,1 1-6,-6 18-5,5-10-23,0 10-2908,15-5 0,4 0 1413,0-2 1216,10-5 0,1-6 0,-12-22 0,9 0 0</inkml:trace>
  <inkml:trace contextRef="#ctx0" brushRef="#br0" timeOffset="33557">29918 1965 24301,'-16'-39'80,"1"0"0,-1-1 1,6 18-356,11 27-380,6 11-936,6 14-2050,10 13 3641,10 10 0,-15-23 0,1-3 0</inkml:trace>
  <inkml:trace contextRef="#ctx0" brushRef="#br0" timeOffset="33933">30305 2147 18490,'-39'-23'44,"0"0"1,-2 7 0,3 12 1959,0 39-1993,3 2 1469,19 4-1496,12-7-7,18 17 6,7-11 40,17-2 22,0-19-17,-7-10 986,3-13-930,-10-10 3193,3-14-3193,-6-11-28,-6-21-39,-7 18 22,-3-15 652,-5 29-669,-3 2-33,-6 13-11,-4 8 10,-1 8-66,-4 11-208,10 4-89,-2 3-3025,32 14 3400,18-5 0,-8-3 0,1-9 0</inkml:trace>
  <inkml:trace contextRef="#ctx0" brushRef="#br0" timeOffset="34433">30614 2183 21500,'0'-4'4095,"-1"0"-2689,1 4-1384,5-49-33,5 44 22,10-30-11,0 55-5,9 15-7,3 15-21,0 1 2,-15-21 0,-2-1 20,3 9 11,-8-14 45,-7-9 44,-10-11 7,-1-8 16,-5-6-6,4-10-28,4-4-44,4 4-17,13-12-12,3 11 12,15-10-6,3 10 1,5 1-1,-9 6 28,8-4 28,-7-5 17,-1 0 95,-6-5 51,-13 9-118,-5 6 269,-4-2-335,0 11-46,-1-3 0,0 7 0,0 0 0,-4 11 0,-1 6 0,-5 16 0,3 6-24,2 8-233,6 5-382,8 2-884,5 0-2493,4-6 3271,-1-11 1,-6-16 0,-5-11 0</inkml:trace>
  <inkml:trace contextRef="#ctx0" brushRef="#br0" timeOffset="34601">31206 1911 24414,'-15'-59'444,"0"0"1,2 7-1,2 10-567,3 18-253,4 14-1116,6 18-6293,9 13 7786,3 10 0,-2-10 0,-4-6 0</inkml:trace>
  <inkml:trace contextRef="#ctx0" brushRef="#br0" timeOffset="35342">31579 1695 23667,'-2'-8'2995,"1"1"-2700,-2-24 1,0-4 75,2 12-275,-2-14 0,0 4-83,3 26-6,0 11 15,1 17-58,1 22 50,1-10 0,0 3-221,2 10 1,0 3 199,1-3 0,0 2 0,0-3-312,1 6 1,0-1 296,-1-5 0,1 4 0,0-6-99,-2-3 1,0-1-138,0 6 1,0-1-252,-2-10 0,-1-2-704,-8 10-70,-4-22 300,-10-24 1046,-3-18 11,0-17 229,3-12 346,5-6 1062,5 2-657,6 4-272,4 9-303,5 10-353,0 12 82,9 2-204,1 10 6,15 0-6,13 12-14,17 4-399,-25-1 1,1-1 394,1 0 1,1-2 18,-4 0 0,0-2 43,24-6-31,-16-9-27,-10-12 56,-11-6 60,-7 0 50,-8 4 858,-4 8-784,-6 6-68,0 6-3,-3 4 149,-1 9-62,-1 7-77,-2 11-57,3 8-16,4 3-76,10 3-49,9 0 3,16-2-74,7-7 151,4-10 186,-3-12 173,-6-15 21,-6-8 11,-8-7-82,-4-3-314,-6 4-119,-4 5-85,-2 7-81,-3 5-94,-4 11-38,-7 11 85,-9 20 189,7-9 1,0 4 23,-3 9 0,0 3-915,0 11 1,1 2 855,4-12 0,0 1 0,-1 1-430,1 5 0,-1 2 0,0 1-1547,-2 4 1,0 1 0,1 0 1711,0-6 1,1-1-1,1-3 1,-2 3-1,2-6 1,-2 8 0</inkml:trace>
  <inkml:trace contextRef="#ctx0" brushRef="#br0" timeOffset="38026">1443 5313 17725,'2'-61'2317,"0"0"0,0 8 0,-1 6-1639,0 3-274,-1 19-304,0 13-94,0 16 39,0 15 28,1 16 16,0 21-343,-2-21 0,-2 1 268,0 5 0,-1 0-6,-2 3 1,-1-1-1,-1-1 0,-1-1 3,1-4 1,-1-3 33,-6 19 167,4-21 91,4-18-135,0-21-101,0-15-11,0-21-17,2-18-181,3 22 0,2-2 164,2-8 1,2-2-9,1-5 0,3 1-20,2-2 1,3 2 2,2 5 0,1 3 11,0 8 1,2 3-3,19-15-165,4 18 153,5 16 1,-7 8 5,-3 10 0,1 4 0,19 13-311,-15-2 0,1 4 294,-8 5 1,-1 3-29,-1 4 0,-1 3-106,-3 4 0,-4 3-339,-2 1 0,-5 2-754,-6 2 1,-7 0 1243,-10 4 0,-3-4 0,-1 7 0,-12-9 0</inkml:trace>
  <inkml:trace contextRef="#ctx0" brushRef="#br0" timeOffset="38216">1586 5383 16680,'-28'-44'183,"0"0"0,6 4 1,12 5 2330,42 11-2624,6 9 1,5 2 17,-12 4 0,2 1 136,23-3 0,3 2-1568,-18 5 1,0 1 1273,16 0 0,-3 1 1,6 1-1,-9 2 0</inkml:trace>
  <inkml:trace contextRef="#ctx0" brushRef="#br0" timeOffset="39076">2313 5374 25685,'0'-45'173,"0"0"1,3-3 0,6 3-121,9 8 0,2 3-571,-4 4 0,-1-1 554,8-17 1,-3-3-346,-9 14 0,-3 0 334,2-10 1,-2-2 27,-3 4 0,-1 0 117,-4 6 0,-1 3-8,-7-19-16,-5 21-73,-3 17 448,-2 17-505,6 7 813,-4 22-807,4 11 0,5-9 1,0 3 119,0 5 0,1 3-137,2 17 1,2 1-527,1-18 0,2 1 521,4 19 0,4-1-14,3-21 0,4-3 5,6 9 1,4-1-96,5-4 0,6-6 17,15 0 1,2-7-200,-15-9 0,0-4 227,18 0 0,-2-8 20,4-14 36,-27-1 0,-2-3 9,11-27 16,-27 7 1,-4-3 5,0-13 8,-6 12 0,-2 0 48,-1-1 989,-1-3-972,-4 15 98,-3 12-194,1 9 585,-1 11-590,1 12 11,-1 13-11,3 9-11,6 19 5,10-9 1,3-3 5,17-15-3392,14-19 3392,-8-2 5,-6-13 1,0-7 11,-2-10-6,6-8 17,-16-11 17,-12-4-12,-1 6 29,-6-7 3453,-5 24-3493,1 3-10,-5 6-1,0 15 0,2-2-22,-1 13 5,5 0-16,11 13 11,-1-9 11,19 6-17,13-16-17,6-4 51,10-15 11,-15-12-17,-13-3 12,-4-11 38,-14-7 6,-1-3-5,-10-7-12,-7 12-27,-3 11-6,-7 2-23,-2 11-50,3 4 6,3 7-236,8 20 51,9-2-650,10 20-1507,29 1 619,-16-17 1,3 0-3144,13 2 1,2-2 4533,-6-5 1,-2-3-1,13 3 1,-20-8 0</inkml:trace>
  <inkml:trace contextRef="#ctx0" brushRef="#br0" timeOffset="40166">4157 5161 16762,'0'-3'7085,"0"0"-5314,0 3-1122,-33-65-201,11 38-308,-3-11 0,-4 3 28,-10 23-117,5 8 16,-10 13-11,-6 26-56,8 10-549,21-17 0,4 0 543,4 14 244,16-6-260,15-9-6,7-6 28,12-6 22,-1-20 12,-5-10 837,-4-12-776,-6-15-56,-9 12 45,-3-14 12,-6 16 38,0 0-84,-1 9 40,0 9-73,-2 9-6,0 8 6,0 12-12,-1 13 1,0 11-6,4 5-22,8 1 22,12-4 5,15-6 18,13-10 5,-6-12-26,-8-12 1,0-6 8,11-10 0,-15 2 1,-2-5 61,4-19 5,-12-9-11,-9-3 28,-7-1-27,-4 12 157,-3-5-225,-2 23 0,-1-4 0,0 16 0,1 3 0,1 8 0,1 18 0,6 5 0,4 15 0,10-4 0,1-10 0,26 7 0,-8-19 0,16 1 0,-17-18 0,-12-14 0,-10-13 0,-9-1 0,-8-36 0,-3 32 0,-5-31 0,4 37 0,-1 1 0,4 10 0,1 10 0,3 11 0,7 14 0,5 16 0,10 17 0,-10-22 0,0 3-459,0 5 0,0 2 459,0 5 0,-3 3 0,-1 6 0,-3 3 0,-3-17 0,-1 1 0,-2 2 0,-3 15 0,-3 3 0,0-4-444,2-16 0,-1-3 1,0 2 443,-3 14 0,-3 3 0,1-8 0,0-14 0,-1-3 0,0 0 0,-4-4 0,-11-5 0,-1-38 0,-2-27 0,14 8 0,2-6 0,1-19 0,2-2-29,3 15 0,4 0 29,3 2 0,3-4 0,4 4 0,6 0 0,4 2 0,5-8 0,4 0 0,2 5 0,2 3 0,-1 5 0,2 2 308,-1 2 1,0 1-309,0 1 0,-1-1-1416,-1-1 0,-1-2 1416,-2-2 0,-2-2 0,-2-1 0,-2-2-91,-4 1 1,-3 0 90,-3 4 0,-3 2 0,-1-20 590,-8 18-590,-2 14 504,-2 10-504,3 5 3285,0 4-3285,-1 6 324,0 7-324,0 12 0,2 10 0,3 11 0,8 7 0,10 6 0,-3-27 0,3 0 0,10 8 0,3-2-112,-9-12 0,0 1 112,12 8 0,-1 0 0,-1 7-242,-9 12-1712,-40 0 1954,-10-25 0,-4-3 0,-8 6 0,-8-7 0</inkml:trace>
  <inkml:trace contextRef="#ctx0" brushRef="#br0" timeOffset="42232">7931 4965 24010,'-5'-47'842,"0"-1"0,-1 6 0,-5 9-629,-24 14-101,-9 14-39,-9 18-12,-4 13-469,27-6 1,2 4 413,2 2 0,2 3-1,4 1 1,3 3 65,4 0 0,6 1-102,5-1 0,7-1 6,6-2 0,6-3-12,9-2 1,7-4-423,8-3 1,4-4 363,7-2 0,4-5 52,-11-5 0,3-3 0,-4 0 40,4-1 0,-3-2 9,12-6 0,-5-5 5,-5-14 22,-21 10 1,-3-2 33,10-22 135,-14-1-135,-9 15 612,-14 3-618,-10 21 45,-14 6-56,-10 13-16,-6 12-34,9 0 6,-6 20-1,23-13-5,-2 12 833,26-13-810,24-6-12,12-12-5,5-5-1,9-16 1,-10-8-305,10-13 332,-8-9 15,-27 10 0,-4-2 2,4-11 73,-8-21-11,-17 20-5,-8-5 10,-9 7-5,-24 12-101,12 13 1,-24 9-1,20 14 0,-6 7-22,10 11-34,10 14 0,11-11 98,10 18-585,16-17-538,16 9-689,20-7-1031,-8-18 0,4-4-215,-3-2 0,0-4 1492,1 0 1,-1-4-222,-1-4 1,-3-4 2770,12-10 4043,4-11 381,-21-9-1204,-14-19-3417,-9 16 398,-4-21-386,-3 26-231,-1-3-229,-1 15-240,-2 15-130,-1 10 835,-3 16-851,0 8 179,-3 15-168,1 6-6,-1 15-5,2-20-6,0 4 34,4-15 94,0-17-27,1 5 73,1-23-96,3-8-16,3-12 11,4-10-23,3-8 6,3-3 45,7-8-62,-2 13-28,1 7-22,-1 11 22,3 11 0,-4 2-11,16 8 0,-15 11 6,6 1-12,-4 15-16,-6 3 16,2 11-16,-6 14 33,-9-11-5,-5-4-1,-6-15 23,-2-13 56,-1-1 51,0-15-107,3-1 61,2-27-61,3 11 17,6-28-28,6 7 28,11-15-15,-2 23 1,3 2-299,-1 7 1,0 1 267,22-18 13,-4 21-13,-7 12-18,2 4 7,1 11-12,-10 11 18,-7 4-23,1 16 523,-8 0-652,-5-5 1,-3 3-550,0 25-327,-5-24 1,0 0 130,-2 9-1287,0 3 60,11-19 903,6-3 951,10-12 863,10-23 443,-7-9 311,0-9-65,-6-12-190,-3 1-466,-2 10 1,0 0-17,10-18-67,2 3-40,-13 23-318,-6 11-12,-6 5-84,-2 8-45,2 4 17,1 5-28,1 0 0,4 3 0,2-2 22,11 2 17,-2-6 29,6-2-29,-11-9 45,0-6-23,-4-17-55,-1 5 33,-1-33-44,-7 17 10,0-15 1,-2 21 111,-2 5-89,-3 17-44,-3 0 10,-12 21-16,7-3-1,-9 12-5,11-6 23,-10 21-12,7-3-11,-3 18 5,14-10-10,7-10-6,21 11 11,6-20-6,20 6 0,2-18-5,5-15 11,0-9-3381,-3-12 3381,-15 1-115,-17 2 1,-2-3 114,2-15 5,-8 11 1,-1-2 28,0-22 0,-4 3 27,-5 5-15,-2 9-46,-3 6 0,-3 9 0,-1 7 0,-1 5 0,1 6 3281,0 7-3281,3 9 335,0 11-335,10 13 0,0-4 0,8-2 0,4 1 0,16 15-419,-9-11 1,2 0 418,-6-6 0,-2-1 0,-3 0 0,-5 1-1117,-1 26 277,-18-13-4173,-31 0 5013,-1-17 0,4-5 0,12-11 0</inkml:trace>
  <inkml:trace contextRef="#ctx0" brushRef="#br0" timeOffset="43183">11922 4910 23579,'17'-42'726,"0"0"1,1 0 0,7-19 0,-9 12-352,-21 30-157,-12 4-179,0 10 12,-23 16 44,5 13-73,-11 17-25,24-16 1,2 3-251,2 2 1,3 1 241,3 1 0,3 0 11,1 29 11,18-7-11,5-15-9,11-19 1,4-5 8,25-1 14,-15-8 0,2-5 0,-7-6 0,-1-6 8,-4-2 1,-2-5 44,-2-10 0,-3-3-16,3-15-15,-15 11 0,-4-2 15,-11-17-12,0 22 0,-3-1 28,-15-23 134,-7 15-150,-4 17-29,-4 14 28,-4 17-38,-3 12-35,1 15 12,7 8 11,12-4-73,14-7 0,5 1-251,9 13-1,4-12 0,4-1-395,9-8 1,3-3 52,23 10 20,-10-17 1,4-3 142,4-7 0,1-3 481,-2-3 1,0-3 150,3-3 1,-3-6 236,6-22 413,-16-9 12,-10-6-50,-5-3-96,-1 3-157,1 5-123,-1 12-62,-5 11-134,-4 12-112,-6 6-28,0 14 702,-1 9-708,1 18-10,-1 13-12,-2 9-6,-3 3 12,1-3-18,0-9 18,3-13 267,0-15-200,2-14 0,5-18-34,6-14 12,11-15 10,9-10-337,-13 22 0,3 0 284,2-2 1,2 2 2,3 2 0,1 2 0,0 3 1,0 3-78,-1 5 1,-2 3 71,20 0-17,-14 17-12,-12 13 7,-12 19-80,-7 13-312,-3 11-282,-1-28 0,2 1-2052,3 2 0,2 0 2126,0-4 1,1-2-1,6 10 1,-5-20-1</inkml:trace>
  <inkml:trace contextRef="#ctx0" brushRef="#br0" timeOffset="44143">14747 5168 21819,'5'-49'501,"1"1"0,0-1 1,0 1-1,1-15 1,1 1-1,-1 3-311,-1 14 1,0 3-1,0 0-277,1-20 1,-1 3 248,-1 9 1,-2 4-51,-1 11 0,-3 4 705,-4-4-789,-4 29 347,-7 29-347,-1 29-20,7-12 1,1 5-391,-1 8 0,1 4 380,3-14 0,0 2 1,0 0-16,-1 3 0,1 1 0,0 1 2,0 3 0,0 1 0,1 0-267,0 1 0,0 0 0,2 1 131,0 0 0,0 0 0,3-1-243,1 0 0,1-1 0,2 0-433,0-3 0,1-1 0,2-1-643,0-5 1,2-1 0,-1-2-1068,3 7 0,-1-5 330,1 5 2235,-20-48 342,-12-37 108,2 4 1,0-4 743,-5-7 0,-1-3 85,-4-6 1,-1-1-479,8 17 1,0 0 0,-1 0-283,0-1 0,0 1 1,0 0 82,-11-16 0,2 2-354,3 5 0,2 2 107,5 6 1,3 2 2,-4-22-167,18 14 335,22 9-543,22 7-8,-7 17 0,4 2 374,9 1 1,3 1-387,7 1 1,2 2-243,5 0 0,1-1 247,-19 2 1,-1 0-1,0 0 7,0-2 1,-1 0 0,0-1 16,16-3 0,-1-2-63,-8-2 0,-2-3 77,-9 1 0,-3-3 117,14-18 95,-22 4 96,-15 6 510,-16 7-678,-6 9 1212,-10 6-1352,-5 13 5,-5 12-22,-4 16-6,3 12 0,6 8 1,13 4-12,15-1 22,18-6-33,18-8 31,-12-28 0,2-2-4,3-5 1,1-3 14,0-2 0,-1-4 51,26-12 14,-13-11-7,-14-14 1,-14-9-17,-11-7-6,-13-2-6,-9 2-10,-8 5-18,-5 9-16,0 10-39,-2 12 11,11 9-6,-4 15-50,8 11 142,-4 16-618,3 11-796,7 8-1388,10 7 181,7-31 0,3-1 2546,9 1 0,1-2 0,4 2 0,4-7 0</inkml:trace>
  <inkml:trace contextRef="#ctx0" brushRef="#br0" timeOffset="44599">15731 5144 23499,'23'-56'1209,"-1"-1"1,-2 7 0,-2 7-398,-4 5-559,-8 18-108,-1 6-98,-5 16-41,1 13 20,-1 16-15,0 23-8,2-17 0,0 2-351,1 7 0,0 1 348,3 7 0,0 0-3,1 3 1,2 1-6,0-11 1,1 1-1,-1-2-12,5 10 1,-1-2 16,0-4 1,1-3 46,5 10-27,-13-36 6,-8-17-7,-4-13-5,-7-16 1,-3-6-7,2 1 1,1-1-415,-4-5 1,0-2 416,-2-9 0,1-1 3,3 5 1,2-2-7,-3-12 1,1-4 7,6 14 0,0-3 0,3 3 4,-1-13 1,2 3-22,1 4 1,3 2 6,5 11 1,4 4 660,16-14-670,2 19 1,5 2 5,-3 9 0,4 4-473,8 1 0,0 5 479,14 6-12,8 17-11,-10 23 17,-11-5-85,-18 3 1,-8 3 67,-17 6 28,-5 10-11,-30-13-5,-8-15-12,15-12 0,-1-2-434,-6-2 0,-1-3-4589,-20-2 5040,4-6 0,31-1 0,12-1 0</inkml:trace>
  <inkml:trace contextRef="#ctx0" brushRef="#br0" timeOffset="44793">16494 5063 26631,'-3'0'599,"0"0"-2287,3 0 1,0 0-1</inkml:trace>
  <inkml:trace contextRef="#ctx0" brushRef="#br0" timeOffset="90245">1707 8576 15401,'1'-52'1449,"-1"0"1,0-1 0,1 1 0,0-11 0,-1 2-1,-1 12-474,-8 0-269,-1 14-292,-2 3-274,2 19-117,3 19-12,-2 20-17,-2 31 0,3 1 1,0 7-1113,2-19 1,0 1-1,0 0 1112,0 3 1,0 1 0,0 1-27,-1 7 0,-1 2 0,1-2-461,2-9 1,0-2-1,0 2 465,0 7 0,0 1 0,1-2-44,1-10 0,0-1 1,1-3 107,1 7 1,1-6 41,0 1 23,-4-29-73,-2-42-23,-3-28-36,5 12 1,1-5 74,1-2 0,0-4 0,0 3-81,1-6 1,-1-1 12,0 1 0,-1-3 0,-1 3 143,-2 0 1,-1 3-105,1 9 0,-1-1 0,1 0-194,0 3 1,0 1 0,1 1 200,-1-17 1,2 3-153,1 4 0,4 3 133,3 6 0,3 1-17,3 6 0,5 3 1017,4 3 1,5 5-1032,13 0 0,5 5 28,-2 5 0,1 5 253,11 4 1,0 4-266,-17 4 1,-2 4-23,6 7 1,-2 6 566,-12 0 1,-4 4-618,3 15 0,-7 5 76,-15-6 0,-6 0-77,-2 1 0,-7-2 85,-18-2 0,-6-4-20,3-7 1,-1-2 36,-9 3 0,0-1 22,3-4 0,0-3-76,2-4 1,2-4-160,-7 1-1003,8-18-2033,33-15 3232,24-20 0,-10 17 0,12-1 0</inkml:trace>
  <inkml:trace contextRef="#ctx0" brushRef="#br0" timeOffset="90750">2288 8068 26850,'-39'-22'112,"21"8"-101,39 23-6,17 11-4250,4 10 4245,-8-2 809,1 14-826,-18 7-22,-3-9-1,-25 16 96,-6-33-28,-7 2 73,1-17 3661,9-19-3701,4 1 7,15-20-57,18 3-6,5 0-16,20-7 11,-4 9-6,-3 2 1,1 1 22,8-4-360,-11 6 1,-4 0 353,-10 5-3111,13-11 3134,-23 15 140,2-6 22,-16 13 0,-4-1-129,0 4 34,-2 1-51,1 4 466,0 0-499,-2 11 3358,0 16-3398,2 7-10,0 4-40,3 8-123,0-5-353,1-10 0,0 1-1422,0 21-5602,0 0 7573,2-28 0,-2-15 0,1-9 0</inkml:trace>
  <inkml:trace contextRef="#ctx0" brushRef="#br0" timeOffset="90933">2955 7846 25147,'-30'-14'-1978,"1"-1"1,-12 5 562,65 55 0,-11-18 0,2-1 0</inkml:trace>
  <inkml:trace contextRef="#ctx0" brushRef="#br0" timeOffset="91310">3250 8028 17647,'0'-4'7516,"1"1"-5622,-1 3-1737,-23-52-40,-7 60-78,-15-37-33,6 75-6,13 3 6,10 4-6,10 4-23,17-2-33,15-4-220,19-10 253,11-11 40,1-14 22,-8-15 17,-11-16 12,-11-14 61,-10-13 33,-8-7 1,-7-3-90,-5 9 173,-9-13-72,-1 24-57,-7-6-72,-1 20 203,-7 11-231,3 8-208,-23 17-436,14 6-1451,-12 16-7753,22-4 7962,11-9 1,10-11-1,3-11 1</inkml:trace>
  <inkml:trace contextRef="#ctx0" brushRef="#br0" timeOffset="92149">3742 8053 26726,'-29'-34'86,"-1"-1"0,2 3 0,10 14-75,23 29 0,7 13-16,9 11-29,10 12-196,-14-18 1,1 0 206,-1 2 1,-1 2 11,-3-1 0,-2 1 33,-1 23 102,-17-11-124,-15-15 45,-11-13 28,1-13-28,8-13-6,11-11 317,14-9-322,14-8-17,15-2 0,15-4-157,-17 22 1,2 0 136,2-1 0,2 1-317,1 0 0,1 0 331,0 1 1,1 0-1,-3 2 0,-2-1 3,-3 3 0,-3 0 25,13-10 17,-19 7 45,-12 5 393,-11 4-225,-4 1 633,-4 2-723,3 3-56,0 1-84,2 6-11,1 7-22,1 11-29,1 10 12,2 9-62,3 7-72,4 4-219,3 3-471,2 0-1075,-2-4-7471,-2-7 8533,-3-13 0,-1-14 0,-3-10 0</inkml:trace>
  <inkml:trace contextRef="#ctx0" brushRef="#br0" timeOffset="92326">4344 7700 22263,'-3'-10'1568,"-7"-27"0,0-5-1316,4 14-247,-4-14 1,1 5-78,8 26-209,5 12-503,4 14-1529,5 14 2313,5 18 0,-9-19 0,1 1 0</inkml:trace>
  <inkml:trace contextRef="#ctx0" brushRef="#br0" timeOffset="93032">4707 7631 22162,'7'-55'1562,"1"-1"1,-2 9 0,0 5-785,0-4-705,-3 26 33,-4 24 51,-6 22-11,-4 25-121,3-16 0,-1 3-807,-3 21 0,2 1 751,2-16 0,2 0-70,0 0 0,2 4 1,1-4-637,1 2 1,3-2 290,2 10 1,2 0-454,1-1 0,1-2 238,-2-16 0,-1-2 152,1 18-57,-15-34 521,-5-22 275,-4-13 632,-1-25 466,6-13-880,3 9 1345,7 4-1092,3 16 767,1 2-1228,3-3-161,4 7-68,8 7-45,10 6-61,15 5-56,13 3 36,-20 0 0,1-1-84,12-1 1,0-1-657,-7-1 1,0-1 831,-2 1 1,-1-2 50,15-14 112,-25 0 118,-5-7 531,-18-5-554,-5 13-5,-8-2 184,-1 14-145,-1 3-112,-3 5-1952,-1 17 1789,5-1 6,3 24-11,9-6-17,10 10 17,14-3 8,3-20 0,3-2 9,15 4-12,0-12 1,0-5-1,-6-7 17,-4-3 1,-1-5 10,-1-14 152,3-17 83,-14 1-233,-7-4-24,-11 19 3392,-3 4-3392,-2 14 0,-7 21 0,-6 15 0,0-2 0,-2 3-441,-10 23 441,6-12 0,1 3-475,3-2 0,2 5 475,1 5 0,0 7 0,3 0-1101,1-5 1,2 1 0,2 2 1100,1-2 0,1 4 0,1-1 0,0-8 0,1 5 0,1-5 0,2-4 0,-1 0 0</inkml:trace>
  <inkml:trace contextRef="#ctx0" brushRef="#br0" timeOffset="95118">7284 7741 19759,'16'-52'1306,"1"-1"0,-1 1 1,2-2-1,-4 5-1066,-8 11 1,-7 8 190,-16 10-82,-13 11-186,-21 13-102,18 6 1,-2 5-399,-5 7 1,0 5 364,-2 6 0,2 3-26,1 6 1,3 2-514,3 6 0,4 2 508,4 2 0,6 1-20,3 0 1,8-1-343,6-5 1,9-1 342,6-6 0,8-5 8,9-5 0,7-6 8,6-5 0,5-8 12,4-3 0,1-9 18,-11-8 0,0-6 0,-2-2-10,10-8 0,-5-5-3,-2-4 1,-6-4 10,-9-8 1,-7-4 5,-8 3 0,-4-3-19,-2 8 0,0-3 1,-3 0-292,-1 0 0,-2-1 0,-3 1 313,-3-18 0,-5 3 13,-4 7 1,-6 5 2,-5 11 1,-6 5-6,-3 10 0,-4 6 145,-3 7 1,-2 7-180,2 5 1,0 6-4,3 5 1,2 4-6,4 5 0,5 5-6,3 4 1,4 3-26,3 4 0,3 4 58,3 3 0,3 3-150,1 3 0,4 0-40,5 0 1,5-2 44,4-4 1,3-4 80,4-9 1,4-4 689,18 5-591,-5-27 1031,-9-29-986,-4-21-32,-11 11 1,-1-3 16,2-5 1,0-1-1,2-1 1,2 0-89,1 1 1,2 2 67,1 5 1,1 4 62,21-13 844,-6 19-912,-5 16-11,-4 20-11,-1 14-17,0 19-31,-12-17 0,-2 2-266,0 3 0,0 2 252,0 2 0,2-1-3,0 0 1,4-1 2,2-2 1,5-3-18,3-3 0,3-4-28,4-4 1,2-5-34,2-4 0,0-5-37,0-6 1,-1-4-29,-3-5 1,-1-3 163,-5-5 1,-2-2-145,14-27 95,-15-6 45,-10-6 28,-9-3 46,-3 0 21,0 5 40,0 9 38,-1 11 23,-2 12 539,-1 10-611,1 7 133,-1 3-207,0 4 45,1 4 0,1 6-22,0 8 0,2 6-34,0 6-16,0 1-7,2-1 7,0-6 27,-2-8 118,0-8 34,-3-8-90,0-9-51,1-4 1,1-8 0,2-1-18,1 1-4,-3 4 4,0 6 7,-2 4-40,-1 4-11,0 2 17,-2 0 5,-1 0-11,-1 0 2,2 0-13,0 0 0,0 0 0,0-2 0,-1 1 0,0-4 0,-1 0 0,1-2 0,-1 0 0,0-1 0,0 1 0,1 0 0,0 0 0,2 0 0,0 0 0,1 2 0,-1 1 0,1 1 0,-1 2 0,-1 0 0,0 7 0,-6 6 0,-2 10 0,-4 10 0,-2 8 0,4 4 0,4 2 0,8-2 0,12-6 0,12-8 0,12-9 0,8-9 0,3-8 0,-2-13-3392,0-17 3392,-18 2-78,-4-22 78,-19 9 0,-10-10 0,-6 5-2242,-13 3 2242,8 16 2242,-4 3-2242,14 14 78,0 1-78,4 4-673,9 5-7169,24 8 7842,0 1 0,2 1 0,-17-8 0</inkml:trace>
  <inkml:trace contextRef="#ctx0" brushRef="#br0" timeOffset="95686">8730 7732 23299,'-3'0'3595,"0"0"-2217,3 0-1356,-21-12-10,19 10 44,-9-9-12,27 12 18,9-5 5,7-10-16,-5-3-23,-4-3 16,-9-3-31,-9 5-13,-4-4 0,-11 2 0,-17 6 0,3 6 0,-17 8 0,15 10 0,-6 9 0,2 16 0,11 1 0,3 11 0,11-14 0,8 8-3392,20-1 3392,-3-8-122,10-11 1,4-4 121,14-7 0,11 2-87,-6-19 87,-18-8 0,4-15 0,-19 5 0,-3-3 0,8-23 3229,-5-2-3229,-10 4 0,-7 17 358,0-6-358,-7 8 135,1 11-135,-1 6 0,1 9 0,3 4 0,0 15 0,3 9 0,6 18 0,6 9 0,1-6 0,-5-15 0,0 2-280,0 7 0,-3 1-233,-2 1 1,-3 2-1230,-1-1 0,-4-1 1742,-9-5 0,-2-5 0,0-7 0,-3-1 0</inkml:trace>
  <inkml:trace contextRef="#ctx0" brushRef="#br0" timeOffset="127605">9047 7739 22240,'2'-35'1377,"-1"0"1,2-27-890,-6 51-281,0-1 101,-3 1-89,2 4-29,0-1 90,1 1-201,1 3 44,1 0-50,0 4-62,0-1 6,0 12 16,-2 7 1,-2 16-12,-2 9-5,-4 9-11,2 6-12,0 2 3,7-26 0,2 0 9,6 18 16,2-9 46,13-16 44,2-14 33,10-2 208,14-14-112,-6-11-124,-2-4 63,-7-16-52,-7-4-66,-8 2 0,-1-4-20,-2 5 1,-2-1-590,2-8 1,-2 0 546,1-9-55,-5 0 55,-6 22 0,-7-2 0,-2 17 0,-7 7 0,4 11 1086,-4 6-1574,1 17-4136,3 4 3285,5 4 1034,19 4 0,-8-23 0,9 5 1</inkml:trace>
  <inkml:trace contextRef="#ctx0" brushRef="#br0" timeOffset="128229">9734 7674 22229,'-3'-1'4178,"1"0"-3747,2 1-263,-12-2-100,19 6-35,-10-3 23,28 5-5,1-3-23,1-4 28,8-7 123,-6-15-56,-2-4 11,-6-11-22,-14 3-56,-4 9 68,-15-6-96,4 19 72,-23-3-60,6 19-1,-15 8-17,12 5-22,-7 17 11,9 1 9,10-6 0,1 3-9,-2 20-11,14 10 5,11-25-10,25 3-18,12-12 3,-2-11 1,5-2-451,-4-5 1,2-2 449,9-5 1,-1-4 30,-10-6 0,-4-3-168,-4-5 0,-3-3 193,-5-2 1,-3-4 13,-5-1 1,-4-3 19,-2 0 0,-3-2-8,-3 0 0,-3 0-62,1-29 0,-9 3 0,-2 17 0,-2 11 0,1 14 867,4 12-867,1-1 381,1 5-381,5 7 0,15 18 0,7 10 0,-7-9 0,1 2 0,-1 2 0,0 0 0,-1 5 0,0 0 0,-4-7 0,-3 1 0,0 14 0,-8 0-1308,-18 13-764,-1-17 0,-6-1 1413,-2-15 0,-2-4 1,-11 6-1,14-15 0</inkml:trace>
  <inkml:trace contextRef="#ctx0" brushRef="#br0" timeOffset="129329">12108 7711 23231,'2'-59'1047,"-1"1"1,-2 5 0,-5 6-651,-17-4-167,-12 16-90,-6 16-39,-2 12-57,2 18-21,3 12-12,3 16-22,3 10 8,16-20 0,3 0-25,-8 30 28,14-27 0,4 0 0,4 8 0,16 4 23,10-29 44,10-3 39,7-17 12,0-14 27,-2-16 40,-4-10-17,-6-5 0,-9-1 23,-9 6-29,-7 10-99,-7 13-63,-5 11 0,-5 9 0,-5 11 0,-6 12 0,-2 11 0,0 10 0,6 4 0,8 2 0,8 1 0,13 0 0,14-6 0,15-5 0,9-12 0,3-10 0,4-21 0,-22-4 0,4-22 0,-19-4-1696,-6 7 0,-1-2 1696,3-13-72,5-16 72,-7 23 0,4-6 0,1 9 0,-1 8 0,0 10 0,1 6 0,8 9 3356,-8 2-3356,9 12 108,-10 5-108,5 11 0,-1 8 0,-3 4-3392,4 8 3392,-8-16 0,9 6 0,-4-20 0,10 0 0,5-9 0,4-15 0,2-13 0,-1-17 0,-1-14 1536,-21 18 0,-1-2-1536,-1-2 0,-1-1 0,-1-1 0,-2 1 0,-3 2 0,-2 2 0,2-22 0,-12 13 0,-8 11 0,-6 11 0,-3 9 0,1 13 0,1 12 320,0 15-320,6 15 0,9 13-1696,14-15 0,7 1 1696,-6-12 0,5-1 0,6 1 0,5 1 0,2-2-1015,11 4 0,3-1 1015,-2-4 0,3 2 0,-4-4 0,-4-1 0,-2-3 0,-1-4 0,-1 1 0</inkml:trace>
  <inkml:trace contextRef="#ctx0" brushRef="#br0" timeOffset="132131">15039 7429 23402,'-8'-44'412,"1"0"1,3 6 0,-4 8 546,-17 20-769,-5 12-16,-16 12-96,3 5 20,6 6 0,1 5-65,12-6 1,1 2-174,-8 11 0,2 2 140,13-7 0,4 1-17,3 28 6,13-17-17,24 2 48,18-16-26,-1-11 1,3-2 5,-14-6 0,2-3 31,24-1 0,-3-5 2,-11-7 12,-9-2 0,-3-3 464,-8-10-246,-2-11-89,-16 8-107,-8 1 498,-8 7-442,0 6 196,-2 1-291,4 5 6,-1 8-23,0 8-5,1 11-6,1-2 11,3 20-11,5-19-17,17 28 45,6-25 11,15 7 1,0-18-12,2-13-6,3-15 17,1-13-5,-1-12-1210,-5-9 1227,-13 7-172,-13 5 0,-3-3 121,-1-17 0,-4 15 0,-2 0 0,-2-20 0,-2 10 0,-2 17 0,1 3 0,0 18 0,5-1 0,3 10 1194,9 3-1194,9 6 359,11 4-359,10 6 0,6 5-285,-2 3 285,-6 3 0,-14 2 0,-13-1 0,-12 1 0,-10-1 0,-4-2 0,-2-3 0,3-1 285,6-8-285,14 1 0,15-9 0,27-1 0,-19-6 0,3-2 0,3-1 0,1-3 0,-2-3 0,-3-2-425,-5-3 0,-3-2 425,7-11-100,-12-20 100,-18 16 0,-1-6 0,-12 7 0,0 17 0,-6-3 0,-1 12 840,-1 7-840,0 7 110,0 8-110,5 5 0,4 3 0,12 1 0,9-1 0,17-4 0,14-5 0,13-8 0,-8-5 0,-13-9 0,0-3 0,9-10 0,-16 3 0,-3-3 0,4-19 0,-11-4 0,-11 1 0,-9 4 0,-11 7 0,-9 7 0,-13 11 0,-10 9 0,-9 14 0,-3 9 0,4 12 0,12 7 0,12 6 0,13 3 0,12 3 0,18-1-18,-1-24 1,5-2-546,8 0 1,4-2 240,8 0 0,4-2-110,5-2 1,3-2-9,2-3 1,1-4 147,1-1 1,-1-5 154,-4-4 0,-2-4 120,-6-3 0,-3-4 67,-6-3 1,-3-3 35,-6-2 1,-2-2 61,14-26 272,-7 0 56,-11 3 56,-10 6-67,-13 8-129,-13 8-68,-16 8-77,-12 8-79,-10 10-56,0 8-6,5 11-27,8 8-23,11 6 666,9 4-722,11 1 155,16-1-138,15-4 6,19-8 10,10-11 18,4-12 44,-3-16 22,-7-11-27,-5-9 28,-6-5 38,-6 0 46,-10 4-111,-6 7-35,-7 10 0,-2 8 0,-7 10 0,-2 7 0,-4 10 0,3 8 0,1 5 0,13 2 0,11-2 0,17-7 0,17-7 0,-4-10 0,-4-9 0,2-5-345,-12-3 0,-1-3 345,15-5 0,-1-4 0,-12-5 0,-4-4 0,-4-5 0,-4-4 0,-2-7 0,-4-2 0,-3-8 0,-2-2-634,-2-5 0,-3-1 634,-1 0 0,-2 2 0,0 6 0,-2 3 0,-4 11 0,-1 4 0,-3-12 0,-4 27 0,2 15 598,-1 20-598,-1 17 0,-2 22 0,5-17 0,1 3 199,0 7 0,0 2-199,1 5 0,0 2 0,2 3 0,1 2 0,2 1 0,3 2 0,5-14 0,3 1 0,0-3 0,1 2 0,2-2-452,13 13 1,4-6-1167,10-4-1222,2-7-4094,-15-29 6165,-14-23 1,-9-1 0,-5-1 0</inkml:trace>
  <inkml:trace contextRef="#ctx0" brushRef="#br0" timeOffset="133020">18148 7537 19025,'-26'-40'1442,"0"0"0,0 0 0,-6-10 1,4 6-647,-5 7-337,16 15-252,2 2-151,12 9-22,27 10-40,-2 4 6,36 8-39,1 3-535,-17-4 1,2-1 545,3 1 0,1-2-6,1-2 1,0-1-75,-4-1 1,-2-2 124,-5-4 0,-3-2 61,15-9 45,-21-9 225,-22-9 32,-14 6 7,-11 0-219,1 13 1172,-6 6-1161,6 4 23,-7 9-163,10-1 279,1 20-312,10-12-6,9 18-17,10-8-45,29 10 17,4-12-259,-17-12 1,0-3 303,12-5 11,3-13 1,-17-9 16,-1-12 28,-14-12-12,-10 13 29,-14-10-6,-6 21 2,-19-1-69,9 11 0,-29 12 0,20 11 0,-16 11 0,20-2 0,1 14 0,14-1 0,5 24 0,10-17-21,16-5 1,5-1-209,10-5-74,5-1 1,5-1-319,-6-10 0,2-3 245,12 4 1,3-2 110,-7-8 0,1-1 0,0-3 164,15-3 0,-2-2 98,-2-2 0,-1-5 54,-5-6 0,-4-6-122,-14 0 1,-3-3 241,5-6 0,-3-4 173,-7-9 0,-6-3-101,-7 8 1,-5-1-37,-6-3 1,-5 2-210,-9-4 304,-24 5-83,-8 23-116,7 9 1,-2 4-74,5 5 1,1 4-14,-6 5 0,4 3 5,-4 13-5,6 14-28,19-4-6,6 10-5,31 6-12,12-14 17,11-8-11,12-19 0,-11-20 39,-12-8 1,1-6-15,-7-4 0,-2-4-482,4-12 0,-3-4 490,-10 10 1,-1-3 19,3-14 0,0-3 221,-4 6 0,1-1-242,-2 4 0,0-2 1,-1 1-5,1-6 0,-2 2 0,-1 2 0,-3 5 0,-7 1 343,-3 21-343,-4 11 176,2 12-176,-8 18 0,-7 37 0,8-20 0,1 3-452,-3 17 0,1 1 452,4-14 0,2 2 0,5 5 0,2 5 0,3-2-570,1-13 1,3-1-1,2 2 570,1 6 0,1 4 0,1-1 0,0-7 0,2 3 0,0-5 0,1-3 0,1 1 0</inkml:trace>
  <inkml:trace contextRef="#ctx0" brushRef="#br0" timeOffset="133888">21123 7247 23366,'3'-49'1144,"-1"-1"1,0 7-1,-1 8-869,0 18-158,0 11-44,-6 14 22,-4 10-5,-6 14 5,-4 10-50,4 4-56,6 0 44,13-4 1,15-7-6,19-10 28,15-12-244,-21-11 0,1-3 216,1-5 0,0-4 3,0-2 0,-2-5 8,-4-3 0,-3-2 68,14-24 5,-18 0 39,-15 8-5,-15 9-74,-9 13-27,-6 9-17,-1 14 398,3 9-415,5 11-11,8 7 11,10 4-16,13 1 10,13-2 8,17-6-13,12-8 0,-24-15 0,1-3-135,1-3 0,-1-3 135,26-13 0,-11-14 0,-14-13 0,-13-8 0,-10-4 0,-8 3 0,-9 6 0,-1 9 0,-4 10 0,3 11 0,2 6 0,3 6 0,1 6 270,1 7-803,5 9-901,5 10-4078,9 5 5512,1-4 0,-5-11 0,-6-10 0</inkml:trace>
  <inkml:trace contextRef="#ctx0" brushRef="#br0" timeOffset="134089">22064 7113 28574,'-17'-24'23,"3"15"-130,19 49-201,4 4-341,8 0-589,3-1-1904,0-8 3142,-2-8 0,-9-14 0,-3-5 0</inkml:trace>
  <inkml:trace contextRef="#ctx0" brushRef="#br0" timeOffset="134246">22165 6870 21702,'-4'-9'2148,"-11"-23"0,-3-5-1582,1 4-468,-2-6 0,0 2-143,6 12-179,7 13-353,8 12-1154,10 15 1731,14 16 0,-10-12 0,3 3 0</inkml:trace>
  <inkml:trace contextRef="#ctx0" brushRef="#br0" timeOffset="134921">22497 6732 27880,'-9'17'146,"3"13"-158,5 3 1,3 5-14,3 0 0,4 1-307,2 1 1,4-2 235,2 0 1,3-2-37,-1-4 1,1-1-171,12 18 174,-13-15-74,-16-16 215,-16-11-30,-13-14 56,-7-6 85,-5-16-80,14 7 365,3-11-347,16 10-6,12-9-40,13-4-21,19-7-151,-14 18 1,2 0 146,2-2 1,2 1 16,1 0 1,-1 0-4,-2 1 1,-2 1 16,-3 1 1,-3-1 4,-3-3 1,-5-2 112,2-19-56,-10 2 152,-10 7 16,0 12 16,-1 0-66,2 9 175,2 11-361,1 10 54,0 12-54,1 15-16,3 17 12,1 12 7,-1-25 1,1 1-12,0 1 1,0 1-1,-1-2 0,1 1-8,0-3 0,0-1-11,4 22 17,1-15 72,1-17 30,1-12-108,4-18 0,8-12 0,8-16 0,5-6 0,3 1 0,-1 7 0,-3 10 0,0 11 0,-1 13 0,5 13 0,6 12 0,-15 0 0,1 2 0,12 12-829,-13-6 0,-2 2 829,6 17 0,-10-16 0,-6-4 0</inkml:trace>
  <inkml:trace contextRef="#ctx0" brushRef="#br0" timeOffset="135488">22492 7072 16779,'0'-7'3338,"-7"-31"0,-2-11-2128,1-8-874,2 16 0,-1-5 1,2 5-111,1 9 1,2 1 313,3-13 1,1 2-261,2 2 73,2 4 0,2 3-45,0 12-224,3-2-12,-8 21-59,-3 16-13,-2 20 0,-1 5 0,0 6 0,-1 2 0,1 0-282,-2 3 1,0 1 281,2 3 0,2 1-93,6 3 0,3 1-778,3 2 1,3 1 653,-1-16 1,2 1-1,1-3-349,7 9 1,1-4 66,-6-11 0,-1-2-2422,-2 0 0,-1-2 2921,-4 1 0,-2-7 0,-6-16 0</inkml:trace>
  <inkml:trace contextRef="#ctx0" brushRef="#br0" timeOffset="135688">22289 7206 27320,'43'-45'33,"-15"23"1,4 5-202,16 9 0,4 5-2504,-2-5 0,-2 0 2672,-7 0 0,-4 0 0,7-3 0,-21 3 0</inkml:trace>
  <inkml:trace contextRef="#ctx0" brushRef="#br0" timeOffset="137854">24776 7145 25530,'13'-54'325,"1"0"0,-2 7 0,0 4-180,10-10 514,-8 17-615,-6 0 1,-2-2-20,-3 5 1,-1-1-15,2-5 0,-2-4 14,-3-12 0,-1 0-1225,0 21 1,-2 0 1216,0-12 0,-2 3 16,-6-4 676,1 22-720,3 13 263,0 10-258,-7 22-5,-2 14 0,4-4 0,1 5-683,1 8 1,1 1 687,2-5 1,0 2-18,2 18 1,1 1 421,2-7 1,3 3-609,2 0 0,3 4 0,1-1-30,0-8 0,1-1 0,2 1-469,3 6 0,1 1 0,2-2 355,-1-12 0,0-2 0,0-2-137,5 13 0,-2-4 101,-3-13 0,-6-4-227,-11 0 1612,-25-36-1024,-23-26 78,19 4 1,0-2 241,5 3 0,-1-3-87,0-2 1,-2-5 0,3 3 387,-1-3 0,1-1-249,-10-14 1,2-1-82,13 14 0,5 1-317,5 3 1,4 1 148,1-17-34,18 13 1,4 2-50,8-3-18,5 2 0,7-1-2,7 2 0,4 1 22,2-3 0,1 0-6,1 1 0,0-1 24,-12 7 0,0 0 0,-3 1-241,-2 1 0,-2-1 410,11-10 1,-3 0 344,-3-2 143,-12-4 601,-17 25-1049,1-4 315,-7 16-494,0 11 719,0 14-730,0 21-35,2 23-185,-2-22 1,0 2 168,0 6 0,0 2-722,0 3 0,1 0 722,-2-12 0,2 1-6,-1 17 1,1-1-91,0-22 1,-1-2 103,1 13 1,0-3-4,0-1 29,-2-14 22,2-23 270,1-11-315,3-8 1452,6-18-1446,13-12 11,3 1-17,12-2 240,-8 22-257,-1 11-5,-1 8 11,-9 6-34,13 9 17,-8 0 12,10 4-1,-5-6 29,-2-6-12,-6-6 45,5-16 11,-8-7 17,6-16 67,-10 1 23,-5 2 16,-6 5-110,-5 9-80,-3 9 0,-2 7 0,0 6 0,-2 8 0,0 8 0,-2 10 0,3 11-287,2 6-335,12 9-1281,9 6 1903,-2-23 0,1-2 0,4 5 0,0-3 0</inkml:trace>
  <inkml:trace contextRef="#ctx0" brushRef="#br0" timeOffset="139871">27474 6879 22739,'-5'-1'3483,"1"0"-3197,-14-29 0,1-13 83,7-6-224,-8-7 1,2-4-877,16 19 0,4 1 815,0-6 0,0-1-17,2-4 0,1-1-14,0-6 1,1 0-15,0-3 0,0 0 36,0 2 1,-1 1 11,-1 6 0,-1 4-20,-2 10 0,0 5 492,-1-7-559,-3 22 280,-5 26-280,-6 22 0,1-2 0,-2 4-697,-3 10 1,-1 4 696,-4 10 0,0 2 0,6-14 0,-1 1 0,1 0 0,0 4 0,-1 1 0,1 0-16,0 3 1,0 0 0,1 0 11,1 1 1,0-1-1,2 1-4,2-3 1,0-1 0,3-1 5,2-5 0,2-1 0,1-2-1,5 10 1,3-6 373,2-11 1,2-5-361,12 3-16,1-29 10,3-26 18,9-23-571,-14 13 1,1-1 547,3-4 0,1 0 2,1-1 1,0 2 628,0 3 1,-1 2-618,-2 7 0,-1 2-14,15-7-5,-11 15-18,-9 11 23,-6 14 0,-1 9 1276,0 10-1265,1 8 83,1 3-100,3 1-16,5-3-23,9-8 39,-2-11-16,25-12 28,-13-19-4,-11 1 1,0-4 20,14-25 21,-6-6-27,-4-1 0,-8 3 18,-7 8-35,-8 11 0,-6 10 0,-4 9 0,-1 5 0,-4 13 0,1 2 0,-2 12 0,3-2 0,4-2-7,5-3-10,7-4 0,9-7 23,8-7 29,5-11-35,2-7 0,-1-12 0,-5-6 0,-7-3 0,-7-4 0,-7 4 0,-5 4 0,-7 5 0,-2 13 0,-8 3 0,-3 12 0,-11 9 0,-9 8 0,-7 13 0,-2 10 0,3 6-338,8 8 338,10 1 0,18-21 0,4-1 0,4 12-51,9-15 1,5-2-163,24 2 123,-13-13 1,5-3-15,10-4 0,3-5 82,-8-5 0,0-3 27,-1 0 1,-2-3 16,17-25 34,-22 1 51,1-12 33,-11 1 151,-8 4-207,-7 15-50,-2 6-34,-4 14 0,1 0 0,-1 9 338,-3 9-338,-3 15 0,-3 15 0,-1 15 0,6-26 0,0 2 0,1 13 0,2 1-1014,0-4 0,2 0 1014,2 7 0,2-2 0,-1-17 0,0-2 0,4 1 0,-1-3 0,2 0 0,0-5 0,-5-31 0,-3-6 0,-1-30 0,0-2 0,4-19 1014,-1 29 0,2 0-1014,3-3 0,0 1 0,7-16 0,-1 11 0,-9 23 0,-3 10 0,-2 3 0,0 2 0,0 3 0,-2 0 0,1 0 0,-1 0 0,1-1 0,0 0-231,0 0 125,-1 1 33,-1-1 6,-2 2 44,1 0-16,-2 2 33,1-3 1,0 3 16,1-2-22,3 0 257,0 0-184,1-10-6,3-3-11,3-16 33,6-11-3407,7-19 3329,0 3 0,0-2 0,2-4-460,-6 13 1,0-2 457,-1 3 0,1-4 0,-2 2-975,1-14 0,-3 4 977,-3 14 0,-2-1 0,-1-11 0,-3 2-98,-3-4 98,1 21 0,-2 3 0,-2 6 1917,1 16-1917,-2 9 890,-5 23-890,-5 14 0,4-2 0,-1 4 1089,-2 8 0,0 3-1089,-1 9 0,-1 3 0,4-14 0,-1 1 0,1 1 0,-2 4 0,1 0 0,-1 2-444,0 0 0,-1 1 0,1 0 444,1-1 0,1 0 0,1-1 0,2-3 0,1-2 0,4-1-314,4 15 1,7-3 170,9-6 0,8-5-171,11-7 1,7-5-1023,9-4 1,7-7 1335,-13-11 0,3-3 0,-4-2 0,-2 1 0,-4-3 0,-2-5 0,0 1 0</inkml:trace>
  <inkml:trace contextRef="#ctx0" brushRef="#br0" timeOffset="140563">29033 7077 23285,'37'-42'542,"0"0"0,-1 0 0,-2 4 0,-2 1 1,-7 5 28,-1-10 406,-10 15-804,-8 14 90,-5 11-252,-6 23 17,1-1 0,-8 40-39,6-29 0,1 2 13,-1 11 1,-1 2-358,0 4 0,1 0 358,1 2 0,1 0 8,0-1 0,2 0-8,2-3 0,1-1 8,1-7 0,0-2 282,3 18-270,-2-25 16,-7-21-28,-2-26 12,-5-18-68,0-24 14,6 20 0,2-2-304,1-7 0,1-1 324,4-5 0,3-1-60,0-3 1,2 0 76,4-1 0,1 1-547,1 2 1,1 1 551,0 2 1,1 2-24,1 4 1,1 1-195,0 4 0,1 1 217,-1 6 1,2 1 339,18-18-368,-3 19 788,-4 16-782,-3 22 1182,-5 16-1238,-5 21 11,-7 16 64,-10-26 1,-4 2-40,-3 0 0,-3 0-5,-3-2 0,-4 0-20,-3-4 0,-2-1-54,-1-3 1,-1-2-425,-23 14-569,4-13-2834,5-11 3937,12-11 0,10-3 0,9-3 0</inkml:trace>
  <inkml:trace contextRef="#ctx0" brushRef="#br0" timeOffset="141064">30860 6411 27566,'-2'-47'325,"-8"15"-274,-8 46 10,-15 13-50,-10 12-333,20-15 1,0 0 326,1 3 1,1 0-17,-9 29 52,15-1-91,19-2 27,19-4 12,21-6 2,-17-26 1,3-3 30,0-3 1,1-4 28,25-10-1,-10-16 17,-14-17-22,-11-14 5,-11-8-33,-8 25 0,-4 0-6,-1 0 0,-3 0 0,-2 2 1,-3 1 5,-16-19 5,-6 13-16,-4 15-51,0 12-17,0 16-335,-3 19-1,14 0-1439,1 23 1837,25-3 0,-1-15 0,7-1 0</inkml:trace>
  <inkml:trace contextRef="#ctx0" brushRef="#br0" timeOffset="141487">31458 6400 26413,'0'-51'565,"0"0"1,1 1 0,-3 16-499,-3 31-45,-6 13 1,-7 21-26,0 13 0,-1 5-595,6-11 0,-1 2 577,0 9 1,-1 5 0,2-1-464,4-8 1,1-1 0,1 2 380,-1 13 1,0 3-1,0 1-491,4-15 0,-1 1 0,2-1 1,-1 1 325,1 0 1,1 0-1,-1 0 1,0-1-381,-2 14 0,-1-1 0,-2-1-259,-1-5 1,-2-1 0,-2-4 657,-2-8 1,-2-2-1,-4-5 394,-10 4 0,-4-11-75,1-18 0,-1-10 62,4-14 0,3-9 126,5-12 0,7-8 240,3-8 0,8-4-73,6-7 1,7-1-143,0 19 1,3-1 0,3 2-62,3 1 1,3 0-1,3 1 50,8-2 1,5 0 0,-2 4-158,2-1 0,3 3 62,4 4 0,6 1 1,-5 6-122,-14 9 0,0 3 1,8-2 1,4 0 0,-2 2 884,-2 4 1,1 2-837,20-4 1,-2 1-90,-23 5 0,-2 0 572,4-1 0,-4 1-595,-11-1 179,-5-1-755,1 0-194,-9 3 776,-6 3 0,-2 2 0,-2 1 0</inkml:trace>
  <inkml:trace contextRef="#ctx0" brushRef="#br0" timeOffset="145954">2337 10593 22363,'-2'-48'563,"1"1"1,0-1 0,0 0 0,-1-14 0,0 1 0,1 1-419,-1 4 1,1 2 0,0 2-841,0-12 1,0 2 898,-1-2 0,1 5-3062,0 2 2953,0 29 964,-1 20-1031,2 18-11,2 18 27,3 27-4,1 0-7,-2-9 1,-1 4-18,-4 13 1,-1 0-48,0-10 0,-1 1 35,-2-9 0,-1 5 0,-1 0 0,0-6 595,-4 10 0,0-4-605,-3 13 1,0-3 10,3-16 1,2-7 44,0 5 163,2-10 6,5-23-119,6-28 784,6-19-839,8-18-29,-7 23 1,2-1 684,2-4 0,1 1-684,1 0 0,1 1-15,1 2 1,0 3-202,17-20 210,-8 20-33,5 12 5,-10 20 17,10 11-6,-3 17-33,0 16 658,-9-4-863,-5 0 1,-1 0-267,4 6 440,-6-13 0,1-2-726,14 6 108,1-18 429,-1-5 52,15-19 319,-16-14 96,9-14 122,-13-6 40,-7-1 56,-6 4 218,-6 3-471,-3 14 113,-2 4-169,0 12-49,-1 1-35,1 4-44,3 2-11,6 4 38,8-2-60,12-3 21,12-8 23,9-8-17,6-11 45,-5-7 0,-8-5 23,-13-2 5,-13 1 5,-8 2 63,-11 5-29,-7 7-56,-8 9 11,-5 7-38,-4 13 21,-6 8 1,-3 14-62,1 8-11,7 8-40,11 5-89,13 1-157,21 1-285,20-4-160,-7-25 0,4-3 490,8-3 0,3-3 148,6-3 1,2-4 111,1-4 0,1-5 65,-4-3 0,-1-4 58,-6-3 1,-3-4-78,-6-1 1,-4-3 146,-6-1 1,-3-1 157,11-26-68,-11 1-6,-9 2 18,-7 8-57,-5 11-128,-4 13 11,-22 14-85,-10 18-5,7-4 1,-1 4-12,0 4 0,0 3-3,3 1 0,1 1 151,3 0 0,3 1-216,-7 24 277,12-8-265,18-11 39,12-15 34,15-16 17,10-18 33,6-14-156,-22 10 1,-1-3 144,0-1 0,-3-1 11,-1-2 0,-2 0 67,11-25 12,-10 4 380,-6 9-526,-7 10 0,-4 13 0,-2 8 0,-5 10 0,-3 11 0,-10 27 0,6-7 0,3-4 0,3 2-365,4 14-156,11 13-145,15-4 296,-4-29 1,5-3-46,5-2 0,4-3 283,3-5 1,1-4 111,1-3 0,-1-4 177,0-10 0,-3-3 39,8-6 261,-8-23 35,-24 9 7,2-10 128,2-4-442,-5 17 128,1 1-250,-8 22 515,-2 3-578,-2 16 0,-4 14 0,-4 21 0,3-18 0,-1 2 0,-1 7 0,0 1-478,0 6 0,0 1 478,0 5 0,1 2 0,0 2 0,0 1 0,2-2 0,0-2 0,1-5 0,-1-4 0,1-11 0,0-4 0,-4 1 0,-2-34 0,1-29 0,5 2 0,1-5 0,0-10 0,2-5-818,2-9 0,2-4 818,1 17 0,0 0 0,1-2 0,3-1 0,0 0 0,2 0 0,1 2 0,1-1 0,0 2 0,1 2 0,1 2 0,0 1 276,6-12 0,0 3-276,-2 9 0,0 4 0,10-16 0,-4 21 0,-1 17 0,5 17 0,10 19 0,-14-1 0,1 3 0,3 8 0,-1 3 456,0 3 1,-3 3-457,-4 0 0,-6 0-37,-10-2 0,-7-1-133,-12-4 0,-7-4 24,-12-3 1,-6-6-208,-8-3 0,-2-5-779,-4-5 1,0-4 542,-1-9 0,4-3 0,-7 1 0,13-10 0</inkml:trace>
  <inkml:trace contextRef="#ctx0" brushRef="#br0" timeOffset="147729">6701 10451 22867,'11'-43'588,"1"1"0,-1-1 0,-1 1 1,-1 1-1,-2-1-355,-1-1 1,-3 0-1,-1 2-774,-3-8 1,-2 4 615,1 3 1,-5 5 137,-23-3-5,-11 30-144,10 10 1,-3 6-1359,-17 16 1,0 6 1315,14-6 1,0 4-3,1 3 1,-1 4 0,4 0-339,1 6 1,3 1 319,-4 10 1,2 2 2,7-2 1,6-1-6,6-4 0,7-3 183,8-6 1,7-4-218,27 16-898,2-35 1,3-7 914,21-5 0,-13-12 0,-1-9 686,-15-4 0,-3-4-655,10-9 0,-1-6 3,-9 0 0,-1-4 0,-2 1-9,2-3 1,-2-3-74,-4 0 0,1-5 0,-3 4 76,0-2 1,-1 1-3,-4 11 0,0-2 1,0 1-132,-3 2 0,1 1 0,-2 2 136,0-3 0,-1 3 2363,1-21-2310,-10 36 918,-3 17-957,-4 14 17,-8 37-28,0-2 368,1 4 0,-1 4-391,2-5 1,1 2-181,1-7 1,1 3 0,0 1 175,1 1 1,0 1 0,2 0-8,1 8 0,2 1 0,3-2 4,1-9 0,2-2 0,1-1-10,2 17 1,5-4-31,7-14 0,4-6-65,21 5 62,-8-22 0,1-5 17,15-5 8,-8-21 1,-1-9 30,-17 0 0,-3-3-55,7-4 1,0-2 73,-3-6 1,-3 0 0,-6 6 0,-1-1 30,6-13 0,-2-1-14,-8 13 1,-2 1 1182,4-26-1169,-19 35 29,-16 14-18,-10 14 12,-14 10-42,13 4 0,1 3-29,5 0 1,1 2-3,1 0 0,2 2 17,-7 27-11,12-8-20,8-13 0,2 1-20,6 13-246,13-6 269,6-25 766,17-17-744,0-15 6,15-16 13,-26 11 0,0-3 9,4-10 0,-3-2-20,-8 12 1,-2-1 22,4-11 0,-2 2 104,-4-3-95,-2 0-51,-9 19 292,-13 21-292,-1 9 0,-7 13 0,-4 22 0,8-1 0,4-12 0,3 2 0,7 18 0,14-6 0,3-16 0,36-4 0,-20-18 0,12-9 0,4-6 0,-17-3 0,0-4-472,16-7 0,0-6 472,-8-3 0,-4-3 0,-7 5 0,-1-3 0,-4-6 0,-1-5 0,-1 2 0,0-8 0,-2 0 0,-1 2 0,1-3 0,-2 1 0,2-10 0,-3 2 0,-2 4 0,-3 2 0,-4 7 0,-3 1 0,-2-20 0,-12 21 0,-5 21 0,-9 20 0,-7 21 0,2 6 0,1 11 0,0 6 0,7-6 0,1 1-245,-5 7 1,1 4 244,6-6 0,1 3 0,2-2-406,0 8 1,2-1 405,2-11 0,0 1 0,1 0-163,2 18 0,6-1-687,10-6 1,7-2-523,5 0 0,2-4 674,-2-7 1,3-9-3342,32-7-363,-34-43 2307,-3-18 2460,-20-17 1527,-16-6-923,1 29 0,-1 1 475,-14-15 964,3 17 0,-3 4-896,-15-1-936,-10-4 147,21 23 0,3 2-544,5 2 291,-16 0-426,35 5 7,4 0 10,14 3-27,27-1-34,-1-1-23,12-3 1,4-2 703,-13-1 1,0-2-688,20-1 1,1-1-566,-10-2 1,-2-2 578,-1-2 1,-2-1-9,-3 0 0,-3-2 9,-6 0 0,-3-1 237,13-13 376,-22-5-393,-16 13 407,-15-3-339,-7 14 1421,-10 1-1566,-7 9 64,-7 10-164,5 3-52,7 6 0,1 3 0,-8 15 0,11-10 0,4 3 0,0 18 0,18-2 0,9-13 0,28 1 0,-3-22 0,26-7 0,-24-12 0,11-20 0,-24 9 0,14-26 0,-15 15 0,4-13 0,-9 16 0,-8 9 0,-2 9 0,-6 8 0,-7 12 0,-4 12 0,-6 13 0,1 9 0,5 7-304,5 1-1465,11 4 1547,11 2 0,-5-28 0,3-4 0</inkml:trace>
  <inkml:trace contextRef="#ctx0" brushRef="#br0" timeOffset="148387">10744 9773 26262,'-21'-48'362,"1"0"0,1 4 0,-1 11-239,-10 21-33,-5 10-23,-2 11-5,-1 11-6,2 14-34,6 7 6,11 6-17,11 3 0,20 0-316,17 0 288,-6-25 0,4-2 6,3 2 0,3-1 5,2 0 1,1 0-7,-1-1 1,-1 0 16,-6-2 1,-3 1 22,6 15-11,-48-1-6,-5-14-8,-11-10 0,-4-3-3,5-4 0,-1-2-6,-8 1 1,-2-2-7,2-3 1,1-2-45,5-1 0,4-3-380,-15-15-679,23-6-1590,28-4 2705,23-3 0,-8 16 0,5 2 0</inkml:trace>
  <inkml:trace contextRef="#ctx0" brushRef="#br0" timeOffset="149372">11053 9661 25685,'6'-44'731,"0"-1"1,0 4 0,-5 10-430,-9 21-128,0 6-79,2 14-44,0 12-7,1 19-32,2 15-24,4-23 1,1 2-350,2 3 1,2 1 293,2 3 0,1 0-68,2 3 1,0 0-29,-1-2 1,-2 0 30,0-3 1,-4-3-9,-11 19 95,-11-24 73,-17-31-6,10-10 34,-2-25 28,20-2 79,3-13 10,12-3 7,9 0-29,14 4-62,7 5-33,7 7-50,5 5 344,4 5-344,2 6 16,-2 6 1,-10 7-34,-13 3 5,-15 4 12,-18 4 10,-9-1 29,-5 1 410,2-1-336,4-3-119,6-1 0,2-2 0,2-1 0,2 0 0,1 2 0,4 2 0,4 2 0,4 5 0,3 9 0,7 11 0,-4-2 0,1 1 0,12 13 0,-4-7 0,1-1-266,-7-8 1,-1-2 265,4 4 0,-2 1 0,11 16 0,-20-13 0,-26-14 0,-15-11 0,-11-15 0,0-9 0,7-9-2861,10-11 2861,10 13 0,16-10 0,12 15 0,18-4 0,15 1 0,-20 14 0,2 0-309,15-3 1,-1 2 308,-14 3 0,0 1 0,17-4 0,-2 0 0,11-4 0,-22 4 0,-1-1 0,9-7 3087,-13 1-3087,-26 5 0,-12 4 0,-3 0 0,-4 4 0,1 3 922,2 6-922,0 8 0,1 9 0,1 11 0,4 18 0,10-2 0,11 8 0,14-13 0,-1-12 0,15-2 0,-8-14 0,8-4 0,2-21 0,-14-10 0,-6-9 0,-14-10 0,-9 3 0,-5-18 0,-2 18 0,-6-8 0,5 31 0,-3-5 0,5 15 0,0 0-237,7 13-1224,7 4 38,3 5 1423,15 11 0,-19-18 0,5 6 0</inkml:trace>
  <inkml:trace contextRef="#ctx0" brushRef="#br0" timeOffset="149939">12985 9795 21299,'1'-6'5091,"1"2"-4206,-2 4-280,21-64-191,-19 44-341,9-15 0,-6 5 158,-29 30-231,-2 9 0,-8 4 0,9 5 0,0 4 0,-13 17 0,16-15 0,-1 1 0,3 3 0,3 2 0,3 1 0,2 1 0,1 0 0,3 2 0,5 2 0,5-2 0,18 15-158,19-11 18,0-14-28,-10-14 0,4-4-115,6-5 0,1-4-229,3-1 0,1-4 302,8-4 0,-1-5-340,-8-3 1,-3-2 499,-9 3 0,-1-1 8,12-16 0,-3-2 64,-13 11 0,-2-1 48,9-12 0,-1-2-84,-13 10 1,-2 0 161,-3 0 1,-3 1 24,3-17 17,-8 16 1,0 0 145,2-25-84,-1 14 0,-1 0-101,-2 9 0,0 2-78,1-2 1,-2 3-74,0-4 514,-1 14-514,-2 5 837,1 10-837,-1 1 279,1 5-279,-4 11 0,1 3 0,-6 25 0,-2 12 0,3-14 0,0 4-943,0 16 0,0 0 943,2-16 0,1 0 0,1 17 0,2-1-366,6-19 0,1-2 366,4 11 0,2 1-650,4-2 0,3-1-1073,6 3 1,0-2-3194,-7-13 1,-1-3 3210,13 19 1,-22-35 0,-7-12 0</inkml:trace>
  <inkml:trace contextRef="#ctx0" brushRef="#br0" timeOffset="150139">13372 9895 27370,'-3'-34'-50,"1"-1"0,25-19-454,20 53-443,-7 1 0,2 0-3969,-1 0 1,0 0 2805,18 0 1,-19 0 0,-27 0 0</inkml:trace>
  <inkml:trace contextRef="#ctx0" brushRef="#br0" timeOffset="151373">13890 9852 25107,'16'-48'609,"0"0"0,-2 5 0,-4 9-232,-8 24-282,-2 6 7,-3 12-63,-2 11 15,-4 16-4,1 27-50,2-17 0,7-13 0,4 0-5,13 3-7,16 2-4,15-12 10,8-12 28,4-17 34,-1-14-365,-7-14 370,-11-9 29,-14-8 16,-14-2-11,-14 3-11,-9 6 23,-6 11-51,-3 12-62,4 9-22,4 9 320,4 9-616,8 5-533,13 8-1630,14 4 2487,20 1 0,-19-11 0,-1-2 0</inkml:trace>
  <inkml:trace contextRef="#ctx0" brushRef="#br0" timeOffset="151705">14542 9660 22335,'-2'-5'4492,"0"2"-3764,2 3-330,-11-67-180,16 42-159,-6-13 0,6 5-20,23 26-11,10 17-17,6 14-39,5 16-93,-25-16 0,-2 1 90,0 1 0,-1 2-28,-4 3 1,-2-1 30,3 10 22,-14 5 57,-15-28-18,-5-3 1,-2-14 39,4-11 22,6-10 197,10-11-236,9-5 12,10-3-18,10 2-50,6 5-73,7 6-212,5 8-838,9 6 2,-27 9 1,1 2 1120,5 3 0,-2 0 0,5 0 0,-6 3 0</inkml:trace>
  <inkml:trace contextRef="#ctx0" brushRef="#br0" timeOffset="151889">15431 9758 28671,'12'-61'0,"-3"13"-427,-11 46 427,-1 4 0,0-1 0,0 1 0</inkml:trace>
  <inkml:trace contextRef="#ctx0" brushRef="#br0" timeOffset="153688">15362 9763 26402,'-42'-24'845,"9"6"-755,33 17-6,3 1-11,2 3-17,6 1 0,2 5-6,4 1-5,4-2-23,3-3-5,3-3 28,0-4 16,-2-4 46,-3-8-6,-7-7 16,-2-15-83,-7 10 61,-2-13 34,-5 19-6,-4-1-4,-2 7-119,-5 8 0,-3 6 0,-4 8 0,-4 6 0,-8 17 0,11-6 0,-8 14 0,16-10 0,2 9 0,9 1-69,24 11-272,-1-14-647,4-10 0,4-1 988,0-5 0,-1-3 0,11 9 0,0-4 0</inkml:trace>
  <inkml:trace contextRef="#ctx0" brushRef="#br0" timeOffset="153846">16038 9956 25713,'0'-4'2402,"0"1"-1846,0 3-556,3-46-1071,-5 35 1071,-5-35 0,2 46 0,-5 0 0</inkml:trace>
  <inkml:trace contextRef="#ctx0" brushRef="#br0" timeOffset="239584">2217 12175 15748,'-3'-3'4806,"0"0"-3849,3 3-749,-71-3-7,36 17-120,-12-7 1,1 5-9,8 27-50,4 6 5,10-2-23,12-3 46,12-8 117,18-6-96,0-11 40,21-5 28,-6-10 157,7-6 112,-9-3 157,-12-7-454,-13 5-34,-17-1 6,-43 14-62,-1 7-1710,19-2 1,2 1 1693,-12 10-12,9 7 6,5 5-17,3 10-31,25-7 1,5 1-3,6 7-45,20 16-185,16-24-107,13-6-152,-17-12 0,2-3 303,1-5 1,1-4 106,-2-5 1,0-6 114,3-9 0,-2-5 33,-14 6 1,-2-2 41,8-14 1,-3-2-31,4-17 145,-14 19 1,-1-1 38,-3 4 1,-1 0 3569,13-20-3360,-10 19-273,-5 10 38,-7 14 716,-2 4-816,4 7-6,4 10-62,-3 0 382,0 16-382,-9-3-10,-11 12-96,-11 4-84,-1-17 0,-2-1 106,-19 11 107,1-5 162,11-32-134,20-10 117,-2-19 225,18-17-101,3-1-34,9-6-163,-3 24 40,3 7-73,-6 14-50,5 2-1,15 14-49,8 7-24,7 5-370,-14-5 1,2 2 62,-2-1 0,1 2-1969,19 14 0,2 2 1785,-14-9 0,-3 1 0,-1-2 0,-6-3 0,-7-2 0</inkml:trace>
  <inkml:trace contextRef="#ctx0" brushRef="#br0" timeOffset="239819">1950 13201 20647,'-46'10'900,"0"0"1,0 0 0,-1-1 0,0 1 0,6-3-330,7-1 0,4-1 165,-16 2-619,27-4 118,61-12-184,-2 1-25,2 1 0,11-3 0,-2 2-1143,11-1 0,2 0 1096,-18 3 0,4 0 0,1 0 0,-1 1-119,9-1 0,0 2 0,-1 0-506,1 1 0,0 0 1,-3 1-719,-10 1 1,-2 0 0,-1 0 1363,24 0 0,-8 1 0,-14 0 0,-3 0 0</inkml:trace>
  <inkml:trace contextRef="#ctx0" brushRef="#br0" timeOffset="243597">7085 12402 10270,'4'-60'1931,"0"-1"0,0 1 1,-1 11-1,0 2 1,0 1-1151,2-19 0,-1 4-525,-2 21 1,-1 4 656,1-21-31,-4 18-546,1 18-148,-1 12-137,1 32-18,0 12-11,0-1 1,-1 3-456,0 4 0,0 2 444,-1 8 0,-1 2 8,-1 6 1,1 2-5,1-17 0,0 0 0,0 2-13,0 2 0,0 0 0,1 2-435,0 2 1,0 2-1,1 0 446,-1 2 0,1 2 1,0 2-9,1-3 1,-1 4-1,1-1 1,0-3 3,0-1 0,-1-3 1,1 3-5,0 3 1,1 5 0,-1-1-1,0-3 2,0 0 1,1-3 0,-1 3-502,1-5 0,-1 3 0,0 1 1,0 0 500,1 0 0,-1 1 0,0 0 0,0 0-409,1 1 0,-1 0 0,0 0 0,-1 0 414,1 0 1,0 0 0,0 1-1,-1-1-7,1 1 1,-1-1 0,0 1 0,1 0 3,-2-1 1,1 0 0,0 1 0,-1-1-3,1 0 0,-1 0 0,1 1 0,-1-1-10,0-1 0,1 0 0,-1 0 1,1-1-264,0 0 0,0 0 0,0-1 0,1 0 260,-1-1 0,1-1 1,1-1-1,0 1-3,0-3 1,1 0 0,0 0 0,0-1-164,0-2 0,1 0 0,0-1 0,1-1-19,0 13 1,2-1 0,0-2-517,0-4 1,0-2 0,2-1 706,0-3 0,2-2 0,-1-4 0,-2-4 0,1-5 0,9 18 0</inkml:trace>
  <inkml:trace contextRef="#ctx0" brushRef="#br0" timeOffset="245101">12305 11865 21999,'4'-45'881,"0"0"0,0 0 1,-1 6-300,-2 10 158,0-10-628,0 18 45,0 1-118,0 17-22,-1 1-1,0 9 46,0 7-40,1 30-10,-6 8-12,2-13 0,-1 1 5,-6 21 9,1-3 0,0 1-489,3-26 0,1 1 480,-2 10 1,-1 5 0,1-2 5,-2 4 0,1 2-7,-1 3 0,0 6 0,0-4-4,-1 4 0,1 1-431,0-3 1,0 4 0,1 0 430,0-7 0,2 0 0,-1 1-572,0 2 1,1 2 0,-1 0 569,2-8 1,0 2 0,0-1-1,0-2-686,1 10 0,0-2 1,0-2 687,1-10 0,1-2 0,0 2 1,0 9 1,1 1 0,-1 1-243,2 2 1,-1 0-1,2 0 236,-1-14 1,1 1 0,1 0 0,-1 1-56,1 5 1,0 1-1,0 1 1,1-4 59,1 9 0,2-3 0,-1-3 1,0-10 1,-1-3 0,1 2-2,0 7 0,2 0 0,-2-1 232,2 9 0,-2 1-232,0-1 0,-2 3 0,1-1-2,-2-9 0,0-1 0,-1 0 306,-2 6 0,0 1 0,-2-3-304,0-9 0,-2-3 0,1-1 0,-3 6 0,-1 0 0,1-4 0,-2 2 0,1-4-9,2-9 1,0 0 0,-2 11 1,-2 7-1,2-5 2,2-6 1,0-2-12,-3 17 1,1 0 729,3-23 1,1 0-793,0 12 1,0 0-449,0 13-876,2-18 0,1 0 1342,2 10 0,0-22 0,1-13 0</inkml:trace>
  <inkml:trace contextRef="#ctx0" brushRef="#br0" timeOffset="245877">11371 17033 19328,'0'-3'3702,"0"1"-2381,0 2-979,-18 47-96,19-7-170,-6 2 0,4 2-379,11-10 0,4-1 359,4 1 0,3-2-14,6 0 0,4-3-11,9-3 0,4-2-719,9-3 1,5-3 679,-12-7 1,3-2-1,-2 0-3,14 0 0,2-1 11,-12-4 0,5-1 0,0-1 0,-3-1-573,-2-2 1,-3-1 0,4-1 574,-1 0 1,4 0 0,-1-1 0,-4-2 1,-1-2 0,-4-3 0,-2-1-354,10-8 0,-7-1 366,-14 4 1,-6-3 317,6-35-211,-26 8 22,-11 13 1,-5 1 101,-15-18-85,5 26 1,-3 2 161,-15-8 1110,5 5-1182,10 6 1818,9 6-2003,9 6 1130,3 5-1214,2 5 126,4 6-81,4 10-34,7 10-5,6 11-6,4 7-56,3 7-1732,-15-24 0,0 0 1614,7 17-818,-11-9 1,-4-1-74,-5 2 1082,-14 10 0,-2-2 0,3-20 0,-17 23 0</inkml:trace>
  <inkml:trace contextRef="#ctx0" brushRef="#br0" timeOffset="246427">13836 17028 23147,'-6'-62'1111,"0"0"0,-1 9 0,-5 7-803,-20 9-112,-7 20-39,-5 20-96,3 18-72,4 21-506,21-11 0,2 3 491,2 8 1,2 4 5,0 8 1,1 5-21,4-2 1,0 3 0,1-2-489,1-15 1,0-2-1,1 3 423,1 3 0,-1 5 0,2-1 0,1-3-134,1 0 0,1-3 1,1 3-101,-1 10 1,1 3 0,0-1 0,0-2 0,0 0 1,-3-2 165,-2-5 0,-2 0 1,-3-3-130,-8 13 0,-8-6 399,-5-12 0,-9-10 98,-15-13 0,-2-11-112,16-6 0,0-6 114,-16-15 1,5-10 14,22-4 0,7-7-37,-3-11 1,6-4-63,8-5 1,9-1-73,8-1 1,6 0-55,0 21 1,2 1 0,3 1-34,2 0 0,3 3 0,2 0-114,3 1 1,2 2-1,2 1-580,2 1 1,1 1 0,1 2-668,2 0 0,2 2 1,0 1 1266,4-2 1,1 1 0,-5 3-1,-3 2 1,-4 2 0,-2 2-1,-1 0 1</inkml:trace>
  <inkml:trace contextRef="#ctx0" brushRef="#br0" timeOffset="247677">14328 17077 19339,'0'-11'5096,"0"3"-4003,0 8 83,0 0-1131,-27-46-28,21 37 11,-19-28-6,31 59-33,6 12-79,5 15-139,-6-19 1,-1 1 158,1 5 0,-1 1 3,-1 0 0,-1 0 64,-1-4 0,-3 0 76,-5 18 0,-15-19 44,-12-16-5,-9-15-11,1-15 5,5-11 352,13-8-386,11-4-60,18-3-7,14 2 12,16 1-168,-15 20 1,3 2 133,3 0 1,2 1-355,4 0 1,1 2 339,2 0 1,1 1 10,0-1 0,0 1 12,-1 0 0,-1-1-86,-4 2 0,-1-2 111,20-8 45,-19 2 22,-18 3 252,-13 2-274,-8 3 660,-3 3-694,-4 3 226,-2 6-226,-4 7-11,-2 8-12,1 10-16,2 8 22,7 4-56,7 3 6,12-3 17,10-3-1,11-7 29,6-9-6,1-10 45,-3-18 11,-7-10 45,-6-26-29,-12 11 80,-6-21 10,-15 17-22,-9-8-39,-11 6 61,-17 3-128,14 17-1,-13 4-21,21 14-63,-2 10-38,4 8-231,4 12-419,7 10-706,6 8-1417,17 8 123,1-26 0,4-1-1698,8 1 0,4-3 2905,3-2 1,3-4 1531,8-3 0,1-6 0,13 0 3015,-22-13 0,-2-7 2900,0-16-2045,3-14-2319,-17 11 1,-2-1-459,9-23-695,-4 3 173,-4 8-202,-4 13-83,0 0 204,-2 10-395,-2 10 85,-1 13-203,-1 4 46,3 17-12,-1 5 6,3 12-12,-4 9-33,-4-17 0,-2 0 40,0 14-35,-1 12 12,-2-36 50,1-5 12,1-25-29,7-15 12,0-7-1,11-16-22,2 8-22,7-8 39,4 9 6,5 7-57,-12 13 18,9 6 5,-11 10 11,7 4 11,12 8-33,-12-3 17,29 4-6,-31-11-56,24-3 101,-25-11 55,8-20-21,-12-12-250,-11 10 0,-2-2 216,2-20-341,-6 13 0,0 0 341,0 6 0,-1 1 59,2-13 0,-1 1-117,-1 13 1,-1 2 12,1-19 0,-4 32 0,-2 10 0,-2 10 406,1 2-406,-8 26 0,1 6 0,-2 11 0,5-16 0,2 0 308,-1 28-308,3-21 0,3 3-225,7 8 1,4-1-193,1-9 0,3 0-601,7 2 1,2-3 48,12 3-2969,2-14 3938,-20-20 0,-3-3 0,-10-6 0</inkml:trace>
  <inkml:trace contextRef="#ctx0" brushRef="#br0" timeOffset="247875">16033 16823 19143,'-7'-4'5696,"2"2"-4469,5 2 72,0 0-1210,-13-37-38,21 27-23,7-30-6,42 35-33,6-1-67,-2 0-163,-27 1 0,-3 0-1321,3-6-1513,6-3 2227,-22-3 0,-14 10 0,0 0 0</inkml:trace>
  <inkml:trace contextRef="#ctx0" brushRef="#br0" timeOffset="249459">13191 11227 23915,'-23'-26'422,"-1"1"1,-1-24-339,65 17-62,-11 12 1,4 1-673,8-3 0,4-1 650,9-2 0,3-1-582,-14 8 1,1 0 0,2 0 594,2 1 0,0-1 0,1 1-11,1 2 0,0 0 0,-1 1 0,-2 1 0,-1 1 0,-1 0-19,16-2 0,-3 0 20,-11 3 0,-4 1 69,16-8 74,-27 3 521,-20-1-454,-18-10-146,-1 6 1759,-14-12-1725,2 8 893,-7-2-916,0 4-50,2 7 0,5 7 0,3 6-6,-1 2 57,-2 2 78,-5-1 55,-3 0-21,1-4-6,3-1-45,9-1-73,7 3-50,10 0-23,9 6 12,13 6-3359,26 19 3358,-12-5 1,-6-2 0,0 2-292,15 16 244,-17-14 0,-1 2-14,-2 1 0,-3 1-70,-3 0 0,-4 1-98,-5-1 0,-5 1-638,-4 31-1278,-15-4 2140,0-27 0,-1-2 0,-2 3 0,0-6 0</inkml:trace>
  <inkml:trace contextRef="#ctx0" brushRef="#br0" timeOffset="251914">15182 10876 19316,'0'-5'3111,"4"-26"1,2-4-2821,-2 17-182,1-17 1,1 6 13,-3 26 84,0 7-145,-1 3 100,3 33-83,-3 21-60,0-20 1,0 2-531,-2-4 1,0 0 507,-1 5 0,-1 0 3,0-6 0,-1-1-229,0 8 1,-2 0 225,1-5 0,-1-3 37,-4 20 95,1-22-34,1-19 151,-2-17-173,3-16 958,-2-16-998,3-18-30,3 18 0,1-1 2,2-27 12,3 6 0,3-2-85,-1 18 1,0 1 67,4-18 0,1 1 6,-1 17 0,0 5 10,6-14 7,4 9-40,4 20 23,-3 5-23,21 12 17,-20 6-17,25 18-28,-21-1 34,3 7-73,-14 11 78,-14-18 18,-15 21 21,-25-12 1,-5-2-1,-10-6-16,19-14 666,13-7-683,11 0-5,8 0 10,2 4-5,7 5-5,8 4-34,14 4-34,15 1-84,13 0 6,-22-10 0,1-1-373,5 0 0,0-2 118,3-1 0,1-1-188,1-2 0,-1-1-90,-3-4 1,-1-1 35,-6-3 1,-3-1 227,12-12 397,-22 3 326,-18-6 241,-13 8 228,-9-5 616,-4 5-536,0 2 131,4 2-428,5 2-264,4 3-202,5 3-100,3 1 39,10 7 23,5-1-35,14 3 12,8-4-16,10-7-12,6-7 0,1-10 0,-4-8 61,-8-7 40,-12-2 22,-11 2 0,-13 3-39,-12 7-22,-12 7 0,-14 8 10,-9 11-55,-6 10-11,0 10 11,7 11-40,12 7 6,12 6-5,12 4-23,9-11-112,11-9 1,5-1-292,24 9-166,-8-11 1,5-1 235,1-7 0,2-3 70,4-3 0,2-4 165,-1-1 0,0-5 120,-2-4 1,-1-4 55,-6-2 1,-3-4 47,-6-2 1,-3-4 271,14-29-174,-21 13 190,-7-17-15,-15 19-1,-6-5-40,-7 8-189,-1 11 727,-21 9-723,2 14-38,-16 7-45,9 11-56,9 5 5,10 3 6,13 0-6,12-1 6,15-4-5,16-6 22,2-10-1,28-10-4,-22-12 49,16-8 46,-27-9 27,-10 0 34,-9 1 0,-6 7-28,-4 5-56,-3 8-39,-2 4-40,-3 9-10,-2 8 5,-3 9-11,1 6 11,3 5 11,8 0-11,10-2 0,12-4 0,16-7 0,15-7-11,10-11-239,-29-7 1,1-4 257,-1-3 1,-2-3-1,0-6 1,-2-3 16,-1-4 0,-3-4 20,-2-3 0,-2-4-511,0-5 0,-3-2 488,-1-3 1,-2-1 24,-2-1 1,-2 0 19,-2 5 0,-4 1 29,-1 7 0,-4 1 34,-8-18-130,-6 19 0,-6 17 432,0 13-432,0 17 1037,-1 15-1037,1 18 0,10-14 0,1 2 0,2 5 0,1 3-309,1 3 1,2 3 308,6 3 0,2 1-623,4 3 1,4 0 426,7 0 0,5-1-84,3-2 0,5-3-129,2-3 0,2-5-353,-1-6 0,0-4-1544,-4-8 1,0-5 2305,14 3 0,-20-15 0,-15-4 0</inkml:trace>
  <inkml:trace contextRef="#ctx0" brushRef="#br0" timeOffset="252089">17191 10858 19479,'-54'-8'1801,"-1"1"1,9 0-1,7 1-1100,15-3-639,19 3 16,28-4-44,24 1-37,-11 3 0,3 1-834,8 0 1,3 0 679,5 0 0,1 1-667,3 1 1,0 0 451,-15 1 1,0 0 0,-5 0 0,-2 0 0,-4 1 0,26-1 0</inkml:trace>
  <inkml:trace contextRef="#ctx0" brushRef="#br0" timeOffset="253755">17021 10579 18668,'-11'-47'1187,"-1"1"1,1 0-1,0 7-106,3 16 84,0 2-257,-1 3-341,6 12-472,0 0 68,2 10-118,2 9 394,6 15-422,2 2 2,8 3 1,3 2-12,0-6 1,1 1-469,11 16 1,2 2 436,-2-5 1,0 1-12,-1 1 1,-1 0 19,-5-2 0,-3 1 16,-6-6 1,-4 0 3,-7 24 27,-21-17 23,-17-19 34,-11-15-34,9-13 45,-1-16 33,15-28-50,7-13-389,14 17 0,5-1 322,5 1 0,4 1-15,6-1 1,2 1 5,4 3 1,2 3-15,1 4 1,1 2 211,2 6 1,0 4-325,1 2 1,1 4-200,2 4 1,0 2-320,3 3 0,-2 1-461,23 1 1097,-15 9 0,-4 0 0,-13-3 0,17 9 0</inkml:trace>
  <inkml:trace contextRef="#ctx0" brushRef="#br0" timeOffset="254181">17087 10519 22447,'-28'-45'1088,"-1"-1"1,1 7 0,11 6-826,20 18-84,11 8-39,12 8-11,11 10-34,9 11-44,6 12-351,-24-12 1,-1 1 313,2 5 0,-2 2-14,0 3 0,-2 3-28,-3 4 0,-5 2-22,-4 3 0,-7 1 16,-7 1 0,-7-2 28,-4-2 1,-7-4 52,-11-1 1,-3-6-14,-14 6 33,14-22 0,1-6 169,0-13-29,4-15-45,17-21 29,25-21-84,1 22 1,4-1-49,7-5 0,5-1-567,4-1 1,4 1 557,2 2 1,2 1-23,0 5 0,1 3-17,-1 4 1,-1 2-10,-1 5 1,-1 3-277,-1 2 0,-1 3 36,-1 3 0,-1 2-375,-3 3 0,-1 3-2820,17 9 3433,-17 7 0,-17-1 0,-12-1 0</inkml:trace>
  <inkml:trace contextRef="#ctx0" brushRef="#br0" timeOffset="255548">7566 15780 14521,'-8'-5'7332,"1"2"-6754,7 3 1102,0 0-1540,-69 7-101,45 0 0,-19 1 0,1 5-33,24 6-23,-1 6 0,17 1 23,22-7-6,9-4 19,3-11 1,4-2 5,1-1 0,2-1-154,11 0 0,2 0 140,0 0 0,-2 0 51,12-1 201,-18 2 79,-49 6-28,-16 6-79,-21 7-72,-12 4-71,19-8 0,-1 1-8,-21 11-61,7-1-18,20-6 12,18-6-17,2 7 303,11-6-280,3 0-23,5-4 0,-1-5-6,3 2-5,0-5 17,1 0-6,-4-2 11,-1 1 17,-5 4-28,-4 2 33,-10 12-3419,-5 4 3392,-3 2-2269,-11 19 2263,16-20 11,-14 26-17,19-14 18,1-7 27,25 5-6,12-24-16,10 1-28,16-12-107,0-9-448,-11 0 1,3-2-2158,-5 0 0,0-1 2723,2-1 0,-3 0 0,0 0 0,-19 5 0</inkml:trace>
  <inkml:trace contextRef="#ctx0" brushRef="#br0" timeOffset="257239">8309 15858 23013,'-41'2'806,"1"0"1,1 0 0,14-4-516,29-5-89,11-5-90,16-3-62,19-3-50,-19 8 0,3 1-372,4-2 0,2 1 226,2 0 0,0 1-227,0 0 1,-1 0-496,-5 2 0,-1 0-2745,16-1-3545,-26 3 7158,-22 5 0,-5 1 0,-5 0 0</inkml:trace>
  <inkml:trace contextRef="#ctx0" brushRef="#br0" timeOffset="257431">8550 15714 10408,'-9'0'8979,"2"0"-6519,7 0 963,0 0-2972,-26 0-171,19 2 0,-19 3-62,24 7 26,0 8-126,0 7-45,1 9-62,1 8-50,0 10-101,0-23 0,0 3-568,0 3 1,0 1-901,0 3 1,0 2 1607,0 5 0,0-2 0,0 5 0,0-5 0</inkml:trace>
  <inkml:trace contextRef="#ctx0" brushRef="#br0" timeOffset="257706">8862 16200 22352,'0'-4'3887,"-1"0"-2453,1 4-1272,-9-43-78,7 32-17,-7-28 1,12 51 27,1 13-34,1 12-27,-1 8-56,-2 6-158,-4 1-531,0-2-2509,-1-7 3220,1-13 0,1-13 0,1-11 0</inkml:trace>
  <inkml:trace contextRef="#ctx0" brushRef="#br0" timeOffset="258138">9462 16155 23741,'0'-3'3193,"1"1"-2320,-1 2-884,40 39-34,-29-16-148,11 10 0,-3 5-3109,-22-4 0,-6 1 3302,-4 26 0,-4-6 0,7-34 0</inkml:trace>
  <inkml:trace contextRef="#ctx0" brushRef="#br0" timeOffset="260006">10184 15936 10948,'0'-7'5909,"0"1"-5836,0 6-2330,0 0 358,-1-5-5007,1 6 6777,-2 3 129,3 3 0,-1 1 0,0-6 0</inkml:trace>
  <inkml:trace contextRef="#ctx0" brushRef="#br0" timeOffset="260797">10184 15923 7643,'-14'12'2851,"2"-5"-2576,12-8 733,0-3 639,2 2 307,1-1-105,0 1-354,-1-1-329,-2 1-259,0 0-196,0-1-174,0-1-71,0-2 150,0-2-448,0 2 162,0-3-5,0 2 50,-1-2 6,0-1-56,-1 0-62,1 0-66,0-1-46,1 0-22,0 3-28,0 0-17,0 5-40,0 1-27,1 9 0,1 4 11,1 11-17,0 7 6,-2 8 5,0 5-10,0 4 10,0 1-5,0-2 5,1-6 29,0-9 55,-2-10 129,0-9-33,0-8-118,-2-8-23,-1-7-38,-2-10 5,0-10 17,2-9-29,1-10 46,7-10-226,-1 28 0,1 1 304,9-30 62,0 16-45,-5 17-56,-3 17-85,-5 9 1,0 8-6,-1 8-11,0 13 12,-4 10-7,-2 9 6,-3 5 1,0 0-24,4-4 441,3-8-418,3-9 51,0-12 38,3-9-27,-1-15-22,2-12-7,1-16-10,0-12 0,1-10-324,-1-5 312,-2 3-5,-1 11 5,-2 16-10,0 15-12,-1 11 22,0 10-5,1 10-28,0 10-6,2 25-28,-2-13-229,3 24-617,0-16-2895,5 11 3786,2-11 0,-3-16 0,-2-14 0</inkml:trace>
  <inkml:trace contextRef="#ctx0" brushRef="#br0" timeOffset="261447">10766 15633 24335,'38'-22'119,"1"0"0,-1-1 0,9-8 0,-9 10-47,-22 19 136,-14 7 95,-13 10-231,0-1 52,-31 16-80,8-8-21,-7 4-6,6 2 27,13-2-44,6-5 17,7 9-17,12-19 23,16 11-18,-5-13 18,22 5-12,-6-7 0,15 3-5,-12-2 22,-5 0-23,-18-2 18,-8 3 72,-16 6-34,-5 3-10,-14 6-40,2-3 0,9-5 6,2 3-11,13-5 16,1 9-22,5-7 6,9 20-12,3-7-5,4 7 16,10 14 1,-12-24-1722,2 3 1,0-1 1720,-3-5 12,4 22 17,-13-27-23,-3 1 11,-15-12-27,2-7-230,-27-8 2545,10-3-12141,-13-3 8445,18 5 1,9 5 0,12 2 0</inkml:trace>
  <inkml:trace contextRef="#ctx0" brushRef="#br0" timeOffset="262739">7558 14369 22363,'22'-29'882,"-1"0"0,14-18-585,-36 46-90,-12 8-83,-6 6 4,-18 11 7,-5 5-1,0 3-83,11-9 77,6 4-60,18-14 16,2 3-28,9-10 62,9-1-34,10-3-6,22-4-50,-2-1-11,5-1-23,-21 2-3380,-4 7 3392,-15-1 5,-1 21 6,-9-11 5,-7 21-11,-6-10 17,-7 10 0,-4 2 11,-2 2-11,-2-1-5,-1-3 5,2-3-28,8-9 5,4-3-5,17-7 3392,2-4-3386,19-4 0,9-10 5,10-1-11,-6-1-11,5 2 22,-24 4 17,2 14 0,-25 4-6,-2 6 1,-17 9-3359,-9 5 3341,7-8-5,-6 14-5,26-23 5,1 4-28,15-6-208,19 4-431,9 1-1427,21 5 1640,-24-16 0,-1-3 1,4 2-1,-1-4 1</inkml:trace>
  <inkml:trace contextRef="#ctx0" brushRef="#br0" timeOffset="263623">8306 14238 24435,'20'-19'376,"7"2"-360,15 4-49,5 0-90,0 1-247,-3 3-319,-12 5-112,-15 2 124,-16 3 245,-14 1 264,-11 0 196,-3 0 162,3 0 113,7-5 134,8-1 162,6-2 146,2-1-118,1 4-72,0 0-242,0 15 7,-3 5-79,-2 17-129,-1 8-56,-2 8-50,0 6-102,3 4-596,2 1-591,6-1-4867,7-6 6150,4-11 0,-2-19 0,-5-11 0</inkml:trace>
  <inkml:trace contextRef="#ctx0" brushRef="#br0" timeOffset="264172">8864 14550 26290,'3'4'235,"0"1"-151,-5 5 11,-3 0 0,-3-2 6,-3-4 5,1-2 6,-1-7 23,3-6 10,2-9-16,3-8-50,10-8-7,9-3 35,9 0-46,6 6-10,0 8-12,0 9-45,-2 8 6,0 9-11,-1 11 11,-1 12-5,-3 11-23,-10 10 11,-15 7-327,-8-21 1,-5 1 290,-7 4 0,-5-1-372,-5 4 1,-4-2 418,-2-1 1,-2-4 30,4-4 0,0-4 14,6-8 1,1-3 66,-11-3 6,18-16-50,13-7 557,15-8-580,10 2 793,13 2-821,10 4-11,9 5-22,9 4-132,-17 3 0,0 0-115,18 1-764,-13 1 1,0 1-1469,-10-1 0,-1 0 2501,5 1 0,-3-1 0,13 1 0,-22-2 0</inkml:trace>
  <inkml:trace contextRef="#ctx0" brushRef="#br0" timeOffset="264347">9641 14615 23506,'-2'-3'3674,"0"1"-2649,2 2-1020,1 17-83,0 7-392,-6 23-1614,-7 4 2084,-13 7 0,11-25 0,-2-6 0</inkml:trace>
  <inkml:trace contextRef="#ctx0" brushRef="#br0" timeOffset="265031">10231 14312 17568,'-3'-3'6330,"1"1"-5423,2 2-476,-10-70-105,18 38-181,-5-14 1,4 2-12,20 19-83,-1 5 44,0 11-28,-6 6-33,8 6 5,11 15-67,-3 8-23,0 3-16,-3 8-34,-15-3-5,-4 11 28,-29 10 94,0-20 43,-9-9 0,-2-5-3,2-7 129,-16 3 218,19-19-67,5-6-67,5-6-96,11-1-111,4 3 33,9 1-33,4 7-6,9 0-23,19 13-5,3 6-16,1 6-12,-21-6 0,-1 2-6,17 18-8,-16-7 0,-2 1 3,5 12-84,-18 21 44,-23-39-3694,-38 19 3510,18-29-488,-4-4 1,-2-3-2157,-2-14 2879,-13-15 0,30 8 0,7-5 0</inkml:trace>
  <inkml:trace contextRef="#ctx0" brushRef="#br0" timeOffset="265630">10964 14053 25131,'37'-24'91,"-1"0"0,1 0 0,12-10 0,-6 9-18,-9 21 198,-12 3-231,-11 5 85,-8 3-58,-14 9 15,-10 6-59,-3-3 119,-13 8-126,11-7 18,-5 8-23,12-8 23,7-3-12,10-8 57,5 0-51,1-3 44,16 4-44,2-3-11,16 1-17,-6-4 6,27 4-6,-17-1 5,12 4-5,-28 0 17,-19 4 0,-21 5 5,-27 15-16,6-8 16,8-6 1,0-1-29,-1 8 12,0 7-17,12-2 11,11-2 5,10-3-16,6-3 11,7-2 6,4-1-12,0-1-11,-6-4-5,1 8-34,-12-7 22,-6 9-44,-14-6-51,-15-2-218,-9-7-522,-3-5-2844,1-6 3713,9-5 0,13 1 0,10-1 0</inkml:trace>
  <inkml:trace contextRef="#ctx0" brushRef="#br0" timeOffset="266775">7654 12572 23931,'-33'-37'532,"-2"14"-414,2 47-79,4-2 79,-18 21-96,22-13-22,-5 16-22,24-12 27,19-2 7,15-4-18,18-4-363,11-5 369,-25-10 0,0-2 14,0 0 0,-1-1-14,22 4 69,-17-1-58,-16-3 11,-12 2 17,-12 1-11,-7 4 12,-10 5 294,-8 5-228,-5 2 90,-4 2 29,-1 0-97,4-2-66,8-3-45,13-5 11,12-4-17,13-4-11,11-4 17,9-3-12,3 1 18,-4 3-12,-9 7 17,-9 9 45,-14 9 16,-12 8 23,-10 5-11,-4 0-67,1-4-40,10-4 1,9-6-23,14-2-23,11-4-134,15-3-375,15-6-210,-16-9 0,2-3-3389,8-2 0,0-2 3558,-1-3 1,-3 1 0,15-3-1,-22 0 1</inkml:trace>
  <inkml:trace contextRef="#ctx0" brushRef="#br0" timeOffset="267516">8231 12722 24267,'37'-32'-26,"0"0"0,10 1 0,2 6-139,-9 16 0,1 4-1658,12-2 1,-2 0 1589,-15 3 1,-2 1-421,4 1 1,-2 0-562,4 1-1637,-5 0 3015,-32 1 234,-22 0 744,-22 0-279,5 0 1131,-11 0 779,11-2-1424,5-4 1263,9-3-1918,17-1-431,4 1 140,1 2-100,1 4-270,-1 1 79,1 14 0,-1 8-67,1 8 67,-4 24-67,-2-12 0,-2 2-48,0 4 0,-1 3-495,-1 12 1,0 1 460,2-8 1,3-3-6,1-10 0,3-1-163,3 5 1,6-1-1374,7-5 0,3-1-3338,1-2 1,1-3 4178,-1-2 0,0-6 0,2-4 0,-16-17 0</inkml:trace>
  <inkml:trace contextRef="#ctx0" brushRef="#br0" timeOffset="268859">8958 13100 11206,'-5'0'9796,"1"0"-7113,4 0-2185,-15-18-122,11 6-96,-9-18-84,21 8-79,8-3-33,6 3-33,6 3-40,0 8-17,1 6-16,-4 12 5,-3 9-33,-6 13-23,-7 7-6,-8 3 12,-11 1 50,-7-3 34,-6-2 6,0-7 21,2-7 35,5-7 50,6-7-12,4-4 1,3-8 28,1 0 0,1-5-18,2 2-49,3 1-34,4 4-12,6 1 6,13 8-33,-6 0-12,18 10 12,-10 1 0,7 6-18,-6 1 12,-9 1-22,-11-3-6,-13-3 34,-13-4-46,-12-4-60,-8-4-96,-3-4-259,3-6-771,9-5-3675,11-6 4901,10-1 0,5 5 0,2 4 0</inkml:trace>
  <inkml:trace contextRef="#ctx0" brushRef="#br0" timeOffset="269092">9834 13149 27012,'9'45'-773,"1"-1"0,-3 0 0,-6-2 773,-13-6 0,-3-4 0,-1 6 0,1-4 0</inkml:trace>
  <inkml:trace contextRef="#ctx0" brushRef="#br0" timeOffset="270718">10518 12667 16633,'-4'-5'6453,"1"1"-4493,3 4-1714,6 5-21,-5 0-35,5 7-106,-5-4 51,-6 7 10,-6 1-111,-4 4 11,-7 0 27,5-5 46,1-7 50,4-3 6,4-6-29,4-7-44,1-8-34,7-10-11,6-8-17,7-3 6,3 2 0,1 7-11,0 7-1,1 10-27,-5 5-6,8 7-17,-3 11-6,-1 11 1,-2 4 5,4 9-3,-7 2 1,-5 3-37,-12 14 31,-6-17 0,-4 1-355,-7 1 1,-5-1 368,-7 2 0,-4-3-466,-3 0 0,-3-3 480,1-4 0,0-3 16,4-6 1,1-3 36,-14 3 11,21-14 0,22-17 6,19-5 687,15-6-631,15 2-78,-4 4 509,-5 6 0,3 0-544,20 0-30,-16 3 0,1 0-293,-6 2 1,-1 2-125,-1 0 0,1 0-1185,-1 1 0,-1 0 1616,22 0 0,-21 0 0,-17 0 0</inkml:trace>
  <inkml:trace contextRef="#ctx0" brushRef="#br0" timeOffset="271377">11179 12399 23640,'52'-36'145,"1"1"1,-5 2 0,-5 9-107,-3 18 161,-10 6-161,-14 7 96,-16 8-74,-19 11-16,-15 10-20,10-14 0,-2-1-3,-1 2 1,0 0 5,1 0 0,1-1 54,-17 17-15,12-6 105,13-7-65,8-5 33,13-3-28,8-4-22,11-1-34,7-1-28,8-1 0,6 1-17,-1 2-17,-6-1 18,-13 2 16,-12 2 28,-16 0 16,-8 2-16,-8 1 0,-3 1-33,0 1-12,3 0-5,5 2-6,6-1 22,5-1-16,7 1 5,3 0-11,7 2-11,6 2 22,5 2-11,5 2 5,1 1-16,-5-1-6,-9-3 23,-15-2-17,-22-5-68,-18-2-374,-13-5-3793,-4-5 3867,13-5 1,18-3 0,13-1 0</inkml:trace>
  <inkml:trace contextRef="#ctx0" brushRef="#br0" timeOffset="273115">8254 16955 15199,'57'-20'490,"0"1"0,-14 6 0,0 0 1,3 2-269,4 0 0,3 1 0,2 0-1447,-7 1 0,1 0 1,2 0-1,2 1 1283,5-1 1,3 0 0,0 0 0,2 0-47,-8 2 0,1 0 1,1 0-1,0 0 1,0 1-9,3 0 1,0 0-1,1 1 1,-1 0-1,0 0 0,0 0 1,0 1-1,-1 0 1,0 1 0,-1 0-12,-4 0 0,-1 0 0,0 1 1,-2 0-1,-1 0-31,3 0 0,-1 0 0,-3 1 1,-3-1-157,21 0 1,-10 2 1079,-11 1-1284,-80 7 269,-11-1 1,-8-1-153,4 0 1,-3 1 0,-3-1 329,8 0 0,-2-1 0,-1 1 0,0-1-394,-6 2 1,-1 0 0,-1-1-1,0 1 428,8-1 0,0 0 0,-1 0 0,0 1 0,-1-1 24,-1 1 1,-1 0-1,0 0 1,0 1-1,-1-1 13,0 1 0,-1 0 0,0 0 0,0 0 0,0 0 8,1 1 1,0-1 0,0 1 0,0-1 0,1 1 25,2 0 1,0-1 0,1 1-1,0-1 1,1 1 36,-7 0 1,1 1 0,2-1 0,1 0 411,-6 2 1,3-1 0,5-1-428,-5 1 1,11-3 53,12-3-73,76-18-90,7 0 0,10-2-172,-5 1 0,5 0 0,2-1 135,-6 2 1,3 0 0,1-1 0,2 1-18,-8 1 1,2 1-1,1-1 1,1 1-1,0 0-11,-5 1 1,-1 1 0,2-1 0,0 1 0,0 0 0,0 0-28,2 0 1,1 0-1,0 0 1,0 1 0,0 0-1,0 0 25,0 1 0,0-1 0,0 2 0,0-1 0,0 1 0,-2-1-219,9 0 0,-1 1 0,0-1 0,-2 1 0,-1 0 215,6 0 0,-1 0 0,-3 1 0,-3-1-51,3 1 1,-5-1 0,-5 2 28,2-1 1,-24 0 1268,-35 3-1282,-27 4 0,-15 4 24,3-1 0,-5 0 0,-3 1 100,5 0 0,-2 0 0,-1 1 0,-1 0-71,-6 0 0,-2 2 0,0-1 0,-2 1 1,10-1 1,-1-1 0,0 1-1,-1 1 1,1 0-50,-2 0 1,1 0 0,-1 1 0,0 1 0,1-1 41,1 1 1,-1 0 0,1 0 0,1 1 0,0-1 3,-9 4 1,1 0 0,1 0 0,1 0-149,6 0 1,0 0 0,2 0 0,1-1 155,-7 4 1,2 0 0,3-1-77,-9 3 1,6-1 63,16-5 1,9-1 1563,10-1-1499,52-14-48,6-4 0,7-2 225,-2-1 1,4 0 0,3-1-244,-4 1 0,2-1 0,1 0 0,2 0-1,-5 1 1,2 0 0,0 0 0,1 0-1,1 1-238,4-1 0,1 0 0,0 0 1,1 0-1,0 1 235,2 0 0,0 1 1,0-1-1,0 1 1,-1 1-2,-2 0 0,1 0 0,-2 1 1,0 0-1,-1 1-213,5-1 0,-1 1 0,-2 0 0,-3 1 186,2 0 1,-4 0 0,-7 1-71,16-2-6,-95 8 73,-14 2 0,-13 1 0,0-1-9,13 0 0,1 0 0,-6 1 49,3-1 1,-7 2-1,-1-1 1,0 1-1,2 0 2,0 1 0,1-1 0,1 1 0,-4 0-2,2 0 0,-3 0 1,-1 0-1,0 1 1,1 0 3,-1 0 1,0 0 0,1 0 0,0 1 0,0-1-2,2 0 1,1 0 0,0 1-1,1-1 1,1 0-2,-9 2 0,1 0 0,2 0 0,1 0 43,8-1 1,1 0-1,2 0 1,2-1-17,-4 2 0,3-1 0,4 0 12,-3 0 1,7 0 69,8-1 1506,56-10-1554,10-5 1,8-1-33,-1-1 0,4-1 0,3 0 100,-3 0 1,2 0-1,3-1 1,0 0-98,8-1 0,2 0 1,2-1-1,3 0 50,-10 2 0,3 0 0,3 0 0,-1 0 1,-1 0-1,-4 1-325,8-2 1,-3 1 0,-1 0 0,4-1 294,-10 3 0,4-1 1,1-1-1,-1 1 1,-3 1-1,-5 0 36,12-2 1,-7 2 0,1-1-409,-8 1 1,1 0-1,-1 0 1,-5 1 397,10-1 0,-6 0 216,13-3-173,-60 10 1160,-16 1-1295,-14 5-100,-12 2-707,-6 4-6760,-9 2 7567,6-2 0,17-3 0,14-4 0</inkml:trace>
  <inkml:trace contextRef="#ctx0" brushRef="#br0" timeOffset="279430">10102 15996 18140,'0'-3'5825,"0"1"-4105,0 2-1244,24-62-235,-15 42-169,5-14 1,-2 4 34,-7 26-74,-3 5 62,-2 9-11,-3 10-22,-7 26-12,-2 2-39,4-16 1,1-1-7,-2 21 12,5-13-6,7 8 12,2-22 16,4 5 157,-3-19 123,-1-8-201,-3-6 22,-1-10-6,-1-17-89,-1-8 22,-1-18-44,-1-1-12,1 10 22,5-8-5,4 15 0,-1 7-16,1 10 10,-5 20-11,-1 7-16,2 15-1,-1-3 12,0 31 22,-1-11-40,1 17-16,1-11 45,1-11-6,1-3 29,-2-13 10,0-4 62,-1-14-50,-2-13-1,1-14-33,-4-13-4,-1-7-24,-1-4 0,2 4 0,1 12 0,4 15 0,-1 12 0,3 16 0,0 6 0,1 6 0,1 12 0,-3-7 0,0 20-3704,1 11 3704,0-6 0,-1-5 0,0-26 0</inkml:trace>
  <inkml:trace contextRef="#ctx0" brushRef="#br0" timeOffset="289419">18570 8749 23903,'-2'-9'712,"2"14"-488,5 41-73,0 14-726,-3-23 1,0 1 618,-3 6 1,0 2-6,-3 6 1,-1 1-597,-2 5 1,-1 1 569,2-16 0,0 0 1,-1 0-3,0 2 0,0 0 0,0 3 0,-1 11 1,0 3-1,1-4-6,1-15 1,1-2 0,0 2 11,-1 18 0,-1 3 0,1-2-391,2-15 1,1-3 0,-1 3 380,-1 13 1,0 3-1,1 0-416,0-14 1,0 1 0,1 0 0,0 1 412,-1 0 0,1 1 1,-1 1-1,1 2 7,0-1 0,0 3 0,0 1 1,0-1-1,1-4-301,-1-3 1,1-4-1,0 1 1,0 3 296,-1 5 1,1 3 0,0 2 0,0-2 0,0-4 3,0-3 0,1-3 0,0-1 1,-1 3-7,1-1 1,0 1-1,0 2 1,-1 0 0,1 0-3,1-1 0,-1-1 1,0 1-1,1 0 0,-1 2 10,0 9 1,1 3-1,0 1 1,-1-3 0,1-3-7,0-4 0,0-4 0,0 0 0,-1 4 5,1 2 0,0 4 1,0 1-1,0-2 0,0-4 6,1-5 0,-1-4 1,0 1-1,1 3 0,-1 8 0,0 5 0,1 1 0,-1-1 0,1-4-13,-1-6 1,1-4-1,-1 1 1,0 6 2,1-4 0,-1 6 0,0 5 0,0 0 0,0-2 0,0-4 0,0-8-300,-1 10 1,1-9-1,-1 6 296,0-2 1,1 6-1,-1 2 1,0-2 0,0-5 11,-1 7 1,-1-5 0,1 1-18,0-13 0,-1 0 1,1 2-1,-1 2 10,1 6 0,-1 4 0,-1 2 0,1-2 0,0-4 6,0-5 1,1-3 0,-1-1 0,0 3-19,0 1 1,0 4 0,0 1 0,-1-2 0,1-4-13,-1 8 0,1-4 0,-1 2 171,1-5 0,-1 1 1,0 1-1,0 2-155,0 5 1,-1 2-1,0 0 1,0-2-2,0-8 0,0-2 0,0 0 0,1-1 2,-1-2 1,1-1 0,-1 0 0,0 1-3,-1 4 0,-1 2 0,1-1 0,0-7 471,-1 7 1,1-1-475,0-7 0,0 6 0,-1 0 0,1-5 9,-2 14 0,0-1 7,1-12 0,0 3 0,-1-1-17,2-5 0,-1-1 1,0 1-33,-1 4 1,0 0-1,0-3 5,0 0 1,1-2-228,-2 12 1,0-3-1133,4 0 1390,0 4 0,4-27 0,2-14 0</inkml:trace>
  <inkml:trace contextRef="#ctx0" brushRef="#br0" timeOffset="292644">21126 9133 15950,'1'-12'5634,"-1"2"-4810,0 10 425,0-73-420,0 38-521,0-10 0,0 0 118,2 18-135,0 9-134,0 8-95,0 5-29,0 9 18,0 10 16,3 16-39,-2 18-17,-2-5 0,-1 2-379,0-12 0,-2 1 387,-1 22 1,-1 2-520,-1-13 1,-1 1 515,-2 15 1,-2 3-8,3-20 1,0 1-1,-2 2-4,-2 14 1,-2 2 0,1-4-603,3-15 1,1-2 0,-1 2 597,-1 3 0,-1 4 1,0-1-1,2-2 3,0 2 0,1-3 0,-1 2-3,2-2 0,-2 2 1,1 1-1,1 0 6,0 1 0,0 0 0,0 1 0,1 2-1,0 0 1,0 2 0,0 2 0,0-2 0,1-3-5,0-4 1,1-2 0,-1-1 0,1 4-1,-1 5 0,0 3 1,-1 1-1,1 0 0,0-5-470,1-2 0,-1-3 0,1-1 0,-1 3 472,0-2 1,0 3-1,0 0 1,-1 1-1,1-1-1,0 0 0,-1 0 1,1 0-1,0 1 1,-1 1-3,1-1 1,-1 2 0,0 0 0,0 1 0,0-3 0,1-2 2,-1 6 0,1-4 0,0 0 1,-1 4-1,0 2 1,0 4-1,0 1 1,0-1-1,1-5 0,1-5 0,0-3 1,0-1-1,0 3 0,0-2 1,1 2-1,-1 1 1,1 1-1,0-2 2,0 0 1,0 0 0,1-1 0,0 1 0,0 2 5,0 7 0,1 2 1,0 1-1,0-2 1,0-3-11,1-4 1,-1-4 0,1 0 0,0 3-3,0 1 0,0 4 0,0 1 0,1-3 0,-1-3 11,1 9 0,0-5 0,1 3-14,-1-6 0,1 2 1,-1 1-1,1-2-108,0-2 1,0-2 0,0 1 0,0 0 117,1 5 0,1 2 0,-1-1 0,1-3 0,0 7 1,1-3-1,-1 1-2,2 4 1,0 0 0,0-6-12,0-5 1,-1-3-12,2 2 0,0-1-39,-2-9 0,-1-2-130,0-3 0,0 0-808,-1-3 0,-1-3 31,-2-4 963,-1-7 0,1-15 0,-1 1 0</inkml:trace>
  <inkml:trace contextRef="#ctx0" brushRef="#br0" timeOffset="293727">26100 8857 24581,'4'-25'801,"2"20"-577,2 60-134,-4-21 0,-2 1-776,1 6 0,-2 1 770,-1 5 0,-2 3-560,-1 4 0,-1 1 523,-1 7 1,-2 2-271,2-19 1,-1 0-1,0 2 243,0 2 1,-1 2 0,1-3-16,-1 12 1,-1 1 1,1-14 0,1 5 0,-1 0 0,0-2 4,0 1 0,1-1 1,0 3 0,-1 3 1,0 5-1,0 0 1,0-2-553,1-6 1,0-1 0,1-1 0,-1 1 544,1 3 1,0 0-1,0 1 1,1 0 3,-1 1 1,1 0 0,0 1 0,0 0-241,1 2 1,-1-1 0,2 1-1,-1 1 231,1 0 0,0 1 0,1 0 0,0 0 8,-1 1 1,1-1-1,1 1 1,-1 0-151,1-12 0,0 0 0,1 0 1,-1 1-1,0-1 153,0 0 0,0 0 0,0 1 1,1-1-1,-1 0-1,0 1 0,1 0 0,-1 0 0,0-1 0,1 1 0,-1-1 0,0 1 0,0-1 0,0 1 1,1-1 0,-1 1 0,0-1 0,-1 1 0,1-1 1,0 1-2,-1-1 0,1 0 0,-1 0 0,0 0 0,0 0-1,0 12 1,-1 0 0,0 1 0,0-1 1,0-1 0,-1 0 1,1 0-1,-1 0-6,0-1 1,0 0 0,0-1-1,0 1-116,-1-2 1,1 1-1,0 0 1,0-1 118,0-2 0,0 0 1,-1 0-1,1 0-10,0-2 1,1-1 0,-1 1 0,0-2 100,0-1 1,1-1 0,-1-1 0,0 0-87,0 13 0,0-1 1,0 0-9,0-4 1,0-1-1,-1 0 133,1-4 0,-1 0 1,0-2-136,0-3 1,0-2 0,-1 0 505,-3 17 0,-1-2-543,-1-8 1,-1-1-247,0-7 0,-2-3-972,0-5 0,-1-3 1616,-13 20 0,12-26 0,3-10 1</inkml:trace>
  <inkml:trace contextRef="#ctx0" brushRef="#br0" timeOffset="294644">25404 16585 17031,'-1'-5'6032,"1"1"-3113,0 4-2718,-9-29-94,3 27 27,-11-14-5,4 40-56,-4 12-23,2 8-5,5 6-73,9 2 39,17 2 39,21-4-184,-8-24 0,8-3 147,3-4 0,5-3 0,-2-1-685,6 2 1,1-3 682,2-2 0,5-2 1,-4-3 4,-1-3 1,-1-5 11,9-2 0,-1-4-118,-11-5 1,-5-6 134,-9-5 0,-6-6 19,-8-3 0,-5-3 20,-5-3 0,-4-1 11,-4 1 1,-3 0 21,-2 3 1,-3 2 123,-9-19-68,-2 16-89,3 15 156,6 12-224,4 8 1370,3 10-1381,3 13 12,9 18-56,12 15-186,-7-22 1,2 2 187,2 5 1,-2 1-34,-1 2 0,-4 1-82,-3 0 1,-8 0-1036,-13 6 0,-9-1-3729,1-11 1,-4-3 4126,-2-2 1,0-6-1,-5-2 1,23-19-1</inkml:trace>
  <inkml:trace contextRef="#ctx0" brushRef="#br0" timeOffset="295770">27116 16475 25416,'-26'-46'491,"-1"0"0,3 5 0,1 9-357,-4 11-61,2 19-6,1 21 6,-1 22-39,6 5-1088,6-4 1,-2 14 0,0 1 0,3-7 1042,-1 0 0,0 2 1,2-5 0,-2 8 0,0 3 0,0-1 0,3-5-249,1 3 0,1-5 0,1 3 140,1-3 0,-1 2 0,1 1 0,1 0-240,1 0 0,0 1 1,1 0-1,1-1-212,1-3 0,1 1 0,1-2 0,0-2 225,0 2 0,1-2 1,0-1-83,3 1 1,0-2 0,-2-6 432,-10 6 124,-13-6-45,-19-59-48,15-2 1,1-5 77,0-10 1,2-4 1059,1-7 0,3-1-1074,4 7 1,3-1 118,2-19 0,6 1-149,4 21 0,2 0-40,3-16 1,3 2-23,-2 22 1,3 1-18,12-15 1,2-1-9,-2 12 1,1-1-25,1 1 0,2-2 0,-1 2 10,2-1 0,2 0-7,1 3 1,4-2-1,-3 2 32,2 2 1,0 1-1,14-12 1,0 1-20,-15 15 0,-1 3 972,-4 4 0,-1 1-964,20-13 68,2-3-18,-16 11 119,10-12 195,-15 6 353,5-12 292,-6 3 319,-10 0-987,-8 16 169,-8 4-190,-5 12 733,-1 2-1002,0 2 119,3 4-131,1 6-5,4 9-23,6 12 12,5 11-17,5 13-6,-8-21 0,-2 0-149,-1 4 0,-3 1 90,-1 0 1,-3 1 33,-6-2 0,-4 0 30,-3-5 1,-4-3 22,-24 16 51,-5-19 0,16-19-40,9-10 34,21-19-56,13-5 39,12-12-5,12-2-230,-15 20 1,2 1 200,3 0 1,1 1-12,1 0 1,2 2 16,1 1 1,0 1-7,-2 2 1,1 0 13,5 0 1,-2 0-31,20-7 233,-7 1-194,-20 7 23,-18 5 33,-2-3 28,-10 2-51,-3 2 367,-2 2-400,-1 4-22,-1 3-1,-2 6-10,-3 5 21,-1 16-27,6-7 6,1 18 10,14-11-33,8 11 45,24 4-112,2-12 61,2-5 40,-4-17 106,-10-18-84,-5-1 28,0-19-11,-13-2 61,-2-22-72,-4 14 22,-9-16 67,-2 22-50,-9-2-1,-6 11 1,-18 10-67,8 7 16,-19 10-33,18 7-45,-4 7-252,7 7-997,12 6-2655,10 6 3960,22 6 0,-8-19 0,12-3 0</inkml:trace>
  <inkml:trace contextRef="#ctx0" brushRef="#br0" timeOffset="296385">28425 16572 25152,'12'-42'631,"1"0"0,-3 6 1,-2 9-548,-5 17-51,-2 10-5,-1 10-22,1 2-1,0 18 18,-3 16-18,0-5-8,-2-3 1,-1 1 35,-2 5-38,-1 8-6,4-19 78,4-18 118,1-5-101,5-18-34,6-12-39,1-4 23,8-13 11,7-9-17,6 0-23,0 4-10,9 10 10,-21 21 23,12-2-22,-21 14 5,2 15 0,-2 7 6,2 14-34,3-2 6,0-6-17,30 8 17,-15-19 13,12-4 1,2-2 20,-1-6 13,6-10 1,1-7-7,-24-2 1,-1-4-1705,12-10 1,-1-3 1681,-15 7 1,-3-4 27,8-24 1,-5-5-15,-8 9 0,-2-2-5,3-8 0,-2-3-352,-4-2 0,-4 2 396,-3 18 1,-2 0-22,2-9 0,-2 2 67,-4-10-107,-2 17 0,-3 31 2947,2 10-2947,-4 13 1110,-5 27-1134,0 14 13,7-22 0,0 2-112,2 8 0,2 2 123,1 9 0,2 1-56,1 3 0,1 1-393,0-3 0,2-1 116,4-4 0,3-2-1351,3-6 1,2-2 1683,-1-1 0,0-2 0,12 16 0,-15-31 0</inkml:trace>
  <inkml:trace contextRef="#ctx0" brushRef="#br0" timeOffset="296544">29146 16374 22083,'-1'-3'3350,"0"1"-2930,1 2-420,71-71-1425,-43 56 0,3 0 1107,9-12 1,5-6-1,0 7-2973,10 8 1,-1 6 3290,-2-2 0,-3 1 0,-15 4 0,-3 0 0,8-1 0</inkml:trace>
  <inkml:trace contextRef="#ctx0" brushRef="#br0" timeOffset="297461">25173 8983 18621,'-4'0'3154,"1"0"-2151,3 0-695,26-66 145,10 20-1328,-7 8 0,5-7 0,1 5 918,-1 12 0,0 3 0,1 1-26,1-2 0,1 1 0,2 0 1,2 1 0,4 1 0,1 0 0,-3 2-9,4-1 1,-1 2-1,1-1-7,7-3 0,3-1 0,2 0 2,-7 5 0,3-1 0,-2 2 1,-5 2 11,5-2 1,0 0 5,-3 1 1,7-2-1,0 0 1,-8 2 47,-2 0 0,-4 0 45,14-6 0,-7 0-9,-13 0 978,-37-7-1050,-29 10 11,-24-10-20,21 19 0,-3 1-292,-2 0 1,0 1 294,-21-4 8,25 8 1,2 0 76,-10-1 66,-5 1-129,22 3 1413,9 2-1457,13 1 39,7 3-17,1 1 1349,27 9-1309,4 0-49,-7-3 1,3 2-9,0-1 0,1 3-14,11 7 1,0 0-582,-14-5 0,-1 1 570,14 10 0,-5 1-3,-5 3-154,-7 2 1,-4 3-967,-5 17 560,-7-22 1,-3 0-5765,-8 27 6341,-4-23 0,1-5 0,-1-15 0</inkml:trace>
  <inkml:trace contextRef="#ctx0" brushRef="#br0" timeOffset="299562">27375 8713 20929,'9'-57'697,"0"1"1,0-1 0,-1 6 0,0 2 0,-1 9-356,-1-3 930,-2 17-1216,-2 14 343,-1 14-376,0 6 194,0 18-217,6 25 11,2 9-8,-4-29 0,0 1-1,4 9 1,1 1-31,6 16 338,-7-23 1,1 0-294,-1-2 0,-1-3-17,-3-4 95,1 12 12,-11-30-46,-3-10 18,-7-28-74,5 2 1,-4-33 16,9 22-17,3 2 1,1-5 22,4-5 0,3-2-20,-1 0 1,1-1-252,4-6 0,2 2 246,-2 15 0,1 3 2,11-21 6,2 13-33,3 14 0,6 12 16,-7 9-16,17 9 16,-21 6-33,20 21 22,-30 5 28,-1 20-5,-27 3-4,1-26 1,-4-1 68,-5 1 0,-2-3-74,-3-1 0,-1-2 8,1-3 1,0-2 0,-20 10-1,15-10 7,16-8-7,11-7 6,12-1-16,10 1-18,17 0 29,16 1 5,13-1-122,-27-1 0,1 0 94,2 0 1,1-1-40,1 2 0,0-2-124,2 1 1,0-1-163,-1 0 1,0-2-43,-3-1 1,-2-2-195,24-6 298,-19-4 208,-17 0 94,-20 2 84,-12 3 96,-9 2 679,-3 3-478,0 1-55,2 2-63,4 0-106,4 1-151,6 1-5,2 1 50,3 2-12,6 3-5,6 0-22,12-2-23,11-1-28,12-7 6,5-7 33,0-10-22,-6-9 17,-12-7 45,-14-2 5,-12 2-22,-14 6-17,-9 10 22,-9 7-16,-6 7-23,-3 8 34,0 6-6,1 7-22,2 7-6,6 6-11,3 5-17,8 4-28,10 3 6,16-1-34,19-3-39,18-5-124,-17-18 1,2-3 131,5-2 1,1-2-392,3-2 1,1-1 273,1-4 0,0-1-29,-2 0 1,-1-2 13,-4-1 1,-3-1-134,25-7 128,-17-3 157,-13-3 89,-14-1 46,-6-1 391,-7 1-319,-1 2 197,-2 2-164,-1 6 852,0 0-672,0 3-23,0-2-50,-1-1-50,-1-1-28,1-2-6,0-1-33,0-1-62,-1 2 5,-1 3-16,0 2-11,-2 4-23,-2 1-11,-1 2 62,-5 0-46,-3 2-55,-3 2 0,-7 6 5,8-2 12,-7 9 16,8 0-22,-4 8 12,0 11-12,8-9 0,2 12-23,9-13-10,7 4 33,5-1 5,8-7 6,4-5 29,6-9-29,1-10-6,2-8 57,-3-10 50,-4-8-56,-6-5 11,-7-11-28,-4 15 40,-4-5 16,-2 22 45,-2 1-78,0 6-51,0 4 0,0 3 17,0 6-45,1 6-28,0 8 45,0 3 17,5 4-34,6-2 23,14-2 11,9-2-45,11-5 11,3-5 28,0-6-5,-8-9-12,-8-5 34,-9-10 39,-7-4-44,-5-4 5,-3-13-23,-3 14-16,-2-7 11,-1 11-5,-2 2-7,1-4 18,-5 5 22,-3 3 22,-5 3-27,-3 1-23,0 3 22,1 1-33,0 3 0,5 2-6,2 0 34,3 1 16,2 1-33,1-1-22,1 5 0,1 2 22,11 9 16,6-3 1,6 1-11,13-4-34,15-5 28,-9 0 11,19-5-22,-20-9 0,-8 2 27,0-13 12,-20 3 13,1-7-41,-4 1 0,-5 9 0,-2 4 0,-4 8 0,0 3 0,0 16 0,3 3 0,2 21 0,3-7 0,8 21 0,3 5-1359,-3-4 1,-1 4-1903,-5-17 0,0 0 3261,0 19 0,-2-6 0,-5-18 0,-2-2 0</inkml:trace>
  <inkml:trace contextRef="#ctx0" brushRef="#br0" timeOffset="303962">21494 15020 24895,'-29'-14'198,"-1"0"1,-18-7-120,42 29-56,1 4-18,0 7 12,6 0-11,3-4 10,11 1 24,22-3-29,5 0 11,14-1-5,-16-3-17,-16-2 45,-19 6-34,-14-5 17,-28 16-17,2-5 0,-15 9 1,12-4-1,13-5-45,3 4 34,12-7 11,3 3 17,11-7-22,10-4-6,3-6 17,14-3-6,9-4 6,-1 0-23,0 0 17,-22 8-5,-13 2 28,-21 15-29,2-5 12,-31 27 0,14-8-674,8-8 0,1 1 691,-4 11-402,9-7 1,2-1 389,2 2-5,3 1 0,3 0 28,11 2-68,14 9-318,23-21-836,-9-15 1,2-4-4672,29-3 5848,-22-4 0,-3-1 0,-6-1 0,1 0 0</inkml:trace>
  <inkml:trace contextRef="#ctx0" brushRef="#br0" timeOffset="305149">22168 14958 18453,'-8'0'5663,"2"0"-5232,6 0 370,0 0-638,-39-15-45,53 7-51,-16-12-42,29 12 0,13 5-3,-1-3 1,1 1-335,2-1 1,1 0 288,0 1 1,0 0-146,-4 1 0,-2 0-818,22-1-700,-24 3-599,-22 6-141,-22 2 668,-10 5 968,-8 1 1329,0-3-197,1-3 683,0-4 784,0-7 275,0-1-275,4-5-370,4 0-347,5 3-352,5 0-281,4 4-145,3 2-56,6 2-46,4 6-38,6 8-68,2 13-66,-2 14-29,-5 13-359,-7-20 1,-2 1 81,-5 6 0,-2 0-905,-1 5 1,-3 1 1170,-3 7 0,0-3 0,-2 7 0,3-6 0</inkml:trace>
  <inkml:trace contextRef="#ctx0" brushRef="#br0" timeOffset="305675">22675 15440 21993,'0'-7'3977,"0"2"-2778,13-57-762,-7 40-362,2-12 1,-1 3 86,-2 23-100,-2 11 50,2 22-90,-3-4-5,0 29-56,-9-8-667,-4 17-2806,-4 2 3512,3-11 0,6-19 0,4-16 0</inkml:trace>
  <inkml:trace contextRef="#ctx0" brushRef="#br0" timeOffset="305983">23386 15331 26978,'9'57'-123,"-3"0"-1899,-10-10-2313,-1-10 4335,-4 3 0,5-26 0,-1-1 0</inkml:trace>
  <inkml:trace contextRef="#ctx0" brushRef="#br0" timeOffset="306593">24094 15000 21136,'-6'1'3703,"1"-1"-2650,5 0-762,0-4-128,-2 8 5,-3-3-28,-5 8-79,1-4 74,-7-2 122,0-4-83,-1-7-45,0-6-23,7-9-67,3 1-3364,6-20 3342,6 19 0,7-13 17,8 22-23,2 4-11,5 13 0,-9 3 17,7 16-23,3 18 12,-2 8 1497,-12-16 1,-5 2-1549,-10 29 1,-11-8-10,-13-10 1,-9 2-1624,-6-3 0,-2-1 1674,3-1 0,-2-1 39,-8-1 1,3-9-306,3-17 303,5-8 78,23-37-90,27 2 40,15-15-1,20 15-33,9 8-14,-24 15 0,-1 1 197,20 0-222,-9 5 0,2 2-57,-11 1 1,0 0 802,15 1 1,0 1-2126,-8-1 1,-1 1 1389,2-1 0,-3 0 0,4 0 0,-6-1 0</inkml:trace>
  <inkml:trace contextRef="#ctx0" brushRef="#br0" timeOffset="307284">24750 14750 25657,'37'-39'65,"0"0"0,-1 4 1,0 7 12,19 19-22,-7 5 17,-14 5 28,-18 7 56,-21 8-17,-17 6-124,-5-1 54,0-3 0,-1 0 20,-13 9-43,12-8 1,1 0 75,-9 9-50,11-4 11,13-4 6,11-4-6,14-3-17,12-2-28,14-3 0,5-2-11,2-1-11,-4 0-17,-12-1-11,-4 6 22,-16-5 17,-5 14-5,-13-4-1,-10 10-39,-7 2 34,-4 3 5,1 2-38,5 4 10,8 2-5,7 12 11,9-16 11,8 15 6,11-20-6,11 8 0,9-3-22,6-1-6,-9-8-16,1 8 10,-25-10-22,-13 8-235,-30-8-952,-22-3-3297,19-11 1,-1-3 3849,2-1 1,2-2 0,-11 1 0,19-4-1</inkml:trace>
  <inkml:trace contextRef="#ctx0" brushRef="#br0" timeOffset="308192">21595 13117 24887,'-40'-6'103,"0"0"0,6-1 0,4 5 223,6 21-231,7-1 20,0 13-98,10-4 33,15 4-45,6-13 122,20 1-132,1-6 5,20 6 11,-10-6 50,-3-1-10,-23-7-6,-12-3 128,-5 1-78,-2-1-44,-4 2-46,-2 3 12,-2 0 0,-2 7-17,1 1 34,-1 13-18,2-2-10,-2 9 0,-2-3 10,2-5 12,-14 16-33,6-11 16,-8 15 0,9-9-5,6-5-1,6-9 1,7 0 0,14-2 5,-3-5 6,30 8-6,-12-11 0,13 6-17,-17-8 6,-2 6-22,-15-10-689,1 10-1390,-9-11 2101,5 0 0,-4-5 0,3-2 0</inkml:trace>
  <inkml:trace contextRef="#ctx0" brushRef="#br0" timeOffset="309050">22095 12978 11407,'-4'1'9326,"1"1"-6368,3-2-1962,-64 13-296,47-10-526,-20 4 0,11-2 17,33-9-57,10-3-72,16-5-34,16-3-23,-18 7 1,3-1-334,4 1 0,2 0 317,3 1 0,0 1-73,0 1 0,-2 1-171,-4 1 0,-3 2-496,12 2 180,-26 4 341,-31 3 191,-19 1 89,-11-2 102,3-3 817,8-4-515,9-4 78,8 0-50,4-1-174,3 2-107,0 4 68,-1 9-6,0 9-61,-3 13-73,0 10-45,2 12-317,5-22 0,0 1 233,1 4 0,0 1-17,1 2 1,0 2-413,4 12 1,1-2-37,-1-16 0,1-1-1790,6 14 1,2-4 2254,7-2 0,-3-8 0,-5-18 0</inkml:trace>
  <inkml:trace contextRef="#ctx0" brushRef="#br0" timeOffset="309566">22658 13579 21511,'-2'-4'4459,"1"0"-3221,1 4-1182,-3-29 11,6 29-28,-3-20 17,4 37-11,-1-1-11,-4-1 50,-3-4 5,0-5 7,-3-5-35,1-10-27,0-7-1,2-11-10,3-12 22,8-5-17,5-1-12,7 8 12,4 11-28,2 10 40,6 8-12,5 12-73,4 12 6,3 14 16,-4 11 34,-12 9-5,-14 5-12,-25 6-358,-3-27 0,-5-1 358,-9 4 0,-3-2-5,-3 1 0,-2-3 16,2-6 1,1-4 22,-22 6 11,20-27-5,17-20-12,18-12 1,15-5-12,13 4-11,11 7-11,5 11-23,7 6-61,3 10-314,5 2-258,-26 0 1,1-1-1539,3 0 1,2-2 2204,9 1 0,-2-2 0,6 0 0,-2-1 0</inkml:trace>
  <inkml:trace contextRef="#ctx0" brushRef="#br0" timeOffset="309742">23549 13541 27706,'-19'-8'124,"6"15"-152,18 23-387,-1 12-1859,-2 6 2274,-10 6 0,4-25 0,-4-1 0</inkml:trace>
  <inkml:trace contextRef="#ctx0" brushRef="#br0" timeOffset="310034">24059 13040 25247,'3'-51'808,"-1"0"1,0 6 0,0 9-428,2 20-286,-2 12-45,-3 9 96,-3 16-23,-2 14-50,-3 21-48,2-12 0,0 3-11,0-2 0,0 1-292,0-1 0,1 0 101,0 4 1,1-2-796,2-8 1,1 0 971,2 14 0,1-2 0,-1 5 0,4-10 0</inkml:trace>
  <inkml:trace contextRef="#ctx0" brushRef="#br0" timeOffset="310725">24633 12927 20996,'-1'-4'4398,"0"1"-4023,1 3-179,7-62-123,8 39-57,-7-11 1,4 1 45,42 18-51,-3 8 3,-13 2 0,1 1-3,24 3 0,-14 5-11,-20 0 23,-21 9 22,-40 8-40,-15 3 12,18-11 0,-2 0 83,-17 4 1,2 0-22,-2 2-7,5-2 1,3 2 23,5 4-29,4 9-28,20-8 6,19 1-28,8-11 27,21 3-16,8-3-14,-14-6 0,2 1 17,6 2 0,1 1-20,20 7 12,-6 4 5,-34-8 56,-15 6-23,-15-6 1,-10 8-12,-8-4-22,-4 3-11,6-6 22,-3 6-28,9-7-11,-3 4 6,4 0 0,7-5-6,3-1 39,12-1-6,11 0-33,2 1 40,30 11-35,-3-4 1,8 5-326,2 1 303,-16-6 17,-3 0-5,-22 8 10,-16-17-16,-26 8-28,4-16-247,-24 0-750,0-3-897,17-2 1,-2 0 1161,-24-3 0,20 0 1,18 1-1</inkml:trace>
  <inkml:trace contextRef="#ctx0" brushRef="#br0" timeOffset="311776">21717 10966 24081,'-27'-22'207,"-1"-1"1,-5 7-1,0 10-101,-13 26-44,-5 15-28,21-3 336,13-1-359,10-7 133,13-1-60,19-7-33,14-2-12,23-4-353,-28-7 1,-2 0 318,23 0 3,-18 0 1,-2 3-3,3 4-205,7 9 210,-30 5-92,-16 5 98,-6-3 22,-14 9 22,-7 0-44,4-4-11,-14 16 22,16-19 685,-4 5-668,5-1 393,6-8-415,-3 8 121,9-10-133,7-3 1,13-12-12,10-5-23,15-7 29,10-3-12,8-1 1,-2 4 10,-13 3 1,-19 9-1,-17 1 7,-23 10-24,-30 14 12,7-6-11,-1 1 0,1-1 22,6-1 22,0 3 1,4 2-22,11 2 27,1 15-11,33-15-34,19-5-27,21-7-468,-1-7 112,-15-9 0,3-2-3647,7-4 0,1-2 4036,-5 1 0,-2-1 0,-2 0 0,-4-1 0,-7 0 0</inkml:trace>
  <inkml:trace contextRef="#ctx0" brushRef="#br0" timeOffset="312259">22152 10997 25662,'51'-21'63,"1"1"1,0 0 0,0 5-109,-8 8 0,-2 3-528,2-2 1,0 1 101,-4 1 1,-3 1-1008,19-2 364,-27 3 526,-32 3 657,-23 2 340,-19 0 409,-6-1 347,7-4 419,11-3-654,14-3-236,11 1-167,5 2-141,3 3-207,0 12 6,0 10-73,0 19-61,0 15-330,1-20 0,-1 2 267,1 6 1,-1 1-40,-2 5 1,-2 0-695,1 3 1,-2 1-211,-2 0 0,0 0-1960,1-1 0,1-2 2334,2-7 1,0-3 0,0 9 0,3-22 0</inkml:trace>
  <inkml:trace contextRef="#ctx0" brushRef="#br0" timeOffset="313024">22884 11572 25808,'-27'-14'594,"7"3"-505,22 9-22,1 2-16,0-2-12,1 2 11,-1-2 18,-1 1-35,0 0 29,-1 1-57,0-2 12,1 0 17,1-2-29,1-2 7,1-2 16,0-1-12,-2-2 1,1-2 6,1-1 21,2-2 12,4-2-11,6-1 0,4 3-6,4 3-16,-1 7-7,-2 3-16,-4 6 0,-5 4 0,-3 8 6,-6 5 11,-4 4-12,-7 1 12,-4 2-6,-9 2-16,-4-2 22,-4-1-1,1-3 1,4-7 56,7-6 73,7-5 5,5-5-90,8-4-44,5-2 17,8-3-12,6 1-5,7 3-11,1 3-12,2 9 17,-2 9-22,-5 11-6,-8 8-28,-11 3 40,-18 2 33,-16-2-51,-15-3-21,-8-4-320,-1-9-784,2-10-2560,7-11 2860,13-8 0,12 2 0,10-2 0</inkml:trace>
  <inkml:trace contextRef="#ctx0" brushRef="#br0" timeOffset="313318">23707 11531 22223,'0'3'3865,"-1"-1"-2325,1-2-1439,-13 12-28,-4 22-225,-9 13-816,6 6 968,10-18 0,0-2 0,4-9 0,-4 14 0</inkml:trace>
  <inkml:trace contextRef="#ctx0" brushRef="#br0" timeOffset="314402">24198 11197 21791,'16'-44'837,"0"-1"1,0 0-1,6-15 1,-6 11 70,-13 24-729,-3 13 56,0-1-173,-1 21-6,-2 2 45,-1 20-17,-2 6-45,3-4 0,-1 2-22,-1 15-6,2-8 0,2 0-5,4-8 22,8 23-6,4-33 101,10-2-55,-7-12 77,8-20-111,-16 0 27,10-21 1,-8 4 95,6-14-68,-4 11-33,0 5-50,-5 16 0,0 8 16,0 12-28,3 9-10,5 27-46,-2 1-274,2 11-134,-7-19-1810,5 7 2280,3-7 0,-6-12 0,1-4 0</inkml:trace>
  <inkml:trace contextRef="#ctx0" brushRef="#br0" timeOffset="314992">24979 10915 25012,'12'-47'157,"0"1"0,2 3 0,5 10-123,22 23 5,-6 6 0,0 1-22,4 1-6,-2 3 0,-1 2 29,-7 6 21,1 7-22,-24-2 79,-27 14-40,-7-10-27,-20 11-1,1-8-11,5 0-27,13-4 32,-2 8-10,16-9-6,0 7-6,10-8 1,7-2-1,2-2 51,7-1 11,11 0-11,11 1-45,1 1-17,-7-3-5,-7 1-1,-11-3 12,0 9 28,-13 4 5,-10 5-22,-12 9 6,-8-1-17,-1 5-12,4 3 18,8 0-18,10-4 12,11-4-11,11-6-12,4-5 12,3-6-29,-3-3 29,-5 0 16,-6 2-11,-11 3-11,-2-2-28,-22 8-705,-17 7-125,7-5 858,-1-5 0,4-1 0,16-9 0,-19 5 0</inkml:trace>
  <inkml:trace contextRef="#ctx0" brushRef="#br0" timeOffset="315950">21963 9125 24290,'-44'-38'356,"-1"0"1,5 4-1,2 13-282,-2 34-29,8 9-34,12-1 34,7 15-1,14-10 1,11 10-34,14-11 6,14-2-6,-4-7-8,-6-6 0,0 1-9,12 3 12,13 5 5,-23-5 12,-14 0-18,-11 1 46,-21 5 10,-8-3-50,-6 1 23,-11 0 5,4-1 12,-8 6-12,4 3-28,12-5 0,4 7-5,16-10 11,6 5 16,13-6 1,11-2-1,7 1-21,-1-1 10,-6 3 6,-9 1-22,-9-1 10,-13 9 52,-16 5-40,-3 3-17,-3-1 39,5 1-27,14-13-12,-1 10-6,12-9 1,9-3-28,1-5-729,22-1-2117,-1-9 2868,26-2 0,-29-3 0,1-2 0</inkml:trace>
  <inkml:trace contextRef="#ctx0" brushRef="#br0" timeOffset="316242">22417 9163 24934,'56'-24'28,"-1"1"0,-2 1 0,-2 3-118,-12 11 1,-2 2-250,-2 1 0,-1-1-1475,20-2-2080,-21 4 3894,-23 1 0,-8 3 0,-9 0 0</inkml:trace>
  <inkml:trace contextRef="#ctx0" brushRef="#br0" timeOffset="316417">22671 9061 26202,'-14'39'263,"0"0"0,1 0 1,1 0-206,4-4 1,1-1-758,0 5 0,0 1 679,1 3 1,1 1-217,0 2 1,2-1-815,2 0 0,2 0 1008,4 1 1,0-3 0,1 4-1,3-9 1</inkml:trace>
  <inkml:trace contextRef="#ctx0" brushRef="#br0" timeOffset="317234">22970 9669 11827,'0'-9'7853,"0"2"-5349,0 7 1579,0 0-3708,8-54-223,-6 41-85,5-39-17,-7 62 29,-1 9-23,-3 13-6,-4 9 6,-3 5-28,1 9-28,4-19 6,7 6-6,9-25 16,7-3-38,7-13 22,6-12 50,4-11 18,2-7 49,-3-2 40,-6 3 45,-10 7-68,-7 8-89,-6 7-23,-3 9-44,-3 8 22,0 10 0,0 7-17,0 14-112,2-2-89,0-1-1177,2 3-4531,-1-5 5078,1 5 0,-2-16 0,0-11 0</inkml:trace>
  <inkml:trace contextRef="#ctx0" brushRef="#br0" timeOffset="317510">24129 9700 26228,'-19'54'-1063,"1"0"1,-1 2 0,3-6-4651,4-9 5713,-2 6 0,11-34 0,0 0 0</inkml:trace>
  <inkml:trace contextRef="#ctx0" brushRef="#br0" timeOffset="318126">24839 9401 26172,'-16'-33'104,"-1"1"1,-3 1 0,-2 8-77,-14 18-34,-14 2 6,9 0 6,-11 3 16,9 0 0,5 0-10,10 0 32,19 2 1,7 3 0,0 1 22,4 9 40,5 11-74,-2-4 29,7 26-34,-8-12-11,2 7 22,-10 3 28,-8-2-50,1-7 0,-10 11-12,13-31 1,-4 7 106,8-18 162,2-1-218,0-7 45,2-11-28,5-3-28,-1-5-17,11-3 0,9 1-12,-3 4 7,21-6-6,-12 16 16,13-1-27,-12 9 11,6 10-17,-4 8-12,13 17-27,-12-1-28,-4 8-62,-19-8-5,-8-7-622,-13 1-3932,-15-6 4688,1-3 0,2-5 0,13-9 0</inkml:trace>
  <inkml:trace contextRef="#ctx0" brushRef="#br0" timeOffset="318984">25387 9370 24872,'20'-29'267,"0"0"0,-1 1 1,1 6-184,10 5-56,7 2-6,6 5-22,-8 3-4274,11 10 4274,-27 3 899,5 17-871,-30-2 5,-14 12-16,-8-12-3,-1-6 0,-3-2 9,-15 2-12,14-4 0,1-1 39,-9 3-22,13-1 12,14-1 3402,9 0-3392,10 1 23,7 2-22,12 0-18,23 5-16,-11-5 5,23 8-22,-31-9 56,19 12-28,-28-6-5,1 10 16,-27-4 45,-24 6-56,4-10-6,-25 8 1,18-11-23,-4 2-6,11-2 17,14-4 23,9-2-12,9-2-44,3-1 16,5 0 23,1 3-34,2 1 17,1 5 0,1 3-5,-2 2 5,0-1-45,0 1 34,0-1 16,-4-6-66,-4 4 72,-18-8-45,-18 5-173,-27-3-429,18-7 1,-2-1-4281,-2 1 1,1-1 3770,-19 1 0,23-2 0,27-3 0</inkml:trace>
  <inkml:trace contextRef="#ctx0" brushRef="#br0" timeOffset="321505">28923 11463 22688,'-24'-47'780,"1"-1"0,7 10 1,-3 9-666,-15 25 0,-5 12-949,-1 10 0,-1 8 946,7-1 0,0 2 0,-2 4-661,0 2 0,-1 2 1,-2 3-1,0 1 561,4-3 0,0 2 1,0 1-1,-1 1 0,0 0-269,-4 4 0,0 2 0,-1 0 0,0 0 0,-1 1 235,5-7 1,0 0-1,0 1 1,-1-1-1,0 0 1,0 1-102,-1 0 1,0-1 0,0 1 0,0 0-1,0 0 1,0-1-503,1-1 1,-1 0 0,1 0 0,0 0 0,-1 0 0,2 0 624,-8 7 0,-1 2 0,1-1 0,3-3 0,3-3 0,-3 3 0,3-3 0,3-3 0,7-6 0,0 0 0,0 0 0</inkml:trace>
  <inkml:trace contextRef="#ctx0" brushRef="#br0" timeOffset="321687">27231 11986 20713,'19'-39'983,"1"-1"0,-1 1 0,8-12 0,3 13-473,20 30-339,-17 19 0,2 7-977,11 11 0,5 8 806,-9-5 0,3 5 0,2 2 0,-3-2-1009,2 1 0,-1-1 0,3 3 491,-3-2 1,5 3-1,2 2 1,-1-1-1,-5-4 396,-6-6 1,-2-2 0,-1-1-1,-1 0 1,9 7 0,-2-2-1,-3-2 1,-3-3 0,1 0-1</inkml:trace>
  <inkml:trace contextRef="#ctx0" brushRef="#br0" timeOffset="322596">23876 13933 16768,'-60'11'1648,"-1"1"1,16-3-1,7-1-1059,7-2-12,55-5-477,0-2-47,9-2 1,6 0-29,-2 0 0,2-1-1221,14-1 1,3 0 1214,4 0 1,1 0-9,-15 2 0,0 1 0,-2-1 36,-1 0 0,-2 1-28,4-1 1,-9 2 14,-21 0-17,-65 0 11,-5 2-177,10 0 0,-2-1 163,3 2 0,2-1 0,8 1 0,-1-1-656,-14 2 0,1 0 676,-11 1-721,24 0 1,5 0 703,15 0 27,-1 3 40,25-2 199,13 1-221,36 1-45,-11-3-6,3-1 0,1-1 2160,-4 0-2165,-3 0 0,-1 0 5,-2-1 2707,-5 1-2673,-32 0-17,-52 0 0,4-1-301,-2 1 1,-2 0 300,12 0 0,0 0 47,-8 2 1,-2-1 167,2 1 1,2 0-37,-8 1-134,16-1 118,45-4 22,19-2-56,28-5-104,-19 2 0,4 0-933,17-2 0,2-1 866,-18 3 0,-1 1-272,18-2 0,-2 0-4630,-24 3 1,-2 0 2639,20-1 1,-17 2 0,-32 2 0</inkml:trace>
  <inkml:trace contextRef="#ctx0" brushRef="#br0" timeOffset="342730">13281 14486 22543,'-32'-45'741,"-1"1"0,4 4 0,5 7-450,10 12-173,8 10-68,6 6 34,10 15 17,6 15-1738,-1 6 0,0 4 1659,5 19 0,-6-6 1,-1 3-155,-5-15 1,-1 0 147,1 7 1,2 0 14,-1-8 0,2-2 126,12 12 173,7-23 17,9-30-117,10-28-531,-17 3 0,1-4 327,-6 6 0,0-3 1,1 0 445,4-4 0,1-2 0,1 0-441,2-2 1,1 0 0,1 0-8,1-1 1,0 1-1,1 0-7,-1 2 0,0 1 0,0 0-10,-2 4 0,1 0 1,-1 1 7,-2 4 0,-1 1 0,-1 1-217,14-8 1,-1 2 128,-5 6 1,-1 3-350,-5 4 1,1 3-812,-5 4 1,-1 3 1232,26-2 0,-27 7 0,-7 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5:43:57.4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2887 3154 23842,'-11'-54'965,"0"0"0,2 2 1,1 16-709,4 32-162,3 8 29,0 17 32,1 22-100,1-10 0,-2 5-14,-1 23 0,-2 2-362,1-17 1,1 2 287,-2 0 0,-1 5 0,1-3-1260,-1 6 0,2 1 1292,0-5 0,1 1 0,0-4 0,0-4 0,1-3 0,0-6 0,1 1 0</inkml:trace>
  <inkml:trace contextRef="#ctx0" brushRef="#br0" timeOffset="625">4640 3795 25769,'30'-54'175,"-1"0"1,-2 1-1,-5 2-128,-11 15 1,-4-1-865,-1-6 1,-2-3 841,-1-4 0,-3-4-22,-4 8 1,-1-2 0,0 3 1,0-3 1,-3 1 7,-2 3 0,-2-1 1,0 7 8,-5-3 292,3 10 1,-2 4-248,2 13 257,-1 2-290,-4 31-6,-1 18-23,-2 13-369,9-10 1,2 4 352,2-1 0,3 3-480,-2 14 0,2 5 394,3-19 0,1 1 0,1 1-219,2 1 1,1 0-1,2 0-310,0-1 1,1 0 0,2-2-776,2-3 1,2-2 0,0-1-2207,7 10 0,1-4 3515,-1-12 0,0-4 0,2 1 0,-7-17 0</inkml:trace>
  <inkml:trace contextRef="#ctx0" brushRef="#br0" timeOffset="1059">4512 3717 21078,'-21'-45'540,"0"1"0,15-3 0,12 8-173,38 14-347,-8 7 1,7-1 0,-3 2-728,-8 3 1,1-1 715,9-2 1,6-3-1,-2 1-1,2-1 1,-1 0-4,-8 5 1,1-1 0,-1 0-6,15-6 0,-2 2 65,-8 2 1,-2 2 1,-11 3 0,-3 1 409,4-1-285,-21 9 386,-23 14-135,-14 12-100,-14 13-157,-2 10-101,7 6-61,15-1-7,15-2 24,19-5-29,28-5 6,9-15 918,4-6-907,4-14 28,-17-13 34,4-8 97,-24-8 1,-5-2-65,2-9 358,-4-18-212,-16 19-62,-8-1-28,-6-6-22,-15 1-112,0 15-34,-2 7-17,2 13-61,6 11-19,-2 8-2961,5 17 2199,16 3 0,1-6 0,10-9 0</inkml:trace>
  <inkml:trace contextRef="#ctx0" brushRef="#br0" timeOffset="1676">7562 3255 21783,'3'-47'674,"1"0"1,-1 0 0,3-10 0,-3 5-305,-6 17 0,-3 5 173,-5-1-375,-12-4-20,-4 28-75,-11 25-34,5 3-3,3 12 1,0 6-21,8-7 1,2 1-479,-11 18 1,2 2 466,9-7 1,3 0-3,4-1 0,3-1-6,2-10 0,4-3 94,12 32-91,25-26 61,7-12 23,16-22-17,-8-32-8,-25 5 0,-1-3 25,12-22 50,-11 6 1,-2-1-236,-8 13 1,-1 0 212,5-12 0,-1 1 101,1-11-12,-6 18-128,-6 17 967,-4 12-1040,-6 36 23,-6 9-15,1-2 0,0 4-2,-3 2 0,1 1-278,1-6 1,0 2 97,1 6 1,-1 5-1,3-1-1267,1 7 1,2 1-1837,2-5 0,0 3 0,1-5 1929,4-2 0,1-6 0,5 12 0,-5-41 0</inkml:trace>
  <inkml:trace contextRef="#ctx0" brushRef="#br0" timeOffset="4442">9706 3267 22772,'-24'-3'56,"31"0"-62,30 1 1,12 1-986,2-1 0,2 0 926,0-2 1,1 1-62,-6 0 0,-2 0 297,-10 0 0,-3 3-255,2 7 439,-40 12-310,-37 17 11,7-11 0,-5 3-611,-9 4 0,-3 1 628,15-8 0,0 0 0,0-1 61,-16 13 1,2-2-37,7-4 0,5-2 396,11-7 0,5-1-293,2 5 107,33-14-78,26-13-174,-7-4 0,4-4-422,9-4 1,2-4 393,5-3 0,-1-2 11,1-3 0,-2-2 3,-4-1 0,-4-2-9,-6-1 1,-4-3 2,-7-1 1,-6-2 512,-5 1 0,-5-1-443,-7 2 1,-5 1 179,-15-23-17,1 30 0,-3 3-73,-7-4 263,-9-2-364,25 22 28,-2-1-134,12 7-17,1 6 39,8 11 882,9 14-904,11 17 2,-9-17 1,0 2-117,2 5 0,-1 2-12,-1 3 0,-2 1-351,-3 3 1,-4 1-1087,-6 1 0,-4 1 1574,-8 2 0,-2-4 0,-3 8 0,-5-11 0</inkml:trace>
  <inkml:trace contextRef="#ctx0" brushRef="#br0" timeOffset="5100">11350 3645 22447,'8'-59'1226,"0"1"1,-1 6 0,0 3-956,-3 15 1,1 3 25,-1-9-224,-4 21-90,0 22 28,-3 22-22,-3 26 14,1-13 0,-2 3-217,-1 7 1,0 4 104,0-6 1,0 3 0,1-3-531,-1 5 0,0 0 112,2-2 1,-1 2-1,2-3-778,1 0 1,2-2-730,-2 8 1,1-2-995,1-11 1,0-4-1851,-5 7 4211,-1-33 2756,-1-36 729,1-31-1609,4 14 1,2-6-363,0-10 0,1-5-47,0 5 1,1-5 0,0 2-1105,2 4 0,0 1 0,0 0 550,0 1 0,-1 0 1,2 1 197,1 5 0,1 1 1,-1 3-280,2-6 1,1 2 159,1-8 0,1 1-224,0 9 0,2 4-6,-1 8 0,4 4-34,24-12-55,-10 22 429,21 12-435,-10 19-12,15 11 4,-27-3 0,-2 5-29,3 12 1,-4 4 1158,-7-12 1,-4 2-1179,0 16 0,-9 1 22,-25 12 40,2-23 0,-6-2-1,-7-3 1,-6-3 44,-10-4 1,-1-4-35,15-6 1,2-3-6,-9-1 1,4-7 617,9-12-9222,24-30 7874,16 8 0,10-7 0,-6 26 1</inkml:trace>
  <inkml:trace contextRef="#ctx0" brushRef="#br0" timeOffset="5591">11983 3159 25842,'0'-8'16,"-1"2"-44,32 37 34,-8-2-12,1 12 23,-11 11 17,-16-9-23,-6-5 28,-14-13 90,3-14 157,-4-5-135,9-15-73,7-9-55,18-10-12,3 3-11,24-8-1682,-9 16 0,1 0 1682,21-11-237,-4 8 1,0 2 236,5 0-181,8-2 209,-21 5-28,-21 6 67,-2-6 3038,-9 3-3021,-4-2 690,-2 6-679,0-1 330,0 4-257,0-1-107,0 4-66,0 0-1,0 7 6,0 0 34,-1 20-62,0 1-23,-2 18-178,-2 1-706,-2 6-57,1-10-5135,-1 7 5279,3-20 0,2-6 0,0-10 0</inkml:trace>
  <inkml:trace contextRef="#ctx0" brushRef="#br0" timeOffset="5758">12492 2971 21948,'10'-44'-1692,"-7"4"1,7 48 0</inkml:trace>
  <inkml:trace contextRef="#ctx0" brushRef="#br0" timeOffset="6358">12734 3086 26015,'25'7'-11,"-1"16"0,-16 18 33,-2 12-22,-7-3 11,-4-7 51,-4-11 84,-2-15 38,2-11-44,0-15-44,4-10-35,1-13 23,4-9 6,7-5-23,4-1 0,7 4-22,2 9-45,1 9-6,6 11 1,3 7 5,-2 5-17,10 10-22,3 13 28,-1 6-12,3 11 18,-17-3-7,-10 0-27,-10-2 45,-11-7 27,-2-6 23,-3-10 0,2-8-22,3-11 0,2-10-12,3-10 6,7-6-6,6-1-16,6 2-6,2 6 6,0 6-18,-1 8 1,1 7 6,2 3-12,4 8 11,2 5-27,2 8-7,-1 6-10,-3 5-152,-3 2-520,-5 0-1155,-4-1-3130,-4-3 5007,-2-6 0,-4-9 0,-2-6 0</inkml:trace>
  <inkml:trace contextRef="#ctx0" brushRef="#br0" timeOffset="6451">13615 3199 5739,'0'0'0</inkml:trace>
  <inkml:trace contextRef="#ctx0" brushRef="#br0" timeOffset="6935">13615 3196 18632,'-24'-31'5490,"6"5"-4673,17 19-497,1 4-197,0 1-95,3 5 28,4 2 6,10 3 16,7-1 34,10-2 12,3-6 21,0-6 1,-5-6-6,-5-9 28,-9-6-6,-6-6 1,-8-1 10,-9 2-5,-6 4-11,-6 8-62,-3 7-22,-1 8-11,-9 15-51,10 2 28,-11 23-17,16 3-33,1 16-28,16 5-381,16-20 0,5-3-1272,17 14 1013,-1-18 1,-1-5 0,-9-11-1,2-1 1</inkml:trace>
  <inkml:trace contextRef="#ctx0" brushRef="#br0" timeOffset="38975">9140 5730 23046,'-11'-45'499,"-1"-1"1,1 4 0,3 10-424,6 25-69,1 5 24,8 13-16,6 18-5,7 18 0,-8-15 1,-2 3-339,-1 5 1,-1 2 323,-2 3 1,-2 2 2,-1-1 0,-2-1 15,-2-3 0,-2-2 0,1-7 0,-2-2 143,-6 10 235,1-18 1,0-18-152,2-19-57,1-17-60,2-21-82,4 18 0,1-2 101,3-6 0,2 0-140,3-1 0,3 0 11,2 2 0,4 2 16,7 1 1,1 3-20,12-7-8,-12 22 0,2 5-3,8 7-127,12 11 121,0 12-11,-15 4 1,0 2 5,11 12-37,-12-5 0,0 2-428,5 17-213,-14-16 0,-2 2-2299,-1 8 0,-4 0-3504,4 14 6492,-12-22 0,-3-4 0,-3-13 0,-1-2 0</inkml:trace>
  <inkml:trace contextRef="#ctx0" brushRef="#br0" timeOffset="39368">10683 5585 24811,'-23'37'-17,"0"0"0,-7 7 0,-1-2-395,6-9 1,0-2-2237,-8 9 1,0-1 1779,11-13 0,0-2-1474,-3 3 1,1-3-2521,-7-2 1053,0-8 3809,15-39 2822,11-15 7,6-13-353,1 20 0,0 0 1433,-3-19-2313,-3 19 1,-2-1-438,-4-10-431,-6 9-285,9 20 1364,4 8-1690,8 3-50,23 4-78,-2 3 22,16 4 1,6 3-26,-9 0 0,0 1-520,8 2 1,3 2 110,3 3 0,1 3-4117,3 4 0,-1 1 4540,-5-3 0,-1-1 0,-6-1 0,-6-2 0,-7-4 0</inkml:trace>
  <inkml:trace contextRef="#ctx0" brushRef="#br0" timeOffset="40525">11593 5744 21752,'-12'-52'1182,"0"-1"0,2 7 0,3 7-1002,5 11-113,6 13-45,1 8 6,20 11-22,2 12-12,19 13 12,-1 13-18,-23-17 1,-2 1-34,-2 4 1,-3 1-169,-4 1 1,-3 1 153,-6 0 0,-4-1 59,-13 22 56,-12-16-11,2-19 40,-3-15 43,10-29-94,4 5 56,15-42-57,20 18-269,6-11 241,-5 29 1,4 2-1,21-13 3,-9 12 1,3 1-6,-6 6 0,1 2-220,5-1 1,-1 2 213,-7 6 0,-2 2 3,27-4 11,-10 4 266,-15 3-226,-15 3-1,-15 0-22,-16 6 254,-12 5-243,-11 10 446,-2 6-468,5 7-12,7 2-5,11 4 45,9 1-22,14-1-29,12-4 12,15-7-1,11-10 23,8-7-17,-11-9 101,14-16 28,-28-6-44,5-15-35,-23-1 1,-16-4-17,-9-1-1,-13-1-27,-2 5 0,1 4 5,5 9-16,8 8 5,8 8-28,9 4-11,10 1 23,13 0-1,14 2 1,11 0-12,11 1 17,-28 0 0,0 0 0,0 0 0,-1 1 11,29 0 0,-13 1-28,-13 1 1,-14 1 16,-11 3 11,-13 7 0,-8 9 6,-10 9-6,-2 9 11,2 3 6,9 0-44,14-5-24,13-5 40,17-6 22,-1-16 1,3-4-17,14 3 13,-10-8 1,1-5 58,4-12 29,6-10 10,-15-11-16,-13-9-22,-12-4-12,-15-4-11,-11 4-6,-15 6 1,-9 9-18,-8 7 1,-1 8-17,8 8-6,14 5-90,9 8-234,13 6-768,9 8-1955,13 10 3036,18 10 0,-15-15 0,3-1 0</inkml:trace>
  <inkml:trace contextRef="#ctx0" brushRef="#br0" timeOffset="40875">13584 5873 27018,'-5'-55'209,"0"0"0,0 0 0,3 3-176,3 15 1,1 1-1103,1-8 0,-1-1 1088,2-6 1,-1-2-6,-1-1 0,-1-1 3,-2 3 0,-1 2 74,-2 5 0,-1 4-72,-3 8 1,-1 4 497,-10-12-477,0 19-12,4 12-40,2 12 1124,2 14-1107,-1 18-22,0 19 11,7-17 1,1 2-440,0 6 1,2 3 410,0 3 1,2 2-49,3 1 1,2-1-129,2 0 0,4-1-639,3-3 0,4-2-20,1-3 1,3-2-922,1-6 1,1-2 1247,-2-5 1,0-3 0,3 2 0,-8-11 0</inkml:trace>
  <inkml:trace contextRef="#ctx0" brushRef="#br0" timeOffset="41052">13423 5639 26206,'13'-31'-367,"-1"0"1,7 2 0,5 6-844,17 14 1,7 6 77,7-5 0,-2 0 0,7 0 0,-3-1 0</inkml:trace>
  <inkml:trace contextRef="#ctx0" brushRef="#br0" timeOffset="41785">14724 5453 26178,'3'-51'89,"5"27"-66,1 61-12,1 2 0,-2 4 6,-5-8-6,1 7 84,-5-5-5,0-16 319,-2-7-325,1-18 16,-2-10-4,2-14-24,1-15-36,6 8 1,1-1-14,4-16-4,3 12 1,3 1 25,13-7-155,-10 19 1,1 2 131,23-11-11,2 15-16,18 19 5,-19 8-3,-8 6 0,-1 5-14,-9 1 1,-2 4-362,13 16 0,-2 5-636,-9-3 0,-2 4-3902,-1 11 1,-5 2 4555,-9-13 0,-4-3 0,-1 14 0,-4-23 0</inkml:trace>
  <inkml:trace contextRef="#ctx0" brushRef="#br0" timeOffset="43285">16505 4779 9081,'-53'-12'60,"-1"0"1,1 1 0,-1-1 0,0 0 0,-8-2 0,3 1 0,-2 1-373,7 2 1,-3 1 0,1 0 0,1 1 602,5 2 0,1 1 0,0 0 1,2 1-707,-4-1 1,1 0 0,-8 0 701,5 1 1,-8 0-1,-4-1 1,-2 1 0,2-1-1,4 2-459,1-1 0,4 1 1,0 1-1,-2-1 1,-3 0 197,2 1 0,-3-1 1,-2 1-1,-1-1 1,0 1-1,0 0 0,2 0-212,6 1 0,0-1 0,1 1 0,0 0 1,0 1-1,-1-1 0,0 1 197,-2 0 0,0 0 0,-1 0 1,0 1-1,-1-1 0,1 1 1,-1 0-106,-2 0 1,0 1 0,0-1 0,0 1 0,0 0 0,-1 0 0,0 1 117,7-1 1,0 1-1,-1-1 1,1 1-1,-1 0 1,1 0-1,-1 1 1,1-1-30,-2 1 1,1 0 0,0 0 0,-1 0 0,1 1-1,-1-1 1,1 1 0,0 0 24,-1 0 0,1 0 1,-1 0-1,1 0 0,-1 1 1,1-1-1,0 1 1,-1 0-3,2 0 0,-1 0 0,0 1 0,1-1 1,-1 1-1,1 0 0,0 0 0,-1 0 1,2 0 1,-1 1 0,1-1-1,-1 1 1,1-1 0,-1 1-1,1 0 1,0 0 5,1 1 0,-1-1 0,1 1 1,0-1-1,0 1 0,0 0 0,0 0 1,0 0 1,-6 2 0,-1 0 0,0 0 0,0 0 1,1 0-1,0 1 0,-1-1-3,2 1 0,0 0 0,0 1 0,1-1 0,-1 1 0,1 0 0,0 0-2,1 0 0,0 0 1,0 0-1,1 1 1,0 0-1,0 0 1,0 0-11,2 0 1,1 0 0,-1 1 0,1-1 0,0 1-1,1 0 1,0 0-4,-6 2 0,0 1 1,1-1-1,0 1 1,1 0-1,1-1-4,2 1 1,1-1 0,1 1-1,0-1 1,1 1 0,0 0-5,-4 3 0,0-1 0,2 1 0,0 1 1,2-1 66,-7 5 1,2-1-1,2 2 1,2 0-79,7-2 0,2 0 1,2 2-1,2 0 146,-3 7 1,4 0-1,4 3-189,-2 14 0,9 3 465,13-2 1,11 1-399,13 0 0,10-1 11,12 0 0,10-2-5,-5-16 1,5-1 0,4-2-5,-5-6 1,2-2 0,3 0 0,1-1-10,8 1 0,1-1 0,3-1 0,1 0-49,-6-4 1,1-1-1,2 0 1,0 0-1,1-2 78,-4-1 1,2 0-1,0-1 1,0 0-1,0-1 1,-2-1-130,2 1 0,-2 0 0,-1-2 1,3 1-1,5-1 150,-5-1 0,4-1 1,2 1-1,3-1 1,1 1-1,-1-2 1,-2 1-1,-2-2-116,-3 0 0,-2 0 0,-2-1 1,1-1-1,0 0 0,3 1 0,3-1 82,-5 1 0,2-1 0,2 1 0,2-1 0,1 1 0,1-1 0,-1 1 0,0-2 0,-1 1 0,-1-1-2,2 0 1,-1 0 0,0 0 0,-1-1 0,0 0-1,0 0 1,1-1 0,-1 1 0,2-1-1,-5 0 1,1 0 0,0 0 0,0-1 0,0 1 0,0-1 0,1 0-1,-1 0 1,1-1 0,-1 1-13,2-1 0,0 1 0,-1-1 0,1 0 0,0 0 0,0 0 0,1-1 0,0 1 0,1-2 1,2 1 14,-8-1 0,1 0 0,2-1 0,0 1 0,1-1 0,0 0 0,1-1 1,-1 1-1,-1-1 0,-1 1 0,-1 0 0,-1 0 0,-2 0-10,7-1 0,-3 1 1,-1-1-1,-1 1 0,-2 0 1,2-1-1,0 0 1,2 0-1,2-1 15,-4 0 1,2 0 0,2-1 0,1 1 0,1-2 0,0 1 0,0-1 0,0 1 0,-2-1 0,-2 1-1,-1-1 1,-4 1 22,8-2 1,-4 1-1,-2 0 1,-2-1 0,1 1-1,-1-1 1,2-1-1,2 1-3,2-1 0,1 0 0,1-1 1,1 0-1,0 0 0,0-1 0,-1 1 1,1-1-1,-2 0-1,-4 0 1,1 1-1,-1-1 1,0 0-1,0-1 1,-1 1-1,0-1 1,-1-1 0,0 1-2,4-2 1,-1 0-1,0-1 1,-1 0 0,-1 0-1,0-1 1,0 0-1,-1 0-2,3-3 1,-1 1 0,0-1-1,-1 0 1,-1-1 0,-1 0 0,-1-1-1,3-2 1,-1-1 0,-1 0-1,-1-1 1,-2 0 0,-2-1 87,2-3 1,-1 0 0,-2-1 0,-3-1 0,-3-1-71,0-4 0,-2 0 0,-6-2 0,-5-1 121,-3-9 1,-8-2-1,-12 0-322,-13 1 0,-11 1 0,-9 3-344,-2 9 0,-7 2 0,-5 2 1,-3 1 481,-5 3 0,-7 2 0,-3 2 0,2 1 0,6 2 0,-4-4 0,5 4 0,-2 1 0,-6 4 0,0 1 0,-1-1 0</inkml:trace>
  <inkml:trace contextRef="#ctx0" brushRef="#br0" timeOffset="56675">7323 4281 21170,'-14'-37'-471,"29"3"390,12 23 0,9 4-624,10-4 0,1 1 573,-9 2 1,-1 1-225,11-1 1,-3 2-172,9-1 733,-26 10-212,-38 5 6,-37 11 19,17-8 1,-4 1-292,-4 1 0,-3 2 0,0-1 401,-13 5 0,-1 0-23,13-3 1,-2 0-1,4-2-17,2 1 1,3-1 126,-1 0 1,3 0 630,-1 5 226,10-4 561,30-6-1229,31-12 83,6-4-219,-5-3 0,4-2-19,10-6 0,1-2-673,2 1 0,0-2 186,-13 5 0,0-1 1,-3 2-2486,3-2 1,-4 3 2706,15-6 1,-25 11 0,-18 6-1</inkml:trace>
  <inkml:trace contextRef="#ctx0" brushRef="#br0" timeOffset="62013">3790 8928 15929,'0'-3'5030,"0"1"-2818,0 2-1814,-2-45-194,-3 32-229,-2-32 5,-8 43 33,-9 5 4,-14 4 5,-15 7-166,22-5 0,0 1 154,-2 1 0,0 0-33,-2-1 1,2 0 96,-13 4-88,12-5 9,22-5-12,8-3 9,2 1 352,-1 2-308,-1 5 122,-3 10-38,-4 12 37,-5 13 11,-3 14-98,9-27 0,1 3-6,1 8 1,2-1-37,1 16 3,9-20 0,5-2 13,19 5-61,-5-17 1,4-1-264,19 1 0,5-3-1350,-1-3 1,4-3 1629,-3-4 0,2-1 0,-5-2 0,-10-1 0,-2-2 0,-1-1 0,0-1 0</inkml:trace>
  <inkml:trace contextRef="#ctx0" brushRef="#br0" timeOffset="62905">18364 8586 14449,'-4'-2'6088,"0"1"-2251,4 1-3720,-44-12 23,33 9-28,-29-10-39,50 11-39,4 1 27,25-4-27,-2 2 0,20-3 10,-7 1 24,-7 0-35,-14 3 102,-8 1-74,-15 1 46,-2 0-45,-4 0 11,-1 5-6,-2 5 11,-1 10-16,2 11-1,0 11-27,2 11-637,3 10 617,-1-28 0,2 1-17,0 3 0,1 1-8,0 0 0,0 0-14,-2 0 0,-2-2-54,-5-1 1,-3-3-249,-5-3 0,-4-2-219,-5-3 0,-3-4-1022,-19 10 952,8-18 0,3-3 0,9-2 0,-13-2 0</inkml:trace>
  <inkml:trace contextRef="#ctx0" brushRef="#br0" timeOffset="69352">3835 8908 21063,'4'-26'1547,"-1"5"-1262,-3 18-77,-2 0-96,-3 3-73,-7-1 6,-8 5-12,-9 2-3374,-16 7 3363,11-4 12,-13 3 38,19-7-16,-7-1 40,2-1 55,2-3 22,-5 0-122,12 0 3470,-6 0-3409,13 0-17,-1 0-28,6 0 45,5 0-73,4 1 320,2-1-303,-1 0 0,-2 0-28,-3 0-12,1 0-4,-1 0-1,2 0-22,0 0 55,1 2-38,3-1 0,0 2-6,0 0 22,1 1-11,-2 3-5,1 0 39,-3 1-29,1-1 29,-3 3-17,-1-3 11,-1 3-10,1-2 10,-1 1-33,3-4 5,0 0-5,2-2-12,0 1 12,0 0 22,-5 5-6,4-4 12,-2 4-23,2-5 11,3-1 577,1-3-531,-2-4 10,1 1-11,0-4-50,-1 5 22,1 0-16,0 2-12,1 3-34,0 4 23,0 6 0,0 9 0,0-5 0,-3 20 0,1-19 34,-4 20-17,1-4 0,0 2-1,2 6-27,3-10 17,2-8-12,1 3 23,1-6 0,1 3-6,0 3 6,-2-8-12,1 0 18,-2-5 5,2-4-11,0 0 16,4-2-5,2-4 45,6-2-28,-1-1 28,17-2-51,-3-1-16,18-2 27,1-1-22,3 2-22,-9 0 22,8 2 1,-7 1-12,-10 0 0,1 0 5,23 0-477,-24 0 0,-1 0 483,7 0-11,5-1 34,0-1-23,-1-1-6,-1 1-16,-20 0 6,-10 2 27,-7 0 962,-6 0-934,-6 2-16,-9 3-23,-11 3-17,0 0 23,-21 5-11,13-6-1,-18 4-16,8-4 17,-4 1 27,-5 0-33,-2 1 0,1-1 6,5-4-1,9-2-5,6-1-11,6-2 11,9 0 34,-8-2-40,16 1 17,-11 1-11,13 1 12,-2 0-12,5 0-12,-1 0 29,4 0-6,0 0 12,2 0 10,2 0-49,-2-7-12,-1-1 44,-2-8-10,-2-3 0,1 3 22,-7-17-28,3 6 22,-6-14-22,2 4-6,0-3-10,0-2 4,2-3 46,3 2-23,3 3-5,2 5 5,4 4-11,-1 4 0,1 3 0,0 2 11,0 3-22,0 1-11,-1 2 55,0 1-5,1 1-33,-1 2 5,1 3-17,1 2-28,2 3 17,2 2 34,5 1-18,4 0-10,6 1 61,5 0 0,7-2-39,9-2 17,9-3-378,8-2 361,-25 3 0,-1 0 6,2 0 0,0-1-12,0 1 0,0 0 6,-2 0 0,-1 1-31,24-5 36,-10 2 1,-11 2-17,-8 3 11,-9 2 0,-4 1 337,-3 0-348,-2 0 44,0-1-17,1-2 12,-1-1-11,0-3-22,0 1 5,-4 1 5,-1 0 18,-2 2-23,-4 0-17,-5 1 39,-7 0-27,-11 4-29,-8 3 40,-5 2 38,-14 7-49,16-6-12,-17 5 6,13-5 0,-16 3-109,25-5 0,0-1 117,-2 1 0,-1-1-14,1-1 1,1 0 5,-25 3 22,12-2-6,13 0-33,11-2 6,10-2 39,5 1 16,6-2-167,-1 1 56,2 2-276,1 4-2755,1 8 3109,1 0 0,0-3 0,-1-6 0</inkml:trace>
  <inkml:trace contextRef="#ctx0" brushRef="#br0" timeOffset="76396">4539 10016 19137,'1'-5'4458,"0"0"-3058,-1 5-1192,-1-31-46,-6 39-27,-5-15-51,-7 51-56,3-6 34,-2 22-74,12-20 12,7 14-11,15-21 0,13-11 22,0-11 45,20-11 67,-19-11 34,11-11 17,-21-10 44,-10-8-27,-10-4-102,-5 7 79,-16-18-73,3 21-11,-11-12-56,8 22 6,4 11-79,4 7-134,4 9-443,1 9-1988,3 9 2610,6 11 0,-1-13 0,6-2 0</inkml:trace>
  <inkml:trace contextRef="#ctx0" brushRef="#br0" timeOffset="76848">6810 9977 24559,'3'-45'903,"1"0"1,-1 6 0,-1 6-546,-3 14-184,1 11-107,-2 9-17,-2 12 1,-1 12-18,-5 16-27,-3 12-82,5-20 1,-1 1-634,0 4 0,1 1-1215,0 4 0,1-1 1283,2-4 1,0-3 0,1 12 0,4-22 0</inkml:trace>
  <inkml:trace contextRef="#ctx0" brushRef="#br0" timeOffset="77513">8423 10016 26799,'6'-36'174,"-2"10"-152,-4 31 57,0 3-23,-3 0 16,-1-2 35,-4-1-6,-2-3-12,0-9 12,-1-9 56,5-26-129,2 9 33,10-19 1,7 22-40,7-1-33,4 11 17,1 9-23,1 10 6,1 11 22,0 8 6,-1 12 0,-8 7-62,-8 6-17,-18 7 11,-2-21 1,-5 1-70,-18 14 0,-4 0-417,10-12 0,-3 0 525,-1 0 1,-4 2 0,2-4 16,-2-2 1,1-3-242,-4 3 1,0-3 347,-17 4-11,24-25-28,22-19-12,22-12 1,13-6-45,12 2-1,6 6 7,3 6-74,4 8-128,-15 8 0,0 2-185,17 3-575,-12 2 1,1 3 508,-9 1 1,-2 1 0,14 2 0,-6 1 0</inkml:trace>
  <inkml:trace contextRef="#ctx0" brushRef="#br0" timeOffset="78156">10279 10028 22961,'-12'-47'390,"1"-1"1,2 6 0,7 4-50,25 1-285,-1 15 0,32-4-39,-26 19 895,29-1-890,-15 15-16,10 6-20,-23 4 0,-2 2-8,8 20-18,-9 14 7,-25-17 10,-20 11 46,-13-9 139,10-16 0,-2 1-129,-3-1 1,-1-2 78,-13 5 127,9-7 2,14-19-169,13-4 611,0-9-527,10 0 18,8-6-135,-2 6-5,12 1-6,-1 8-23,25 3-5,1 8-22,13 8-12,-21 1-66,4 9-24,-19-1-60,-3 13 122,-23-6-56,-18 4-117,-23-12 17,3-6-544,-21-4-924,9-8-3230,15-3 1,1-1 2457,-8-1 0,9-2 1,29 2-1</inkml:trace>
  <inkml:trace contextRef="#ctx0" brushRef="#br0" timeOffset="78672">12173 9908 20879,'0'-5'4503,"0"1"-4099,0 4 419,12-71-448,-4 46-308,-1-15 0,2 5 169,-1 25-164,-4 10-32,-2 4 60,-2 14 12,-9 24-56,-3 9-42,2-16 0,0 0-6,1-3 1,2-1 8,-4 28-17,8-9 11,7-17 6,11-7 22,1-18 12,11-12-18,3-15 46,8-16 5,4-6-51,-8 7 40,-10 10 0,-1 2-28,-1 1 55,16-12-83,-26 24-6,3 0 45,-10 26-50,-2-5-12,-2 25 12,-6-3-51,0 0-123,-4 13-1013,3 8 10,4-8 492,8-8 1,3-4 0,-3-13-1,8 11 1</inkml:trace>
  <inkml:trace contextRef="#ctx0" brushRef="#br0" timeOffset="79306">14526 9805 21271,'-4'-2'3635,"1"1"-2425,3 1-1115,-67-12-22,35 12-37,-13-5 1,-3 2-314,1 10 322,-10-1 17,-4-2 33,5-3 51,8-4 116,12 0-183,15-1 167,7 0-134,9 3-84,1-1 11,3 3 244,-1 4-266,0 0 44,-3 9 34,-1 9-22,-2 5-28,-2 10-56,-1-1 5,3-7 1,-4 6 27,3-9 6,-5 11 11,5-14 23,1-3-6,5-14 196,1-5-118,4-8-67,3-6-22,6-8-6,7-5 29,10-2-29,7 3-45,-6 5 73,17 3-54,-16 11-20,12 2-10,-9 13-22,-3 9-17,-1 10 45,-4 6 16,-10-6-133,-9 15-63,-18-12 74,-3 5-231,-26-4-352,12-18 0,-2-3-726,-1 1 1,0-2-3491,-5-2 1,2-2 3146,-4-3 1,18-5 0,16 1 0</inkml:trace>
  <inkml:trace contextRef="#ctx0" brushRef="#br0" timeOffset="79840">15715 10060 24771,'15'-52'560,"0"0"1,-2 5-1,-3 8-168,-4 14-95,-3 10-112,-8 8-73,-7 7 5,-12 11 1,-13 11-45,-8 13-359,20-12 0,1 2 286,0 3 0,0 2 8,3 2 0,1 2 17,2 1 1,3 0-32,3 0 1,4 0-29,3-3 1,4-1 5,14 25-56,15-11 62,13-14 44,7-12-5,-1-19 11,-5-16 17,-8-11 39,-10-7-39,-10-1-23,-14-4-5,-7 15 579,-15-4-596,-7 20 87,-10 1-76,-4 8 6,3 6-51,7 5-94,8 5-298,10 0-800,9 1-2538,18 0 3764,6-5 0,-2-5 0,-3-5 0</inkml:trace>
  <inkml:trace contextRef="#ctx0" brushRef="#br0" timeOffset="80173">16523 9916 20492,'-2'-3'4498,"0"1"-3137,2 2-952,28-69-118,-6 45-179,0-15 0,2 4 39,9 26-33,0 5-28,0 12-57,0 11-27,-3 16 11,-3 15-271,-16-20 0,-2 1 176,-2 2 0,-2 1-124,-1 1 0,-3 0-280,-4 0 1,-1-1-631,-2-1 0,-2-1-7278,-14 28 8390,1-16 0,8-19 0,6-13 0</inkml:trace>
  <inkml:trace contextRef="#ctx0" brushRef="#br0" timeOffset="80340">16573 10145 25511,'33'-42'-411,"0"1"0,1 3 1,3 8-1937,1 21 0,2 5 1970,-3-1 1,-3 1 0,14 0 0,-22 1 0</inkml:trace>
  <inkml:trace contextRef="#ctx0" brushRef="#br0" timeOffset="81305">17526 9915 16084,'0'-11'7181,"0"3"-6587,0 8 952,0 0-1311,-30-15-17,9 25 12,-35 5-168,23 26-18,1 12-21,17-17-23,8 4-11,13-11-45,10 4-17,24-6 67,-2-11 6,4-5 28,-11-11 6,-12-6 67,-2-11-29,-10-6-44,-11-10-5,-4 8-1,-10-13-5,3 1-3370,-2-20 3353,8 17-1,6-13 46,6 35 50,5-6 6,-2 18 22,3 1-67,-3 5 3375,5 11-3419,-5-1 129,7 15-141,-2-2-23,6 11-83,3 0-611,5 12-913,-6-8-33,-2-2 1663,-9-3 0,-5-22 0,-2 5 0</inkml:trace>
  <inkml:trace contextRef="#ctx0" brushRef="#br0" timeOffset="81715">18195 9868 20778,'2'-6'3921,"-1"0"-3058,-1 6-180,-9-60-538,0 43 54,-10-17 0,-4 6-143,1 29 39,-27 8-72,29 3-1,-14 18-16,17-3-18,-2 12 7,18-6-12,14-4 23,2-10 38,23-4-32,-15-11 200,28-14 85,-22-5 84,12-12-174,-17 8 129,-2-1-116,-7 8-220,-4 3 0,-4 4 0,-6 13 0,-2 11 0,-2 17 0,-1 0 0,-2 3 0,-1 3-133,2-6 1,-1 2-1037,-3 21 1,0 2-3748,1-4 1,2-3 3561,1-11 1,0-4 0,0 17 0,3-40-1</inkml:trace>
  <inkml:trace contextRef="#ctx0" brushRef="#br0" timeOffset="83015">4409 8880 23937,'46'-25'-32,"0"-1"0,1 2 1,0 3-207,-2 10 0,0 2-872,1 1 1,-1 1-9,-1 1 1,-3 2-1451,-6 1 0,-4 3 2657,9 7 0,-21-3 1,-15 3-1</inkml:trace>
  <inkml:trace contextRef="#ctx0" brushRef="#br0" timeOffset="83171">4791 8799 12208,'-7'0'9522,"2"0"-5898,5 0-3254,-46-2 11,34 19-157,-34 11-151,44 29-85,0-22 1,0 2-624,-2 5 0,0 2-673,1 5 0,0 0 1308,1-4 0,0-3 0,1 15 0,1-25 0</inkml:trace>
  <inkml:trace contextRef="#ctx0" brushRef="#br0" timeOffset="83990">6538 8878 25029,'38'-27'10,"1"1"0,0 0 0,0 1 0,-1 1 0,-2 6-72,-4 8 1,0 2-433,8-1 1,0 1-588,20 0-815,-21 3 0,-1 2-1005,5 3 1605,-21 6 1139,-31 1 697,-27 5 962,-2-3 621,-8 2-85,8-3 590,7-3-1564,13-2-694,6-3 101,9 0-79,1 4 201,0 13-352,0 9-107,-2 17-94,1-5-1,-1 20-337,-2 0-428,3-10 1,0 2-3042,1-4 1,0-1 3766,2 4 0,0-4 0,1 2 0,3-22 0</inkml:trace>
  <inkml:trace contextRef="#ctx0" brushRef="#br0" timeOffset="84556">8364 8948 18352,'-3'-3'5025,"1"1"-3659,2 2-1321,5-62-50,32 33-29,-16-9 0,5 2-480,13 21 1,4 6 317,-2 0 0,-1 2-112,1-1 0,-1 2 53,19-1-1470,-3 2 739,-38 4 466,-9 1 352,-31 3 291,-17 1 22,4 1 679,-21 0-393,28-3 1098,-22 2-666,32-2 374,-3 3-957,13 0 588,3 16-341,2 4-135,-2 20-140,0 9-736,-2 9 517,4-27 1,0-1-28,-3 22-115,4-20 0,0 0-1023,4 2 1,1 0 1131,3 3 0,1-2 0,2 21 0,4-28 0</inkml:trace>
  <inkml:trace contextRef="#ctx0" brushRef="#br0" timeOffset="85106">9689 8906 23439,'45'-27'166,"0"0"1,0 1 0,8-3 0,0 2 0,-4 4-1128,-10 9 0,-1 3 893,22-7 1,0 1-126,-19 8 0,-2 2-185,10-2 0,-1 1-309,-5 3 1,-2 1-818,-7 1 0,-4 2-3668,8 3-2009,-34 7 7181,-13 0 0,-29 4 962,4-4 2432,-8-1 2644,6-3-2072,9-3-1323,8-3-895,7-1-555,3-2-386,4 0-331,2 1-179,1 4-6,-1 8-5,-3 10-68,-3 14-83,-3 10-79,0 11-243,7-23 1,-1 1 155,0 5 1,1 0-527,1 4 0,0 0-172,1 3 1,2 0-1949,0 0 0,2 0 2677,1-6 0,1-3 0,1 9 0,0-21 0</inkml:trace>
  <inkml:trace contextRef="#ctx0" brushRef="#br0" timeOffset="85739">11617 8948 23175,'47'-30'31,"-1"-1"0,1 1 1,-1 1-1,-1 2 1,-1 6-44,5 7 1,0 6-397,1-2 0,0 0 290,-1 1 1,0 0-144,-3 2 1,-2 0-191,-5 2 1,-2 0-620,17 1-1428,-22 2-800,-26 7-1334,-24 2 1753,-18 5 2005,-15 0 1927,-6-2 1888,2-3 1142,7-4 367,11-1-1857,11-4-783,9-1-539,5-2-364,4 1-246,1 0-117,2 2-427,1 2 174,1 6-16,0 7-74,-1 12-94,-1 11-102,1 10 7,2 8-540,0 8 293,2-28 0,0 0-636,1 2 0,0 0 871,1 5 0,0-3 0,1 5 0,1-4 0</inkml:trace>
  <inkml:trace contextRef="#ctx0" brushRef="#br0" timeOffset="86323">13753 8993 21898,'1'-52'1217,"0"0"1,0 5-1,-3 9-948,-3 19 157,-2 4-152,3 8 1,1 0-208,1 3 11,2 2 17,0 2-83,2 4-1,-2 0 34,1 8-12,-6 3 12,-4 8 5,-1 6-27,-1 13-29,5-12 23,3 13 11,8-6-17,-2-7 45,6 24-56,-7-29 11,1 22-167,-6-17-404,0 7-992,-2-6-3864,5-7 5416,6-10 0,-2-7 0,1-6 0</inkml:trace>
  <inkml:trace contextRef="#ctx0" brushRef="#br0" timeOffset="86564">13639 8835 16532,'-9'-1'5175,"3"0"-4197,-25-5 0,-4-1-183,13 3-535,-15-4 1,5 2-88,25 4 108,12-1-7,21-2-207,12-1-84,-8 1 1,4 0-74,2 0 1,2-1-377,8-1 1,0 0-690,-6 1 1,1 0 1154,1 0 0,4-1 0,-7 2 0,7-1 0,-11 1 0,1 0 0</inkml:trace>
  <inkml:trace contextRef="#ctx0" brushRef="#br0" timeOffset="87305">15358 9036 14841,'-6'-5'6950,"2"2"-5694,4 3 592,0 0-1445,-55-43-235,54 29-89,-30-33-46,92 36-38,-13 4-26,-6 1 0,0 1-86,15-4-164,-22 5 1,0-1-123,20-4-179,-16 1-308,-19 2-6,-17 0 419,-15 0 354,-12 0 184,-8 1 431,-2 1-144,1 0 100,6 2 79,7 1-18,9 0-83,7 1 50,3 2 22,1 3-60,0 5-237,0 2 281,0 19-292,-1 1-117,-1 20-50,-3 2-345,-2 8 213,3-28 0,0-1-182,-2 22-1250,3-14 1,1-1 1540,7 17 0,-4-4 0,6-24 0</inkml:trace>
  <inkml:trace contextRef="#ctx0" brushRef="#br0" timeOffset="87680">16367 8980 25427,'24'-40'30,"0"0"0,0 3 0,2 8-148,23 17-252,1 4-448,-3 3-817,-5 3-1725,-11 1-4566,-13 3 7926,-11 1 0,-7-1 0,-2 0 0</inkml:trace>
  <inkml:trace contextRef="#ctx0" brushRef="#br0" timeOffset="87872">16584 8831 24749,'-29'-2'711,"9"31"1,6 10-684,13 5-396,-2 5 0,2 1-13,11 0-660,3-1-2292,0 0 3333,-5-1 0,-4-21 0,-3-6 0</inkml:trace>
  <inkml:trace contextRef="#ctx0" brushRef="#br0" timeOffset="88413">17106 8890 24111,'-2'-32'162,"11"4"-207,36 17-72,5-1-107,0 4-146,-3 1-190,-12 3-106,-14 3 105,-13 0 247,-14 1 281,-8 0 184,-7 0 118,0-1 140,2 0 526,1-1-610,7 1 291,0 0-117,6 0-180,2 0-112,1 4 79,1 4 11,0 10-95,-1 12-62,-1 11-34,2 21-112,1-16-44,0-12 0,0 0-387,1 12-975,0 13-3713,1-4 5125,-1-10 0,0-23 0,-1-14 0</inkml:trace>
  <inkml:trace contextRef="#ctx0" brushRef="#br0" timeOffset="88848">17693 8819 24934,'45'-16'39,"1"-1"0,-2 2 0,-1 2-36,-8 7 0,-2 1 25,18-3-6,-8 1 23,-28 4-39,-13 1 33,-13 1-11,1-1 22,-12 1 69,7 0 65,-2 3 80,6 1 44,3 3 128,1 6-195,1 4-28,-1 9-112,1-4 56,-1 16-68,2 3-33,1 15-104,3-15 1,0 0-127,1 17-478,1-15 0,1 1-27,-1-9 1,0-3-1,2 14 1,-3-5 0</inkml:trace>
  <inkml:trace contextRef="#ctx0" brushRef="#br0" timeOffset="93149">4579 9133 18487,'-42'-9'1348,"-1"1"0,5 0 0,9 1-715,18 2-274,6 1-203,6 1-83,6 0-22,9 0-40,13 0-11,18-2-62,-14 2 1,3 0-791,7-1 1,2-1-264,8-1 1,-1 1 1114,-3 0 0,-4 0 0,16-1 0,-28 3 0</inkml:trace>
  <inkml:trace contextRef="#ctx0" brushRef="#br0" timeOffset="93965">6875 9069 21943,'-20'-14'796,"8"1"-662,33 6-84,7-1-33,11 0-11,8-2-17,4 1 5,-1 0-5,-8 4 39,-15 2-6,-14 1-22,-20 2 28,-12 0-22,-15 4-6,-10 2 0,-6 4 0,-2 2 17,2 2 16,2 0-22,2 3 1,19-7-1,3 2 34,19-8 55,3-2 29,10 0 62,23-11-163,-4 3-6,33-14-67,-7 3-427,-17 6 1,1 1-246,0 1 0,0 1 717,1 1 0,-4 2 0,6-1 0,-11 5 0</inkml:trace>
  <inkml:trace contextRef="#ctx0" brushRef="#br0" timeOffset="94968">4282 10790 16744,'39'-19'-93,"0"0"0,1 0 0,-1 1 0,0 0 0,0 3 45,9 1 1,-2 3 396,-9 1 1,-1 2-493,4 0 0,-5 1 391,-7 3 15,-11 5 12,-46 10-79,-10 3 0,-4 0-110,10-3 1,0 1-748,-24 7 0,1 0 896,2 1 143,3 0 0,-1 0-377,23-6 1,0-1 82,-9 5 0,4-1-73,2 2-67,19-4 28,17-11-274,36-2-353,18-12-807,-8 2 0,6-2 1462,-11 1 0,2-1 0,-5 1 0,-2 0 0,-4 1 0,3 0 0,0 0 0</inkml:trace>
  <inkml:trace contextRef="#ctx0" brushRef="#br0" timeOffset="95408">6494 10605 17249,'-11'2'2711,"3"-1"-2044,8-1 503,0 0-1142,-26-3-34,39-1-5,-23-2-3,40-3 0,17 2 9,-8-1 5,-3 0 0,0 1-56,5 1 78,-20 2 40,-4 6-57,-47 11-5,2-2 14,-4 1 0,-3 0-314,-18 6 333,19-6 1,0 0 50,2-1 0,1 0 219,-22 9-56,15-6-40,16-6 51,22-5-90,21-9-146,21-5-106,-12 2 0,2 0-356,5-1 1,1 0 291,8-1 1,-2 2-1,5-1 1,-4 2 0</inkml:trace>
  <inkml:trace contextRef="#ctx0" brushRef="#br0" timeOffset="98635">8481 11369 17479,'0'-7'5668,"0"2"-4822,0 5-292,0 0-201,-4 5-224,4 15-1747,-2 17 1,0 7 1597,1 1 1,0 1-29,0 9 0,-2 3-1037,0-8 1,0 2-1,-1-6 657,1-8 0,0 2 211,0 19 0,-1 9 0,2-13 1,0-4-1,1-6 0,-1 0 1</inkml:trace>
  <inkml:trace contextRef="#ctx0" brushRef="#br0" timeOffset="99018">8467 11413 20335,'-49'4'181,"1"1"0,2 0 1,6 6-82,1 26 789,1 4-822,3 2 45,4-5 670,6-9-256,8-13 208,7-15-264,7-26-351,5 2 127,11-30 45,7 7-148,-3 17 0,1-2 0,3 0 0,2 2 152,4 1 0,1 2-245,1 3 1,2 2-23,1 5 0,1 2-20,0 5 0,1 3-5,1 5 0,0 4-54,1 4 1,-1 5-320,-1 4 1,-2 4-371,-1 3 1,-4 4 739,-2 6 0,-4-1 0,2 4 0,-8-1 0</inkml:trace>
  <inkml:trace contextRef="#ctx0" brushRef="#br0" timeOffset="112920">8261 8975 15126,'-35'-11'1272,"5"3"-684,23 10-90,-4 3-268,0 0-96,2 2 12,2-3 168,4 0 235,1-2 1232,2-2-1574,8-6-33,10-5-141,2-2 23,21-8-17,1 3-28,-12 7 1,1 0-199,2 0 0,0-1 195,1 1 1,0 0-7,-1 1 1,-1 0 20,26-8-1,-18 5 57,-3 2 49,-24 6 18,-1 2-56,-11 2-118,-2 0-45,-6 1 379,-6 0-356,-11 5 22,-7 2 11,-9 5 12,-5 1 10,-5 2-22,-3-1 17,-2-2 23,5-1 16,8-4 34,12-2 11,13-3-23,9-2-38,5-1-34,7-3 11,7-4-23,12-3-16,13-2 39,12-3-22,4 0-29,1 2-212,1-3 73,-20 8-437,4-1-538,-22 7-723,-1 1-2094,-8 2 3982,-11 3 0,2-3 0,-5 3 0</inkml:trace>
  <inkml:trace contextRef="#ctx0" brushRef="#br0" timeOffset="113228">8461 8813 19848,'-14'20'1613,"-2"7"-1064,4 11-95,-1 10-84,3 10-3010,6-16 0,2 0 2735,-1 17-19,4-16 0,1-1 1322,2 11-1253,2 8-21,-1-10 883,-2-10-884,-2-12-11,0-11 201,0-8 3168,0-7-3263,0-2-118,2-6-683,1-3-1416,4-5-1277,0 0 2428,5 0 0,-8 7 0,1 0 0</inkml:trace>
  <inkml:trace contextRef="#ctx0" brushRef="#br0" timeOffset="114093">8298 13583 19776,'-5'-56'776,"1"0"0,-1-1 0,1 8 1,0 1-1,1 10-423,0 4-236,1 19-49,-1 30-63,1 1-27,-4 37-185,1-2-157,2-15 0,1 3-1614,-1 10 1,3 0-2939,2-6 1,0-2 3832,0-3 0,0-3 1,4 0-1,-5-26 1</inkml:trace>
  <inkml:trace contextRef="#ctx0" brushRef="#br0" timeOffset="114443">8492 12933 20985,'-23'34'84,"0"1"0,6-3 0,10-5 50,33-7-44,3-7 140,1-16 72,-5-11 113,4-13 95,-8-12 212,-11-19-531,-9 18 117,-16-14-101,-6 26-84,-7-1-73,-1 11-72,5 11-45,6 16-219,6 11-537,6 15-987,13 8-3555,12 5 4517,9-6 0,-8-16 0,-6-11 0</inkml:trace>
  <inkml:trace contextRef="#ctx0" brushRef="#br0" timeOffset="114794">9114 12803 19776,'-3'-5'3954,"2"2"-3831,-29-5 0,-8 7 152,3 19-225,-9-9 0,0 9-42,20 25 1,8 9-2285,0 1 1,3 3 2269,-1 1 1,2 4-35,5-11 1,1 2 0,1-1-120,0 0 1,2-1-1,0 4-134,0-3 1,1 2-1,0 2 1,1 2-645,1-1 0,1 2 1,0 2-1,1-1 1,-1-1-1522,0 6 0,0-1 1,0 0-1,0-2 1576,2 0 0,0-1 0,0-2 0,-2-2 882,-3 7 0,-1-3 0,-4-7 2504,-3-6 0,-5-5 450,-4 2 1,-8-11-1135,-7-23 1,-1-13-1079,4-14 0,3-9-417,-1-3 0,4-5 182,7-20 0,7-6-171,4 4 0,5-1-449,2 8 1,3-2 0,2 0 164,2-1 0,3 0 1,4 0-34,1 7 1,4-2 0,2 2-1,-1 2-27,6-6 1,0 2 0,2 2-18,-1 2 1,1 0 0,1 4-234,13-9 1,1 5-133,-8 12 1,1 1 389,14-10 0,-1 4 0,-22 15 0,-2 2 0,23-13 0</inkml:trace>
  <inkml:trace contextRef="#ctx0" brushRef="#br0" timeOffset="115460">10896 13327 18218,'4'-42'1366,"-1"-1"1,0 1 0,1-15 0,-1 6-874,1-8 369,-4 15-649,-2 33-84,-1 13 11,-1 26-28,0 26-84,0-2-557,2-12 1,-1 3 528,1-5 0,-1 4-70,0 13 1,-1 8 0,1-5 19,0-2 0,1-1-960,0 5 1,-1 6 0,3-11 986,1-21 1,2-3-32,1 19 0,0-3 115,1-11-22,-7-4-27,-10-52 4,-8-29-10,4-5-1,4-5 1,1-4-53,3 11 0,0-1 32,1-1 0,0-3 0,1 2 4,-1-3 0,2-1 7,1-1 0,1-4 0,1 4 13,1 16 1,1 3-1,0-2-5,0-6 0,1-2 0,1 1 7,3 0 0,1 1 0,3 4 6,1 4 0,3 1-6,5-13 0,3 3 1345,-2 20 1,3 6-1334,23-9 107,4 17-147,3 16-6,1 17-1018,0 16 979,-14 2-140,-16 1 1,-5 3 44,-5 3 125,-11 10 0,-8 1-24,-9-22 0,-4-1 31,-9 13 0,-5-1-45,-1-11 0,-1-5-168,-1-3 0,1-4-547,5-5 1,0-3-903,-9-3 1687,16-26 0,17 10 0,4-10 0</inkml:trace>
  <inkml:trace contextRef="#ctx0" brushRef="#br0" timeOffset="115969">11629 12561 24312,'22'39'45,"8"1"-56,19-4-746,-3 5 734,-14 0 273,-17-3-233,-22-6 138,-14-8-76,-11-11 117,-1-6 56,10-11-84,11-4-73,14-8 318,7 2-385,30-15-16,1 5-10,-9 6 1,1 0-169,-3 2 0,-1 0 189,26-17-12,-16 6 56,0-16 63,-22 14 161,0-10 95,-14 14-50,-7 6-78,-3 4-34,-1 5 242,1 3-421,3 5-40,0 10 1,2 12-40,1 17-5,0 15-39,3 10-319,1-28 0,0 1-46,2 1 1,0 0-502,1-2 0,1 0-2627,0-2 1,0-1 3570,5 16 0,-5-20 0,-2-14 0</inkml:trace>
  <inkml:trace contextRef="#ctx0" brushRef="#br0" timeOffset="116151">12169 12264 20783,'-3'-6'2292,"0"2"-2981,3 4-1082,-3 8 1771,17 19 0,-13-13 0,14 10 0</inkml:trace>
  <inkml:trace contextRef="#ctx0" brushRef="#br0" timeOffset="116903">12442 12661 20800,'-3'-3'4106,"2"0"-3042,1 3-1036,4-18-11,8 31-17,6-4 11,1 41-39,-4 5 28,-7 0 12,-7-6 4,-8-10 40,-2-13 12,-2-13-1,4-16 0,3-15 0,6-16 17,5-14-17,6-11 17,6-2 40,2 4-29,1 11-34,2 12-27,1 10-23,1 11 0,2 6-22,1 9 22,2 9-16,0 9-29,-3 9 34,-4 5-5,-9 3-7,-8 4 7,-7-15 16,-5-1 28,-3-19-16,0-4-12,1-13-6,3-9-5,6-11 17,4-4 17,6-1 16,6 5-5,5 4-34,2 7 28,4 5-16,0 8-23,2 6 5,0 11-10,11 13-1,-13-2-5,16 14 0,-12-11-12,7 2 1,-5-6 28,-8-10 22,-9-13-23,-7-12 18,-2-14-1,1-11-5,3-10 5,-3 18 1,0 0 61,10-19-23,-1 5 124,-5 20 17,-9 15-62,-2 5-118,-5 9 23,-6 13-17,-2 8-28,-3 12-56,4 8-224,9 5-689,18 3-2095,2-24 1,4-2 3063,4-2 0,0-3 0,15 7 0,-14-13 0</inkml:trace>
  <inkml:trace contextRef="#ctx0" brushRef="#br0" timeOffset="117859">14507 12479 23831,'46'-32'0,"-1"1"0,1 0 0,-1 2 0,0 1 0,-1 6-539,0 11 1,0 4 504,7-2 1,-1 1-23,-16 3 0,-1 1-8,3 0 0,-3 2 19,-4 10 275,-38 12-196,-40 12-23,-5-2 36,2-4 1,-2-1 5,16-8 1,1 1-888,-18 9 0,2 0 862,2 0 17,12 3 455,35-17-466,7-1 134,20-2-162,34-7-29,-23-3 1,1 0-209,12-2 0,1-3 233,-6 0 1,-2-3-6,-1-2 1,-4-1 13,16-8 1820,-4-23-1730,-32 2-3,-8 8 0,-4-2 75,-7-1 1,-3 2 67,-8-24 48,3 23 0,0 1 511,-8-20-447,3 8-168,3 8-135,11 26 34,20 46-79,-4-5 1,1 4-199,6 12 1,-1 4 116,1 6 0,-1 2-226,-6-3 0,-2 1-656,-1 7 0,-3-1-154,-2-9 0,-2-1 1112,-1 9 0,-1-9 0,-1-25 0,0-6 0</inkml:trace>
  <inkml:trace contextRef="#ctx0" brushRef="#br0" timeOffset="119436">14073 14559 21108,'-11'-57'1124,"0"0"0,1 5 0,1 5-676,-4-10-173,4 19-147,6 17-43,3 16-23,4 17-18,3 15-10,3 18-28,0 13-1,-6-26 1,0 1-18,0 2 1,-2 0 0,0 0 0,-1-1 17,-1 27 5,-7-13 22,-3-19 12,-3-20 39,-3-35-28,2-13-22,2-12-266,7 16 0,0 0 268,3 0 1,1-1-463,0-10 1,1-1 447,2 10 1,2 0-1,5-11 1,5 2-392,13-5 383,-7 16 0,4 3-14,21-1 28,6 15-5,2 13-7,0 18 18,-5 16 218,-10 17-241,-24-18 1,-4 3-29,-2 1 0,-4 1-8,-3 0 0,-3-1 856,-7 28-842,-5-10 34,0-15 434,3-16-441,3-16-4,4-18-7,5-16 6,7-13 29,5-8 16,6-3-12,2 4-32,2 6-1,3 10 0,-4 14 245,21 5-284,-8 10-34,22 4-22,-7 13-95,0 9-174,-3 11-196,-3 7-303,-3 1-529,0-1 126,2-8 29,5-10 223,6-11 594,1-15 555,-24-5 0,-2-3 122,9-8 449,1-19 190,-26 10 1,-3-11-68,-5 1-73,-10 2-151,-3 7 75,-9 8-394,-3 11-95,-4 9-73,-1 10-56,1 7-34,1 8-16,5 6-35,5 3-10,6 3-34,4-1-11,10-5 50,10-7 17,10-9 34,7-10 27,0-12 23,-1-9 168,-2-12-134,-14 10 162,-3-6-23,-12 15-77,-6-2-68,-3 7-40,-5 4-27,-1 9-22,1 5-12,2 8 6,3 7-23,3 4-22,8 3-6,8 0 1,12-5 5,14-5 0,13-7 0,9-7-260,2-12 305,-9-10-17,-11-11 23,-15-8 5,-12-8 11,-7-3 17,-7-4 11,-1 2 6,-1 4 276,0 6-282,4 6-11,5 7-17,6 8 28,12 6-50,-7 7 28,12 10-6,-11 8-28,5 11 1,-2 7-18,-3 6-22,-1 2-17,2-2-196,13 3-44,6-14-372,5-6 147,18-17 202,-31-8 0,0-3-31,10-2 0,1-2 22,-1-5 1,0-2 103,-5-2 1,-3-2 142,-7-1 0,-4-3 84,4-23 182,-23-3 129,-15-6-424,2 25 0,-1-2 295,1-2 0,1-1 20,2-1 0,2 0 12,2 4 1,1 1 286,4-18 334,1 18-681,-1 17-21,-2 12-52,0 13 632,0 12-632,0 15-27,1 13-29,0 13-269,-1-28 0,0 1 182,1 2 1,0 0-93,0 0 0,1-1-205,0 0 1,1-1-410,2-2 1,1-2-4058,11 23 4000,2-15 1,-7-19-1,-6-12 1</inkml:trace>
  <inkml:trace contextRef="#ctx0" brushRef="#br0" timeOffset="119736">16673 13707 20481,'0'-4'3747,"0"1"-2436,0 3-1216,-30 4-67,14 6 17,-36 17-28,16 10-134,14-13 1,1 0 155,-17 21 29,14-5 32,14-7 1,21-4-22,15-4-57,21-1-160,-18-13 0,4-1 54,18 0 0,2-1 19,-16-3 1,3-1-429,11-1 0,7-1 0,-7-1-821,-11-1 0,0-1 1314,17-2 0,6-1 0,-10 1 0,-2 0 0,-12-2 0,-1 1 0</inkml:trace>
  <inkml:trace contextRef="#ctx0" brushRef="#br0" timeOffset="120818">18395 13737 19356,'0'-6'2145,"-4"-26"0,-1-4-1753,-1 12-104,-2-15 1,-3 2 97,-10 20-5,-24 5-297,11 10 8,-3 12 1,2 4-48,1 6-14,2 1 0,1 4 8,-6 17-28,13-9 0,2 1-16,-6 13-9,14-13 0,6-2-14,12-6 16,4 4 1,23-21 47,0-16 1,1-4-3,14-4-146,-7-5 0,-2-5 269,-1-15 73,2-10 44,-10 3-5,-10 6-23,-7 11-111,-6 13-74,-2 12-38,-6 9 27,-4 17 12,-10 25-46,-2 10-252,9-18 1,1 0 238,3-5 0,2-2 306,1 16-309,21 3 5,10-26-16,25 2-381,8-23 395,-26-9 0,1-4 0,1-6 0,-1-2-9,-8 2 0,-1-5 3,8-19 1,-3-6 7,-13 10 1,-2-3-330,-1 1 1,0-2 0,-3-1 328,0-14 1,-3-1 11,-2-1 0,-1-1-14,-2 0 0,0 0 2,-1 5 1,-1 2 5,-1 6 0,1 3 40,-1-20 411,-1 24-456,-1 21 0,-1 12 10,-7 22 370,2-3-369,-10 29 0,-1 4-15,3-3 1,0 5 101,3-3 0,0 2-116,0 12 1,2 1-500,5-7 0,3-2 469,4 0 0,5-2-12,4-3 1,5-3-9,6-4 1,5-4-214,5-7 1,4-4 201,2-6 0,3-6 11,0-4 1,1-7 27,-1-6 1,-1-7 16,-3-4 0,-1-6 17,-3-6 0,-3-5-428,-2-6 0,-3-3 428,-6 8 0,-2-3-3,3-12 0,-2-6 20,-7 14 0,-1-3 0,-1 0-6,0 0 0,0 0 0,-1-2 17,0-4 0,-1-1 0,-3 3 39,-3-3 1,-3 4 298,-3 10 0,-3 4-282,-11-8 867,-3 23-917,0 26 424,-1 19-447,-4 23 3,12-18 0,1 2-23,1-5 1,2 2 5,-6 22 1,2 3-104,7-14 1,2 1 26,-1-2 1,0 2 0,3 0-250,7 11 0,5-2-937,4 1 0,6-2 1265,12 4 0,2-5 0,-14-21 0,-1-2 0,4-5 0,-1 1 0</inkml:trace>
  <inkml:trace contextRef="#ctx0" brushRef="#br0" timeOffset="121893">20636 13558 22866,'3'-59'647,"0"-1"1,0 7 0,0 11-508,1 21 70,1 19-165,-3 8 92,0 24-53,-5 10-40,-6 21-337,2-26 0,-2 1 293,-2 2 0,-2 0 2,-1 0 1,0 0-181,0-3 0,0-2 178,-10 24 39,7-19 6,8-18-1,5-19-27,4-20 6,8-16 5,6-17 47,-3 21 0,2-1-58,1-3 0,2-1-1,1-1 1,1-1 5,1 2 1,1 0-1,0 3 1,0 2-1,19-18 405,-2 14-404,-3 14-23,-2 11 17,1 12-12,1 9 6,0 12-5,-2 11-17,-5 9 0,-7 5-17,-9 1 0,-7-3 498,-10-9-487,-3-11 38,-3-11-15,2-11 0,4-13 5,7-10-22,8-12 16,10-7 12,8-3-11,7 1 5,1 9 0,-1 10-22,-3 10-17,-5 8 5,-2 9 23,-4 6-16,1 8-18,-2 4 12,1 1-29,2-3 18,2-6 33,1-7 0,2-10 5,0-11 12,2-11 11,-2-8 6,-2-5 5,-1-1 6,-5 4-17,-4 9-6,-7 11-11,-4 11 0,-5 11 6,-2 9-34,-1 10-5,1 5-6,2 9 22,4-15 1,8 6 5,7-19-3403,23-2 3397,-11-9 12,19-12-1,-18-12 23,6-10 34,-6-7 22,-7-3 5,-10-1 7,-6 4-40,-6 5-40,-4 9-77,1 9 3184,-1 8-3885,1 7-4408,1 14 5170,3-1 0,-2 3 0,2-9 0</inkml:trace>
  <inkml:trace contextRef="#ctx0" brushRef="#br0" timeOffset="122519">22073 13614 25640,'23'-47'209,"0"0"0,1-2 0,-3 3-41,1-3-787,-10 14 1,0-1 668,-1-3 1,-1-3-9,0-15 0,-2 1-20,-2 16 0,0 0 45,1-19 1,-1 2 21,-3 24 1,-1 2 13,1-5 1,-1 2 569,-2-14-617,-4 26 179,-1 12-218,-7 22 22,-3 12-50,-5 19-3,9-14 0,0 5-1327,-4 16 0,1 1 1338,4-14 1,1 2-7,-4 18 1,3 1-315,5-20 1,2-1 288,2 9 1,2 1-130,5-3 1,6-2-34,11 2 0,3-4 114,-6-13 1,2-3-87,14 3 0,2-6-84,17-12 201,-20-10 1,1-4 42,-2-5 0,-1-6 27,5-12 1,-3-6-1,-8 0 1,-2-2-291,-1 0 1,-3-2 306,-4-6 1,-4 0 10,-2 7 1,-2 0 27,2-10 1,0 0 30,-3 2 1,-1 1 1305,-2 4 1,-2 2-1312,0 4 0,-1 2 140,-1-15 750,0 16-890,-1 15 196,-2 14-280,-4 15 935,0 4-946,-9 28-12,-2 9-403,6-16 0,0 2 403,0 4 1,1 2-15,0 12 0,2-1-16,3-17 0,1 0-107,0 14 0,3-1-455,3-19 0,1-2 15,0 7 1,1-1-2946,3 0 0,0-4-460,3 6 3507,-2-8 0,-6-28 0,-2-1 0</inkml:trace>
  <inkml:trace contextRef="#ctx0" brushRef="#br0" timeOffset="122870">22619 13374 13569,'-3'-4'8413,"1"1"-5814,2 3-2672,-11-51-268,37 37-130,-4-37-89,39 51 79,-3 0 318,-13 0 6,4-6 241,-11-11 236,-1-6 189,-4-11-173,-17 10 403,-2-4 23,-10 11-50,1-2-130,-6 5-50,0 5-420,-1 4-73,-1 5 17,-2 10-33,-5 21-18,-1 10-21,-2 20-1171,6 0 1025,3-11-561,4 11-2956,7-1-1419,-1-12 4337,6 5 1,-9-40 0,1 0 0</inkml:trace>
  <inkml:trace contextRef="#ctx0" brushRef="#br0" timeOffset="123052">23047 12963 23097,'-8'-38'-233,"1"0"1,-6-15-917,16 68-1342,1 16-937,1 0 2365,0 6 0,-3-22 0,-1 0 0</inkml:trace>
  <inkml:trace contextRef="#ctx0" brushRef="#br0" timeOffset="123519">23169 13205 26172,'-15'45'53,"0"1"1,0-1 0,1-1 0,0-1 0,4-1-51,2 5 0,4-3-239,-1-7 1,3 0 235,6 21 0,3-3-644,2 1 641,2-8 0,1-2-14,0-6 336,-5-6-308,-9-30 4,-6-11 35,-4-31-22,1-7-37,4 11 1,0-2-186,0-5 0,0-2 202,1-3 1,1-1 13,1-2 1,1 1 16,1 1 0,1 1-20,0 2 1,1 1 14,2-20 115,1 23 0,3 2-121,11-5-69,12-12 30,3 30 11,5 13 6,-1 13-1,-2 12 1,-8 3-17,3 31 5,-13-5-14,-7-9 1,-2 1-48,-5 24-34,-13-4-151,-12-7-247,-12-9-448,-9-11-878,-4-10-2718,-4-10 4543,10-9 0,15 0 0,15-2 0</inkml:trace>
  <inkml:trace contextRef="#ctx0" brushRef="#br0" timeOffset="124236">23365 13409 19109,'7'0'4576,"-1"0"-3786,-6 0-275,0 0-89,12-79-901,-9 31 573,4-10 0,0-2-14,-5 23 0,-1 2 22,3-5 1,0-1-7,3-2 1,1-1 22,2 1 1,1 2-4,1 3 0,0 2 340,9-16-236,-8 20-134,-7 18-68,-5 10-16,-9 29 27,-1 8-27,1-2 0,-1 3 5,1 2 0,1 1 35,0 3 0,1 2-97,2 1 1,0 0-51,1-1 1,2 0-124,2-3 0,4 0-157,1-3 0,4-1-320,3-4 1,5-3-823,21 16 212,5-18 622,-3-20 527,-7-19 262,-7-16 192,-8-14 257,-7-7 168,-5-1 112,-5 5 444,-3 12-713,-5 13 6,-4 11-403,-3 9-74,-1 9-38,4 6-29,3 4 6,4 2-6,8-1 1,7-5-46,17-4 7,-6-5 4,18-7 18,-10-8 39,5-9 44,-6-8 40,-9-7 78,-8-4 62,-7 1 6,-3 3-23,-6 7-90,-3 9-61,-6 8-17,-7 10-56,-5 10 28,-4 12-23,-3 14-49,0 14-46,15-20 0,3 3-435,1 3 0,3 2-49,2 4 0,4 2-972,7 3 1,5 1 1316,8 9 1,2-3-1,-6-22 1,-1-3 0,2 0-1,1-1 1</inkml:trace>
  <inkml:trace contextRef="#ctx0" brushRef="#br0" timeOffset="125310">17455 15560 18936,'5'-44'1165,"1"0"0,-2-2 0,0 4-533,-3 3-49,-2-9-62,-5 7 72,-11 12-470,-1 14 73,-17 17-50,-1 14-68,-13 16-47,17-4 0,-1 2-26,6-1 1,0 2-242,-2 6 1,3 0 235,-2 12-31,17-17 0,5-1 9,6-4-34,14 15 0,16-30 22,30-8 34,-16-10-138,-9-4 1,-2-4 204,9-17-20,-17 10 1,-2-3 67,-2-6 0,-3-1 65,4-20-74,-8 4 129,-10 15-39,-1 16 379,-2 2-570,1 12 18,-2 9-18,0 4 313,0 14-312,1 13-12,1-5-27,7 29-29,4-31-61,13 12 78,-1-24-89,22-8 55,1-10 62,0-5 34,11-14 70,-30-7 0,-3-4-20,13-10 3,-15 2 0,-4-2-413,-8-11 457,-4 19 1,-2-1 199,3-27 52,-3 4-259,-3 22 111,-2 5-111,0 21-51,-1 1-45,0 8 517,1 10-506,3 14-39,2 17 12,2 14-12,-3-13 0,1 1-22,-3-12 0,1 1-59,3 16 0,0 2-863,-1-5 1,0-2 699,-1-8 1,0 1-620,-1 12 1,-4-2-8952,-16 11 8586,6-13 1,-7-13-1,13-29 1</inkml:trace>
  <inkml:trace contextRef="#ctx0" brushRef="#br0" timeOffset="125852">19359 15013 20252,'0'-5'3271,"0"1"-2745,0 4 549,-17-70-615,2 47-312,0-15 1,-4 4-15,-11 29-39,-6 16-61,6 2-3,3 10 0,0 6-12,5-2 1,1 2-327,-10 18 1,0 3 286,3 2 1,3 3-554,8-15 1,1 2 0,0 0 534,1 4 1,1 1 0,1-2-19,-2 11 0,2 0-306,5-11 1,2 2 0,1 1-39,3 1 0,1 0 1,1-2 107,0 13 1,0 1-512,3-1 0,-1 4 1,-2-8 202,-6-13 1,-2-3 437,-6 14 0,-4-6 162,-22-10 117,1-31 1,-1-9 39,-2-10 221,0-16 0,3-10-42,23 6 0,4-3-157,-7-5 0,6-4 227,16-15 1,10 1-284,2 17 0,3 1-93,1 3 0,3-3 0,2 4-19,13-5 0,3 4-20,5 3 1,1 3-15,-8 8 1,2 2-111,2 2 1,4 0 0,-2 1-185,6-1 0,0 2 158,-11 3 1,1 0-1,2 0-1801,9-2 0,1 1 0,-5 2-922,-6 3 0,-2-1 2480,6 0 0,3-1 0,-8 2 0,-1 0 0,-2 1 1</inkml:trace>
  <inkml:trace contextRef="#ctx0" brushRef="#br0" timeOffset="126743">20118 15174 24122,'-61'-16'149,"0"-1"0,4 4 1,7 10-111,5 40-524,5 8 474,10 5-28,10 1-6,11-2 176,8-13-215,22 3 178,6-22-55,16 1 12,-2-25 27,-2-11 73,-3-12 73,-6-6 56,-7-4 63,-4 1 297,-4 3-298,-5 8-102,-4 8-105,-4 10-51,-1 8-62,-6 11-5,-3 9-6,-7 12-22,-1 10 22,3 7 0,5 4-33,8-1-28,10-4 5,11-7-17,14-12 6,11-13 17,9-17-377,3-17 421,-29 3 1,-1-4 2,0-4 1,-1-2 35,12-20-30,-12 3 0,0-3 11,-9 9 1,-1-1-386,0 1 1,2-3 0,-2 1 370,5-13 0,0 1 9,-2 2 0,0 2 13,-1 5 1,0 2-6,-5 10 1,-1 2 49,4-8-33,-9 19-12,-8 16 394,-9 16-377,-9 16-27,-9 18-15,11-18 1,1 2 311,-1 4 1,1 1-346,2 1 0,2 1 2,3 1 1,1-1 16,0 20-33,10-18 0,5 0-73,13 11 2,-2-17 1,4-1-51,3-11 1,4-5-4,2-3 1,3-5 72,2-3 1,0-4 64,0-7 0,-1-3 44,-3-4 1,-1-3 32,-5-3 0,-1-3 23,-1-6 1,-3-1-9,6-10 68,-1-14 33,-16 19-12,1-9-16,-4 0 546,-2 4-540,-3 6 44,-1 8-151,-3 12 34,-3 6-51,-2 9 1,-5 9-29,4 0 1,-2 14-18,6-2-10,0 14 16,7 9 11,3 8-464,7 4 462,-7-29 0,0 1-48,4 29-251,-6-3 5,-13-9-516,-13-10-857,-8-14-1434,0-11-4536,10-10 7645,10-7 0,8 0 0,2-1 0</inkml:trace>
  <inkml:trace contextRef="#ctx0" brushRef="#br0" timeOffset="127086">21372 15311 25343,'43'-24'644,"0"0"-588,-23 12 11,6-6 40,-1-4 33,-6-3 78,-5-1 45,-9 2-27,-7 6-68,-9 7-62,-9 8-11,-7 10-16,-4 8-23,-3 11-6,2 6-22,3 5-6,7 3-22,10 1-50,7 0-124,19-1-318,20 0-918,-4-19 0,4-2 1410,15 2 0,-1-3 0,9 4 0,2-7 0</inkml:trace>
  <inkml:trace contextRef="#ctx0" brushRef="#br0" timeOffset="131186">12054 8952 20683,'-2'10'1568,"1"27"-1215,4 21-294,-2-26 0,0 0-327,0 3 0,-2 1 369,-3 26-1998,1-16 1,-1 1 1862,-3 16-31,2-18 0,3-3-630,4-10-4213,6 19 4908,3-31 0,-2-4 0,-3-9 0</inkml:trace>
  <inkml:trace contextRef="#ctx0" brushRef="#br0" timeOffset="131451">12046 9356 21982,'40'-28'13,"1"0"1,0 1-1,-5 2 1,-1 0-1,1 5-114,23-1 0,-4 6-655,-22 5 0,-4 0 442,6-3-240,-26 10-311,-8 1 1,1 2 0,-4 0 0</inkml:trace>
  <inkml:trace contextRef="#ctx0" brushRef="#br0" timeOffset="132809">15428 9110 8758,'-1'-9'9830,"1"1"-7450,0 8-1909,-9-60 167,7 42-301,-5-42-203,9 57 191,2 9 84,1 8 190,0 27-336,-2 12-760,-5-15 0,-1 2 536,-3 22-5,-4-10 0,-1 1-26,3-14 0,1-1-22,-4 16 0,1-1-17,5-20 1,1-2-432,0 7 0,3-2-1566,5 3-829,1 7 2115,7-23 0,-7-16 0,1-1 0</inkml:trace>
  <inkml:trace contextRef="#ctx0" brushRef="#br0" timeOffset="133102">15407 9372 22599,'45'-32'76,"0"0"1,-1 2-1,-2 6-115,17 7-28,-27 10 0,-1 0-264,31-6-364,-7 3-1142,-12 2-4369,-15 3 6206,-14 2 0,-11 2 0,-3 1 0</inkml:trace>
  <inkml:trace contextRef="#ctx0" brushRef="#br0" timeOffset="134539">17305 9015 18309,'2'-30'403,"-2"16"1461,-10 44-1702,0 13-50,-1 8-51,1 7-27,2 3-28,3 2 34,3-26 0,1-1-332,3 22 451,1-6-1263,4-15-1729,3-18 2833,1-1 0,-3-9 0,-4-6 0</inkml:trace>
  <inkml:trace contextRef="#ctx0" brushRef="#br0" timeOffset="134782">17219 9061 11194,'-2'-4'8218,"1"0"-6651,-2-58-1309,7 38-57,3-20 1,4 2-163,9 22-55,28-15-122,-17 22 1,0 3-92,21-8-172,-14 7 1,1 3-2770,15 3 257,-11 0 2913,-1 7 0,-33-1 0,-2 2 0</inkml:trace>
  <inkml:trace contextRef="#ctx0" brushRef="#br0" timeOffset="135022">17284 9227 9274,'-4'3'9297,"1"-1"-5533,3-2-3517,31-14-152,-9 5-84,20-10-22,-7 9-280,-1 2-2437,23-2-7103,-9 4 8020,-4 0 0,-24 4 0,-15 1 0</inkml:trace>
  <inkml:trace contextRef="#ctx0" brushRef="#br0" timeOffset="137897">10372 10664 17166,'44'-17'-277,"1"0"0,-1 0 1,-2 1-1,0 1 1,-4 2-161,-2 2 0,-3 3-661,27-4 135,-19 5 807,-26 11-46,-30 8 146,-24 8 92,9-7 1,-2 0-149,-6 2 1,-1-1 391,-3 2 0,0 0 252,0 0 0,0 0 123,5 0 1,1-1 571,-22 10-85,18-6-436,17-9 196,11-5-492,11-4-354,12-7-180,15-5-144,18-7 91,-15 6 1,3 1-51,3-2 1,2 1 29,1 1 1,1 0 0,-3 1 0,-1 2-274,22-3 50,-20 6 230,-24 4 83,-25 7 6,-21 4 101,0 0 0,-3 1 34,3-2 0,-1 0 121,0 1 0,0-1-21,3 0 0,1 0 342,-17 4 180,-8 2 67,12-3-46,14-6-302,15-3-268,13-6-51,14-2-56,13-6-6,16-6-11,14-3 6,-24 8 0,2 0 31,1-1 1,1 1-55,-1 1 1,0-1-245,-2 2 1,-2 1-4910,24-5 5187,-17 5 0,-21 5 0,-12 4 0</inkml:trace>
  <inkml:trace contextRef="#ctx0" brushRef="#br0" timeOffset="152340">10398 10480 17451,'-2'-20'-766,"0"3"1,2 17-1</inkml:trace>
  <inkml:trace contextRef="#ctx0" brushRef="#br0" timeOffset="153448">10721 10729 10018,'-7'6'5338,"1"0"-4912,6-6 425,0 0-901,-42-8-365,31 3-940,-32-8-5003,42 4 6358,-1 1 0,2 2 0,0 3 0</inkml:trace>
  <inkml:trace contextRef="#ctx0" brushRef="#br0" timeOffset="157839">17813 8988 13889,'11'-58'2639,"0"-1"1,-4 20 0,-1 3-2208,7-10 246,-10 36-353,-2 5-225,1 1-60,-2 6 195,0 19-56,-3 10-67,-5 28-79,3-26 1,-1 1-235,-1 5 0,1 1 190,1 1 0,0 1-31,2-1 0,1 0-110,4-1 1,3-2-182,1-1 0,3-1-295,3-2 1,2-3-751,2-2 1,1-3-7404,16 17 8781,-7-14 0,-11-14 0,-8-9 0</inkml:trace>
  <inkml:trace contextRef="#ctx0" brushRef="#br0" timeOffset="158082">17935 8860 19496,'13'-47'688,"1"-1"1,0 4 0,4 7-695,25 8-223,9 5-331,-15 13 0,-1 2-107,16-2-1145,-16 6 0,-1 2 1812,8 5 0,-12-2 0,-9 2 0</inkml:trace>
  <inkml:trace contextRef="#ctx0" brushRef="#br0" timeOffset="158272">17947 9150 19123,'37'-20'106,"1"0"1,0 1-1,14-8 1,-4 4-1788,-1 6 348,-9 7 1,-15 4 0,-12 5 0</inkml:trace>
  <inkml:trace contextRef="#ctx0" brushRef="#br0" timeOffset="172190">10272 10924 6921,'-4'-9'5125,"1"2"-3523,3 7-986,0 0 353,73-35-308,-21 12-1035,-15 7 1,6-4 0,-3 3 482,2-1 0,-1 2-31,10-4 1,-2 0-65,-16 7 0,-1 0 33,7-2 1,-5 1 656,-8 3-441,-6 3-257,-25 5 39,-37 15-28,3-2-1,1 1 1,-3 2 16,8-3 1,0-1-333,-9 4 1,-1-1 354,2 0 0,0-1 11,0 1 0,3 0 1040,-14 4-1096,13-4-22,25-8 50,13-3 57,12-4-24,15-4-55,3-3 0,2-1 0,17-5-12,-6 2 1,2 0-1,-4 1 1,-1 1-9,1 0 1,0-1 4,0 0 1,-2 2 70,2-2 721,-20 6-912,-22 4 77,-23 7-13,-6 3 1,-6 1 39,-3 1 0,-2 1-485,-14 5 1,-2-1 529,6 0 0,3-1-9,10-3 1,1 0 27,-1 1 1,2-1 33,-6 2-56,8-3 67,24-3 17,31-8-67,6-1-6,33-8-34,-26 3 1,2 0 5,12-2 0,4-2-2,-8 2 1,2-1-1,-1 1-592,13-3 0,-2 1 583,-1 0 0,-4 0-9,-11 4 1,-4 2 2,0 1 79,-18 4-17,-41 11-25,-6-2 1,-6 2 24,-13 3 0,-1 1-269,5-3 0,-1 0 328,-2 0 1,-3 2 0,3-2 77,2-2 1,2 1 44,-16 2 0,3 0 322,-1-3 1908,29-5-2345,16-5 84,31-9-168,-2 1-14,16-3 1,7-2-88,-7 4 1,2 1-745,19-5 0,2 1 599,-16 4 0,0 1-605,11-1 0,1 1 812,-5 2 0,-3 1 0,18-3 0,-7 2 0</inkml:trace>
  <inkml:trace contextRef="#ctx0" brushRef="#br0" timeOffset="180584">5796 17885 8730,'-6'0'6043,"0"0"-3763,6 0 611,0 0-2830,-23-11-10,26 5-141,-11-12-224,41 6-178,16-4 147,-19 8 0,2 0-372,4 0 1,0 1-180,1 2 0,0 2-681,-3 1 0,-2 3-3414,17 11 3272,-25 13 1719,-31 15 0,-28 12-320,8-22 0,-3 0 1462,-4 2 1,0-1-255,6-6 0,0 0 716,-5 2 1,0 1-84,5-4 1,0 0-853,3-3 1,1-1 80,-17 16-161,28-24-386,13-10-125,6-7-117,30-21-102,7-6-27,-9 7 1,3-2 72,-1 2 0,0 0 19,0 0 0,0 0 126,-4 1 0,-2 0-134,13-19 62,-20 12 100,-28-6 163,-17 13 201,-20-7-156,7 13 1421,-13-5-1001,21 8-6,-4-8-392,20 9 432,7-6-471,10 7-124,7-4-94,3 9 27,20 3-67,-2 14 6,22 8-12,-26-2 1,-1 2-394,4 4 0,0 2 254,2 3 0,-1 3-273,-1 2 1,-1 2-994,-4 1 0,-3 2 1400,-4 4 0,-3-1 0,1 4 0,-10-5 0</inkml:trace>
  <inkml:trace contextRef="#ctx0" brushRef="#br0" timeOffset="184240">25089 15401 7990,'6'-29'-751,"-3"8"1,1 17 0</inkml:trace>
  <inkml:trace contextRef="#ctx0" brushRef="#br0" timeOffset="185357">25162 15286 7800,'-1'-6'4767,"1"2"3701,0 4-7734,-1-22-117,1 15-80,-1-17-77,-1 20-40,-1 0-56,-5 0-23,-2-1-10,-2 0-74,-4 1-10,2 0-17,1 1-62,5 0-34,4 3-111,3-1 5,6 3-17,2 5 22,7 7-21,4 12-12,2 8 0,0 9-34,-1 11 6,-4 7 3,-9-28 0,-3 0-3,-1 0 0,-4-1-17,-14 25 17,-14-9 56,-15-13 5,-4-13-5,6-14 23,13-17-29,15-16-11,23-16-5,20-11-128,-5 24 1,3 1 129,4-1 1,2 2-358,2 1 1,1 2 351,1 1 0,1 2-20,0 2 0,2 0-14,1 1 1,0 1 18,0 2 1,1 0-192,-2 0 0,1 0 203,-5 3 0,-1-1 11,24-7 17,-19 4 34,-17 4 198,-17 3-232,-7 3 685,-15 2-713,-3 5 440,-8 5-435,-1 5-5,3 8 6,5 5-34,7 4 0,6 3-28,10 0-34,12-1 46,13-4 10,13-4 6,11-7 28,2-7 28,-3-6 17,-12-11-6,-17-8 17,-16-11-6,-26-16-50,3 11 25,-1 6 1,-2 1 7,-7-8 23,-5-7 12,7 8-29,9 11-28,9 9-5,5 6-6,10 4-17,10 0-22,17 2 16,14 1 6,12 1 11,-27 0 1,0 1-117,1 1 1,0 0 124,-1 0 0,-2 1-14,25 6 16,-20-2-10,-10 0 33,-19 0-12,-19 8 7,-9 2-18,-17 8-5,3-1 12,5 1 242,10 0-254,11-2-17,9-3 6,10-4 11,10-3-28,10-6 28,0-3 11,32-5-22,-13-7 13,-13 0 1,0-2 3,7-9 8,-17-3 0,-4-3 36,-1-13 18,1-21 16,-29 10 5,-16 1-156,-15 7 196,-6 7-84,1 8-57,8 8-111,12 7-213,11 5-442,10 9-1384,11 8-3384,8 12 5546,5 0 0,-8-7 0,-5-7 0</inkml:trace>
  <inkml:trace contextRef="#ctx0" brushRef="#br0" timeOffset="185739">26631 15507 24880,'31'-34'141,"0"-1"0,0 0 1,-2 2-1,1-1 1,-3 4-75,3 0 0,-2 1-341,0-6 1,-1-3 323,-1-3 1,-2-3-276,-2-2 0,-2 0 359,-4 1 1,-2 2 27,-4 4 1,-4 3 83,-7-19-16,-20 17-174,3 20 357,-15 9-379,12 16 60,-5 7-72,0 13-16,2 11-1,1 12-5,13-20 0,1 2-28,1 3 0,3 1-163,1 3 1,3 1 44,5 1 1,5 1-99,4 1 1,4-1-130,7 3 1,4-1-356,3-1 0,2-1-1023,2-2 1,-1-2 1750,-1-5 0,-2-3 0,4 4 0,-13-14 0</inkml:trace>
  <inkml:trace contextRef="#ctx0" brushRef="#br0" timeOffset="185914">26631 15144 21663,'58'-19'-1001,"0"0"1,0 0-1,-1 1 1,0 1-1,-13 7 1,-12 9-1,0 0 1</inkml:trace>
  <inkml:trace contextRef="#ctx0" brushRef="#br0" timeOffset="186540">27462 15213 12029,'4'-5'6985,"-2"2"-5571,20-30 0,4-8-58,-3 3-816,7-9 1,-1 0 276,-10 12-273,-8 12-376,-6 10 39,-4 9-173,0 5 61,-4 17-22,-2 7-45,-2 17-39,1-8-34,-2 12 67,4-6-22,-2 19 11,3-11 1,-1-2-1,3-24 62,-2-9 72,1-17-83,1-8-45,4-14 11,7-13-17,2 4-1688,5 0 1,1 0 1687,6-5-6,1-1 1,2-1-12,-5 14 1,1 0 22,18-11 0,1 1-20,-17 15 0,0 3 3,7-2 0,-2 6 0,-6 12-33,2 12 21,-6 2-21,4 30-163,-13 0 28,3 9-510,-5 10-591,-5-25 1,-1 2 490,1 3 0,1 1 778,1 14 0,0-3 0,-1-2 0,2-2 0</inkml:trace>
  <inkml:trace contextRef="#ctx0" brushRef="#br0" timeOffset="186947">24388 15757 18201,'-55'0'832,"0"0"1,10 0-1,20 0-400,61 0-264,4 0 0,8-1-62,-4 0 1,3 0-1,4 0-1323,-5 0 1,4 0-1,0 1 1,-2-1 1246,10-1 0,-2 1 0,6 0 8,-13 0 0,6 0 0,2 1 1,1-1-1,-2 1 0,-2-1-205,-2 1 0,-2 0 0,-1-1 0,2 1 1,3 0 190,-3 0 0,3 0 0,1 0-1,2 1 1,-1-1 0,0 1 0,-3-1 3,12 1 0,-1 0 0,-2 0 0,0 1 0,0-1-16,-1 1 0,-1 0 0,0 1 1,0-1-1,-2 0-37,-2 0 1,-1 1-1,0-1 1,-2 0-1,0 1-48,8-1 0,-2 1 0,-1 0 0,-1-1-301,-6 1 0,-2-1 0,-1 0 0,-1 0-602,4 0 1,-1 0 0,-3 0 1143,8 0 1,-6 1 0,2-1 0,-25-1-1</inkml:trace>
  <inkml:trace contextRef="#ctx0" brushRef="#br0" timeOffset="195257">7735 17630 16460,'-2'-3'4021,"1"1"-2912,1 2-723,-2 28-111,2 11-202,-1-6 0,-1 4-493,1 0 0,-1 1 412,0-1 0,0-1-4,0-3 1,0-1 310,1 19 104,1-15 415,0-16-68,0-14-358,2-16-123,2-13-34,4-18-55,3-10-68,7-6 597,-2 11-637,1 18 1,3 1 84,13-3-96,-8 10 1,2 3 11,21 1 56,4 7-90,5 7-328,4 11 278,-28 0 0,0 3-99,0 5 1,-2 3-255,0 5 0,-3 4-868,-2 3 0,-3 2-3684,-3 1 1,-4-1 3256,6 17 1,-11-19 0,-8-23-1</inkml:trace>
  <inkml:trace contextRef="#ctx0" brushRef="#br0" timeOffset="196890">4910 11436 11351,'0'-3'1745,"-30"-3"0,-12 4-1521,6 6-1261,-11-4 0,-2 1 1261,7 11-17,9-3 1,-2 1-120,-2 0 1,-1 1 26,-9 2 0,-4 1-24,10-3 1,0 0-1,-1 0-1,-12 2 0,0 0-48,1 0 0,1-2 50,1-1 0,3-3-8,9-3 0,0-1 36,-7-1 1,-2-2 80,1-6 1,2-4-96,12 1 1,2-2 39,-23-19-157,33 11 337,9 5-433,10 15 320,2 12 28,3 20 106,1 25 180,0 0-348,-3-10 1,-1 5-508,-3 0 1,-2 3 362,2-6 0,-1 2 1,0 4-15,-1-4 0,-1 4 0,0 1 0,1 1 11,1-8 1,-1 2-1,1 0 1,0-1-1,0-1-659,0 5 0,-1-1 0,1-2 0,1 1 648,0-2 0,0 0 0,0-1 0,1-3 48,1 5 0,0-2 1,0 3-405,0-2 0,1 3 0,-1 0 0,0-2 378,1 7 0,-1-3 0,1 6-175,0-6 1,-1 6 0,1 1 0,0-2 0,0-9 153,0-7 1,-1-6-1,2 5-24,-1 13 0,0 7 0,1 1 0,1-5 35,-1-5 1,2-4 0,0 4 12,1 4 0,2 4 0,-1 1 1,1-5-25,-1-3 0,0-4 1,3 3 26,1 5 0,3 6 0,1-2 0,1-7 163,0-10 0,0-4 0,2 0-194,1 9 1,0 1 0,4-2 5,1-4 1,3-1-1,2-3 10,4 1 0,3-3 0,1 1-27,1 0 1,2 0-1,3-1-7,-6-7 0,2-1 0,1 0 0,0-4-8,8 3 1,1-3 0,-1-2-3,-8-5 1,0-2 0,2-1-36,9 2 0,4-1 0,2-4-66,-7-6 0,2-4 1,0 0-1,-1-1 17,7 2 1,-2 0 0,5-3-107,-8-4 1,3-1 0,3-2 0,0-2-1,-1-2-906,3-3 0,0-3 0,1-1 0,-1-1 0,-1 1 1106,-4 1 0,0 1 0,0-1 0,-1 0 0,-1 0 0,10-3 0,1-1 0,-5 2 0,-7 1 0,-4 0 0,0 0 0</inkml:trace>
  <inkml:trace contextRef="#ctx0" brushRef="#br0" timeOffset="208706">9822 17391 25774,'-17'7'712,"4"15"-701,17 41-34,-1-10-362,-3-18 1,0 0-25,1 23-535,2-14 1,1 0-267,2 14-1974,3-14 0,0-3-412,-1-9-3324,2 17 6920,-12-34 0,1-3 0,-2-8 0</inkml:trace>
  <inkml:trace contextRef="#ctx0" brushRef="#br0" timeOffset="208864">9668 17818 13579,'-57'-23'1880,"0"0"0,7 3 0,9 3 354,15 7-1909,14 2 571,21-7-633,25-7-258,16-3-36,-13 9 1,4 1-590,2 1 0,-1 1 463,-5 3 0,0 0-577,14-3 0,2-1 734,0 0 0,-3 1 0,-14 4 0,-2 0 0,-1 0 0,0 0 0</inkml:trace>
  <inkml:trace contextRef="#ctx0" brushRef="#br0" timeOffset="211387">11533 17208 19434,'-13'-45'1502,"0"0"1,0-1-1,-5-15 1,5 16-1453,10 35 57,6 13 22,6 13-29,8 16-44,9 19-53,-8-6 0,0 4-427,-3-2 0,-2 0 401,2 2 1,-3 1-54,-4 1 1,-2-1-7,-3-9 1,-2 0 67,-2 8 0,-4 0 36,-2-6 1,-5-4 38,-7-8 1,-2-4-11,-9 2 55,-12-22-22,26-29-39,3-21 39,23-19-68,9 18 1,5 0-201,-6 13 0,3 1 178,15-11 1,3 3-309,-9 16 0,1 2 244,8-3 0,2 1-45,-1 2 0,1 3-56,-3 2 0,2 1-109,4-1 0,-1 1 90,15-5 44,-22 7 0,-2 0 51,1-5 834,2-6-510,-11-4-128,-14 9 134,-8-5 28,-9 13 291,-4 1-364,-12 6-123,0 11-32,-1 2 613,-1 16-665,8 0 0,2 12-56,10 0-34,14-1-44,12-3-84,13-5-39,10-6 22,7-8 184,0-7 276,-3-17-63,-20 0 426,-9-24-408,-21 14 89,-11-17 0,-8 11 23,-19-11-163,4 6-45,0 5 0,10 6-28,13 6-39,2 0-39,17-2 28,9 4-17,7 0 11,12 5 17,0 3-50,13 1-1,4 2 6,-19 1 1,-1 1 10,23 1 23,-4 3-23,-17 2 51,-18 2 45,-3 15-23,-9 4-11,-7 4-28,-6 18-17,3-24-16,-1 25 16,18-19-11,5-3 11,16-7 39,6-15-16,-6-7-6,12-10 34,-6-8 5,11-14 22,-6-8 101,-27 7 1,-4 0-17,-1-8-111,-27-19 100,-8 40 78,-29-10-115,17 18 0,-1 2-70,1-1 0,0 1-20,1 2 0,3 0-80,-7-1-623,26 6-879,13 0-4564,24 6 6138,8 0 0,-7 0 0,-9-1 0</inkml:trace>
  <inkml:trace contextRef="#ctx0" brushRef="#br0" timeOffset="212036">13289 17541 25724,'27'-56'194,"1"0"0,-2 0 0,-5 1-149,-11 11 0,-3 1-444,1-7 0,-2-2 449,-2-5 0,0-1-521,-2 0 0,-1 1 558,-2 4 0,-3 2 41,1 8 1,-2 3 538,-11-14-522,1 26-33,-2 21-72,1 21 393,-1 16-393,2 22-63,9-18 1,3 3 159,1 6 1,3 2-133,4 5 1,4 1-690,4 5 0,5 0 575,6 1 0,4 0-41,-6-18 1,2-1 0,2-1-193,1-1 1,1-2-1,1 0-668,0-2 0,1-1 0,-2-2-3906,10 8 1,-3-3 3274,-10-10 0,-3-3 0,0 2 1,-17-17-1</inkml:trace>
  <inkml:trace contextRef="#ctx0" brushRef="#br0" timeOffset="212227">13232 17297 18964,'-1'-4'3495,"1"2"-3137,0 2-291,82-67-1414,-54 51 1,2 1 955,10-12 1,7-4 0,-2 5-1514,1 7 0,-1 5 1904,-4 0 0,-2 1 0,11-4 0,-21 7 0</inkml:trace>
  <inkml:trace contextRef="#ctx0" brushRef="#br0" timeOffset="212779">14616 17182 15877,'0'-5'7102,"0"2"-6441,5-29 0,2-7 285,0 6-596,0-11 1,1 3 159,-3 15-85,-2 12-363,-2 6-23,-1 9 23,0 11-1,0 12-16,0 18-17,-3 15-341,0-23 0,0 2 307,-1 1 1,0 2-18,-1 0 1,0-1 8,0-3 0,1-2 19,-2 20 23,3-18 73,1-20-78,2-13 10,3-20 29,5-14 44,8-19-17,-5 18 1,2-2 24,3-3 0,2-1-95,1 0 1,2 1 27,1 3 1,0 2-17,0 5 0,0 4 19,19-12-5,-4 16-40,-2 13-5,0 18-67,1 14-123,0 18-32,-17-15 1,-1 2-775,-1 3 1,0 2-675,-1 4 1,-1 0 1669,-2-3 0,-2-3 0,3 11 0,-6-20 0</inkml:trace>
  <inkml:trace contextRef="#ctx0" brushRef="#br0" timeOffset="213928">16503 17060 20151,'-54'-24'1585,"1"1"0,5 3 0,12 4-1507,26 11-11,7 2-55,13 1-80,27-3-21,22-2-106,-28 4 1,4-1 88,26-1 0,0 0-312,-27 2 1,1 0 366,8 0 1,4 1 0,-3 0-9,-3 0 1,-2 2-15,5 0 0,-4 3 51,5 12 122,-48 8-44,-24 5 3,-10-8 0,-5-1-173,0 1 1,-2 1 219,-1 1 1,-4 1 0,1-1-947,8-2 1,0-1 0,1 1 875,-17 7 1,4 0 16,14-6 0,6-2 473,1 4-486,18-2-1,32-13-22,14-8-20,13-9 0,5-5 3,-8 1 0,0-1-722,0-1 0,3-1 1,-4 0 721,2-1 0,-2-1 20,11-12 0,-4-3-59,-23 9 1,-4-3 88,8-12 1,-6-3 918,-15 6 1,-6 1-808,-7-22 177,-5 22 0,-4 2-110,-2 3 281,-17-17-325,18 35 2870,-3 0-3050,12 15 728,3 22-710,7 10-23,4 27-609,0-28 1,0-1 569,9 26-93,-3-20 1,1 0-427,-2-4 0,1 1-1302,4 21 1,-1 2-925,-7-18 0,-1-1 2253,-1 13 0,-4-8 0,-4-27 1,-1-5-1</inkml:trace>
  <inkml:trace contextRef="#ctx0" brushRef="#br0" timeOffset="215095">8447 18533 7974,'-47'10'1725,"0"0"0,-3 0 0,7 0-621,17-4-427,-4 2-453,19-4 253,11-4-298,13-5-179,17-8 11,20-9 11,-16 7 1,2-1-439,7-1 0,1 0 410,5 0 1,1 1-23,0 2 0,0 2-110,-4 3 1,-3 2-132,20 1 163,-32 13-73,-43 12-28,-38 14 179,8-11 0,-4 1-676,-10 4 1,-2-1 764,16-7 1,-2-1-1,1 0 193,2-1 0,-1 0 1,2-1 284,-16 5 0,1-1-169,5-2 0,1 0-118,4-3 0,2 0-98,1-1 0,2 0-101,6-2 0,4-1-42,-12 2 174,26-6-90,40-18-274,6-1 50,13-6 0,7-4-441,1 0 1,2 0 567,-9 4 0,2-2 1,1 1 2,-1 1 1,0 0 0,-1 1-44,13-4 0,-3 2 660,-12 5 1,-5 1-608,5 0 514,-48 16-592,-39 13 72,6-2 1,-3 0-495,-9 4 1,-2 0 664,-1 0 1,1-1 108,2-1 1,1 0 307,4-3 0,1 1-322,3-2 1,1-1 8,-1 1 0,0 0-67,1 0 0,2-2-115,4 0 0,1-1-37,-14 3-27,21-7 67,24-8-85,39-14-83,1 1 0,7-2-52,-6 2 0,3-1 0,1 0 160,7-2 0,2-1 0,0 1-11,0 0 0,1 0 0,0 0-790,2 0 1,1 1 0,-5 1 767,1 1 1,-4 1 10,3-2 1,-17 9 13,-33 10-44,-35 11-6,-1 1 1,-6 1-399,-14 4 1,-4 2 464,16-6 1,-2 0 0,1 0 152,2 0 1,-1-1 0,2-1 106,-16 5 1,3-1-149,6-3 1,3-1 426,5-2 1,2-1-419,-1-1 0,4-1-98,-4 2 2733,30-18-2890,31-5 0,15-3 2,-4-2 1,3 0-1146,12-4 0,8-3 1227,-5 3 0,8-2 0,-1 0 0,-9 4 0,-6 2 0,-1 1 0,15-6 0,0 0 0,0 0 0</inkml:trace>
  <inkml:trace contextRef="#ctx0" brushRef="#br0" timeOffset="216236">20288 16899 20156,'-8'-47'1176,"0"1"0,2 2 1,-4 14-1009,-6 27 134,-14 11 6,-8 12-207,11-2 0,-1 3-365,-2 6 1,0 5 291,-8 15 0,1 3-790,11-15 0,2 1 760,2 0 0,0 4 0,4-3-18,3 1 1,4-1-1354,0 15 0,4-1 1361,3-18 1,7-1-45,16 8 0,6-5-79,11-12 85,5-7 0,5-4 16,-8-9 0,1-5 23,11-3 1,2-5 38,8-10 0,-2-7 238,-13-1 0,-3-4-207,1-11 0,-8-3-34,-16 13 0,-6-2 51,-3-13 0,-5-2 1034,-4 7 1,-4-2-1038,-1-10 0,-6-1 18,-1 14 1,-3 1 0,-2 2 22,-9-7 1,-3 4-59,1 3 0,-4 6 31,-5 13 0,-2 7-140,4 7 0,-1 3 64,-8 3 0,-2 6-20,-7 11 1,1 4 16,16-4 1,3 3-68,-11 15 0,4 4-78,18-8 0,4 3-328,-4 19 0,5 3-269,9-6 1,7-1-876,8 8 0,11-2 1609,16-7 0,3-7 0,-15-16 0,-1-3 0,5-4 0,1 0 0</inkml:trace>
  <inkml:trace contextRef="#ctx0" brushRef="#br0" timeOffset="217044">21468 16661 23769,'-20'-42'517,"0"0"0,2 4 0,-3 13-393,-13 39-57,0 14-16,2 17-43,18-18 0,2 3-310,-1 5 0,2 1 285,1 3 0,3 1-19,0 1 0,3 2-38,4-1 1,3-1 17,0-9 0,2-1-121,8 5 1,5-2-210,10-5 0,5-2-9,2-2 0,4-2-81,11-2 0,2-7-130,-6-13 1,-1-6 521,-1-6 0,-2-4 89,-10 0 1,-3-4 187,7-15 0,-4-4 48,-15 10 1,-1-1-75,6-13 0,-2 0 121,-10 10 1,-3 2 226,1-26-257,-6 20 430,-9-2-363,0 23 221,-2-2-490,4 17 707,1 11-740,1 2 311,-1 17-306,3 13-22,0 4-6,2 10-28,3-15 0,0-7 28,0-11 45,-2-12 50,0-11 6,1-14 22,4-11 6,5-11 56,5-9 72,7-2-38,5 0-152,-6 14 90,13-3-96,-11 20-50,12-1 1,-7 20 10,1 10-39,-1 15-44,0 12-113,-3 9-39,-8-7-753,-9-11 0,-2 0-5756,-1 11 6080,0 10 1,-5-30 0,-1-11 0</inkml:trace>
  <inkml:trace contextRef="#ctx0" brushRef="#br0" timeOffset="217287">22576 16534 22179,'0'-8'3495,"0"2"-3019,0 6-45,0 0-308,40-21-39,-14 39-62,26-18-11,-30 39 1,-8 11-29,3 4-647,-6-8 0,0 7 0,-3-3 406,-3 0 1,-4 0-195,0-2 0,-1 4 0,-4-4-1478,-7 11 1,-6-5 1929,-1-8 0,-1-5 0,-10 10 0,10-27 0</inkml:trace>
  <inkml:trace contextRef="#ctx0" brushRef="#br0" timeOffset="217603">20858 17531 19925,'-58'10'540,"0"0"1,1 0 0,-10 1 0,11-1-177,8-3 636,54-8-860,30-8-87,2 2 0,6-1-1016,-2 1 1,4-1-1,2 1 960,-3 0 0,1 0 1,2 1-1,2 0-13,8-1 1,1 1 0,2 1-1,1-1-16,-7 2 1,0 1 0,1-1 0,1 2 0,0-1-367,2 1 0,1 1 1,0 0-1,0 0 0,0 2 267,-1 0 0,1 1 0,-1 1 0,0 0 0,-1 1-89,-4-1 1,0 1-1,-1 0 1,-2 1 0,-1 0-411,4 1 0,-1 1 0,-3 1 0,-2-1 630,2 2 0,-4 0 0,-5-1 0,-5-2 0,-6 0 0,-2 3 0</inkml:trace>
  <inkml:trace contextRef="#ctx0" brushRef="#br0" timeOffset="217877">21157 17804 15098,'-47'10'1242,"0"0"0,0-1 0,-14 4 1,2-1-686,8-1 0,5-2 345,-5 1-118,49-9 62,44-11-426,-1 2 0,6-1-939,-7 1 0,3-1 0,1 0 719,8 0 0,2 0 0,1 0-612,6 0 0,1 0 0,2 0 480,-14 3 1,2 0 0,-1 0 0,1 1-32,0 0 1,0 0 0,0 0 0,0 0-213,-2 1 0,0 0 0,-1 0 0,-1 0 276,11-1 0,-1 0 0,-2 0-8,-8 1 0,-2 0 1,-3-1 18,8-1 0,-5 0 101,13-4-45,-28 1 951,-20 1-1360,-12 0 1581,-8 0-4667,-9 1 2847,-1 2 1,5 3 0,5 1 0</inkml:trace>
  <inkml:trace contextRef="#ctx0" brushRef="#br0" timeOffset="259067">21193 5247 24575,'0'0'0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312A8-EBBE-6314-EB1E-F2AC1B87B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75C4FE-218F-7ADF-EF8B-D5CBDE77EA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1DDEE-9203-E8C0-F6A7-4D84046E2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81D58-02D0-4D47-A3A4-E9BCD476A6D3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DA26F-B070-12A9-29B3-48B64426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CFDE9-957F-308F-71BC-57D9C6D44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00AE2-37A7-FA4E-B472-E3FAEFF04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162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E688A-8B7C-5F23-99A0-B4185B7FE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10A9B-CE03-E1AC-A81E-6460DCA62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E2F5F-3E2C-91D1-B387-9C0B62D9F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81D58-02D0-4D47-A3A4-E9BCD476A6D3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F8C2E-DAEC-519F-FEE0-6C71A7BEF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E9EE-2E74-25B4-68F0-F2046C733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00AE2-37A7-FA4E-B472-E3FAEFF04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646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B9843-A24A-1EF1-710C-DA09D2C30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12521-8A5C-B753-4E2A-5E8A2CD3A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1DBDF-B4CD-5BAA-FC58-7115C71CB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81D58-02D0-4D47-A3A4-E9BCD476A6D3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6CFD4-50BA-0502-549D-429C872D0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5753E-5C0C-C4DE-6523-77A57B466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00AE2-37A7-FA4E-B472-E3FAEFF04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963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81CA9-AE5E-4C84-054E-5B02116A6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E6164-16BB-850D-D15A-7A0C84D575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E769F0-B47B-406B-75B4-B42D8F11F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18B0F-8F0E-6F03-1C12-9628BFA38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81D58-02D0-4D47-A3A4-E9BCD476A6D3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B642F-1F14-564F-1C08-BAA4FA8B3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0AFCE-9B26-A494-D257-0EBBBE4D5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00AE2-37A7-FA4E-B472-E3FAEFF04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204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82DE1-4F91-4102-4FD3-0569207D4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5F5A4-FD1E-A686-25BD-0B63199B4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003462-472E-128C-59DD-71BA9EE72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D3F89E-68CF-190F-0D2E-E3F273FD8A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AD09FE-E25A-3DA6-76D0-EEE6E01F7C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766CAA-5706-CADB-DA2D-AA0975E73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81D58-02D0-4D47-A3A4-E9BCD476A6D3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592755-7600-D370-7717-31D230037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832605-C14C-577C-268C-7FA5C0896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00AE2-37A7-FA4E-B472-E3FAEFF04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500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8A296-D0FF-B895-F22C-A676C1DCF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34FF42-E41B-8EB4-BD53-DCB15F373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81D58-02D0-4D47-A3A4-E9BCD476A6D3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FFAFBF-3837-7ACA-FD3A-7676EA4AB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2468E2-D0AE-DB03-AFF1-91F1C605C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00AE2-37A7-FA4E-B472-E3FAEFF04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002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B52821-DBF1-E863-A0F9-3E3929520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81D58-02D0-4D47-A3A4-E9BCD476A6D3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CF811D-A02F-77C6-FCFC-D509E9D6B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1CA9D-2B04-5978-E0BB-CE38ADDDD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00AE2-37A7-FA4E-B472-E3FAEFF04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280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ABF51-879A-2C4A-1CF4-C3D10A0E7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30AF0-6FDE-2702-BC55-EB5C2C435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6CF28E-A5EC-1F34-545B-E30EB5804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03E3D3-BB66-7D8A-3134-335BC4BBD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81D58-02D0-4D47-A3A4-E9BCD476A6D3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2C6DF4-6839-1562-3126-45E320C35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221E98-D674-6B95-5634-0355F7A9C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00AE2-37A7-FA4E-B472-E3FAEFF04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486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FA13B-3B82-7B00-8511-050A6937A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AEFB9-55B1-85F1-90A9-F1590AA0F3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E5BA74-D47B-C4D3-53AB-9B8D7F00EB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9BA86-26C8-9E23-BD6A-46386BA07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81D58-02D0-4D47-A3A4-E9BCD476A6D3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6175B4-AA55-2772-1317-3005AD7EB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55D916-AB42-208C-6514-C702692A8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00AE2-37A7-FA4E-B472-E3FAEFF04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66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BBAA5-81D6-D453-77DD-0B469A02F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AB9584-1E13-830E-7314-2550EC3662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F0C33-2833-665F-A838-569151962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81D58-02D0-4D47-A3A4-E9BCD476A6D3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A5F4C-0087-9DDE-E597-842373CDA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107F2-3F96-3580-82DB-0B5E6902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00AE2-37A7-FA4E-B472-E3FAEFF04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37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294B39-12AB-D015-D463-F924DD3D27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9FB3D7-08BB-A8DA-F4C3-28C0937037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E110B-CFCA-9AEA-894F-B8E3DE875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81D58-02D0-4D47-A3A4-E9BCD476A6D3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48EC9-0159-B415-749F-27E88775F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6DDFA-B0C8-9B95-5D31-5C3D3CAD0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00AE2-37A7-FA4E-B472-E3FAEFF04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294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7CF62C-4CCE-DFA5-FBB0-D4432F521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8D564-EB8C-4C6D-8E0F-E8661E211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148DB-6C9E-104C-234C-0943EA0C7D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F81D58-02D0-4D47-A3A4-E9BCD476A6D3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3FD10-1670-168C-098B-C789611D5A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08764-E40E-555F-F472-1F29D3EA5F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E00AE2-37A7-FA4E-B472-E3FAEFF04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773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D69AAD-A676-25A4-7E8D-EBADEF061B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413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B2D55519-B899-6E94-088F-EE205D7586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4A686A6-044C-174A-2CD6-BDE3D738DE33}"/>
                  </a:ext>
                </a:extLst>
              </p14:cNvPr>
              <p14:cNvContentPartPr/>
              <p14:nvPr/>
            </p14:nvContentPartPr>
            <p14:xfrm>
              <a:off x="322920" y="510120"/>
              <a:ext cx="11625120" cy="5846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4A686A6-044C-174A-2CD6-BDE3D738DE3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3560" y="500760"/>
                <a:ext cx="11643840" cy="586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58195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A39312-6AD8-FAE4-093F-155B97E1E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DEF7C0A-8C4C-892B-2FB9-886527443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E4190652-B23B-E873-5BD3-6E1814B4AC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C30752B-8F80-5A84-1048-32D11B68C85A}"/>
                  </a:ext>
                </a:extLst>
              </p14:cNvPr>
              <p14:cNvContentPartPr/>
              <p14:nvPr/>
            </p14:nvContentPartPr>
            <p14:xfrm>
              <a:off x="155520" y="598680"/>
              <a:ext cx="11277720" cy="4622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C30752B-8F80-5A84-1048-32D11B68C85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6160" y="589320"/>
                <a:ext cx="11296440" cy="464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3678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7F4D56-E7AF-0596-FF5F-A9FF14974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063F12E-E6A1-0730-223D-319E44ECE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C951B01A-5FC3-1680-F742-757FF072C9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8E9498D-F904-D0F0-E9F8-57324A65052E}"/>
                  </a:ext>
                </a:extLst>
              </p14:cNvPr>
              <p14:cNvContentPartPr/>
              <p14:nvPr/>
            </p14:nvContentPartPr>
            <p14:xfrm>
              <a:off x="555120" y="442800"/>
              <a:ext cx="11592000" cy="6017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8E9498D-F904-D0F0-E9F8-57324A65052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5760" y="433440"/>
                <a:ext cx="11610720" cy="603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9692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8B1A19-1BC9-71BA-0B1A-0C766B65A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330FD10-725E-FFFC-FFB9-01BCFE0AB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A5C488E1-EAAF-CBE8-BAD6-473F6C0F63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7BD9DB6-7069-BFCD-2F67-CD581F4E5249}"/>
                  </a:ext>
                </a:extLst>
              </p14:cNvPr>
              <p14:cNvContentPartPr/>
              <p14:nvPr/>
            </p14:nvContentPartPr>
            <p14:xfrm>
              <a:off x="283320" y="567360"/>
              <a:ext cx="7513920" cy="3309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7BD9DB6-7069-BFCD-2F67-CD581F4E524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3960" y="558000"/>
                <a:ext cx="7532640" cy="332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0707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4883BC-35E3-B2DE-599A-B593D265A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71C607-7B76-1EB9-4B56-B2D7B4F0A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4435FFF0-FEC6-6160-3446-351459961D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C20D098-D90F-8498-6928-9921159EE43D}"/>
                  </a:ext>
                </a:extLst>
              </p14:cNvPr>
              <p14:cNvContentPartPr/>
              <p14:nvPr/>
            </p14:nvContentPartPr>
            <p14:xfrm>
              <a:off x="181080" y="571680"/>
              <a:ext cx="11338200" cy="5910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C20D098-D90F-8498-6928-9921159EE4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1720" y="562320"/>
                <a:ext cx="11356920" cy="592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6591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7AB527-4D45-78D2-B1C3-CFF0354A9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93D3026-CC23-B947-4E41-5120F8960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59CD392D-DCD9-DC2E-69A6-C035885511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3A03636-9C95-95A3-9DCC-BD64BE4312D3}"/>
                  </a:ext>
                </a:extLst>
              </p14:cNvPr>
              <p14:cNvContentPartPr/>
              <p14:nvPr/>
            </p14:nvContentPartPr>
            <p14:xfrm>
              <a:off x="190800" y="537840"/>
              <a:ext cx="11898720" cy="6103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3A03636-9C95-95A3-9DCC-BD64BE4312D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1440" y="528480"/>
                <a:ext cx="11917440" cy="612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7424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4D215A-8FA6-A142-CB8D-194E059FF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5B9E2D6-3D71-7780-06EB-17C5D5623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6F4EA8C3-E0BD-AC04-A0E4-1BD19B54A9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B58B3B3-FFB8-5330-7CE2-6B211FEBCC2F}"/>
                  </a:ext>
                </a:extLst>
              </p14:cNvPr>
              <p14:cNvContentPartPr/>
              <p14:nvPr/>
            </p14:nvContentPartPr>
            <p14:xfrm>
              <a:off x="302400" y="156240"/>
              <a:ext cx="6219000" cy="2409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B58B3B3-FFB8-5330-7CE2-6B211FEBCC2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040" y="146880"/>
                <a:ext cx="6237720" cy="242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5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F2B639-47B4-54F9-2A45-E169370F3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484B874-EB70-13BB-8B34-89C233EAC7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18DCBA08-79B4-5647-BFB9-B646410B72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02CF6C0-C089-3491-1010-1456E8AF954B}"/>
                  </a:ext>
                </a:extLst>
              </p14:cNvPr>
              <p14:cNvContentPartPr/>
              <p14:nvPr/>
            </p14:nvContentPartPr>
            <p14:xfrm>
              <a:off x="284040" y="421200"/>
              <a:ext cx="11809800" cy="6412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02CF6C0-C089-3491-1010-1456E8AF954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4680" y="411840"/>
                <a:ext cx="11828520" cy="64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55251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6F8ABE-51A2-B6E3-BE8D-DE5329BE4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251DC65-1F44-A78B-1D75-8F52020DB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8E21B274-A35B-3B33-E9A8-DA84EECCE0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F6B242A-F9F6-F029-8471-8A6B4BEBA390}"/>
                  </a:ext>
                </a:extLst>
              </p14:cNvPr>
              <p14:cNvContentPartPr/>
              <p14:nvPr/>
            </p14:nvContentPartPr>
            <p14:xfrm>
              <a:off x="202680" y="552240"/>
              <a:ext cx="10043280" cy="6148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F6B242A-F9F6-F029-8471-8A6B4BEBA3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3320" y="542880"/>
                <a:ext cx="10062000" cy="616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3023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C79781-29BD-280C-BEAB-E59654BBB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7D5950-F2FF-C3B8-622D-B07CC825E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971FD9EA-8AC2-5CD8-20BA-DA78017889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8DC0B03-E686-CAB5-F2C7-D81CD0F3F6BA}"/>
                  </a:ext>
                </a:extLst>
              </p14:cNvPr>
              <p14:cNvContentPartPr/>
              <p14:nvPr/>
            </p14:nvContentPartPr>
            <p14:xfrm>
              <a:off x="293760" y="209520"/>
              <a:ext cx="10952280" cy="6539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8DC0B03-E686-CAB5-F2C7-D81CD0F3F6B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4400" y="200160"/>
                <a:ext cx="10971000" cy="655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21914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7BF134-FF07-B7C1-34B8-FF1C0D268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68DFFC-7966-5226-350A-958F0F57E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E6F17247-3F74-C379-BABF-203E32B1EC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1B1A373-31F8-A97C-6872-90DCB63989C3}"/>
                  </a:ext>
                </a:extLst>
              </p14:cNvPr>
              <p14:cNvContentPartPr/>
              <p14:nvPr/>
            </p14:nvContentPartPr>
            <p14:xfrm>
              <a:off x="412200" y="625680"/>
              <a:ext cx="5575320" cy="5767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1B1A373-31F8-A97C-6872-90DCB63989C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2840" y="616320"/>
                <a:ext cx="5594040" cy="578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7045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3A3F76-9453-967C-3622-85B7B0BC5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A7C53E5-474E-ACF1-6146-117F50B1B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37E93C56-EA39-49E3-1281-C6F9F9D7C8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F6952E6-6A3A-5D62-7ADB-5EDDBF64213B}"/>
                  </a:ext>
                </a:extLst>
              </p14:cNvPr>
              <p14:cNvContentPartPr/>
              <p14:nvPr/>
            </p14:nvContentPartPr>
            <p14:xfrm>
              <a:off x="480240" y="545040"/>
              <a:ext cx="11153880" cy="6097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F6952E6-6A3A-5D62-7ADB-5EDDBF64213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0880" y="535680"/>
                <a:ext cx="11172600" cy="611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3957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42AB8B-D489-957C-1F9D-A0FB8DA19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F4C15D6-1A00-763E-2E58-376BFD14C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8B7B6040-11BD-378A-A1D8-C05856D803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1BBB33D-447B-BF09-1329-22A355862BA9}"/>
                  </a:ext>
                </a:extLst>
              </p14:cNvPr>
              <p14:cNvContentPartPr/>
              <p14:nvPr/>
            </p14:nvContentPartPr>
            <p14:xfrm>
              <a:off x="1007640" y="1019160"/>
              <a:ext cx="9118080" cy="5765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1BBB33D-447B-BF09-1329-22A355862BA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8280" y="1009800"/>
                <a:ext cx="9136800" cy="578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6050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0</Words>
  <Application>Microsoft Macintosh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2</cp:revision>
  <dcterms:created xsi:type="dcterms:W3CDTF">2025-11-14T12:47:52Z</dcterms:created>
  <dcterms:modified xsi:type="dcterms:W3CDTF">2025-11-14T15:48:19Z</dcterms:modified>
</cp:coreProperties>
</file>