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7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3:36:45.4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1881 2380 17977,'-7'0'5602,"2"0"-5434,18-23-146,28 9 0,15 3-196,-6-4 1,3-2 0,4 3-812,-2 4 0,2 2 0,2 1 1,-2 1 984,-6 1 0,0 0 0,-2 1 0,-4 1 0,17-2 0,-10 3 0,-5 5 0</inkml:trace>
  <inkml:trace contextRef="#ctx0" brushRef="#br0" timeOffset="234">2340 2379 14437,'-3'0'8979,"1"0"-8396,2 0-438,-19-3-10,12 57-259,-5-14 1,0 6-504,8 2 0,4 4 0,0 1 406,0 4 0,1 0 1,0-5-1,-1 0 1,1-6-1,3-11 1,0 1-1</inkml:trace>
  <inkml:trace contextRef="#ctx0" brushRef="#br0" timeOffset="650">2747 2687 23355,'-16'-33'674,"0"0"1,-29 15-647,19 48 0,4 17-56,1 3 0,7 2 22,10-2 1,10-3 5,11-10 0,9-8 33,11-12 1,4-11 47,2-9 1,-2-12 153,-3-14 1,-7-8-102,-9 2 0,-9-4-14,-11-11 1,-12 1-34,-7 14 0,-4 3-177,-15-16-918,5 26-2252,24 61-4979,7 16 8239,0-18 0,1-2 0,-1 12 0,1-27 0</inkml:trace>
  <inkml:trace contextRef="#ctx0" brushRef="#br0" timeOffset="1167">3207 2855 19955,'1'-7'5259,"0"2"-5186,-1 5-12,-16 25-61,11 6 0,0 7-38,-4 2 1,-3 5 0,2 3-277,3 12 0,2 4 0,0-3 284,2-7 0,-1-1 1,2-3 62,-2 16 1,7-15 281,9-36-279,-5-41 0,-3-21-8,1-10 0,-2-10-202,-3 16 1,-1-6 0,0-1 0,-2 2 270,-2-9 0,-1 2 1,0 0-29,-2-2 0,1 1 0,1 5-38,-1-7 0,10 8-40,13 21 1,10 6 212,7 4 0,8 10-249,3 15 0,6 8 1,-3 7-108,9 14 1,-7 11 81,1 8 0,-20 9-20,-37-10 0,-16 4 1,-8-5-283,-5-7 1,-7-5 0,-4-3-964,-5 1 1,-5-3-1,4-5 1335,-9-4 0,7-7 0,3-8 0,39-7 0</inkml:trace>
  <inkml:trace contextRef="#ctx0" brushRef="#br0" timeOffset="1467">3710 2755 21192,'8'-4'4806,"-2"1"-4839,17-41 38,-14 54-655,26 7-1213,-25 17 1,-5 9 1862,3 0 0,0-2 0,2 4 0,-7-27 0</inkml:trace>
  <inkml:trace contextRef="#ctx0" brushRef="#br0" timeOffset="1668">3886 2416 19904,'-3'-4'2448,"1"1"-7719,-10 2 5271,15 10 0,-13-8 0,17 8 0</inkml:trace>
  <inkml:trace contextRef="#ctx0" brushRef="#br0" timeOffset="1950">4369 2599 25343,'-53'19'15,"0"0"1,0 0-1,-8 9 1,18 7-204,34 11 0,21 0-677,22-9 0,16-7-1456,-7-14 0,6-4 0,-1-4 1612,19-1 1,-4-5-1,-16-1 1,-7-1-1,-3-5 1</inkml:trace>
  <inkml:trace contextRef="#ctx0" brushRef="#br0" timeOffset="2267">4857 2689 12701,'0'-36'4915,"0"0"0,-12-3-3549,7-1 1,-1 3-1165,-10 17-185,8 19 0,4 36-23,3 27-11,8-19 1,4 0 38,7-1 1,5-3-35,3-8 1,2-4-78,15 10-226,-44-8-1096,-53-1-1387,13-16 0,-3-4 2798,2-3 0,2-3 0,-10-3 0,30-8 0</inkml:trace>
  <inkml:trace contextRef="#ctx0" brushRef="#br0" timeOffset="2451">4745 2553 23248,'62'-19'1355,"-52"47"-3851,-30 5 0,-18 8 0,1-1 2496,7-6 0,1-1 0,1-1 0,-12 13 0,7-9 0,11-12 0</inkml:trace>
  <inkml:trace contextRef="#ctx0" brushRef="#br0" timeOffset="2817">2118 3672 17036,'-62'10'1188,"1"1"1,-1-1 0,-2 3 0,28-5-729,72-12 0,32-5-408,-17 4 1,8-2-1,6 0 1,4-1 0,2 1-688,-18 2 1,3-1-1,1 1 1,2-1-1,2 0 1,0 1-1,2 0 1,0 0-1,1 0 593,-4 1 0,1 0 0,2 0 1,1 0-1,0 0 0,0 0 1,2 1-1,-1 0 0,0 0 1,1 1-1,-1-1-171,-4 2 1,0-1 0,1 1 0,1 0 0,-1 0 0,1 0 0,-1 1 0,0 0 0,0-1 0,-1 2 0,-1-1 0,0 0-71,6 0 0,0 1 0,0 0 0,0 0 0,-1 0 0,-1 0 0,-1 1 1,-2-1-1,-1 1 0,-1 0 249,7 1 0,0 0 0,-2 0 0,-1 1 1,-4-1-1,-3 1 0,-3-1 0,7 0 0,-4 1 1,-6-1-1,-8-1 0,21 1 0</inkml:trace>
  <inkml:trace contextRef="#ctx0" brushRef="#br0" timeOffset="4383">6029 4423 10763,'-2'-56'3276,"1"0"1,1 11 0,-2 12-527,-3 25-2683,9 33 1,4 20-49,-1 14 1,0 7-17,-1-11 1,-1 2 0,-2 0 3,-3-1 1,-2-1 0,-2-3 101,-6 10 0,-4-6 255,-1-18 0,-3-11 118,-9-18-281,17-52-184,18 7 0,8-2-9,8-6 1,6 3-35,9 4 1,6 4-6,2 6 1,2 4 2,-1 4 0,0 0 42,0-1 0,-1 0 22,-6-2 0,-4-1 34,-7 1 0,-4-2 133,1-21 26,-25 11-206,-6 12-102,-6 31 46,4 50-54,4-15 0,0 6-308,1 13 0,1 2-1328,0-2 1,3-3 1722,5-11 0,-1-5 0,-1 9 0,8-30 0</inkml:trace>
  <inkml:trace contextRef="#ctx0" brushRef="#br0" timeOffset="5202">6847 4720 23299,'-17'-54'448,"16"29"-381,30 55 17,15 4 196,10-17 56,-1-31-17,-15-25-188,-24 10 1,-5-3 33,-7-2 1,-7 1 69,-16-20-195,-24 33-52,13 27 1,0 10-37,-2 13 1,3 7-57,2 11 0,10 4-123,16 1 1,14-2-273,19-5 1,13-6-103,-1-17 0,7-6 0,2-4-32,8-5 0,3-5 0,0-4 625,1-4 1,1-4-1,-3-4 157,-6-2 1,-2-2-1,-4-4 361,6-11 0,-10-4 58,-19 4 1,-13-2 299,-27-20-465,-34 21-341,-15 33-60,30 21 1,4 8-17,8-2 0,7 5 308,9 12 0,12-2-283,13-15 1,7-5 13,8-5 0,3-9 76,1-12 0,-3-11 134,-6-13 1,-7-5-35,-5 3 1,-6-1 358,-5-31-263,-13 35-275,-6 16-84,-5 30-150,7 24-413,12-9 0,6 2-1296,7 4 0,7-3-2995,13-4 1,2-4 2618,14 6 0,-4-22 0,-41-13 0</inkml:trace>
  <inkml:trace contextRef="#ctx0" brushRef="#br0" timeOffset="5635">8136 4831 21847,'9'-55'1397,"0"1"0,-1 3 0,-3 22-1364,-5 46-30,2 13 0,4 7-52,3 3 1,4 4-1,-2 1-30,-3 0 1,-1 0 0,0 1 31,2 7 1,0 1-1,-7-5 44,-12 1 0,-7-8 31,-17 7 34,-13-76-17,36-28 0,11-13-16,-1 23 1,2 0 0,2-3-83,3-15 0,3-3 0,2 2 101,2 9 1,1 1-1,1 2-37,-1 6 0,-1 2 1,5 1-11,4-1 1,4 1 0,4 8-48,18 3 0,5 12 15,-4 9 1,1 11-85,9 21 0,-14 16-177,-37 13 1,-17 6-1067,-12 1 0,-12-3 949,-4-16 0,-8-3 1,2-6-1,-3-5 0,2-6 1,12-7-1,0 0 0</inkml:trace>
  <inkml:trace contextRef="#ctx0" brushRef="#br0" timeOffset="7267">8119 5770 8678,'-61'13'983,"0"-1"0,0 0 0,0 0 0,0 0 0,0 0 0,2 0 0,-1 0 0,3 0 0,4-1 0,7 1 302,-20 7 1,32-6-945,65-13 1,28-7-328,-16 1 1,7-1 0,5-2-1,3 0 1,0 0-515,-5 1 1,1-1 0,3-1 0,0 1 0,2-1-1,-1 0 1,0 1 499,2-2 0,2 1 0,0 0 0,-1-1 0,1 0 0,-2 1 0,-2 0 1,2-1 1,0 1 0,-2-1 0,-1 1 0,-3-1 0,-2 1 420,5-1 1,-2 1 0,-5-1-1,-7-2-383,3-6 1,-22-1 801,-62-8-592,-1 14 0,-5 3 101,3 1 1,2 3-251,-16 0 2271,45 5-2371,46 1-81,3 8 0,6 4-135,15 6 1,1 7-799,-4 8 0,-8 7 335,-18 0 1,-9 0 0,-7 13-1,-35-22 1</inkml:trace>
  <inkml:trace contextRef="#ctx0" brushRef="#br0" timeOffset="8284">10217 5824 16936,'-3'-50'3542,"0"1"1,0-12-3123,0 8 0,0 5-711,3 20 347,22 53-59,-6 4 0,0 5-8,6 13 0,-2 3 50,-3 4 0,-5-1 45,-5-16 0,-4-4 527,-5 9-499,-5-62-73,8-42-17,7 16 1,4-4 8,5-3 0,6 3-34,7 7 0,5 7-14,0 11 1,3 10 7,0 12 1,1 9 2,0 7 1,-2 7-21,-1 6 1,-3 5 11,-4 1 0,-3 0 14,10 19 112,-17-20-22,7-49-90,2-16 0,-6 4 0,2-1-95,17-9 44,13 21 23,-10 32 25,-12 4 1,2 3-10,5 1 1,1-1 30,-5-2 1,2-6 19,3-5 1,-1-9 38,-9-16 1,-4-6 105,15-23-16,-23 16 0,-3 2 28,-4-1-375,-5 16 22,2 37-537,3 25-452,-4-14 1,2 1 466,1 6 1,0-4 0,-1 3-1,1-11 1</inkml:trace>
  <inkml:trace contextRef="#ctx0" brushRef="#br0" timeOffset="8484">11578 5241 21607,'15'25'-1955,"-9"-13"0,5 4 1</inkml:trace>
  <inkml:trace contextRef="#ctx0" brushRef="#br0" timeOffset="8850">12073 5480 25029,'7'34'22,"-1"-1"1,2 3-1,-1 0-19,-3 4 0,0-2 479,5 18 156,0-51-565,12-37-9,7-9 1,5-5-32,-2 8 1,1 1-23,6-5 1,4 10-49,5 23 1,0 13-149,-6 13 0,-2 10-1277,6 13 0,-4 5 783,-12-1 1,-6-1 0,-2 18 0,-19-30-1</inkml:trace>
  <inkml:trace contextRef="#ctx0" brushRef="#br0" timeOffset="9317">13334 5483 22526,'-5'-64'1073,"0"-1"1,-1 21-1,-3 19-1034,-13 55 1,-2 29-56,9-18 1,0 6 0,1 4-1,-2 2-1293,-1 3 0,-1 3 0,0 3 0,-1 0 1,1-1 1308,1-2 0,0 0 0,1 0 0,0-2 0,0-3 0,1 1 0,-1-2 0,1-4 0,2-4 0,-3 7 0,0 1 0</inkml:trace>
  <inkml:trace contextRef="#ctx0" brushRef="#br0" timeOffset="10368">13881 5687 24178,'0'51'61,"1"0"1,-5 0 0,-3 1-20,-8 9 0,-2-3 98,1-14 0,-2-10 112,-6-13-129,18-65-73,13 0 1,6-6 44,4-8 1,4-1-12,4 0 0,3 4-62,2 10 0,4 5-8,-1 12 0,3 6-8,1 8 0,2 8-12,1 14 0,-1 10-2,-4 8 0,-7 8-20,-6 9 0,-10 4 42,-11 0 0,-8-1 36,-4-9 0,-5-6 202,-12 0-145,20-55-26,20-5 0,9-4-8,7-8 0,5-1-62,7 3 0,4 5 3,-1 9 0,1 9-28,-4 13 0,-2 10 8,-5 10 1,-4 8-158,-2 9 1,-3 4-256,1 2 1,1-1-121,4-7 1,5-6 215,9-11 0,6-11 325,9-12 0,1-11 148,-17 1 0,0-5 0,-4-2 274,14-15 1,-8-3 25,-13 6 1,-10-1-167,-16-13-274,-31 33-5,-22 44 2,21 3 1,3 7-26,2 11 0,6 2 6,4 0 0,7-3 61,7-9 1,7-9 122,34-16-8,-14-28 1,1-10 52,4-11 0,-1-4 28,-5-1 1,-4 1-99,-7 8 1,-4 4-199,-4 0 5,-19 47-101,-6 40-350,5-11 1,2 4-1359,3 8 0,4 0 1854,8-10 0,2-3 0,3 10 0,7-34 0</inkml:trace>
  <inkml:trace contextRef="#ctx0" brushRef="#br0" timeOffset="10583">15886 5838 16314,'2'-6'8978,"0"2"-8608,2-26 17,-13 62-370,-19 19-438,8-2 1,-4 5-1122,0-9 0,-3 1 0,0-6 833,0-3 0,1-6 1,2-3-1,2-6 1,6-12-1</inkml:trace>
  <inkml:trace contextRef="#ctx0" brushRef="#br0" timeOffset="10734">15662 5846 15614,'2'-6'9830,"0"0"-9696,47-21-526,-7 57 392,7-12 0,-2 2 0,-7 31 0,-21-23 0,1 0 0</inkml:trace>
  <inkml:trace contextRef="#ctx0" brushRef="#br0" timeOffset="12500">3726 4774 17384,'7'-49'1468,"0"0"1,-1 0 0,1-8 0,-2 9-1463,4 8 123,-3 77-71,-4 7 1,0 7-22,0-9 1,1 3-1,-2-1 41,0 21 1,-2-4 285,0-15 0,0-9 107,-2-11-393,3-68-25,1 2 0,1-7 23,0-12 0,-1-3 16,-2 2 1,0 3-23,-1 13 0,0 5-238,-5-3 39,5 55-947,11 45 591,0-5 1,1 2-1,-3-20 1,-1-2-1,2 3 1,0-1-1</inkml:trace>
  <inkml:trace contextRef="#ctx0" brushRef="#br0" timeOffset="12767">4377 4702 23887,'51'-19'-68,"1"0"1,0 2 0,0 2-858,-5 9 1,0 2-208,8-1 0,-5 1 0,-7 3 0,5-2 0</inkml:trace>
  <inkml:trace contextRef="#ctx0" brushRef="#br0" timeOffset="13717">4167 7320 13978,'-6'-7'5109,"1"2"-4482,5 5 140,2 15-89,-16 4-146,-17 12 392,-18-10 96,-2-16-488,13-30-275,22-29-207,19 19 1,7-2-40,7 0 0,7 3-3,7 7 1,6 8-54,6 10 1,0 11-18,0 13 0,-5 11 9,-9 16 0,-14 10 30,-18-8 1,-11 4 0,-6 0-253,-4-6 1,-6 2-1,-4-2 1,-2-2 303,-2-1 0,-4-1 1,-1-3-1,1-2 107,-10 3 1,0-3-1,4-11 40,0-9 1,10-16-31,23-42-102,31 11 1,13 1-23,14 3 1,8 9-61,-9 13 1,2 4 0,2 5-459,5 6 1,1 6-1,0 3-2607,1 6 0,0 5 0,-4-1 2708,7 7 1,-5-1 0,-12-5 0,-7-4 0,-14-9 0</inkml:trace>
  <inkml:trace contextRef="#ctx0" brushRef="#br0" timeOffset="13900">4743 7610 23663,'44'-20'-1018,"1"0"0,0 0 1,6-7-1,-9 8 1,-17 16-1</inkml:trace>
  <inkml:trace contextRef="#ctx0" brushRef="#br0" timeOffset="14617">6327 7780 21198,'-1'-47'1137,"0"0"0,1 0 0,-3-2 0,1 4-1215,-1 3 0,2 17 27,4 53 40,3 6 0,0 9 3,1 15 1,-1 10-1,-1 1-340,-3-20 0,-2 1 0,0 1 0,-1-1 315,1 3 1,-1 1 0,0-1 0,-4-3 26,-1 1 1,-4-3-1,-3-10 352,-24-1-301,3-60-29,17-14 1,4-14 0,2-3 5,2-4 1,2-2 0,1-3-165,0 9 0,1-2 0,1-1 0,2-1 146,3-4 0,3-3 0,2 2 1,3 4 2,3 2 0,3 4 1,3 2-12,1-1 0,2 1 1,9 13-75,26 11 0,6 21-99,-7 21 1,-2 14 26,-14-6 1,-1 3 0,-8 6 13,-8 12 0,-9 7 0,-12-3 93,-14-8 0,-12-2 0,-5-2-51,-4 4 1,-5-3 0,-5-7-2781,-12-8 1,-5-8-1,6-4 2874,6-3 0,5-4 0,3-4 0,12-4 0,25-3 0</inkml:trace>
  <inkml:trace contextRef="#ctx0" brushRef="#br0" timeOffset="15184">7000 7407 22071,'-9'4'1099,"2"-1"-1083,31 19 1,14 8-17,-17-6 0,0 4 20,16 19 0,-8 4 61,-24-13 0,-12-3 378,-30 13-67,-8-23-179,11-23 397,46-57-658,15 32 1,8 2 22,13-21 0,5 1 23,-14 21 0,3 3 0,-3 0 69,10-5 1,-5 0 358,9-10 207,-34 11-146,-15 11-375,-4 6-196,0 6 84,0 17-51,3 24-389,0-10 1,1 4-1550,3 6 1,1-1 1988,0-5 0,-1-3 0,5 9 0,-5-26 0</inkml:trace>
  <inkml:trace contextRef="#ctx0" brushRef="#br0" timeOffset="15384">7763 7275 22677,'16'-9'-1800,"-2"19"1,8 37-1,-11-9 1</inkml:trace>
  <inkml:trace contextRef="#ctx0" brushRef="#br0" timeOffset="15751">8124 7484 24732,'-36'-12'59,"-1"1"1,2 12 0,3 11-91,1 29 1,11 12-18,13-5 1,13-2 44,19-8 0,12-10 70,10-12 0,6-12 188,6-13 1,-3-12 54,-13-11 1,-9-8-124,-12-7 1,-13-3-68,-13 2 1,-10 2-74,-5 8 1,-2 6-798,-16-6-1911,20 48 2661,34 29 0,-6-7 0,9 0 0</inkml:trace>
  <inkml:trace contextRef="#ctx0" brushRef="#br0" timeOffset="16283">8474 7591 19294,'2'-4'3243,"7"-27"0,0-6-2957,-8 17-415,6-18 0,3 10 107,-1 38 55,22 23-53,-6-4 1,0 4-88,3 8 1,-5 4 61,-9 1 1,-11 1 80,-15-4 0,-8-5 51,-3-8 0,-3-10-3,-26-14-106,60-45 16,22 3 0,12-2 8,-4 7 0,3-1 0,2 1-2,4 1 0,1 0 0,-2 1 50,11-5 1,-6 2 77,-18 12 1,-6 3 73,-8 5 56,-18 10-102,-2 3-172,0 6-24,0 21-167,7 21-726,0-13 1,0 1 932,0 1 0,2-1 0,3 8 0,-6-16 0</inkml:trace>
  <inkml:trace contextRef="#ctx0" brushRef="#br0" timeOffset="16467">9218 7276 21691,'-17'2'0,"3"-1"0</inkml:trace>
  <inkml:trace contextRef="#ctx0" brushRef="#br0" timeOffset="16750">9656 7140 26682,'-6'45'-182,"-5"10"0,0 11-194,10-11 1,2 2-1,0 3-1122,-2-9 1,-1 2-1,0-1 1,2-6 1497,3 10 0,1-7 0,0-13 0,2-7 0,9-4 0</inkml:trace>
  <inkml:trace contextRef="#ctx0" brushRef="#br0" timeOffset="17267">9661 7704 17927,'-30'-37'1852,"-1"0"1,1 0-1,-15-12 1,18 8-1948,38 18-180,44 15 125,-11 10 1,8 5 0,0-1 35,-4 0 0,-1-1 1,0 1 53,1 1 0,0 0 1,-4-2 137,2-2 0,-9-5 762,-6-14 63,-16-5 60,-24-3-1014,2 13-27,-4 15 5,30 27 34,36 3 19,-17-13 1,4-4 55,19-8 1,1-9 94,-16-11 1,-3-5 83,-1-2 1,-8-5 179,-17-9 0,-11-1-9,-11-6-358,-13 17-56,-4 37 0,-3 17 13,4 1 0,0 8 0,0 4-470,-4 5 1,-1 6-1,0 4 1,1 2-1144,6-9 1,0 3 0,0 2 0,1 0 0,0-1 0,1-2 1362,-1 0 1,1-1-1,1-1 1,0-1-1,2-1 1,-2 7-1,2 1 1,1-5 0,3-9-1,-3 18 1</inkml:trace>
  <inkml:trace contextRef="#ctx0" brushRef="#br0" timeOffset="18951">11770 7621 20442,'10'-45'991,"1"1"0,0-1 1,-12-8-1,-13 17-871,-27 43 1,-9 21-103,13-1 1,0 7 0,5 4-25,2 9 1,6 4-1,7 2-33,8 1 0,7 1 0,11-3 14,11-3 1,9-4 0,8-8-196,10-8 0,8-8 1,2-9 346,1-8 0,1-9 0,-2-9 3,-6-8 1,-3-7 0,-8-9-64,-10-9 0,-8-7 1,-9-3-3,-7-3 0,-8-3 1,-7 2 34,-6 1 1,-6 1 0,-5 5-25,-3 10 1,-4 3 0,-3 9 1,-16 5 1,-3 18-138,2 23 1,5 17-175,11 17 1,11 11-134,14-10 0,7 3 0,7 0-362,8 3 0,7 1 0,6-5 380,5-4 1,5-4 0,3-6 355,14 6 1,2-14 282,-11-21 1,-5-14 750,-7-40-199,-25 12 0,-5-1-81,-4-24-662,1 20-94,10 31 242,15 44-259,-8-6 0,3 2-87,5 11 0,5 0-205,5 0 1,6-5-127,10-7 1,5-11 324,9-10 1,2-11 237,-1-11 1,-3-9 262,-10-8 1,-7-6 67,-14 1 0,-9-3 118,-7-23-443,-17 25-135,-9 35-5,-2 46-17,9-9 1,3 4-21,2 7 1,6 1 41,4-6 1,7-4 13,7-13 1,6-9 41,7-14 1,3-12 137,1-13 0,-1-9-6,1-11 0,-4-4-22,-8-2 0,-6 1-82,-7 8 1,-5 4-331,-6-8-599,-11 40-980,6 36-3092,27 16-4,1-19 1,7-3 4458,10-6 1,3-7 4985,0-8 0,-1-7-2006,-7-6 1,-5-6-206,6-27-1102,-25-3-880,-32 11-308,-26 34-28,-7 32-6,30-6 1,9 4-12,32 26 19,10-36 1,8-8 73,10-6 0,2-10-15,0-6 1,-4-7 24,-7-5 1,-6-5 56,-11-4 0,-8-3 59,-7-23-90,-14 21 0,-7 3-73,-26-18 0,-12 12-39,-2 49-20,29 29 1,5 13-12,3-4 0,4 5-7,3-6 1,1 4 0,4-5-884,5-2 0,6-6 921,24 18 0,-8-33 0,13-21 0</inkml:trace>
  <inkml:trace contextRef="#ctx0" brushRef="#br0" timeOffset="20017">14103 7937 17423,'24'-50'2731,"0"-1"1,-4 9 0,-4 8-2598,-10 21-84,-16 34-39,-5 12 1,-4 7-4,-5 18 1,1 4-15,2-3 0,8 0 12,13 5 0,18-9 58,15-31 0,9-11 37,11-4 0,2-11 44,4-19 1,-4-13-98,-24 3 1,-2-4 0,-4-1-21,4-8 0,-5-1-40,-6-4 1,-9 7-3254,-13 20 386,19 66-2037,0-14 1,5 2 2451,9 8 0,5-5 3685,4-12 0,1-9 7461,26-16-4006,-19-20-2810,-21-6-315,-24-4-1209,-9 15-325,-3 3-29,6 18 7,24 8 16,13 1 28,3-5 0,3-5 113,23-14-82,-28 2 0,-5-5 249,-6-37-111,-41 13-119,-23 8-67,-2 38 1,-2 15-23,4 7 0,5 9-62,-2 13 1,14 5-1320,32-2 0,16-3 1381,6-11 0,8-6 0,-1-11 0,1-6 0,13-6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3:37:36.3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1527 2268 19938,'-7'-60'1249,"-1"0"0,1 3 0,3 24-1467,5 46 234,12 47-16,-7-20 0,0 5 2,-2-2 0,1 3 0,-3-4 17,-2 4 1,-2-4 142,0-2 1,-2-7 638,-4-14-600,4-36-195,4-8-247,28-24 84,2 25 1,6 3 49,9-5 1,5 0 74,-6 7 0,4-1 1,-3 2 67,6-4 0,-4 1 76,-4 0 0,-5 0 342,-6-13-152,-25 15-162,-8 1-263,1 15 112,1 35-11,4 21-233,1 3 0,1 6-650,2-7 1,2 1-2406,1 4 0,6-4-1606,2-20 1,6-10 4389,34-20 1399,-25-21 1,-3-9 2363,-3-3 1,-5-4-138,-5-7 1,-7 1-816,-12-9-1473,-9 8-957,-2 27 106,14 23 50,27 7 28,20 2 34,13-13 280,-7-24 167,-20-18-122,-24-16-140,-18 5 33,-28 5-213,-14 35-50,-11 26-87,28 12 1,7 9-71,11-1 0,12 3-350,17 11 0,14-5-151,9-14 0,9-8-194,2-10 1,6-6-1,0-4 570,-4-8 0,-1-5 1,0-3 337,2-1 0,0-4 0,-3-3 214,-9-2 1,-2-4 0,-5-1 395,3-10 1,-12-3 347,-18-22-667,-48 21-300,7 33 1,-4 10-82,-1 10 1,4 7 224,4 10 0,9 6-306,14-1 0,11 0 56,7-6 0,9-5 110,36-1 173,8-40-3,-35-5 0,-5-5 70,-2-6 1,-5 0 363,2-21-386,-14 18-330,-8 27-12,-8 35-600,8 22-1108,12-13 0,4 0 1753,2-4 0,3-2 0,16 10 0,-11-22 0</inkml:trace>
  <inkml:trace contextRef="#ctx0" brushRef="#br0" timeOffset="867">3775 2662 15821,'-5'-36'4254,"0"0"0,2-28-3745,-2 14 1,0 1-246,3-1-309,0 42 81,5 32 1,2 21-47,-2 0 1,-1 5 0,0 5-300,-1 0 1,-1 3-1,-1 3 1,-1 0 281,0-8 0,-1 1 0,-1 1 0,0-1 0,0-3 25,-1 6 1,-1-1 0,1-3 0,-1-4 48,-9 29 1,10-31-15,14-51-8,0-39 1,-2-22-15,1 6 0,0-5 0,-2-2-171,-1 11 0,-1-2 0,0 0 0,-2 0 167,-1 3 0,-1-1 0,0 0 0,0 3 0,-1-10 1,1 2-1,1 4-32,3-9 0,7 7-15,8 16 1,9 10 559,14 17 0,6 15-655,6 17 1,-3 14-59,-4 11 0,-16 10 145,-28 7 0,-20 1-112,-9-21 1,-10-3 0,-5-5-265,-9-3 0,-5-6 1,0-4 423,9-7 0,2-3 0,3-2 0,-3 0 0,10-4 0,11-12 0</inkml:trace>
  <inkml:trace contextRef="#ctx0" brushRef="#br0" timeOffset="1317">4445 2618 19540,'-6'2'3232,"2"0"-3187,33-2 0,20-4-6,7-10 0,3-4-19,-16 9 1,3 0 0,-2-3 72,1-4 0,-1-4 1,-12-1 516,-6-24-173,-33 10 297,-37 8-17,-1 13-241,9 3-392,21 3-190,16 6 94,34 27-100,-7-1 0,0 7-2289,-4 5 0,-2 7 0,-2-3 2401,3 6 0,-5-1 0,-4 3 0,-8-7 0,-12-17 0</inkml:trace>
  <inkml:trace contextRef="#ctx0" brushRef="#br0" timeOffset="1817">6257 2709 19524,'3'-47'1505,"-1"0"0,1 0 0,0-9 1,0 9-1377,-1 5-96,-1 59-112,2 13 1,2 7-989,2 16 0,1 4 1067,5 8 0,0-3 0,-5-20 0,-1-4 0,7 14 0</inkml:trace>
  <inkml:trace contextRef="#ctx0" brushRef="#br0" timeOffset="2183">6516 2347 18106,'-19'-37'2478,"0"1"1,2 14-2378,-24-15-34,44 83-22,8-13 0,7-1 44,7-2 1,5-6 142,2-11 1,2-9 433,18-29-229,-38-27-230,-40-5-162,-20 18-325,-1 30-1596,18 37-7623,35 21 8651,5-4 0,9-11 0,-12-25 0</inkml:trace>
  <inkml:trace contextRef="#ctx0" brushRef="#br0" timeOffset="2434">7044 1994 22492,'-9'-41'1529,"0"-1"0,-12 10-1509,7 59 0,3 22-56,3-1 1,3 6-1,1 4-624,1-5 0,0 4 1,2 1-1,1 0 20,3 2 0,1 1 0,2-1 1,0-1-1225,0-5 0,1-1 0,1-1 1,0-5 1204,5 22 0,1-11 0,5 0 0,-14-43 0</inkml:trace>
  <inkml:trace contextRef="#ctx0" brushRef="#br0" timeOffset="2600">6879 2686 12124,'-7'-5'4915,"-33"-19"0,3-5-4181,43 4-913,-2-10 0,9 1-188,26 16 1,17 10 0,2 0-60,-7-1 1,2 0 0,0 1 0,-4 1 0,-1 0 0,-3 0 0,-3 1 0,6 0 0,1 1 0</inkml:trace>
  <inkml:trace contextRef="#ctx0" brushRef="#br0" timeOffset="3483">7632 2049 16902,'0'-6'6397,"0"1"-6565,0 5-364,7-18-3418,-2 73 3950,-8-11 0,4-8 0,-2-1 0,-9 13 0</inkml:trace>
  <inkml:trace contextRef="#ctx0" brushRef="#br0" timeOffset="3800">7989 2486 22957,'1'-43'952,"0"-1"0,-3-18-958,-13 88-50,13 26 8,8-15 1,6 3-68,7 1 1,4 0-654,3-2 1,-1 0-2053,-9-3 0,-7-2 2820,-27 24 0,0-25 0,-15-14 0</inkml:trace>
  <inkml:trace contextRef="#ctx0" brushRef="#br0" timeOffset="3967">7869 2762 13401,'19'-58'1966,"1"0"0,-1 0 0,-4 11 0,-2 1 0,0 10-370,7 0-1344,-40 65-372,-6 8 0,-6 8 120,3-3 0,-2 4 0,1-3 0,-2 2 0,3-3 0,3-4 0,0 0 0</inkml:trace>
  <inkml:trace contextRef="#ctx0" brushRef="#br0" timeOffset="7434">9765 2779 12881,'9'-52'1228,"1"1"1,0-1 0,0 0 0,-1 0-1,1-1 1,-1 1 0,-2 3 0,-2 6-538,-3-8 1,-7 14-866,-10 26 199,4 38 1,3 19-26,2-3 0,0 5 0,2 3-295,-2 11 0,1 3 0,1 0 299,1-2 0,2 0 0,0-3 9,0-11 0,0-1 0,1-6 319,0-2 1,0-10 271,-2-15-514,-4-59-1,3 6 1,3-3-42,2-9 0,4-2-54,4 3 1,7 5-18,10 10 0,7 9 9,12 12 0,4 11-50,9 16 0,-1 10 274,-4 1 1,-10 8-259,-15 15 0,-21 2 45,-33-7 1,-19-5-88,2-10 0,-7-2 1,-1-6-1233,-4-5 1,-3-5 0,5-5 1321,-8-5 0,8-5 0,-3-10 0,49-4 0</inkml:trace>
  <inkml:trace contextRef="#ctx0" brushRef="#br0" timeOffset="7667">10439 2631 21282,'1'49'-1121,"0"-1"1,0 1 0,2 19 0,0-6 1120,3 2 0,-1-24 0,-2-26 0</inkml:trace>
  <inkml:trace contextRef="#ctx0" brushRef="#br0" timeOffset="7866">10580 2368 19680,'-1'-5'2639,"0"1"-4051,1 4 1412,-19 31 0,14-23 0,-14 23 0</inkml:trace>
  <inkml:trace contextRef="#ctx0" brushRef="#br0" timeOffset="9368">10750 2693 24178,'10'14'-129,"-3"25"134,-8 8 1,-2 4 44,2-12 1,-1-3 1170,-2 4-397,12-47-740,10-39-65,-3 12 1,3-1-32,3-4 1,2 3-62,1 8 1,2 7-197,32 16-17,-25 18 0,0 7-560,3 9 1,1 1-1289,7 2 0,3-2-944,7-6 0,5-7 2267,-17-10 1,2-5 0,0-4 1469,2-4 0,0-3 1,-2-4 936,-2-4 0,-2-3 0,-4-3 160,8-12 0,-7-5-683,-11 5 0,-6-1-99,-7-18-879,-35 27-89,-32 39-23,22 5 0,0 5 6,1 7 0,5 3-23,-1 26 107,40-15 129,27-28 190,15-28-163,-27-5 1,-4-4 331,9-24-298,-18 10-470,-15 18 111,-11 37 91,-6 28 2,8-13 0,3 4-50,4 5 0,8 0-29,9-4 1,8-5 64,7-6 1,6-10 60,5-10 1,1-12 14,-4-11 0,-5-9-31,-5-11 0,-6-7 53,-9-2 0,-4 0 34,-7 8 0,-1 3-216,-3-9-67,3 30 207,45 25-61,12-4 2,-7-2 1,3-3 30,-8-7 0,-3-5 50,-5-3 1,-4-4 118,5-24 55,-30 1-168,-9 14-274,-6 11 112,2 33 61,-1 30-81,2-13 0,1 5-479,3 9 1,5 0-7,2-12 1,8-6 61,12-5 1,7-10 565,5-19 0,1-10 224,5-7 0,-3-8 199,-8-2 0,-5-4 736,3-24-1142,-24 24-113,-13 26-116,10 36-85,31 9 190,-11-16 1,4-3 64,20-5 0,4-8 117,-12-10 1,-2-6 100,2-1 1,-6-7 916,0-35-595,-24 22-532,-9 1-50,-8 59 48,-1 8 0,-2 10-93,0-2 0,-2 5 0,-1 6-1560,2-5 1,-1 5 0,-1 3 0,1-2 0,0-3 1660,0-1 0,0-3 0,1-1 0,0-1 0,-3 15 0,1-3 0,3-15 0,3-16 0</inkml:trace>
  <inkml:trace contextRef="#ctx0" brushRef="#br0" timeOffset="9901">14398 2787 15524,'-7'-52'1615,"1"0"0,-1 0 0,0-1 0,0-3 0,0 2 0,-4 10-1576,-9 8 0,1 19 23,3 44-57,22 19 1,9 14-14,-4-2 1,0 6 0,-1 3-605,-4-7 1,-1 1 0,-2 2 0,-3-1 49,-3 0 1,-3 0-1,-2-1 1,-4-3-1523,-1-8 1,-3-2-1,-2-2 1,-1-4 2083,-13 14 0,-2-10 0,-11-4 0,36-38 0</inkml:trace>
  <inkml:trace contextRef="#ctx0" brushRef="#br0" timeOffset="10801">14318 2939 14398,'-1'-7'4489,"-28"-23"1,-6-4-3874,18 15-636,-10-14 1,12 1-12,43 21 0,14 7 17,10-3 0,2 1-56,5-1 0,-1 1 25,-12 3 1,-6 1 206,-2 0 280,-27 2 85,-10-3 22,-1-8-336,11-9-151,21 1-40,26 24-25,-16 14 0,-1 10 0,4 12 1,-4 7-4,-15-12 1,-2 3-1,-3 0-22,4 16 0,-10-3 64,-13-12 1,-9-6 64,-30-4 16,-12-54-92,28-6 1,10-6-40,16-10 0,12 0-180,18-3 1,12 3-273,-5 18 0,6 2 0,1 3 214,4 1 0,1 3 0,0 1 112,-6 4 0,-1 1 0,-3 1 246,4-1 1,-8 1 397,0-1 73,-37 6-79,-6 4-364,-5 4-122,-7 19 517,2 16-568,12 17 28,30-1 5,0-33 1,4-7 61,3-7 0,-1-9 191,20-20-113,-39-27-28,-52 1-47,5 28 0,-5 7-17,-5 10 0,-1 9-37,2 9 1,5 10-17,7 10 0,9 7-31,8 7 0,10 3-379,13 2 1,12-1-2322,14-2 1,9-7 2741,1-10 0,1-7 0,-11-8 0,-4-5 0,7-8 0</inkml:trace>
  <inkml:trace contextRef="#ctx0" brushRef="#br0" timeOffset="11184">16222 2762 25158,'-35'8'78,"0"0"1,-11 18-57,67 24 35,23-16 133,10-30 101,-12-27-78,-24-17 39,-27 1-112,-28 17-51,7 28 1,-3 9-99,-4 11 1,3 8-855,6 14 1,13 5 862,22 1 0,9-2 0,-8-16 0,5-5 0,14-9 0,0 0 0</inkml:trace>
  <inkml:trace contextRef="#ctx0" brushRef="#br0" timeOffset="12051">17706 2707 23702,'42'-10'347,"-16"29"-325,-31 27 1,-7 9 21,12-9 1,9-5 168,13-14 0,8-9 16,13-17 1,3-13 56,-3-11 0,-2-8-45,-5-4 0,-6-1 16,-1-18-296,-36 33 28,-22 55-9,17-5 1,5 4 7,6 11 1,12 1 11,19-1 0,12-7 5,9-7 1,6-11 25,3-12 0,-2-14 16,-12-12 1,-8-10-3,-12-11 0,-11-4-9,-11 1 1,-10 1-32,-8 5 1,-6 6-107,-21-5-627,4 35-4246,27 29 4974,27 9 0,-3-7 0,7-14 0</inkml:trace>
  <inkml:trace contextRef="#ctx0" brushRef="#br0" timeOffset="13117">18859 2464 23360,'0'-50'851,"1"1"1,0 4-1,-2 19-783,-8 70-63,2 3 1,-1 7-6,0-4 0,-2 4 0,0 0 1,0 1 1,0 1 0,0-3 12,-4 14 0,2-6 36,1-22 1,9-12 128,22-28-137,2-19 0,2-9-11,11-10 0,1-1-17,1-1 0,-2 4 5,-9 7 1,-1 9-3,16 26-51,-7 42 42,-13-11 1,3 2 5,6 2 0,4-4-23,1-8 1,4-9 16,3-11 1,1-13-15,0-13 1,-5-11 41,-2-14 1,-9-7 47,-6-1 0,-11-1-31,-16 3 0,-8 5-42,-17-6-16,-22 32-12,22 43-8,18 4 0,3 5 13,3 11 1,4 4-6,7 6 1,6 0-10,6-5 1,8-6-3,8-11 0,7-9 28,6-12 0,1-12 33,-3-11 1,-4-11-28,-4-9 0,-7-8 36,-9-12 0,-7-2-9,-6 10 1,-3 0-20,-2 0 0,2 4-31,12 3 11,18 16 29,13 22-29,2 35 0,-29-6 1,-4 3 5,-2 4 0,0 1 8,1 5 1,4-2-21,9-9 1,4-5 11,-1-4 0,4-8 25,15-11 1,0-14-12,-15-11 0,-3-7 8,2-5 1,-5-4 58,-10-4 0,-9-2 160,-16-21-96,-5 19-66,-10 18-85,8 36-50,6 24-398,9 5 1,5 7-32,8 10 1,1 0-1,-6-16 1,2-3-1,2-4 1,1 0-1</inkml:trace>
  <inkml:trace contextRef="#ctx0" brushRef="#br0" timeOffset="21085">319 2371 20721,'-3'-20'541,"-14"50"-519,5 13 0,-1 9-11,-3 8 0,-1 0 89,1-6 0,1-4 663,-2 11 842,7-35-1267,9-47-355,5-33 59,-1 10 0,1-5-14,2-6 0,1 1-25,2 4 0,1 4-76,10-16 45,11 42 5,6 45 23,-14 0 0,-1 5-25,1 8 0,-2 2 30,-6 0 1,-2-2 39,1 22 229,-11-28 46,-5-29-236,-3-31-40,3-21-32,5-11-1,4 13-179,5 21 33,7 39-273,11 23 49,-7-9 1,4 1-354,2 2 1,2-1-247,-4-6 1,-1-4 492,12 0 958,-19-29 447,-11-20 24,1-16-269,5 1-365,-1 13-263,-4 23 23,-17 44-180,-2 21-241,4-17 1,4 0-1569,10-4 0,5-3 1899,18 10 0,1-21 0,-14-18 0</inkml:trace>
  <inkml:trace contextRef="#ctx0" brushRef="#br0" timeOffset="21269">782 2319 16594,'-1'13'0,"0"-2"0</inkml:trace>
  <inkml:trace contextRef="#ctx0" brushRef="#br0" timeOffset="21617">976 2510 21052,'1'54'278,"-1"0"0,0-7 1,0-5 253,5 3 1059,0-22-942,2-40-363,13-22-230,-4 11 0,3 1-37,3-1 1,3 5-59,28-3-739,-2 42 99,-32 16 1,-5 4-1,8 5 1,-16 18 0</inkml:trace>
  <inkml:trace contextRef="#ctx0" brushRef="#br0" timeOffset="24450">22322 2971 12841,'0'-44'4237,"0"-1"0,-3-4-3248,-1-6 0,-1 7-978,-1 36 90,-4 54-112,6 14 0,1 11-118,-3-6 0,-1 4 0,0 2-344,0-13 1,-1 1 0,0 0 0,0-2 89,-4 11 0,0-2 1,0-5-327,-3 9 1,-1-16-1230,1-31 1736,14-46 1,7-19 365,-1 0 0,3-6 0,1-2-139,1 3 1,0-2-1,2-1 1,-1 0 269,0-4 1,0-1 0,0 1-1,2 0-164,-1 2 1,0 1 0,2 1 0,0 2-78,5-6 1,2 3 0,3 7 20,9-6 1,6 16 321,3 24 0,1 16-380,1 17 0,-5 13-43,-4 14 1,-11 6 81,-14 5 0,-14 0-34,-25-1 1,-15-7-96,6-19 0,-6-4 1,-1-5-1012,2-4 1,-1-4 0,4-3 1083,-3-3 0,7-4 0,9-6 0,34-5 0</inkml:trace>
  <inkml:trace contextRef="#ctx0" brushRef="#br0" timeOffset="26001">23104 2706 11805,'2'-5'9158,"-1"2"-7959,-36-34-706,2 42-398,-1-7 0,2 5-84,9 22 0,6 8-3,4 2 1,7 0 165,14 16 274,27-24-112,17-35-28,4-24-121,-27 7 1,-3-2 92,7-12-140,-15 7-185,-20 32 73,-15 28-11,-8 22-34,11-12 0,2 2 6,5-7 0,6 0 67,28 24-45,5-46 0,6-9 3,-3-3 0,-1-6 11,8-12 1,-4-8 24,-14-6 1,-6-4-21,-4 4 1,-2 0-17,-2-4 0,1 2-25,22-10 17,1 15-6,11 20-34,-17 46 34,-10 7 14,-9-7 0,-2 3-14,1-6 0,1 0-34,14 25 40,5-16 56,17-25-46,7-32-8,-19 1 1,0-6 47,7-18 1,-4-4 55,-13 8 0,-3 0-34,1-3 1,-6 1 38,-18-10-83,-6 25-129,-5 7 16,-11 54 23,14-9 0,2 3-79,-5 11 1,5 2-286,10 7 0,12-5-283,10-18 0,8-6 221,11-2 1,6-11 421,-5-15 0,2-8 0,-2-4 172,8-9 1,-4-6 60,2-3 1,-9-6 246,-18-1 0,-7-1 403,1-15-414,-9 9-426,-3 31 62,-2 42 17,-7 31-54,-1-16 0,-1 2-5,0 0 0,0-2 98,-9 15 252,15-31-73,33-48-134,9-15-107,-12 13 0,2-1 17,0 2 0,0 4-56,17 11-17,0 21 28,-26 13 1,-1 6-21,-1-3 1,1 0 5,1 5 0,4-5 28,10-13 1,4-11-12,0-14 0,-1-9-12,7-9 1,-2-11 30,-11-8 1,-3-10 0,-2 0-213,-6 9 0,-2-1 0,-2 0 281,0-5 1,-2-1 0,-2 5 101,-2 0 1,-4 10-283,-10 13 89,-11 58-8,4 13 0,3 11-65,0-5 0,2 3 1,1 2-237,2 6 0,3 1 0,2-1-257,2-6 1,2-1 0,3-5-3964,10 2 1,3-8 4517,13 0 0,-8-35 0,-19-11 0</inkml:trace>
  <inkml:trace contextRef="#ctx0" brushRef="#br0" timeOffset="26151">25140 2738 23590,'46'-18'-390,"1"1"0,0-1 0,0 1 0,-3-3 1,-2 1-1,-2 5 0,15 6 0,-10 5 0,-17 0 1</inkml:trace>
  <inkml:trace contextRef="#ctx0" brushRef="#br0" timeOffset="27150">2168 4257 14947,'2'-8'4058,"7"-35"0,2-4-3318,-6 24-715,5-17 0,-3 12 31,-21 79-188,4-7 1,-1 6-900,-3 13 0,4 1-3478,5-4 1,4-4 4508,2-16 0,3-6 0,11 3 0,-7-32 0</inkml:trace>
  <inkml:trace contextRef="#ctx0" brushRef="#br0" timeOffset="27500">2384 4095 12937,'7'-54'2960,"1"0"1,0 5 0,-6 20-2860,-8 37-22,0 29-12,22 18 85,27-10 16,-11-34 0,3-7 341,27-22-55,-32-23-252,-39-8-124,-22 10-274,-2 16-582,6 31-3933,15 31 4711,6 11 0,3-8 0,3-19 0</inkml:trace>
  <inkml:trace contextRef="#ctx0" brushRef="#br0" timeOffset="27784">2977 4049 23220,'-48'4'62,"22"32"-68,30 15 1,10 8-71,-2 1 0,0-1-378,-3-6 1,-4-3-2348,-7-12 1,-5-7 2800,-14-3 0,1-21 0,4-16 0</inkml:trace>
  <inkml:trace contextRef="#ctx0" brushRef="#br0" timeOffset="27950">2848 4315 12079,'4'-43'2457,"0"-1"1,-1 1-1,1-6 1,0 6-1578,6 1-538,-12 73-219,-20 29-904,4-17 1,-3 6-1,0-2 72,-4 5 1,0-3-1,-3 2 1,3-7-1,9-14 1</inkml:trace>
  <inkml:trace contextRef="#ctx0" brushRef="#br0" timeOffset="29400">4768 4559 18817,'6'-63'1488,"1"0"0,-3 6 1,-6 7-1282,-26 0-145,-18 42-57,0 36 1,1 15-32,10 2 1,4 5-28,-2 7 0,10 0-23,20-8 1,15-9 61,17-23 0,7-10 42,2-7 0,1-11 64,12-21 1,-5-14-37,-23 9 0,-4-4 0,-2 1 33,4-9 1,-3 1-37,-7 1 0,-6 11-36,-4 29 0,-5 36-20,2 7 0,1 6 0,3 10 1,3 1 10,1-6 0,6-2 34,11-1 0,9-11-22,1-28 0,4-12 27,15-11 1,-2-14 11,-16-1 1,-4-9 0,-2-3-23,2-10 0,-3-5 1,-3-1-76,-8 11 0,-2-1 0,-2-1 0,-1 1 133,0-13 1,-3 0-1,-3 3 22,-3 12 1,-2 2 0,-4 7-23,-17-21-95,-26 85-9,18 22 1,3 13-136,6-4 0,1 6 0,4 3 71,5-11 0,2 2 0,3 1 1,3-1-110,4-3 0,4 1 0,3-2 0,5-3-61,9 6 0,6-3 1,6-9 161,2-14 1,4-8 0,1-9 122,20-13 0,-2-18 47,-25-4 1,-3-7 0,-3-4 31,-2-3 0,-4-2 1,-3-1 149,3-14 1,-6 3-90,-5 13 0,-7 7-154,-16 15 242,-11 48-281,9 2 0,4 5-3,6 8 0,6 2-9,7-1 1,8-5 33,6-8 0,6-9 31,2-15 0,2-11 230,-2-12 0,-4-9-166,-6-8 0,-5-3 141,2-30-163,-24 20-112,-10 37-16,0 40 4,12 22 26,14-24 0,9-2 8,12-5 1,7-7 19,10-10 0,4-10 14,1-8 0,-2-8 17,-9-10 0,-6-6 16,-10-2 1,-10-4 5,-12 4 0,-8 1 17,-20-18-95,-8 26-157,4 26-437,22 18-1495,32 20 2100,3-10 0,2-2 0,8 6 0,5-1 0</inkml:trace>
  <inkml:trace contextRef="#ctx0" brushRef="#br0" timeOffset="30501">6975 4350 17070,'1'-5'6514,"1"1"-6217,-30-24 0,-14 2-79,-16 40-201,1-21 0,2 8-15,19 33 1,11 12-17,10-5 0,9-2 26,29 22 94,36-39 48,-23-25 0,0-10 87,-5-9 0,-4-7-65,-6-4 1,-5-3 159,-6-29-252,-19 22-34,-11 39-61,-5 41-6,13-5 1,6 3-10,5 7 1,8-1 14,11-3 0,8-6 11,8-7 0,5-9 11,6-12 0,1-9 53,-4-12 1,-3-8 19,-3-9 0,-6-4 101,-8 6 0,-5 0-79,3-15-123,-16 35 23,-9 36-34,6 10 22,15 13 17,20-11 17,16-19 12,-2-28 133,-18-27 90,-21-11 29,-16 2-220,-2 20-122,1 29 50,5 57-17,-1-7 0,1 8-49,-1 0 1,0 6 0,-3 2-526,0-8 1,-2 1 0,-2 1 0,-3 0 220,-3 1 0,-3 0 1,-1-2-1,-2-3 398,1-9 0,0-1 0,-1-4 0,-3-6 162,-19 15 1,6-27 89,12-78-224,33 10 0,13-8 0,3-1-48,0 4 1,3 0-1,3-2 1,2 2-219,4-2 1,3-1-1,2 2 1,0 2 210,1 2 1,1 2-1,1 1 1,0 2 6,-3 5 0,-1 2 1,0 1-1,-1 0-23,5-6 1,-1 0 0,-6 0 106,4-15 0,-15 0 56,-22 4 1,-11 3 64,-18-15 993,-15 24-1167,32 50-45,20 26 3,2 6 1,5 8-4,0-8 0,3 2 1,0 1-10,-3-4 0,0 0 0,-1 1-396,2 3 1,-2 0-1,-9-3-54,-15-2 0,-5-5 0,0 14 0,-26-23 0</inkml:trace>
  <inkml:trace contextRef="#ctx0" brushRef="#br0" timeOffset="31167">9872 4537 20336,'-18'-51'1202,"-1"-1"0,-1 9 1,-4 13-1097,-23 34-39,-2 34-50,31-5 0,4 4-9,1-3 1,5 2 16,10 13 0,14-1-11,22-5 0,8-5-11,-5-2 0,0-2 58,12-1 1,-22-4 67,-81 3-113,6-20 1,-9-5-94,-3-3 1,-5-2 0,4-6-4038,-1-10 0,7-5 4114,12 7 0,9-3 0,19-20 0,21 25 0</inkml:trace>
  <inkml:trace contextRef="#ctx0" brushRef="#br0" timeOffset="32600">10238 4467 15216,'0'-3'7114,"0"1"-6571,0 2 258,9 29-577,-1 13-132,2-1 1,-1 3 66,-4-1 1,-2-2 226,0 24 220,-8-27-366,-2-58-60,11-15-38,4-3 1,4-4 8,4-1 1,3 1-116,-2 4 0,2 3-33,7 0 0,2 7 14,24 11-68,7 23 34,-28 18 1,-6 8 18,-9 3 1,-8 3-11,-2 4 0,-6 0 75,-13 15 50,0-42-49,17-44-49,7 0 1,5-5-12,7-7 1,5 1 2,5 2 0,4 6-11,2 8 0,3 9-42,-2 13 0,0 10-154,-5 11 0,-3 6-247,-6 5 1,-4 5-1482,1 11 0,2-1 594,3-16 0,3-6 999,6 1 0,4-10 821,18-21 1,1-14 645,-16-4 1,-3-4-386,3-3 0,-5-4 114,-19 0 0,-6 1-187,-6-8-504,-14 8-123,-32 37-57,-11 26-8,22-9 0,3 4-81,-3 34 123,41-26 134,28-12 197,13-34 161,-14-11-212,-19-2-257,-23 11-113,-9 16 23,-3 24 11,8 17 17,24 15 8,5-28 0,8-5 6,15-6 0,5-9 8,6-12 0,0-12 9,-20-3 1,-2-7 0,-4-5-215,-3-11 1,-5-8 0,-5-2 219,-3-6 0,-5-2 0,-4-1 26,-4 1 1,-4 0-1,-2 3 68,-1-11 1,-4 10-118,1 18 0,-3 17-26,-10 34 34,9 24 1,3 14-27,1 2 0,2 6 0,0 3-174,2-7 0,0 2 0,2 1 0,3-1 147,2 0 0,4 0 0,2-1 0,2-3-25,4 7 0,4-3 0,7-10 260,22-3 0,8-18-210,-14-21 0,3-9 1,-1-7 31,2-10 0,-1-9 0,-4-6-217,-8 1 0,-2-5 0,-3-4 0,-4 0 244,-4-5 0,-3-3 0,-4 0 0,-4-1 36,-4 3 1,-4-1-1,-3 1 1,-2 3 16,-3-4 0,-2 2 1,-4 7-119,-4-2 1,-2 21 615,-4 52-593,14 22 0,6 15-99,-1-4 0,1 7 0,2 2-1046,2-10 1,1 1-1,1 1 1,1-2 1144,1-5 0,0-1 0,1-2 0,0-4 0,5 19 0,1-10 0,8-4 0</inkml:trace>
  <inkml:trace contextRef="#ctx0" brushRef="#br0" timeOffset="33434">12914 4571 18184,'-3'-4'5938,"2"1"-5798,-12-15-11,17 19 375,17-7-370,12 11 0,6 2 107,5-1 1,2-4 57,-4-7 1,-3-7-82,9-25-173,-46-16 33,-16 4-94,-13 15-1,-4 29 0,-12 32-8,18 5 0,2 6 19,2-1 0,6 3-39,12 14 1,14-3 13,25-12 0,10-7 28,-7-4 1,3-7 60,9-7 1,-4-13 31,-7-36-34,-15-13 2,-10 9 1,5-2-9,14 0 1,6 4-43,-1 4 1,3 5-9,13 1 0,0 13 5,-15 22 1,-4 9-107,-10 3 1,-3 6 100,0 25 0,-7 2 0,-7-2 0,6 10 0</inkml:trace>
  <inkml:trace contextRef="#ctx0" brushRef="#br0" timeOffset="33884">15009 4503 24889,'12'-47'321,"0"-1"1,1 1-1,-3 1 1,-1 0 0,-3 1-136,-4-4 1,-2 0 0,-1 5-151,0 2 1,-3 7-99,-11-3 59,1 80 0,0 32-12,2-17 0,0 6 1,0 2-333,0-7 0,-1 2 1,2 2-1,1 2-113,3-5 1,1 4 0,1 0 0,3-1-1,4-3-1723,3 0 1,4-2 0,3-1 0,1-2-276,0-1 0,1-1 1,2-3-1,4-6 2281,18 13 0,2-16 1,5-16-1,-31-24 1</inkml:trace>
  <inkml:trace contextRef="#ctx0" brushRef="#br0" timeOffset="35300">14718 4740 13205,'-45'-33'1638,"1"0"0,0 0 1,0 0-1,-2-9 0,4 0 1,22 2-1250,33-2 1,21 6-750,7 12 0,11 5 0,3 3 437,-5 5 0,2 1 0,3 2 0,-2-1 53,3-1 0,0 1 1,0-1-1,-3-2-53,-4-3 0,0-2 0,-3-1 0,-4-2 63,2-5 0,-3-2 1,-6-1 307,3-7 1,-8 0-337,-5-6 32,-27 50-130,-3 21 0,-3 10-14,-1 18 0,-2 7-196,0-9 1,-1 4 0,0-2 197,-2 0 0,-1-1 0,0-4 34,-4 11 0,0-10 714,-10 2-700,33-77-8,15-7 0,10-4-3,8-7 1,4 1-49,3 5 1,1 7 13,-4 11 1,-3 11 586,11 34-592,-32-3 0,-3 4-12,4 5 1,3-1 19,8-5 1,7-7-9,6-11 0,3-11-6,4-13 1,-1-12 13,-5-10 1,-6-6 16,-10-3 0,-6-1 14,-6 3 0,-4 2 45,0-13 124,-8 18-1,-2 14-39,-5 6-146,2 6-27,-2 3-85,2 4 51,1 1 50,-1 0 23,-5 2-34,-9 3-6,-10 4 17,-13 9 28,-11 10-50,23-9 0,2 3-28,-16 27 33,21 1 29,29-8-1,23-14 23,18-25 44,3-27-33,-28 2 0,-3-4 107,7-29-1,-13 10-201,-12 21-107,-5 28 79,-6 34-386,0 27-323,6-22 0,5 0-120,8-4 0,9-6 730,9-10 1,6-10 313,5-13 1,0-11 125,-3-11 1,-4-9 114,-5-7 0,-6-3 101,-5 1 1,-4 2-32,5-19-448,0 32 1,0 54-12,-8 31 2,-4-18 1,-4 2 14,-4-5 0,-2-3 313,-3 11-16,8-43-79,35-38-126,-2 7 0,5-1-56,11-2 1,4 4-54,-1 4 0,-1 9-266,-6 14 0,-6 10 266,-15 16 0,-5 4 0,3 9 0,-19 10 0</inkml:trace>
  <inkml:trace contextRef="#ctx0" brushRef="#br0" timeOffset="36067">18137 4549 25068,'41'-35'678,"-7"2"0,3-8-663,-3 1 0,0-6 0,-1-2-214,-8 6 0,-1-2 0,-2-2 0,-2 1 227,1-11 0,-2 0 0,-7 2-20,-1-9 1,-13 9 176,-30 11-191,0 66 1,-1 22 5,5 1 0,2 9 0,1 3-348,2-2 0,0 4 0,2 2 1,3 0-223,4 2 0,3 0 0,3 0 0,6-1-674,4-7 1,5 1-1,3-4 1,4-4-2034,5-2 0,5-6 0,1-5 2735,10-4 1,-1-10 0,5-12 0,-34-13 0</inkml:trace>
  <inkml:trace contextRef="#ctx0" brushRef="#br0" timeOffset="36684">18113 4539 15429,'-30'-35'1893,"1"-1"0,-1 1 0,-7-11 1,20 6-1995,38 15 0,18 6 78,4 3 1,8 2 0,3 0-425,-2 1 0,3-2 1,1 1-1,1-3 466,-7 2 0,1 0 0,0-2 0,0-1 0,-2 0 32,7-6 1,-1 0 0,-3-2 0,-3 1 228,2-3 0,-4 0 0,-6 0 290,0-6 0,-8 8-475,-11 17 374,-35 60-427,0-5 0,-4 6-39,1-4 1,-2 5 0,-2 0-71,-2 3 1,-2 0-1,2-1 76,2-9 1,1-2-1,1-3 618,-7 6 1,13-13-213,29-27-312,12-20 1,6-11 22,13-5 0,2 0-81,-3 2 0,-2 5-37,-8 9 1,-5 11 218,4 35-233,-12 22 17,-8-24 0,4-4 12,30 3 7,-18-31 1,0-9 56,1-10 0,-2-6 100,-3-6 1,-4-3 288,6-20-397,-17 19-147,-14 42-783,-3 36 851,3-5 0,-1 0 0,-1 14 0,3-3 0</inkml:trace>
  <inkml:trace contextRef="#ctx0" brushRef="#br0" timeOffset="37284">20828 4052 22066,'-42'-50'1129,"0"0"1,-3 5 0,-2 13-1032,9 29 0,0 10-59,-23 15-78,33 36 30,44-14 1,12 3 22,-1-2 0,5 0-20,2-8 1,6 0 0,-4-1 7,4 6 1,-8-1 11,-10-7 0,-14-3-17,-27-1 1,-14-6 4,-23-12 1,-7-10-3,5 0 0,3-5-737,2-6 1,12-8 736,27-16 0,9 11 0,19 5 0</inkml:trace>
  <inkml:trace contextRef="#ctx0" brushRef="#br0" timeOffset="37484">21026 4225 15732,'2'-4'8815,"0"1"-8439,-2 3-29,-3-2-167,-3 51-808,4 3-2478,0-10 0,1 0 3106,5 13 0,-3-28 0,-1-19 0</inkml:trace>
  <inkml:trace contextRef="#ctx0" brushRef="#br0" timeOffset="37633">21215 4064 18969,'-2'-5'1187,"0"2"-1187,2 3 0,0 0 0</inkml:trace>
  <inkml:trace contextRef="#ctx0" brushRef="#br0" timeOffset="39084">20841 4052 21999,'-46'-45'1451,"-19"42"-1213,18 37 0,2 17-201,15-13 0,3 4 1,4 1-51,2 3 0,5 1 0,7 0-43,9 16 0,15-6-146,13-10 0,13-11-599,12-14 0,7-15 269,-16-11 1,2-7-1,-4 0 1,0 2 0,-5-3-1,-7-6 1,0-1 0</inkml:trace>
  <inkml:trace contextRef="#ctx0" brushRef="#br0" timeOffset="39384">20970 4025 10209,'-2'-4'9830,"0"0"-7024,2 4-1882,-104-27-700,64 39 0,-3 6-174,-13-8 1,-9 0-1,7 11-294,12 14 0,6 11 0,3 2 225,1 1 1,3 3-1,6 1-157,8-4 1,4 1 0,11-3-818,19 13 0,17-9-1593,3-28 0,9-7 1,1-5 2585,-1-5 0,2-5 0,-2-2 0,9-1 0,-6-4 0,0-10 0</inkml:trace>
  <inkml:trace contextRef="#ctx0" brushRef="#br0" timeOffset="39634">20953 4087 16364,'-24'-40'1768,"0"1"1,0 0 0,-11-12 0,-3 19-1363,0 38 0,0 16-294,-1 4 0,1 8-398,0 7 0,-1 7 0,3 3 265,10-10 0,1 3 0,3 1 0,0-1-216,-3 8 0,1 0 0,10 0-1066,8 2 0,8 0 0,11-9 1303,27-8 0,8-10 0,-13-5 0,0-5 0,1-13 0,0 1 0</inkml:trace>
  <inkml:trace contextRef="#ctx0" brushRef="#br0" timeOffset="40400">21148 4100 10007,'-2'-12'4915,"4"-25"0,4-7-1700,7-6-2493,-6 0 1,0 2-342,4 9-336,-9 25 83,-18 69-55,-2-7 0,-3 5-36,4-7 0,-1 2 1,-1 4-148,1-4 1,-1 2-1,1 1 1,2-3 110,1 0 1,2-3 0,1 0 34,-5 21 1,12-10 372,29-12-224,35-63-138,-22-1 1,2-7 15,-2-4 1,1-3-1,-1 1 13,6-3 0,-2 2-62,4-2 0,-1 7 8,16 21 512,-12 35-528,-13 15-12,-20-11 0,-3 0 6,4 6 62,11-16-12,15-48 3,-15 2 1,-1-5-4,0-1 1,-1-2 86,-4 0 0,-4 2-87,-1 1-61,-7 15-11,-7 44-325,6 17-539,0-9 1,3 0-4031,4-4 1,2-2 3877,7 12 1,-3-23 0,-18-19 0</inkml:trace>
  <inkml:trace contextRef="#ctx0" brushRef="#br0" timeOffset="40551">22008 4132 21002,'-13'-44'-1896,"-1"-1"0,2-12 1896,27 81 0,-4-6 0,6 7 0</inkml:trace>
  <inkml:trace contextRef="#ctx0" brushRef="#br0" timeOffset="41367">22110 4532 24962,'35'-49'137,"0"-1"1,0 1 0,0-1-1,1-3 1,-1-1 0,0 0 0,-2 1-91,-6 7 1,-1 0-1,-1 1 1,-3 0 66,5-11 0,-4 1 0,-3 2 9,-1-8 0,-9 9-112,-15 7 0,-29 73-22,13 12 0,1 11-34,3-4 0,1 5 1,1 2-501,1 7 0,2 2 0,3 0-215,5 0 0,5 0 0,6-4-1117,6-8 1,6-2 0,8-8-1401,6-7 0,7-7 0,4-7 2864,7-9 1,3-7-1,0-6 3284,-2-5 1,-2-5-1,-2-4-146,13-13 1,-9-7-1545,-19 0 1,-11-2-535,-13 2 0,-8 1 19,-18-17 176,-27 27-764,8 31 1,-4 9-40,-7 8 1,1 8-38,0 8 1,4 5 187,10-3 0,11-1-162,30 19-6,18-44 1,9-10 24,13-14 1,2-12-7,-11-1 0,-1-5 0,-2-5-213,1-9 0,-2-5 1,-4-2 243,-1-6 1,-4-2 0,-2-1 54,-4 1 0,-2 0 0,-3 2-8,-3 8 1,-1 2-1,-2 5-35,-3-2 0,-1 8-151,0 9 112,-16 67-82,1 5 1,0 8-134,2-4 0,0 4 1,2 1-613,1 5 1,2 1 0,6-2-1381,5-5 0,5-1 0,3-6 1724,9 5 1,3-10 0,-4-16 0,1-8 0,4-9 0</inkml:trace>
  <inkml:trace contextRef="#ctx0" brushRef="#br0" timeOffset="42384">23640 4144 16370,'0'-8'4307,"4"-27"0,4-1-3993,10 17-292,27-23-14,-23 62 1,-1 16-6,1 8 0,-5 6-26,-8 10 1,-8 1 27,-10-10 1,-6-4 25,0-11 0,-5-12 42,-9-26-28,35-50-68,13 11 1,9-1-320,12-2 0,8 3-749,-12 16 1,2 2 0,1 4-3111,21-3 1,-1 7 525,-8 7 1,-4 3 6855,15 4 4907,-38 5-3293,-34-1-2695,-11-3-1215,-6 2-767,9 5-79,14 8 23,33 2-23,24-1 0,-20-13 0,1-4 118,22-13 51,-25-18-23,-37-10 156,-33 4-122,-19 13-197,-2 25-44,13 30-124,25 27-291,18-18 0,9 1-1008,11 2 0,9-3-656,13-6 1,7-8 1369,8-7 0,4-10 1504,1-15 0,-3-9 375,-13-2 1,-6-6 466,-7-8 1,-6-2 507,7-18-1568,-8 13-370,0 23-152,-13 65-16,-22 10-12,-6 2 1,-1 0 27,5-24 1,1-4 56,-10 28 106,67-72 19,1-12 1,5-5-118,1 1 0,3 1-59,-10 6 0,2 0 1,-5 6-26,-4 8 0,-3 5-25,29 16-941,-37 32 104,-24 10 0,3-18 0,-14-7 0</inkml:trace>
  <inkml:trace contextRef="#ctx0" brushRef="#br0" timeOffset="42551">25461 4444 24738,'3'-2'-258,"0"0"258,-3 2 0,0 0 0</inkml:trace>
  <inkml:trace contextRef="#ctx0" brushRef="#br0" timeOffset="55718">668 7317 13401,'-2'-5'4299,"-3"-29"0,3-10-2977,12-5-911,-8 1 1,1 1-317,11 13-251,-7 31 200,-5 38-38,-5 26-17,0-22 0,1-1 117,-4 21 751,0-25-341,2-44-365,-8-38-93,4 6 1,0-4 17,0-10 0,3-2-43,7 4 1,8 3-54,7 8 1,9 9 16,11 11 0,6 10-17,6 13 1,0 9-15,0 8 1,-4 9 13,-8 9 0,-9 6 23,-12 0 0,-7 0 2,-10-4 1,-4-3 129,-9 8 117,5-38-191,24-38-22,16-20-42,-9 23 1,3 2-10,0 5 1,1 7-56,25 15-420,-8 40-236,-22-4 1,-3 4-928,2 9 0,1 1-1750,6 0 1,4-5 321,9-9 0,6-10 3823,9-14 0,3-13 2974,3-13 0,-2-11-1546,-5-8 1,-7-7-1188,-11-1 0,-7-1-429,-10 7 0,-7 1-159,-11-13-404,-24 31-11,-4 31 0,-1 11-33,-17 20 8,20-5 0,8 3-109,25 15 156,28-15 225,27-36 78,-31-17 1,-3-8 66,-4-6 0,-7-5 62,1-30-168,-22 18-443,-4 18-5,1 38 44,-1 35-470,-1-6 0,-2 5-3613,-3 15 1,0 1 3651,2-14 1,0-4 0,0-6 0,3-7-1,4-13 1</inkml:trace>
  <inkml:trace contextRef="#ctx0" brushRef="#br0" timeOffset="56067">2424 7174 24251,'-50'37'-1044,"-1"0"0,12-8 0,5 1 61,6 13 1,4-3 1788,-8-11 281,7-31 554,11-53-950,20 21 1,3 0-473,2-20-230,17 35-258,-1 67-459,-12-19 0,2 1 49,11 17 1,0-3-1,-3-2 1,3-6 0</inkml:trace>
  <inkml:trace contextRef="#ctx0" brushRef="#br0" timeOffset="57484">2776 6978 21394,'20'-45'1064,"-1"0"0,0 0 1,2-11-1,-2 13-1142,-1 26 72,-18 64 6,-3 0 0,-2 10 0,-1 1 3,0 0 1,0 0 0,0 2-4,2-11 0,0 2 0,0-2 0,0-2 0,-2 3 0,1-3 0,-1-7 129,-2 15-73,-3-33-22,4-75-6,10 17 0,3-3-17,-2-8 0,4 0 3,6 6 0,4 6-64,20-4-57,10 14 9,-9 16 0,3 1 76,-1-2 0,-1-2 50,7-3 0,-3-2 53,-13 0 0,-4-2 255,5-16 39,-25 1 68,-10 5-180,-2 8-342,1 12 40,1 39-42,-2 1 0,-1 6-465,-3 18 0,0 4-386,2-15 0,2 0 1,2 0-2301,5 13 0,9-5-1330,9-12 0,10-11 4920,12-16 0,5-12 3837,-1-8 1,-3-9-1642,-4-6 0,-7-5-168,-1-26-1187,-30 11-734,-9 17-566,-1 15 40,19 13-125,30 0 108,23 1 106,-27-5 0,-1-4 157,23-15 123,-28-15 90,-23-6-157,-20 2-168,-24 15-73,-24 25-31,26 10 0,1 8-143,3 7 1,5 7-315,11 6 1,11 2-429,19 0 1,13-4-945,17-4 1,10-9 240,-9-10 0,3-4 0,1-5 1606,1-4 0,0-3 0,-2-4 1241,-4-2 1,-2-2-1,-3-5 623,6-10 0,-8-6-820,-12 0 0,-9-2-17,-12-24-774,-34 22-251,-27 40 8,20 11 1,1 8-46,3 6 0,6 6-14,7-1 1,11 1 72,34 17 9,2-37 0,6-10 78,5-8 0,0-10 140,-5-7 0,-5-7 19,-7-5 1,-6-2 241,-3-28-292,-17 16-269,-5 26-78,-15 39-907,4 32-561,11-11 1,7 4-3309,13 3 1,8-1 4395,2-8 1,4-4-1,20 10 1,-16-30-1</inkml:trace>
  <inkml:trace contextRef="#ctx0" brushRef="#br0" timeOffset="57934">4568 7561 19277,'25'-40'1673,"-1"1"0,0-1 1,6-7-1,-6 5-1454,-13 1-186,-11 48 12,-4 46-68,2-9 1,1 4-55,0-5 1,-1 3 0,1 1-244,0 2 1,0 1 0,-1-1 97,-3 17 1,-1-5 330,3-12 1,-2-14 237,-4-25-61,12-75-256,1 25 0,0-5 0,1-1 3,3-9 1,0-3-1,2 0-191,3-5 1,2-1 0,4 2 185,3 6 0,4 2 0,3 5-4,3 8 0,2 4 1,4 5-37,16 0 1,3 14 5,-6 20 1,-6 16 8,-19 15 0,-14 10-12,-24 12 1,-18 2-88,-1-17 1,-9-1 0,-3-4-1625,-7-4 1,-3-5 0,0-3 1719,-10 1 0,5-7 0,16-9 0,9-4 0,14-4 0</inkml:trace>
  <inkml:trace contextRef="#ctx0" brushRef="#br0" timeOffset="58386">5545 7391 21875,'-3'0'3031,"1"0"-3188,2 0-420,112-10 490,-68-1 1,3-2 82,8 0 0,7 0 0,-8-4 108,-5-6 0,-12-3 422,-5-19 387,-49 12 11,-22 6-352,0 1-326,18 4-330,13 9 39,25 32-20,7 15 1,4 6-138,0 0 1,-2 5-630,-5-2 0,-2 5 1,-7-3 264,-12 3 1,-6-4 0,4-8-1,-4-5 1,-25 3 0</inkml:trace>
  <inkml:trace contextRef="#ctx0" brushRef="#br0" timeOffset="59001">9001 7650 22302,'1'-44'788,"0"-1"0,-1 1 1,-1-8-1,1 23-665,6 45-148,-5 33 0,-2 16-28,1-12 1,-1 5 0,-2 5-1915,0-7 1,-2 6 0,0 2 0,0-2 0,2-6 1593,0 9 0,2-4 0,-2-1 0,-5 9 1,0-1-1,3-12 0,7-3 0</inkml:trace>
  <inkml:trace contextRef="#ctx0" brushRef="#br0" timeOffset="59300">8977 8298 8433,'-2'-61'1092,"-1"0"0,0 0 0,1 0 0,-1 0 1,2 6-1,1 1 0,0 1 0,2 0 1,2-1-315,3 0 1,1-2 0,3 1-1,0 2 1,1 4-801,3-7 1,3 4-1,1 3 14,0 3 1,2 3 0,5 14 55,17 21 0,3 19-130,0 19 1,-3 11 47,-10-10 1,1 3-1,-12 4 67,-12 9 1,-11 6 0,-11-4-27,-13-8 1,-11-4 0,-3-2-112,-7 3 1,-3-3-1,0-5 104,4-8 0,0-4 0,6-3 0,3-2 0,10-4 0,16-6 0</inkml:trace>
  <inkml:trace contextRef="#ctx0" brushRef="#br0" timeOffset="61317">9821 7533 11855,'51'-38'3276,"0"-1"1,-12 9 0,-14 1-2459,-27 3-146,-47 32-434,15 7 0,-1 5-190,-2 10 0,4 5-32,4 3 1,6 1 50,8-2 1,6-1 688,14 15 34,33-33-404,23-36-193,-26-1 1,-1-3-32,-2-5 0,-3-1 219,4-15-330,-20 18-135,-16 28 78,-12 27-16,1 17-6,9 17 16,21-32 1,9-4-20,16-5 1,7-8 38,7-8 0,2-9 48,-4-6 0,-5-9-28,-14-7 0,-9-5 12,-14-32 10,-24 7-5,-5 21-17,5 17-17,9 15-5,4 2 122,0 1-111,0-6-11,0 0 11,0-8 44,0 5-16,-1 2-51,0 3-234,-1 4 172,5 10 46,18 7 0,25 9 55,-11-14 1,3-4-34,3-3 0,0-6 50,-5-4 1,-3-7 72,12-22 45,-22-5-51,-14 9-122,-5 12-169,-4 19 141,0 32-124,0 26-314,0-11 1,3 3-883,3 4 1,5 0-427,8-5 1,8-8 1257,12-11 0,8-14 1319,6-15 0,3-14 322,-2-13 1,-4-9-259,-10-4 1,-7-4-264,-15 6 1,-6 1-79,-10-13-605,-7 27-96,-2 21 147,16 20 27,20 5 23,21-1 33,10-17 174,-10-28 12,-24-19 4,-33-10-156,-25 4-72,-29 23-40,27 23 0,-1 9-28,3 10 0,4 8-70,6 8 0,10 5-96,11 4 1,12-1-177,13-1 0,10-5 199,15-8 1,6-10 254,5-11 0,0-11 190,-4-10 1,-4-9 52,-12-7 1,-7-4-45,-12 1 0,-5 1 47,0-13-358,-8 20 6,-1 31 16,7 30 28,-7-6 1,-1 4 10,1 9 1,0 0 2,-3-5 1,3-4 58,16 8-5,28-54 39,-17-9 0,1-5-73,5-5 0,0 0-17,-8 5 0,-1 4-5,18 6-12,-9 35-44,9 13 58,-6-15 0,4-5 12,-3-7 0,3-7-7,-2-6 0,4-6 0,-4-7-278,0-13 1,-4-10 0,-2-2 284,-3 2 1,-1-2 0,-6-4 39,-7 4 0,-3-2 0,-3-2 0,-6 5 69,-7-21 0,-9 6-129,2 12 0,-8 13-6,-34 24-11,22 45 1,4 16-43,1 1 0,5 6-347,4 0 1,2 6 0,6-2-191,7-7 1,5-1-1,1 0-851,2 1 0,2 1 1,3-5 1446,12 4 0,0-8 0,-13-14 0,0-7 0,9-13 0</inkml:trace>
  <inkml:trace contextRef="#ctx0" brushRef="#br0" timeOffset="61467">12408 7526 25085,'60'-24'-99,"0"0"1,1 0-1,-9-6 1,-4 6 0,-8 20-1,0 1 1</inkml:trace>
  <inkml:trace contextRef="#ctx0" brushRef="#br0" timeOffset="62017">13629 7228 25018,'60'20'-17,"-13"1"0,6 8 13,-6 1 0,3 6 1,-3 3 14,-6-2 0,-2 3 1,-13 1 60,-14 19 1,-22-2-64,-14-20 1,-13-3-1,-3-3-93,-3-2 0,-3-2 0,1-1 84,-11 9 0,6-3 0,17-14 0,10-2 0,22 2 0</inkml:trace>
  <inkml:trace contextRef="#ctx0" brushRef="#br0" timeOffset="63034">15223 7654 20280,'6'-50'1202,"0"-1"1,0 1 0,1-12 0,-11 11-1103,-39 17-72,-1 45 0,-5 17-36,7 1 1,-1 8 0,2 3-186,8-3 0,1 3 0,3 2 1,4 1 20,-2 15 0,7 2 0,11-1-71,13-4 1,9-1-1,9-7 28,9-9 1,9-7 0,4-8 221,9-11 1,6-10-1,-1-8 86,3-12 1,-1-9-1,-3-8-196,-15 0 0,-1-7 0,-3-3 0,-3-1 209,0-2 1,-3-2-1,-2-1 1,-3 0 40,-5 3 0,-3 0 0,-1 0 0,-3 2 77,1-1 0,-2 2 1,-3 5-167,-3 1 1,-2 13 325,-3 21-328,-2 64-51,-5-6 1,-1 7-6,0-9 0,-1 3 0,0 0-17,-1 0 0,-1 1 0,0-4 11,-3 11 1,3-8 382,5 11-254,32-64 340,-2-15 1,4-7-442,13-6 1,1-1-1,-1 4 0,-1 2-36,-9 6 0,-3 7-25,5 23 34,-19 17 27,8 7-5,22-13 2,-13-25 1,2-8 67,5-9 0,-1-7 89,-2-6 0,-4-3 56,-9 2 1,-5 0-20,0-10-308,-19 28 50,-7 40-381,2 31-784,3-16 1,4 3 1209,5 3 0,2-3 0,3 10 0,5-21 0</inkml:trace>
  <inkml:trace contextRef="#ctx0" brushRef="#br0" timeOffset="63200">16580 7525 24917,'4'-53'0,"-1"10"0</inkml:trace>
  <inkml:trace contextRef="#ctx0" brushRef="#br0" timeOffset="64301">16764 7970 23836,'55'-7'1008,"-15"-18"1,0-10-928,1-11 0,-2-10-291,-16 16 0,0-5 1,-1-2-1,-5 0 279,0-15 0,-6-2 1,-2 3 17,-1 10 1,-2 1 0,-2 3 74,2-19 0,-11 21-364,-21 45 341,-8 50-192,19-13 1,2 7 0,4 4-292,5-1 1,4 3 0,2 2 0,2-2-779,4 14 0,4-1 1,7-1-299,7-7 0,5 0 0,5-3 0,5-8 1191,0-13 1,5-7 0,1-3 0,0-4 1001,9 3 0,1-4 0,-1-10 550,3-12 1,-1-8 0,-11-8-401,-11-13 0,-10-6-548,-4-3 1,-10 0-74,-18 6 0,-12 6-221,-14 12 1,-7 9-77,3 7 1,-1 7-46,-11 13 1,5 11 411,17 6 0,9 3-384,10-1 1,7-2 111,22 17-50,18-44 1,7-15 64,-1-11 0,-1-10-24,-9 4 1,-1-4 0,-3-5-170,2-18 1,-6-6 0,-4-1 222,-8 7 1,-4 1-1,-2-1-22,-1-2 1,-1-2-1,-5 6 34,-6-5 0,-4 12-303,-8 15 174,-3 51-51,12 31 1,7 14-171,1-16 1,1 4 0,0 1-218,-1-8 0,1 1 0,-1 1 1,3-1-2868,4 17 0,3 1 0,-2-8 2390,0-7 1,-1-5-1,0-4 1,0-10 0,-2-22-1</inkml:trace>
  <inkml:trace contextRef="#ctx0" brushRef="#br0" timeOffset="65333">18313 7675 22319,'-3'-54'957,"0"0"1,2 12-1,4 18-996,22 80 8,-8-8 1,-1 6 18,-5-13 1,1 2 0,-2 0 33,2 12 1,-5-3 100,-5-15 0,-6-7 225,-4-14-152,-2-46-207,20-30-541,8 21 0,8 2-1409,14 1 1,7 6-177,7 6 1,3 7 1102,1 8 1,-1 5 811,-9 3 1,-5 3 3812,14 0-192,-32 2-1191,-30-2-842,-6 0-840,-3 0-464,20-1-146,43 0 89,-14 0 1,2-3 109,2-4 0,-1-3 104,18-18-102,-49-10-44,-30 3-11,-22 13-68,-14 25-14,29 10 1,2 6-48,3 9 0,7 7-158,5 7 1,12 3-392,14 0 0,13-4-6,15-5 1,8-8 469,9-10 1,4-12 280,0-11 0,-3-12 280,-11-13 0,-7-9 162,-11-5 0,-7-5 31,-7 2 1,-5 2-178,0-16-514,-6 40 105,-1 60-27,-4-5 0,-3 6 2,-1 10 1,-1 2 16,0-3 1,-2-4 92,-3 12 89,27-43-5,22-45-45,-9 5 0,2-2-3,3-4 0,2 1-101,0 5 1,2 5-9,3 7 0,0 8-56,0 12 0,-2 7-308,-3 7 0,-6 6 336,-9 11 0,-7 1 0,2 7 0,-20-3 0</inkml:trace>
  <inkml:trace contextRef="#ctx0" brushRef="#br0" timeOffset="65617">20493 8096 26396,'-5'-1'-33,"2"0"1,3 1 0,0 0 0</inkml:trace>
  <inkml:trace contextRef="#ctx0" brushRef="#br0" timeOffset="69001">921 9251 15440,'33'-40'1869,"0"-1"1,1 0-1,7-9 1,-10 7-1478,-15 7-465,-66 41 53,3 16 1,-6 8 2,10-2 0,0 5 0,2 2-62,1 2 1,3 4 0,7 1-43,-2 18 1,18-2 98,23-10 0,16-8 33,21-15 0,12-12-6,-14-10 1,2-5 0,0-3 80,18-5 1,-6-4 14,-3-7-95,-74 34-20,-25 11 0,-10 7 12,15-4 0,-1 2 0,1 0-49,-11 12 1,4 1-432,6 2 0,18-2-6306,61 8 6788,-11-31 0,3-5 0,2-2 0,-2-5 0,16-9 0</inkml:trace>
  <inkml:trace contextRef="#ctx0" brushRef="#br0" timeOffset="69201">1861 9305 19524,'0'-3'3735,"0"0"-3693,-29 24 0,-9 17-162,24-4 0,3 3-941,-10 6 1,-5 5-1,7-1 1061,9 11 0,8-3 0,3-15 0,0-5 0,-6 5 0</inkml:trace>
  <inkml:trace contextRef="#ctx0" brushRef="#br0" timeOffset="69367">1521 9551 23517,'46'3'-350,"-1"1"1,1 0 0,15-2-1,-5 7 1,-9 18 0,-7 4-1,8-1 1</inkml:trace>
  <inkml:trace contextRef="#ctx0" brushRef="#br0" timeOffset="69601">690 10600 22822,'58'-11'-142,"-1"1"1,0-1 0,1 0 0,-1 1 0,0-1 0,1 0 0,-1 0 0,3 0 0,-1 0 0,-2 0 0,0 0 0,-2 0 0,-1 1 0,5-1 0,0 1 0,-2-1 0,-4 2-1,-6 0 1,9-1 0,-1-1 0</inkml:trace>
  <inkml:trace contextRef="#ctx0" brushRef="#br0" timeOffset="74483">2622 9622 22515,'-32'8'-1793,"50"-13"1793,23-2 0,17-1 0,-4 0 0,-8 0 0,-3 0 0,6-1 0,0 0 0</inkml:trace>
  <inkml:trace contextRef="#ctx0" brushRef="#br0" timeOffset="75450">4188 9620 22935,'-4'-47'584,"0"0"0,-1 5 0,3 18-628,6 30 49,0 26 1,-3 12 8,-4 2 0,-1 2-17,-1 11 0,-3-1 70,-8-10 1,-2-7 368,-3-3-301,3-31 123,24-67-146,-3 18 0,2-2-48,1-8 1,3-1-29,0 2 1,5 4-49,4 15 1,4 5-3,5 3 0,5 9-6,18 16 1,1 12 19,-16 1 0,-2 6 0,7 10 0,-7 5 5,-19 0 1,-7 0 45,2 10 38,-4-10-16,9-45-28,27-24-73,1-1-34,12 2 34,-9 37-28,1 24 3,-21-7 0,0 2-15,4 1 1,2-3 73,-2-4 0,1-6 66,25-6-36,-24-19 1,-1-7 22,-6-3 0,-2-3-1,1-2 1,-3 1-19,7-11-74,-11 33 12,-3 26-813,0 37-2501,-7-24 1,-1 0 3335,4 26 0,-5-21 0,-2-29 0</inkml:trace>
  <inkml:trace contextRef="#ctx0" brushRef="#br0" timeOffset="75651">5280 9368 23159,'19'30'-1655,"-8"-21"1,-2 18 0</inkml:trace>
  <inkml:trace contextRef="#ctx0" brushRef="#br0" timeOffset="76034">5607 9549 19876,'2'-3'4879,"-1"0"-4773,36-49-56,-21 67 6,24-7-59,-37 33 1,-10 13-12,2 0 0,-1-2 61,-2-12 1,1-5 350,8 2 5,36-59-227,-3-4 1,3-7-93,-4 7 0,2-3 0,1 2-79,-1 0 1,2 1 0,-2 3-26,13-5 1,-3 12-37,-9 16 0,-6 11-320,-10 18 1,-7 8-2078,-6 19-1,-6 3 2454,0-10 0,-3-2 0,-3-7 0,1-7 0,3-11 0</inkml:trace>
  <inkml:trace contextRef="#ctx0" brushRef="#br0" timeOffset="76801">6884 9406 24525,'-26'-59'291,"-3"74"-294,16 40 1,5 19-10,-1-20 1,0 3 0,-1-1 29,2-4 1,-1-2 0,0-3 202,-1 2 0,3-9 334,7-13-471,31-61-70,0 3 0,7-4-31,-5 7 1,3-3-1,2 2-85,4-3 0,0 1 1,0 2 101,-4 3 0,-1 2 0,-3 2 19,5-4 1,-6 3-20,1 0 11,-25 17 23,-9 6-1,1 9-27,10 28 68,-2-7 0,3 3-391,7 14 1,2 2-1053,5 5 0,2-2-3471,2-4 1,0-4 4839,-6-12 0,-3-4 0,6 1 0,-22-26 0</inkml:trace>
  <inkml:trace contextRef="#ctx0" brushRef="#br0" timeOffset="77534">7703 9950 20834,'6'-55'1411,"0"0"1,0 8-1,-3 11-1786,-6 25 274,7 26 28,30 8 96,10-3 21,-6-16 1,3-8 145,-7-10 1,-3-6-74,-5 0 1,-4-4 297,2-36-79,-47 17-263,-14 17-59,-1 25 0,-2 13-87,4 13 1,4 9-124,3 0 0,10 5-326,16 11 1,17 0-459,18-11 0,14-6-8,-5-11 1,7-3-1,1-5 449,7-3 1,2-6 0,0-6 1128,2-6 0,0-7 0,-4-2 499,7-6 1,-8-7-119,-10-10 1,-15-4 334,-32-16-1110,-19 17-168,-24 32-73,20 30 0,3 9 127,1 5 1,5 3-241,8 12 1,6 0 141,13 12 66,14-36 0,5-11 125,12-26 49,-10-4 0,-3-7 36,-10-6 0,-4-2 32,6-17-231,-14 10-246,-20 51-190,-2 21-384,6 6 0,3 6-2039,9-2 1,3 1 2797,3 2 0,3-3 0,12 7 0,-8-27 0</inkml:trace>
  <inkml:trace contextRef="#ctx0" brushRef="#br0" timeOffset="77967">8833 10198 19227,'2'-5'3523,"8"-30"0,1-4-3114,-6 21-359,15-42 17,-34 123-64,5-28 0,0 2-9,0 7 1,0 5-1,1-4-3,1 0 1,3-3-17,1 0 0,5-6 36,9-13 11,-2-49-2,-8-10 0,-3-8-19,2 0 1,0-4 0,1-3 7,3 5 1,0-3 0,3-1 0,2 0-70,4-2 0,2-2 1,3 2-1,3 2 68,2 2 1,3 2-1,2 3 1,2 3-11,9-4 0,3 4 0,1 11-9,16 5 0,-3 18 25,-13 23 0,-8 13-34,-14 13 1,-15 6-351,-22 8 1,-19-3-2908,-2-18 0,-9-5 0,1-3 2469,-6 3 1,-1-7 0,-2-6 0,10-7 0,29-10-1</inkml:trace>
  <inkml:trace contextRef="#ctx0" brushRef="#br0" timeOffset="78717">7328 9535 19529,'-7'-55'1988,"1"0"1,0 5-1,2 5-1523,14-1-157,-6 14-229,-3 23-253,-1 6 152,5 22-768,14 13 0,7 5 790,-3-2 0,1-1 0,2 3 0,-1-2 0,6 0 0</inkml:trace>
  <inkml:trace contextRef="#ctx0" brushRef="#br0" timeOffset="82901">13592 11220 11945,'-3'-11'9830,"1"-2"-7674,2 7-1433,0-4-174,-1-1-34,-3-3 12,2-3-152,-2-14-5,5-12-12,0-2-78,1 7-207,-2 19-280,0 16 240,11 42-33,0-3 0,1 6-161,-4-1 1,0 4 0,-3 3-144,-6 14 0,-3 3 0,0-6 1,4-4-1,-3-4 0,-12 0 0,0-1 1</inkml:trace>
  <inkml:trace contextRef="#ctx0" brushRef="#br0" timeOffset="84717">13772 10406 18548,'-57'13'418,"0"0"1,-1 0 0,1 1 0,5 5-1,-1 3 1,0 3 0,1 5 0,2 6-381,8 2 1,1 7-1,0 4 1,2 3-1,0 1 1,3 0-1,1-3-586,0 2 0,1 0 0,1-1 0,3 1 0,3 2 0,4 2 550,3-2 1,2 2-1,1 2 1,4 1-1,4-1 1,6-3-1,7-3-28,12 8 0,10-3 1,8-3-1,4-2 0,1-5 22,-2-3 1,3-3 0,3-4 0,3-3 0,5-6-4,3-5 1,5-4 0,4-4-1,2-4 1,-1-7 0,-1-6 136,-7-7 0,1-6 1,0-6-1,0-4 1,-1-1-1,-2-2 1,0 1-163,4-2 0,0-2 1,-2-1-1,-1-2 1,-2-4-1,-2-5 71,-9 4 0,0-3 0,-1-3 1,-1-2-1,-2-2 0,-4-1 1,-4 0-1,-5 1-40,-3-11 0,-5-1 0,-6-1 0,-3 0 0,-4 1 0,-2 1-202,-1-4 1,-3 1 0,-5 1-1,-5 2 1,-9 3 138,-4 9 1,-7 1-1,-5 1 1,-3 4 0,-4 5-1,-1 8-1903,-13 7 1,-6 11 0,-2 6 0,0 2 0,4-1 1543,2-4 0,3 1 0,1 2 1,1 5-1,0 5 0,-3 5 0,8 1 1,16-2-1,17-3 0</inkml:trace>
  <inkml:trace contextRef="#ctx0" brushRef="#br0" timeOffset="85234">13138 12323 13877,'6'-7'8427,"-2"2"-8146,-1-31-176,-42 60 1,-22 24-59,19-20 0,-5 2 1,-3 2-1,-2 6-482,9-4 0,-3 3 0,-1 4 1,-1 1-1,-1 1 0,2 1 0,0-1-301,2 0 1,-1 1-1,0 1 1,1 0 0,1-1-1,2 0 1,2 0 545,0-1 1,2 1-1,1-1 1,2-1 0,3-2-1,2-3 1,-9 13-1,5-3 1,13-7 0,15 11-1</inkml:trace>
  <inkml:trace contextRef="#ctx0" brushRef="#br0" timeOffset="85501">13351 12275 24665,'49'12'68,"0"0"1,0 0 0,0 0 0,8 11 0,0 3 0,0 5 0,0 5-1036,-11-2 1,1 6 0,0 3 0,0 2 0,-2-2 0,-2-1 451,1-1 0,-1-1 1,-1 0-1,-2-1 1,-2-1-1,2 4 1,-1 1-1,-4-4 1,-6-7-1,13 13 1</inkml:trace>
  <inkml:trace contextRef="#ctx0" brushRef="#br0" timeOffset="88651">13124 11169 14667,'10'-42'3559,"1"-1"1,-1 7-3474,1-8 1,-1 15 329,-8 68-248,-11 6 0,-6 7-109,4-7 1,-1 2 0,1 1 1,0 0 1,0 0 0,5-2 268,4 8 0,12-10-98,17-22 1,8-10-177,17-15 0,4-11-88,-13 0 0,1-3 1,0-1-1188,4-1 0,0-1 0,-2 2 1219,15-4 0,-5 4 0,-16 4 0,-6 4 0,2 4 0</inkml:trace>
  <inkml:trace contextRef="#ctx0" brushRef="#br0" timeOffset="90084">11683 14178 25068,'-21'-35'28,"-1"0"0,-10 9 0,-7 11-21,0 21 1,-6 11 0,2-1-3,-17 1 1,-1-1 9,17-6 0,-2 0 0,7-3-49,-18-1 6,27-6 34,34 12-12,8 22 17,-2 11 8,-4-8 1,-3 3-3,-8 1 0,-3 0-6,0-3 0,-2-1 17,-4 2 0,-1-5 320,-2-3 33,4-13-252,22-35-62,23-19-45,17 2-28,-20 15 1,4 8-4,12 14 1,1 11-14,-8 3 0,-4 5-26,5 8 0,-8 5-193,-15 6 1,-16 0-2435,-30 3 1,-12-4 2674,13-7 0,-2-5 0,-10-2 0,3-7 0,15-11 0</inkml:trace>
  <inkml:trace contextRef="#ctx0" brushRef="#br0" timeOffset="90834">14819 13762 13413,'1'-5'9141,"0"2"-8380,-1 3-537,-48-28-120,12 47 0,-4 12-88,2-12 1,-4 0 0,4 7-270,0 18 1,4 10 0,5 1 224,4-8 0,5 1 0,9 1 1,14-1 0,9 0 1,6-5 73,14-2 1,8-7 41,6-2 1,3-12 246,-6-20 0,-7-12 134,-10-23-302,-33-20-162,-39 16 197,10 33 0,-3 9-598,0 8 1,4 9-4522,10 8 1,4 2 3852,-3 13 1,28-14-1,-1-26 1</inkml:trace>
  <inkml:trace contextRef="#ctx0" brushRef="#br0" timeOffset="91217">15242 13499 20089,'-53'-8'338,"1"0"1,0 1-1,-1-1 1,1 1 0,-1 7-1,-1 3 1,0 3 0,1 5-1,3 7-328,-2 9 0,2 8 0,2 6 0,2 3 1,2 1-504,7-5 0,2 3 0,1 2 0,2 1 0,3 1 0,3 1 451,-2 11 1,3 1 0,3 2-1,7-1 1,6-1-36,7 7 0,7 1 0,8-4 0,10-7-41,9-8 0,10-4 1,7-6-1,3-8 140,-5-11 1,5-6-1,3-4 1,1-5-1,-1-5 75,3-4 1,2-7-1,-1-4 1,0-4-1,-3-4-11,-2-4 0,0-5 1,-3-3-1,-2-4 1,-4-2-139,-4-5 1,-2-4-1,-4-2 1,-4-2-1,-4-1 27,-4 2 1,-3-3-1,-3 0 1,-7 1-1,-6 2-177,-8-7 1,-7 1-1,-9 3 1,-8 7 201,-15 8 0,-12 7 0,-4 5 0,6 4 0,6 3 0,3 4 0,-3 6 0,-9 12 0,-1 0 0,1 0 0</inkml:trace>
  <inkml:trace contextRef="#ctx0" brushRef="#br0" timeOffset="91867">11585 13923 18526,'-44'-36'640,"1"1"1,0 0 0,-14 18 0,-4 10 0,-2 14-603,16 10 0,-2 9 0,0 7 0,0 5 0,2 1-635,4 0 1,-1 4-1,2 3 1,1 2-1,1 2 1,4 1 594,1 0 0,2 2 0,1 2 0,4 0 0,3 1 0,5 0-23,2 7 1,4 2-1,6 0 1,6-1-1,8-5-74,7-5 1,7-2 0,6-2 0,6-4 0,4-6 91,8-3 0,8-6 1,6-4-1,1-5 1,1-4 71,-6-6 0,2-4 1,1-3-1,1-4 0,0-2 1,-2-3 147,1-3 1,0-3 0,0-3 0,-1-4 0,-2-2 0,-3-4-91,-3-2 0,-1-4 0,-1-4 0,-4-2 1,-1-2-1,-5-3-84,4-10 0,-5-5 0,-3-3 1,-5-2-1,-6 0-46,-5 1 0,-4-3 1,-4 0-1,-7 1 0,-5 2-96,-5 4 0,-6 0 0,-5 1 0,-4 4 0,-6 6 103,-8 5 0,-7 4 0,-4 4 0,1 4 0,3 1 0,-5-3 0,3 5 0,-2 7 0,-1 14 0,-1 0 0,1 1 0</inkml:trace>
  <inkml:trace contextRef="#ctx0" brushRef="#br0" timeOffset="94150">10672 15647 13396,'5'-2'8239,"-1"1"-7841,20-33 0,5-12 72,-1 3-103,4-5 0,-5 3-121,-16 24-235,-46 63 7,10-12 1,-5 5 0,-3 3-8,-3 1 0,-2 2 1,-3 2-1,-1 0-197,5-5 1,-1 2-1,-1 0 1,1 0-1,-1-1 152,-5 5 1,-1-1-1,2-1 1,2-2-287,-1 3 1,2-3 0,8-3-393,5-3 1,16-10 5,52-28 661,4-23 1,5-13 73,-16 10 0,1-4 1,2-2-1,-1-1-209,5-5 0,1-2 0,-1-1 1,-1-1 281,-1 0 0,-2-2 0,0 0 1,0 1 39,-3 5 1,-1 0 0,1 1 0,-2 1-29,5-6 0,-1 3 0,-1 1 40,-3 8 1,-1 1 0,0 4 342,6-4 0,-1 9 219,15 20-517,-30 25 0,-2 12-154,5 18 0,4 6-253,1-9 1,6 1 0,5-1-1,3-6 1,6 0 0,2-2 0,-6-4-1,-8-3 1,-2-2 0,1-3 0,8-5 0,-1 1-1,1 0 1</inkml:trace>
  <inkml:trace contextRef="#ctx0" brushRef="#br0" timeOffset="97034">9020 17017 21411,'-21'-48'1124,"0"0"0,13 4 0,15 8-1080,26 21 1,13 8-17,15-2 0,6 5-30,-17 6 0,2 4 1,-2 6-29,-2 4 0,-3 7 0,-5 5-302,-6 9 1,-7 7 0,-7 3 79,-8 7 0,-9 5 0,-5 0-2351,-3 4 0,-6 2 1,-2-5 2602,0-13 0,-2-2 0,1-4 0,-2 7 0,4-10 0,5-14 0</inkml:trace>
  <inkml:trace contextRef="#ctx0" brushRef="#br0" timeOffset="97251">9214 17554 20319,'-16'-43'721,"0"0"0,1 1 0,14-21 0,20 7-848,15 28 0,12 8 1,4 2-1291,-4 1 0,4 2 0,1 2 0,0 0 1417,1 2 0,1 1 0,-1 1 0,-5 2 0,21-4 0,-7 2 0,-23 4 0,1 0 0</inkml:trace>
  <inkml:trace contextRef="#ctx0" brushRef="#br0" timeOffset="97650">10028 16596 17602,'-62'-14'468,"-1"0"1,0-1 0,1 1 0,-1 0 0,8 7 0,-1 1 0,0 1 0,-1 3 0,1 3 0,0 5-407,-2 3 1,0 5-1,-1 3 1,1 3-1,2 3 1,1 3-648,-2 3 0,2 4 0,0 3 0,2 3 0,3 2 0,3 2 574,3 2 1,1 3 0,3 2 0,4 2 0,4 1 0,7 1-16,3 8 0,5 3 0,7 0 1,8 0-1,8-4-201,8-2 0,9-1 1,7-2-1,6-3 0,4-6 82,1-9 0,5-3 1,4-4-1,3-3 1,2-2-1,0-4-191,-3-5 1,2-2 0,1-2 0,2-3 0,0-2 0,-1-3 0,0-2 319,8-3 0,0-3 0,0-3 0,-1-3 0,-1-3 0,-3-4 497,-4-1 1,-2-2 0,0-4 0,-3-2-1,-1-3 1,-4-3-141,4-9 1,-3-4 0,-3-3 0,-4-4 0,-3 0-256,-5-3 1,-4-2-1,-3-2 1,-4-1 0,-3 1-59,-4 4 0,-2-1 0,-4 0 0,-5 1 0,-5 2-184,-6-6 0,-7 0 0,-7 4 0,-6 7-571,-9 9 0,-7 5 0,-4 6 1,0 4 726,1 6 0,-3 6 0,1 2 0,3 3 0,-6 1 0,2 4 0,7 1 0,10 2 0,1 0 0</inkml:trace>
  <inkml:trace contextRef="#ctx0" brushRef="#br0" timeOffset="98417">12121 16514 24536,'4'-50'695,"-34"65"-673,7 16 0,-3 15 1,-1 2-46,-5 6 1,-1 3 0,2-1-5,2-7 1,2 1 0,15-3-11,27 17 1,24-12 40,7-33 0,11-12 0,4-4-354,-8-2 1,4-3 0,-1-4 0,-2-3 429,11-6 1,-4-6-1,-11-5 161,-9-14 1,-21-3-222,-35 5 0,-17 2-18,-17 0 1,-10 6-1,14 10 0,-2 3 0,0 0 33,2 2 1,0 0-1,2 0-4,-10-6 0,9-4-20,8-30-31,52 22 1,16 0 24,15 3 1,10 7-1,-13 10 1,4 4 0,-2 7-48,19 12 0,-7 17-17,-16 19 0,-14 12-390,-19-11 1,-9 5 0,-2 1-2821,-2 3 0,-3 0 1,-1-3 3268,-8 7 0,1-6 0,7-14 0,2-9 0,6-16 0</inkml:trace>
  <inkml:trace contextRef="#ctx0" brushRef="#br0" timeOffset="98800">12864 16136 18100,'-56'-27'503,"-1"0"0,1 0 0,-1 0 0,1-1 0,-4 8 0,-1 0 0,-1 4 0,0 4 0,-1 8-419,10 7 0,-1 5 0,-1 4 0,1 4 0,0 2 0,1 3-728,-5 5 0,1 4 0,0 3 0,1 3 0,2 3 0,2 2 644,8-4 0,2 3 0,0 2 0,3 2 0,1 1 0,3 1 0,2 0-9,0 8 1,1 2-1,2 2 1,5 0 0,5 0-1,6-1-31,5 4 1,4 3-1,7-2 1,8-3 0,7-5 41,10-5 0,8-3 0,7-4 1,5-4-1,2-5 1,1-6 1,5-4 0,3-5 0,3-2 0,0-4-1,1-3-107,-3-4 1,2-3 0,0-3 0,2-3 0,-1-2 0,0-2 0,-1-2 129,1-2 1,-1-2-1,0-2 1,0-3-1,-1-2 1,-3-2-1,-1-2 74,-5-1 0,0-2 0,-1-2 0,-2-1 0,-3-3 0,-2-2 0,-3-1-170,0-7 0,-2-2 0,-3-3 1,-4-2-1,-5 0 0,-6-1-54,-4-9 1,-6-3 0,-8-1 0,-7 2 0,-9 3 79,-9 10 1,-12 2 0,-5 1 0,-3 1 0,1 3 0,6 2-1,4-5 1,3 2 0,-1 4 0,-6 5 0,-18 13 0,0-1-1,1 1 1,-1-1 0</inkml:trace>
  <inkml:trace contextRef="#ctx0" brushRef="#br0" timeOffset="101384">14698 14963 18498,'-42'43'97,"0"0"0,0 1 0,8-6 1,1 2-1,1 1 0,0 3-204,-1 9 1,-1 3-1,3 1 1,1-1-105,5-7 1,1-1 0,2 0 0,2-4 193,0 3 0,2-3 0,12-8 388,25 2-307,14-54 0,9-20-12,-1-3 1,2-9-1,2-3-291,-14 13 0,2-3 0,-1-1 1,1-1-1,-1 0 268,2-3 0,-1-1 0,1 0 0,-2 0 0,0 2 83,4-9 0,-1 2 0,0 1 0,0 3 41,5-4 0,0 4 1,4 8 105,-4 11 1,3 7-1,3 9-75,7 10 1,3 10 0,2 5-438,-3 2 1,1 5 0,3 2-1,0 1 103,-3 0 0,0 2 0,2 0 0,1 1 0,2-1-21,-2-3 1,3 1 0,2-1 0,-2 0 0,-2-2-1,-5 0 1,-1 1 0,-3-1 0,-3-1 0,1-2-1,15-2 1,-1 1 0,0 0 0</inkml:trace>
  <inkml:trace contextRef="#ctx0" brushRef="#br0" timeOffset="102367">14602 16346 19244,'-19'-49'918,"-1"0"0,-6 9 1,-5 17-931,-12 44 1,-4 20-9,2-4 1,0 7-88,8 1 1,0 6 0,9-2-71,10 0 1,12-1 170,8-4 1,13-10 184,30-30 0,10-16 112,-7-8 1,-1-8-20,4-8 0,-4-6 125,-14-2 1,-7 1-23,-3-3-397,-10 16 10,-29 79 1,0-12 0,-3 7 0,-1 3-204,-3 9 0,-1 5 1,1 1-1199,4-8 0,0 2 0,1-1 0,3-1 1413,3 7 0,3-1 0,2-6 0,0 0 0,6-8 0,16 6 0</inkml:trace>
  <inkml:trace contextRef="#ctx0" brushRef="#br0" timeOffset="102817">14876 16453 11642,'-8'-53'995,"1"0"0,-1 0 0,1 1 0,-1-1 0,-9-4 0,-2 1 0,-6 5 0,-7 11-872,-22 7 0,-10 14 1,-4 10-762,8 10 0,-3 8 0,-2 6 0,2 6 706,5 2 0,0 5 1,0 5-1,2 4 1,2 2-66,9-1 1,0 3 0,2 2 0,2 3-1,3 1 1,2 1-41,3 1 1,2 1 0,2 1-1,3 2 1,4-1 0,4 1-41,3 5 1,3 2 0,6 0 0,6-2 0,7-3-71,14 4 0,9-2 0,8-5 0,4-5-99,5-8 1,4-5 0,6-6 0,4-5-588,-6-9 0,4-4 1,4-3-1,1-3 1,-2-4-1,-3-2 401,2-4 1,-3-5 0,0-2 0,-1-3 0,0-1 1181,2 0 1,1-1-1,-1-2 1,-4-4-1,-6-7 327,-7-7 1,-4-6 0,-5-4 0,-4-2 0,-3 2-719,-4-4 1,-4 0 0,-5 0 0,-2-3-198,-1-5 1,-3-2 0,-4 0 0,-5 5 51,-8-1 1,-6 5 0,-6 5-563,-17-4 1,-9 11 347,-5 19 0,-2 10 0,20 6 0,2 4 0,-16 4 0</inkml:trace>
  <inkml:trace contextRef="#ctx0" brushRef="#br0" timeOffset="103584">16854 15705 16336,'2'-6'5640,"0"1"-5398,-2 5-220,1 64-395,-9-22 1,-2 5-950,3 3 0,1 5 0,0 0-1955,-2-2 0,1 0 0,0-3 2632,1 8 1,3-6-1,3-15 1,2-8-1,3-14 1</inkml:trace>
  <inkml:trace contextRef="#ctx0" brushRef="#br0" timeOffset="103984">17404 15906 17361,'14'-57'1900,"0"-1"1,-1 6 0,-7 21-1861,-25 57-29,2 7 0,-1 6-53,-3 12 0,1 3 11,5 2 0,6-2 51,10-12 0,9-10 92,38-12 61,-15-33 1,-2-13 212,-2-12 1,-6-7-99,-7-6 0,-10 0-198,-13 6 0,-9 4-96,-10 10 0,-7 9-61,-7 16 0,-2 11-359,0 11 1,6 8-1258,8 8-1,14 3-3232,28-3 1,12-2 4572,-1-8 1,4-5 0,8-6-1,-2-6 1,-5-5 0</inkml:trace>
  <inkml:trace contextRef="#ctx0" brushRef="#br0" timeOffset="104351">18006 15543 11385,'-35'-41'882,"-1"1"1,0-1-1,1 1 1,-1 0-1,-14 3 1,-4 3-1,-4 2 1,0 5 0,1 5-550,-5 2 0,0 7 0,-1 5 0,-3 4-506,12 5 0,-3 1 0,-1 4 0,-1 3 0,3 4 1,3 6 228,3 7 1,1 5 0,3 5 0,1 3 0,2 2 0,2-1-376,-5 5 1,1 1 0,4 3 0,2 3-1,3 3 289,9-5 1,0 3-1,2 4 1,2 0-1,5 1 1,4-1-1,7-3-45,8 1 0,6 0 1,5-1-1,4 0 1,2-3-1,2-1 20,4 5 0,2-1 0,3-2 1,6-4-1,7-5-10,5-6 1,7-3 0,5-4-1,3-4 1,1-6 0,-1-6 71,-6-8 0,1-6 0,2-5 1,-1-3-1,1-2 0,-1-1 0,-1 1-153,4-2 0,0 1 0,-1-2 0,-1-3 0,0-4 0,-1-4 372,-4-3 1,1-4-1,0-4 1,-2-3-1,-2-1 1,-3-2-1,-5 0-57,-4-2 0,-3-2 0,-4-1 0,-3-2 0,-1-1 0,-2 0-177,1-3 1,-1-1-1,-2-1 1,-3-1-1,-5 0 1,-7 2-152,-5-4 0,-5-1 0,-6 1 0,-6 2 0,-6 6 159,-15-4 0,-10 4 0,-5 6 0,3 4 0,2 3 0,0 5 0,-3 8 0,-5 14 0,-1 0 0,1 1 0</inkml:trace>
  <inkml:trace contextRef="#ctx0" brushRef="#br0" timeOffset="125867">19925 10539 11122,'-3'-46'1872,"0"0"0,0 0 0,2-14 0,2 8-874,6 11-976,0 21-151,-2 21 381,-5 31-84,0 32-76,2-18 1,0 5 44,2 10 0,-1 4-188,0-17 0,-1 2 1,-2 2 98,-2 6 1,-2 1-1,-2 2-255,1-11 1,-2 1 0,0 1 0,-1-1 207,0 2 0,-2 0 1,0 0-1,1 0-4,1-1 0,0 0 1,0 0-1,1 0 12,-1 13 1,2 0-1,-1-1-179,1-1 1,0-1 0,0 1 184,-2 1 0,0 0 0,-1-1-1,-1 2 1,-1-1 0,1 0-5,3-14 0,1 0 0,-1-1 0,2 1 6,-1 15 1,1-1 0,1 1 1,4-1 1,2 0 0,1 0 3,-1-2 1,2 0-1,-1 0-5,1 0 0,0 1 0,-1 0 7,-2 0 0,-1 0 0,-1 1 8,0-15 0,0 1 1,-1 0-1,1-1-10,-1 1 1,0 1-1,1-1 1,0 0-11,0 1 1,0-1 0,1 1-1,0-1 3,0 1 1,1-1-1,0 1 1,-1 0 17,1 1 1,-1 0 0,0 1-1,0-1-176,-2 1 0,0 0 0,-1-1 0,-1 1 175,1 1 0,-1-1 0,-1 0 1,1 0-9,-2 0 0,0 0 0,0 0 0,1 0-1,0 1 1,1 0 0,0-1 0,0 1-9,1 1 0,0 1 1,1-1-1,-1 1-7,0 0 1,0 1-1,1 0 1,-1 1-18,-1-1 1,0 0 0,0 0-1,-1 0 3,1-2 1,-2 0-1,1 0 1,-1 0-155,0 3 0,1 0 1,-1-1-1,0-3-891,1 6 0,-1-3 0,1 0 1051,0 4 0,0 0 0,1-9 0,1-16 0,1-4 0,-4 25 0</inkml:trace>
  <inkml:trace contextRef="#ctx0" brushRef="#br0" timeOffset="127150">21723 9943 18649,'-24'-40'825,"0"0"1,-15 9-1,-5 14-680,2 27 1,-1 13-118,-13 7 0,4 8-70,11 4 0,11 4-3,12-2 1,12 0 16,13-10 0,10-5 56,16-6 0,6-8 246,19-16 90,-7-16-122,-52-8-108,-44 20-33,9 14 0,-1 6-93,-2 7 0,4 6-19,6 4 0,7 4-258,14 0 0,10 1-1821,12 1 1,9-3 1410,7-6 1,3-5 0,13 9 0,-8-21-1</inkml:trace>
  <inkml:trace contextRef="#ctx0" brushRef="#br0" timeOffset="127533">22049 10117 22223,'-18'-46'381,"-9"34"-939,5 42 1,1 16-3039,-7 7 0,0 1-672,-1 0 1,-1-3 5261,6-12 0,-1-12 2288,-8-23 146,20-57-1535,13 12 0,3-1-644,2 3 0,1 3-386,12-15-791,10 33-861,19 43-4112,-10 2 0,1 4 4901,-6-2 0,-2-1 0,-2-3 0,-4-4 0,-9-6 0</inkml:trace>
  <inkml:trace contextRef="#ctx0" brushRef="#br0" timeOffset="127767">22592 10294 19294,'-7'-3'2509,"2"1"-3361,38-27-1408,1 22 1,4 1 2259,4-11 0,0 1 0,-4 11 0,-4 3 0,0-1 0</inkml:trace>
  <inkml:trace contextRef="#ctx0" brushRef="#br0" timeOffset="128868">23356 9922 19955,'-5'-3'2694,"2"0"-2403,-24 47-151,16 14-98,-5-10 0,0 4 19,9-5 1,0-1 14,-4-6 0,-2-4 254,-11 9-89,1-37-107,15-51-70,11-1 1,5-6-47,0 7 1,2-2 0,2 0 24,2-1 0,2-1 0,2 3-1,9-14 0,4 8-28,1 14 0,3 9-26,0 13 1,1 10 22,0 11 1,-2 9 13,-4 10 0,-7 8-50,-9 10 0,-9 3 25,-10 3 0,-7-1 47,-1-9 1,-3-4 260,-12 1-179,32-62-65,12-8 1,8-7-21,10-9 1,5-2-13,-10 17 0,1 1 0,1 4-18,16-7 0,2 8-39,-4 12 0,-1 10-29,-5 13 1,-3 9-339,-7 11 0,-5 7-894,-7 10 0,-6 5-826,-3 0 1,2-1-2353,7-8 0,7-8 2943,13-13 1,6-12 1520,12-12 0,4-12 1939,-17-1 1,0-4 0,-1-3-137,0-2 1,-2-3 0,-1-1-57,12-13 1,-6 0-527,-11 8 1,-12 3-444,-20-5-526,-61 41-210,12 13 0,-2 9-62,-2 9 1,4 6-23,8 4 0,10 3-34,14-5 1,12-2 63,30 14 203,25-45-4,-20-25 1,-1-11 209,3-17 1,-3-6 61,-1-8 1,-3 17-555,-9 40-331,-9 11 426,-17 35 0,-14 23 0,3-10 0,2-4 0,2-8 0,0 0 0</inkml:trace>
  <inkml:trace contextRef="#ctx0" brushRef="#br0" timeOffset="129087">25222 9873 17260,'-35'50'-147,"0"1"1,1 0 0,-3 5 0,3-5 0,3-10-1,6-7 1,9-12 0</inkml:trace>
  <inkml:trace contextRef="#ctx0" brushRef="#br0" timeOffset="129281">24964 10007 16314,'23'-47'2860,"0"0"0,0 11 1,1 17-6138,0 47 0,0 28 0,-2-5 2985,-1-16 0,-2-1 0,3 11 0,1 4 0,-6-13 0,-5-20 1</inkml:trace>
  <inkml:trace contextRef="#ctx0" brushRef="#br0" timeOffset="130108">25972 9672 17132,'3'49'7163,"-6"-85"-8497,-1 69 0,-2 42 0,0 7 1,0-24 1350,-5-26 808,57-58-831,-16-13 196,-1 6 0,10-7 1,4-1-1,0 8-438,3 10 0,1 5 0,-1 0 268,-6-3 1,0-2-1,-1-1 277,7-6 0,-1-2 0,-13 5-225,-17 4-134,-20 69 1,-9 23-96,2-13-54,4-1 0,-1 18 0,1-1 0,1-21 1,-1-15-1,6 5 0,0 1 0</inkml:trace>
  <inkml:trace contextRef="#ctx0" brushRef="#br0" timeOffset="131335">26802 9887 9010,'54'-15'2457,"-1"-1"1,1 1-1,-10-7 1,-3-4-550,2-2 0,-1-5 0,-17 2-1197,-39-16-596,2 0 1,-8 13-52,-26 56 0,-4 20-103,3 1-273,20 4 0,1 10 0,16-7-307,21-18 1,11-3-732,6 6 0,7 0 0,5-10 1140,9-14 1,6-11 0,0-3 403,-3 1 1,0-4 0,0-6 725,7-14 0,0-9 0,-11 1-458,-15 7 1,-9-2 548,-3-19 0,-16 5-877,-29 23-89,-35 6-65,16 46 1,5 12-82,3 3-56,9 7 0,11-2 73,35-17 162,26-25 1,6-12 83,1-12-78,-4-5 0,-4-7 303,-9-29 689,-17 2-998,-5 12-61,-15 16-45,-17 49-151,-12 29-583,11-9 0,3 4-773,5 5 0,12-1-414,22-1 0,17-11 2954,18-26 1,8-14-96,-3-4 0,-1-10-134,-17-7 1,0-8 0,-9 0 38,-11 1 1,-6 1-178,8-15-520,-28 33-113,-12 42 0,3 3 1,-1 7-40,-2 9 1,-1 6 0,-1-1-16,3-9 1,0-1-1,-1 0 51,1 3 0,-1-1 0,-1-8 20,-15 12-44,16-55-12,2-25 0,5-13 31,8-2 1,5-7 24,3 2 0,2-7 1,3-3-1,2 4-4,0 4 0,2 2 1,2-1-1,3 1-723,7-9 1,3-1 0,2 2 0,-2 6 707,-3 5 1,-2 5 0,4 6 1,24-9 1,-1 19 5,-20 30 0,-3 12-25,3 9 0,-5 7 3,-5 9 0,-14 4-199,-33 7 0,-22-6-3067,-3-26 0,-9-9 0,0-2 2192,10 1 0,1-1 1,-1-4-1,-5-7 1,-1-4-1,14 0 1,16 0-1</inkml:trace>
  <inkml:trace contextRef="#ctx0" brushRef="#br0" timeOffset="134583">25347 11741 10276,'12'-58'1966,"0"1"0,0-1 0,-2 8 0,-1 1 0,-5 6-625,-4 0 1,-10 10-1101,-44 14-163,3 35 1,-5 15-72,8-1 0,-1 5 1,2 3-184,0 5 1,2 3-1,5 0 142,9-3 1,5 1-1,13-3 102,17 5 0,17-10-24,26-24 1,10-17 44,-10-8 1,1-9 0,-2-4 20,0-6 0,-1-5 0,-5-1 157,-6 1 0,-4-2 0,-4 2 16,-1-6 0,-6 4-221,-4-3 308,-23 66-351,-7 18 1,-4 11-43,0 0 1,-3 5 0,0 2-427,3-8 1,0 2-1,0 2 1,1-2-1838,1-1 1,2 0 0,0-1-1,2-4 1884,0 0 0,3-3 0,2-4 1,3 0-1,4-10 0,4-16 0</inkml:trace>
  <inkml:trace contextRef="#ctx0" brushRef="#br0" timeOffset="135016">25873 11267 12360,'-37'-48'1629,"0"0"1,0 0 0,-12 11 0,-5 5 0,-5 14-1332,6 17 0,-4 10 1,-1 7-1,0 5-810,4 2 0,-1 5 0,1 5 0,1 3 0,1 3 516,7-1 1,1 3 0,2 2 0,0 3 0,2 1-1,3 1-22,0 2 0,2 2 1,2 2-1,2 1 1,3-1-1,2 1-65,1 7 0,2 1 0,3 0 0,5-1 1,6-2-105,5 8 1,6-1 0,7-3 0,9-6-200,8-9 1,8-4 0,6-5 0,4-6 205,9-8 1,5-6 0,4-7-1,1-7 294,-8-5 1,3-5-1,0-5 1,0-4-1,-2-2 15,3-4 0,-1-3 0,-1-4 0,-1-3 0,-1-4-14,-10 3 1,-1-4 0,-1-3 0,-1-1 0,-2-1-1,0-1-56,-1 0 1,-1-2 0,-1-1 0,-2-1 0,-2-1 0,-3 0-51,1-6 0,-2-1 0,-3-1 1,-6 1-1,-7 1 77,-6-5 1,-7 0 0,-8 2 0,-9 6-208,-11 7 1,-9 5-1,-7 5 1,-1 3 120,-5 5 0,-5 4 0,-1 5 0,3 1 0,-2 1 0,2 4 0,4 2 0,4 4 0,0 0 0</inkml:trace>
  <inkml:trace contextRef="#ctx0" brushRef="#br0" timeOffset="135983">25017 12990 16325,'-64'1'590,"0"0"1,14 7 0,-2 5 0,1 5-541,7 4 1,0 5 0,0 3 0,-1 0-532,-8 4 0,-2 1 0,-1 1 0,2-2 475,4 0 1,-1-1-1,2-1 1,3-2-63,-5 2 1,4-1-1,14-9 895,18-10-693,47-31 1,25-18 120,-10 5 1,4-5 0,2-2-160,-7 6 1,1-1-1,1-2 1,-1 2 45,-1 0 1,0 1 0,-1 0 0,-1 3 6,6-5 1,-1 4-1,0 4-76,-8 8 0,0 4 0,1 6-47,7 12 0,1 7 1,1 2-52,0 2 1,1 1 0,4 3-317,-6-2 0,4 3 0,2 1 0,1 0 0,0 0-1422,-1-1 1,1 0 0,1 1 0,-2-2 0,-1 1 1474,6 1 1,-1-1 0,-2 0 0,-4 0 0,5 2 0,-3-1 0,-12-4 0,-6 1 0</inkml:trace>
  <inkml:trace contextRef="#ctx0" brushRef="#br0" timeOffset="137854">23236 14048 16566,'-6'-2'6374,"-28"-15"-5741,59 19-409,6-5-183,10 25 0,11 17 0,-5-3-38,-4-10 0,-4 5 2,-11 6 1,-1 9-1,-4 2 1,-11-2-109,-16-2 1,-11 0-1,1-1-160,5 0 0,1 0 1,-4 2 262,-11 11 0,-5 3 0,4-13 0,1-3 0,6-9 0,0 1 0</inkml:trace>
  <inkml:trace contextRef="#ctx0" brushRef="#br0" timeOffset="138091">23242 14688 15916,'0'-62'1582,"-1"0"1,21 21-1,10 2 1,3 7-2037,12 7 1,8 7-1474,-2 3 0,9 1 1,0 1-1,-10 2 1280,-6 0 0,-3 2 0,20-4 0,-7 1 0,-19 3 0</inkml:trace>
  <inkml:trace contextRef="#ctx0" brushRef="#br0" timeOffset="138456">23651 13963 9537,'-62'-2'893,"-1"0"1,1 0-1,0 1 1,-1-1 0,1 0-1,4 3 1,0 0 0,0 1-1,2 3 1,3 6 0,4 9-420,-1 15 1,4 13 0,5 5 0,3 2 0,1-5-837,-1-3 0,3-2 1,3 2-1,3 6 293,4 0 0,-1 6 0,1 3 0,6 1 0,7-4 0,10-6-297,15-1 1,12-6 0,6-1 0,-2-1 138,-4 4 0,-1 0 0,4-3 0,9-9-267,12-9 0,11-7 1,5-6-1,0-5 1,-3-5 648,3-7 0,-1-7 1,0-5-1,0-1 165,-8 4 1,0-1-1,0-2 1,0-4 0,-2-7 44,-4-6 1,0-8 0,-1-4 0,-2-2 0,-3-1 0,-4 3-257,2-7 0,-5 1 1,-4-1-1,-1-5 24,-1 0 0,-1-5 1,-2-1-1,-6 1 1,-11 7 75,-11-5 1,-12 5-1,-8 5-338,-9 4 0,-9 4 1,-5 7-3149,-7 7 0,-5 8 0,3 3 1951,-9 1 0,5 5 1,15 2-1,12 3 1,22 3-1</inkml:trace>
  <inkml:trace contextRef="#ctx0" brushRef="#br0" timeOffset="139292">26874 13907 21416,'-35'7'213,"-1"1"0,-5 13 0,3 11-152,9 7 1,3 9 0,6 0 29,4-3 1,5 0 0,13-3-50,17-4 1,13-3 0,3-6-43,18 3 0,8-12-158,-3-11 1,5-6-1,-5-8 152,0-9 1,-11-12-40,-21-13 1,-16-6 32,-23 8 1,-16 2 24,-10 4 0,-10 3 0,-2 3 19,0 5 0,-1 4 0,0-3 76,-3-4 0,1-2 0,7-3-52,3-6 0,14-5 0,19-2 0,16-1-3,30 5 1,17 5-19,-10 12 1,4 2-1,1 6-15,1 7 1,1 5 0,-3 3-5,8 0 1,-11 11-53,-14 34 0,-19 11-404,-28 0 0,-11 3-503,11-10 0,1 1 1,2 0-2335,4-2 0,3 0 0,3-5 2009,3 0 1,6-6-1,21 17 1,-14-48 0</inkml:trace>
  <inkml:trace contextRef="#ctx0" brushRef="#br0" timeOffset="139672">27461 13484 12724,'-42'-34'1013,"0"0"1,0-1 0,0 1 0,-8 10-1,-5 3 1,-3 3 0,-1 3 0,3 5-879,-5 3 1,0 5 0,0 4 0,-2 5-359,11 0 0,-3 2 0,0 2 0,0 4 0,1 5 0,5 6 237,5 6 0,2 6 1,2 5-1,1 4 1,2 0-1,3 0 1,2-2-709,-3 5 0,3-1 0,3 1 1,2 2-1,3 3 634,0 2 0,-2 5 1,3 2-1,4-1 0,9-1 1,12-6-48,12 2 1,11-3-1,8-2 1,8-6 0,7-6 58,-5-15 1,8-3 0,6-5 0,3-3-1,2-2 1,1-4 0,-2-2 0,-2-2 203,2-3 0,0-3 0,0-3 0,-1-3 0,1-3 0,0-3 0,2-3-326,-5-1 0,3-2 0,1-3 0,1-2 0,-1-3 1,-2-1-1,-4-3 0,-5-1 0,-6-2 196,4-11 0,-3-3 0,-5-3 1,-8-2-1,-9-2 0,-10 0-211,-14 2 0,-11-3 0,-7-3 1,-6 1-1,-3 2 0,0 5 0,1 6 106,-3-2 1,-2 8 0,-3 2 0,-5 1 0,-8-3 0,-8-1 0,-2 2 0,3 6 0,8 11 0,3 14 0,0 1 0</inkml:trace>
  <inkml:trace contextRef="#ctx0" brushRef="#br0" timeOffset="141061">22627 15363 10416,'10'-10'7858,"-2"2"-6458,9-21 1,0-1-830,-9 15-442,17-30-40,-47 69 1,-17 21-88,7-12 0,-7 5 0,-4 4 1,0-1-1,3-3-263,0 1 0,3-3 0,-2 1 1,-3 3 255,1-3 0,-4 4 1,-3 1-1,2-1 0,3-3 1,6-6-383,-16 13 1,11-10 179,6-6 257,61-51 71,10-10 1,10-13-1,0-1 32,-5-2 0,-1-1 0,1-2-211,-4 8 1,0-1 0,1 0 0,0 2 174,5-9 1,-1 2 0,2 6-27,-5 12 1,0 5-1,5 11-30,16 18 1,6 16 0,-4 2-68,-15-4 1,-4 3-1,4 5-49,-2 2 0,4 5 0,2 4 1,-2 1-1,-3 0-2403,3 5 0,-3 1 1,-2 0-1,-2-2 1229,6 2 0,-3-2 0,-1 0 0,-3 0 1,-1 0-1,-13-13 0,-17-17 0</inkml:trace>
  <inkml:trace contextRef="#ctx0" brushRef="#br0" timeOffset="144401">21462 16788 11586,'0'-5'9444,"0"2"-8940,-18-40-392,-11 43-70,-8-8 0,-5 5-37,-13 26 1,-3 10 25,12-11 1,-2 0 0,1-1 110,5-2 0,1-2 1,2-2 83,-4-1 1,7-7-25,7-16-118,29-4 106,9-5-207,-5 13 62,6 17-56,-6 24 67,0 25-28,-4-24 0,-3-1-11,0 0 0,-2-2 11,-7 17 56,5-21 408,2-19-128,14-27-112,17-19-224,-3 12 0,5 2-17,3-1 1,4 7-24,5 11 1,0 9-25,0 10 0,-3 9-43,-3 12 1,-8 7-172,-9 7 1,-13 3-261,-18 0 1,-14-3-2591,-18-5 0,-8-8 2534,3-14 1,-1-7 0,11-5-1,5-7 1,4-10 0</inkml:trace>
  <inkml:trace contextRef="#ctx0" brushRef="#br0" timeOffset="144833">21170 16575 11581,'0'-7'8217,"0"2"-7988,-43-8 1,-23 11 12,26 18 1,0 9 0,-5 2-870,-8-1 0,-6 0 1,-1 5-1,6 7 636,11 5 0,3 6 0,3 5 0,3 2 0,3 1-50,5-7 1,2 1 0,2 2 0,3 1 0,3 0 0,5 0-66,2 10 1,6 1 0,4 1 0,6-4 0,8-3 45,6-6 1,6-2 0,6-3-1,4-4 1,4-6 33,6-5 0,5-5 1,5-5-1,1-6 0,0-6 102,4-6 0,1-7 1,2-6-1,-2-5 0,-2-3 83,-2-5 0,-2-5 0,0-4 0,-4-4 0,-3-3-31,-9 2 0,-3-4 0,-2-3 0,-2-1 0,-2-2 0,0 0-15,-3-1 0,0-1 0,-3-2 0,-1 0 0,-2-1 0,-2 1 25,0-7 1,-1-1 0,-3 1 0,-4 0 0,-5 1 5,-3-5 1,-5 1 0,-6 3 0,-9 6-145,-15-2 0,-11 8 0,-6 9-179,4 13 0,-6 7 0,-2 4 0,0 5 179,-1 5 0,-1 5 0,1 3 0,4-1 0,-16 1 0,8 3 0,18 6 0,0 0 0</inkml:trace>
  <inkml:trace contextRef="#ctx0" brushRef="#br0" timeOffset="145885">23595 16537 22268,'-20'41'16,"0"0"1,1 0 0,-4 4 0,-1 1 0,0 1-28,0 5 0,0 2 0,1-3 8,-6 9 0,6-7 434,13-8-100,54-65-102,-5-9 1,4-4 2,-2 1 1,0 1-26,0-1 0,-4 5-201,-10 8 16,-15 37-61,-12 33 64,0-12 0,2 4-179,6 8 0,5-1-154,-1-12 0,7-8-474,16-10 1,8-14 224,-6-19 1,1-13 0,-1-2 535,2-2 1,-2-3 0,-1-4 2,-3-3 1,0-4 0,-2-2 0,-5-1 325,0-14 0,-7-2 0,-5 1-146,-2 5 1,-5 0-1,-9 1-108,-11-2 1,-10 1-1,-12 9-36,-4 19 0,-11 8 1,-3 5-1,0 2 24,1 3 0,-1 2 0,-1 5 0,-3 5-219,7 5 0,-4 4 1,-1 3-1,-1 4 1,2 4-1,3 5 181,5 3 0,2 6 0,0 4 0,2 2 0,1 3 0,1 0 0,1-1-302,2-1 0,0 1 0,2 1 0,0 0 1,2 2-1,2 2 0,2 2 188,2 1 0,-2 4 0,1 1 0,2 2 0,4 0 0,4-1 0,7-3 0,8-3-434,11 12 1,12-1 0,7-4 0,6-3-1,2-5-139,-1-6 1,3-3 0,4-3 0,3-6 0,6-9 806,6-8 0,8-8 1,3-7-1,3-5 0,-3-6 1,-4-4 740,-4-7 0,-1-6 1,-3-5-1,0-4 0,-2-1 1,-2 0-709,-3 2 1,-1-1 0,-2-1 0,-1-2 0,-1-2 0,-2-2-106,-6 1 1,1-3 0,-2-1 0,-2-2 0,-1 0 0,-3 1-1,-3 0-155,2-9 1,-4 1-1,-3 0 1,-4-1-1,-2 2 103,0-9 0,-5 0 0,-3 2 0,-7 4-188,-6-6 0,-7 4 1,-10 9 187,-14 14 0,-10 8 0,4 6 0,9 6 0,2 5 0,-1 6 0,0 0 0</inkml:trace>
  <inkml:trace contextRef="#ctx0" brushRef="#br0" timeOffset="146762">26769 14946 16639,'17'-63'3976,"-23"37"-3940,-14 40 1,-15 28-1,-8 16 1,-5 8-1,4-4 1,7-13-503,1-2 1,4-6-1,-7 9-134,10-10 0,-6 6 0,-4 7 0,-2 3 0,-2 2 0,1 1 1,2-3-1,2-3 0,6-6 0,5-8 255,-4 11 1,8-10 0,-4 5 0,-3 1 0,-5 7 0,0 0-1,4-5 1,10-12 0,7 3 0</inkml:trace>
  <inkml:trace contextRef="#ctx0" brushRef="#br0" timeOffset="147980">26053 16399 13721,'-5'-17'5730,"0"4"-5321,5 14 1960,-31 38-2128,-2-1-152,1-2 1,-5 11-97,9-6 0,-3 9 1,-1 5-1,3-2 0,7-5-222,7-3 0,6-2 1,-1 3 222,-9 14 0,-6 10 1,8-6-1,21-22 336,46-22 1,3-27 1427,-38-54-1842,-42 49-4832,-21 15 1,-6 11 4356,11 14 1,8 9 0,12 6 0,15-10 0,20-29 0</inkml:trace>
  <inkml:trace contextRef="#ctx0" brushRef="#br0" timeOffset="148376">26220 16215 13267,'-41'44'400,"0"1"1,0 0 0,1 0-1,-1 0 1,0 0 0,0 0 0,1-1-1,-1 1 1,0 0 0,0 0 0,0 0-1,1 0 1,-1 5 0,-2 2 0,-1 0-1,2 1 1,1-1 0,3-2-1,5-1 1,7-3 0,6-4 0,10-3-411,9 20 1,17-7 0,14-9-13,6-14 1,14-5 0,5-4 0,1-6-1,-6-7-111,3-8 1,-3-9 0,4-11 222,-9 0 1,4-7-1,3-6 1,2-2-1,-3-3 1,-3-1-1,-6 1-275,1-5 1,-7-2 0,-2-1 0,-2-3-1,1-3 237,-3 4 0,2-4 0,1-2 0,-2 0 0,-4-1 0,-5 3 0,-7 2 76,-7-12 1,-9 2 0,-6 3 0,-3 6-142,-3 4 0,-3 5 0,-9 8-193,-13 6 1,-8 8 0,-1 9 205,2 15 0,-2 9 0,5-1 0,3-6 0,4 2 0,4 7 0,-1 0 0</inkml:trace>
  <inkml:trace contextRef="#ctx0" brushRef="#br0" timeOffset="149375">26763 14870 8528,'-9'-7'9830,"3"2"-7539,6 5-1849,2-9-106,24 27-19,7 5 1,9 7 0,3 1-275,1 0 1,2 1-1,4 2 1,4 1-641,-11-8 0,3 2 1,3 0-1,0 0 0,2 1 1,0-1-1,-1-2-692,0-1 1,0 0 0,2 0 0,-1-1 0,0-1 0,-1-1 0,-1 0 1288,3 0 0,1 0 0,-1-1 0,-2-1 0,-2-1 0,-3-2 0,21 7 0,-5-2 0,-10-5 0,-20-6 0,0-1 0</inkml:trace>
  <inkml:trace contextRef="#ctx0" brushRef="#br0" timeOffset="160469">10723 11511 9223,'-64'7'1936,"0"-1"0,0 1 0,26-2-188,56-1-522,37-8-1069,-1-8 0,10-3-152,-21 3 1,5 0 0,1-2-1,1-1-373,8-4 0,2-1 1,0-1-1,0 0 372,0 0 0,0 1 1,-1 0-1,-4 0 194,6-1 0,-3 0 0,-7 1 408,3 1 0,-24 1-472,-45 2 126,-15 11 1,-7 3 254,-7-1 0,1-1-58,8 1 0,4 1-446,-6-4 1189,66-4-1194,5 7-9,14-1 0,8 4-19,0 9 0,1 5 5,-8 0 0,2 2 0,-2 4-4,-2 3 1,-3 3 0,-4 4-36,6 16 0,-16 5-821,-24 2 0,-15 1 877,-15-3 0,-8-5 0,6-14 0,0-5 0,-18 12 0</inkml:trace>
  <inkml:trace contextRef="#ctx0" brushRef="#br0" timeOffset="171653">28189 16338 13441,'33'-36'1294,"0"0"1,0-1 0,0 1 0,3-6-1,-2 3 1,-2 11-1306,27 16-51,-9 36-22,-13 30 8,-21-10 1,-8 4 72,-14 9 0,-11-1 51,-7-2 0,-9-3 204,-12-3 0,-1-7-196,18-17 0,2-5 84,-21 4-152,80-39 23,-1 8 1,6 2-1,13 1 0,1 4-8,-7 5 0,-5 8 33,-6 10 1,-14 7-51,-26 6 0,-15 1-141,-11-2 0,-11-1 0,0-3-486,5-6 1,-1-3 0,-2-3-2305,-4-2 1,-3-4 0,6-6 2547,-16-15 1,39-11 0,15 8 0</inkml:trace>
  <inkml:trace contextRef="#ctx0" brushRef="#br0" timeOffset="171982">28726 15975 9985,'-39'-50'2457,"-1"1"1,-17 22-1,-12 9 1,6 13-1851,12 16 1,-2 12-934,7-3 1,-7 5 0,-4 4-1,2 4 1,4 6 331,13-2 0,2 5 1,2 4-1,0 2 1,2 1-1,0-1 1,1-3-37,-8 6 1,0-2 0,2 0 0,3 3 0,4 6-49,9-7 0,0 7 1,2 3-1,2 2 1,3-1-1,5-2 0,5-7 1,7-7 37,13 17 1,13-12 0,15-8 95,-4-19 0,10-3 0,7-3 0,4-4 0,1-5 0,-1-6 0,-4-7 184,-3-9 0,-1-10 0,-1-6 0,0-5 0,0-2 1,0 0-1,1 2-562,0 3 1,3-1 0,0 0 0,0 0 0,0-3 0,-3-1 0,-4-2 0,-4-3 346,2-8 1,1-3 0,-2-3-1,-5-2 1,-8 0 0,-11 2-1,-14 2-25,-18 1 0,-18 1 0,-10 0 0,-3 1 0,5 3 0,11 1 0,15-16 0,9 4 0,-16 6 0,-35 24 0,0 1 0,0 0 0,0 0 0,0-1 0</inkml:trace>
  <inkml:trace contextRef="#ctx0" brushRef="#br0" timeOffset="183334">14200 3508 11144,'-50'0'935,"-1"0"1,4 1-1,10 2-1400,24 2 1272,22 6-488,32-5 0,19-5-282,-7 1 1,6-1-1,3 0-365,-5-1 1,2 0-1,3 0 1,4-2 320,-7 1 1,4-1-1,2 0 1,1-1-1,0 1 1,-2-1-314,-3 0 1,0 0 0,-1 0 0,0 0 0,1-1-1,1 1 316,-5 0 1,0 0 0,1-1 0,0 1 0,0-1 0,0 1 0,0-1-9,1 0 0,2 0 0,-1 1 0,0-1 0,-1 0 0,-2 0 0,-3 0-226,7 0 0,-4 0 0,-1 0 0,-1 0 1,0 0 228,12 0 1,0 0-1,-3 0 1,-7 0 335,-6 1 0,-5 1 0,-12-2-523,-14-5 100,-70 5 83,6 2 0,-11 1 1,-5 0-1,-1 1-135,7 2 1,-1 0 0,-3 0 0,-1 1-1,-3 1 152,6-1 0,-4 0 0,-1 1 0,-2 0 0,0 0 0,0 1 0,0 0 4,1 2 1,-1 0 0,0 0 0,0 1 0,0 0 0,0 1 0,0 0-5,0 0 1,-1 1 0,1 0 0,-1 0 0,1 1 0,0 0-1,2-1 25,3 1 1,1-1 0,0 1 0,0 0 0,2 0 0,0 0-1,1 0 23,-12 3 1,0 0 0,2 0 0,2-1 0,3 0 329,0 0 1,2 0-1,4-2 1,4 0-899,-17 4 1,12-3 1638,13 0-675,93-15-398,7-4 1,11-3-35,-19 4 1,4-1 0,3 0 0,3-1-385,-1 1 1,2-1 0,3-1 0,2 1 0,0-1 364,-12 1 1,2 1-1,1-1 1,0 0 0,1 1-1,-1-1 1,1 0-10,-1 1 1,1-1 0,-1 1 0,1-1 0,0 1 0,2-1 0,0 1-219,2-1 0,3 1 1,1-1-1,0 1 1,1-1-1,-3 1 1,-2 0-1,-3 1 160,0 0 0,-3 1 0,-2 0 1,-2 0-1,0 1 0,-1-1 1,9 0-1,0 0 0,-1 0 0,-6 0 1,-8 2-1,-2 3 0,-1-1 1</inkml:trace>
  <inkml:trace contextRef="#ctx0" brushRef="#br0" timeOffset="200704">3943 10393 3908,'-53'-2'610,"1"0"1,-1 1-1,0-1 1,0 0-1,5 1 1,5 0-1,3 4 447,-17 9 1,25 2-694,63-1 1,30 0-222,-14-5 0,9-1 1,6-1-1,2 0 1,1-1-579,-12-2 0,1 1 0,1-2 0,2 1 0,1-1 1,1 0-1,1 0 447,-5 0 0,0 0 1,2 0-1,0 0 1,2 0-1,0-1 1,1 1-1,2 0 1,0-1-21,-5 1 0,2-1 0,1 1 0,1-1 0,1 0 0,0 1 0,0-1 0,1 0 0,-1 1 0,0-1 0,-2 1 1,0-1-149,5 1 0,-1 0 1,-1 0-1,0 0 1,0 1-1,-1-1 1,1 0-1,0 0 0,0 0 1,1 0 141,-4 0 1,1 0 0,1 0 0,-1 0-1,1 0 1,0 0 0,0 0 0,-1 0 0,0 0-1,-2 0 1,0-1 19,7 1 0,0 0 0,-1 1 1,0-1-1,-1 0 0,-1 0 1,-2-1-1,-2 1 0,-3-1-47,6 1 0,-3-1 1,-2-1-1,-2 1 1,-1-1-1,0 1 37,5-1 1,0 0 0,-1-1-1,-5 1 1,-5-1-3136,20-2 1,-14 0 3138,-14 0 0,-26 2 0,-14 1 0</inkml:trace>
  <inkml:trace contextRef="#ctx0" brushRef="#br0" timeOffset="204935">22577 10568 8511,'36'10'2795,"22"1"-2367,-14-3 1,6-1-265,-6-3 1,3 0 0,3 0-688,11 1 1,2-2 0,4 0 673,-10 0 0,2-2 0,1 1 1,1 0-74,-8-1 0,1 1 1,1-1-1,1 1 1,0 0-285,3-1 0,1 1 1,1 0-1,0-1 1,0 1 219,1 0 1,0 0-1,1 0 1,-1 0-1,1 0 11,-1 0 1,1-1 0,0 1 0,-1 0 0,0 0-10,-1 0 1,1 0 0,-1 0 0,-1 0 0,0 0-5,-2 0 0,-1 1 1,0-1-1,0 0 1,-1 1-22,-2 0 0,0 0 1,-1 1-1,0-1 0,0 1 58,10 1 0,0 0 0,-1 1 0,-1-1-18,-2 1 0,0 1 0,-2-1 0,1 1-178,-2 0 1,0-1 0,0 1 0,0-1 178,-1 0 0,0 1 1,0-1-1,0-1 5,1 0 1,1 0 0,-1 0 0,1-1 0,0-1 0,1-1 0,-1 0 0,0 0-16,-1 0 1,0 0-1,-1-1 1,0 0-16,-4 0 0,-1-1 0,0 0 0,-1 1 87,12-1 1,-2 1 0,0-1-62,1-1 1,0 0 0,1 1-38,1-1 0,0 1 1,1-1-27,1 0 0,1 0 0,-2 0-364,-6 1 0,-1-1 0,-4 0 394,4 0 0,-7 0 0,5-1 0,-42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3:41:24.4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2505 2774 16930,'6'-49'1691,"0"1"1,-1 0-1,1-10 1,1 14-1641,-1 27 7,-1 41 1,-1 19-59,-1-4 0,-2 6 0,1 3-255,-1-2 0,1 3 1,-1 2-1,-1 0-1041,-1 5 1,-1 1 0,-1 0-1,0 0-933,-1-4 0,-1 1 0,-1-2 0,1-3 2229,0 3 0,1-3 0,-2-5 0,-2 1 0,2-9 0,4-13 0</inkml:trace>
  <inkml:trace contextRef="#ctx0" brushRef="#br0" timeOffset="267">2549 3136 9548,'-12'-62'1404,"1"1"0,0-1 0,-1 1 1,2 0-1,-1-1 0,1 1 1,1 1-705,1 6 0,0-1 0,2 3 1,4 1-584,3-7 1,5 2-1,7 8-92,16 1 1,9 13-21,10 19 1,6 16-64,-6 14 0,2 10 0,-8 5 30,-4 16 0,-12 8 32,-10-13 0,-5 2 0,-11 0-83,-21 7 1,-15-1-1,-1-4-2919,-8 3 0,1-5 2998,3-3 0,6-4 0,11-10 0,31-25 0</inkml:trace>
  <inkml:trace contextRef="#ctx0" brushRef="#br0" timeOffset="2369">3411 2437 20442,'-58'18'528,"1"0"0,4-1 1,5 7-455,18 9 1,4 7 0,9-3 620,9 22-370,50-35-146,14-42 0,5-16 118,-16 2 0,-4-4-31,2-5 0,-10 0-54,-23-7-172,-22 24-63,-5 30 34,6 31-3,6-4 1,1 2-12,0 10 1,1 0-4,5-2 0,4-3 34,25 17 0,-2-44 0,5-9 6,6-11 0,-2-9 36,-1-3 0,-5-5 48,7-27-68,-35 10 40,-15 14-29,0 10-16,7 3-34,9-4 29,-1-3-18,1-3 34,-2 4 17,-4 5-28,0 4-29,-3 3 35,0 2-1,-2 0-27,3 4-46,0 0 1,2 2 16,6 4-5,14 6 22,20 2 23,23-3-32,-23-10 1,0-5 8,-3 0 1,-3-4 117,17-15 11,-27 1-6,-23 4-5,-5 6-140,-1 6-73,3 21 84,3 40-110,-1-7 1,2 5-280,2 11 0,5 1-964,8-5 0,7-6-2856,7-15 0,6-11-104,10-19 0,3-13 4313,-1-10 0,-5-9 2515,-7-5 0,-8-4 1134,-12 1 0,-9 1-255,-17-23-1607,-18 20-1255,4 17-431,9 26 50,15 16 34,31 8-56,23-7-82,-17-22 1,2-8 33,-2-6 0,-4-7 11,-7-8 1,-8-4 86,-10-35 62,-31 9 29,-23 20-153,-5 32-89,3 35-39,29-3 0,4 6-79,7 6 1,7 3-307,9 2 1,9-3-232,9-5 0,7-6 215,8-8 1,4-10 416,1-13 1,0-10 204,-5-9 0,-4-7 145,-6-7 1,-6-4 81,-5 2 0,-5 2 140,3-13-527,-4 25-33,8 39 5,9 29-17,-13-10 1,-1 4 0,0 0 0,-2 0-1,-5-6 1,0-4 286,8 3-18,11-45-112,12-32-44,-16 15 0,-1-1-20,-2 3 0,-2 2-76,9-2 6,-6 34-34,6 15 23,21 11 0,-12-19 0,5-6 5,7-8 1,2-8-23,8-10 0,-3-11-114,-19-2 1,-2-7-1,-4-3 147,-3-7 1,-4-5 0,-3 0 7,-4-2 0,-4-1 0,-5 2 71,-4-4 0,-5 1 0,-7 28-50,-24 62-146,37 5 0,15 11 0,-2 3-127,-11 6 0,-3 2 0,11 0-872,12-8 0,9 0 0,4-4 1,-2-11 1082,6-11 0,-2-9 0,-5 2 0,-4-6 0,1-13 0</inkml:trace>
  <inkml:trace contextRef="#ctx0" brushRef="#br0" timeOffset="2608">5759 2328 18123,'52'-8'661,"1"0"0,-1 0 0,1 0 0,7-6 0,-6 3 0,-5 10 0,0 1 0</inkml:trace>
  <inkml:trace contextRef="#ctx0" brushRef="#br0" timeOffset="2772">6818 2165 24598,'55'-1'-757,"1"0"1,-1 1 0,0-1 0,1 0 0,-1 1 0,5-1-1,4-1 1,-4 1 0,-10 1 0,-18 2 0,-15 2 0,-8-1-1</inkml:trace>
  <inkml:trace contextRef="#ctx0" brushRef="#br0" timeOffset="2953">6685 2659 21416,'63'-12'401,"0"-1"1,0 0 0,0 1 0,-1-1 0,-1-3 0,-7 0 0,0 4-1,-4 8 1,1 0 0,0 0 0</inkml:trace>
  <inkml:trace contextRef="#ctx0" brushRef="#br0" timeOffset="6001">9468 2561 18924,'4'-45'1516,"0"0"1,0 1-1,1-16 1,-1 17-1506,0 37 0,1 23-390,0 20 0,1 13 0,-2-1-2472,0 5 0,0 0 2142,0-2 1,1 3-1,-2-7 1,-3 17-1,0-42 1</inkml:trace>
  <inkml:trace contextRef="#ctx0" brushRef="#br0" timeOffset="6384">9809 2074 19333,'-47'-13'724,"1"0"0,-1 0 0,-13 3 0,12 15-649,30 21 1,13 9 5,14 4 1,12-1 69,11-2 0,7-6 129,3-8 0,1-10 64,-6-11 1,-6-10 58,-3-32-101,-41-16-139,-19 3-202,-10 18-740,11 26-8166,20 38 8945,15 0 0,3 7 0,1-22 0</inkml:trace>
  <inkml:trace contextRef="#ctx0" brushRef="#br0" timeOffset="6701">10249 2544 20929,'-53'0'1329,"1"1"0,7 0 1,20-1-899,57-5-347,10-1 1,8-1-24,8-2 1,3 0-26,0-2 1,-5 1-37,-19 4 0,-6 1-734,0-2 734,-19 13 0,-11-4 0,4 4 0</inkml:trace>
  <inkml:trace contextRef="#ctx0" brushRef="#br0" timeOffset="8506">11076 2461 14230,'-2'-8'4391,"-1"-28"1,1-4-3826,2 20-488,-3-36 6,0 107-67,2-17 0,-1 4 8,2 16 0,0 2-11,5-9 0,0-3 283,3 17 476,3-42-544,-21-56-61,-6-21-31,4 16 1,0 1 69,-4-11-229,7 17-12,8 73-1548,-2 5 0,0 6 1582,0 3 0,-1 0 0,1-6 0,-1-6 0,0 0 0</inkml:trace>
  <inkml:trace contextRef="#ctx0" brushRef="#br0" timeOffset="8934">9030 1881 19714,'-26'55'242,"-1"-1"1,0 0 0,0 0-1,1 1 1,2-4 0,1 0-1,1 0 1,3 2 0,4 3-257,3-1 0,1 4 0,3 1 0,4 0 0,4-2 0,7-3-1343,7-1 1,7-1 0,6-4 0,2-1 0,2-1 1356,4-1 0,4-1 0,2-2 0,1-5 0,0-4 0,16 3 0,1-9 0,-4-5 0,0-8 0,-1-1 0</inkml:trace>
  <inkml:trace contextRef="#ctx0" brushRef="#br0" timeOffset="9237">11630 2013 24587,'54'9'145,"-23"21"1,-3 16-208,-10-4 0,-2 9 1,-3 4-1,-4 0-1664,-5-4 1,-3 2-1,-4 1 1,0-1-1,-1-2 1726,-1 1 0,0-1 0,-2-2 0,-3-3 0,-5 7 0,-4-3 0,3-11 0,-3-2 0</inkml:trace>
  <inkml:trace contextRef="#ctx0" brushRef="#br0" timeOffset="9774">12436 2521 14152,'17'-48'3276,"1"0"1,-1 0 0,-16 43-2863,-12 37-414,-1 4 0,-4 18 0,-3 11 0,-2 6 0,0-1 0,2-6 0,4-13 0,0-3 0,3-8 0,-2 6 0,-3 16 0,0 1 0,0-1 0,0 0 0,0 0 0</inkml:trace>
  <inkml:trace contextRef="#ctx0" brushRef="#br0" timeOffset="10170">12904 2770 19876,'12'-46'872,"-1"0"1,0 0 0,26 18 0,11 10-1,-4 6-878,-5 4 1,-3 14 10,5 27 1,-1 19 0,-18-2-1,-27-6 1,-15 2 17,-4-2 1,-8 5 0,-3 0 0,4-8 110,-4 1 1,1-4 159,-14 10 0,22-12-281,57-32 0,26-14 0,1-1-280,-12 2 0,1-1 1,5-2-74,1 0 1,8-3 0,2-1 0,-3 1 0,-10 3-1,9-3 1,-7 2 0,4 1 0,0 1 0</inkml:trace>
  <inkml:trace contextRef="#ctx0" brushRef="#br0" timeOffset="13733">2468 5173 22212,'-5'-61'564,"0"0"0,4 15 1,2-2-1,0 0-510,3-1 0,0-1 0,1 0-260,0-5 1,0-1 0,-1 2 250,-2 4 0,-2 1 0,-1 4 173,-2-7 1,-2 7-247,-8 5 173,-7 90-147,11-4 0,3 11 0,0 2-47,1 0 1,0 3-1,3 3-382,2-2 0,1 4 0,2 0 0,3-4-398,4 2 0,5-4 0,2-2-2050,2-6 0,2-1 1,2-7 2878,7-2 0,0-8 0,6-1 0,-18-32 0</inkml:trace>
  <inkml:trace contextRef="#ctx0" brushRef="#br0" timeOffset="14100">2800 5089 13872,'4'-45'2746,"-1"-1"0,-1 4 1,-3 17-2629,-6 37-23,15 10 90,32 15 17,18-21-104,-23-16 0,0-8 50,-4-8 0,-5-6 87,-6-7 1,-5-4 60,-6 0 1,-6 1 123,-15-20-274,-24 32-56,-21 44-85,22 5 1,2 9-71,3 9 1,10 8-659,19-12 1,7 3 0,6-3-2670,10 13 1,8-5 2712,11-4 1,2-8 0,9-4-1,-30-25 1</inkml:trace>
  <inkml:trace contextRef="#ctx0" brushRef="#br0" timeOffset="14433">3697 4790 16622,'0'-5'6212,"0"1"-6047,-28 7 0,-7 13-59,22 17 1,5 11-113,-13 10 1,-5 8-1,6 4-635,12-12 1,4 1 0,2 3 0,-2 3 131,0-9 0,-1 4 0,0 1 0,0 0 1,-2-1-1,-1-3 352,-4 10 0,-2-1 0,-1-4 1,-2-2 388,-1 12 0,-2-4 0,-7-16-117,-13-15 0,-2-25 21,18-33 0,4-19 0,2-3 9,2 2 1,4-1 0,4-4-227,5 1 0,3-3 0,6-1 0,6 4-2181,9 4 1,9 3 0,2 1-1,-2 3 1915,2-2 0,-1 2 0,1 4 1,5 3-1,0 4 0,-6 6 1,1 2-1</inkml:trace>
  <inkml:trace contextRef="#ctx0" brushRef="#br0" timeOffset="14800">3971 5338 24839,'13'-52'49,"1"0"1,-1 1 0,0-1-1,0 0 1,2-8 0,-1 0-1,0 1 1,0 0-11,-1 2 1,0 0-1,0 2 1,-3 2 92,-2-1 1,-1 3-1,-3 5-31,-3-3 0,-5 10-79,-8 11-3,-1 55 1,1 23-37,6-8 1,2 5-1,1 4-524,-1 3 1,0 5-1,1 2 1,2-1 5,4 0 0,1 1 0,3-1 0,1-2-1678,2-4 1,2-1-1,0-2 1,2-5 2212,7 20 0,1-10 0,-2-23 0,-2-8 0,-8-14 0</inkml:trace>
  <inkml:trace contextRef="#ctx0" brushRef="#br0" timeOffset="14967">4024 5123 24122,'29'-37'-609,"0"1"1,0-1-1,-2-9 1,2 10 0,11 22-1,-2 9 1,-11 0 0</inkml:trace>
  <inkml:trace contextRef="#ctx0" brushRef="#br0" timeOffset="15933">5164 4635 14734,'2'-55'2291,"0"1"0,0-1 0,-1-13 0,-6 11-1989,-15 18-179,-23 69-78,14 17 0,1 12-34,8-17 0,0 3 0,0 3 1,1 0-269,0 7 0,1 2 0,1 1 0,5-1 129,2-5 1,3 0 0,3-1 0,8-4-8,7 3 1,8-3 0,9-12-32,10-15 1,7-11 0,2-7 153,11-11 1,1-10 0,0-5 32,-16 1 0,-1-3 0,-1-3 0,-2-2 22,7-12 0,-3-5 0,-4 0 46,-9 1 1,-3 0 0,-5 0 218,-2-10 0,-5 3-149,-6 14 1,-3 10-138,-5 18 6,-9 57-22,2-5 0,-1 7 33,-6 12 0,1 3-20,0 1 1,3-2 299,0-9 1,5-5-17,15 10 200,31-56-419,-13-17 0,1-9-11,4-7 0,-1-2 22,-6 4 1,-3 2-40,5-9-62,-15 31 12,-4 29 5,9 13-34,18 6 1,14-13 22,6-19 22,-12-15-27,-17-6-623,-18-1 628,-9 5 0,-1 3 0,0 1 0</inkml:trace>
  <inkml:trace contextRef="#ctx0" brushRef="#br0" timeOffset="16618">6245 4879 24654,'-3'-57'470,"3"39"-767,6 42 1,2 16-1374,3 1 1,3 0 1669,0-5 0,1-3 0,6 7 0,-9-22 0</inkml:trace>
  <inkml:trace contextRef="#ctx0" brushRef="#br0" timeOffset="16803">6380 4513 21971,'2'58'-493,"-10"-43"0,25 40 0</inkml:trace>
  <inkml:trace contextRef="#ctx0" brushRef="#br0" timeOffset="17161">6573 5121 19216,'3'8'5270,"-1"-2"-5052,5-32 1,2-19-82,4-2 0,0-6-121,0 4 1,0-5 0,1-4-488,0-2 1,2-6 0,-1 0-1,-2 6 495,-2 6 1,-2 5 0,0-3 49,2-14 1,-2-3 0,-5 13 484,-11-2-534,-12 79 1,-1 14-32,1 3-898,10 9 1,3 18-1,2 1 1,3-11 721,2-16 0,5 1-551,3 10 1,3 10 0,4 0 0,5-11 455,21-4 1,3-7 0,-13 5 0,-1-4 0,3-17 0,1-1-1</inkml:trace>
  <inkml:trace contextRef="#ctx0" brushRef="#br0" timeOffset="17595">7363 4882 14365,'-55'-11'2457,"-1"0"1,0 0-1,-3 28 1,23 10-1585,74 22-896,-4-5 1,7-9 22,1-34 0,2-13 34,2-10 0,-3-9 30,-8-10 0,-7-13 89,-16 4 1,-5-10 0,-3-6-1,-2 2 1,1 8-40,0-7 0,-1 6 0,-3 23 283,0 27-1185,7 30 0,7 29 1,2 6 447,1-3 1,4 10 0,1 3 0,1-4 0,-3-11-1,6 11 1,2-16 0,4-25 0,0 1 0</inkml:trace>
  <inkml:trace contextRef="#ctx0" brushRef="#br0" timeOffset="17859">8170 4520 21293,'58'-17'-1193,"0"0"0,-6 4 0,-1 5 1193,2 12 0,-4 3 0,3 3 0,-25-4 0</inkml:trace>
  <inkml:trace contextRef="#ctx0" brushRef="#br0" timeOffset="18006">8311 4787 24312,'49'-12'72,"1"-1"1,0 0 0,-14 3 0,-2 1 0,11-2 0,1 0 0</inkml:trace>
  <inkml:trace contextRef="#ctx0" brushRef="#br0" timeOffset="18758">5614 4581 16157,'18'-47'1854,"0"-1"0,0 1 0,5-18 0,-7 8-1098,-17 14-515,-2 17-174,-2 30 73,5 44-161,-1-8 1,1 6-1,-1-1-645,-1 10 0,1 2 100,-1-3 1,1 4 0,-1-10-1,-1 1 1,1-4 0</inkml:trace>
  <inkml:trace contextRef="#ctx0" brushRef="#br0" timeOffset="20252">10335 4644 12337,'3'-8'4915,"16"-32"0,3-8-3526,-9 17-1235,9-20 0,-4 17-36,-19 49-73,-12 40-320,4-4 1,2 5-704,1-3 1,4 1 977,6 12 0,4-6 0,3-8 0,9-7 0</inkml:trace>
  <inkml:trace contextRef="#ctx0" brushRef="#br0" timeOffset="20667">10758 4184 15199,'-26'-39'2029,"-1"-1"1,-3 10-1,0 14-1861,4 34 0,3 14-129,5-5 1,5 4 74,3 14 1,13-2 207,16-15 1,8-6 52,33 1-115,-21-25 1,-4-12 8,-11-11 0,-7-5-96,7-26-55,-33-8-202,-26 32-655,-18 36-2740,25 13 1,1 8 3478,4 2 0,3 2 0,-4 19 0,16-26 0</inkml:trace>
  <inkml:trace contextRef="#ctx0" brushRef="#br0" timeOffset="21250">11486 4484 23758,'-46'34'-530,"19"-12"1,-2 6-2186,-7 18 0,-2 11 1,-2-4 173,6-14 0,-2-3 0,-1-1 2897,-1 1 1,-1 0 0,4-16 4001,-18-29-1499,50-24 0,13-10-1199,5-9 1,4 0-664,0 2 1,-1 4-534,-4 14 1,-2 4-532,-1 3 106,20 41-56,4 1 1,6 3-89,-3-1 1,2 2-1,1 0-382,3 2 0,1 0 0,-2 0-4429,14 11 1,-7-1 4212,-18-10 0,-6-1 0,-3 7 0,-20-23 0</inkml:trace>
  <inkml:trace contextRef="#ctx0" brushRef="#br0" timeOffset="21467">11409 4551 23136,'-20'-36'565,"-1"0"1,-12 15-793,30 50 1,9 17-648,3 11 0,3 3-1053,1 2 0,1-2 1076,0-9 1,-2-6 0,4 8 0,-15-31 0</inkml:trace>
  <inkml:trace contextRef="#ctx0" brushRef="#br0" timeOffset="21667">10969 4833 22408,'56'-33'-118,"1"1"0,-1-1 1,-11 11-1,1 0 0,1 3 1,2 5 117,5 5 0,4 5 0,-1 3 0,-6 0 0,17-4 0,-7 3 0,-11 1 0,0 1 0</inkml:trace>
  <inkml:trace contextRef="#ctx0" brushRef="#br0" timeOffset="22268">12218 4525 12180,'-3'-4'4915,"-3"-30"0,4-9-3565,13-2-1160,-6-6 1,7 1-124,33 12-106,12 31 25,-29 27 0,-6 12 28,-7 16 0,-11 9 14,-9-13 0,-6 3 0,-3-2-2,-4 1 0,-3 0 0,0-3 44,-10 6 0,6-5 418,16 9-393,41-43 0,17-9-276,0-4 0,6-4 0,2 0-2056,-7 0 1,2 0 0,1 0 0,-3 0 1751,6-2 0,-2 0 1,-4 1-1,7 0 1,-12 2-1,-22 3 1</inkml:trace>
  <inkml:trace contextRef="#ctx0" brushRef="#br0" timeOffset="23703">13291 4297 18599,'41'39'5103,"-8"-25"-5243,-20 23 0,-7 17 0,0-2-2504,6 4 0,0-4 2644,-5-13 0,1-3 0,0 1 0,-2-6 0,-6-17 0</inkml:trace>
  <inkml:trace contextRef="#ctx0" brushRef="#br0" timeOffset="23924">13185 4569 14857,'-4'-3'7271,"1"0"-7237,38-50 13,13 38 1,7 3-34,-13-18 0,2 0-35,2 19 1,7 6-1,-5 1-1738,-4-1 0,-4-1 1759,-2 1 0,-2-1 0,13 0 0,-32 2 0</inkml:trace>
  <inkml:trace contextRef="#ctx0" brushRef="#br0" timeOffset="24273">14078 4178 19596,'9'-3'5321,"-1"1"-4935,-8 2 153,-1 53-394,7-14-41,1 8 1,3 11 0,-2-8-72,6 12-7,-5-18 0,1 5 1,-4-9 34,-7-1-598,5 14 537,19-20 0,-13-17 0,15-6 0</inkml:trace>
  <inkml:trace contextRef="#ctx0" brushRef="#br0" timeOffset="26900">2454 7162 14667,'0'-3'8083,"0"0"-7394,-4-22-460,2 23 225,-4-2-163,5 51-196,6 8-64,5-19 0,7-3 72,13-10 1,5-6-40,-2-5 1,1-7 61,10-8 0,-5-12-3,-17-10 1,-9-5-51,-8-33-12,-19 20 1,-7 1 52,-4 6 1,-1 3 3,-13-16-124,17 18 18,48 38-12,17 4-20,-1-5 0,6-2 37,5-8 0,1-4-9,-6-1 1,-3-4 16,1-9 0,-8-4 37,-9-13 55,-15-4-10,-15 19-158,-1 12 18,3 36 27,4 22-25,-1 8 1,3 6-105,2-10 1,4 0-6,-1 5 0,8-7 33,11-21 0,6-12 121,-1-17 1,1-11 13,4-8 0,-2-8 42,-8-6 0,-7-3 70,-8 4 0,-5 2 17,-2-11-157,-13 33-23,-2 37-49,3 16-497,9-5 0,6 1-1702,2-6 0,4-2 2271,5-1 0,1-4 0,5 3 0,-9-21 0</inkml:trace>
  <inkml:trace contextRef="#ctx0" brushRef="#br0" timeOffset="27067">3689 7001 22240,'-40'-47'-1074,"24"21"0,38 50 0,3-2 0</inkml:trace>
  <inkml:trace contextRef="#ctx0" brushRef="#br0" timeOffset="28167">4245 6976 14594,'4'-6'7825,"-1"2"-7360,-32-5 0,-17 6-208,-3 26 1,-4 9-225,6-14 1,-3-2 0,5 7-27,8 11 1,5 5-1,12-1 32,15 3 1,16-7 4,26-15 1,12-13 131,11-14 1,2-12 232,-4-7 0,-6-7 39,-15-3 0,-8-3-193,-13 8 0,-6 1-65,-10-8-178,-11 46-24,-2 55 4,4-7 0,0 8-112,1-5 1,0 4-1,-1 3-451,2-8 0,0 1 0,-2 2 0,-1-1 23,-4 3 1,-2 1-1,-1-1 1,-1-3 146,1-8 1,0-1-1,-1-4 1,-3-5-1620,-15 19 1,2-28 787,6-84 1176,31 1 0,11-13 0,5-3-132,-4 16 1,3-2-1,2-1 1,2-2 0,0 1 358,-2 4 1,2-1 0,1 0-1,0-1 1,1 1 0,-1 1 181,6-8 0,-1 0 0,1 1 0,1 2 0,-1 1 102,5-3 0,0 2 0,-1 3 0,-1 3 133,0 1 0,-1 3 0,-2 7-230,-1-1 1,-3 17 994,4 33-1233,-20 21 1,-6 11-79,4 19 0,0 6-106,-2-14 1,-1 3-1,0-1 79,1-3 0,0-2 0,0-2 27,1 10 0,1-7 1983,7 3-1582,10-63-135,8-46-191,-9 12 1,1-2-43,1 0 1,0 2-73,-5 8 0,1 8 216,15 9-135,-1 53-84,-14-6 0,1 2-11,7 6 0,3-2 16,0-7 1,3-7 19,2-16 1,0-11 2,-3-13 0,-4-12-3,-4-21 0,-7-10 3,-7 11 0,-3-3 0,-3 0 24,-1 1 0,-2 0 1,-3 2 70,-1-13 0,-3 9-95,-10 11-17,-10 92 3,16 3 0,6 7-24,4-8 1,2 2 0,2 1-180,3 4 1,2 0-1,3-2-78,0-3 0,2-2 1,1-4-3154,8 7 1,1-7 3419,-8-14 0,0-8 0,10-9 0,-16-15 0</inkml:trace>
  <inkml:trace contextRef="#ctx0" brushRef="#br0" timeOffset="28418">5400 6910 20643,'-36'-12'2193,"0"0"0,10-15-2115,60 16 1,19 2-68,-7-1 0,3 0-39,-5 2 0,3 1 0,-3 1-527,2-1 1,-4 2 554,-7 2 0,-3 0 0,2 0 0,-26 3 0</inkml:trace>
  <inkml:trace contextRef="#ctx0" brushRef="#br0" timeOffset="29644">6229 6678 15339,'0'-7'6789,"1"2"-6195,-55-24-359,3 69-211,15-18 0,-5 2 1,6 7-336,12 10 1,5 8-1,4 4 1,0-3 192,-2 9 0,3-1 1,8 1-72,9 2 0,8 0 0,11-13-95,26-11 0,12-15 247,-1-12 1,3-13 84,-13-10 1,1-10-1,-6-6 150,-4-14 0,-5-8 0,-3-1-227,-1 4 1,-2-1 0,-2-3 266,-8 5 0,-1-2 0,-2-1 0,-2 4 185,0-1 1,-3 2 0,-1 3-203,1-7 1,-1 5-312,-1-3 891,-7 74-728,-2 37-90,-1-2 0,0 6 24,-1-17 1,1 1-1,-1-2 79,2-4 0,0-2 0,0-3-22,-1 12 1,6-13 869,17-22-853,4-33 0,1-12-42,-3 3 1,1-2-10,13-12 1,-2 3-81,2 1 33,-6 16-5,-9 39 27,1 35-10,3 1-12,-5-16 0,6-7 112,34-22-78,-2-20 67,-18-37 0,-7-10 14,-18 24 0,-3 1-9,4-20 1,-2 20-350,-5 55 0,-1 15-1522,6 9 1782,2 9 0,-1-3 0,-3-22 0,4-9 0</inkml:trace>
  <inkml:trace contextRef="#ctx0" brushRef="#br0" timeOffset="29790">7527 6692 22347,'-32'0'0,"7"0"0</inkml:trace>
  <inkml:trace contextRef="#ctx0" brushRef="#br0" timeOffset="30602">7564 7283 20100,'33'-21'1788,"0"1"1,2-6 0,1-5-1761,-5 1 0,3-4 0,0-5 0,-1-4-135,-2-5 0,1-7 1,-2-3-1,-2 2 0,-4 3 243,4-10 0,-5 3 1,-6 2 10,-5-1 1,-5 1 0,-9 31-184,-21 56 0,1 33-634,20-13 0,7 11 0,7 5 0,4-1 0,5-9 39,7-5 1,5-4 0,6-4 0,5-6 1004,7-4 0,9 0 1,2-6-1,-5-11 1,-13-15 1421,-3-50 0,-13 5-1779,-2 61-110,-66-21 1,-15 8 54,32 36 1,10 17 0,18-17 179,39-34 1,17-27-101,-23-12 1,2-17-1,-2-9 1,-1-4-1,-5 6 41,-7 9 0,-3 1 0,-3-1 0,0-1 0,0-2-554,1-1 1,3-4 0,-2-1 0,-1 0 0,-5 5 0,-6 6 470,-8-12 0,-6 6 0,-2 29-180,-2 56 0,1 24 155,6-11 1,4 3 0,-1 8-129,0-3 1,0 8 0,1 5 0,-1 0 0,0-4 0,-1-8-1,0 4 1,0-7 0,-1 2 0,0-1 0,0-1 0,0 0 0,0 1-1</inkml:trace>
  <inkml:trace contextRef="#ctx0" brushRef="#br0" timeOffset="31009">9457 6797 21769,'62'-17'-77,"-1"-1"1,0 0-1,1 1 1,-8-3-1,-4 2 1,-4 4-1,-4 9 1,-1 1-1</inkml:trace>
  <inkml:trace contextRef="#ctx0" brushRef="#br0" timeOffset="31195">9676 7083 21086,'-3'1'3618,"0"0"-4002,30-15 1,22-6 383,-8 8 0,3 0 0,-1 0 0,9-9 0,-1 1 0,4 6 0,0 0 0</inkml:trace>
  <inkml:trace contextRef="#ctx0" brushRef="#br0" timeOffset="31903">11228 6813 19787,'-3'-9'4710,"1"2"-4648,-10-15-51,17 60-725,-7-5 0,1 5-4202,7 21 1,2 4 3964,-2-5 0,-1-5 0,1 8 0,-3-47 0</inkml:trace>
  <inkml:trace contextRef="#ctx0" brushRef="#br0" timeOffset="32302">11522 6442 19003,'-41'18'380,"1"-1"1,-1 1 0,-12 6 0,19 5 19,41 2 1,14-2 243,31 4-325,-13-23 1,-1-9 273,12-29 35,-43-20-203,-38-2-240,-22 13-252,2 22-168,13 39-986,25 35-2277,15-12 0,4 1 3498,-2-8 0,2-2 0,8 21 0,-9-41 0</inkml:trace>
  <inkml:trace contextRef="#ctx0" brushRef="#br0" timeOffset="32552">12110 6575 25079,'-12'34'-325,"-1"0"0,6 8 1,5 6-1355,3-3 1,3 5 0,2-3 734,4 10 1,3-6 0,-2-14-1,1-7 1,1-7 0</inkml:trace>
  <inkml:trace contextRef="#ctx0" brushRef="#br0" timeOffset="33052">11844 6974 24116,'27'-47'-407,"0"1"0,15 2 0,9 10-639,-3 19 1,6 8 0,0 0-367,-5-2 0,0-1 1,-4 0 1164,8-5 1,-10-3 3181,-3-16 756,-36 4-2223,-16 15-818,-13 33-454,-2 28-191,12-11 1,-1 4-174,-1 5 0,-4 2-1350,-8 2 0,-5-2-941,-9-6 0,-5-8 2579,-2-8 1,-1-14 957,5-21 0,9-13 549,18-14 0,11-7-406,12-4 1,11 1-752,5 7 1,6 8-387,6 16 0,2 11-261,5 18 1,1 11 176,5 11 0,-2 3 0,-13-9 0,-2-1 0,-5-4 0,0 1 0</inkml:trace>
  <inkml:trace contextRef="#ctx0" brushRef="#br0" timeOffset="34153">12999 6650 21769,'22'-62'314,"-1"1"0,9 15 0,4 19-244,2 38 0,-2 17-17,-5 8 0,-12 8-25,-22 2 0,-11 5 0,-4-3 0,-4 4 0,-6-2 7,4-11 1,-2-1-1,5-5 285,-1 11-80,46-25-237,32-19 0,16-12-205,-12 4 1,4-3-1,0 0-561,-2 1 1,0-1 0,2-2 762,0-1 0,4-1 0,-3-1 0,-11 4 0,-11 2 0,-4 1 0,18-7 0,0 0 0</inkml:trace>
  <inkml:trace contextRef="#ctx0" brushRef="#br0" timeOffset="34394">14303 6441 20128,'0'-5'5119,"0"1"-4832,0 4 32,27-58-336,-21 108-650,29-5 440,-30 2 0,-4 9-3050,12 2 0,5 3 0,-2-12 1310,2-8 1,3 3 0,-3-9 0,-14-30 0</inkml:trace>
  <inkml:trace contextRef="#ctx0" brushRef="#br0" timeOffset="34609">14189 6596 20890,'-5'-4'840,"0"1"-1204,27-14 0,20 0-2779,6 12 1,10 5 0,-2-2 2434,-11-10 1,0-2-1,0 4 1,10 7-1,1 5 1,-12-1-1,-9-3 1</inkml:trace>
  <inkml:trace contextRef="#ctx0" brushRef="#br0" timeOffset="35856">15227 6389 9638,'-1'-3'4915,"-9"-30"0,5-13-1252,26-13-3554,-9 9 0,7 7-98,13 22 0,6 16-25,11 33 0,-3 13 3,-19-18 0,-6 4-14,-3 14 1,-5 9 0,-11-4 29,-20-4 1,-10-2 1,7-3 1,-3 2 0,0-3-34,-17 8 1,9-4 87,28 11-96,47-37-77,-5-15 1,10-5-1,7-4 1,-1-1-173,-2 0 0,4-2 1,0-1-1,0 0 0,-5 1 1,13-3-1,-4 1 0,-1 0 1,4 0-1,-1 0 1,1-1-1</inkml:trace>
  <inkml:trace contextRef="#ctx0" brushRef="#br0" timeOffset="39433">15117 2069 13586,'-55'0'1949,"0"0"0,5 14 1,6 14-1650,19 8 1,7 10 0,3 4-772,3-2 1,3 4 0,2 3 0,1 1 476,3-6 1,0 3 0,2 0 0,2 0-1,2 0-78,3 12 1,2 0 0,4-1 0,6-3-387,3-5 0,4-2 0,6-4 0,5-5 191,9-6 1,8-5 0,1-4 0,-6-3 0,-7-2 0,-4-4 0,2-3 0,6-10 0,1 1 0,-1 0 0</inkml:trace>
  <inkml:trace contextRef="#ctx0" brushRef="#br0" timeOffset="39917">16306 1922 20145,'-53'19'238,"1"-1"1,-1 1 0,6 8-1,3 4 1,6 8-239,7 13 0,7 9 0,6 4-477,7-11 1,3 4 0,3 0-1,4 1 432,2 3 0,5 1 1,1 0-1,1-1-112,2-1 0,2-1 0,0 0 1,-2 0-203,0-2 1,-2 0 0,-1-1-1,-2-4 222,-1 2 1,-3-4 0,-6-3 608,-13 18 1,-11-23-132,-7-52 1,-2-19-127,3-8 1,5-11-80,8-9 1,4-10 0,9 0-118,10 15 1,6 0 0,3-1 0,2 2-329,1 2 0,1 2 1,5 0-1,4 1-293,6 3 1,4 1-1,4 0 1,2 3-1,-1 3 393,5 1 0,2 4 1,0 2-1,-2 2 1,3-3-1,-2 3 1,-3 3-1,2 3 1,0 0-1</inkml:trace>
  <inkml:trace contextRef="#ctx0" brushRef="#br0" timeOffset="41001">16540 2513 21713,'39'-38'245,"0"0"0,-8 1 0,-1-4 1,-1-2-147,0-4 0,-2-2 0,-2-1 26,-2 1 0,-1-1 0,-6 1 239,-5-15 0,-8 6 84,-8-2-342,-6 15-198,-11 67 311,6 13 0,2 9-74,-3 7 1,3 6-106,4 0 0,3 4 0,5-2-84,7-12 1,4-3 0,3 0-33,3 3 1,2-1 0,9-8 42,15-9 0,10-9 0,0-7-16,-3-10 0,2-7 0,0-4 52,5-1 0,0-3 1,-3-7-12,-8-8 0,-3-7 0,-8 1 36,-6 2 0,-10 1-260,-8-25 99,-61 65 62,8 30 11,17-12 1,7 4 36,14 6 1,11-1 5,20 10 146,12-9 168,15-55-56,-24-31-205,-12 12 0,-8-4 14,-12-10 1,-10 1-23,-3 14 0,-3 3-118,0 1 1,-2 6-1658,-8 8 870,60 29 0,23 6 76,-5-9 1,6-1 725,3 3 0,7 1 1,-3-4 208,-12-7 0,-3-3 1,-3 0 724,4 0 1,-7-2-8,1-4-606,-52 6 57,-23 16-174,-8 17-93,22-6 0,4 5 17,5 3 1,8 2 16,9-1 0,7-3 294,31 13 117,14-31-33,-4-39-190,-27-32-191,-29 19 0,-8 1-33,-7 2 0,-4 4-393,-22-12-1058,13 31-5634,45 30 7051,6-1 0,8 2 0,-16-12 0</inkml:trace>
  <inkml:trace contextRef="#ctx0" brushRef="#br0" timeOffset="41317">18306 2091 23595,'27'35'0,"-13"-4"0,0 6-6,10 19 1,-5 2 72,-12-5 1,-10-3 164,-8-12 0,-7-12 356,-21-31-235,19-50-370,24 15 1,11-2-477,10 0 0,8 5-1364,9 6 1,5 8 1856,1 8 0,-2 6 0,15 1 0,-21 7 0</inkml:trace>
  <inkml:trace contextRef="#ctx0" brushRef="#br0" timeOffset="41566">18690 1711 19076,'-8'-57'2259,"-1"0"0,-1 13 0,6 10-2258,17 23 41,14 36 1,8 21-23,2-1 0,5 6 0,2 4-501,-10-14 0,1 2 0,2 3 0,-2 1 1,-1 2 166,-4-3 0,1 2 0,-1 2 0,-3 1 0,-5 1 0,-6 1 312,-8 2 1,-8 3 0,-5 1 0,-1 0 0,0-3-1,3-5 1,8 3 0,2-4 0,-3-2 0,-10-2 0,-22-3-1,0 0 1,-1 0 0,1 0 0</inkml:trace>
  <inkml:trace contextRef="#ctx0" brushRef="#br0" timeOffset="45650">17527 3231 12032,'-55'8'661,"1"0"0,-1 0 0,0 0 0,0 0 0,-13 2 0,5-1 0,35-8-484,50-11 1,31-7-1,6 1-164,-14 4 1,5 1-1,3 0 1,4-1-1,4 0-507,-8 2 0,3-1 0,3-1 0,3 0 0,2 0 0,1 0 0,0 1 0,0 0 0,-1 2-166,-4 0 0,2 1 0,1 1 1,0 0-1,0 0 0,0 1 0,0 0 1,-2 0-1,-1 0 0,-2 0 557,4 0 0,-2-1 0,-1 1 1,-1 0-1,-1 1 0,-1-1 1,-1 1-1,0 1 0,11-1 1,2 1-1,-1 0 0,-4 1 0,-8 0 1,-12 1-1,-9 1 0,0 1 1</inkml:trace>
  <inkml:trace contextRef="#ctx0" brushRef="#br0" timeOffset="45934">17897 3275 11267,'-60'11'361,"0"0"0,1 0 1,-1 0-1,0 0 0,8-1 1,3-1-1,1 0 0,-1 0-185,-12 3 1,-8 0-1,13 0 1,32-2 2590,41-1-2492,15-10 1,17-6 0,7-2 0,1 0-961,-1 3 1,2-1-1,3 1 1,3-1 0,3-1 688,-14 2 1,3 0 0,3-1 0,1 1 0,2-1 0,0 0 0,-1 0 0,-1 1 0,-3 0-212,9-1 1,-1 1-1,-1 0 1,-1 0 0,0 0-1,0 1 1,1-1 16,0 1 0,1 0 1,1 0-1,0 1 0,-3-1 1,-3 1-1,-3 1 50,12-2 1,-3 1 0,-6 1 0,-7 1 0,1 0 0,-11 2-1,-7 0 1</inkml:trace>
  <inkml:trace contextRef="#ctx0" brushRef="#br0" timeOffset="49267">2093 1750 15132,'0'-6'6804,"0"2"-5651,-20-15-1943,-13 28 2027,-7-2 1,-9 6-514,-2 12 0,-5 7 0,0 0-567,1-2 1,-1-2 0,-3 2 130,5-3 0,-2 2 1,-1-2-1,3-2 237,-2-3 1,2-3 0,2-1-969,-8 3 1,5-4 1324,13-6 1,9-5 855,15-3-1738,11-2-398,7-1-676,0 5-162,-1 19 3944,1 14-3363,2 2 0,1 4-108,3 1 1,2 2 57,-1 9 1,0 3 343,-3-8 1,0 3 0,-2-1-204,-2-3 1,-3 0 0,1 2 300,-1 6 0,1 1 1,-1 1 236,-1 0 0,0 0 0,1 1-62,2-12 1,1 1-1,0 0 1,0-1 3,0 11 0,0-1 0,1 4 77,-1-3 1,1 3 0,-1 0-1,0-2-43,-2 5 0,-1-2 0,0 0-50,1-12 1,0 1-1,-1 0 1,-1 1-22,-1 3 1,-1 1-1,0 0 1,0-3-57,-1 9 0,1-3 0,-1 1-6,2-12 1,0 0-1,-1 0 1,1 1 18,0 1 0,0 1 0,0 0 0,0-2-1,-1 9 0,0-1 0,-1 0-8,0 5 0,-1 0 0,-1 1 34,1-12 1,-2 1-1,0 0 1,0-2-9,-2 6 1,1-1 0,-1 0-10,-1 4 1,0 1 0,0 0 13,1 1 1,0 0 0,0-2 51,1-9 0,0-2 1,-1 2 60,1-5 0,-1 2 1,-1 1-1,0-2-6,-1 0 1,-1-1-1,-1 0 1,0 1-6,-1 2 1,-1 1 0,1 0 0,-1 0 47,0 0 0,-1-1 1,1 1-1,1 0 25,1-2 1,1 1 0,0-1 0,2 0 65,-2 14 0,1 0 0,2 0-25,5-14 0,0 0 1,2 0-1,0 0 8,1 2 1,0 0 0,2 1-1,1 0 3,1 1 1,1 0-1,2 0 1,3 0-72,1-2 0,2 0 0,4-2 0,4-2-110,11 8 1,7-4 0,8-8 95,0-18 0,7-6 0,0-4 0,-4-1 0,10 7 0,-1-8 0,7-19 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3:51:33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1724 2336 15294,'13'-50'1861,"-1"0"0,0 1 0,4-20 1,-4 29-1756,-8 46 20,-3 23 0,-4 14-42,0 15 0,-2 6-13,-1-11 0,-1 3 0,0-1-15,0-2 0,-1-2 0,0-3 64,-2 7 1,0-8 881,-1 2-588,21-69-386,3-8 0,3-6 3,7-9 1,4-1-16,6 0 1,3 5-37,2 12 1,1 10-24,-2 16 1,-2 11-20,-2 14 1,-5 9-118,-5 11 0,-4 4-379,-1 2 1,1-3 140,3-9 0,5-9 372,5-18 0,3-11 165,4-16 1,-2-10 108,-7-8 1,-5-3 98,-7 5 0,-6 1-15,-6-6-302,-7 27-5,11 26-6,23 4 45,25 1-15,-22-20 1,0-7 17,1-7 0,-4-7 36,-7-6 0,-7-6 11,-7-3 0,-8-1 84,-17-24-84,-20 19-117,-13 36 11,0 42-17,26-3 0,6 5-121,8 10 1,10 1-222,15 2 1,13-6-49,18-7 1,11-12 258,-13-17 1,4-6-1,-1-5 43,4-7 1,0-6-1,-4-4 213,-5-3 0,-3-5 1,-6-1 148,4-13 0,-13-1-30,-21 6 0,-13 4 80,-43-8-248,12 31 0,-2 9-34,0 12 0,4 9-12,5 12 1,8 7 140,10 5 0,9 2-146,13-4 0,10-7 53,10-14 1,7-12 72,8-18 0,0-12 90,-3-10 0,-6-6-9,-6-4 1,-7-1 193,-1-15-303,-18 26-145,-12 46-1,0 32-168,4-7 1,4 4-824,7 8 1,7-2 155,11-8 1,7-8 762,10-15 0,4-14 417,1-20 0,-2-14 459,-2-12 1,-8-6-275,-12 10 0,-6 1 86,1-16-453,-21 60 0,-9 50-78,5-8 0,0 8-34,1 0 0,2 6 0,-1-3-99,2-9 0,-1-2 0,2-1 95,0 3 1,2 0-1,-1-10 50,-1 2-7,5-80-39,-1-21 0,0-14 5,0 19 1,1-4 0,1-2-1,0 2-185,-1-11 0,1 1 0,1 0 189,1 12 1,0-2 0,2 2 0,1 5-2,8-13 1,6 8-12,5 7 1,6 7-15,6 12 0,5 12 124,8 14 0,0 13-121,-6 7 0,-11 11-3,-20 12 0,-18 6-205,-26 4 1,-17-2-3056,5-18 0,-6-3 0,2-3 1980,-8 3 1,3-6 0,13-8 0,10-6 0,23-10 0</inkml:trace>
  <inkml:trace contextRef="#ctx0" brushRef="#br0" timeOffset="200">4511 2569 20296,'-7'1'2734,"2"1"-6229,40-12 0,24-5 3495,-15 7 0,1-1 0,11-5 0,-2 1 0,-21 8 0,0 0 0</inkml:trace>
  <inkml:trace contextRef="#ctx0" brushRef="#br0" timeOffset="351">4791 2726 24760,'51'6'-441,"-38"6"1,37-25 0</inkml:trace>
  <inkml:trace contextRef="#ctx0" brushRef="#br0" timeOffset="967">6869 2025 17820,'-16'-46'1912,"-1"1"0,2 7 0,-5 12-1884,-37 35-20,17 4 1,-2 2-6,-4 3 0,-2-2 11,4-5 1,-3-1 0,4-2 16,-2-1 0,3-2-20,2-3 0,6 2 45,11 9 174,26 31-45,-3 0 0,-2 7-77,-1-5 0,-1 3 0,1 3-242,-2 5 1,1 3 0,1-1 157,3 0 0,2-1 1,6-3-55,5-7 0,4-3 0,10-7-1902,16-10 0,11-8 0,0-6 1932,-5-6 0,1-5 0,-2-3 0,19-4 0,-6-4 0,-29-1 0,0-1 0</inkml:trace>
  <inkml:trace contextRef="#ctx0" brushRef="#br0" timeOffset="1600">7830 2206 13379,'12'-57'3276,"-1"1"1,-6 10 0,-3 5-1827,-6-3-1321,-10 52-54,4 25 1,3 11-59,0 1 0,1 3-10,0-3 1,2 3-1,2-3 46,5 1 1,6-6 119,24 15-94,0-55 0,3-13 33,3-11 0,-1-8 53,3-8 0,-3-1 22,-10 6 1,-5 3-53,2-7-102,-27 49-27,-10 46-115,6-12 0,4 4-950,6 12 0,9 1 1059,4-20 0,6-1 0,-2-4 0,-2 1 0,1-4 0,5-10 0,1 0 0</inkml:trace>
  <inkml:trace contextRef="#ctx0" brushRef="#br0" timeOffset="1767">8719 2417 24251,'9'60'-160,"0"1"1,-3-25 0,0-3 0,-3 17 0</inkml:trace>
  <inkml:trace contextRef="#ctx0" brushRef="#br0" timeOffset="2367">9859 2013 24027,'-51'-12'81,"1"1"1,-1 0 0,5 0 0,0 0-1,4 7-25,-2 12 0,5 6 90,-14 8 28,31 11-12,15 23-98,4-21 1,1 2 64,0 5 0,0 0-17,-1-2 0,-2-2 56,-5 20 314,1-24 139,6-26-475,22-34-127,4 1 1,4-1-9,1 0 0,2 1 6,16-5 0,2 6-12,-7 11 1,0 8-34,4 8 0,-2 9 3,-3 8 0,-6 8-43,-8 8 1,-11 4-392,-15 6 0,-12 0-2079,-15 1 1,-9-5 2537,-1-8 0,-2-5 0,7-6 0,3-6 0,0-5 0</inkml:trace>
  <inkml:trace contextRef="#ctx0" brushRef="#br0" timeOffset="2567">10147 2400 15255,'6'0'3954,"21"25"1,-2 13-7679,-23 13 3724,19-7 0,-3-3 0,-29-2 0,6-27 0</inkml:trace>
  <inkml:trace contextRef="#ctx0" brushRef="#br0" timeOffset="9067">9771 1957 7688,'-1'-8'4380,"0"1"-1283,1 7-649,0 0-773,-4-1-1081,-8 1 67,-16 0 106,-7 1-67,2 0-179,12-1-179,13-1-213,-1 5-6,-16 13 51,-15 15-127,16-10 1,1 2 2,2 2 1,2 1 77,-6 26 40,10 4-101,10-25 1,0 1-43,2 0 0,0 1-3,0 0 1,2-1 27,4 24-10,4-6 66,5-8-22,2-7 17,2-6 67,6-8 28,14-7-56,11-8-56,-2-4 22,-8-3 12,-10-3 39,3-10-62,14-12-17,-17 6 1,-2-3 38,-2-1 1,-3-3 78,6-27-56,-21 4-84,-15 9-11,-5 7 0,-2 5 28,-3 3-62,1 8-22,-15 7 61,-10 9-27,8 2-23,-1 2 0,13 2-6,1 3 0,-12 5-5,11-2-6,6-2 12,12-6-29,6-3-61,0 0 106,13-3 6,14-2-39,33-1 24,-25 5 1,1 1-20,28 3 1,-11 11-29,-26 7 56,-9 11 11,-8 12-55,-13 0 66,-16 11-16,-4-21-6,-19 5-11,-3-20 0,-5-4 28,-9-7-33,14-13 27,0-4-11,3-16 6,12-1-39,-1-8-17,12-18 61,11 0-11,4-9-3,9 26 1,4 2-48,13-24 44,-8 27 1,1-1-1,2 0 1,0 1 11,6-12-45,-2 2 50,-5 14 1,4-1-29,3-1 6,3-2 0,-10 11 34,-7 8-236,-6 8-1322,3 5 1524,11 1 0,-8 0 0,7-2 0</inkml:trace>
  <inkml:trace contextRef="#ctx0" brushRef="#br0" timeOffset="10183">11182 1980 21881,'-56'-4'599,"20"7"1,-1 3-438,-8 10 1,0 2-29,7-5 1,1-1 94,1-1 1,5-3 162,10-5-190,14-3-146,7 0-23,0 11 23,0 15 51,0 34-46,0-19 1,0 1 13,-2-5 1,0-1 112,0 0 0,0-6 310,-2-9-151,0-12-235,6-26-100,17-25-12,20-9-9,-15 23 1,6 5-20,13 9 0,3 11-9,-6 10 1,-2 9-6,3 7 0,-8 8-11,-14 7 0,-13 5-185,-18 1 0,-12-1-289,-5-5 0,-6-5-152,-11-4 1,1-6 0,0-2-1,9-14 1</inkml:trace>
  <inkml:trace contextRef="#ctx0" brushRef="#br0" timeOffset="10416">11688 2409 20946,'-2'3'1604,"-13"33"1,-1 13-8572,7 13 6967,-6-8 0,0-2 0,14-7 0,1-32 0</inkml:trace>
  <inkml:trace contextRef="#ctx0" brushRef="#br0" timeOffset="15183">12722 2202 19641,'-26'-59'1156,"1"1"1,0 19 0,-4 1-1,-3 9-631,-10 9 0,-4 10-46,-7 3 0,-2 12-59,13 14 0,1 9 0,4 4-186,-5 17 0,7 6-226,8-16 1,1 1 0,12 0 29,16 9 1,16-10-4,13-23 0,8-11 422,11-7 1,2-12-106,-11-10 0,-1-7 0,-3-2-124,2-9 1,-6-1-336,-1-3 1,-7 3 48,-8-6 56,-18 46-245,-7 34 307,-4 21 1,0 12-312,4-15 1,-1 4-1,1 3-1211,1-3 0,0 3 0,1 2 0,3-3 1388,2 10 0,3-3 0,-1-3 0,-1 3 0,3-7 1,13 3-1</inkml:trace>
  <inkml:trace contextRef="#ctx0" brushRef="#br0" timeOffset="15400">13153 2556 19888,'0'-3'3640,"0"0"-4021,-12 46-9450,0 21 8132,-4-1 1,7-8 0,8-48 0</inkml:trace>
  <inkml:trace contextRef="#ctx0" brushRef="#br0" timeOffset="15883">13871 2242 22015,'2'-54'926,"-1"1"0,1 7 1,-1 21-882,0 74-236,-1-3 1,1 6-695,-1-8 0,1 3 0,1 0 566,4 2 0,1-1 0,-2-3 1,-2 0-1,2-5 0,12 10 0</inkml:trace>
  <inkml:trace contextRef="#ctx0" brushRef="#br0" timeOffset="16267">14409 2204 22436,'-8'-32'635,"-1"-1"1,-16 21-628,12 47 1,4 20-9,-2 4 0,4 2 47,6-3 1,8-6 64,7-11 0,10-12-48,14-22 1,6-14 24,6-14 1,-1-11 42,-16 3 1,-2-5 0,-5-2 80,3-18 0,-14-1-93,-20 5 1,-14 4-60,-12 10 1,-7 9-57,-5 8 1,-1 10-207,7 11 1,5 11-2317,9 14 1,7 8 2521,9 3 0,5 0 0,1 24 0,7-25 1</inkml:trace>
  <inkml:trace contextRef="#ctx0" brushRef="#br0" timeOffset="16484">15037 2466 20856,'-5'1'2902,"2"0"-3042,-7 56-4591,-2-22 1,-2 2 4730,1 9 0,0 0 0,-1-11 0,1-7 0,2-8 0</inkml:trace>
  <inkml:trace contextRef="#ctx0" brushRef="#br0" timeOffset="17184">15770 2232 15255,'0'-4'8531,"0"0"-7932,0 4-269,-51-16-167,5 60-119,10-21 1,4 5-20,19 24 1,17 4 7,18-6 1,14-7-6,0-19 0,8-7 0,-1-4 5,14-2 1,0-10 13,4-10 1,-12-13-28,-31-8 0,-13-5 19,-22-28-22,-18 22 0,-10 2 5,-4 4 1,0 1 2,7 4 0,5-3 20,6-2 0,14-1-23,42-20-22,20 13 5,-4 25 1,3 11-20,-4 19 0,-5 10-3,-3 3 1,-8 7-324,-13 10 0,-7 7 0,-4 0 340,-3 13 0,-4-3 0,-3-6 0,0-6 0,1 7 0</inkml:trace>
  <inkml:trace contextRef="#ctx0" brushRef="#br0" timeOffset="17401">16563 2477 20352,'0'-3'4481,"0"1"-4442,-16 19-996,0 31 106,6-14 1,0 1 0,-3 19-1,11-13 1</inkml:trace>
  <inkml:trace contextRef="#ctx0" brushRef="#br0" timeOffset="17768">16950 2038 20168,'-5'-5'5433,"2"1"-5243,3 4-167,41-54-9,-9 48 0,5 4-6,8-17 0,0 9 3,6 43 1,-8 19 16,-20 1 0,-9 6-38,-5-14 1,-3 2 0,-2 1-171,-5 0 1,-2-1 0,2 0-2045,3 17 0,3-2 2224,0-11 0,1-3 0,1-11 0,1-6 0,0-7 0</inkml:trace>
  <inkml:trace contextRef="#ctx0" brushRef="#br0" timeOffset="17967">17075 2509 23663,'38'-42'-2734,"-1"1"1,13 3-1,5 9 2734,3 17 0,0 7 0,-9 1 0,-8 0 0,-17 2 0</inkml:trace>
  <inkml:trace contextRef="#ctx0" brushRef="#br0" timeOffset="18434">17707 1852 16476,'-3'-5'5517,"1"2"-5063,2 3-73,92-67-202,-59 56 1,3 2-68,7-14 0,4-4 0,-4 8 86,-6 15 1,-5 8 181,8 11 65,-17 23-241,-15-7 0,-2 5-27,2 9 1,-1 4-31,-2 8 1,-1 3-116,-1-17 1,1 1 0,0 0-20,2 1 0,-1 1 1,3 0-101,4 3 1,2 0-1,-1-2-49,4 11 1,-4-2-183,-6 4 1,-14-4 311,-39-12 1,-8-7-1,27-11 1,-1-3-1,-21-6 1,0 0-1</inkml:trace>
  <inkml:trace contextRef="#ctx0" brushRef="#br0" timeOffset="27017">8228 3445 18638,'0'-3'4453,"0"1"-4313,-14 24-224,9 38-826,-1-14 0,0 4 910,5-5 0,1 3 0,1-5 0,0-3 0,1-3 0,-2-4 0,0 1 0</inkml:trace>
  <inkml:trace contextRef="#ctx0" brushRef="#br0" timeOffset="28051">8264 3330 14656,'-8'21'4066,"2"-6"-1394,5-9-2521,1-7-224,-2 0 2392,1 0-1977,-1-2-258,0 1-157,0-1 34,-5 12-6,-2 7 17,2 3 174,2-5 235,6-9 5,5-14-179,1-4 23,-1 1-387,-2 2 174,-9 37 0,7 2-17,0 31 11,6-6 28,-1-8 292,-4-16-6,-3-28-168,1-34-12,2-13 74,-2-1-225,0 16-16,-10 44 27,-12 41 6,7-18 1,1 3-7,1 4 1,1-2 27,-1 10 158,14-28-281,6-35-1753,0-20 1843,-3-7 0,-1 10 0,-4 10 0</inkml:trace>
  <inkml:trace contextRef="#ctx0" brushRef="#br0" timeOffset="28816">8083 4580 24867,'-22'-12'-1193,"2"59"-1084,17 2 0,4 7 2277,-3 7 0,1-5 0,-3 4 0,3-30 0</inkml:trace>
  <inkml:trace contextRef="#ctx0" brushRef="#br0" timeOffset="29184">8198 4177 22492,'-26'36'93,"1"-1"1,-1 1 0,7 14 0,17-6 136,27-19 0,11-9 19,4-7 0,-1-12 255,-4-21 0,-9-9-297,-15 2 0,-8-3-162,-5 0 0,-7 2-191,-38-8-1158,13 36-2651,8 25 3955,34 18 0,-2-10 0,8-8 0</inkml:trace>
  <inkml:trace contextRef="#ctx0" brushRef="#br0" timeOffset="29584">8774 4419 17759,'-9'1'5002,"3"-1"-5041,6 0-1060,32 3-315,6-4 0,4 1-807,-1 4 0,-1 6-2086,8 6 0,-15 7 4307,-48 36 3691,-17-17 0,-9-3 230,-9-4 0,-2-4-2224,11-9 0,4-3-358,-4 1-1227,46-28-695,42-13-1428,-3 2 0,6-2 2011,11-2 0,-1 2 0,-15 5 0,-3 2 0,17-6 0</inkml:trace>
  <inkml:trace contextRef="#ctx0" brushRef="#br0" timeOffset="29883">9543 4394 20291,'4'-5'4279,"0"2"-4218,-29 21 1,-8 13-62,18 19 22,-8-7 1,10 1 86,33-11 0,12-7 17,-1-7 0,3-7 154,11-10 1,-2-10 57,-14-11 1,-6-7-132,-1-11 1,-9-5-164,-11 3 1,-12 3-3758,-37-5 3713,1 31 0,2 26 0,28-3 0</inkml:trace>
  <inkml:trace contextRef="#ctx0" brushRef="#br0" timeOffset="32467">15452 5651 18162,'11'-57'2020,"1"1"0,-4 6 1,-1 20-1982,-3 33 33,-6 32 1,-5 16-53,3-5 0,-1 4 0,0 0 1,0 3-1,2-3-12,2 4 1,5-7 226,2-10 0,7-9 129,42-18-192,-18-24 0,5-10 0,-2-2 77,12-6 1,-1-1-164,5-5 1,-7 9-36,-12 26-35,-45 64-131,2-8 1,2 7-249,6-13 1,2 1 0,4 0-372,4-2 0,4-1 0,3-4-272,13 10 1,9-13-3725,19-21 0,4-21 2697,-25-14 0,-1-10 0,-1-5 1799,7-7 0,0-5 0,-3-8 1039,-14 10 1,-2-6-1,-1-3 1,-2 0-1,-3 1 116,0-6 1,-4-1-1,-2 1 1,-3-2-61,1-4 0,-2-1 0,-6 1 1,-12 3 6,-14 3 0,-11 2 0,-8 5 0,-4 7-557,-7 10 0,-7 7 0,-4 6 0,-2 3-209,6 3 0,-3 1 0,-1 5 0,-2 5 0,1 8-66,11 5 0,-1 6 0,-1 5 0,0 3 0,2 3 0,2 2 0,5 1-22,1 5 0,3 4 0,2 2 0,3 2 0,2 2 0,1 1-15,-2 4 0,0 2 0,2 2 0,5 1 0,5 2 0,9 1-5,9 3 0,7 4 1,7 2-1,6-2 1,4-2-1,4-6-9,8 1 1,7-5-1,5-2 1,4-4 0,5-2-217,-7-10 1,4 0 0,3-1 0,3-3 0,1-3-1,1-5 1,1-4 257,0-6 0,2-4 0,2-5 1,0-2-1,1-4 0,-2-3 1,0-2 26,-1-1 0,-1-4 1,1-2-1,-1-3 1,-1-3-1,-3-2 1,-2-4-13,4-7 1,-1-4 0,-3-3 0,-2-4 0,-5-2 0,-5-1-60,-7 1 0,-1-3 0,-4-1 1,-5-2-1,-6 0 0,-7 1-170,-9-7 0,-8-1 0,-8 0 0,-6 3 0,-6 5 187,-10 3 0,-9 4 0,-5 4 0,-1 3 0,3 3 0,5 4 0,0 3 0,1 4 0,-2 4 0,-16 8 0,-1-1 0,1 1 0</inkml:trace>
  <inkml:trace contextRef="#ctx0" brushRef="#br0" timeOffset="39317">15395 6985 9296,'28'-38'2457,"1"0"1,-1 0-1,2-4 1,-2 5 67,5-4-2569,-41 52 209,-18 22 0,-10 10-102,7-8 1,-2 2 0,-4 3-269,-3 3 0,-4 3 1,-1 2-1,0-1 247,-1 0 0,-1 0 0,1 0 0,1-1-81,5-6 0,0-1 0,1-1 0,1 0-975,-5 8 0,1-2 0,7-5 440,11-10 0,4-4 1,-1 7-1,19-24 1</inkml:trace>
  <inkml:trace contextRef="#ctx0" brushRef="#br0" timeOffset="39984">14024 8299 16801,'0'-4'3277,"0"1"-3143,-36 9 1,-16 13-12,16 16 0,0 8-508,-8-3 1,-5 4 0,7 5 378,14 6 1,7 5 0,5 0-16,4-3 0,5 1 1,7-3 147,6-8 0,5-2 0,4-4 4,13 5 1,6-9 421,1-15 0,0-12-203,-2-17 0,-5-11-90,-6-11 1,-7-7 139,-4-6 1,-8 0 89,-6 5 1,-10 7-609,-39 5-119,12 35 0,-2 12-1074,-3 9 0,5 7 1311,8 5 0,6 1 0,-4 12 0,31-21 0</inkml:trace>
  <inkml:trace contextRef="#ctx0" brushRef="#br0" timeOffset="40433">14432 8142 15642,'-44'-37'904,"1"-1"0,-1 1 0,4 8 0,-2 4 0,-4 10-718,-1 14 0,-6 10 0,-1 6 1,2 5-796,6 2 1,1 4-1,0 4 1,1 3 0,-1 3 614,1 0 1,0 4-1,-1 2 1,2 2-1,1 2 1,3 1-19,1 1 1,1 3 0,2 1 0,2 2 0,4-1 0,6 1 26,1 6 1,3 3 0,6-1-1,7-2 1,10-4-94,14 5 1,12-2-1,8-5 1,8-8 90,1-13 1,8-6-1,4-5 1,3-4-1,0-4 21,-6-5 1,3-4-1,0-3 1,2-4 0,-2-2-1,0-2 26,-3-2 1,1-2 0,0-3 0,-2-3-1,-2-3 1,-2-2-24,3-8 0,-1-5 0,-3-3 0,-4-2 1,-5-4-14,-5 0 1,-4-3 0,-4-3-1,-5 0 1,-6-1 15,-4-9 0,-7-2 0,-7 1 0,-10 4-560,-9 4 1,-9 2-1,-6 5 1,-2 4 519,-2 10 0,-4 4 0,-2 4 0,2 3 0,-5 2 0,2 4 0,2 5 0,2 7 0,0 1 0</inkml:trace>
  <inkml:trace contextRef="#ctx0" brushRef="#br0" timeOffset="63468">18975 9359 24575,'0'0'0</inkml:trace>
  <inkml:trace contextRef="#ctx0" brushRef="#br0" timeOffset="88133">16516 6511 13306,'-1'-3'5416,"0"1"-3304,1 2-1143,-13-39-925,11 29 372,17 3-257,7 33 1,4 16-76,-3-9 0,1 3 0,3 5-398,2 7 0,3 6 1,0 3-1,0-2 374,-1-3 0,0 0 1,0 0-1,2 1-41,-5-7 0,1 1 0,1 1 0,1-2 0,1 0-27,3-2 0,1 0 0,1-1 1,-1-2-1,-2-3-385,8 9 0,-3-4 0,-1 0 393,-3 2 0,-2 1 0,-6-7 0,-4-9 0,-9-5 0,-22 11 0</inkml:trace>
  <inkml:trace contextRef="#ctx0" brushRef="#br0" timeOffset="88983">17924 8190 18823,'-35'8'390,"0"1"0,-8 0 1,-1 0-47,-2 3 1,-1-2 24,3-3 1,3-2 302,-15-4-464,31-3-180,22 3 246,5 25-117,1 27-110,-1-13 1,0 3 67,-1 4 0,-1-1 106,-2-3 0,-1-2 272,-2 15 280,-2-26-331,-1-29-347,1-28-83,3-15-225,22-15 157,10 28 0,8 4-3,13 6 0,4 10-42,4 12 1,-5 14-26,-11 21 0,-15 13-72,-22-6 0,-12 6 0,-5-1-256,-8 5 1,-6 1 0,-4-4-102,-4-4 0,-4-3 1,-1-6 554,-14-2 0,3-8 0,-3 0 0,21-35 0</inkml:trace>
  <inkml:trace contextRef="#ctx0" brushRef="#br0" timeOffset="89416">17710 7969 19680,'-58'18'422,"1"0"0,-1 0 1,3 9-1,1 5 0,6 8-398,14-1 0,4 5 0,3 4 0,2 1-510,2 4 0,2 2 0,4 1 1,4 1 417,4 0 1,4 2 0,5-1 0,5-1-16,4-2 0,5-1 1,5-2-1,5-4 35,6-5 1,6-3-1,4-4 1,3-5-42,6-2 1,5-6 0,2-4 0,1-6 54,5-7 1,3-6-1,1-6 1,-2-4 65,-13-3 1,1-4-1,-1-2 1,-1-5-1,-3-2 40,-2-4 1,-1-3 0,-1-4 0,-4-2 0,-3-2 12,-3-2 0,-3-3 0,-3-2 1,-3-1-1,-5 0 4,-1-12 1,-5-1 0,-7 0-1,-8 2-28,-8 5 1,-6 0 0,-7 3 0,-7 5-132,-6 4 0,-8 4 0,-5 5 0,-3 4 70,1 10 0,-5 5 0,-1 3 0,1 2 0,4 0 0,-6-2 0,4 2 0,0 3 0,4 8 0,-1 0 0,1 0 0</inkml:trace>
  <inkml:trace contextRef="#ctx0" brushRef="#br0" timeOffset="124868">22600 4557 24575,'0'0'0</inkml:trace>
  <inkml:trace contextRef="#ctx0" brushRef="#br0" timeOffset="156999">8631 1232 30344,'17'-59'484,"-1"-1"1,0 1-1,11 3 1,5 2 0,7 9-485,7 13 0,6 7 0,2 7 0,2 5 0,3 8 0,-3 7 0,-2 10 0,-2 9 0,-5 6 0,-7 9 0,-6 8 0,-4 2-71,-4 4 0,-5 3 0,-4 0-255,-3 0 1,-4 0-1,-3-2-223,0 15 1,-6-4 187,-7-10 0,-7-5-198,-4-11 1,-5-6 652,-33-1 933,0-40-265,13-27 11,14-13-848,11 14-275,9 23-141,9 38-87,25 18-40,-1-15 0,5-2 22,8-2 1,4-5 443,2-5 0,2-5-440,4-7 0,0-4 792,0-4 0,-2-1 1,12-4-1,-10-1 0</inkml:trace>
  <inkml:trace contextRef="#ctx0" brushRef="#br0" timeOffset="157949">8700 1304 22455,'-21'-59'964,"-1"-1"0,20 1 1,6-4-824,-5 14 1,-1-4 0,4-1 0,7 5 1500,13-6 0,10 5 0,6 6-1022,7 4 0,7 7 1,5 6-655,-7 9 1,4 4-1,2 4 1,2 1-77,-6 3 0,2 3 1,1 1-1,1 1 1,-1 2-132,4 2 0,0 1 0,0 1 0,0 3 1,-2 1-126,9 3 1,-1 3-1,-3 2 1,-3 4 335,-9 1 1,-3 3 0,-4 2 0,-4 4-262,0 10 1,-7 5-1,-5 1-130,-6 0 0,-6 2 1,0-1-179,-1-1 1,-2 1 0,1-2 23,0-2 1,0-1 0,0-1 386,5 15 0,0-1-81,-4-6 0,-2-3 563,-4-9 0,-1-3-362,-1 12 1626,-4-18-1028,-20-7 648,-20-2-699,8-11 1,-4-2 107,1-6 0,0-4 544,-24-13-242,20-12-491,19 2-403,9 9-345,9 9 118,23 23-104,20 11 214,-11-10 0,4-1 71,5-2 1,2-4 243,1-9 0,0-5 405,-2-5 0,-2-5 124,-5-6 1,-5-4-723,-6-2 0,-5-1 0,-2-19 0,-31 37 0,8 2 0,-16 27 0</inkml:trace>
  <inkml:trace contextRef="#ctx0" brushRef="#br0" timeOffset="174615">9849 3121 10993,'-5'22'7107,"1"-17"-6603,-1-44-128,-2-6 5,-4 3 157,3 3-68,1 7-134,6 11-453,2 8 184,0 22 5,-1 24 12,-3 27-70,2-21 0,0 2 6,1 2 0,1-1-15,2-5 1,1-3 5,4 14 174,0-23 268,-5-17-425,-7-15-123,-10-3 62,-11-2 10,-12 3 57,-9 4 61,5-1-11,9-2-22,13-3-23,13-4-11,3 0-79,2 2-223,1 7 319,0 25-34,3 20 0,13 18 22,1-27 1,4-4 19,7-5 1,5-7 13,4-8 0,1-8 0,-2-8 1,-3-5 2,-5-5 0,-5-3-8,5-23-236,-18 14-2145,-13 18 2319,-6 30 0,2-7 0,0 13 0</inkml:trace>
  <inkml:trace contextRef="#ctx0" brushRef="#br0" timeOffset="174916">10273 3855 19137,'-7'57'-1046,"0"0"1,2 1-1,4 0 1046,7-3 0,2-3 0,0 12 0,6-22 0</inkml:trace>
  <inkml:trace contextRef="#ctx0" brushRef="#br0" timeOffset="175316">10458 3546 15916,'-11'-8'723,"2"2"-174,-21 26-146,30 0 358,-9 15 495,38-16-663,0-16-33,-5-27 269,-18-14-398,-5 2-431,-6 7-1271,-3 29-633,1 18 1904,3 31 0,1-20 0,2 7 0</inkml:trace>
  <inkml:trace contextRef="#ctx0" brushRef="#br0" timeOffset="175549">10723 3874 14925,'-3'0'4179,"0"0"-4746,3 0-5930,72-18 6497,-18 13 0,-12-4 0,-3 0 0,-2 9 0</inkml:trace>
  <inkml:trace contextRef="#ctx0" brushRef="#br0" timeOffset="175733">10733 4113 18397,'51'-24'-340,"0"1"1,0-1-1,1-2 1,0-1-1,-8 4 1,11-7 0,-5-2-1</inkml:trace>
  <inkml:trace contextRef="#ctx0" brushRef="#br0" timeOffset="175932">11232 3682 23383,'44'42'-322,"-20"-7"0,-3 8 322,-6 4 0,-2 7 0,-2-5 0,1 0 0,-1-5 0,1-3 0,-1-1 0</inkml:trace>
  <inkml:trace contextRef="#ctx0" brushRef="#br0" timeOffset="183482">13406 9991 8797,'25'-52'3276,"1"-1"1,-5 7 0,-14 15-2201,-48 44-727,9 8 0,-4 7 0,-2 4-239,-2 2 1,-2 3 0,-2 3-1,0 1-379,4-4 1,-1 3 0,-1 1-1,1 0 1,0-1 219,1 1 1,0-1 0,1 1 0,0-1 0,3 0-463,-4 4 0,2 0 0,2-1 0,3-2 124,1 2 1,4-2 0,3-4-1,1-2 1,5-6 0,5 4-1</inkml:trace>
  <inkml:trace contextRef="#ctx0" brushRef="#br0" timeOffset="184133">11919 11759 12707,'19'-49'957,"1"1"1,-1 0 0,0-1 0,3-9-1,-1 1 1,-10 6-157,-9 7 1,-10 8-371,-25-8-361,0 47 0,-5 13-44,3 5 0,-2 7 0,2 4-32,-5 8 1,1 4-1,3 2-26,3 1 1,3 1-1,8 0 7,3 14 0,16-4 95,17-18 0,11-11 11,15-16 0,5-15 31,7-18 0,0-14 3,-15 2 1,0-6 0,-3-1 117,0-2 1,-2-1 0,-3 2 205,4-12 1,-5 5-311,4-5 78,-27 73-129,-8 18 1,-5 11-76,2-3 1,0 6 0,0 2-480,0-4 1,0 4 0,0 1 0,0 0-1983,1 2 0,1 1 1,0-1-1,0-2 1996,1 2 1,0-2 0,1-5 0,0 6 0,1-14 0,2-31 0</inkml:trace>
  <inkml:trace contextRef="#ctx0" brushRef="#br0" timeOffset="188898">13542 9904 8830,'-5'-1'8391,"2"0"-6088,-3-12-1374,13 7 34,12-3-420,10 23 1,5 11-415,2-2 0,3 5-79,1 3 1,5 6-1,1-1-507,-4-7 1,1-1 0,1 1 0,0-1 456,0 0 0,1 0 0,-1-1 0,-1-1 0,4 0 0,-2-1 0,-4-3 0,-4-2 0,1-1 0</inkml:trace>
  <inkml:trace contextRef="#ctx0" brushRef="#br0" timeOffset="189449">14314 11410 19619,'0'-3'2486,"0"1"-2205,2 37-284,1 4 0,0 6-328,-1 12 1,0 5-2947,2 0 0,0 4 0,0-5 2332,0-4 0,0-4 1,0 3-1,0-10 1,0-25-1</inkml:trace>
  <inkml:trace contextRef="#ctx0" brushRef="#br0" timeOffset="189849">14932 11328 21343,'-26'44'121,"1"0"0,-1 0 1,0 0-1,-1 9 1,3 0-1,11-3-84,16 12 0,15-7 78,6-16 0,7-11 95,5-19 0,2-12 64,-2-15 0,-6-11 17,-6-14 1,-10-7-60,-9-2 1,-10 0-169,-9 4 0,-10 5-249,-9 12 1,-7 8-990,-8 11 1,-3 11-3743,-2 13 1,3 6 4337,10-3 0,4 1 1,-13 18-1,39-22 0</inkml:trace>
  <inkml:trace contextRef="#ctx0" brushRef="#br0" timeOffset="190282">14913 11046 17378,'-58'-9'471,"0"0"0,-1 0 0,1-1 0,0 1 1,-6 1-1,0 0 0,3 5 0,2 12-419,2 14 0,2 11 0,4 7 0,7 2-592,9-2 0,6 4 1,4 3-1,3 2 547,-2 5 0,3 3 0,6 2 0,7 1-34,10-5 0,5 2 0,6 1 0,4-3 1,3-3-84,8 1 1,6-4 0,4-3 0,2-2 34,-4-7 0,2 1 0,3-3 0,2-4 0,4-8 81,7-6 1,6-6 0,2-7 0,-1-4-1,-4-6 164,3-6 1,-2-7 0,-2-4 0,-1-4-24,3-2 0,0-3 0,-3-6 0,-7-6-83,-14-3 0,-4-6 0,-5-5 0,-3 1 0,-3 1-31,-1-3 1,-5 1 0,-2 0 0,-4-2-44,1-2 0,-1-3 0,-6 2 1,-11 5-657,-11 7 1,-10 4 0,-4 4 0,-1 6 665,-6 4 0,-4 8 0,1 3 0,-1 0 0,0 2 0,4 5 0,5 9 0,1 0 0</inkml:trace>
  <inkml:trace contextRef="#ctx0" brushRef="#br0" timeOffset="191016">11434 11240 14835,'-26'-40'2960,"-1"-1"0,-6 9-2954,-6 2 0,-2 14 92,2 51 0,3 27-48,13-19 0,0 6 1,1 4-1,2 2-399,1 1 1,1 2 0,1 3-1,2 1 1,3 0 333,2 1 1,1 2-1,3-1 1,3 0-1,6-2 33,4-4 0,3 0 0,5-2 0,4-3 0,5-4 13,6-5 0,4-4 1,5-2-1,4-5 1,2-4-37,7-4 1,5-6-1,3-4 1,2-4-1,0-5 2,-5-3 0,1-4 0,1-3 1,1-4-1,-1-2 0,-2-3 42,2-2 0,-1-3 1,0-3-1,-2-3 0,-2-3 1,-4-3 10,-4-3 0,-1-4 1,-3-2-1,-3-3 1,-4-2-1,-5-2-35,0-10 1,-6-5 0,-4-1 0,-7-1-1,-5 1-5,-6 2 0,-5-1 0,-5 0 1,-6 2-1,-4 3-109,-5 4 1,-4 1-1,-5 2 1,-4 5-1,-4 6-1218,-4 6 1,-6 6 0,-3 3 0,1 5 0,1 2 1034,0 2 1,1 5 0,1 3 0,1 3 0,-12 3 0,2 5 0,10 1 0,-6 6-1</inkml:trace>
  <inkml:trace contextRef="#ctx0" brushRef="#br0" timeOffset="195698">11727 913 22003,'0'-5'7064,"0"2"-8440,-9-31-871,5 33 2581,-24 10-403,3 28 0,-1 13-160,2-13 1,-2 2 0,-1-1 35,-1 1 1,-1 0 0,2-3-928,-5 3 0,3-7 739,-1 1-68,34-42 222,17-28-129,-5 6 1,1-4 167,1-5 1,-1 0 273,-3 7 1,-4 3-171,-2-9-79,-24 41-750,-15 24-1182,0 9 2095,1 10 0,20-26 0,2 0 0</inkml:trace>
  <inkml:trace contextRef="#ctx0" brushRef="#br0" timeOffset="196149">11530 744 11010,'-4'-4'6166,"1"1"-5628,-36-26-460,32 22 863,-12-28-481,78 16-409,2 6-54,-17 7 0,-1 8 81,-14 19 1,-4 8-180,-4 7 0,-5 5 204,-3 9 1,-4 3-527,-1 7 0,-1-2-3529,1-15 1,0-2 3272,-1-3 1,1-4 0,4-4-1,-8-23 1</inkml:trace>
  <inkml:trace contextRef="#ctx0" brushRef="#br0" timeOffset="196449">12416 740 17096,'-10'0'3572,"3"0"-4108,7 0 640,3 21-629,11 39-1009,-6-21 0,2 3 1526,3 9 0,0-3 1,0 7-1,-2-24 0</inkml:trace>
  <inkml:trace contextRef="#ctx0" brushRef="#br0" timeOffset="196849">12664 483 12819,'-1'-4'5550,"0"0"-5424,-20 27 0,-2 17-14,26 13-45,-16-7 1,6 0 414,37 1 308,0-37-247,-14-41 39,-12-26-339,-8 21 1,-4 0 132,-16-25-433,-4 26-1354,8 24 1411,24 39 0,-2-16 0,12 17 0</inkml:trace>
  <inkml:trace contextRef="#ctx0" brushRef="#br0" timeOffset="197065">12874 862 17529,'50'-24'-771,"0"0"1,0 0-1,6-5 1,-6 5-1,5 14 1,-40 10-1</inkml:trace>
  <inkml:trace contextRef="#ctx0" brushRef="#br0" timeOffset="197232">13037 1017 13099,'-4'2'4369,"0"0"-5568,4-2-7561,127-86 8760,-72 52 0,-11 5 0,6-6 0,-12 10 0,-15 13 0</inkml:trace>
  <inkml:trace contextRef="#ctx0" brushRef="#br0" timeOffset="197582">13639 614 15967,'-10'-7'3100,"7"-28"0,7-6-2870,14 7-239,0-8 1,7 4-133,6 28 1,4 11-160,4 7 1,-1 9-4,-2 9 1,-7 10 240,-14 13 1,-14 5 169,-12-12 1,-7 2-1,-4-2 54,-4 3 1,-4-2-1,1-3-8,-15 12 0,9-6 144,21-2-475,49-47 0,20-14-1263,-2-2 1,7-3 0,-2-2 1015,-5 3 0,-1-2 0,-1 2 0,-7 3 0,-1 0 0,-8 4 0,1-1 0</inkml:trace>
  <inkml:trace contextRef="#ctx0" brushRef="#br0" timeOffset="202532">15802 2900 6865,'-11'0'3814,"2"0"-1366,9 0-572,-80 10-487,29-3-1101,1 0 1,3 0-434,13-1 83,26 1 202,26 1-95,21 4-45,24 1-37,-27-7 1,0-1-48,27 4-22,-25-3 212,-19-2-72,-26-2 44,-28 0 84,-29 3-25,23-1 1,1 0 24,3-1 1,4 0-287,-10 2 91,38-4 33,40-6-6,-3 2 1,4-1-1,11-2 0,4-1-30,4 1 0,0-1 8,-6 2 0,-3 0-28,18-2 5,-31 4-190,-40 7-1372,-27 7 1613,-7 4 0,6-4 0,16-4 0</inkml:trace>
  <inkml:trace contextRef="#ctx0" brushRef="#br0" timeOffset="203616">17618 9322 15804,'24'-23'3686,"-31"43"-3434,-18 24 0,-9 10-306,6-9 0,-2 2 0,1 2-1206,-2 4 0,0 1 0,3 0 1260,4-3 0,2 1 0,2-6 0,0 0 0,4-6 0,5 17 0</inkml:trace>
  <inkml:trace contextRef="#ctx0" brushRef="#br0" timeOffset="204266">17301 10432 19686,'-29'5'801,"-13"39"-762,23-8 0,1 8 0,2 0-77,0 2 1,3 1 0,5-1-61,6 18 0,13-4 56,15-12 0,12-9 6,15-12 0,8-12 36,-17-13 0,2-6 0,-2-5 201,17-11 1,-8-8-113,-18 2 1,-15-3-93,-27-3 0,-15 4 34,-14 11 1,-12 7 0,0 0 0,3-1 0,1 1 0,-2-1 78,-10-1 0,-2 0 0,9-5 52,8-11 1,11-5-135,12 3 0,12-2 16,20-8 1,14 3-6,16 10 1,6 9-38,-2 3 1,2 9-31,7 11 0,-3 15-31,-13 20 1,-9 10-166,-4-1 0,-6 3-992,-10-6 1,-4 2 0,-2-2 536,-3 5 1,-2-5-1,-2 18 1,1-27 0</inkml:trace>
  <inkml:trace contextRef="#ctx0" brushRef="#br0" timeOffset="204683">17851 10164 16331,'-60'-14'482,"1"0"0,0-1 1,-1 1-1,1 0 1,-5 0-1,0-1 0,2 7 1,3 12-377,5 16 1,2 11-1,3 7 0,4 3-818,6 4 1,4 6-1,3 3 1,1 2 693,4-6 0,1 1 0,1 2 0,4 2 0,5 2-37,5-3 0,4 3 0,3 2 0,4 0 0,3-3 0,4-4-174,9 9 0,7-5 0,4-2 1,5-2 141,3 2 0,4 0 0,5-6 1,8-11 38,0-15 1,8-9 0,4-6 0,-1-5 0,-2-4 104,-8-4 0,-1-5 0,-1-4 1,0-3-1,0-1 30,4-1 0,1-2 1,-1-3-1,-2-4 1,-6-5 36,-2-11 0,-4-6 1,-4-4-1,-4-2 0,-4 2 0,-4-4 1,-6-1 0,-4 0 0,-4-2-58,0-2 0,-1-2 0,-8 1 1,-13 6-257,-14 6 0,-12 3 0,-6 5 0,-2 8 189,0 10 0,-3 7 0,-1 3 0,2 1 0,-9-5 0,2 3 0,2 5 0,-4 11 0,-1-1 0</inkml:trace>
  <inkml:trace contextRef="#ctx0" brushRef="#br0" timeOffset="206949">17873 9157 15115,'42'24'989,"0"-1"0,0 1 0,7 2 1,2-1-1,3 0-928,-7-5 1,1 0 0,2 0 0,1-2-441,5 2 1,3 0-1,0-2 1,-1 0 326,-1-2 0,1-1 0,-1-1 1,-3-1-724,8 1 0,-2-3 0,-6 0 775,0 0 0,-9-4 0,-4-4 0,-35-3 0</inkml:trace>
  <inkml:trace contextRef="#ctx0" brushRef="#br0" timeOffset="207565">19325 10161 12421,'-4'2'6189,"1"-1"-4990,42-29-628,-7 14 0,5 1-347,13-8 0,3 3-160,5 6 1,-1 11 30,-6 12 1,-5 10-18,-3 11 0,-4 8-78,-8 5 0,-3 6-237,-8-6 0,-2 3 0,0-1-1021,5 11 1,0-1-3659,0 4 1,0-5 3620,-7-23 1,-2-6 0,2 5 0,-14-29 0</inkml:trace>
  <inkml:trace contextRef="#ctx0" brushRef="#br0" timeOffset="207766">19551 10609 14045,'11'-40'1906,"0"0"1,8 13-1,5 1-2033,9-13 0,7-5 1,2 6-949,-2 15 1,3 6 0,-1 0-1322,4-2 1,0 1 0,-3 2 2395,5 3 0,-6 2 0,-6 1 0,-29 8 0</inkml:trace>
  <inkml:trace contextRef="#ctx0" brushRef="#br0" timeOffset="208116">20002 9732 12673,'-59'-7'707,"0"1"1,0-1 0,0 1-1,0-1 1,5 5 0,-1 2-1,2 1 1,0 3 0,1 5-496,1 4 1,0 3 0,1 4 0,3 3 0,4 4-592,-4 12 1,4 4 0,4 6 0,7 2 441,5 4 0,5 5 0,7 2 0,9 0-19,9 1 1,9 2 0,8-1 0,7-4-44,1-12 0,7-2 0,4-2 0,5-4 1,2-3-236,-2-8 1,5-2 0,2-3-1,3-3 1,0-3 0,0-2 204,3-3 0,2-2 0,1-4 0,0-2 0,0-3 0,-1-3 101,-3-2 1,0-3 0,0-3 0,-1-2 0,-2-3 0,-2-3 76,3-5 0,-2-3 0,-2-3 0,-5-3 0,-5-5-86,2-12 1,-7-6-1,-7-4 1,-8 0-67,-10 1 0,-7-1 1,-9 0-1,-7 3-299,-13 1 1,-10 2 0,-7 3 0,-2 6 301,-1 5 0,-4 5 0,-2 4 0,2 4 0,-6 2 0,2 6 0,3 5 0,-1 7 0,-1 0 0</inkml:trace>
  <inkml:trace contextRef="#ctx0" brushRef="#br0" timeOffset="211332">13969 4887 8097,'-48'2'997,"1"1"0,4-1 0,13-1-1047,26 0-242,7 0 2623,27 1-1727,12-2 1,9-1-551,1 0 0,6-1 1,3 0-359,-2-1 0,2 0 1,3 0-1,1-1 336,-9 0 1,2 0-1,1 0 1,0-1-1,1 0-258,2 1 1,1-2 0,1 1 0,-1 0 0,2-1 301,-9 1 1,1 0-1,1 0 1,-1-1-1,2 1 1,-1-1-51,4 1 0,0-1 0,0 1 1,1 0-1,0-1 0,0 1-10,-6 0 1,0 1 0,0-1 0,1 1 0,-1-1 0,1 1 0,-1 0 8,0 0 1,1 0-1,-1 0 1,0 0 0,1 1-1,-2-1 1,1 1 14,6-1 0,-1 0 0,1 1 0,-2-1 1,1 1-1,-1 0 27,-3 0 0,0 1 0,-1-1 1,0 1-1,0 0 0,-1 0 2,8-1 1,-1 1-1,0 1 1,0-1-1,2 1-48,-7 1 1,1 0-1,1 0 1,0 0-1,-2 1 1,-1-1-23,2 1 0,-3 0-1,0 1 1,0-1 0,1 1-4,7 1 1,2-1 0,-1 2-1,-1-1 1,-4 0-105,-2 1 1,-3-1 0,-2 1-1,0-1 173,0 0 1,0 0-1,-1 0 1,-1 0 6,11 0 0,-3-1 0,1 0-57,-2-1 1,0 0 0,0 0-10,1-1 1,0 1 0,0-1-6,1 2 0,0-1 0,-1 0-58,-3 1 1,-2 0-1,0 0 131,-6 1-1,-1 0 1,-1 1 485,14 3 0,-1 1-480,-4 2 1,-1 4-74,-2 3 1,-1 3 5,-1 3 0,-1 4 9,-2 3 0,-1 3 27,-3 3 1,-2 2 50,-2 3 0,-2 1 64,-1 5 1,-3 2 13,0 2 1,-2 1-43,-2 6 1,0 1-87,-10-17 1,0 1-1,-1 0-18,-1 2 0,0 1 0,-1 0 378,0 4 1,-2 1-1,1 1-395,-1 3 0,0 1 0,0 0-6,0 1 1,1 1 0,-1 0 3,1 1 0,-1 2 0,0-1 20,1 0 1,-1 0 0,-1 0 46,-2 3 1,-1-1 0,-1 2-70,-4-14 1,0-1-1,-1 2 1,-1-1-1,0 2 1,-1 0 0,-1 0 0,1 0 25,-2 1 0,0 1 0,0 0 0,1 0-35,2 0 0,-1 0 0,2 1 0,-1-1-21,1 1 0,1 0 0,-1 0 0,1 0 25,1 0 0,0 0 1,0 0-1,0 0 17,0 2 0,-1 0 0,0 0 0,-1 0-2,0 1 1,-1-1 0,0 1-1,0-1 6,-1 1 0,0 1 1,-1-1-1,1 0-3,-1-1 1,0 1-1,0 0 1,0-1 9,0 0 0,0 0 0,0-1 1,0 1-10,0 1 1,0 0 0,-1 0 0,0 0-3,0 0 0,0 0 0,0 1 0,-1-1-12,-1 3 1,-1 0 0,-1 0 0,1 0 29,-2 0 0,1 1 0,-1 0 1,-1 0-7,0 1 1,-2 0-1,1 0 1,-1 0-202,0 0 0,0 1 0,0-1 0,1 1 184,0-12 1,1 0 0,-1 0 0,1 0 0,-1 0-3,1 0 1,0 0-1,-1 1 1,1-1 0,0 0 8,0 0 1,0 0-1,0 1 1,1-1-1,-1 0 2,-1 12 1,-1 0-1,1 0 1,0-1-180,0-1 0,-1-2 0,1 1 1,0-2 171,-1-2 0,1-1 0,0 0 0,0-2-24,0-3 0,1-1 0,-1-1 1,1-1-462,-1 8 0,-1-2 0,0-3-4449,-7 11 1,0-7 4872,5-19 1,-1-6 0,-10 0-1,13-26 1</inkml:trace>
  <inkml:trace contextRef="#ctx0" brushRef="#br0" timeOffset="214965">13777 4821 10690,'-19'3'4341,"-14"5"-3590,-17 10-592,15-7 1,-3 2 106,-5 1 0,-3 0 176,-4 0 1,-2 0-23,-6-2 0,-2-1-371,14-4 0,0-1 0,-2 0-6,-4 0 0,0-1 0,-2 0-30,-2 1 0,-1-1 0,0 1-6,1 0 1,0 1 0,1 1 35,3-1 0,0 1 0,0 1 27,2-1 1,-1 1 0,1 0 17,0-1 0,0 1 0,1-1-27,-1 0 1,1-1-1,1 0-46,3 0 0,0-1 0,2 0-52,-13 2 1,3-1 14,7-1 0,2 1 44,-1-1 0,-1 1 20,-9 0 0,-3 1-42,11-2 0,-2 0 0,-1 0-216,-6 2 1,-1 0 0,-1 1 202,-4 0 0,0 2 0,0 1 1,14-3 1,-1 1 0,1 0 0,-1 0 18,-1 1 0,-1 0 0,0 0 0,0 0-201,-2 0 0,-1 0 1,0 0-1,0 0 229,-2 0 0,-1 0 0,0-1 0,1 0-13,2-2 0,1 1 1,-1-1-1,2-1-61,-13 2 0,1-2 1,2 0 49,10-2 0,1-1 0,2-1-24,-15 1 0,3-2 69,7-3 0,1-2-42,-1-1 0,0-2-28,-1 0 0,1 0-17,0 1 1,0 0 274,4 2 1,2 1-259,2 2 0,1 0 436,3 1 1,-1 1-423,1 4 0,0 2 197,0 3 0,2 3-287,4 3 1,3 4 26,3 1 0,4 3 40,4 3 1,3 3 44,3 4 1,1 3-20,0 6 0,1 2 11,0 5 0,1 3 11,0 7 0,2 3-126,2-19 1,1 2-1,0 0 97,0 5 0,0 2 1,0 0-209,-1 3 0,0 1 1,0 1 224,-1 3 0,0 1 0,1 1 3,3-14 1,-1 1 0,1 0 0,1 1-3,0 1 0,0 0 0,1 0 0,1 1-243,-1 2 1,2 1 0,0 0 0,-1 0 235,2 2 0,-1 1 0,1-1 0,-1 2-10,0 0 0,0 2 0,0-1 0,0 1-1,0-11 1,0-1 0,0 1 0,-1 1 0,1 1-3,0 4 0,0 3 1,1-1-1,-1 0 1,0-2 6,-1 6 0,1-3 1,-1 0-1,1 3-219,0-6 1,1 2-1,-1 0 1,1 0-1,-1-3 230,0 6 1,0-3 0,-1-1-1,0 2-10,1-8 0,-1 0 1,0 0-1,0 1 1,0-1-5,-1 12 1,0-1-1,-1 1 1,1 1-4,0-10 1,0 3-1,0-1 1,0-1 0,0-1-12,-1 4 1,1-2-1,0 0 1,0 1-2,0-5 0,1 2 0,-1 1 1,1-1-1,-1-2 14,1 4 0,-1-2 1,1 0-1,-2 1-159,0 4 1,-1 1 0,-1 1-1,1-1 138,-1-1 0,0-1 1,0 0-1,-1 0-17,1-3 1,0-1-1,-1 0 1,2-1 16,0-3 1,1 0 0,0-2 0,1 0 17,0 11 0,1-1 1,1 0 12,1-4 1,1 0-1,0-1 169,0-3 1,0-1 0,1 0-209,-1-1 0,-1 0 0,2-2-62,0-2 1,1-2 0,2-1 520,4 18 0,5-3-489,5-6 0,4-3 59,5-3 1,4-3-24,4 0 1,1-1 0,1 1 0,2-1 22,1 0 0,3-2-31,-10-12 1,3-1 0,-2-2 19,11 6 0,1-3 25,10 3 0,1-1 28,-2-2 0,-1 0-39,-3-2 0,2 0 7,-13-5 1,1 0 0,1 0 18,0-2 0,-1-2 0,0 1-21,15 6 1,1 0-4,-12-6 0,1 0 0,-1 1 40,15 7 0,-1 1-9,-5-4 1,0 1 3,-12-5 1,1 0 0,0-1-22,0-3 1,0-1 0,0-1 217,-1-1 0,1-1 0,1 0-208,11 1 0,2-1 0,1-2 22,2-1 1,1-2 0,-1 0-16,-3-1 1,0 0 0,3-1-1,-4 0 1,4-1-1,0-1 1,-2 0 3,8-2 0,-3-1 1,2 0-52,-12 1 0,2-1 0,0 0 0,1-1 46,3 0 0,1-1 1,1 0-1,2-1-25,-9 1 1,2 0 0,1-1 0,0 0 0,-1 0-184,-2 0 0,0 0 1,0 0-1,1 0 1,1 0 177,-1-1 1,2 1 0,1-1 0,0-1 0,0 1 0,0 0 10,-3 0 0,1 0 0,-1 0 0,0 0 0,1-1 0,0 1-256,2 0 1,0-1-1,0 1 1,1-1 0,0 0-1,-1 1 254,-1 0 0,0-1 0,0 1 1,1 0-1,0-1 0,1 1-1,-2 0 1,2 0-1,0 0 1,1 0-1,0 1 1,-1-1-1,-1 1 2,5-1 0,-1 1 0,-1 0 1,0 0-1,1 0 0,2 0-10,-5 0 0,0 1 1,1-1-1,1 1 1,0-1-1,1 1 1,0 0-1,-5 0 1,2 1 0,0-1 0,0 1 0,0 0 0,0 0-1,-1-1 1,-2 1 9,11-1 0,-2 1 0,-1 0 1,0-1-1,0 1 0,1-1 5,-6 1 1,0-1 0,0 1-1,1-1 1,0 0 0,0 1-1,1-1 4,-4 0 0,0 1 0,1-1 0,0 0 0,0 0 0,0 0 0,-1 1 0,-1-1-19,1 0 1,0 1-1,-1-1 1,0 1-1,-1 0 1,1-1-1,2 1 2,2-1 0,2 1 0,0-1 0,0 0 0,1 1 0,-1 0 0,1 0 3,1 0 0,1 1 0,1-1 1,0 1-1,-2 0 0,0 0 0,-3 0-2,0 0 1,-1 1 0,-2-1 0,0 0-1,0 1 1,1-1 3,1 1 0,1 0 1,1-1-1,-1 1 1,0 0-1,0 0 22,0-1 1,0 1 0,0 0 0,0-1 0,-2 1-1,0-1 10,3 1 1,-2-1-1,0 0 1,0 0 0,1 1-19,-7-1 0,0 0 1,0 1-1,1-1 0,0 1 1,1-1-10,2 1 0,0-1 0,1 1 0,0-1 0,-2 1 0,-1 0-167,-1-1 0,-1 1 0,-2 0 0,0 0 1,1 0 164,1 0 0,-1 0 0,1 0 1,-1 0-1,-2-1 22,8-1 0,-1 0 0,-2 0 0,-2-1-3,2-1 1,-2-1 0,-1 0 265,6-2 1,0 0 0,-4 0-281,5-1 0,-6 0 799,-17 2 1,-5 1-834,2 0 1534,-13 2-1522,14-3 730,16-4-641,3 0 508,-15 2-82,-20 3-331,-15 4-134,-3 0-28,2-6 145,4-8 90,-1-7 11,-2-16-156,-9-21-88,2 17 1,1-5-149,3-9 0,2-3-437,-2-3 1,2 2 0,2 21 0,0 4-1,-2-16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4:25:15.490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3309 2256 19417,'-63'7'302,"0"0"1,0 0-1,6-2 1,2-2-1,5 1 115,-2 2 0,7-1 49,-10-3-455,37-3-39,8 21 171,-4 8 0,-3 8 54,-1 3 1,-1 6 0,-1 2-333,1-2 0,-2 3 0,1 2 0,1-1 153,0 4 0,1 0 0,2 1 0,4-2-57,-2 12 0,4-1 0,12-6-150,10-12 0,8-5 1,8-8-649,14-10 1,9-11-1,1-4 837,1-5 0,0-5 0,-2-3 0,14-4 0,-8-2 0,5-6 0</inkml:trace>
  <inkml:trace contextRef="#ctx0" brushRef="#br0" timeOffset="551">4023 2395 23674,'15'-45'220,"0"1"0,9 6 1,9 10-202,25 19 1,7 18-15,-17 5 1,0 7 0,-3 3-12,-6 0 0,-2 3 1,-2 4 12,1 13 1,-3 7-1,-5 0-125,-8-1 1,-5 1-1,-2-1-170,-2-5 1,-1-2 0,-3 1-1648,1 23 0,-5-5 802,-4-27 1,-1-5 0,1 12 0,-4-23 0</inkml:trace>
  <inkml:trace contextRef="#ctx0" brushRef="#br0" timeOffset="734">4354 2871 20957,'-13'-59'547,"0"0"0,18 2 1,18 9-3500,19 29 0,16 12 0,-3 0 2952,5-5 0,-1 1 0,8 5 0,-11 3 0,-28 3 0</inkml:trace>
  <inkml:trace contextRef="#ctx0" brushRef="#br0" timeOffset="917">5162 2772 19232,'6'4'3714,"0"-1"-4807,8 57 1093,-21-2 0,14-22 0,-2-2 0,-15 9 0</inkml:trace>
  <inkml:trace contextRef="#ctx0" brushRef="#br0" timeOffset="1600">6387 2242 18504,'-44'-32'1452,"0"0"1,-3 20 0,0 17-1371,14 16 0,1 12 0,2 5-31,5 2 1,2 5 0,2 2 0,5-1-481,3 6 1,5 0-1,5 0 459,1 2 0,4 0 0,12-6 99,13-11 1,10-5-1,2-8-79,15-4 1,3-11 164,7-9 1,-4-9-73,-19-7 0,-12-8 47,-19-28-67,-61 17 297,8 28 0,-5 7-398,-1 7 0,2 7 4,8 7 1,10 6-1242,21 32-3701,37-29 1,13-5 4647,-7-5 0,2-4 0,5-4 1,-5-4-1,-7-6 0</inkml:trace>
  <inkml:trace contextRef="#ctx0" brushRef="#br0" timeOffset="1766">6908 2690 19160,'0'-3'5068,"0"1"-5026,-25 12 0,-9 14-504,20 4 0,2 5 462,-22 15 0,2 2 0,19 14 0,10-14 0</inkml:trace>
  <inkml:trace contextRef="#ctx0" brushRef="#br0" timeOffset="2633">7971 2235 20464,'-8'-41'1838,"-29"18"-1729,4 28 0,-5 8 20,-9-2 0,-1-1 148,2-1 0,2-3 244,-18-4-168,30-7-185,23-1-207,7 2 61,0 22-78,-2 25 61,2-5 1,1 3 8,-1 11 0,-1 2 0,-2-1 0,0 0 14,-1-7 0,0-5 347,-5 10 393,6-34-566,20-44-40,15-20-140,-5 17 1,4 1-18,4 4 1,4 5-6,5 9 0,1 9-3,4 11 1,-3 8-63,-5 11 1,-9 8-270,-12 7 1,-13 4-709,-19 2 1,-14-2 475,-15-7 1,-3-6 0,12-8-1,2-7 1,-21-2 0</inkml:trace>
  <inkml:trace contextRef="#ctx0" brushRef="#br0" timeOffset="2850">8482 2754 13295,'1'3'3030,"-9"31"1,-7 9-4164,-16 6 1,16-7 0,0-2 0,-9-9 0</inkml:trace>
  <inkml:trace contextRef="#ctx0" brushRef="#br0" timeOffset="3517">9527 2464 12584,'15'-42'3145,"0"0"1,-14 3 0,-6-3-2639,5-17 0,-9 3-303,-14 18 1,-10 11-104,-20 20 0,-4 16-87,2 13 0,2 10-14,14-6 0,0 2 0,4 5-10,5 9 1,5 4 0,10 0-3,13 5 1,12-2 36,8 0 1,13-12 153,30-22 0,8-20 115,-14-13 0,-3-10-90,4-7 1,-8-8 86,-15-9 1,-9-1-68,-13 20 0,-3 3-112,4-22-140,-11 56 25,-1 26 0,-1 12-22,0 1 0,-1 5-446,0 6 1,0 8-1,0 0 47,0 0 0,0 0 0,1-5 0,-2 6 0,1-5 0,1-8 0,0 0 0</inkml:trace>
  <inkml:trace contextRef="#ctx0" brushRef="#br0" timeOffset="3717">10132 2735 19048,'1'-6'5410,"1"1"-5461,-4 1-889,-11 42-123,-6 18 0,3-4 0,2-1 0</inkml:trace>
  <inkml:trace contextRef="#ctx0" brushRef="#br0" timeOffset="4167">10981 2323 14997,'8'-48'2457,"0"0"1,0 0-1,2-9 1,-3 7-1903,-4-2-543,-4 64-18,0 20 0,1 10-424,0 1 1,0 4 0,0 2-2,3 15 1,0 3-1,0-6 1,-2 0-1,0-4 1,4-7 0,-1 0-1</inkml:trace>
  <inkml:trace contextRef="#ctx0" brushRef="#br0" timeOffset="4567">11652 2341 16376,'1'-8'3828,"-4"-29"0,-9-1-3576,-14 26-157,-24-20-81,23 59 0,4 18-14,3 6 0,8 4-14,9 1 0,11-3 14,11-7 0,9-8 53,10-14 1,5-13 10,5-14 1,0-14 27,-2-15 0,-6-12-36,-16 6 0,-3-4 0,-6-1 36,0-21 1,-12 1-9,-13 7 0,-11 8-73,-9 15 1,-6 12-82,-3 19 0,0 14-1496,4 17 0,7 10 1566,8 7 0,7 1 0,5-10 0,4-2 0,5 13 0</inkml:trace>
  <inkml:trace contextRef="#ctx0" brushRef="#br0" timeOffset="4767">12340 2501 21517,'2'-4'4050,"-1"0"-4022,-1 4-1557,-50 88 1529,36-54 0,-1 1 0,-13 15 0,2-1 0,10-2 0</inkml:trace>
  <inkml:trace contextRef="#ctx0" brushRef="#br0" timeOffset="5517">13224 2344 16975,'20'-58'2453,"0"0"0,-4 12 1,-5 5-2197,-8-1-195,-24 60-37,2 12 0,1 10-20,-2 15 1,5 5-12,6-15 1,2 1 0,6 0 13,12 19 0,13-6 0,12-10 1,9-10 24,8-13 1,2-12 36,-2-13 0,-5-11-6,-11-12 1,-11-8-43,-17-13 1,-14-3-23,-14-5 0,-12 1 7,4 15 1,-5 1-1,-1 2 24,-16-12 0,0 4-6,10 8 0,7 1-2,10-25-18,67 13 6,-5 24 1,5 7-15,6 10 0,-2 13-6,-7 17 1,-9 12-140,-15 18 0,-13 9-1437,-6-14 0,-5 3 1,-2-2 1584,2-5 0,-2-2 0,0-3 0,-3 4 0,2-8 0,9-2 0</inkml:trace>
  <inkml:trace contextRef="#ctx0" brushRef="#br0" timeOffset="5984">14111 1938 15832,'-54'-21'2337,"0"-1"1,10 6 0,19 2-1918,31 6-289,38 3 1,16 4-57,-3-3 1,2 0 14,-8-1 0,3-1 1,-6 0 37,-3 0 1,-6 0-41,10-3 63,-30 24 155,-14 44-249,0-23 0,1 5-27,0 3 0,2 4 1,1 2-216,4 4 1,1 1-1,-1 0 185,-1-4 0,0 0 1,-4 1-40,-3 11 0,-4 3 1,-9-5-538,-11-17 0,-7-5 0,-3-1 122,-5 2 1,-4-1 0,0-6 0,-6-1 0,1-8 0,-16-2 0</inkml:trace>
  <inkml:trace contextRef="#ctx0" brushRef="#br0" timeOffset="20918">3213 2661 15266,'12'-64'1887,"0"0"1,-3 12 0,-1 8-1602,4 16-186,-12 41 203,-12 35-253,1 6 1,1 7-40,4-4 0,3-1-3,-2 5 1,6-4 72,7-20 0,5-9 648,10-10-449,5-26 67,2-39-156,-4-1-208,-1-2-101,-12 33 152,1 44-34,-11 4 0,-2 6-199,0 15 0,1 4-1070,0 8 1,4-1 702,6-6 1,2-5 0,-7-16-1,3-6 1,19 5 0</inkml:trace>
  <inkml:trace contextRef="#ctx0" brushRef="#br0" timeOffset="21100">3835 3052 16023,'3'-5'6408,"-2"0"-6498,-13 54 90,-9-4 0,-2 1 0,12-12 0,-1 0 0,-8 5 0,0 0 0</inkml:trace>
  <inkml:trace contextRef="#ctx0" brushRef="#br0" timeOffset="46934">18945 1720 15821,'0'-7'5338,"0"1"-4958,-10-35-290,-46 51-17,3-12 0,-6 2-14,14 13 1,-1 5 0,1 0 77,-15 4 1,5-2-37,20-8 0,8-4-51,16-5 34,11 10 269,-6 45-180,-4-7 1,-1 7-102,3-4 1,1 3 0,1 2-166,0 1 1,1 2 0,5-2 69,5-5 1,4-1 0,6-4-393,14 9 1,11-13 414,21-23 0,3-12 0,-29-2 0,-1-5 0,3-12 0,1 0 0</inkml:trace>
  <inkml:trace contextRef="#ctx0" brushRef="#br0" timeOffset="47484">19801 2012 16695,'18'-47'1235,"0"1"0,-1 0 0,1 0 0,1-5 0,-1 3 0,-4 8-1134,1 1-40,-36 77-61,1 10 0,0 10 7,3-7 1,-1 3 0,2 1-108,2 3 1,1 0 0,4-2 116,2 12 0,10-8 164,8-21 0,9-13-47,14-24 0,5-14-5,-4-8 0,2-8 0,-1-1-36,-2 2 1,0-1-1,0 0-13,2-4 1,0-1-1,-4 5-24,16-9-11,-18 47-140,-26 55-751,-6-9 0,0 5 394,2-13 1,0 0 0,0-3-1,-2 2 1,1-4 0,4 21 0</inkml:trace>
  <inkml:trace contextRef="#ctx0" brushRef="#br0" timeOffset="47700">20868 2227 24307,'-18'48'-750,"0"0"0,-1-1 0,1 1 0,-1 1 0,1-3 0,5-5 0,5-4 0,5-9 0,4-12 0</inkml:trace>
  <inkml:trace contextRef="#ctx0" brushRef="#br0" timeOffset="48101">21645 1715 23999,'-35'54'20,"0"-1"1,1 1 0,-1 0 0,6-3 0,0 0-1,4-1 1,6 0-55,6 9 1,8-1-1,5-3-2,10 11 0,11-11 75,9-24 0,7-13 48,4-20 0,0-12 109,-5-13 0,-6-9 84,-7-5 0,-10-2-76,-15 5 1,-10 5-177,-15 8 0,-7 10-48,-6 14 1,-2 9-682,2 10 1,5 9 700,12 6 0,6 3 0,1 12 0,19-12 0</inkml:trace>
  <inkml:trace contextRef="#ctx0" brushRef="#br0" timeOffset="48333">22310 2234 23971,'-5'46'0,"1"1"0,0 0 0,-2 9 0,1 0 0</inkml:trace>
  <inkml:trace contextRef="#ctx0" brushRef="#br0" timeOffset="54601">23116 2022 18936,'32'-55'1375,"0"0"1,-6 9 0,-1 8-984,8 9-140,-32 25-179,-27 13 0,-15 9-37,5-6 1,-1 1 55,-18 5 1,1-5 332,-4-12-212,23-8-28,27-10-157,8 14 0,0 20 50,-3 33-47,-1-8 0,0 3-3,-2-3 0,-1 0 25,-2 8 0,-2-4 239,-7 6 122,5-19-22,10-39-218,16-19-84,9-10-90,17 4-20,-7 24 0,4 7 6,4 6 0,2 5-48,3 4 1,-4 7-272,-7 15 0,-15 6-177,-25-3 0,-12-1-795,-9 6 0,-10-4 739,-12-8 1,-1-7 0,19-11 0,2-3 0,-7-2-1</inkml:trace>
  <inkml:trace contextRef="#ctx0" brushRef="#br0" timeOffset="54817">23724 2333 23427,'-17'41'-1621,"1"0"1,-1 0-1,-4 14 1,5-16-1,10-33 1</inkml:trace>
  <inkml:trace contextRef="#ctx0" brushRef="#br0" timeOffset="55450">24782 2091 18207,'-15'-55'2180,"1"-1"1,-7 10 0,-8 9-2052,-10 17 0,-5 13-99,-4 17 1,-1 13-22,14 1 1,2 6-1,3 3-194,4 4 0,3 4 0,4 0 148,-4 15 1,15-3 76,21-7 1,14-11 12,6-24 0,5-11 132,14-11 0,-2-13 103,-6-12 1,-5-6-4,-5 0 1,-6 0-96,-10 10 1,-3 4 261,3-2-446,-17 50-1,-5 12 1,-2 8-255,0 0 1,-1 5 0,0 2-2949,-1 10 1,-2 4 0,1-3 2711,2-10 1,0-2-1,1-3 1,-3 12-1,3-11 1,3-17-1</inkml:trace>
  <inkml:trace contextRef="#ctx0" brushRef="#br0" timeOffset="55651">25165 2460 25433,'-24'60'-816,"1"1"0,5-17 0,3-4 0,7 17 0,8-41 0</inkml:trace>
  <inkml:trace contextRef="#ctx0" brushRef="#br0" timeOffset="55884">25592 2141 22901,'0'-7'3702,"0"2"-3663,-20-3-148,8 33 0,2 14-1502,-7 4 1,0 4 1610,8-1 0,2 4 0,1-4 0,0 4 0,2-5 0,1 11 0</inkml:trace>
  <inkml:trace contextRef="#ctx0" brushRef="#br0" timeOffset="56267">26007 2126 19860,'0'-3'5147,"0"1"-5007,-46 21-84,15 37-96,4-18 1,5 3-98,19 6 0,11-2 36,8-10 0,7-7 143,6-13 0,4-10 117,1-13 1,-2-9 117,-3-12 1,-4-7 47,-5-6 0,-7-5-82,-10 2 1,-9 0-127,-8 7 1,-7 3-96,-4 11 1,-2 4-1266,-16 0 1243,27 30 0,14-5 0,9 10 0</inkml:trace>
  <inkml:trace contextRef="#ctx0" brushRef="#br0" timeOffset="58550">26904 2502 19087,'2'-35'1977,"1"0"0,-2 14-1882,3-10-277,-11 55 0,-3 20-2840,-4 12 0,-2 5 3022,-2-2 0,0-3 0,3-12 0,3-7 0,-1 4 0</inkml:trace>
  <inkml:trace contextRef="#ctx0" brushRef="#br0" timeOffset="59050">27389 2199 22711,'-26'37'99,"-1"0"0,1-1 1,0 19-1,15 1-105,18-11 1,10 1-1,6-5 6,4-5 0,6-4 0,3-6 53,22 0 1,2-14 49,-8-14 1,-6-14-51,-12-14 0,-12-10-22,-17-9 0,-13-3 0,-12-3 0,-9 2 39,-7 0 0,-3 4 145,2 6 1,3 1-23,8 7 0,9 0-92,19-17-73,41 21-37,-10 27 1,2 11-6,-1 14 0,-4 12-235,-4 17 0,-9 8-1264,-11-11 1,-3 4 0,-2-2 1027,0-3 1,-1-1-1,-1-4 1,-4 6-1,1-8 1,4-2-1</inkml:trace>
  <inkml:trace contextRef="#ctx0" brushRef="#br0" timeOffset="59268">28295 2485 19888,'2'-6'3567,"-1"1"-3643,-24 30 1,-6 19-4841,27-9 1,1 1 3802,-24 9 1,3-2 0,32 12 0,-9-49 0</inkml:trace>
  <inkml:trace contextRef="#ctx0" brushRef="#br0" timeOffset="59568">28612 2091 22951,'23'-50'571,"0"0"0,3 11 1,3 17-558,5 39 0,-2 21-14,-10 4 0,-4 10 0,-2 0-66,-3-2 1,-2 1 0,-3 2-201,-4-5 0,-2 3 0,-2 0 0,0-4-2888,-3 21 1,0-7 3153,1-16 0,1-4 0,1 8 0,7-40 0</inkml:trace>
  <inkml:trace contextRef="#ctx0" brushRef="#br0" timeOffset="59751">28645 2434 16891,'-1'-2'1915,"42"-26"1,22-5-3233,-21 19 1,2 1 507,10-10 0,6-5 1,-8 7-1,-14 12 1,-5 4-1,13-6 1</inkml:trace>
  <inkml:trace contextRef="#ctx0" brushRef="#br0" timeOffset="60134">29309 1763 19076,'-1'-5'4206,"1"2"-4142,29-19 1,21-1 30,1 15 0,5 3-30,-4-9 0,4-3 1,-3 6-27,8 11 0,-7 9 37,-16 1 0,-11 7 61,-18 19 0,-9 7-28,1 6 0,1 3-91,1-9 1,2 3 0,2 1-205,8 12 1,4 2 0,-2-2 183,-4-8 0,-2-1 1,-4 1-214,-3 8 0,-5 1 1,-11-4 214,-18-7 0,-10-5 0,0-5 0,2-2 0,-2-7 0,-10-6 0,1-1 0</inkml:trace>
  <inkml:trace contextRef="#ctx0" brushRef="#br0" timeOffset="63301">24400 4164 13844,'17'-56'3045,"0"0"0,-5 11 0,0 11-2720,-3 22-87,-17 41 0,-8 20-177,0-1 1,-2 5-42,0 3 1,0 5 0,2-2-1,5-11 1,2-2 0,3-2 121,-2 11 1,13-11 137,23-27 0,10-14-123,5-21 0,3-11-17,7-5 0,0-4 0,-4 0 0,-5 2-95,0 3-28,-18 39-23,-26 23 1,-8 13-169,2 20 1,1 6-382,2-4 0,6 0-733,2-18 0,4 1 0,8-9 609,18-7 1,4-9-1,10 12 1,4-33 0</inkml:trace>
  <inkml:trace contextRef="#ctx0" brushRef="#br0" timeOffset="63683">25313 4234 11060,'-23'-60'1238,"0"1"1,1-1 0,-1 0-1,-4 6 1,-3 1 0,-4 5 0,-7 8-861,-9 9 0,-7 8 0,-4 7 0,-1 6-825,12 6 0,-3 6 0,1 4 0,-1 4 0,0 4 490,2 3 1,0 4 0,-1 4 0,1 3 0,3 2 0,2 2-29,-2 7 1,1 3 0,4 3 0,4 4 0,4 4-26,7 0 1,1 5 0,4 3-1,5 0 1,4 0 0,7-4-30,7-2 1,6-1 0,6-1 0,3-2 0,3 0-9,2 2 0,3 0 0,4-1 0,5-5 0,6-8 12,13-7 0,9-8 1,5-6-1,1-6 1,-3-5 68,-5-5 1,0-7 0,0-4-1,0-2 1,0-2 18,4 0 1,2-2 0,-1-3 0,-3-4 0,-2-7-21,-11-3 1,0-6 0,-2-4 0,-3-3-1,-4 0 1,-4 0-33,-3-2 0,-4-1 0,-4 0 1,-3-2-1,-3 0-20,5-14 1,-3-3 0,-7 2-1,-16 5-122,-16 7 0,-14 2 0,-7 6 0,-3 10 141,0 13 0,-4 8 0,-3 4 0,3 0 0,-9-5 0,2 2 0,3 6 0,-6 16 0,-1-1 0</inkml:trace>
  <inkml:trace contextRef="#ctx0" brushRef="#br0" timeOffset="64350">24516 5341 11558,'23'-38'4915,"-1"1"0,8-8-4024,0 0 0,-13 15-740,-23 32-67,-22 27 0,-11 17-66,3-5 1,-4 5 0,-1 2-152,3-5 1,-1 3 0,0-1 0,1 0 140,2-2 1,1-1-1,1-1 1,2-2 60,-1 1 0,3-2 0,4-6 251,-7 10-231,77-89-31,-16 13 0,3-5 0,1-2-123,-2 3 0,0-2 0,2-1 0,-1 0 143,0 0 1,0-1-1,0 1 1,-1 2-23,2-3 0,0 2 0,0 6-26,7-2 1,2 15-26,7 25 1,2 17-113,-7 4 1,1 8 0,2 5-1861,-7-5 1,2 4 0,1 2 0,-1 0 0,-3-3 1963,0 1 1,-1-2-1,-2-1 1,0 0-1,11 11 1,0-1-1,-10-10 1,-10-6 0</inkml:trace>
  <inkml:trace contextRef="#ctx0" brushRef="#br0" timeOffset="65117">23836 6788 20140,'-1'-50'1054,"1"1"1,-15 12 0,-9 14-985,-25 37 0,-8 22-55,14-7 0,0 6 0,3 3-179,-1 7 0,3 3 0,7 2 126,7-3 1,6 1 0,10-2 9,15 13 0,16-8 137,18-17 1,9-12-18,5-15 1,1-12 134,-6-9 1,-7-9-99,-16-5 0,-14-4-96,-45-23-16,-5 36 0,-9 8 65,-8 8 1,-1 10-453,3 8 1,5 8-3754,16 6 0,9 3 4123,4 17 0,22-13 0,3-25 0</inkml:trace>
  <inkml:trace contextRef="#ctx0" brushRef="#br0" timeOffset="65534">24127 6481 16936,'-40'-34'762,"0"0"1,0 1-1,0-1 1,-5 7 0,-1 1-1,-2 6 1,-1 9-686,-3 10 0,-2 8 0,0 7 0,1 5-689,-1 6 0,0 6 1,3 6-1,4 4 604,10-1 0,2 5 0,2 3 1,4 2-1,3 1-51,2 3 1,3 3 0,3 1 0,5 0 0,5 0-51,4-2 0,5 0 0,4 0 1,5-2-1,6-3-69,12 8 0,8-3 0,7-5 1,5-8 181,-5-14 1,6-5-1,3-5 1,1-4-1,1-5 65,3-4 1,2-6-1,1-4 1,-1-5-1,-2-4 29,-2-2 1,-1-5 0,-2-4-1,-2-3 1,-4-5-47,-4-3 1,-4-5 0,-2-4 0,-4-1 0,-3 0 14,1-11 0,-4-2 1,-6 0-1,-8 0-13,-10 5 1,-5-1 0,-8 3 0,-5 3-59,-16-6 0,-10 6 1,-5 7-601,-4 11 1,-6 7 0,2 6 603,5 7 0,1 5 0,4 2 0,-1 0 0,10 5 0,13 6 0</inkml:trace>
  <inkml:trace contextRef="#ctx0" brushRef="#br0" timeOffset="66333">25927 6143 23231,'4'-37'546,"0"1"0,-20-20-506,-47 68-35,30-6 1,0-1 24,-8 5 1,2-2 65,-1 0-91,13-5-66,21 0 83,3 20-5,-5 6 0,-2 5-3,-1 2 0,-1 1-6,-9 23 0,-1 0-5,7-22 0,2-2 22,-1-1 0,3-5 838,3-4-202,13-30-571,11-14-29,28-23-44,-15 20 0,2 2-23,5-1 1,3 5-26,9 11 0,0 10-3,-7 9 1,-4 7-43,2 5 1,-11 6-329,-19 16 1,-17 2-913,-18-9 0,-11-5 1316,-11 3 0,-2-7 0,13-12 0,2-7 0,-11-7 0</inkml:trace>
  <inkml:trace contextRef="#ctx0" brushRef="#br0" timeOffset="66717">25932 5770 16454,'-2'-3'2705,"-50"-7"0,-24 9-2458,20 19 0,-3 10-198,6-8 0,-7 2 0,0 4 0,7 7-374,8 9 0,5 6 1,4 5-1,4 2 335,7-7 0,2 1 0,3 2 0,4 1 0,4 0-193,4 1 1,3 0-1,4 0 1,4 0 0,6-3 159,9 10 1,8-1-1,6-3 1,6-6 32,-2-14 0,5-2 0,3-3 0,3-4 0,1-5 104,2-3 0,3-4 1,2-5-1,0-3 1,-1-6 59,0-5 1,1-4 0,0-5-1,-3-5 1,-2-3-88,-2-7 1,-2-4-1,-3-4 1,-2-4-1,-5-2-56,-2-3 0,-3-5 1,-4-1-1,-4-2 1,-6 0-80,-3-10 0,-6-3 1,-7 1-1,-9 4-818,-7 8 1,-8 2-1,-5 3 1,-2 6 865,-13-2 0,-5 7 0,-1 8 0,-12 6 0,4 11 0,-1 5 0</inkml:trace>
  <inkml:trace contextRef="#ctx0" brushRef="#br0" timeOffset="68283">21278 2786 7918,'0'-5'3366,"1"2"-8681,-2-7 5315,-1 8 0,0-7 0,0 10 0</inkml:trace>
  <inkml:trace contextRef="#ctx0" brushRef="#br0" timeOffset="70201">23250 8005 15227,'5'-43'3108,"0"0"1,-17-5-3056,-15 64 1,-8 19-49,3-3 1,-3 5-1,0 3-424,-5 8 1,-1 3 0,2-2 394,5-7 0,2-1 0,4-5 350,1 2 0,14-15-203,54-60-15,-15 7 1,3-6 0,1-2 165,6-9 0,2-2 1,-1-1-70,-1 1 0,0 0 1,-1 4-143,-4 6 1,0 2-1,1 6-38,11-3 0,2 12 84,-4 17 0,3 12-216,-1 16 1,3 11 0,-2 3-2081,0 4 1,-1 5 0,-1 0 1732,0-1 0,0 2 0,-3-4 0,4 8 1,-9-9-1,-13-15 0</inkml:trace>
  <inkml:trace contextRef="#ctx0" brushRef="#br0" timeOffset="71267">22627 9165 10685,'8'-2'4915,"6"-25"0,-6-9-3072,-17-7-1435,8-2 1,-5 2-201,-37 8-197,4 35 0,-7 12-13,6 4 0,-3 6 0,0 3-56,-5 5 1,-1 4 0,4 2 16,3-1-1,3 2 1,8 0-23,3 7 0,20-8 83,32-18 1,15-10 23,0-11 0,5-8 0,0-4 39,5-5 0,1-4 0,-3-2 33,-4-1 1,-2-2 0,-5 1 141,0-3 1,-7 2-218,-7-2-40,-32 62-17,-5 18 0,-3 10-60,5-17 1,0 1-1,-1 4-649,0 1 0,-2 3 0,2 2 0,1-4 726,2 6 0,1-2 0,1-3 0,-4 6 0,2-6 0,8-17 0,0-1 0</inkml:trace>
  <inkml:trace contextRef="#ctx0" brushRef="#br0" timeOffset="71733">22823 8747 15126,'-34'-36'1637,"0"1"1,-15 20 0,-8 8-1423,11-1 1,-6 0-1,-1 4 1,1 8-813,-5 12 0,-1 10 1,1 6-1,2 5 627,7-2 0,0 5 1,2 3-1,2 3 0,4 2-15,1 4 1,4 3 0,2 3 0,4 1 0,4 0-58,5-1 1,2 1-1,4 2 1,5-2-1,6-1-126,5-3 0,4-1 0,5-1 0,4-2 0,7-5 50,12 4 1,8-3-1,5-7 1,5-5 113,-6-11 1,5-4 0,2-4-1,1-4 1,0-5 110,1-5 1,3-4-1,-1-6 1,0-3 0,-2-3 66,-1-4 1,-1-3 0,-1-3 0,-3-5-1,-4-3-84,-5-5 1,-2-5 0,-4-3 0,-3-2 0,-4 0-22,-4-1 1,-3-2-1,-3-1 1,-4 0 0,-3 0 60,-4-9 0,-4-1 0,-6 1 1,-6 3 48,-4 8 0,-5 1 1,-3 4-1,-5 5-215,-12-1 1,-5 6 0,-2 9-1104,1 11 0,-2 7 0,3 6 1139,-7 7 0,6 8 0,-6 10 0,39 0 0</inkml:trace>
  <inkml:trace contextRef="#ctx0" brushRef="#br0" timeOffset="72151">24031 9032 21170,'10'-40'1400,"-1"0"1,0 6-1393,-14 61 0,-6 22-355,2-6 0,-1 5 0,1 2-1776,0 9 0,1 3 0,2-2 1515,5-6 1,1 0 0,1-5 0,-3 3-1,5-8 1,17-4 0</inkml:trace>
  <inkml:trace contextRef="#ctx0" brushRef="#br0" timeOffset="72534">24440 9291 11161,'19'-51'2457,"1"0"1,0 0-1,3-7 1,-7 8 281,-15-2-2638,-33 75-118,-3 27 5,10-1 1,6 7-25,13 0 0,10 0 41,5-10 1,9-6 72,18-5 1,8-16 117,0-28 0,-1-13-40,-7 0 1,-5-7 28,-6-19 0,-14-3-40,-22 8 1,-9 4-127,0 5 1,-4 6-85,-9 4 1,-2 13-1364,-7 28-3725,25 13 5153,32 17 0,0-20 0,6-10 0</inkml:trace>
  <inkml:trace contextRef="#ctx0" brushRef="#br0" timeOffset="72917">24818 8655 18649,'-52'-9'418,"1"-1"1,-1 1 0,1-1 0,0 1 0,-8 10 0,-2 3 0,0 5 0,3 6 0,5 6-379,1 14 1,5 9 0,4 6 0,0 1-435,4-6 1,0 2 0,1 2 0,4 2 0,7 3 385,6 5 0,3 5 0,6 2 0,8-3 1,8-5 26,11-2 1,9-5-1,7-2 1,4-2-8,4 3 1,4-1 0,7-6-1,6-10 35,-5-18 1,6-7 0,4-5-1,2-5 1,-2-3 0,-3-1 49,2-5 1,-1-3-1,-1-4 1,-2-3-1,0-2-36,1-2 1,2-1 0,-3-3-1,-5-5 1,-7-5-27,-8-6 1,-5-7 0,-6-3 0,-6-1 0,-6 4-28,-8-2 1,-9 2-1,-4 0 1,-5 0-18,-2-3 1,-4-1 0,-5 2-1,-9 9-936,-11 7 0,-10 7 0,-2 4 0,5 5 563,6 4 1,3 4 0,0 2 0,-6 1 0,0 2-1,10 4 1,10 5 0</inkml:trace>
  <inkml:trace contextRef="#ctx0" brushRef="#br0" timeOffset="75534">26095 7175 12046,'0'-4'8099,"-27"9"-7979,3 17 1,-3 7-79,-7-2 0,-2 3 45,7 1 1,-1 4 0,3-2 161,2-4 0,2-2 637,-12 15-516,51-79-197,4 4 1,5-5-34,6-12 0,5-2-8,-6 13 1,4 1-1,0 4-68,10-1 1,3 6-40,7 3 1,7 10-36,-4 17 1,5 8 0,0 4-665,-15-3 1,1 3 0,0 1 0,0 1 673,8 5 0,2 3 0,-1 0 0,-6-2 0,-4-3 0,-5 0 0,-5-1 0,-1 4 0,0 1 0</inkml:trace>
  <inkml:trace contextRef="#ctx0" brushRef="#br0" timeOffset="76350">26072 8014 22010,'-61'1'192,"1"-1"1,8 6-1,7 13-142,18 17 1,8 14 0,7-1 10,9 10 1,13 0-10,4-15 0,7 0 1,5-6 50,23 3 1,8-10 92,-3-9 0,0-11-6,-11-9 1,-8-9-107,-2-31-87,-36 6 0,-11-3 8,-6-6 1,-5-2 16,-7-4 1,-1 1 22,2 3 0,2 1 8,8 6 0,3 3-14,4-16-56,40 18-11,6 21 0,8 5-28,16 7 0,3 9-84,2 11 0,-7 11-216,-11 14 1,-17 10-316,-22-14 1,-9 3 0,-5-1-2131,-4-2 1,-5 0 0,-1-4 2121,-9 5 1,1-6-1,-1 2 1,27-32 0</inkml:trace>
  <inkml:trace contextRef="#ctx0" brushRef="#br0" timeOffset="76751">26371 7758 13043,'-49'-32'2526,"-1"1"0,4 22 0,-3 6-2328,-10-3 0,-6 2 0,4 12-752,6 20 1,5 13-1,3 7 575,11-5 0,1 4 0,4 4 0,5 2-20,4 3 1,4 2-1,6 2 1,7-2-18,6-1 1,7 1 0,7-2-1,6-5 13,10-4 0,6-3 1,7-4-1,3-6 21,7-4 0,5-5 0,3-6 1,1-5 81,0-7 1,2-5 0,0-6 0,-3-5 21,-4-4 0,-2-5 0,-2-4 0,-6-7-44,-8-5 0,-4-6 1,-6-3-1,-5-3-41,-8 0 0,-5-4 0,-5 0 1,-6 0 6,-9-15 1,-8 1 0,-9 4-58,-6 6 0,-8 4 0,-2 6-352,2 10 1,-2 6 0,1 4-120,-5 1 0,4 7 0,-3 4 0,40 11 1</inkml:trace>
  <inkml:trace contextRef="#ctx0" brushRef="#br0" timeOffset="77117">27529 7629 23769,'-10'-58'414,"0"0"1,19 7-1,14 13-378,30 27 1,12 20-39,-18 2 0,1 8 0,-2 5-350,-1 8 1,-2 7 0,-5 4 326,-4 4 1,-5 4 0,-3 1-178,-5-2 1,-4 1-1,-2-1-855,-5-6 0,-3 0 1,-1-3 1056,1 6 0,-3-5 0,0 6 0,3-27 0</inkml:trace>
  <inkml:trace contextRef="#ctx0" brushRef="#br0" timeOffset="77617">27551 7990 18112,'-5'-3'1240,"43"-32"1,28-7-1486,-26 26 1,3 4 0,4-2-565,-3-4 1,5-3-1,1-1 1,2 0 0,-3 4 75,8 2 1,-1 4-1,0 0 1,-2-2 78,-3 0 0,-1-1 0,-1-2 0,-4-1 435,6-6 1,-4-3-1,-8-5 502,-4-22 0,-18-4 297,-27 2 0,-17 1-82,2 19 0,-8 3 1,-6 3 229,-7 6 1,-9 4-1,-3 4 1,3 2-393,6 3 0,2 3 0,-1 3 1,-4 2-156,-5 1 0,-3 2 1,-2 3-1,0 4 1,4 5-47,2 5 1,1 6-1,1 3 1,2 3-1,3 0-96,3 0 0,0 0 1,3 3-1,3 2 0,5 5-29,0 9 0,1 5 0,6 3 1,9 0-1,13-2 16,15-5 1,12 0 0,9-1 0,4-1 0,0-4 2,1 0 0,2-3 0,4-2 1,4-3-1,5-3-177,-2-8 1,6-1 0,3-2 0,3-4 0,1-2 0,-1-3-1,-2-5 348,5-3 1,2-6 0,-1-4 0,-1-3 0,-1-1 0,-2-1-59,3 1 0,-1-1 1,-2-2-1,-3-5 0,-4-7-92,-3-5 1,-1-7-1,-5-4 1,-8-2-1,-12 0-127,-11-20 1,-18-4 0,-16 4 76,-6 21 0,-11 2 0,-7 2 0,1 2 0,6 1 0,1-7 0,3 3 0,-6 8 0,-22 14 0,0 0 0,-1 0 0</inkml:trace>
  <inkml:trace contextRef="#ctx0" brushRef="#br0" timeOffset="88001">28574 3210 17944,'54'-14'-24,"0"0"0,0 0 1,-1-1-1,1 1 0,0 1 1,1-1-1,-1 2 0,-3 0 1,-4 3 45,3 2 1,-6 2-1,-5 2-11,17-1 65,-80 9 1,-29 3 0,-4 1 229,7-2 1,-3 0 0,-3-1 0,-1 1-172,4 0 1,-3 0 0,0 0 0,1 0 0,4-1 34,-13 1 0,4 0 0,16-1 665,13 1-773,72-10 0,32-5-76,-17 4 1,5-1 0,3-1-104,-13 1 0,4-2 0,0 1 0,-1-1 0,-6 1 201,9 0 0,-5 1 0,-6-2 19,6-2 1,-23 2 106,-62 10 0,-25 2-33,6 0 1,-6 0-1,2 0 90,3 0 0,1 0 1,13 4-10099,16 9 8409,36-12 1,24-2-1,0-2 1,-23-2-1</inkml:trace>
  <inkml:trace contextRef="#ctx0" brushRef="#br0" timeOffset="90485">4185 2021 12275,'-41'39'612,"0"1"0,0-1 1,0 0-1,0 1 1,0-1-1,-1 5 1,-1 0-1,-1 2 1,0 1-1,-1 1 1,-1 2-1,0 1-1152,8-9 0,0 1 1,-1 2-1,0 0 0,0 1 1,-1 0-1,-1 2 0,0 0 1,0 1-1,-1 0 540,3-4 0,-1 2 0,-1 2 0,-1 0 0,-1 1 0,1 0 0,-1 1 0,1-2 0,0 1 0,1-2 0,1-1 0,2-2 0,1-2 0,-7 8 0,1-2 0,2-1 0,2-2 0,-1-1 0,2 0 0,-1 0 0,0 0 0,-4 4 0,1 0 0,0 0 0,0 0 0,-1 0 0,1 0 0,0 0 0</inkml:trace>
  <inkml:trace contextRef="#ctx0" brushRef="#br0" timeOffset="100150">1413 4733 18492,'-13'-52'1559,"-1"0"0,4 6 1,1 20-1426,-1 58-67,2 12 1,-1 9-39,0-4 1,-1 4 0,-1 2-196,-1 4 0,-2 2 1,2-2 172,1-5 1,0-2-1,2-4 227,-3 3 1,5-9 353,9-15-459,19-66-73,-3 2 0,2-4-26,8-9 1,3-1-17,1 6 0,3 6-34,0 11 1,3 10-23,-2 18 0,0 11 205,0 11 0,-5 9-298,-1 9 1,-4 5-331,-4 1 0,-2 1-336,-3-9 0,1-4 101,19 4 817,5-51 231,-6-34 274,-10-11-112,-13 17-449,1 21-5,19 26 6,23 2-26,-17-2 1,1-3 24,3-5 1,-2-6 50,-4-4 0,-5-6 0,-10-8 0,-7-3-17,-11-20 23,-37-3 33,-20 34-90,15 20 1,-1 10-40,-2 10 1,2 8-15,5 8 1,11 4-124,21 6 0,15-2-188,9-12 1,10-6-305,8-8 0,9-5 0,1-5 75,4-8 0,1-6 1,0-2 438,-7 1 1,0-2-1,-1-2 233,2-5 0,0-4 0,-7-2 481,-7-9 1,-7-3 158,6-23 71,-35 1-347,-37 38-392,-11 26-90,13 13 0,4 8 75,10 8 0,8 2-103,5-5 1,9-3 16,16-1 0,10-10 39,7-22 1,3-10 27,-3-1 1,-4-5 86,-2-12 0,-8-5 328,-13-23-241,-10 13-224,-7 16-39,1 50-141,7 25-120,4-10 1,4 2-844,11 10 1,8-3 324,8-16 1,6-5 618,4-3 0,4-11 633,8-24 0,-3-14 328,-17-2 0,-4-5-211,-1-2 1,-5-1 618,-9-19-1080,-11 36-90,-3 27-9,4 23 1,1 12-26,-2 13 1,-2 6-3,0-12 1,-1 2 0,-1 0 7,-4 5 0,-1 1 0,-3-6 33,-4-1 1,-4-9-29,-18 1 3,22-65 1,4-19-6,3-2 1,5-8 0,1-1 7,2-4 1,3-2 0,2-3-191,0 3 0,2-2 1,1 0-1,1 4 186,3 1 1,0 2-1,2 3-17,-2 0 1,1 2 0,4 9-2,9 8 0,1 15-35,20 35-130,-26 4 0,-6 8-2241,-19 30 0,-13 5 2417,-5-16 0,-4-3 0,0 2 0,-2-7 0,-13-8 0</inkml:trace>
  <inkml:trace contextRef="#ctx0" brushRef="#br0" timeOffset="100567">3799 5136 16426,'-4'-45'4077,"0"0"1,-5 1-3966,4-3 0,-1 16-101,-1 55-109,2 12 0,0 8-1056,-1 17 1,0 3 1153,5-19 0,0 0 0,0-3 0,-3 2 0,1-6 0,9 10 0</inkml:trace>
  <inkml:trace contextRef="#ctx0" brushRef="#br0" timeOffset="100734">3893 4762 11788,'0'-9'5192,"0"2"-5192,0 7 0,0 0 0,0 0 0</inkml:trace>
  <inkml:trace contextRef="#ctx0" brushRef="#br0" timeOffset="101451">4511 4756 18571,'-4'-6'2534,"-36"14"1,-5 16-2432,28 21 1,7 13-103,-8-15 1,-3 5-1,0 3 1,5 3-749,9 3 1,5 3 0,3 2-1,-1 2 1,-1 0 315,-3-7 1,0 2 0,0 0-1,-1 0 1,-1-1 0,-1-1 370,-1 4 1,0 1 0,-2-3-1,-1-2 1,-4-4 304,-4 1 0,-3 0 0,-2-9 0,-3-17-88,-15-18 0,2-21 85,13-19 1,5-16 0,5-4 42,7 5 1,4-4-1,4-2 1,3 0-195,3 0 0,3-1 0,5 0 0,3 2-249,6 3 1,3 1 0,5 2-1,2 2 142,4 2 1,3 3 0,3 2 0,1 2 3,1 3 1,1 2 0,1 2 0,-2 1 444,10-4 1,-1 1-1,-4 2-402,6-1 0,-7 3 148,2-10 319,-33 14 379,-13 10-765,-6 24 752,1 21-869,15 20 69,2-26 0,5-2-36,7-7 0,5-8 17,2-9 0,0-10 103,-1-9 0,-4-7 104,-5-6 0,-4-3 455,6-27-371,-15 19-297,-8 39-39,-9 63-34,1-23 1,-2 5-1,1 3-555,-1-1 1,-1 4 0,1 2 0,1-1 248,0 3 1,2 2 0,-1-1 0,1-4 0,-3-2 0,1-3 0,2-3 0,5 3-1,0 0 1</inkml:trace>
  <inkml:trace contextRef="#ctx0" brushRef="#br0" timeOffset="102051">5739 4774 18128,'7'-61'3299,"-1"0"1,-10 5-3099,-11 93 1,-2 28-171,3-14 1,0 3 0,3 6-450,0 0 1,0 6-1,5 1 1,8-2-803,10-3 0,7-1 1,5-2-1,0-2 889,-3-8 0,1-1 0,2-3 0,2-4 0,10 3 0,2-6 0,-1-9 0,-4-16 0,0 0 0</inkml:trace>
  <inkml:trace contextRef="#ctx0" brushRef="#br0" timeOffset="102634">6507 5066 13614,'-4'-41'4817,"-1"1"0,-17-1-4462,2 0 1,-5 11-216,-7 35 0,-2 15-115,2 5 1,4 10-26,5 21 0,13 6 5,19-11 1,11-3-1,9 0 1,10-11 67,21-20 0,5-17 64,-18-14 0,-5-10-36,1-7 0,-12-8-23,-22-11 1,-17-2-12,-15 8 0,-9 4-73,0 5 1,-6 8-63,-11 14 1,3 16-1131,6 35-4034,33 21 5232,26-30 0,6-3 0,12 4 0,-4-16 0</inkml:trace>
  <inkml:trace contextRef="#ctx0" brushRef="#br0" timeOffset="102850">6871 4694 18800,'-2'-6'6795,"0"0"-6532,2 6-190,30-18-45,5 43 0,5 20-73,-6-12 0,1 4 1,-5 7-1507,-9 9 1,-5 8 0,-5 3 0,-4-1 1550,-4-6 0,-5 1 0,-2-1 0,-3-4 0,-2 4 0,-4-3 0,-3-8 0,-12-7 0,0-1 0</inkml:trace>
  <inkml:trace contextRef="#ctx0" brushRef="#br0" timeOffset="106251">2927 6920 15149,'-9'-46'2533,"1"1"1,-4 6 0,-8 12-2352,-22 28 0,-5 15-152,6 3 1,3 6-25,-5 7 0,10 6-6,20 5 0,14 1 2,19-9 1,10-5 0,9 3 0,7-4-39,-4-13 1,3-3-1,-3 0-34,-3 0 0,-4 2 104,16 16-1,-80-12 1,-19-1-26,-4-2 1,-3-2-47,11-4 1,-2 0 0,3-3-4201,-7-1 1,7-4 4237,9-3 0,19-3 0,17 1 0</inkml:trace>
  <inkml:trace contextRef="#ctx0" brushRef="#br0" timeOffset="107451">3270 6941 15760,'0'-4'6452,"0"1"-6116,-14 28-229,7 29-79,0-16 0,1 3 2,6 5 1,2-2 98,2 16 560,2-31-521,0-50 61,-1-34-151,-1 18 1,0-3 24,2-9 1,4 0-96,1 14 1,6 5-9,5 0 0,5 9-5,37 29-21,-30 12 1,-2 8 19,-4 7 1,-7 5 5,-7 2 0,-6-1 123,-8 16 96,-13-34-102,1-47-5,13-34-95,9 21 0,5 0-17,7 4 0,5 5-20,6 6 1,3 10-32,2 12 1,-1 11-141,-2 8 1,-2 7-437,-4 9 0,-3 2-567,-1 1 1,2-3-115,1-7 0,4-6 227,6-12 1,3-10 1032,4-9 1,0-9 576,-2-8 0,-4-6 437,-7-3 1,-7-3 116,-8 3 1,-7 1 322,-12-21-795,-23 29-298,-18 39-234,-2 31-71,26-14 0,6 3-2,7 31 56,40-23 44,30-38-3,-25-14 1,-1-7 123,-6-7 0,-4-4 159,-2-20-207,-36 19-128,-19 40-51,3 31 17,20 22-6,18-30 0,10-4-11,18-6 0,10-9-6,11-10 1,3-11 25,-17-3 1,0-4-1,-4-5 25,-3-6 0,-4-6 0,-5-4-100,-6-5 1,-7-5-1,-5-2 124,-7-3 1,-7-2-1,-2 1 41,-3 3 0,-3 0 0,-1 3 44,-6-9 0,0 8-165,-4 2 17,15 70-29,6 16 1,5 9-16,-1-1 1,1 4 0,2 2-396,1-6 1,0 0-1,3 2 1,1-2-175,3-2 1,1 1 0,2-2 0,2-3 606,10 8 0,3-3 0,-1-6 0,-2-3 0,-1-8 0,24 0 0</inkml:trace>
  <inkml:trace contextRef="#ctx0" brushRef="#br0" timeOffset="108287">5365 7066 13105,'-6'3'7454,"2"-1"-5398,4-2-857,16-72-488,-11 15-521,1-6 1,-4-4-71,-7 11 1,-4 0 8,-2-4 0,0-2 61,0 2 1,1 3-63,3 16 1,1 5-162,-2-6 33,-4 76-20,5 21 0,3 12-6,4-20 0,2 3 0,3 2-532,4 1 1,3 5 0,4-1 0,3-5 557,14 7 0,5-5 0,-2-4 0,2 7 0,1-8 0,-2-20 0,1 0 0</inkml:trace>
  <inkml:trace contextRef="#ctx0" brushRef="#br0" timeOffset="108924">5694 6945 22845,'49'-25'194,"-1"0"1,1 0 0,8-7-1,-8-2 22,-21 7 0,-10-2 248,-24-13-49,-29 11-247,-8 23-126,9 28 0,3 10-54,15-3 1,5 5 8,-2 25 1,8 4-26,10-15 0,13-3 16,12-8 1,11-3 0,2-12 199,13-24 0,2-10-146,4 15 0,-7-9 87,-13-35 0,-15-11 526,-25 10 0,-7 2-694,6-9-56,22 33 95,-8 43-954,-4 19 0,0 20 1,-5 5-1,-6-11 954,-16-7 0,-3 0 0,14 15 0,5 7 0,-9-17 0,-34-11 0</inkml:trace>
  <inkml:trace contextRef="#ctx0" brushRef="#br0" timeOffset="109345">6568 7135 12264,'15'-59'1228,"1"0"1,0 0 0,-1 0 0,1 0-1,-1 0 1,16-10 0,0 8 0,-17 14-2111,-32 10 859,18 66 1,9 27-61,3-7 0,6 14 0,4 6 0,1 1 0,0-6 0,-5-15 1,3 1-1,3-6 0,7 3 0,-1-1 0,1 1 0,0-1 0</inkml:trace>
  <inkml:trace contextRef="#ctx0" brushRef="#br0" timeOffset="109479">6693 6906 16947,'57'-24'401,"1"-1"1,-1 1 0,1 0 0,-1-1-1,-7-2 1,-3-1 0,-3 4 0,-3 7-1,3 15 1,0 0 0</inkml:trace>
  <inkml:trace contextRef="#ctx0" brushRef="#br0" timeOffset="109720">7407 6668 17518,'39'-14'2434,"-1"-1"0,-2 7-2434,15 2 0,15 1 0,-14 2 0,-12 7 0,1 4 0,-1-1 0</inkml:trace>
  <inkml:trace contextRef="#ctx0" brushRef="#br0" timeOffset="109903">7462 7023 17182,'49'-16'0,"1"0"0,-1-1 0,1 1 0,3-2 0,0 1 0,-1-1 0</inkml:trace>
  <inkml:trace contextRef="#ctx0" brushRef="#br0" timeOffset="110814">6717 7102 11351,'-3'4'9830,"1"-1"-8788,3-36 0,3-18-659,-1 20 1,-1-3-250,2-14 1,-1-7-1,1-1-45,0 3 1,0-1 0,0 2-10,-2 5 0,0 2 1,0-1 100,1-6 0,-1 0 1,-2 8 232,-6-19-408,-2 41-12,-4 50-11,5 19 0,4 17 1,2 1-68,2-5 0,4 1 0,0 1-629,-2-7 0,-1 3 0,2-1 0,4-4 128,3 6 1,4-4 0,6-6 584,8-11 0,4-4 0,-3-5 0,13 19 0,-10-22 0,0-1 0</inkml:trace>
  <inkml:trace contextRef="#ctx0" brushRef="#br0" timeOffset="111239">6725 6823 10965,'-45'10'2457,"1"0"1,0 0-1,-19 4 1,14-3 90,34-7-1831,22-4-610,19-7-40,17-2 0,7-1-42,-15 2 0,1 0 11,18-3 1,-4 0 70,-5 0-410,-14 0 303,1-6 0,-21 9 0,15-4 0</inkml:trace>
  <inkml:trace contextRef="#ctx0" brushRef="#br0" timeOffset="113286">8852 6733 16812,'-15'-41'1553,"0"-1"0,0 0 0,-13-7 0,-5 16-1329,-28 39-140,20 25 0,6 15-67,18-5 0,6 5 0,4 0 11,-1 18 0,13-2 5,11-19 1,7 0-1,8-12 180,24-11 0,7-15 42,-7-7 0,-4-11 100,2-20 1,-13-14-185,-30-9 0,-14-3-146,-4 6 0,-8 2-591,-15-4 1,-9 9 565,6 27 0,0 6 0,-12-9 0,15 30 0</inkml:trace>
  <inkml:trace contextRef="#ctx0" brushRef="#br0" timeOffset="140749">28858 6529 10209,'21'-39'1578,"1"0"0,-1 1 0,7-15 0,-13 22-1080,-35 56 1,-18 29-346,14-21 0,-5 8 1,-3 5-1,-4 4 0,0 3 1,-1 0-1,0 0 0,2-3-817,0 1 1,0 0 0,1-1 0,-1 2-1,0 0 1,-1 2 0,-2 1 0,-1 3 663,7-11 1,-1 2 0,-1 2 0,0 0 0,-2 2 0,0 0 0,0 1-1,-1 1 1,0 0 0,1-1 0,-1 1 0,0-1 0,1-1-492,2-2 0,-1 0 0,-1 1 0,0 1 0,0-1 0,0 1 0,0-1 0,1 0 0,-1 0 0,2-2 0,0 0 0,1-2 0,2-2 1,0-1 433,-8 13 0,3-3 0,1-2 1,0-2-1,2 0 0,0-1 1,-1 0-1,-1 1 0,-1 2 0,-3 3 1,-1 1-1,0-1 0,3-3 1,3-5-1,5-7 0,6-8 1,4-6-1,0 1 0</inkml:trace>
  <inkml:trace contextRef="#ctx0" brushRef="#br0" timeOffset="141737">25955 3363 14317,'-47'42'-192,"0"0"0,0 0 0,1 0 0,-1 0 0,0 0 0,0 0 0,0 1 0,0-1 0,0 0 0,0 0 0,0 0 0,1 0 0,-1 0 0,0 0 0,0 0 0,0 0 0,0 0 0,0 0 0,0 0 0,1 1 0,-1-1 0,0 0 0,0 0 0,-5 4 0,1-3 0,3-1 0,1-1 1,1-2-1,1-1 0,0 0 0,1 0 0,0 0 0,0 1 0,0 0 0,-1 2 0,-2 1-21,2 0 1,-3 4 0,-2 1-1,-1 3 1,-2 1 0,1 0 0,0-1-1,2 0 1,1-2 0,4-3-1,2-3 1,5-3 0,5-5 0,5-6-1,6-6 1,-5 8 0,7-7-1,-19 22 1</inkml:trace>
  <inkml:trace contextRef="#ctx0" brushRef="#br0" timeOffset="142594">26280 4033 20425,'-3'-33'455,"1"-1"0,27 58 0,15 31 1,-5-2-647,-7-11 0,-2 4 48,5 3 0,7 10 1,-6 0-1,-18-7-801,-34 11 1,-10-11 0,16-12-1,-17-9 1,0-1 0</inkml:trace>
  <inkml:trace contextRef="#ctx0" brushRef="#br0" timeOffset="143158">26309 4527 8618,'51'-27'176,"1"-1"1,0 1 0,-1 0-1,1 0 1,-1-1 0,1 1-1,-1 0 1,-3-19 0,-3-7-1,-4-2 1,-4 0 0,-2 6-1,-3 9 437,25-5 1,-28 3 633,-47 8 0,-24-6 0,-14-3 1,-7 2-1,4 6 0,14 12-1160,2 5 0,-5 14 15,5 8 1,-13 5 0,-9 4 0,-4 4 0,1 4 0,3 2 0,9 1 0,12 2-94,-10 18 1,16 7-1,15 12 42,19-15 0,8 10 0,7 6 0,4 4 0,4 0 1,1-3-1,0-7 0,-3-9-99,5 14 0,2-11 0,18-5 123,-1-20 0,13 1 1,9 0-1,7-2 0,2-4 1,-1-2-1,-4-6 1,-8-6-1,-12-6 14,10-10 1,-11-12 0,-10-16-90,-19-3 0,-6-14 0,-6-9 0,-4-7 0,-2 0 0,-2 2 0,2 7 0,1 12 0,3-3 0,0 10 0,-9-7 0,-21-7 0,-1 1 0,1 0 0,-1 0 0,1-1 0,-1 1 0,1 0 0</inkml:trace>
  <inkml:trace contextRef="#ctx0" brushRef="#br0" timeOffset="144010">26314 4029 21388,'10'-24'2672,"45"6"-2599,-14 21 0,5 7-40,15 4 1,-2 10 25,-14 11 0,-14 14 95,-25-1 0,-12 11 0,-3 3 0,3-7-145,4-8 0,2-4 1,-2 6-10,-1 7 0,-3 10 0,0 2 0,0-7 0,2-14 0,-2 15 0,29-5 0,1 0 0</inkml:trace>
  <inkml:trace contextRef="#ctx0" brushRef="#br0" timeOffset="144607">26560 4436 11530,'-40'0'4915,"0"-1"0,8-9-3929,77-5 0,26-1-821,-26 4 1,-4 1-172,-2-4 0,-17 4 6,-67 15 2,6 1 0,-8 2 0,1 2-11,-17 5 1,8 2 283,10 1-113,70-12 0,21-5-502,12-9 1,9-6 0,-2 1 0,-14 6 0,0 1 0,-2-2 0,-2-3 0,1-1-1,-1 1 1</inkml:trace>
  <inkml:trace contextRef="#ctx0" brushRef="#br0" timeOffset="162512">1089 8657 10489,'0'-5'9830,"0"1"-9413,-14-25 0,-12 0-25,-33 38-347,11-17 0,0 6-68,6 28 1,7 14-18,8 3 1,13 3 39,24-8 0,10-2-14,4-3 0,7-4-48,26 4 1,1-7 44,-3-1 48,-17-10 0,-14 0 215,-72 16-214,6-16 0,-10-2 0,4 0-102,-1 5 0,1-3-496,1-3 1,-3-2 0,16-4-1,21-6 1,15-3 0</inkml:trace>
  <inkml:trace contextRef="#ctx0" brushRef="#br0" timeOffset="162772">1518 8566 17608,'0'-3'4475,"0"1"-4327,-18 30 1,-6 22-301,13 1 1,4 6-876,-5-3 1,-1 4-1,6-2-2250,7-5 0,4-2 0,2-4 2347,4 4 0,2-8 1,5 1-1,-10-30 0</inkml:trace>
  <inkml:trace contextRef="#ctx0" brushRef="#br0" timeOffset="163797">1394 9047 20358,'34'-21'-43,"0"0"0,8-1 0,4 0 152,12 3 1,0 1 119,-16 3 1,-4-3 1322,10-22-399,-46 25-1125,-3 4 17,-10 21 39,-11 32-28,35 16 78,15-5-89,-3-30 0,4-9 154,8-15 0,-2-10 137,2-15-107,-24-12 1,-8-5-50,-15-20-43,-5 14 0,-11 9-70,-16 22 0,2 23-1341,29 38 1,15 25 0,1-7-774,-8-19 0,11-6 2105,30-5 1,20-2 0,6-8 0,-12-13 3178,-8-30 1,-1 1-3149,9 29 1,4 16 0,-21 10-77,-35 18 0,-23 11 0,1-9 48,7-10 1,5-21 114,16-67 1,8-33-173,-12 23 0,-3-7 1,5 4-1,12 16-178,43 10 0,-12 27-968,-74 56 1142,28 10 0,8 14 0,-16-26 0,-50-46 0,23-19 0</inkml:trace>
  <inkml:trace contextRef="#ctx0" brushRef="#br0" timeOffset="164066">3078 8981 19132,'59'-18'0,"-1"-1"0,1 0 0,0 1 0,-13 3 0,1 0 0,0 0 0,0 0 0</inkml:trace>
  <inkml:trace contextRef="#ctx0" brushRef="#br0" timeOffset="164305">3648 8630 21215,'-3'57'0,"0"1"0,1-1 0,-1 0 0,0 0 0,1 0 0,-1 1 0,0-1 0,1 0 0</inkml:trace>
  <inkml:trace contextRef="#ctx0" brushRef="#br0" timeOffset="164527">1233 9970 19272,'53'7'740,"0"1"0,0 0 1,0 0-1,-4 2 1,10-4-741,-22-6 0,9-3 0,8-1 0,8-2 0,5-1 0,4-1 0,4-1 0,2-1 0,1 0 0,-1 0 0,-1 0 0,-3 0 0,-5 1 0,-4 0 0,-7 1 0,-8 2 0,19-4 0,-11 2 0,-5 0 0,2-1 0,10 0 0,0-1 0,0 1 0,0 0 0,1-1 0,-1 1 0,0 0 0,1 0 0,-1-1 0,0 1 0,0 0 0</inkml:trace>
  <inkml:trace contextRef="#ctx0" brushRef="#br0" timeOffset="166296">2300 9146 8030,'-15'-6'9830,"0"-56"-3742,5 32-5850,5-10 0,0 13-249,2 42 54,0 27 0,-1 19 0,1 0 28,1-1 0,0 0 0,-4-19 747,-4-23-799,14-44 1,7-24-22,-9-2 1,-2-13 0,6 2-1,14 15-64,34 13 1,17 16 0,-13 11 65,-8 16 39,-20 49 1,-23 5-46,-35-44 1,-13-7 34,-8 4 1,-7 0 0,12-6-24,10-8-73,7-1-5456,30-1 5523,12 1 0,-5 0 0,3 0 0</inkml:trace>
  <inkml:trace contextRef="#ctx0" brushRef="#br0" timeOffset="167274">2339 8979 10690,'2'44'1966,"1"0"0,-1 6 0,0 8 0,-1 3 0,0-5-818,-2 0 0,0-3 1,-5-6-984,-11 9 0,-1-26-157,10-53 1,2-31-1,4-14 1,3 4-9,2 11 0,2-5 0,3 1 0,5 2 0,4 7-20,10 3 1,5 5-1,4 5 1,-1 6 13,26-12 0,-13 30 36,-39 55 0,-18 30 0,-12-14-30,-12-30 0,-10-5 0,-4 14 0,-6 4 0,8-18 0,2-33 0</inkml:trace>
  <inkml:trace contextRef="#ctx0" brushRef="#br0" timeOffset="171072">2250 8882 8175,'0'-6'4840,"0"1"-3373,12-2-431,-3 39-470,5 21-474,-13-5 1,-4 4-46,0 2 1,-2-1-37,0-7 1,0-2 21,-1 12 824,6-28 190,1-24-750,0-24-101,-3-20-134,0 8 0,0-4-17,0-7 0,1-2 36,4-3 0,2 0 17,1 0 0,4 2-11,5 2 0,3 3-76,1 7 0,2 3 20,2 6 0,2 5-37,27 5-16,-1 37 111,-32 13 1,-7 5-56,6 10 2,-22-6 0,-7-3-41,-11-9 16,-4 11-5,4-2-854,-7-3 0,17-16 0,-7-4 0</inkml:trace>
  <inkml:trace contextRef="#ctx0" brushRef="#br0" timeOffset="187985">4330 3419 7123,'-6'0'4084,"2"0"-3065,4 0 1362,-2 28-1472,28-17 0,13-2-566,3 3 0,6 2 0,6-4-717,-6-5 0,5-1 0,3-2 0,2-2 0,2 1 487,-8-1 0,2-1 0,1-1 1,2 0-1,1 0 0,1-1 0,0 0-274,-1 1 0,1-2 1,2 1-1,0 0 1,0-1-1,2 0 0,-1 0 1,1 0 211,-3 0 1,1 0 0,0 0 0,1-1 0,0 1 0,0-1 0,0 1 0,0 0 0,0-1-12,-1 2 0,1-1 1,0 0-1,0 0 1,-1 0-1,0 0 1,0 1-1,-1-1 1,-1 1-164,2 0 1,-1-1 0,1 1 0,-2 1-1,0-1 1,-2 0 0,-1 1 0,-2 0 163,6-1 1,-2 1 0,-2 0-1,-1 0 1,-3 1 0,-4-1-19,20 0 1,-6 0 0,-9 0-83,-10 0 0,-8-1 289,-10 0 1,-21 1-1,-4 1 1</inkml:trace>
  <inkml:trace contextRef="#ctx0" brushRef="#br0" timeOffset="188888">9093 3363 11833,'63'-3'408,"0"1"0,0-1 0,0 1 0,0-1 0,0 1 0,0-1 0,-2 0 0,0 0 0,0 0 1,0 0-1,2 0 0,3-1 0,3 0 0,3-1-411,-17 2 0,3-1 0,2 0 0,4-1 1,1 1-1,1-1 0,2 0 0,0 0 1,0 0-1,0 0 0,-1 0 0,-1 0 1,-3 0-1,-1 1 0,-3-1 0,-4 1-318,13-1 1,-6 0 0,-2 1 0,-3-1 0,-1 1 0,2 0 0,1-1 0,5 1 0,5-1 249,-14 1 1,5 1 0,4-1 0,3 0 0,2-1 0,2 1 0,1 0 0,0 0 0,0 0-1,-1 0 1,-2 0 0,-2 0 0,-2 1 0,-5 0 0,-4 0 0,-5 0 0,-5 1-12,17-1 0,-11 1 0,-5 1 1,1-1-1,10 0-118,-1 1 1,9-2 0,5 1 0,4-1 0,-1 1 0,-3 0-1,-5 0 1,-8 0 0,-11 0 199,19 0 0,-14 1 0,-7 0 0,-10 0 0,-24-1 0</inkml:trace>
  <inkml:trace contextRef="#ctx0" brushRef="#br0" timeOffset="191090">6096 9515 15087,'-46'31'842,"1"0"1,-1 0-1,1 0 1,-1 0 0,-1-10-1,5-3 1,6 12-870,14 12 1,2 16 0,5 7 0,6 0 0,9-7 0,9-14 130,24-9 1,16-12 0,-2-1 53,-8 6 1,-1 0 0,0-15 78,10-25 0,-1-17 1,-18-3 22,-30-9 1,-19 1-239,-22 5 0,-11 15-22,1 26 0,0 9 0,3-7 0,6 5 0,22 13 0,1-1 0</inkml:trace>
  <inkml:trace contextRef="#ctx0" brushRef="#br0" timeOffset="191704">6986 9579 8438,'6'-10'9830,"-2"2"-8518,5-12-1184,-30 34 46,-12 1 150,-3 13 1,-7 10 0,4-2-264,5-5 1,1 0-37,-21 13 1,16 2 147,43-14 1,11-2-96,12 7-198,6-9 1,11 3 0,-3-4-1287,-3-5 0,1-3-764,13 6 0,-3-1 2170,0 7 0,-36-21 0,0-1 0</inkml:trace>
  <inkml:trace contextRef="#ctx0" brushRef="#br0" timeOffset="196102">7834 9662 19244,'1'-52'897,"-1"-1"1,0 2 0,1 21-1027,-1 37 280,0 46-112,-4-11 1,-1 5-32,-2 13 1,0 3-1,0-6 0,-1-3 9,2-11 0,0-6 544,3 2 441,3-33-795,-4-39-95,-3-31-84,4 19 0,0-2 6,2 1 0,2 1-15,0 9 1,1 5-104,6-3 61,0 40 23,3 44 11,-5-8 1,-1 4-15,2 9 0,-1 1 8,-2-4 1,0-4-9,-2-12 1,0-6 551,2 2-101,-3-43-359,0-44-75,0 8 0,0-4-6,0-8 1,0 0 78,0 5 0,0 5 31,1-11-343,-3 43 180,-6 65-2680,1 1 1,1 5 2724,0-4 0,1-1 0,-1-6 0,2-8 0,2-21 0</inkml:trace>
  <inkml:trace contextRef="#ctx0" brushRef="#br0" timeOffset="197275">8893 9846 8858,'3'-4'9830,"14"-19"-9661,-14 24 156,8 11-241,-14 9 168,-6 10 0,-5 1 980,-27 8 303,-9-6-1322,0-29-183,30-30 1,6-10-19,1-23-4,7 0 0,4-4 6,6 6 0,1-2 38,-2 10 1,1-3-1,0 2 79,0-6 1,1 3 140,-2 6 0,-1 7-172,-4 17-430,-4 25 341,2 21-6,-2 8 1,6 8-12,11 0 1,8 4 0,3 3-58,6 0 0,4 4 0,2 2 0,-5 1-1010,-4 4 0,-3 3 1,-3 0-1,0 0-1385,-1-4 0,1 1 1,-4-2-1,-8-4 1474,-7-2 0,-6-3 1,-6-7-1,-16 1 1,2-13-1,18-20 0</inkml:trace>
  <inkml:trace contextRef="#ctx0" brushRef="#br0" timeOffset="197812">9581 9959 17725,'14'-57'1646,"-1"1"1,-4 14 0,0-1 0,1-1-1623,4-4 0,2-2 1,-3-2 242,-4-15 0,-4-3 0,-5 15-222,-6 11-96,-16 10 1,4 13 55,36 58 1,14 30-70,-18-23 0,1 6 0,-2 4 0,0 2 1,-1-2 63,-3-1 0,-2 1 0,0 0 0,0-1 0,3-1 0,9 7 0,3 0 0,-2-3 0,-13-5 0,-28 7 0,0 0 0</inkml:trace>
  <inkml:trace contextRef="#ctx0" brushRef="#br0" timeOffset="205585">11111 9507 17244,'-49'-3'754,"1"0"0,-12 23 1,4 18-655,16 7 1,4 11 0,3 2-243,8-13 0,2 1 1,2 1-1,5 0 172,2 9 0,4 0 0,10-4 107,14 10 0,14-9 184,13-17 0,8-12 12,1-14 1,0-12 146,-4-9 1,-6-9-193,-12-8 1,-8-5-79,-14-2 0,-9 0-73,-8 2 0,-7 3 81,-6 3 1,-7 6-429,-7 7 0,-4 9-356,-11 15 1,2 5 0,-11-1 0,33 4-1,-1-1 1</inkml:trace>
  <inkml:trace contextRef="#ctx0" brushRef="#br0" timeOffset="206598">12282 9604 7072,'4'-7'9830,"0"2"-9141,-4 5-544,-10-19 135,-19 31 0,-15 19 0,3-5-98,4-16 1,-2 3-1126,-6 15 1,-7 10 0,1 2-1,10-7 940,5-12 1,15 2 711,28 30 1,24-3-2895,15-30 1,12-8 2184,-7 7 0,3 2 0,-5-4 0,-1-7 0,-9-2 0,-11 2 0</inkml:trace>
  <inkml:trace contextRef="#ctx0" brushRef="#br0" timeOffset="208804">13032 9396 17244,'34'-19'1839,"-1"7"1,3 2-1792,-1-1 0,0 2-4,13 7 1,-4 11 78,-5 42-52,-23-13 0,-3 7 0,-1 1-64,-1 6 1,-1 1 0,-1 1-1455,-2-1 1,-1 0-1,0-4 1245,-1 8 1,0-5-102,2-9 1,-1-8-1,-2-14 1,3 18-1</inkml:trace>
  <inkml:trace contextRef="#ctx0" brushRef="#br0" timeOffset="209063">13060 9823 16045,'46'-22'714,"-1"-1"1,1 0 0,8 1 0,1 2 0,-6 6-3110,-7 9 0,-3 3 1263,6 0 0,-7 3 0,-16 4 0,-19-3 0</inkml:trace>
  <inkml:trace contextRef="#ctx0" brushRef="#br0" timeOffset="212035">14589 9807 12046,'-13'-38'3613,"0"0"0,0-4-3627,0 0 0,1 12-76,8 28 297,19 43-117,9 9 103,-2-16 0,6-3 748,12-10 0,4-7-695,-8-5 1,4-8-96,16-13 0,9-12 1,-1-3-119,-19 4 1,-1-3-1,0-1 1,2 0-224,-1 0 0,1 0 0,1-1 0,1 0 0,1 1 155,2-3 0,2 0 1,1 0-1,-2 2 1,-2 2-1309,1 4 0,-2 2 0,-1 1 0,-1 1 904,8-4 1,-1 1-1,-5 5 1,-3 8-1,-10 4 1,-19 4-1</inkml:trace>
  <inkml:trace contextRef="#ctx0" brushRef="#br0" timeOffset="214851">6206 11425 17468,'-47'-3'414,"0"0"1,0 0-1,-19 3 1,7 10-480,21 14 1,9 6-9,10-1 1,9 1 9,21 18 66,17-20 0,6-3-12,-6-6 1,1 0-15,12 8 1,-4 1 117,-3 14 102,-21 2 139,-47-10-210,4-22 0,-7-4-87,-11 0 1,-2-3-2416,9-3 1,2-2 2375,-21-2 0,41-2 0,18 2 0</inkml:trace>
  <inkml:trace contextRef="#ctx0" brushRef="#br0" timeOffset="215695">6543 11700 12191,'0'-4'9326,"0"1"-9052,0 3-447,-12-48 128,10 47 118,-7 1-51,8 63 6,-1-19 0,-2-1 219,-6 18 1125,-2-29-1120,1-36 40,3-41-122,3-5 1,2-3-137,-2-12-4,8 8 1,6 8-70,4 31-34,32-12 62,-13 32 0,3 9-34,9 11 0,0 4 37,-9-8 0,-3 3-12,-1 20 0,-13 2 71,-24-5 218,2 4-40,-11-34-173,13-39 0,8-14-39,7-4-26,10-8 1,6 5-25,5 26 5,20-3-68,-12 45-220,-14 6 0,1 6-516,-1 3 0,0 5 347,2 3 1,2 5-1,-5-5 1,1 17-1,-5-23 1,0 1-1</inkml:trace>
  <inkml:trace contextRef="#ctx0" brushRef="#br0" timeOffset="216761">7642 11655 18840,'-4'-49'1176,"1"1"0,-34 25 1,-5 16-1149,2 21-25,0 22 1,-7 15 0,12-8-4,14-3 28,13 21 0,18-12 311,34-54 0,10-23 302,-12-11 0,-3-6-454,12 5 1,-12-1-65,-30-4 1,-9 17-152,-6 67 0,13 16 0,15 0 53,23-25 0,8-8 14,-6 8 1,-1-19 8,-13-36 1,2-25-1,0-15 1,-1-7-1,-4 3 1,-6 10 122,-4 10 0,-6 3 0,-2 1 0,1-6-183,4-7 1,2-14 0,0-2 0,-2 8 0,-5 18-1,-9 30-16,-14 42 0,-10 30 0,5 1 9,11-11 1,3 1-1,3 8-1,-2 1 1,-1 11-1,1 5 1,5-3-1,6-12 1,10-19 45,24-23 0,13-21 0,-2 5-21,-10 20 1,-2 5 0,-3-21 45,-11-25 0,-1-20 0,0-14 1,-2-5-1,-4-1 0,-4 6 0,-4 13 36,-4-10 0,-6 4-102,3-12 0,2-4 0,-4 36-1110,-4 53 1,-3 33 0,-2 18 0,1 3 0,2-13-1096,3 3 0,1-6 0,2 6 2220,-2-4 0,1 9 0,1-1 0,0-6 0,2-16 0,13 10 0,-9-27 0</inkml:trace>
  <inkml:trace contextRef="#ctx0" brushRef="#br0" timeOffset="217972">9042 11587 11715,'4'1'4915,"33"-29"0,3-16-2282,-26-2-2437,20-6 0,-13 5-297,-59 30 73,-9 30-34,18 39 1,8 9 49,8-29 1,5 2-15,5 10 0,6 6 0,12-11 28,20-16 0,11-10 0,-1-3 62,4 6 0,0-12 53,2-21 1,4-13 0,-12-6 58,-16-11 1,-10-6 88,-9 5 0,-3-3 1,6 18-518,26 27 235,-3 31 0,-3 17-107,-11 5 1,-5 9 0,-2-3-14,10 10 0,-15-4-3140,-37-8 0,-18-1 0,1-11 3094,13-19 1,-2-5-1,-27 11 1,10-8 0,38-17-1</inkml:trace>
  <inkml:trace contextRef="#ctx0" brushRef="#br0" timeOffset="218553">10096 11850 22845,'-2'-60'414,"1"0"1,-1 0-1,1-1 1,-1 1-1,1 0 1,-4 8-1,-2 7 1,2-4-429,3-18 0,1-12 0,0 13 0,-4 38-3,-13 80-54,15 4 0,5 14 0,1-4-19,-2-21 1,0-2-1,2 2 11,3 17 1,1 4 0,1-5-690,3 3 1,0-8-218,0 5 985,-1-13 0,2 6 0,-3-10 0,-1-5 0,2-3 0,0 0 0</inkml:trace>
  <inkml:trace contextRef="#ctx0" brushRef="#br0" timeOffset="218719">9996 11544 11664,'57'-12'813,"0"-1"1,0 0 0,-1 0 0,1 0 0,12-4 0,-5-1-1,-9 6 1,-19 8 0,0 0 0</inkml:trace>
  <inkml:trace contextRef="#ctx0" brushRef="#br0" timeOffset="219402">10894 11408 16264,'-11'-8'6542,"7"4"-8271,41-4 0,39-1 0,-6 5-458,-24 5 0,2 2 363,4-4 1,10-1 0,-2 1 0,-13 4 1610,5 12 213,-32 0 0,-19-11 0,-1-2 0</inkml:trace>
  <inkml:trace contextRef="#ctx0" brushRef="#br0" timeOffset="219573">10965 11630 13743,'53'-6'567,"1"0"1,0 0 0,-1 0-1,-6 2 1,10-3 0,-1 0-1,1 0 1,0 0 0</inkml:trace>
  <inkml:trace contextRef="#ctx0" brushRef="#br0" timeOffset="223517">12179 11401 21595,'0'-62'1110,"-1"29"-908,9 86-177,-5-17 0,0 4-14,2 2 0,0 3 1,1-2 13,-1 6 0,1-3 36,-2-1 1,0-5 1551,1-7-778,-5-40-740,-9-25-64,-1-10 0,-1-7-15,-1-3 1,0-1-6,0-12 1,3 1 38,4 19 1,2 5-124,3-8-22,2 57 83,0 50-5,1-9 1,3 6 8,-1-12 1,2 1-1,1 0 17,2-2 1,1 0-1,1-3-17,3 8 0,0-6 355,7 5-112,-20-58-190,-9-18 0,-3-10-40,1-21 1,2-7-88,3 17 0,-1-3 0,2 1 111,3 4 1,1 2 0,1 3-72,1-4 0,1 11-221,1 24 201,-6 37 1,-4 20 61,2 1 0,0 6 0,1-3 0,-2-2 0,0-1 0,1 8 0,0 1 0</inkml:trace>
  <inkml:trace contextRef="#ctx0" brushRef="#br0" timeOffset="230185">5834 13631 12079,'0'-5'8318,"0"1"-7402,-4-28 0,-1-4-378,0 19-449,-28-29-33,1 74 0,-5 23-28,1-9 0,-1 5 0,-1 3-210,6-7 0,0 2 1,1 1-1,3 1 154,4-3 0,0 2 0,5-1 0,6-1-39,6 4 0,7 0 0,9-6-109,26 8 0,14-12 183,-10-18 1,4-6-1,0-5 155,15-4 1,-3-10 52,-13-8 1,-10-8 154,-8-36-222,-28 23 1,-7 0 5,-4 2 0,-5 4 255,-5 4 1,-6 7-388,-5 13 1,-4 10-989,-10 15 0,2 8 966,10-3 0,4 1 0,1 0 0,7-3 0,14-5 0</inkml:trace>
  <inkml:trace contextRef="#ctx0" brushRef="#br0" timeOffset="230968">6662 13742 12461,'1'-3'9723,"20"-51"-9706,-16 41-101,13-33 218,-45 78-30,-4-2 0,-5 6-52,3-4 0,-3 2 0,1 1-28,-1 0 1,0 0-1,4-1-13,-10 12 1,13 0 49,23-12 1,12-1-43,18-5 1,12-5-676,19 1 1,8-5 655,-14-9 0,1-2 0,-3-1 0,3 1 0,-4-2 0,-9-5 0,1 0 0</inkml:trace>
  <inkml:trace contextRef="#ctx0" brushRef="#br0" timeOffset="236984">7425 13948 9206,'6'-6'9634,"-2"1"-7399,-4 5-829,-4-83-482,18 26-616,-4-6 0,5 1-174,10 24 1,5 7-91,6 2 1,4 8-53,6 11 0,1 11 16,-9 7 0,-5 11 14,-1 23 1,-13 11-25,-19-11 0,-9 3 1,-4 0-165,-6 6 1,-4 0 0,-4 0 183,-3-2 1,-5-1 0,1-3-6,3-9 0,-1-2 0,3-4-11,-3 3 1,4-4 48,2 2 195,41-19-78,48-20-185,-5-4 1,6-1-937,-13 2 0,2 0 0,-1 0 953,-5 1 0,-1 0 0,-3 2 0,3-1 0,-7 3 0,-9 4 0</inkml:trace>
  <inkml:trace contextRef="#ctx0" brushRef="#br0" timeOffset="238367">8847 14120 21231,'4'-62'1911,"-2"17"-1822,1 66 57,-2 28 22,-16 6 89,-13-14 1,-9-6-20,6-17 0,-3-8-31,-13-9 1,5-14-152,16-19 0,12-14-21,12-5 0,9-8 1,3 1-6,1 7 0,2 2 0,3 0 35,4-6 1,3 1-1,-2 7-48,-2 11 0,-1 7 44,0-1-184,-20 41 140,1 5-23,7 20 1,7 8 5,9-9 0,6 2 0,-1 0 0,4 16 0,2 2-89,-1-17 1,5 2 0,-2 2-1,-14 1 89,-23 12 0,-14 3 0,8-5 0,26 2 0,-4-2 0,-35-11 0,1-1 0,0 0 0</inkml:trace>
  <inkml:trace contextRef="#ctx0" brushRef="#br0" timeOffset="239173">9716 14031 20039,'5'29'2027,"-21"8"1,-10-12-1452,-2-54 1,-2-8-560,-15 33 43,38-33 1,13-23-1,5-8 1,1 11 17,6-4 0,1 0 58,-9 9 0,1-8 0,-6 3 0,-7 12-209,-29-10 62,-20 15 14,60 62 0,21 29 1,11 13-1,2 1 0,-9-12-42,-6-11 0,-3-4 0,1 7-270,-4 4 1,2 11-1,0 4 1,-2 0 0,-3-7-1,-6-12 1,1-4 0,-11-6-1,-38 13 1,0 1 0</inkml:trace>
  <inkml:trace contextRef="#ctx0" brushRef="#br0" timeOffset="245051">11037 13675 9778,'3'-6'9830,"20"-29"-8694,-18 28-906,13-19 431,-34 39-314,-12 6-159,-1-3 0,-5 1 16,-9 0 1,-1-1-110,5-2 0,1-2 28,0-1 0,4-3-16,7-2-107,15-3 45,9 7 16,1 28-27,0 6-23,2-7 0,0 4 14,0 0 1,-1 0 10,-1-4 0,-1-2 43,-1 26 386,-3-35 436,5-18-547,4-13-270,14-20-62,25-5-25,-11 11 0,5 3-22,25 5 0,5 8 5,-5 9 1,0 7 4,4 2 1,-5 7-9,-12 12 1,-12 7 25,-25-8 0,-11 1-14,-11 4 0,-12-3-223,-9-11 1,-10-5 0,-2-2-191,-3-2 0,-3-3 0,3-1 0,-8 3 0,5-3 0,10-5 0,1-1 0</inkml:trace>
  <inkml:trace contextRef="#ctx0" brushRef="#br0" timeOffset="245702">12145 13769 15417,'3'-6'6790,"0"1"-6690,32-37 208,-44 59-50,-6-4-124,-23 25 1,-8 8-18,1-4 1,0-1-99,5-5 1,4-2-6,13-7 0,7 0-47,7 28 30,23-23 0,11-2-8,21 1 0,12-4-902,-6-8-1,5-2 1,-1-2 428,-8-3 1,0-2-1,-3-1 1,14 1-1,-9-1 1,-21-4 0</inkml:trace>
  <inkml:trace contextRef="#ctx0" brushRef="#br0" timeOffset="246956">13124 13667 10517,'-35'-19'4915,"0"0"0,19 4-1627,-11-35-3188,62 53 1,17 15-2165,3 4 0,1 6 2080,-1 2 1,-1 9 188,-19-1 0,-1 8 0,-2 4 1,-9-4-1659,-9 1 1,-7-2-1,0 2 1453,9 9 0,1 2 0,-8-6 0,-12-3 0,-8-9 0,-9-12 0</inkml:trace>
  <inkml:trace contextRef="#ctx0" brushRef="#br0" timeOffset="247211">13025 14093 15855,'50'-27'-602,"1"0"1,-1 1-1,0-1 1,-9 7-1,0 1-207,13-8 0,11-6 1,-2 2-1,-16 10 1,-9 10-1,-20 5 1</inkml:trace>
  <inkml:trace contextRef="#ctx0" brushRef="#br0" timeOffset="248357">14739 13843 15592,'12'48'2468,"0"0"0,0 0 0,16-18-2149,10-23 0,19-4 0,10-4 1,5-5-1,-5-3 0,-11-3-230,2-13 1,-8-8 0,9-4-355,-16 13 1,6-4 0,6-3 0,3-2 0,0 1 0,-1 1 0,-3 2 0,-6 4 0,-8 5-3013,10 0 0,-9 6 0,0-2 1696,10-7 0,-1-2 1,-11 15-1,-8 29 0,-30-15 1</inkml:trace>
  <inkml:trace contextRef="#ctx0" brushRef="#br0" timeOffset="252902">6589 15264 7380,'3'-8'5461,"0"2"-1512,-3 6-1378,0 0-1658,-37-26-224,-1 25-451,-2-2 0,-3 6-138,10 12 1,4 6-93,0-1 1,7 4 53,6 24 44,38-15-59,13-7 1,8-2-65,0-3 1,1 0-15,5 2 0,-3 1 56,-11-2 0,-14 0 166,-50 24-160,-1-25 0,-7-4-76,-7-3 0,-7-3 0,1-2-4871,-13-5 1,2-4 2952,13 2 0,5-2 0,-3-11 0,45 8 0</inkml:trace>
  <inkml:trace contextRef="#ctx0" brushRef="#br0" timeOffset="253817">7128 15455 21002,'28'-37'269,"-3"42"-211,-18 37 1,-10 14 2,2-12 1,-3 0 350,-5 4 0,-5-6 288,-4-15-392,-1-25-5,12-51-203,7 17 1,4-3-56,3-7 0,3 1-54,4 7 1,3 4-48,25-8 34,14 29-23,-24 14 0,1 5-17,0 6 1,-2 4 33,-4 5 0,-5 2 39,3 22 370,-15-14 73,-11-27-342,-5-33-6,3-25-87,7 17 1,4 0 13,5 0 1,4 3-84,30-11-17,8 26-6,-4 27-146,-17 10 1,-3 8-409,-4 6 0,-2 4-547,3 3 1,3 0-3331,4 0 1,2-7 4503,-7-16 0,1-4 0,23 6 0,-24-22 0</inkml:trace>
  <inkml:trace contextRef="#ctx0" brushRef="#br0" timeOffset="254475">8369 15575 8450,'6'-46'3276,"-1"0"1,-2 3 0,-7 8 1764,-21 13-4873,-8 10-132,0 38 1,2 10-54,2-6 6,1 20 0,12 3 39,42-6 33,-16-10 297,24-33 1,2-15 229,-8-33-146,-5 8 1,-3 1-465,-8-2-45,-29 83 16,31-10 1,4 4 55,-21 6 1,8-7 22,38-24 0,21-14 0,-8-19 57,-29-14 0,-7-17 0,-2-8 1,0 1-1,5 10-65,24 2 1,4 7-1,-9-11 111,-21-15 0,-6-19 0,-6-1 0,-4 19 1,-3 38-237,-4 63 1,-6 37-1,-6-18-63,-13-31-75,20 10 1,7 21 0,3 12 0,2 7-1,1-1 1,0-9 0,-3-14 0,-3 6-1,2-4 1,8-2 0,-1 0 0,1 0-1,-1 0 1</inkml:trace>
  <inkml:trace contextRef="#ctx0" brushRef="#br0" timeOffset="255541">9190 15721 19204,'8'-64'811,"0"0"1,0 0-1,0-1 1,-2 1-1,0-5 1,-1 0-1,-1 6 1,-1 11-793,-2 1 1,-2 6-222,-1-30 0,-1 28 236,-4 103-95,3-6 1,-1 14 0,3 5 0,3-4-1005,6-11 1,3-2 0,2 0 0,-1 3 687,-3-2 0,0 4 0,0 0 0,2-4 1,2-7-1,14 20 0,3-17 0,10-23 0</inkml:trace>
  <inkml:trace contextRef="#ctx0" brushRef="#br0" timeOffset="256128">9610 15684 11502,'47'-38'4915,"-9"-26"0,-2 21-4194,-23 76 0,-4 35 1,1 0-1,6-34-81,11-55 0,5-33 0,3-3 0,2 23-792,24 42 1,1 18-3725,-5-14 0,-11 11 3876,-29 13 0,-10 11 0,-3 4 0,1 5 0,-2 9 0,-4-7 0,-5-23 0,-10-24 0</inkml:trace>
  <inkml:trace contextRef="#ctx0" brushRef="#br0" timeOffset="256525">10576 15773 22761,'34'-56'631,"0"1"1,-13 12-1,-3-1 1,-3-1-531,0-16 0,-5-2 334,-5 7 0,-1-2 0,-1 9-312,1-9-291,-7-6 140,-5 86-27,3 25 1,2 18 0,5-2-282,5-17 0,5-1 0,-1 2-107,-5 4 0,0 3 0,1 0 0,5-5-1682,9 0 0,5-4 1,-3-6 2124,-3-7 0,-2-4 0,14 23 0,-24-32 0</inkml:trace>
  <inkml:trace contextRef="#ctx0" brushRef="#br0" timeOffset="256742">10583 15603 21159,'55'-20'-894,"-1"0"0,1 0 1,0 1-1,-1-1 0,9-3 1,1-2-1,-8 5 0,-19 9 1,-19 10-1,-9 0 0</inkml:trace>
  <inkml:trace contextRef="#ctx0" brushRef="#br0" timeOffset="257796">10216 15663 17815,'-10'-56'2178,"0"0"1,2 6 0,-1 8-1591,0 14 40,-3 3-465,4 10-275,0 5 72,6 37 52,5 10 4,2 23-24,3-2 0,2 1-15,-2-18 1,1 1-287,2 2 1,1 3 0,0-3-1345,2 2 1,-2-5 711,2-7 1,-9-4 92,-45 21 0,24-39 0,-36-2 0</inkml:trace>
  <inkml:trace contextRef="#ctx0" brushRef="#br0" timeOffset="258582">10088 15546 13273,'0'-6'9830,"0"1"-8800,0 5-856,7-55-107,-12 61 123,-11-18-108,-11 34 0,-9 23 1,1-1-44,-1-3 0,-4 0-820,2-7 0,-7 4 0,0-2 1,8-7 788,8-8 1,2-2-159,-18 15 0,9-6 133,29-21 84,-3 5 180,11-15-107,8-7-112,12-10 0,9-5-17,3-1 0,5-1 1,0-1-3,-2 1 0,1 0 1,0 0 1064,4-1 1,1-1 0,-4 1-1039,8-14 1,-8 2-7,-16 15 1,-4-2 117,9-20 1,-5 2-98,-11 11 651,-1-8-517,-10 39-146,1-2-67,-2 5 17,-3 3 50,-15 14-50,-4 8-17,5 9 0,3 6 31,8-4 0,3 0 8,0 5 0,5 1-37,14-2 0,7 2 0,-2-5 43,9 17-17,0-8 0,-2-2 16,-9-4-21,-9-5-18,-3-8 23,-51 13 0,33-32 0,-33 14 0</inkml:trace>
  <inkml:trace contextRef="#ctx0" brushRef="#br0" timeOffset="259640">11714 15475 16280,'-5'0'6313,"-14"-9"-6369,39 2-263,2-9 319,21 10 0,16 4 0,-7 0 0,8-4 0,2 5 0,-1 0 0</inkml:trace>
  <inkml:trace contextRef="#ctx0" brushRef="#br0" timeOffset="259844">11690 15729 15328,'54'-7'668,"0"0"0,0 0 0,0 0 0,0 0 0,1-2 0,-3 2 0,0 0 1,1 0-1,-1-1 0,0 1 0</inkml:trace>
  <inkml:trace contextRef="#ctx0" brushRef="#br0" timeOffset="263568">12973 15432 20979,'0'-64'1023,"-1"0"0,0 7 1,7 8-957,25 4-112,26 21-64,-12 25 0,2 8 11,-8 4 0,-3 7 84,-1 18 0,-15 8-6,-31 5 1,-16 2 28,1-9 0,-6 1 1,0-3-1,2-8 0,0-1 1,0-1-2,-15 13 1,7-3 63,17-1 164,27-16-161,27-22 1,13-11-101,1-2 1,6-5 0,3-1-615,-2 1 0,3-1 0,1 0 0,0 0 639,-1 0 0,2 0 0,-2 0 0,-5 1 0,0 1 0,-5 1 0,-4 2 0,-6 3 0,0-1 0</inkml:trace>
  <inkml:trace contextRef="#ctx0" brushRef="#br0" timeOffset="278818">17396 8545 17423,'-8'-19'291,"4"28"-241,4 20 1,1 11 5,-1 12 0,0 6-64,-3-12 1,0 2-1,-1 2-256,-1 7 1,-1 2 0,-1 1 260,1-12 0,-1 1 0,0 0 0,1 1-167,-1 2 0,0 1 0,1 0 0,0 1 170,1 0 0,0 2 0,0-1 0,2 1-5,0 2 1,2 1 0,0 0 0,1 1-16,0 2 1,0 0-1,2 1 1,-1 1 4,1-11 0,0 1 1,0 1-1,0 0 1,1 0-213,-1 2 0,0 0 0,1 1 0,-1 0 0,1 0 219,-1 2 0,1 0 0,0 0 1,0 1-1,1-1-237,0 1 0,0 0 1,1-1-1,0 1 0,0 0 237,1 0 0,0 1 0,0-1 1,0 1-1,0 0 10,1 0 0,0 0 1,0 1-1,-1-1 0,1 0 1,-1 1 1,0-1-1,0 1 1,-1 0-1,0 0-1,-1 1 0,-1 0 1,0 1-1,0-1 0,0 1-2,-1-1 0,0 0 0,-1 0 0,0 0 0,0 0 0,0 0 0,0 0 0,0 0 0,-1 0 0,1 0 0,0 0 0,0 0 0,0 0 0,0-1 0,1 1 4,-1-1 1,0-1-1,1 1 1,-1 0 0,0 0 8,0 0 0,-1 1 1,0-1-1,0 1 1,-1 0-2,-1 0 0,0 0 1,-1 0-1,0 0 0,0 0-12,-1 0 0,0 0 0,-1-1 0,0 1 0,1-1 0,-1 1 0,0 0 0,-1 1 0,1-2 0,1 1 0,-1-1 0,1 0 0,0-1 0,1 1 0,0-1-13,0-1 1,1 1 0,0-1 0,1 0 0,0 1 9,0-2 1,0 1 0,1 0 0,0-1 0,0 0-6,0-1 0,1-1 0,-1 1 0,1-1 0,0 0-109,0-1 0,0 0 1,-1-1-1,1 1 1,0-1 94,1 0 1,-1 0 0,0-1-1,0 1 1,0-1-3,0 0 1,0 0-1,0-1 1,0 1 0,0-1-13,0 0 0,-1 0 0,1 0 0,-1 0 0,1 0 5,-1 0 1,0-1 0,-1 0 0,1 0 0,-2 0-32,1 12 1,-2-1-1,0 1 1,-1-1-256,-1-1 1,0 1-1,-2-2 1,1-2 316,-2 7 0,-1-2 0,0-5 0,-1 5 0,1-9 0,-1-1 0</inkml:trace>
  <inkml:trace contextRef="#ctx0" brushRef="#br0" timeOffset="300636">19967 11292 24575,'0'0'0</inkml:trace>
  <inkml:trace contextRef="#ctx0" brushRef="#br0" timeOffset="302586">19995 10524 13457,'-2'-4'8407,"0"0"-7779,1-43-370,2 49 229,0 30-414,1 12 0,1 11-85,0 4 1,1 6 0,0 2-1530,-1-15 1,-1 1 0,1 0 0,0-1 1540,0 8 0,0-1 0,0-4 0,-1-7 0,0-3 0,-1-7 0,-2 8 0</inkml:trace>
  <inkml:trace contextRef="#ctx0" brushRef="#br0" timeOffset="303866">19800 11028 20610,'49'-4'125,"1"-1"1,-1 1-1,1-1 1,10-3-1,-2-1-144,-10 5 1,2-1-1,-5-4 78,-2-13 0,-4-4 400,-3 0 1,-2-2-127,-3-2 0,-12 1-92,-29-4 11,-50 49-252,24-4 3,9 10 0,7 4-3,23 4 33,25-8 1,7-4 5,-4 2 174,17-23 0,-3-14 162,-32-36-221,-1 21 0,-5-1 131,-19 0 1,-5 4-292,-1 7-5,-32 31-149,31 37 1,15 14-2531,19 0 0,6 0 2471,-17 2 1,8-5-244,17-24 1,11-5 0,2-15-532,2-24 0,1-15 0,-3 3 1079,-2 13 1,-2-4 445,-3-16 0,3-11 1,-5-3-1,-10 8 1165,-12-15-1703,2 0 1,-6 14-40,-10 35 61,-2 35 1,0 18-11,2-20 0,0 4 744,0 13 1,0 8-1,2-8-655,1-13 1,2-4-43,-1 14 0,1-18 3636,1-55-3656,-2 4-1067,3-14 1,2-12 0,0 7 1105,5-5-41,2-9 0,8 11-149,28 50 113,-10 5-20,-16 23 1,-1 15 0,-6-4 24,-1 17 134,-8 0 1,3-21 8,10-78 0,3-19 3383,7 19-3498,-9-4 0,3-7 0,2 21-84,31 54-25,-32-2 0,-2 9-2377,-3 7 0,0 10 1,0 2-1,-2-7 2414,7 7 0,-2-2 0,-6-1 0,-2 2 0,0-14 0,3-18 0</inkml:trace>
  <inkml:trace contextRef="#ctx0" brushRef="#br0" timeOffset="304338">21862 11265 12135,'14'34'4915,"1"0"0,8-38-3743,-9 50 1,-9 33 0,-1-10-1218,2-29 1,-7-12-30,-32-17 59,31-54 0,15-34 0,-8 6 32,-22 11 0,3-3 6,17 8 1,6-13 0,7-1-1,4 7 1,6 17-72,28 7 0,2 26-103,-24 23 0,0 7 123,12-11 0,-14 5 28,-52 26 0,-30 12 0,4-15 0,1-28 0,-11-2 0,1 0 0</inkml:trace>
  <inkml:trace contextRef="#ctx0" brushRef="#br0" timeOffset="304984">22770 10922 20543,'50'-7'-984,"0"0"1,0 0 0,-1 0 0,0 0 0,-4 0 0,-2 4 0,8 4 0,-9 3 0,-17 4 0</inkml:trace>
  <inkml:trace contextRef="#ctx0" brushRef="#br0" timeOffset="305140">22778 11106 9822,'-7'3'4915,"45"-6"0,25-6-7164,-16 2 0,2-2 1440,3 1 0,4 0 1,-7 0-1,-6 1 1,-8 0-1,-2 2 1</inkml:trace>
  <inkml:trace contextRef="#ctx0" brushRef="#br0" timeOffset="305976">24387 10655 10853,'0'-3'9830,"0"0"-8878,-55-15-852,-3 21-78,19-11 1,-4 1 190,-16 14 1,3 2 446,3-6-590,15 1 0,4 0-75,13-3 16,20 10 79,1 41-51,0 7 56,0-7 0,-2-1 124,0 6 217,-2-7 1032,1-41-930,6-21-493,18-13-45,-7 3-12,27-3-30,14 32 0,3 8 42,1-5-21,-8 5 1,7 7 0,-13 0-31,-7 13 15,-21-4 0,-14 1-1729,-41-2 1,-16-6 1764,14-5 0,-2-2 0,-12-2 0,6-4 0,21-7 0</inkml:trace>
  <inkml:trace contextRef="#ctx0" brushRef="#br0" timeOffset="336201">4882 1660 8377,'-6'8'4716,"2"-2"-3590,4-6-241,6-25 1199,13-8-1317,-2-4 0,2-3-588,-1 6 1,2-2 33,8-16 0,2-1-59,-5 11 0,3 1-82,4-4 1,4 0-30,-3 12 0,4 1 0,0 2-2,1 3 0,0 1 0,3 0-23,7-3 1,2-1 0,1 3-25,-5 5 1,1 2 0,-1 2 16,16-4 0,-1 4 6,-2 3 0,-2 2-6,-7 4 0,0 0-13,-5 0 0,2 1 0,-1-1 2,16 0 0,0-1 13,-13 2 0,1 0 1,-1 1 2,15-1 1,-3 3 11,-6 0 0,-3 2-28,-8 3 0,-2 2 45,6 5 0,0 1 5,-5 1 0,0 1-22,4 2 0,3 0-6,8-1 1,0-1 16,-14-1 1,0 1 13,6 2 0,-1 1 14,-14 0 0,-1 2 11,-2 1 1,0-1 33,24 11-34,-21-12 1,-1 0-17,17 6 38,0 10 1,-19 4-22,-3 3-18,6 0 40,9-9-34,3-7-4,-6-3 4,-12 7-6,-7 3-5,-3 2-5,0-3 50,-3-2 134,-8 3-45,-23 11-128,-9 9-29,-4 1-10,9-11 162,13-18 72,-8-13-190,-27-5-22,9-1 0,-3 0 39,-2 0 0,0-1 95,-24-9-16,29-7 55,19-9-16,5 3-107,5 10-90,-1 6-33,3 6 45,3 12 6,12 11-7,11 11-10,16 5 22,6-5-50,2-5 38,4-8 7,2-8 16,7-15-8,-31-7 0,-1-5-31,0-4 0,-2-2 30,-2-4 1,-3-1 53,14-18 107,-14 13-35,-11 11-100,-6 10-285,-5 3 229,-5 3 0,3 2 0,-3 1 0</inkml:trace>
  <inkml:trace contextRef="#ctx0" brushRef="#br0" timeOffset="337267">7970 3795 19120,'-47'-10'3372,"11"2"-2717,28 8-285,6 0-241,2 0 151,7 1 187,44-11 1,16-6-398,-14 4 0,2 3 30,5 6 1,6 5 0,-10 14 45,-19 17 0,-7 10 0,-5 6-1944,-2 9 0,-5 6 0,-5-1 1071,-6-10 1,-3 0 0,1-4 49,2 16 1,3-23 0,-2-43 0,3-1-1</inkml:trace>
  <inkml:trace contextRef="#ctx0" brushRef="#br0" timeOffset="337635">8247 4133 8696,'21'-42'9830,"-48"18"-7937,66 9 0,36 3 1,-14 4-1883,-24 1 36,19-3 1,0-1-48,-18 3 0,11-3 0,-29 6 0</inkml:trace>
  <inkml:trace contextRef="#ctx0" brushRef="#br0" timeOffset="371701">7784 3131 15978,'-9'2'1680,"-8"13"-1148,-12 21 56,-13 10-327,18-23 0,-2 1-116,-4 2 1,-2 0-34,-4 2 0,-1 1-20,0 1 1,0 0 2,1 1 0,0-1 42,2-1 0,0 0-8,-1-4 0,-1 0-26,-2-1 1,-1-1-59,-1-2 0,1-2-20,0 0 0,0-1-8,4-1 0,-1-1 8,1 1 0,-2 0-42,-4 1 0,-1 1 23,-5 1 0,0 1 2,0 0 0,1-1 17,4-3 1,1-1-1,7-2 0,1-1-20,0-2 1,0-2 11,-6 2 0,-1-1 14,-11 2 0,-2 0-15,7-2 1,0-2 16,-5 2 1,0-1 2,8-5 1,1-2-20,3 0 0,-1 0 5,-9 1 1,-1 0 27,-1 2 0,0 0 6,4 0 0,0 0 20,-6 1 0,1-1 16,8-3 1,2-1-15,4-2 1,0-1 19,-4-2 0,-1-1-39,1-2 0,0-1-23,4 0 0,-1-1 37,-4 0 0,1-4-9,12-4 1,3-4-4,-17-22-36,26 10 1,2-2-1,4 3 0,2 0 26,-7-23-23,4 7-17,8 21-17,3 9-50,1 7-129,-1 14 219,-4 15-17,-9 17-6,-9 23 6,8-23 0,-2 1-9,-1 1 0,-2 1 9,-6 9 0,0-2-23,7-11 1,1-2-7,0 0 1,3-3 67,4-4 308,9-19-263,0-16-84,-4-33-34,5-13 17,3 19 0,7-3 39,18-9 1,9 2-38,-8 14 1,4 1 8,13-8 1,4 1-12,-3 9 0,1 4 11,-5 3 0,1 2-3,4-1 1,-2 3-26,-8 7 0,-3 4 34,3 4-17,-11 6 11,-19 4 68,-4-2 105,-5 0-161,-22 2-40,-30 10 14,13-3 0,-2 2 0,-6 3 1,1 3 13,2 0 0,4 2-28,9 0 1,6 1-63,-7 18-2234,20 15 2313,12-16 0,3-4 0,0-21 0</inkml:trace>
  <inkml:trace contextRef="#ctx0" brushRef="#br0" timeOffset="410385">19169 12246 21657,'25'-37'902,"-20"15"-866,-35 31 1,-16 11 16,2-3 1,-3 0 24,-9 1 0,0-1 31,10-6 1,5-2 187,-2-5-40,13-5-22,19-1-324,8-1-102,1 6 214,-9 35-7,1-8 1,-1 4 3,-4 15 0,-2 4-15,0-5 1,-2 2-1,2-1-11,1 8 1,2-1 13,-2 2 1,12-5-68,26-18 0,12-9-1196,10-12 1,6-8 1254,7-1 0,-2-3 0,-14-4 0,-5-1 0,1-5 0</inkml:trace>
  <inkml:trace contextRef="#ctx0" brushRef="#br0" timeOffset="412451">20344 12412 21696,'-4'-28'1485,"-27"6"-1440,-5 25 0,-4 5-9,3-4 0,-2 0 26,-8 3 0,2 0 128,-3-2-117,19-2 11,15-2-107,14 0 1,0 7 28,-5 22 66,-10 32-52,4-29 0,0 2-18,-5 10 1,0-2 20,-8 16 279,8-19 465,9-19 259,11-24-886,15-16-129,13-6-6,-5 7 1,4 1 2,7 5 1,2 4-23,-3 3 0,1 6-26,9 7 1,-2 6-67,6 24 61,-11 11-81,-47-15 0,-13 1-376,-8-4 1,-6-2-1082,-7 1 1,-2-3 1582,3-8 0,4-6 0,-1-3 0,20-8 0</inkml:trace>
  <inkml:trace contextRef="#ctx0" brushRef="#br0" timeOffset="412768">20944 12819 25023,'-8'46'-42,"0"1"1,-6 2 0,-4-2 0,0-7 0,-1-4-1,2-8 1,-1-1 0</inkml:trace>
  <inkml:trace contextRef="#ctx0" brushRef="#br0" timeOffset="414018">22015 12505 21707,'-31'-18'327,"1"0"0,-9 15 0,0 15-336,-2 28 1,4 14-15,10-12 1,1 2 0,4 2-27,2 0 1,4 2 0,7-1-17,8 14 1,13-5 36,15-10 0,10-10 137,13-12 0,3-11 109,-10-9 1,-2-9 66,-2-9 1,-8-10-23,-18-7 1,-9-3-18,-6-26-22,-26 2-207,-35 41-68,-1 20-111,21 10 0,5 8-1561,16 6 1,9 3 1722,24 21 0,0-12 0,25-23 0</inkml:trace>
  <inkml:trace contextRef="#ctx0" brushRef="#br0" timeOffset="414268">22528 12943 18986,'1'-10'5438,"-1"2"-5399,12-7-55,-16 45-3438,-11 4 1,-4 5 3453,3-1 0,-1 0 0,-8 8 0,2-7 0,8-15 0</inkml:trace>
  <inkml:trace contextRef="#ctx0" brushRef="#br0" timeOffset="414985">23095 12589 11374,'-2'-6'9633,"0"1"-8994,-34-16-281,9 21-88,-33-7 10,22 25 263,14 0 392,14-8-240,28-10-527,19-4 0,8-2-149,2 2 1,2-1-17,-2 1 1,2-1 0,0 3 27,14 4 0,-3 5-26,-9 5 1,-7 8 13,-9 12 1,-10 8-9,-17 10 0,-9 4-112,-9 9 1,-5 0-1121,-2 0 0,0-2-3695,5-7 1,3-4 3832,4 12 0,10-29 0,-2-26 1</inkml:trace>
  <inkml:trace contextRef="#ctx0" brushRef="#br0" timeOffset="415201">23133 12965 22442,'49'-23'-864,"-1"0"0,1 1 0,-3 2 1,-1 2-1,-4 5 864,-3 4 0,-5 4 0,13 2 0,-34 3 0</inkml:trace>
  <inkml:trace contextRef="#ctx0" brushRef="#br0" timeOffset="416618">24188 12896 18688,'-11'35'-622,"-1"1"1,0 2 0,-1 2 621,-2 3 0,0-1 0,-4 12 0,11-30 0</inkml:trace>
  <inkml:trace contextRef="#ctx0" brushRef="#br0" timeOffset="417152">25052 12756 14365,'3'-7'3710,"8"-32"1,0-8-2641,-11 4-846,6-9 0,-9 3-173,-40 18-35,3 31 1,-8 12-43,3 6 0,-3 7 0,0 2-95,-4 7 0,0 4 1,5 2 23,5-1 0,3 1 0,10 0 63,8 7 0,20-7 56,33-21 1,14-12 40,-6-9 1,5-7 0,-1-3 83,2-5 0,-1-4 1,-3-3 109,14-14 1,-8-3 148,-16 6 0,-7 1 98,-3-9-486,-20 25 209,-16 36-222,-16 37-19,9-8 0,-1 6-244,5-10 1,0 3-1,2 1-1971,2 0 0,1 0 0,2-2 1550,-1 7 1,4-6-1,2 12 1,7-43 0</inkml:trace>
  <inkml:trace contextRef="#ctx0" brushRef="#br0" timeOffset="417452">25483 13076 20722,'0'-3'3870,"1"0"-3870,2 1 0,-12 37-1764,-13 26 1764,8-18 0,0-1 0,0-8 0,2-4 0,-2 5 0</inkml:trace>
  <inkml:trace contextRef="#ctx0" brushRef="#br0" timeOffset="417968">26350 12659 13508,'2'-6'9830,"0"0"-9304,28-51-537,-28 65-28,16-20-76,-26 51 0,-13 24-1519,9-17 0,0 2 1,1 0 1633,-5 13 0,2-3 0,2-8 0,3-9 0,5-12 0</inkml:trace>
  <inkml:trace contextRef="#ctx0" brushRef="#br0" timeOffset="418385">26961 12669 22464,'-34'32'-12,"0"0"1,0 1 0,6 4 0,4 2 0,10 0-12,14 5 1,12-1 61,3-2 1,10-9 153,11-19 0,4-15 246,-1-20 1,-3-11-210,-2-1 0,-5-6 229,-2-20 0,-11-2-252,-13 20 1,-7 3-217,-3 1 1,-7 8-211,-26 12-1259,-18 44 1478,27 9 0,3 3 0,-13 9 0,26-16 0,0-1 0</inkml:trace>
  <inkml:trace contextRef="#ctx0" brushRef="#br0" timeOffset="418602">27520 12919 23405,'-26'42'-788,"1"1"1,0 0 0,-8 9-1,7-7 1,13-5 0,9-25-1</inkml:trace>
  <inkml:trace contextRef="#ctx0" brushRef="#br0" timeOffset="419226">28129 12712 20688,'0'-5'1714,"-31"2"0,-10 14-1729,19 32 0,6 18 0,-4-8-5,-19-19 1,9 0 50,36 27 1,22 9 0,7-30 279,15-64 0,8-19-297,8 31 0,-13-8 6,-40-31 1,-18-18 0,-11 8 231,-19 12 0,-8 3-247,10 9 1,1-1-1,19 4-5,36-3 0,12 19-1415,-10 46 0,-1 28 0,7-10-1523,28-24 0,-4 3 2528,-34 27 1,-12 13 0,-8-19 0,-9-27 0,1-1 0</inkml:trace>
  <inkml:trace contextRef="#ctx0" brushRef="#br0" timeOffset="420583">28222 12682 7212,'-9'-4'7181,"2"1"-3630,-45-18-2582,32 7 126,-19-29 0,2-8-737,25 2 12,13 4 0,7-8 0,6 10-219,35 4-137,-4 9 0,1 17-27,-12 46 0,-3 24 0,-7-3 49,-3-12 0,-10 4-869,-11 12 1,-8 14-1,-6-2 1,0-15 793,-3-21 0,-2-3-340,-7 16 1,-1 5 0,10-15 0,16-23 0,7 11 0</inkml:trace>
  <inkml:trace contextRef="#ctx0" brushRef="#br0" timeOffset="421721">28926 12280 8998,'-39'-13'9830,"101"-3"-7684,-21-1-2079,14 8 0,5 4 0,-14 5 1,-7 0-52,-4 2 68,-4 13 174,-12 43-140,-3-8-76,-6-8 0,0 3 30,-3 0 1,-1 2-6,-1 3 1,-1 3-36,0-11 0,-1 3 0,-1 0-3,-2 4 1,-1 0 0,-1-1-74,-2-4 1,-1 0-1,-1-1 94,-5 19 1,-8-2-233,-5-20 1,-5-2 0,-5-4 181,-6-8 0,-4-5 0,3 0 0,-5 7 0,2-4 0,0-14 0,0-1 0</inkml:trace>
  <inkml:trace contextRef="#ctx0" brushRef="#br0" timeOffset="432303">18542 14414 11183,'2'-39'3019,"0"1"0,1 3 0,2-2-2224,0-20 1,1-1-211,-1 21 1,-1 5-217,1-5-161,-6 44-77,-4 22 1,-5 10-90,-3 21 0,-4 6-22,2-9 1,-2 4-1,0 0-111,3-13 0,-1 0 0,1 0 0,0-1 105,-2 8 1,1-1 0,1-4-4,-3 9 1,4-7 178,1 3 118,14-53-145,23-51-79,-3 6 0,4-4-58,-3 11 0,3-2 0,1 2 5,16-15 0,2 6-6,-3 9 0,0 12-14,-4 19 0,-3 12 197,-4 14 0,-5 11-211,-1 11 0,-3 6-14,0 2 0,0 0-210,0-5 1,3-4-536,2-10 1,4-8-141,0-10 0,1-9 538,2-11 0,0-8 389,-2-8 0,-3-5 146,0-6 0,-4-2 235,-4 0 0,-4 1 614,4-19-494,-25 21-319,-21 43-22,-11 24-140,8 18 11,27-4 39,30-22 11,26-26-16,-22-11 0,-1-7 16,1-8 0,-5-6 51,-3-4 0,-5-3 11,-5 1 0,-6-1 134,-10-24-83,-17 23-219,-22 31 20,12 22 0,-1 10-23,-3 13 0,3 7-64,1 11 0,6 5-250,8 1 0,10 0-190,14-8 1,13-5-60,14-11 0,12-10 140,-10-14 0,5-7 1,2-4 316,7-8 1,3-5 0,-2-4 205,-6 0 0,-2-3 0,-3-5 411,-2-9 0,-4-4 0,-5 2-379,-5 7 0,-6 0 190,-10-11 0,-12 7 168,-26 21-425,-4 31 0,-1 9-57,-11-4-42,9 20 1,7 5-87,16-2-174,44 4 309,-15-23 16,16-26 0,5-15 308,-1-33 0,-6-8-266,-10 27 0,0-1 442,14-33 1,-8 8-440,-22 39 16,-17 48-83,3-8-744,-4 13 1,-2 13-1,6-6 738,15-8 0,1-2 0,-13 10 0,2-3 0,24 2 0</inkml:trace>
  <inkml:trace contextRef="#ctx0" brushRef="#br0" timeOffset="432835">20481 14903 14689,'-18'62'1404,"0"0"0,0 0 0,0-1 1,0 1-1,0 0 0,-15-21 1,7-27-2197,29-63 797,0 4 1,2-17 0,3-6-1,5 0 1,5 10 94,12 2 1,7 1 0,3 11-1,-1 18-234,8 33 0,2 3 128,4-41 0,2-14 1,-22 28-50,-32 51 0,-20 29 1,-12 5-1,-3-20 55,-7-30 0,-7-12 0,0 4 0,-2 19 0,1 5 0,1-10 0,-6-25 0,1 1 0</inkml:trace>
  <inkml:trace contextRef="#ctx0" brushRef="#br0" timeOffset="433406">20912 14823 17972,'15'52'901,"-13"-9"1,-4 7 0,-1-9 0,-4-2 0,-2 12-1,1-1 1</inkml:trace>
  <inkml:trace contextRef="#ctx0" brushRef="#br0" timeOffset="433809">21192 14472 14723,'-14'40'4640,"0"0"1,53-72-3627,-57 55-902,38-55 0,-3-6-835,-53 35-1410,13 32 2133,4 13 0,5 1 0,8-8 0,4 0 0</inkml:trace>
  <inkml:trace contextRef="#ctx0" brushRef="#br0" timeOffset="434606">21767 14484 18778,'-21'59'160,"0"0"1,0 0 0,0 0-1,0 0 1,0 0 0,0 0 0,0 0-1,0 0 1,0 0 0,0 0-1,-6 6 1,1-5 0,1-3 0,-1-2-1,1 0 1,0 0-162,-1 6 0,-1 8 0,-1-1 0,3-9 0,3-17 0,6-28 247,-2-56 1,18-31-140,16 26 1,12-4 0,8-3 0,5-1 0,-1 2-1747,-3 5 1,4 1-1,1 0 1,2 0 0,1 0-1,-1 1 3277,-1-4 0,2-4 1,-1 0-1,1 4 0,0 10 1,0 14-2200,10 16 0,2 14 0,-5 4 1,-18-3 571,-18-4 1089,29-4 1,1-8-429,-17-34-552,14-13 1,-8 22-113,-37 61 1,-14 27-1,-5 11 1,2-6-71,3-3 0,0-1 1,-3 7-51,2-4 0,-2 9 0,-2 3 0,0 0 0,2-6 0,3-11 1,-7 9-1,3-6 0,4-2 0,0 1 0,0-1 0</inkml:trace>
  <inkml:trace contextRef="#ctx0" brushRef="#br0" timeOffset="436071">22045 14718 8847,'-3'-4'9830,"1"0"-6015,-6-56-2465,2 37-846,-5-39-521,5 62 135,-1 52-90,10 1-96,9 1 1,8 1-720,-1-18 1,4-2 786,7 9 0,0-6 0,2-4 0,-14-9 0</inkml:trace>
  <inkml:trace contextRef="#ctx0" brushRef="#br0" timeOffset="437146">23116 14564 15081,'18'-52'2746,"0"-1"1,1 9 0,-10 13-2573,-16 27 36,-15 35 0,-4 20-101,-1-1 0,0 5-67,6-10 0,-2 5 0,2 1 0,4 1-33,6 1 1,3 1 0,3-1 0,1-2-122,-1 2 0,2-3 1,10-1-44,12 4 0,11-1 0,6-13-2312,24-19 0,6-13 1928,-7 4 1,-2-4-1,-10-6 1,-11-3-1,-21-1 1</inkml:trace>
  <inkml:trace contextRef="#ctx0" brushRef="#br0" timeOffset="442184">23934 14811 19109,'-30'-33'3977,"13"-16"-3720,40-6-167,-3 24 0,4 2-37,3 3 0,3 4-25,26-3-11,-11 32-23,-15 32 14,-21-3 1,-8 4 5,-7 9 0,-9 1 39,-8 4 0,-8-1-8,-7-5 0,-3-3-6,2-7 0,0-4-33,10-11 0,3-3-6,-4 4 22,37-13-22,43-7-6,-1-3 1,6-3-251,-6-1 0,3-1 1,1-2-169,7-2 0,0-2 0,-4 1 0,1 0 0,-7 1 0,-11-2 0,-1 1 0</inkml:trace>
  <inkml:trace contextRef="#ctx0" brushRef="#br0" timeOffset="442585">24798 14323 13166,'-3'-3'9830,"0"1"-8839,3 2-470,-49-25-274,37 19-214,-35-17 62,69 46-39,3 3 0,3 4-38,1 1 1,2 4 0,0 2-29,7 8 1,1 3 0,-9 5-505,-12-7 0,-5 3 1,-5 2-1,-6-2 137,-12 15 0,-11-2 0,-1-4 0,7-12 0,-2-3 1,-4-5-1,-26 1 0,1 0 0</inkml:trace>
  <inkml:trace contextRef="#ctx0" brushRef="#br0" timeOffset="445738">19595 13396 13592,'-44'-5'2067,"80"0"-1978,2 4-13,11 0 1,14 0 0,-1 0-38,-11-1 0,-2 1 1,4-1-574,5 0 1,4 0 0,2 1-1,1-1 529,-10 1 1,1 0 0,0 0-1,2 0 1,1 1-13,-2 0 0,1 0 0,1 1 1,1 0-1,-2 0 0,0 0 9,3 1 0,-1 0 0,-1 0 1,2 0-1,5 0-1,-9 0 1,4 0-1,3 0 1,1 1 0,0-1-1,-2 0 1,-4 0 0,-6 0 5,11 1 0,-6 0 0,-3-1 0,6 0-2,-8-1 0,5 1 1,1-1-1,-1 0 1,-1 0-1,-6-1-92,19-1 0,-6 0 0,-3 0 29,-12 0 1,-2 0 0,3 1 23,3 1 1,4 0 0,-1 1-1,-4 0 285,-6-1 1,-5 1 0,3 0-156,9 0 0,3 2 0,-6-2-58,-6-1 1,-2 0 1,7-1 1,-3 0 406,1 0-292,-9 0 236,5 2-325,-22-2-157,39 1 101,-17-1 0,6 0 0,-23 0 0</inkml:trace>
  <inkml:trace contextRef="#ctx0" brushRef="#br1" timeOffset="1.97711E6">20672 12375 7055,'51'-42'2386,"-1"1"0,0 0 0,-5 4 1,-9 7-2242,-13 9 10,-44 35 1,-31 25-1,-13 12 1,2 0-126,23-18 0,-2 2 0,-2 2 0,-1 2 0,-2 1 0,-1 2 1,-1 1-1,-2 1-762,10-7 1,-2 1-1,-2 3 1,-1 0 0,-1 2-1,-1 0 1,0 1-1,1 0 1,-1-1 0,2 0-1,0-1 1,2-1-1,1-2 732,-8 7 0,2 0 0,0-2 0,2 0 0,0-1 0,1 0 0,0 0 0,1-1 0,0 1 0,-2 3 0,-3 3 0,0 0 0,1-1 0,3-1 0,4-5 0,6-5 0,8-7 0,3-1 0,-1 1 0</inkml:trace>
  <inkml:trace contextRef="#ctx0" brushRef="#br1" timeOffset="1.97945E6">28511 11719 7750,'-1'-6'2576,"-37"-29"1,-20-5-2230,16 21 0,-5 1-262,-3-3 1,-8-5-1,-3 0 1,2 6-588,11 8 0,1 4 0,-1 2 0,-5 0 497,-4-1 1,-4 1-1,-3 0 1,-2 1 0,1 1-365,8 1 0,-1 1 0,0 0 0,-1 1 0,-2 0 0,-1 0 377,7 0 0,-1 0 1,-1 0-1,-2 1 1,0-1-1,0 1 1,-1 0-1,0 0 0,3 1 1,0-1 0,-1 1 0,-1 0-1,0 0 1,0 0 0,0 1 0,-1-1 0,1 0-155,-4 1 0,0 0 1,0-1-1,0 1 0,-1 0 1,1 0-1,-1 1 0,0-1 1,0 0 145,5 0 1,0 0-1,0 1 1,-1-1-1,1 1 1,0-1 0,-1 1-1,1-1 1,-1 1-1,1 0 7,-6 0 1,0 0-1,-1 0 1,1 0-1,0 1 1,0-1 0,0 1-1,0-1 1,1 1 1,0-1 1,1 1 0,0 0 0,0-1 0,0 1 0,0 0 0,0 0 0,1 0 0,-1 0-141,3 0 1,-1 0 0,0 1 0,1-1 0,-1 0 0,1 1 0,0-1 0,1 1 0,-1 0 151,-5 1 0,1-1 0,0 1 0,-1 0 0,2 0 0,-1 0 0,0 0 0,1 1-48,0 0 0,0-1 0,0 2 0,0-1 0,1 0 0,-1 1 0,1 0 0,1 0 152,2-1 0,0 1 1,0 1-1,0-1 1,1 0-1,0 1 1,1 0-1,0 0 59,-3 1 1,0 1-1,0-1 1,1 1 0,1 0-1,1 1 1,1-1-128,-3 2 1,1-1 0,1 1 0,2 1 0,0-1 0,3 2 184,-1 0 1,1 1-1,1 1 1,3 0 0,2 0-257,-14 9 1,4 0 0,4 1 785,-5 8 0,7 0-926,18-9 0,6-2 1873,0 5-1221,17-17 2545,11-10-1564,7-18-205,2-9-882,1-32-230,-14 12 1,-3-1-141,2 12 1,-2 0 30,-7-13 0,-1 4 109,-1 7-66,0 1-52,7 18-620,3 10 116,-7 23 438,-12 30-23,12-12 0,2 3 34,4 8 0,10 0 5,16-2 1,13-6-1254,3-15 1,7-5 0,-1-1 692,14 1 1,-2-4 0,-2-5-1,-8-4 1,-12-3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4:58:17.2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1819 2296 19064,'-47'-21'606,"1"-1"0,0 1 1,-16-6-1,6 17-620,18 35 0,12 15-37,19 2 1,12 3 47,7 4 1,7-1 4,12-8 1,6-3-26,17 2 1,-6-2 162,-16 8-45,-33-1 1,-14-1-74,-33-9-60,-1-14 1,-12 0 0,8-5-660,20-8 0,2-3 697,-18 2 0,6-3 0,19-4 0,23-8 0</inkml:trace>
  <inkml:trace contextRef="#ctx0" brushRef="#br0" timeOffset="231">2208 2207 23668,'-6'55'-550,"-1"0"0,0 0 0,1 0 0,1 0 0,1 2-1401,3-5 1,1 3-1,0-1 1,1-3 1141,-1 0 0,0-3 1,1-6-1,1-3 1,0-9-1,-1-7 0</inkml:trace>
  <inkml:trace contextRef="#ctx0" brushRef="#br0" timeOffset="1195">2097 2850 16342,'-9'-54'1840,"0"0"1,9 7 0,11 8-1950,20 19 0,10 8-151,-1 3 1,5 4-1,1-1 77,8 0 0,3 1 1,-1-2 307,-3 0 0,-1-2 0,-4 0 199,0 0 1,-8-3 347,-8-15 292,-55 15-404,-19 23-548,10 12-63,16 27-38,51-7 72,-2-24 0,6-5 53,2-8 1,1-10 192,2-19 1,-6-8-6,-5-17-1430,-48-5 0,-13 3 1234,1 18-11,-11 7 0,-4 15-23,12 46 0,6 14-36,6-17 0,4 4-331,2 6 1,1 8 0,5 3 0,8-6-890,15 2 0,11-5 0,-1 1 993,-11 1 0,-1-1 0,9-5-204,24-2 1,11-8 0,-5-16 824,-9-26 1,-1-12 368,-1 2 0,2-3 0,-5-6 147,-11-6 0,-6-5 0,-3 0-53,2-10 0,-7 3 3008,-3-12-3767,-21 116-50,3-21-3,1 12 1,-1 14 0,1-2-21,0-11 0,-1-2 0,1 1 7,-1 11 1,-1 2 0,0-2 20,-2 11 1,-1-11-46,0-17 14,10-86 1,3-27-4,-1 33 1,0-4-197,2-3 1,1-11-1,1-4 1,0 2-1,-1 6 236,0 0 0,0 5 0,1-4-1,0-2 1,1-4 0,1 0 0,2 6-19,1 4 0,1 3 0,5 7-35,14-4 1,8 12 11,8 17 0,3 13 0,6 15 0,-6 13 8,-13 11 0,-16 8-25,-28 13 0,-19 0-219,-9-11 1,-10-8-909,1-14 1,-5-4-1,3-7 692,7-10 0,3-5 1,-19-4-1,47-9 1</inkml:trace>
  <inkml:trace contextRef="#ctx0" brushRef="#br0" timeOffset="1430">4048 2667 20532,'-3'2'3539,"0"-1"-7776,42-17 0,21-7 4237,-9 5 0,4-4 0,-4 3 0,-24 11 0</inkml:trace>
  <inkml:trace contextRef="#ctx0" brushRef="#br0" timeOffset="1822">4733 2371 20912,'-4'0'3417,"0"0"-3333,30-42 0,20-13-50,4 25-38,1 1 0,10-2 0,-17 25-13,-25 51 1,-23 22 32,-10-25 1,-12 4 0,-5 2 0,-1 0 0,4-4-14,-7 14 1,2-3 0,5-1-29,5-5 1,4 0 0,21-15 24,31-25 0,24-15 0,14-9 0,1-4 0,-8 4 0,-5 3 0,-3-1 0,0-1 0,1 1 0,-3 3 0,-1 0 0,1 1 0,-1-1 0,0 0 0</inkml:trace>
  <inkml:trace contextRef="#ctx0" brushRef="#br0" timeOffset="2144">1104 3844 19710,'65'-7'73,"-1"0"1,0-1-1,1 1 1,-1 0-1,1-1 1,-1 1-1,1 0 1,-1 0-1,0-1 1,1 1-1,-1 0 1,1-1-1,-1 1 1,1 0-1,-1-1 1,0 1 0,1 0-1,-1-1 1,4 1-1,-2-1 1,-1 1-1,-2 1 1,-1-1-1,-1 0 1,1 0-1,-1 1 1,1-1-1,0 1 1,2-1-1,1 1 1,1-1-1,3 0-302,-10 1 1,2 0 0,2 0 0,1-1 0,2 1 0,0 0 0,1-1 0,1 1 0,0-1 0,0 1 0,0-1 0,-1 1 0,-1 0 0,0 0 0,-1 0-1,-2 0 1,-1 1 0,-2 0 0,-3 0 0,-1 0 228,16-1 0,-3 1 0,-2 0 0,-1 0 0,-2 1 0,-2 0 0,-1 0 0,-1-1 0,-1 1 0,-1 0 0,0 0 0,7-1 0,0 0 0,-1 0 0,-1 0 0,-3 1 0,-2-1 0,-4 1 0,-3 1 0,4-1 0,0 1 0,1 0 0,-1 0 0</inkml:trace>
  <inkml:trace contextRef="#ctx0" brushRef="#br0" timeOffset="4312">9284 2000 19350,'-61'-1'322,"-1"0"1,0 0-1,-2 1 1,1 2 0,3 4-258,12 5 0,2 3 1,3-1-69,-13 2 0,6-1-75,-7 3 201,46-3 78,25 21-114,-6 1 0,-3 8-3,-6 4 0,-4 6 0,-2 0-229,1-2 1,-2 1-1,0 1 170,-2-6 0,-1 2 1,1 0-1,3-4 42,3 22 1,8-6-54,2-12 0,10-9-320,20-12 1,9-12 305,-3-17 0,4-9 0,-4 1 0,-3 5 0,-1-2 0,7-9 0,1 0 0</inkml:trace>
  <inkml:trace contextRef="#ctx0" brushRef="#br0" timeOffset="10628">10173 2611 14745,'-2'-52'2197,"0"0"1,1 9 0,-5 11-2047,-14 24-42,-1 33 0,0 16-74,2-3 1,1 6 0,1 1-219,-3 11 0,2 3 0,4 0 183,6-1 0,5-1 0,10-5 2,21 9 1,16-14 1,-2-28 0,8-10 0,0-7 44,4-7 1,1-8-1,-3-5 53,-5-4 0,-2-4 0,-9-6 36,-1-19 1,-18-6-107,-24 1 0,-17-1-9,-1 20 0,-5 0 1,-1 2 76,-1 2 0,-2 0 0,3 2 83,-8-8 0,8 1 25,4-20-146,44 19-83,33 20 16,-13 23 1,3 9-51,10 11 0,-1 9-265,-16-5 0,-2 4 0,-2 3-1767,-4 5 0,-3 4 1,-4-2 2087,0 13 0,-7-3 0,-7-14 0,-4-5 0,-7-1 0</inkml:trace>
  <inkml:trace contextRef="#ctx0" brushRef="#br0" timeOffset="10879">11239 2807 22173,'-20'46'-67,"1"0"0,-1 0 1,-1 18-1,4-5 1,8-23-1,4-4 1,5 13-1</inkml:trace>
  <inkml:trace contextRef="#ctx0" brushRef="#br0" timeOffset="11313">12137 2103 21982,'-42'25'305,"0"0"1,0 1 0,-1 11 0,3 6 0,4 5-302,11-2 0,4 5 1,3 2-1,2 0-327,1 0 1,2 2 0,3 0-1,6-2 263,5 12 1,6-3-1,8-4 17,6-13 0,5-4 0,4-7 334,19-1 0,3-16-95,-4-17 0,-6-15 176,-11-12 1,-11-8-177,-16-7 0,-15 1-31,-20 2 1,-10 7-141,3 8 0,-2 9-109,-12 10 0,5 14-2257,21 14 0,9 6 2341,7 29 0,11-6 0,16-27 0</inkml:trace>
  <inkml:trace contextRef="#ctx0" brushRef="#br0" timeOffset="11514">12823 2867 21103,'3'-5'3870,"0"0"-3803,-3 42-1787,-13 1 1,-2 4 1719,8-3 0,-1 0 0,-7 2 0,0-6 0,6-12 0</inkml:trace>
  <inkml:trace contextRef="#ctx0" brushRef="#br0" timeOffset="12017">13496 2387 17518,'56'-12'1201,"0"1"1,0-1-1,0 1 1,-13-16-1,-5-3 1,-1 21-1288,-5 29 1,2 21 0,-3 12 0,-4 3 0,-8-4 85,-11 7 0,-9 1 0,-5 0 0,4-3 0,5-1 0,2-3 0,-3 0 0,-6 7 0,-1 0 0,1 1 0</inkml:trace>
  <inkml:trace contextRef="#ctx0" brushRef="#br0" timeOffset="12238">13629 2854 16969,'57'-29'369,"0"0"0,0 1 0,0-1 0,-1 1 1,-16-7-1,-8 1 0,7 7 0,14 19 1,0-1-1,0 1 0,0 0 0</inkml:trace>
  <inkml:trace contextRef="#ctx0" brushRef="#br0" timeOffset="12389">14792 2716 23719,'-12'52'0,"0"-1"0,0 1 0,0-1 0,-1 4 0,0 0 0,1-1 0</inkml:trace>
  <inkml:trace contextRef="#ctx0" brushRef="#br0" timeOffset="13130">15907 2521 16460,'-49'-30'1485,"1"0"0,-1 0 1,1 0-1,5 7 1,2 14-1488,-19 28 0,-5 19 0,34 3 121,49-7 0,28 5 0,9-5 0,-10-15 203,-6-22 0,1-11-30,7-2 1,11-6 0,-5 6 0,-20 20-361,-27 30 1,-20 21 0,-7 4 0,5-9-1311,7-8 0,0 3 1069,-1 1 1,-2 13 0,-1 7-1,0 0 1,2-6 0,4-10 0,2 8-1,5-9 1,5-13 0,0 1-1</inkml:trace>
  <inkml:trace contextRef="#ctx0" brushRef="#br0" timeOffset="13273">16581 2896 25506,'-24'51'0,"0"0"0,0 0 0,-1 0 0,1-1 0,0 1 0,1-2 0,-1 0 0,1 0 0,0 0 0,-1-1 0</inkml:trace>
  <inkml:trace contextRef="#ctx0" brushRef="#br0" timeOffset="13583">17308 2453 20016,'-3'6'5310,"4"10"-5746,-8 24 1,-7 24-1,-4 11 1,0-3 0,6-16-1,3-12 1,1 1-1,-4 14 1,-1 0 0,1 0-1,0 0 1,0 0-1</inkml:trace>
  <inkml:trace contextRef="#ctx0" brushRef="#br0" timeOffset="13982">17847 2666 20890,'-54'21'2305,"31"25"0,2 10-2322,-9-8 0,11 2-23,28-7 1,13 2 0,6-13 78,11-21 1,5-15 18,5-10 0,4-10 0,-21-8-193,-39-13 0,-20-9 1,7 7-9697,21-14 8192,-34 26 1,-15 3-1,16 21 1,27 43 0,5-26-1</inkml:trace>
  <inkml:trace contextRef="#ctx0" brushRef="#br0" timeOffset="14414">18457 2252 23528,'41'-34'68,"0"-1"1,9 11 0,7 5 0,-7 6-55,-14 11 0,0 5 39,27-2 0,-11 9 143,-36 20 56,-24 26-116,5-5 0,2 10 1,0-3-121,0 1 1,2 0-10,4-6 1,2 4 0,-1 2 1,-3-2 1,0 5 0,-2-3 0,-4-7-97,-4 1 0,-7-1-222,-5-3 1,-6 11 0,-4 1-1,0-6 1,4-13 0,-1-10-1,-2-7 1,-10 1 0,0 1 0,0-1-1</inkml:trace>
  <inkml:trace contextRef="#ctx0" brushRef="#br0" timeOffset="23345">10321 2585 9682,'-7'-1'9830,"-25"-53"-7567,24 36-1860,-7-16 1,3-2 341,12 6-264,10-11-341,13-1-33,17 11-18,17 16-53,-23 18 1,1 6-6,1 6 0,-3 6-3,-1 7 0,-4 6 8,-4 3 0,-6 3 23,-5 3 0,-5 2 19,-8 2 1,-6 0-29,-6-1 1,-4 0-105,-5-6 1,1-3 53,-3 13 0,6-25 0,25-21 0</inkml:trace>
  <inkml:trace contextRef="#ctx0" brushRef="#br0" timeOffset="27280">4812 2371 13597,'-3'-58'1973,"0"1"1,1 3 0,1 23-1728,0 50-165,6 15 1,3 10 0,-2 0 0,0 4 0,0 3-228,1 10 1,-1 4-1,0-1 262,-3 0 0,-1-1 0,-1-2 214,-2-12 0,-1-2 1,-1-6 1077,-7 21-1240,7-93-118,10-16 1,5-9-16,-4 5 1,1-3-1,0-1-105,2-5 0,1-2 0,-1 2 100,-2 6 0,0 1 0,-1 4-89,-1-7 0,-1 11-75,-1 19 117,-12 59 0,-2 25 22,3-2 1,0 5 46,2-13 1,-1 3 0,1 2 0,2-3-57,3 4 0,1-3 0,1-2 32,1 19 0,3-8 247,5 0-236,-11-84-31,-6-17 1,-4-10 0,1 3 0,0-5 1,0-1 5,0-1 0,-1-1 0,1 2 3,1 6 1,-1 2 0,2 4 33,0-6 0,0 21-97,-4 44 45,1 26 0,2 12 0,2-4 0,1 3 0,0 2 0,0 5 0,2 0 0,1-2 11,1-8 1,2-1-1,2-6 118,0 4 0,3-20-90,8-44-23,-10-26 1,-4-15 0,0 4 0,-1-6 0,-1-1 43,0-4 1,0-1 0,-1 2-35,0 6 0,-1 1 1,0 5-117,0-9 0,0 26 29,1 39 63,2 37 1,4 20-9,-2-7 1,0 6 0,1 0-57,0-12 0,0 2 0,-1-2 1,1-1 90,0 8 1,0-2 0,-1-7 54,1-2 0,0-21-45,-2-64-17,0 2 1,1-8 0,-1-3 16,1-11 0,0-3 0,1 1 45,-1 3 0,0 1 0,0 4-227,3-12 1,-4 28 198,-12 69 0,8-11 0,-3 17 0,1 0 0</inkml:trace>
  <inkml:trace contextRef="#ctx0" brushRef="#br0" timeOffset="31681">3773 5024 15838,'9'-50'929,"0"0"1,1 0 0,-1 0 0,3-12-1,-1 0 1,-1 5-560,-3-3 0,-1 6-323,0 11 1,-2 20 64,-3 36-59,-7 31 1,-4 15-19,2-3 1,-1 6-1,0 1-210,1-10 1,0 1-1,0 1 1,0-2 205,-1 13 1,1-1 0,0-6 231,0 7 1,5-12 687,7-18-727,13-87-135,-4 1 1,2-5-68,-3 12 1,1 0-1,2 1-5,6-14 0,5 6-9,0 15 0,5 13-11,3 19 1,1 12-24,5 15 1,-2 9-179,4 11 0,-1 5-351,-2 2 1,-1-2 24,-4-9 0,1-6-97,-2-14 0,0-10 582,27-31 305,-34-3 0,-4-7 233,-5-1 0,-5-2 583,-7-20-594,-12 23-482,-1 25 33,15 21 6,29 2 1,24-4-18,-21-16 0,1-8 70,-2-11 1,-4-6-23,-9 0 0,-9-3 22,-9-8 1,-12 3-26,-16 11 0,-8 6-27,-32-1-38,18 28 1,3 14 0,12 15 0,8 10-54,7-1 1,9 3-68,10-7 1,8 2-1,6-4-106,13-7 0,8-4 0,2-3 31,-2-4 1,2-2 0,4-6 70,13-6 1,4-6 0,-3-10 160,-9-9 0,-2-8 0,-3-3 34,-7 3 0,-2-2 0,-6-3 103,9-24 1,-20-1-48,-30 21 0,-12 5-23,-30-3-70,4 37 1,0 16-74,9 14 1,7 8-1,4-3 1,9 1 14,17 6 0,16-7 13,18-21 1,7-10 41,-1-5 1,0-8 153,8-13 1,-7-11 279,-19-12 1,-9-3-238,-4 9 0,-4 2-54,-7-4 0,-6 5-136,-8 13-85,0 43-90,7 25-442,8 7 1,7 8-1018,8-4 1,8-1 532,-4-17 1,3-2-1,6-5 359,9-7 0,5-5 0,1-10 1634,9-12 1,-1-13 274,2-9 1,-7-11 276,-12-22 0,-11-6-686,-9 14 0,-4 2-428,-1-1 0,-3 6-382,-1 10 29,-3 67-14,2-7 0,0 7-33,-1 12 0,-1 10 0,0-1-34,-1-3 1,-1-1 0,-1 1 120,-1-2 1,-1 0 0,-1-5-64,1 1 1,-6-19 16,-8-38 6,8-42 0,7-24 8,2 22 0,1-6 0,2-1 1,0 2-12,0 2 0,0 1 0,2 0 0,3 0-26,2-7 1,2-2 0,4 4 0,8 14-54,26 4 1,6 20-96,-9 19 1,-3 15-642,-5 24 0,-17 12 801,-30-11 0,-14 3 0,1-3 0,4 1 0,-4-6 0,-17-6 0,0-1 0</inkml:trace>
  <inkml:trace contextRef="#ctx0" brushRef="#br0" timeOffset="32190">6307 5042 16656,'5'60'1178,"-1"1"0,10-51 0,-18 43 0,0 0 0,0-1 0</inkml:trace>
  <inkml:trace contextRef="#ctx0" brushRef="#br0" timeOffset="32385">6560 4710 14516,'-51'-17'1850,"3"-7"0,60 41 1</inkml:trace>
  <inkml:trace contextRef="#ctx0" brushRef="#br0" timeOffset="32782">7079 4674 22610,'-10'61'-482,"0"0"1,1-1-1,-1 1 1,0-1 0,0 1-1,1 0 1,-1-1 0,0 1-1,1-1 1,-4 2-1,0 0 1,-1-1 0,-1-2-1,1-1 1,0-2 0,1-3-1,0-2 1329,-3 28 0,1 1 1,0-17-1,-4-35 990,-9-45 0,4-26-1940,20-5 0,11-16 0,6-8 0,5 0 0,-1 6 103,-2 13 0,2 2 0,3 1 0,1 2 0,3 3 0,10-11 0,4 1 0,1 7 0,-2 15 0,1 24 0,0-1 0</inkml:trace>
  <inkml:trace contextRef="#ctx0" brushRef="#br0" timeOffset="33187">7386 4998 21657,'60'11'999,"1"0"0,-1 0 1,-10-12-1,-3-6 1,-8-4-765,10-26-274,-51 82 39,-3-5 0,-3 16 0,-2 11 0,-1 5 0,0 1 0,0-6 0,2-10 0,1-2 0,0-7 0,0-1 0,1 6 0,1 6 0,-1-1 0,1 1 0,0-1 0,0 0 0,-1 1 0</inkml:trace>
  <inkml:trace contextRef="#ctx0" brushRef="#br0" timeOffset="33987">8493 4991 14393,'-4'0'5881,"1"0"-6419,40-25-4378,13 18 1,5 1 3570,-19-7 0,0 0 0,18 8 0,-10 4 0,-32 1 0</inkml:trace>
  <inkml:trace contextRef="#ctx0" brushRef="#br0" timeOffset="34159">8561 5230 14941,'-8'5'6968,"2"-2"-6918,14 8-1828,27-14 0,11-7 1778,-5 10 0,0-1 0,7-7 0,-3-1 0,9 1 0</inkml:trace>
  <inkml:trace contextRef="#ctx0" brushRef="#br0" timeOffset="35435">8960 4857 10634,'11'-49'2285,"1"-1"1,-1 1-1,1-13 1,-11 14-1670,-28 27-59,-24 44 0,-9 21-421,24-15 0,1 4 1,0 5-571,-3 5 0,-2 6 1,2 3-1,6 0 455,9-2 0,3 1 0,4 1 0,3 1-37,1 3 1,2 2 0,4 0 0,9-1-919,11 2 0,10 2 0,3-4 0,-3-5 853,-6-7 1,0-4 0,8-7-479,13-6 1,10-5-1,3-7 1,-4-11-600,2-18 1,-2-14 0,3-2-42,1 3 1,4-2-1,-1-1 1,-3-1 1198,3-6 0,-3 0 0,-3 0 0,8-7 0,-11 6 0,-22 15 0</inkml:trace>
  <inkml:trace contextRef="#ctx0" brushRef="#br0" timeOffset="35929">9573 4972 21780,'-9'-48'1636,"-43"54"-1519,16 31 1,1 14-116,5-9 0,0 3 0,3 1 3,5-2 1,4 1 0,9-2 72,14 8 1,17-8 83,20-19 0,12-14 11,-10-13 1,3-8 0,-1-6-19,1-4 0,-2-6 0,-5-6-62,-6-13 1,-7-7 0,-7 2-61,-5-4 1,-12 1-18,-13-8 1,-14 9-81,-8 29 0,-5 12-917,-25 10-8850,22 39 8779,23-11 1,21 11 0,-1-33 0</inkml:trace>
  <inkml:trace contextRef="#ctx0" brushRef="#br0" timeOffset="36180">10206 4716 21455,'-18'-51'1281,"0"1"0,1 4 0,9 19-1231,32 70-64,5 2 0,3 9-68,-9-14 1,0 5 0,0 2 0,-4 1-1352,-1 11 1,-3 2 0,-3 2 0,-5-1 1432,-4-5 0,-4 0 0,-3-1 0,-1-3 0,-1 1 0,-1-2 0,-6-8 0,-12-7 0,-1 0 0</inkml:trace>
  <inkml:trace contextRef="#ctx0" brushRef="#br0" timeOffset="40646">9445 3613 15300,'59'4'62,"-1"0"0,0 0 1,0 1-1,-4-2 1,1 0-1,2 0 0,0 0 1,1 1-16,-2-1 1,0 1-1,1 0 1,2 1 0,0-1-1,1-1-651,-1 1 0,1-1 0,0 0 0,2 0 1,0 0-1,1 0 0,0 0 706,-2 0 0,0-1 0,1 1 1,0-1-1,1 0 0,0 0 0,1 0 1,-1 0-10,-3 0 1,0 0 0,1-1 0,0 0 0,0 1 0,0-1 0,1 0 0,0 0 0,0 0-214,-4 0 1,0-1 0,1 1 0,-1 0 0,1-1 0,0 1 0,0-1 0,1 0 0,-1 1 0,0-1 133,1 0 0,1 0 0,-1 0 0,1 0 0,0 0 0,-1 0 0,1 0 0,0 0 0,0 0 0,-1 0-4,2 0 1,-1 1 0,0-1-1,0 0 1,1 1 0,-1-1 0,0 1-1,1 0 1,-1-1 0,0 1-64,0-1 1,0 1 0,0 0 0,0 0 0,0 0 0,0-1 0,0 1 0,0 0 0,0 0 0,-1 0 52,0 0 0,0 0 0,0 0 0,-1 0 0,1 0 0,0 0 0,-1 0 0,1 0 0,-1 0 0,1 0-105,5 0 0,0 0 0,1 0 0,-1 0 0,0 0 0,0 0 1,0-1-1,0 1 0,-1-1 130,-2 0 1,0 0-1,-1-1 1,1 1-1,-1-1 1,0 1-1,0-1 1,-1 0-1,0 0 28,5 0 0,-1-1 0,0 1 1,0-1-1,-1 1 0,-1-1 1,0 0-1,0 0-6,3-1 0,-1 0 0,0 0 0,-1 0 1,-1-1-1,0 1 0,-2 0 87,4-1 0,-1 0 0,-1 0 0,-1 1 0,-2-1 0,-1 0-130,2-1 0,-2 1 1,-1-1-1,-2 1 1,-3 0 484,16-2 1,-4 1 0,-7 1-1042,-1-4 1,-11 7 551,-16 14 0,-26-9 0,-13 13 0</inkml:trace>
  <inkml:trace contextRef="#ctx0" brushRef="#br0" timeOffset="89112">5786 7195 10478,'8'4'9068,"-2"0"-6778,-6-4-906,-10-24-1065,-18 20-215,-4 0 0,-4 4-71,-5 15 1,-1 8-40,-2 6 1,4 4 5,11 0 0,13 4-6,24 0 0,16-2-33,17-3 0,10-5 13,-11-9 0,4 0 0,-1-1-4,3 0 0,0-1 0,-10 4 58,-1 29-62,-57 2-4,-16-31 1,-15-5 0,0-2-957,-11 0 0,1-3 994,-3-2 0,7-3 0,8-5 0,37-6 0</inkml:trace>
  <inkml:trace contextRef="#ctx0" brushRef="#br0" timeOffset="89813">6239 7383 20554,'0'-4'3506,"-1"1"-3433,12-5-17,8 47 6,4 18-51,-12-16 0,-4 2 120,-4-3 1,-4-5 311,-8-2-242,-7-42 13,2-32-147,8 6 0,3-3 59,4-4 0,4 1-76,3 2 1,3 3-40,23-13-17,11 28 12,13 37-31,-27 2 0,-2 5-3,-2 6 0,-4 3 50,-5-2 0,-6-1 79,-4 11-6,-12-30-83,-1-34 55,16-23-22,18-8-65,-5 32 0,5 5-14,4 7 1,3 8-85,2 11 1,0 8-488,-1 7 0,-1 5-3294,2 5 1,0 1 3219,-7-5 1,-2-3 0,9 8 0,-14-22-1</inkml:trace>
  <inkml:trace contextRef="#ctx0" brushRef="#br0" timeOffset="90397">7367 7480 20408,'7'-60'1432,"0"1"0,-10 11 0,-10 15-1320,-18 33 0,-5 14-87,1 7 1,3 6-49,7 5 1,9 3-73,22 29 16,39-24 87,-12-34 1,2-9 89,-1-9 0,-3-7 75,-7-7 1,-5-4 376,1-24-226,-26 20-240,-12 38-67,-2 31 6,20 22-35,16-26 1,11-4-20,13-3 1,7-8 46,6-8 1,1-13 19,2-16 1,-7-17-4,-23-10 1,-10-12 0,-4-4 26,-5 12 0,-3-3 0,-2 0 1,-3-2 144,-3-6 1,-3-2 0,-2 2 0,1 5-193,-1 3 0,1 4 0,-2 13 43,-6 13-76,23 64 1,9 36-1386,-8-28 1,0 10 0,0 6-1,1 3 1,0 0 0,0-5-1,0-7 855,2 0 1,-1-6 0,1-1 0,-1 5 0,-1 5 0,0 9 0,0 3 0,0-5 0,-2-14 0,-2-22 0,-2-19 0</inkml:trace>
  <inkml:trace contextRef="#ctx0" brushRef="#br0" timeOffset="90798">8207 7532 20033,'18'-58'858,"0"1"1,0 0 0,-1 0 0,-9-4 0,-3-8 0,-3-3 0,-1 3 0,-2 9-1,1 14-852,-3-18-384,12 88 1,5 34 0,2 13-1,-4-11 1,-5-15 0,-2-3-1,2 8 1,6 10 0,0 0-1,-1 1 1,1-1 0,0 0-1,-1 1 1,1-1 0</inkml:trace>
  <inkml:trace contextRef="#ctx0" brushRef="#br0" timeOffset="91461">8775 7312 19025,'21'27'3825,"19"-40"1,11-8-3701,5 21 0,6 7 0,-5-8 174,2-29 1,-4 11-300,-1 48 0,0 23 0,-22-7 0,-35-12 0,3 26 0,0-1 0,-1 1 0,1 0 0,-1 0 0</inkml:trace>
  <inkml:trace contextRef="#ctx0" brushRef="#br0" timeOffset="91788">9982 7521 25550,'-2'-62'177,"0"1"0,1 0 0,-1-1 0,1 1 1,-1-1-1,0 1 0,3-11 0,-1-6 1,2 6-1,1 20 0,1 31-882,2 46 1,2 36-1,1 19 1,0 2-1,1-19 705,2-18 0,0-6 0,1 7 0,-2 5 0,1 12 0,1 7 0,0 0 0,0-5 0,0-11 0,-3-19 0,9-5 0</inkml:trace>
  <inkml:trace contextRef="#ctx0" brushRef="#br0" timeOffset="92040">9883 7258 19725,'63'-16'637,"-1"0"1,1 0 0,-1 1 0,-6-4 0,-6 1 0,-3 6 0,-4 10 0,1 1 0</inkml:trace>
  <inkml:trace contextRef="#ctx0" brushRef="#br0" timeOffset="93130">9217 7276 8321,'6'-9'8363,"0"1"-5439,-6 8-1194,5-34-475,-4 17-90,-1-30-964,-2 32 191,-6 0-296,5 10 55,0 1-151,2 4-1960,0 0 1960,9 9 0,-5-7 0,6 7 0</inkml:trace>
  <inkml:trace contextRef="#ctx0" brushRef="#br0" timeOffset="93807">8734 7421 11637,'4'8'7674,"0"-1"-5821,-4-7-631,-4-6-595,14-1-347,2-10 196,20-8-6,-5-8-162,-5-26-244,-18 23 1,-3-1 13,-3 4 1,-2 0 274,-16-27-264,3 40-44,-27 41-37,26 5 1,4 8-60,-7 24 1,12 6-1819,22-18 0,11 0 1,-1-3-712,-4 9 1,5-6 1900,31-3 1,-1-14 0,-26-21-1,-1-1 1</inkml:trace>
  <inkml:trace contextRef="#ctx0" brushRef="#br0" timeOffset="94239">9255 7179 12752,'0'-3'9303,"11"-61"-7774,-4 26-1025,0-2 0,-3 1-50,-5 10-303,-20 27-134,6 11-6,-9 17 28,16 20-49,17-3 1,7 7 0,-2-5 6,-7-9 1,3 1-977,14 10 1,12 9 0,1-3 0,-8-13 838,1-5-73,21 12 0,-20-7-165,-74-36 0,-13-7 0,31 10 0,-26-11 0,0 0 0</inkml:trace>
  <inkml:trace contextRef="#ctx0" brushRef="#br0" timeOffset="94466">9227 7202 24301,'5'42'99,"-21"15"0,-4 2 0,11 4 0,-11-12 0,0 0 0</inkml:trace>
  <inkml:trace contextRef="#ctx0" brushRef="#br0" timeOffset="95114">11634 7083 12662,'-13'1'2600,"52"-4"1,42-3 0,-11 1-3245,-8-4 644,-3 8 0,17 1 0,-2 1 0,-21 1 0,-18 3 0,25 13 0</inkml:trace>
  <inkml:trace contextRef="#ctx0" brushRef="#br0" timeOffset="95281">11530 7424 15132,'58'-12'149,"-1"0"0,0 1 0,1-1 0,-1 0 0,-3 1 0,-2 1 0,-3 0 0,-2 1 1,5-1-1,-2 1 0,-9 2 0,3 0 0</inkml:trace>
  <inkml:trace contextRef="#ctx0" brushRef="#br0" timeOffset="96438">13045 7272 14572,'0'-54'1509,"0"0"1,-1 0-1,1-1 1,0-10-1,1 2 1,-2 35-1440,-1 73 0,0 27-62,1-32 1,0 2-145,0 16 1,0 8-1,-1-6 158,0-4 1,-2-6 81,0-10 0,0-4 434,-2 20-306,9-94 1,2-22-127,-2 23 1,-1-4 36,2-7 0,1-10 0,-1-1 0,-1 10 67,-1 4 1,-1 4-161,2-16 1,-5 21-180,-4 43 134,-1 32-728,-2 20 1,-1 9 722,5-9 0,1-1 0,-3-4 0,2-4 0,3 9 0</inkml:trace>
  <inkml:trace contextRef="#ctx0" brushRef="#br0" timeOffset="173763">14114 1490 13133,'-35'-42'472,"1"0"0,0 0 1,-1 0-1,1 1 0,-3-1 1,-1 0-1,0 1 0,-2 1 1,-2 3-361,-2 2 0,-1 2 0,-2 2 0,-2 0 0,0 1-699,-5-1 0,-1 1 0,-1 0 0,-2 2 0,-1 1 635,7 5 1,-2 1-1,0 1 1,-1 1-1,-1 2 1,0 0 6,-2 2 0,0 0 0,-2 2 1,0 1-1,1 1 0,-1 2-37,1 1 1,-1 1 0,1 2 0,0 1-1,0 2 1,0 2-20,2 2 0,1 2 0,-1 2 0,1 1 0,1 2 1,1 2-90,-7 4 0,0 3 0,1 2 1,2 2-1,1 3 109,4 2 0,0 2 0,3 3 0,0 1 0,1 1-23,2 1 0,2 2 1,0 1-1,2 1 1,0 0 15,2-2 0,1 2 1,1-1-1,1 1 0,0-1 0,-6 7 1,1 1 0,0-2 0,2-1-65,-6 5 1,1-2-1,3-3 104,10-10 0,2-1 1,3-5 904,0 0 1,3-10-543,-9-26 1074,-5-39-1411,15 13 1,0-3 623,-3 0 0,1 2-652,5 7 0,0 6 165,-8 5-198,12 45 123,19 35 0,8-16 0,8 1-81,11 1 0,10-5-965,3-16 1,8-6 0,1-5 481,2-3 0,1-5 0,-3-2 0,13-2 0,-6-3 0,-18-6 0,1 0 0</inkml:trace>
  <inkml:trace contextRef="#ctx0" brushRef="#br0" timeOffset="174463">9303 893 32767,'35'-49'0,"0"0"0,8 8 0,6 18-835,-7 31 0,3 16 0,-2 3 228,-4-1 0,-2 2 1,-1 5 313,-5 4 1,-2 4-1,0 3 1,-3 0-267,4 10 0,-4 2 0,0-2-390,-3-5 1,-2-2 0,1-1 868,9 16 0,-4-8 0,-2-14 0,-11-15 0</inkml:trace>
  <inkml:trace contextRef="#ctx0" brushRef="#br0" timeOffset="174630">9479 1309 19585,'46'-37'-326,"1"-1"0,-1 0 0,-5-8 1,-4 9-1,24 23 0</inkml:trace>
  <inkml:trace contextRef="#ctx0" brushRef="#br0" timeOffset="176014">10798 3888 16185,'15'31'683,"0"0"0,8 14 1,4 6-413,-1-2 0,5 4 0,3 1-471,-2-10 1,3 1-1,3-2 1,3-1 282,-3-7 0,2-1 0,3-2 0,1-1 0,2-1-381,5 0 0,3-1 1,2-2-1,1-2 1,2-1 307,-6-4 0,2-2 0,2-1 1,-1-2-1,1 0 0,0-2-7,-3 0 1,0-2 0,-1-1 0,2-1 0,0 0 0,3-2-23,2-1 1,3-1-1,1 0 1,1-2 0,0-1-1,-1 0 1,-2-2 5,1 0 1,-2-2 0,0 0 0,0-2 0,0 0 0,2-1 22,-4-1 0,3 1 1,0-1-1,0-1 1,-1-1-1,-1-1 1,-3-1 13,10-4 1,-2-1 0,-2-2-1,-2-1 1,-3-2 19,5-4 1,-2-2 0,-4-2 0,-3-1 256,2-3 0,-5-2 1,-5-2-97,-10-1 0,-4-1 1,-10 0 46,-8 0 0,-11 1-101,-8 2 1,-11 6-15,-28 7 0,-12 12-106,2 6 0,-2 7-28,13 1 1,-2 3 0,2 2 13,-10 9 0,3 5 298,6 1 1,1 3-280,3-2 1,1 0 901,6-6 1,2-3-586,-11 5-136,45-35-155,51-21-37,-10 8 0,7 0 14,-9 8 0,4 1 1,2 2-14,6 3 0,4 4 0,-3 2-126,-6 3 0,-2 3 0,1 4 57,5 5 0,0 5 0,-4 4-1226,6 13 1,-6 5 1268,-7 1 0,-5 0 0,5 13 0,-29-20 0</inkml:trace>
  <inkml:trace contextRef="#ctx0" brushRef="#br0" timeOffset="176946">14845 4998 20078,'-1'51'417,"0"0"1,0 1 0,0-1 0,-25 5 0,16-8-292,39-20 1,25 1 0,11-6-1,-3-8 1,-16-14-40,-9-33 0,-2-8-89,18 21 0,8 4 0,-29-8 6,-45-10 0,-27-8 1,-9-2-1,10 8 43,6 2 1,1 1-50,-13-22 0,-3-6 1,20 34 1,31 51 0,15 30 0,8 12 0,4-6 0,-3-22 0,5-31 0,0 1 0,-10 49 0,1 0 0,-1-1 0,1 1 0,-1 0 0</inkml:trace>
  <inkml:trace contextRef="#ctx0" brushRef="#br0" timeOffset="178008">14926 5038 6955,'-23'-35'4915,"0"1"0,-2-20-3321,12 9 0,2-9 0,13 8-1376,33-4 1,12 26 14,-7 51 1,1 30 0,-4 1-1706,-8-12 1,-3 0 0,-2 7 1471,-2 6 0,-1 7 0,-6 0 0,-8-9 0,-20 11 0,0-24 0,13-39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5:13:01.3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1659 2837 13721,'-3'-54'1638,"1"0"0,-1 0 1,1 0-1,-2-4 0,0 3 1,3 4-1396,3-8 1,2 26-552,-2 43 288,-1 43 1,-2 21-140,-2-18 0,0 3 1,0 5-889,-1-8 0,1 4 0,-1 2 1,0-1-1,0-4-403,1-3 1,0-2 0,1-2 0,0-1-680,-4 20 1,0-3-1,11-23 320,20-34 2691,-14-48 0,-4-22 684,-1 9 0,-1-5 1,-2-4-314,-4 3 1,-1-4 0,-2-1 0,-1 0-367,0 3 1,-1 0 0,-1 0 0,1 3-706,0 6 0,-1 1 1,2 1-1,1 2-190,1-10 1,1 1 0,12 11-69,17 15 0,10 10-45,9 8 1,7 14-162,1 16 0,4 13 0,-8 5 168,-15-3 0,-7 4 1,-7 5 725,-6 8 0,-9 4 0,-14-4-538,-17-7 1,-14-3 0,-4-6-88,-2-6 0,-3-6 0,1-7-2446,-9-8 1,11-14 2458,23-29 0,29-6 0,18 13 0</inkml:trace>
  <inkml:trace contextRef="#ctx0" brushRef="#br0" timeOffset="549">2379 2335 23769,'11'-15'-302,"40"40"229,-18 5 0,0 7 67,3 3 1,-13 2 100,-28 0 0,-12-4 208,-24 1-23,-16-8-264,31-40-240,51-19 168,7 4 0,7-3 59,12-5 0,3-1 56,2-1 0,-2 0 103,-12 5 0,-5 2 320,1-14-79,-24 22-408,-13 11-135,-1 15 123,9 28-202,1 26-523,-1-17 0,1 1 742,-1 2 0,0-4 0,1 10 0,-2-20 0</inkml:trace>
  <inkml:trace contextRef="#ctx0" brushRef="#br0" timeOffset="733">3121 2004 19524,'-6'-4'1743,"1"1"-9163,-41 32 7610,38-9 0,-37 12 1,49-20-1</inkml:trace>
  <inkml:trace contextRef="#ctx0" brushRef="#br0" timeOffset="1137">3418 2234 27336,'-37'29'-417,"1"1"0,-1 0 1,-2 13-1,16 2-7,31 2 1,16-4 237,14-9 1,8-15 700,7-21 1,-8-19 77,-27-26 1,-10-8-600,7 14 1,-11 1-46,-31-4 0,-17 0 0,6 13-721,8 16-2922,-19 17 3671,83 37 0,-8-4 0,5-4 0</inkml:trace>
  <inkml:trace contextRef="#ctx0" brushRef="#br0" timeOffset="1668">3725 2275 20724,'16'61'821,"-1"0"0,1 0 1,0 0-1,5 17 0,0-4 1,-11-40-876,-20-61 1,2-16-111,21 13 0,7-1 53,4-18 0,11 1 238,7 20 1,11 4 0,2 3 0,-8 3 4,-7 0 0,-1-1 384,12-7 0,3-4 0,-25 6-856,-32 14 333,4 43 1,5 33 0,-1-9 0,0-11 0,2 15 0,0 0 0,1 1-1</inkml:trace>
  <inkml:trace contextRef="#ctx0" brushRef="#br0" timeOffset="1937">4371 1988 20134,'-16'15'0,"3"-2"0</inkml:trace>
  <inkml:trace contextRef="#ctx0" brushRef="#br0" timeOffset="3316">4872 2117 16756,'-22'7'5919,"11"38"-7771,11 6 0,5 16 1,1 6-1,-3-10-774,-5-13 1,-2-3 0,1-2 2612,4 34 0,-8-30 4928,-24-86 0,-4-21-557,10 14-4006,6 2 1,-1-8 0,16 16-498,32 21-208,21 9 1,15 2 0,-3-6 561,-20-12 1,-2-5 0,5 11-585,4 23 0,9 15 0,1 5 0,-3-4 0,-11-14 285,-2-24 1,-3-2 662,31 22 1,-11-4-378,-41-30-65,7-24 1,-7 17-263,-24 68 1,-14 38-1,1 2-1165,4-13 0,1 2 1,-1 3 1108,2-12 1,-1 3-1,-1 1 1,2-2 0,0-5-1,0 3 1,2-5 0,1-7-1,-3 20 1</inkml:trace>
  <inkml:trace contextRef="#ctx0" brushRef="#br0" timeOffset="10877">4892 2109 9918,'-12'-52'4915,"1"0"0,6 11-3619,-8-16 1,3 8-1342,10 35-146,0 10 488,-1 27 0,0 19 19,-3 14 1,-1 9-193,4-10 1,0 6 0,-1 1 0,1-4-264,-2-3 0,0-4 0,1 4 193,1 0 1,2 4 0,-1-1-1,-1-7 111,-3 4 1,0-6-164,3-1 1,0-3-118,-4-5 1,2-11-105,5-24-9612,30-30 7373,-18 12 0,18-18 1,-28 26-1</inkml:trace>
  <inkml:trace contextRef="#ctx0" brushRef="#br0" timeOffset="12175">7776 2141 17339,'-54'30'485,"0"0"1,0 1-1,10 14 1,3 8-1,5 4 1,9-4-492,9-5 0,9-1 1,7 4 41,5 10 0,6 9 1,8-8-1,11-22 223,15-34 0,11-20 0,5-6 0,-6 6-213,-2 15 1,-3 3 0,-5-18 143,-9-27 1,-3-22 0,-6-11-1,-10 2 1,-12 15-92,-18 12 1,-14 8 0,-3-1-1150,0-2 1,-4-4 0,-1 8 0,1 15 1099,-12 25 0,5 18 0,7 13 0,12 4 0,17 5 0</inkml:trace>
  <inkml:trace contextRef="#ctx0" brushRef="#br0" timeOffset="12904">7793 2597 10651,'35'19'9830,"-17"-5"-9102,5 5 0,4 6-770,14 22 0,0 3-252,-11-18 0,2 0 294,9 7 0,6 3 0,-7-8 0,6 3 0,4-11 0</inkml:trace>
  <inkml:trace contextRef="#ctx0" brushRef="#br0" timeOffset="13616">8303 2553 11026,'-7'-39'4915,"0"1"0,2 15-4425,-2-18 0,1 13-409,10 56 1,4 17-32,2 15-18,-1-18 0,2 6 0,0-5 15,-1-7 1,1-4 14,12 25 1075,19-55-880,-19-20 56,-2-18 1,2-12 0,-4 6-269,0-9-2,-12 6 0,-2-9 0,-5 17-262,-5 23-290,-13-14 509,25 59 0,-5-24 0,6 24 0</inkml:trace>
  <inkml:trace contextRef="#ctx0" brushRef="#br0" timeOffset="14285">8786 2453 20028,'19'26'1836,"34"1"-1566,0 1 122,-13-21 0,-4-6-213,-16-8 314,-6-25 0,-6-4-404,-8 14-5,-2-40 219,-19 43-231,-10 11-66,-5 4 13,3 19 1,0 11-57,10 10 1,3 4-14,-8-3 0,12 3-1741,33 4 1,17 3 0,2-9 1790,-2-14 0,4-4 0,1 4 0,4 1 0,-6-8 0,7-14 0</inkml:trace>
  <inkml:trace contextRef="#ctx0" brushRef="#br0" timeOffset="14923">9327 2533 7021,'2'-10'9830,"-1"1"-5920,-1 9-4113,-10-29 789,6 41-563,-6-26 58,14 59 0,10 21-3,6-17 110,-2 6 0,7-5 27,10-29 1,5-12 542,-3-8 0,0-11-268,12-28 0,-8-13-362,-18 8 1,-7-4-73,-7-18 0,-9 4-369,-17 7-1854,-2 33-6616,9 34 7935,3 4 0,2-2 0,5-10 0</inkml:trace>
  <inkml:trace contextRef="#ctx0" brushRef="#br0" timeOffset="15467">9923 2510 22481,'17'27'678,"-9"-31"-172,28 28 1,6 2-249,-13-35 38,7-15 1,-6-8 191,-38-32-435,5 29 1,-5 4 30,-20 3 0,-7 14-62,5 26 0,0 10-22,-1-3 0,6 6-133,13 15 1,9 9 0,11-5-292,18-10 0,10-5 0,-3 2 0,-7 19 0,2-6 0,19-24 0,-1-1 0</inkml:trace>
  <inkml:trace contextRef="#ctx0" brushRef="#br0" timeOffset="16741">10792 2359 12953,'-4'0'3125,"48"-8"1,27-1-3132,-30 6 1,1 1-6,7-4 0,6-1 0,-10 3 487,7 8-191,-77 10-47,-26 4 0,-11 3-17,5 2 0,-1 0-201,-3-3 0,7 4 47,23 4 0,17-1 129,47-6-165,12-2 0,10-3-9,-9-12 0,4-3 1,0-3 76,4 0 0,0-3 0,-3-6 220,12-12 1,-12-9-197,-27 0 0,-13-3 123,-20-15 1,-14 0 416,-11 3 1,-5 5-418,11 10 1,1 3-230,-16-13-118,48 44 84,33 37-22,-8-6 0,1 5-177,4 13 1,-7 6-738,-16-11 1,-5 2 0,-4-1 952,-6 9 0,-6-3 0,-5-10 0,-2-6 0,-8-5 0</inkml:trace>
  <inkml:trace contextRef="#ctx0" brushRef="#br0" timeOffset="17610">1383 3481 14751,'-58'1'-261,"0"1"1,-7 2 192,82-1 0,28 0 1,19 1-1,11 0 1,3 0-1,-7 0 1,-14 0 78,7 0 0,-8 0 0,11 1-8,-20-3 0,5 1 0,4 1 0,4-1 1,2 0-1,2 0 0,2 0 0,0 0 0,0-1-9,-11-1 0,3 0 0,2 0 1,1 0-1,1-1 0,0 0 1,1 1-1,0-1 0,-1 0 0,0 0 1,-2 0-1,-1 0 0,-2 0 64,5 1 1,-3-1 0,-2 1 0,-1-1 0,0 1 0,0-1 0,2 0 0,3 1-1,2-1 1,5 0-39,-14 1 0,3-1 0,2 0 0,3 0 1,2 0-1,1 0 0,1 0 0,2 0 1,0 0-1,0 0 0,1 0 0,-1 0 1,0 0-1,-2 1 0,0-1 0,-2 0 1,-2 0-1,-1 0 0,-4 1 24,12-1 1,-4 0 0,-3 1 0,-2-1 0,-1 1 0,-1-1 0,1 1 0,1 0 0,3-1-1,2 1 1,4-1 0,5 1-41,-22-1 1,2 1-1,3-1 1,1 0-1,2 1 1,1-1-1,2 1 1,2-1 0,0 1-1,1-1 1,1 0-1,1 1 1,0-1-1,1 1 1,0-1-1,-1 0 1,1 1 0,-1-1-1,0 1 1,-1-1-1,0 0 1,-2 1-1,0-1 1,-2 0-1,-1 0 1,-2 1 0,-2-1 16,12 0 0,-1 0 1,-3 0-1,-1 0 1,-1 1-1,-1-1 1,-1 0-1,0 0 1,-1 0-1,1 0 1,0 0-1,0 0 1,1 0-1,1 0 1,2 0-1,0-1 1,3 1-1,1 0-8,-11 0 0,2 0 0,1 0 1,1-1-1,1 1 0,1 0 1,0 0-1,2 0 0,0-1 0,0 1 1,1 0-1,1 0 0,-1-1 1,0 1-1,1 0 0,-1-1 0,0 1 1,0-1-1,-1 1 0,0-1 1,-2 1-1,1-1 0,-2 0 1,-1 0-1,-1 0 0,-1 0 0,-1 0-457,9 0 0,-1-1 0,0 1 0,0-1 0,0 0 0,-1 0 0,-1 0 0,-1 0 0,0 0 1,-1-1-1,-1 1 0,-1 0 0,-1 0 0,-1 0 0,-1-1 0,-2 1 0,-1 0 0,-1 0 1,-2 1 443,17-2 0,-4 1 0,-3-1 0,-2 1 0,-1 0 0,-2 0 0,0-1 0,0 1 0,1 0 0,0 0 0,10-1 0,6 0 0,2 0 0,0-1 0,-3 1 0,-6 1 0,-9-1 0,-13 1 0,-14 0 0,-3 1 0</inkml:trace>
  <inkml:trace contextRef="#ctx0" brushRef="#br0" timeOffset="24518">4322 4886 19731,'50'-13'170,"-1"0"1,1 0 0,-1 0 0,12-4 0,-1 1-1,3-1-487,-11 4 0,5-1 0,0 0 0,-1 1 1,-3 0-2820,12-3 0,-3 1 0,-1 0 3136,-4 0 0,-1 1 0,-8 2 0,-9 2 0,-10 4 0,-15 4 0</inkml:trace>
  <inkml:trace contextRef="#ctx0" brushRef="#br0" timeOffset="24733">4857 4798 8573,'-5'2'9830,"1"-1"-8485,4-1-892,-10 21 68,-5 33-541,0-3 1,-1 8-433,7-10 0,0 4 1,1 1 127,2 9 0,1 1 1,1-5-1,-1-1 0,2-5 1,5-10-1,0 1 0</inkml:trace>
  <inkml:trace contextRef="#ctx0" brushRef="#br0" timeOffset="25101">5364 5205 19994,'-21'-28'1431,"-1"-1"0,-35 26-1361,19 44 0,6 17-45,8 0 1,12 1-12,18-7 0,14-7 14,11-12 0,9-10 64,8-12 0,2-13 40,-4-11 0,-5-11 22,-7-13 0,-9-8-23,-12-4 1,-11-1-20,-14 2 0,-11 5-112,-7 9 0,-7 9-1039,-2 14 0,0 8 1039,-20 14 0,27 3 0,24 0 0</inkml:trace>
  <inkml:trace contextRef="#ctx0" brushRef="#br0" timeOffset="25787">6148 5478 19456,'-13'-49'2044,"1"-1"1,-8-2-1983,11 114-51,5-6 0,0 9-4,0-10 1,0 3-1,0 1-168,0 1 1,0 0 0,1-1 161,0-8 1,0-2 0,0-5 221,-1 9 0,2-18-15,2-32-150,0-30 1,0-23-46,-1 5 0,1-5 0,1-6 2,0 6 1,2-6 0,0-2 0,0 1 0,1 5-167,0-9 1,1 4-1,2-2 141,0 2 0,1-4 1,3 4-1,5 11-21,10 8 1,7 13-38,17 12 1,4 14 33,-8 9 1,-9 13-1413,-19 33 0,-15 7 1440,0-27 0,-12-5-304,-41-2 1,-23-9 0,12-9 0,12-12 0,-13-8 0,0 0-1</inkml:trace>
  <inkml:trace contextRef="#ctx0" brushRef="#br0" timeOffset="30667">7922 4563 11833,'21'-48'4189,"1"0"1,-4-7-3892,-35 74 1,-15 26 0,-1 3-274,8-10 0,-2 2 1,-1 3-1,-2 4-585,3-3 1,-2 3 0,-2 3 0,0 3-1,-1 0 1,1 2 0,0-1 467,3-3 0,-1 1 1,0 1-1,0 1 0,1 0 1,0 0-1,1 0 0,0-1-650,-1 4 0,1-1 1,0 1-1,0-1 1,2 0-1,0-1 1,0 0 741,-1 5 0,0 2 0,0-1 0,2-3 0,2-4 0,4-6 0,0 3 0,4-7 0,3-5 0,0 24 0</inkml:trace>
  <inkml:trace contextRef="#ctx0" brushRef="#br0" timeOffset="30983">8940 4898 21741,'-55'11'185,"-1"0"0,1 1 0,4 7 0,2 4 0,5 13-201,12 7 0,5 10 1,3 7-1,1 3 0,0-3-846,3-9 0,2 1 0,1 0 0,0 1 1,0 1-1,0 1 334,1-1 1,0 1 0,0 1 0,0 1-1,0-1 1,1-1 0,0-1 380,1 2 1,-1 0 0,1 0 0,1-2-1,1-3 1,1-4 0,-3 16 0,1-6-1,2-5 1,-1-2 0,0 1 0</inkml:trace>
  <inkml:trace contextRef="#ctx0" brushRef="#br0" timeOffset="31817">7849 6652 9995,'10'-64'730,"0"0"0,-1 0 1,1-1-1,1 14 0,1-2 1,1 1-1,3 2 0,3 2-720,11-5 0,5 3 0,3 2 0,0 1-344,-2 5 0,0 1 0,2 1 0,4 2 299,1 3 0,4 0 1,2 2-1,0 1 0,-1 4-513,2 0 1,-1 4 0,1 1 0,0 1-113,2-2 1,2 1 0,-1 0-1,0 1-1000,-3 2 1,0 0 0,-2 1 0,-4 1 1949,11-3 0,-5 0 804,-1 2 1,-16 1 5909,-32 8-2635,-14 8-1880,-8 2-2293,13 1 1283,14 14-1395,10 32-121,-3-8 1,-1 5-171,2 16 0,-6 3-17,-8 0 0,-9-1 252,-8-8 0,-10-7 151,-5-14 0,-6-11 11,2-16 1,3-12-62,-5-36-155,40 7 1,13-4-6,15-5 1,12 2-2,-4 11 0,4 2 1,3 1 23,4 1 1,4 2-1,-1 1 23,-1 3 0,0 2 0,-2 2 2,13-3 0,-5 6 109,-17 6 0,-8 9 114,-12 28-200,-24 25-35,0-19 1,5 0 10,7 0 1,8-3 84,9-7 0,6-6 76,6-9 0,2-8 77,-2-10 1,-3-8-37,-6-10 1,-10-7 86,-13-10 0,-11-2-131,-2 6 0,-6 2-15,-13-1 1,-5 7-121,-29 12-120,28 23 0,2 9-387,3 9 0,7 8-1660,9 9 0,10 3 2128,15-3 0,4-2 0,6 13 0,12-23 0</inkml:trace>
  <inkml:trace contextRef="#ctx0" brushRef="#br0" timeOffset="32502">10514 5366 21730,'25'51'260,"-21"-14"1,-7 1-65,-14-2 0,-3-3 45,-9 20 202,14-20-410,38-50 1,21-24-1,-1 5-69,-2 8 0,3 6 43,0 8 0,4 3 1,-6 7-8,12 16 18,-24 25 1,1 14 0,4-22 182,11-49 1,4-26 0,1 9-138,12 31 1,-1-9 121,-28-18 1,3-18 0,0-9-1,-7 0 1,-9 8 0,-14 17 440,-29 6-627,22-29 0,10 16-212,-2 58 0,5 28 0,2 18 0,1 10 0,-1 2 0,-2-8 0,-3-15 0,-4 12 0,4-1 0,13-8 0,0 0 0,1 0 0,-1 0 0,1 0 0,-1 0 0</inkml:trace>
  <inkml:trace contextRef="#ctx0" brushRef="#br0" timeOffset="32756">11002 5455 13345,'54'-9'532,"0"1"0,1-1 0,-1 0 0,0 0 0,0 0 0,10-2 1,-5-1-1,2 2 0,5 1 0,5 1 0,-4 0 0,-15 3 1,5-3-1</inkml:trace>
  <inkml:trace contextRef="#ctx0" brushRef="#br0" timeOffset="34411">13053 5403 8601,'-3'4'5041,"0"-1"-2391,3-3-1066,-10-7-412,43-6-1056,9 1 0,16-2 0,5 0 0,-7 1-122,-5 3 1,-3 0 0,7 0-297,-2 1 0,10-1 1,4 0-1,0 0 1,-7 2-1,-11 4-2832,7 2 0,-8 4 2506,14-1 1,-16 6 0,-40 6 0,-24-1 0</inkml:trace>
  <inkml:trace contextRef="#ctx0" brushRef="#br0" timeOffset="34793">13221 5588 14874,'55'-12'391,"0"-1"0,0 1 1,-1-1-1,1 1 0,-3 0 1,-5 2-1,3-3-239,10-5 1,7-3 0,-4-2 0,-15-1 87,-15-2 1,-12-4 134,-11-16 1,-15-3 393,-15 10 0,-9 0 0,0 2-486,-3-9 1,-2 4-21,-14 0 0,5 9 269,23 18-672,12 11 140,31 41 0,16 19-6,-19-27 1,3 2-356,10 16 0,6 8 0,-6-5 274,-7-5 0,-6-2-412,-4 7 1,-11 1-10,-28 8 1,-8-5 0,0 2-1,0-26 1,0 0 0</inkml:trace>
  <inkml:trace contextRef="#ctx0" brushRef="#br0" timeOffset="35448">15625 5637 20828,'27'-39'602,"1"0"1,-1 0 0,-1-12 0,-4-4 0,-4-3-540,-8 1 0,-5-3 0,-2-1 0,1 2-32,0-2 1,0 3 0,0-5 72,0 9 0,1-5 0,0-1 0,-1 4 1,-2 10 1,0-1 1,-3 5 13,0-25 0,-10 16-148,-32 51 24,13 32 1,1 21-1,3-1-27,0 4 1,3 5-151,7-10 0,0 6 1,4 1-1,8-3-38,15 6 1,9-3 0,5-1-228,1-1 0,5-2 0,3 1 446,1-3 0,5 3 0,0-3 0,-4-5 0,-6-10 0,-2-3 0,0-3 0,13 9 0,0 0 0</inkml:trace>
  <inkml:trace contextRef="#ctx0" brushRef="#br0" timeOffset="37127">16374 5228 22066,'-33'1'1238,"6"0"-1204,27-1 375,0 0-342,-5-4-62,3 3-5,-2-4-5,3 5 313,1 0-269,-1-3-61,0 2 27,0-1 18,-1 1 55,2 0-67,-1 0 6,-2-2 0,-1 0-6,0-8 28,-1 0 73,-5-16-89,5 13-23,-4-5 123,-2 8-112,4 7-11,-5-4 11,-19 16-5,-5 20-23,6 17 0,2 5 17,-2 2-3,17 0 1,14-6 170,45-23-40,-8-7 91,19-19 33,-34-34-212,-7 4 10,-12-22-28,-4 24 1,0 0-23,1 14 45,2 6-40,-2 7 46,10-33-35,-7 24 113,5-28-123,-9 36-40,-2-5 17,1 10 51,-25 11-34,12-4-28,-15 7 28,20-7 0,-7 27 22,2 6-16,-4 8-6,5 14 0,10-35 0,8 15 0,3 0 0,-2-14 11,6 9 0,9-1 31,20-17 0,6-7-36,15 8-70,-20-13 1,5-4 0,-2-4 63,8-12 0,-5-4 0,14 0 0,-30 6 0,1 0 0</inkml:trace>
  <inkml:trace contextRef="#ctx0" brushRef="#br0" timeOffset="38070">17071 5266 18453,'-11'-35'2868,"1"-1"0,-33-12-2821,18 11 1,-5 8 27,-19 29 1,-5 18-6,4 21 0,4 7-62,2-11 1,7 4 24,13 2 1,6 5 0,13-8 28,27-2 33,25-15 0,19-3 0,-6-10 17,-11-12 0,-1-8-44,-2 2 1,7-3 0,-3-3 0,-12-7 247,-9-35 1,-14-4-272,-1 25 0,-5 1-12,-10-19 1,-11 19-29,-30 66-16,6 7 8,12 8 1,14 6 10,40 2 0,13-4 9,-23-14 0,5-5 14,12-8 1,7-5 0,-1-12 122,9-29 0,-6-17 31,-6-4 0,-3-4-146,3 2 0,-6 0 67,-17-5 1,-10 4 55,-8 9-128,-1 3-28,-1 21-79,2 32 73,4 10-3,5 3 0,4 4 8,9 8 1,5 1-20,11 3 0,-6 4-442,-22-4 1,-8 4 0,-10-7-30,-21-4 1,-8-4-1,3 8 1,-3-8-1,-10-29 1,1 0-1</inkml:trace>
  <inkml:trace contextRef="#ctx0" brushRef="#br0" timeOffset="38521">18313 5579 20162,'-10'3'1885,"0"-40"1,5-33 0,1 4-1746,3 10 0,0-4-43,-2 7 1,0-9-1,-1-4 1,-1 2-1,-2 9 22,-4 2 1,-2 7 0,0 2-118,3-19 1,-8 21 9,-36 55-1152,39 24 0,8 18 0,0-3 1120,-8 0 0,8 6-563,14-8 1,9 11 0,5 6-1,2-1 1,-1-6 0,-3-12 391,0 1 0,6-4 22,7 1 1,10 9-1,4 0 1,-4-8-1,-11-18 1,-1-18-1,3-10 1,-1 0-1</inkml:trace>
  <inkml:trace contextRef="#ctx0" brushRef="#br0" timeOffset="38708">18030 5216 16103,'52'-18'-129,"0"1"1,1 0 0,-4 1-1,1 1 1,-4 5 0,7 7 0,-5 4-1,-15-1 1,1 0 0</inkml:trace>
  <inkml:trace contextRef="#ctx0" brushRef="#br0" timeOffset="46917">3765 7259 8920,'-47'1'1512,"-1"0"1,12 0-1342,62 0 0,23-2 75,-6 0 1,5-1-1,3-1 94,-3 1 0,3 0 1,1-1-1,2 1-472,-3 0 1,2-1 0,1 1-1,2-1 1,1 1 306,-2 0 1,1 1-1,1-1 1,2 1-1,0 0 1,1 0-353,-3 1 1,2 0 0,0 0-1,1 0 1,0 1 0,1 0-1,1-1 195,-5 1 1,0 1 0,1-1 0,0 1 0,1-1 0,1 1 0,0 0 0,0 0-1,0 0 0,2 0 0,0 0 0,1 1 0,0-1 0,0 1 1,0-1-1,-2 1 0,-1-1-217,1 1 0,-2-1 0,-1 1 0,0-1 1,0 1-1,0 0 0,2-1 0,1 1 283,2 0 1,1 0 0,1 0-1,2 0 1,-1 0 0,1 0 0,-1 0-1,-1 0 1,-2 0 3,3 1 0,-3-1 1,0 1-1,0 0 0,-1-1 1,1 1-1,1 0 0,1 1-31,-7-1 0,0 0 0,1 0 0,0 0 1,1 0-1,0 0 0,0 1 0,0-1 0,0 1 1,0 0-27,-1 0 0,1 0 1,0 0-1,0 0 0,0 0 1,0 1-1,0-1 0,-1 1 1,1 0-1,0-1 4,1 1 0,-1-1 1,0 1-1,0 0 0,1 0 1,-1 0-1,0 0 0,0-1 1,1 1-1,-1 0-2,1 0 1,-1 0-1,1 1 1,-1-1 0,1 0-1,-1 0 1,1 0 0,0 0-1,0 1 1,-1-1-158,2 0 0,-1 1 1,0-1-1,0 0 1,1 0-1,-1 1 0,1-1 1,0 1-1,1-1 1,0 1 125,0 0 0,0 0 0,1 0 0,0 0 0,1 0 0,-1 1 0,1-1 0,-1 0 0,-1 1 0,-1-1 0,-1 0-69,5 1 1,-1-1-1,-1 1 1,-1 0 0,-1-1-1,1 1 1,0 0 0,1 0-1,2 0 69,-7-1 0,1 1 0,1-1 0,0 1 0,1 0 0,0 0 0,-1 0 0,1 0 1,-1-1-1,0 1 0,-2-1 0,3 1 1,0-1 0,-1 1 0,0-1 0,0 0-1,-1 0 1,0 0 0,0 0 0,0 0 0,-1 0-4,3 0 0,0 0 1,-1-1-1,-1 1 1,1 0-1,0-1 0,0 1 1,1-1-1,1 1 1,-5-2 1,0 1-1,1 0 1,1-1-1,0 1 1,0-1 0,1 1-1,-1-1 1,-1 0-1,0 0 1,-1 0-24,9 0 0,-1 0 0,-1 0 0,0 0 1,0 0-1,0-1 0,-1 1 0,0-1 0,-1 1 23,-4-1 0,0 0 0,-1 0 0,0 1 0,-1-1 0,1 0 0,0 0 0,1-1 0,1 1 23,-2 0 0,1 0 1,0 0-1,2-1 1,-1 1-1,0-1 0,0 1 1,0-1-1,0 0 1,-2 1-26,3-1 1,0 0 0,0-1 0,-1 1-1,0 0 1,-1-1 0,1 1 0,-2-1-1,1 1 32,3-1 1,-1 1 0,-1-1-1,0 1 1,0-1 0,1 0 0,0 0-1,1 0-30,-1 0 0,1 0 0,1 0 0,0 0 0,0-1 0,0 1 0,-1-1 0,-1 0 0,-3 0-5,6 1 0,-2-1 0,-1-1 1,-2 1-1,1 0 0,0-1 1,1 0 0,1 0 0,1 0 0,0 0 0,0 0 0,0-1 0,0 0 0,-2 0 87,-2 0 0,-1 0 1,0-1-1,0 0 1,-1 0-1,0 0 1,-1-1-230,4-1 0,0 0 1,0 0-1,-2-1 1,-1 0-1,-1-1 146,3 0 0,0-2 0,-2 0 0,-3 1 0,-4-1 0,7 0 0,-4 0 0,-6 0 0,-5-2 0,1 0 0</inkml:trace>
  <inkml:trace contextRef="#ctx0" brushRef="#br0" timeOffset="56868">9322 7937 16314,'12'-52'1361,"0"-1"0,0 1 0,3-16 0,-1 10-1025,-1 13-302,-7 25 173,-1 24 169,-2 37-248,-8-1 1,-3 7-114,-1-3 0,-2 3 0,-2 1-259,-4 9 0,-2 3 0,0 0 234,3-14 0,0 1 1,0-1-1,1 1-106,-3 11 0,1 0 1,2-2-367,2-4 0,2-2 0,1-2-1733,0 11 0,0-5 1588,-1-14 0,0-6 1,1 3-1,-4-24 1</inkml:trace>
  <inkml:trace contextRef="#ctx0" brushRef="#br0" timeOffset="57217">8696 8620 16527,'-30'-53'1697,"0"1"0,2 6 0,9 13-1580,17 28 310,7 47-352,-3-3 1,1 5-68,8 18 1,5 2 5,-3-8 0,8-3 0,16-5 0,10-11 0,8-24 0,5-13-27,-11-3 0,2-5 0,-1-3-111,1-4 1,0-2-1,-2-3-1058,-3-2 0,-2-2 1,-4 0 502,6-2 1,-7 1 0,6-10-1,-28 22 1</inkml:trace>
  <inkml:trace contextRef="#ctx0" brushRef="#br0" timeOffset="59200">8204 10177 14964,'-5'-39'1828,"-1"0"1,-3-19-977,-5 107-715,5-16 1,-2 9-910,-1 4 0,-4 13 0,-1 5 0,1-2 0,2-10 781,1-5 1,2-5-1,-1 4 1,-1 3 0,-2 6 0,-1 2 0,2-3 0,2-9 532,-2 5 0,3-6 48,0-6 1,1-2-327,1 2 0,0-8-68,2-17-79,16-46 1,8-19-85,6-1 2,-8 15 1,3-5 0,4 5 6,17-6 0,2 7-42,-14 12 0,1 2 1687,13-8 1,2 13-1739,-1 34 1,-3 10 28,14 4-51,-16 3 0,3 8 0,-3-5 17,-5-11 0,-2-3 56,5 9 0,2-10-3,11-34 1,0-18 91,-12-2 1,-2-3-76,4-1 0,-5 7 255,-9 16-264,-34 47 51,20 12-16,6-21 458,2-55 0,3-32 1,-7 12-499,-8 20-1696,-19-7 0,-6 12 1685,-16 79-36,5 2 0,1 12 1,29-18-1593,33-36 1,24-15-1,15-9 1,4-2 0,-6 3-1,-16 9 3532,1 21 1,1-4-1598,-9-17 0,13-6 0,7-4 0,1-4 0,-6-2 0,-13-1 1,-20 0 1528,-18-29-1298,-27 27 28,-45 12 1174,30 18 1,0 8-1779,-14 19 1,-4 11-1,10-5 35,18-14 0,6 0 31,-4 21 0,15-13 61,60-63 577,-10-13 1,-5-2-320,-12 9-415,0-10 23,-32 68 0,-5 17-597,4-8 1,4 3-4264,13 25 1,6-3 3569,6-5 1,21-12 0,-33-48-1</inkml:trace>
  <inkml:trace contextRef="#ctx0" brushRef="#br0" timeOffset="59704">9883 10983 10058,'-6'60'1404,"0"0"0,-1 0 0,1 0 1,-4 0-1,-2 1 0,-1-1 1,0-3-106,0 14 0,0-4 1,-4-22-931,-15-28-315,33-43 0,15-23 1,-1-5-34,-5 1 0,-1-5 0,3-2 0,9 0-28,6 8 1,9-3-1,5 0 1,1 2-1,-2 4 1,-5 7-19,1-4 1,-4 8 0,7 3-7,14-2 0,11-1 0,-6 11 1,-24 22 153,-35 68-475,-29-37 0,-19 1 1,-10-2-1,0-2 0,9-5 352,-12 4 0,-1-6 0,13-6 0,-10 1 0,-1-2 0,7-1 0,18-4 0,12-4 0</inkml:trace>
  <inkml:trace contextRef="#ctx0" brushRef="#br0" timeOffset="61799">7063 10331 11390,'17'-59'3731,"10"17"-2320,-6 66-935,-1 2-60,-16 20 1,-10 19-1,-3 1-370,0-18 0,-3 1 1,-1 2-1,2 2-399,1 3 1,2 4 0,-1 2 0,1-2 0,-2-4 370,-1-1 0,-2-2 0,1-3 1,3-4 349,0 24 0,4-15 1559,3-27-796,-5-56-1198,-1-15 44,9-5 1,3-17 0,1-4-1,1 9 38,-2 15 0,2 5 0,0-5-4,2-13 0,2-9 1,1 1-1,3 6 11,5 6 1,2 5-1,0 5 127,-1 0 0,3 1-156,1 5 0,5-5 0,2 1 0,2 7 12,5 4 1,2 7 0,3 0-180,9-7 1,4 0 0,3 3 171,-9 10 1,2 2 0,2 2 0,1 3 1,-5 2 0,1 3 0,1 1 0,2 1 0,-1 1-7,4 1 0,1 0 0,1 2 1,-1 1-1,-1 0-576,10 1 1,-1 1 0,-1 1 0,-4 1 580,2 0 0,-4 2 1,-1 2 6,-2 3 1,-1 2-1,-1 0-55,-10-3 0,-1 0 1,4 0 50,4 1 0,5 1 1,2 0-1,2-1 4,-5-3 1,2-1 0,1 0-1,0-1 1,-4 0-135,2-1 0,-2 0 1,-1-1-1,2-1 135,-3-2 1,3 1 0,0-1 0,-3-1 0,-4-1 6,1 0 0,-4-1 0,0-1-13,1 0 0,-1-1 0,1 2 18,4 1 1,1 1 0,-3 1 23,4 0 0,1 2-494,6 2 1,5 1 0,-9-1 546,-18-1 0,-3-1 14,16 4 1,-5-3 2160,-18-4-2130,-7 0 88,-5 4-206,-5 0-741,7 30 0,-1 9 747,-4-12 271,1 8 1,3 10 0,-4-9-278,-5-1-42,-1 0 1,1 9-1,0-2 20,-2 6 0,0 1-4,1-6 0,-1 4 1,1 0 10,0 5 1,1 1-1,-1-3 4,-2-10 0,0-2 1,0-1-12,4 22 0,-4 1-19,-5-15 0,-4 1 1,1-6 15,1-9 0,-1-3 0,-4 16 1,-2-3-49,-5-4 2647,-4-15-2574,-8-6 0,-5-2-5,-1-6 0,-4-5-25,-3 0 1,-4-2 0,-3-1-12,-5-1 1,-5-1 0,1-1 0,4 1 8,7-1 1,4 1 0,-4-1 389,-6 0 0,-5 0 0,1 0 0,7-1-481,2 0 0,0-1 10,0-1 0,-6 1 0,-2-1 0,0 0 43,0 0 1,0 0-1,-1 0 1,-3 1 25,1-1 1,-2 0 0,-2 1 0,0 0 0,0-1 21,-4 0 0,-2 0 0,0 0 0,3 0 0,5 1-989,-9-1 0,7 1 0,-1 0 991,-3-1 0,0-1 0,5 0 31,-2-4 1,1 0-74,13 2 0,-2 1 0,-4-1 42,-6 1 1,-5-1 0,-1 1 0,6 0-2,6 0 1,4 0 0,-2 1 13,-11 1 0,-2-1 0,8 2 16,16-1 0,0 1 86,-11-1 1,-7-1 0,6 0-74,6 0 1,2-1 5,-15 0 1,4-2 83,0-6-72,7 2 313,3-2 0,1-1-363,7 3-668,-6-34 589,49 29-224,22-44-1070,-11 33 886,8-12 1,-16 23-1,-6 8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07ED-E770-9A47-2565-1C945391D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D5496-938A-39E8-5FAA-B244DB9FD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CA5F5-921D-1C94-0EAB-4036FC5DE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25B87-7BE8-081C-C1AE-FFD271B9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92A1F-7805-81DC-3B37-B355C607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3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6EE7-C639-DFA0-FCB1-C496B82B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FA920-5EB7-73C8-57A9-E38DA0ECD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328C3-3CAB-4E82-E979-E69EEEAA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81909-D939-831C-7D62-ED6D54A6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E87F-9D6F-FD4A-A627-7E813B80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0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8BBF-DA8E-653C-DE49-E96DB00C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D217C-17FA-CBA7-3073-75DC9252B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7640C-FB42-35EC-F10B-466BFECE1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624D7-DF6C-6241-BE89-A5F101AD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BD190-1E64-5D64-7608-3C56093E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8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77205-7861-2E5E-C026-B8B7550E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BF0E0-05ED-1316-6CB4-ADCDED4DB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47BE0-DBF7-0DC9-EC4D-A7C78A5FF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5CE15-B739-6486-4379-4B9AEA36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3DE6C-4B66-274D-9AAB-48B3C942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43EA6-8D59-0809-C8DC-3DBCF1CC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25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C6F8-C5A3-0520-F027-D4103FD20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34837-8DF5-C8F7-B81B-CA0D5FBF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BD510-3E6C-9267-5262-A95938714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AB79A-AB44-3BB3-C24B-A70A1A914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2759C-BD54-DFC2-A153-C7B6FB9A7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F9E834-2D20-DF8A-85D1-39C04179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26D9A-286D-A1AF-A758-1F21F910A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7D2DC1-3685-5A51-E511-53E41D74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6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5363-DA92-DEF8-8F6E-33BF9E95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42111-6230-42CA-0E48-BA189CCF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4C78D-DBFE-F668-9A46-969DA80D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D7291-0F7D-AB8D-D043-177965D7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98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E47A2-0C34-3F55-FA24-D93E434C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E7D533-018C-AEA9-1837-1135974C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A02B3-E3F7-DD67-0E96-3CD6F768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9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56F6-1A8E-13F9-A4C7-01AEBFF4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C5212-1B92-B154-030A-5894997C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8D9F3-3C7C-2AB6-2EC4-8E8AB8ABF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5FD15-BA50-ABB3-063D-0C4EDF73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E267E-4ED0-D762-51B8-0AC96028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2EB61-7DC4-E861-0D74-AEAD588B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41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C048-6376-3936-60D8-A50C94B8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F42C1-DFFA-7F0B-438B-B6CED3D20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CD1FB-7A0F-D2BA-EF92-E158C5285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3D045-312E-07DC-B4A5-D5392FC7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E1374-DF6B-3A31-3ECE-D163CB01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3E8BB-CEA6-B29E-3D6C-A2C154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4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11B7-1F0C-F7D4-FC79-6E0B260D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2C069-7ECA-C61C-AD7E-A53C5B694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2BD4B-9B27-887C-ED3D-5B478521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F590-0F59-774B-0095-81715AEB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5C929-0A37-428C-6292-791AD7FC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7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05DE0-A900-D771-F594-1BF1E5299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AB23C-82B5-9082-2152-BCEA66F42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BCD9C-08CE-2C8C-34B5-A784C9A7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47A2B-8C7F-57FA-F4B3-3EF99D04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6395-E3B6-C992-E1DD-7DF79C54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0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8DF0C-7249-257D-F5A2-801E2E78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88DEA-E6A7-AA34-523F-A7E90D244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1BB77-02C2-7E4D-CD2A-3F807637A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03580-FC0B-0C41-8E17-6DE80E40291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2FE37-5788-94DD-14C9-E29DEE32B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29270-B544-C819-0C6C-20D9B164A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7BF47-D67B-AF45-A2FC-5BE10328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F843C-F4BC-B77E-0FE4-D4817DEF3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A5CAC6-45A5-58E0-3BF7-F7C0811A3399}"/>
                  </a:ext>
                </a:extLst>
              </p14:cNvPr>
              <p14:cNvContentPartPr/>
              <p14:nvPr/>
            </p14:nvContentPartPr>
            <p14:xfrm>
              <a:off x="659880" y="803160"/>
              <a:ext cx="5076000" cy="2310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A5CAC6-45A5-58E0-3BF7-F7C0811A33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520" y="793800"/>
                <a:ext cx="5094720" cy="232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748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9CB9F-0B00-03A4-5F26-926D844B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6D6B6C6-5D14-0BDF-5EAA-1A972018E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E8D43-59A5-1B77-34F9-6550AEEB9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EAB1B8-4700-5231-B07A-133EA8A565FB}"/>
                  </a:ext>
                </a:extLst>
              </p14:cNvPr>
              <p14:cNvContentPartPr/>
              <p14:nvPr/>
            </p14:nvContentPartPr>
            <p14:xfrm>
              <a:off x="65520" y="676440"/>
              <a:ext cx="10406520" cy="5798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EAB1B8-4700-5231-B07A-133EA8A565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60" y="667080"/>
                <a:ext cx="10425240" cy="581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418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6A3F1-1310-6176-7478-6C44F12B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9A8DCC-BD9A-057E-BF23-237D2CDC1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6B0C6A-706B-FDB0-F7B6-0766ABD36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0451620-6441-B535-1CD8-7E08D7580B22}"/>
                  </a:ext>
                </a:extLst>
              </p14:cNvPr>
              <p14:cNvContentPartPr/>
              <p14:nvPr/>
            </p14:nvContentPartPr>
            <p14:xfrm>
              <a:off x="116640" y="542880"/>
              <a:ext cx="6923520" cy="2540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0451620-6441-B535-1CD8-7E08D7580B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280" y="533520"/>
                <a:ext cx="6942240" cy="255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076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EA0B8-14A9-B3C9-3284-031245CE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959159-AC4A-3A76-F8B7-EA72C0FC4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F0C49-4B90-571E-7628-7AE4060D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F6D8BA-0F05-D234-9F30-D6A09A6B36FB}"/>
                  </a:ext>
                </a:extLst>
              </p14:cNvPr>
              <p14:cNvContentPartPr/>
              <p14:nvPr/>
            </p14:nvContentPartPr>
            <p14:xfrm>
              <a:off x="615240" y="146520"/>
              <a:ext cx="7521120" cy="483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F6D8BA-0F05-D234-9F30-D6A09A6B36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880" y="137160"/>
                <a:ext cx="7539840" cy="485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5667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D99DB-754C-A7DB-D362-70E2E411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AABE13-D9D6-874E-B504-7A6E8138F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DD2B4-6C6D-3AAA-86E0-AF22026AF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E2F13E-FCBF-2C91-1C07-39DCA08F353A}"/>
                  </a:ext>
                </a:extLst>
              </p14:cNvPr>
              <p14:cNvContentPartPr/>
              <p14:nvPr/>
            </p14:nvContentPartPr>
            <p14:xfrm>
              <a:off x="238320" y="250560"/>
              <a:ext cx="10543320" cy="643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E2F13E-FCBF-2C91-1C07-39DCA08F35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960" y="241200"/>
                <a:ext cx="10562040" cy="645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95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B8804-4180-78A2-5DDD-0D22D5A3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593786-22CD-8A0C-0FF2-23307405B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95978E-1177-8634-A2F0-B39DB60B30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CB780C-EAA9-24C0-6F96-998E83FB1773}"/>
                  </a:ext>
                </a:extLst>
              </p14:cNvPr>
              <p14:cNvContentPartPr/>
              <p14:nvPr/>
            </p14:nvContentPartPr>
            <p14:xfrm>
              <a:off x="397440" y="200160"/>
              <a:ext cx="6410880" cy="2594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CB780C-EAA9-24C0-6F96-998E83FB17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080" y="190800"/>
                <a:ext cx="6429600" cy="261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4789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96D21-95A6-9E79-7307-B00E04E1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3D75D9-8E0D-9600-497C-FA40BE51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DA345-B03B-2CFE-284F-CE6BD9508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5A4F88-03A5-22D2-D0B7-174385C22E81}"/>
                  </a:ext>
                </a:extLst>
              </p14:cNvPr>
              <p14:cNvContentPartPr/>
              <p14:nvPr/>
            </p14:nvContentPartPr>
            <p14:xfrm>
              <a:off x="432720" y="662400"/>
              <a:ext cx="6726240" cy="359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5A4F88-03A5-22D2-D0B7-174385C22E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360" y="653040"/>
                <a:ext cx="6744960" cy="36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087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2026-04-11T13:34:45Z</dcterms:created>
  <dcterms:modified xsi:type="dcterms:W3CDTF">2026-04-11T15:22:37Z</dcterms:modified>
</cp:coreProperties>
</file>