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7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31"/>
  </p:normalViewPr>
  <p:slideViewPr>
    <p:cSldViewPr snapToGrid="0">
      <p:cViewPr varScale="1">
        <p:scale>
          <a:sx n="122" d="100"/>
          <a:sy n="122" d="100"/>
        </p:scale>
        <p:origin x="22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3:46:52.4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1974 2391 18688,'6'-52'1551,"-1"0"1,0-1 0,-2 8-1540,-5 24 44,12 31-48,-6 19 0,-3 8 20,1 17 0,-2 3 241,-2-8 0,-4-6-73,-19-2-134,11-48-20,4-24 0,4-11-14,3 4 0,3-2 106,1-22 0,8-1-114,16 8 0,7 3-46,-6 4 1,6 6 11,15 14 0,4 12 8,-5 15 1,-4 13-18,2 32 1,-15 13 64,-27-7 0,-11 2 193,0-6 1,-4-3-332,-15 12 96,17-74-34,51 21 1,19 11-34,-22-3 0,-5 6 13,-3 18 1,-6 4 59,2 3-9,-58 1 0,-23-4-182,9-22 1,-4-6 184,-11 4 0,2-1 0,19-6 0,5-3 0,1-7 0</inkml:trace>
  <inkml:trace contextRef="#ctx0" brushRef="#br0" timeOffset="435">2816 2348 21724,'-6'55'-612,"0"1"1,2 1 0,1-14-1,1-35 1,2 0 0</inkml:trace>
  <inkml:trace contextRef="#ctx0" brushRef="#br0" timeOffset="837">2947 2005 19025,'18'42'2299,"0"0"0,21-25-1207,-39-62-1153,5-15-738,-47 42-952,26 41-136,-3 19 1904,18 1 0,1-26 0,2 4 0</inkml:trace>
  <inkml:trace contextRef="#ctx0" brushRef="#br0" timeOffset="1128">3447 1855 30584,'-11'56'-563,"0"0"0,0 0 0,0 0 0,1 0 0,0-3 0,1-2 0,1-1 1,2 4 476,2 0 1,3 6-1,1-1 1,1-3 0,-1-8-1,1 13 1,3-12 0,9-5-1</inkml:trace>
  <inkml:trace contextRef="#ctx0" brushRef="#br0" timeOffset="1304">3225 2470 20420,'-33'-24'205,"1"0"1,57-3 0,32-4 0,10 1 0,-11 5 0,-7 4 0,4 2 0,1 2 0,1 0 0,0 0 0,0 0 0,0 0 0</inkml:trace>
  <inkml:trace contextRef="#ctx0" brushRef="#br0" timeOffset="3434">4419 2461 19809,'10'-46'880,"-1"-1"1,0 1 0,4 4 0,3 19-864,5 42 11,-23 20 0,-11 17 0,0-2 199,7 7 0,-5-4-2191,-17 6 1,0-26 2058,12-60 311,11-20 1,5-10-329,5-1 1,2-4-10,2 5 0,1-5 0,2 4-52,3-4 0,5 4-34,6-3 0,7 10 11,-1 25 1,4 15-25,1 23 0,1 15 0,-4 1 22,1 4 0,-6 6-112,-5 13 1,-4 9 0,-8-6 133,-13-9 0,-6-5 1765,-3 11 1,1-22-1549,5-68 352,21-24-452,-3 4 1,4-1-70,1 14 0,4 5-96,5 7 0,3 7-22,10 4 286,-5 21 0,1 10-424,-10 10 1,-2 6-267,4 6 1,0 3-1084,4 14 0,0 0-896,-4-15 0,3-4-2121,11-1 1,5-10 3682,3-17 1,1-11 876,4-7 0,-1-6 3394,-3-4 1,-3-5 587,-7-3 0,-7-3-3013,-14 8 1,-5 0-114,-2-20-447,-31 16-84,-21 16-325,3 23 0,-1 8-11,-21 8-51,16 22 1,6 6-96,16-2 98,22-5 0,11-5 82,14-18 105,10-13 1,1-11 190,7-33-73,-20 5 1,-4-4-88,-8 0 1,-4-3 182,-4-9 0,-5 3-387,-4 7-16,-2 34-152,1 28 0,3 17-283,5 5 0,7 1-50,7-4 0,6-6 288,3-12 1,4-10 237,14-16 1,3-14 307,-2-19 1,-4-10 251,-2-2 1,-4-2-149,-7-1 0,-6 3-415,-4-3 34,-16 59-22,-3 46 5,-3-16 1,1 2 148,-1-3 0,4-3 48,13-1-57,15-52-64,2-15 0,2-4-115,10-14 8,-14 19 1,0 14-36,9 58 49,1 5-5,-12-7 0,0 1 42,-8-13 0,3-7 59,18-16 0,1-13 67,-9-18 0,-3-7-62,6 2 1,-4-4 122,-9-9 1,-7 1 218,-5 7-347,-3-1-180,-8 41 118,-1 8-392,1 35 1,5 10-4536,9-14 1,2-1 4209,-4 12 1,1-5 0,19 0 0,-20-41 0</inkml:trace>
  <inkml:trace contextRef="#ctx0" brushRef="#br0" timeOffset="3682">6942 2014 19676,'0'0'0</inkml:trace>
  <inkml:trace contextRef="#ctx0" brushRef="#br0" timeOffset="4462">7209 2413 23551,'-2'57'20,"0"0"1,0-1 0,1 1 0,-1-1 0,1-1-1,-1 0 1,-1 0-19,-1 0 1,-1 2 0,-1-2 0,2-3-3,0 3 0,1-3 0,1-5 238,4 6 0,-1-13-47,-4-24-102,-11-33-74,2-25 0,0-17 0,1 1-241,3 11 1,0 2 0,3-6 253,-1-8 0,1-6 0,4-1 0,6 2-3,7 8 0,5 1 1,3 2-1,0 3-50,3-9 1,3 3 0,4 4-22,7 0 0,5 4 1,2 13-6,5 17 1,0 17-1561,2 22 0,-5 13 1617,-15-2 0,-7 6-1037,-6 10 1,-11 1 1035,-14-13 1,-12-2-24,-22-2 1,-14-3 0,3-8-4899,8-12 1,1-4 3483,-4 9 0,-4 3 0,12-12 0,7-29 0,32 14 1</inkml:trace>
  <inkml:trace contextRef="#ctx0" brushRef="#br0" timeOffset="4879">7793 2303 23489,'7'54'-2,"0"0"0,0-4 0,4-7 36,15-4 134,2-18 0,7-9 504,8-25 0,2-11-490,-8 4 1,-4-5-63,4-24 0,-11-7-1506,-21 12 0,-8 6-4165,-7 11 734,0 14 4817,0 51 0,8-22 0,0-1 0</inkml:trace>
  <inkml:trace contextRef="#ctx0" brushRef="#br0" timeOffset="6250">8299 2634 23713,'28'-45'234,"1"0"0,-7-6 0,-1-9 0,-2-2 0,-2 3-1655,-4 0 1,-3 2 0,0-2 1452,1 1 0,1-2 1,-1 0-1,-1 2 554,0-10 0,-1 2 0,-5 14-626,-6 3 733,-12 33-710,0 42 0,0 24-42,2-3 0,0 9 0,0 4 1,3-3-172,2-6 1,1-2 0,1 1 0,2 2 82,-2 7 0,1 4 0,4-2 0,8-7-421,12-1 1,9-5-1,5-11 97,12-5 1,9-14 442,3-15 0,7-9 0,-5-9 201,-13-4 1,-3-7 0,-1-3 888,6-7 0,-1-4 0,-9-2-533,-3-14 0,-13 0-202,-16 10 1,-11 5 8,-31-7-336,-22 43-23,25 20 1,2 13-28,2 25 0,6 6 33,6-16 0,5-1 25,4 16 1,15-9 136,44-27-16,-3-27 341,-12-14 0,-3-7-324,2-25 145,-16 10 0,-4 1-80,-6 0-284,-17 45 34,2 34-1713,9 17 0,6 2 1747,8-2 13,20-16 0,10-13 14,-3-31 1,2-15 31,-6 3 0,2-5 1,-5-11-14,-12-13 0,-4-14 1,-4-6-1,-3 1 1,0 7-103,1 0 0,-2 5 1,-5-5 110,-4 3 0,-2-9 1,-3 1-1,-4 8 1,-5 17-51,-22 8 0,6 40-9,10 34 1,8 23-176,4-17 0,3 9 1,2 5-1,0-2 1,0-5 38,-1-6 1,1-4 0,0 0 0,2 3 2,1 7 1,0 6 0,2 1 0,2-7 0,3-12-352,5 0 0,8-17-4423,24-18 1,1-18 2749,-24-15 1,-8-11 5382,5-25 1,-18-6-2009,-22 23 0,-13 1 1,-3 4-449,-5 0 1,-4 4 0,0 6 86,-12 3 1,4 6 2501,-11-4-3344,77 7-4,17 9 1,12 2 27,12-2 0,9 1 0,-2-1-2,-14 1 0,-3-1 0,2-1 407,13-2 0,2-1 0,-12-3 293,-2-15 152,-27-9-439,-32 15-486,-2 8 68,-4 33-40,11 0-1478,9 22 1,7 16-1,3-6-875,7-15 1,1-1 2369,-5 10 0,0 3 0,0-10 0,20-5 0,-31-31 0</inkml:trace>
  <inkml:trace contextRef="#ctx0" brushRef="#br0" timeOffset="6450">10258 1994 13829,'0'0'0</inkml:trace>
  <inkml:trace contextRef="#ctx0" brushRef="#br0" timeOffset="6817">10693 2071 24519,'-58'26'59,"0"-1"1,17 7 0,4 7-1,16 0-6,26 5 0,15 1 9,-1 12 1,12-11 112,27-25 1,6-24 6,-26-18 1,-4-12 0,-7-3-69,-2-15 1,-14-4-54,-13-11 1,-16 6-113,-10 22 1,-8 16-541,-2 24 0,6 16 591,27 13 0,6 5 0,-21 18 0,40 3 0</inkml:trace>
  <inkml:trace contextRef="#ctx0" brushRef="#br0" timeOffset="7248">11112 2163 26015,'-11'49'-5,"-1"-1"1,2-4 0,1 2 0,2-7 4,1 12 188,-1-9 0,7-13-104,9-34 50,15-37-45,-5 7 1,6-6 0,0 1-1,1 4 1,1 2 0,1-1-62,0-2 0,1 0 0,2 5 5,21-2 1,2 18-48,-9 28 0,-2 9 8,-6-16 1,-4 9-1879,-8 30 1,-8 18 0,-10-4 1883,-15-9 0,-4-1 0,8 19 0,-3-4 0,-17-8 0</inkml:trace>
  <inkml:trace contextRef="#ctx0" brushRef="#br0" timeOffset="7953">12290 1998 23769,'-50'28'31,"1"0"0,-1 3 41,45 9 1,15-8 436,28-46 1,5-16-291,-8 3-79,-4-18 0,-13 0-482,-32 19-207,-8 12-4367,-5 38 1,1 11 4563,-4 8 0,8-10 0,5-6 0,13-18 0</inkml:trace>
  <inkml:trace contextRef="#ctx0" brushRef="#br0" timeOffset="8255">12366 2340 23926,'-32'37'61,"1"1"1,6-9 0,14-4 285,65 5 101,-12-31 51,4-14-258,-32-8-4135,-46-13 3894,5 26 0,-14-13 0,24 28 0</inkml:trace>
  <inkml:trace contextRef="#ctx0" brushRef="#br0" timeOffset="8968">2179 2990 17064,'56'18'213,"0"-1"1,0 0 0,0 0 0,0 1-1,0-1 1,0 0 0,0 0 0,5 0 0,-3-1-1,-2-2 1,2 0 0,3-1 0,5-1-573,-14-4 0,3-1 1,1 0-1,2 0 1,2-1-1,2-1 0,0 0 1,2 0-1,1-2 1,0 1-1,1-2 386,-8 0 0,1-1 0,0 0 1,1-1-1,1 0 0,1-1 1,0 0-1,2-1 0,0 0 0,1 0 1,2 0-1,0 0 0,1 0 1,2 0-1,1 0-1,-13 0 0,1 0 0,2 0 1,0 0-1,2-1 0,1 1 0,1-1 1,1 0-1,0 1 0,1-1 0,0 0 1,1 0-1,-1 0 0,1 0 0,0 0 1,0 0-1,-1-1 0,0 1 0,-1 0 1,0 0-1,-1 1 0,-1-1 0,-1 0 1,-2 0-6,5 1 0,-3-1 0,0 0 0,-2 1 0,-1-1 0,0 1 0,0 0 0,-1-1 0,-1 1 0,2-1 0,-1 1 0,1-1 0,1 1 0,0-1 0,2 1 0,1-1 0,2 0 0,1 0 0,3 0 0,1 0-21,-15 1 1,2-1 0,1 1-1,2-1 1,2 0 0,1 0-1,2 0 1,1 0 0,1 0-1,1 0 1,1 0 0,1 0-1,0-1 1,1 1 0,0 0-1,0-1 1,0 1 0,1 0-1,-1-1 1,0 1 0,0 0-1,-1 0 1,-1-1 0,0 1-1,-1 0 1,-2 0 0,0 0-1,-2 0 1,-1 0 0,-2 1-1,-1-1 1,-2 0 0,-2 1-1,-2 0 1,-3-1 0,-1 1-1,-3 0-11,29-1 1,-6 0 0,-6 1 0,-4-1 0,-3 1-1,-1 0 1,-2 0 0,2 0 0,1 0 0,3 1-1,5-1 1,5 0-400,-18 1 0,5-1 1,2 1-1,4-1 1,1 1-1,3-1 0,1 1 1,1-1-1,2 1 1,0-1-1,0 1 0,-1 0 1,1-1-1,-2 1 1,-1 0-1,-2 0 1,-1 0-1,-3 0 0,-3 1 1,-3-1-1,-3 1 1,-4 0-1,-4-1 0,-5 1-206,33 1 0,-13 0 0,-7 0 0,-2 1 1,5 1-1,13 0 0,7 1 0,-3 1 0,-12-1 1,-22-1-1,-18-1 0</inkml:trace>
  <inkml:trace contextRef="#ctx0" brushRef="#br0" timeOffset="16445">2179 4138 19048,'17'-51'1267,"0"0"1,1-2 0,-9 20-1145,-17 42 78,-18 28-158,1 3 0,-5 11 0,1 1-54,1 5 0,1 2 0,0 1-72,3-8 0,0 0 1,2 1-1,8 0-367,7 10 0,8-1 0,12-9-242,18-8 1,13-13 426,-1-19 0,7-8 0,0-8-21,4-11 1,1-9 0,-2-5 348,-2-2 1,-1-4 0,-4-1 201,-5 1 0,-3 0 0,-4 1 620,2-6 0,-8 2-549,-2-9-179,-31 28 62,-34 48-147,3 20-78,14-17 1,5 3 278,10 0 1,10-3-223,38 9 229,16-24-59,-24-19 0,0-8 185,-5-9 0,-6-8-171,-11-7 0,-5-5-123,-3 5 0,-4 0-11,-6-5 0,-6 3-235,-17-4-74,1 27-587,3 38-2963,21 35 3758,20-19 0,3-1 0,-2 12 0,20-10 0</inkml:trace>
  <inkml:trace contextRef="#ctx0" brushRef="#br0" timeOffset="17158">3335 4529 20867,'4'-50'848,"1"0"0,-12 9 0,-9 12-692,-24 29 1,-8 16-129,2 7 0,4 9-28,6 4 0,7 4-17,9-3 1,11-2 105,42 15 370,30-47-84,-18-13 1,0-6 234,-6-4 1,-4-2-611,8-8 28,-37 51-45,-15 22 1,-8 13-49,5-9 1,-3 7-1,0 3 1,-1 3-517,4-11 0,-1 3 1,0 1-1,-1 2 1,1 0-1,-2 0 345,0 5 1,-2 1 0,0 1 0,0 0 0,-1-2 0,0-2 282,-1 4 0,0 0 0,0-2 0,-2-4 0,1-4 61,-8 16 0,-1-6 1,-1-31-59,-23-62-37,46-14 0,14-18 1,4-4-191,-1 20 1,1-4 0,3 0 0,2-1 0,2 1 159,2-1 0,2-1 0,3 1 1,1 1-1,1 2-44,6-7 1,3 2 0,2 3 0,0 3-23,-2 9 1,2 2-1,0 3 1,1 1-66,9-6 1,2 2-1,-2 1 181,-2 3 1,-1 2 0,-2-1 274,8-10 0,-5 2 504,-14 12 0,-6 1 952,-9-10-1759,-26 46 1,-4 5-432,3 38 0,7 11-785,4-23 0,3 0 1211,0 22 0,3-4 0,5-12 0,-2-29 0</inkml:trace>
  <inkml:trace contextRef="#ctx0" brushRef="#br0" timeOffset="17405">4042 4323 16348,'0'0'0</inkml:trace>
  <inkml:trace contextRef="#ctx0" brushRef="#br0" timeOffset="17714">4648 4532 24223,'-55'5'81,"-1"0"0,1 1 0,0-8 0,7 8-98,9 20 0,4 11 1,22 0 16,45 0 0,28 0 0,-11-1 0,-34-3 0,2-2 0,35-4 0,-1-1 0,1 1 0</inkml:trace>
  <inkml:trace contextRef="#ctx0" brushRef="#br0" timeOffset="18235">5277 4692 20991,'-47'-38'1124,"-1"0"0,4 0 0,4 17-1740,2 49 616,6 4 0,11-16 0,9 4 0</inkml:trace>
  <inkml:trace contextRef="#ctx0" brushRef="#br0" timeOffset="19093">5198 4651 14362,'-30'32'739,"0"1"0,1 0 1,54-89 646,-20 98 0,5 3-1353,20-59 1,9-24 0,-12 1 487,-21-13-504,-2 28 5,-3 9 694,-3 46 0,2 21-708,10-11 0,5-1-1178,6 8 1,7-7 1169,6-22 0,3-9 0,15-10 0,-17-11 0</inkml:trace>
  <inkml:trace contextRef="#ctx0" brushRef="#br0" timeOffset="19997">5299 4662 21343,'-53'-27'421,"0"0"1,7 10 0,-1 2 0,9 5-361,2 10 23,-3 3 0,-2 5 73,-8 25-118,22-9 1,1 4 2,2 9 0,6 3-20,9 2 0,16-1 32,28-8 0,20-3 1,-4-6 99,-8-8 0,2-5-46,12-4 0,7-3 1,-14-13 8,-20-20 1,-11-8 33,-4 1 0,-5-2-20,-4 5 1,-4-1 260,-2-3 1,-3 5-415,0 5-3326,-8 56 3348,7-2-11,0 23 0,6 5-247,25 2-1005,5-21 0,7-3 1263,3-11 0,2-6 0,-6-6 0,-3-5 0,8-5 0</inkml:trace>
  <inkml:trace contextRef="#ctx0" brushRef="#br0" timeOffset="20500">5607 4865 24839,'17'-59'116,"-1"1"1,0-1 0,-4 7 0,0-2-1,-2 1 1,-1 2-97,-2-2 1,-1 4 0,-1-1-1,0-3 1,0 1-1,-3 2 154,-2-10 0,-5 8 167,-12 4-324,-11 57-17,11 31 0,7 18-2,2-3 0,3 5 0,5 3-667,3-8 0,3 2 0,3-1 0,1-1 669,7 9 0,2-2 0,1-4 0,2 8 0,2-11 0,-2-29 0,-1 0 0</inkml:trace>
  <inkml:trace contextRef="#ctx0" brushRef="#br0" timeOffset="21614">6838 4533 20352,'-9'-56'958,"0"-1"0,-15 8 0,-6 14-908,-8 31 0,-5 33 1,5 16-32,21-5 1,7 6-9,0 1 0,3 5 1,7-4-32,15 8 1,15-9 110,9-23 0,10-8 1,-3-4 23,1 2 0,-5-17 205,-11-26 1,-1-18-1,-6-7 1,-11 8-170,-13-2 1,-12 0-218,-4-17 1,-6-5-1,-2 34-2303,-2 53 0,1 15 1803,2-4 1,4 3 0,9 19 0,7 0-1,7-5 1</inkml:trace>
  <inkml:trace contextRef="#ctx0" brushRef="#br0" timeOffset="22166">7435 4569 21177,'-26'58'700,"23"-15"0,6 10 1,1 4-1,-3 1-730,-4-8 1,-2 1 0,0 1 0,-1 2 0,3 3-18,2 1 1,2 6-1,1 4 1,0-1 0,0-5-1,-1-8 1,-2-13 762,-8 22-702,0 9 0,-3-25-6,3-71 1,-1-33-1,0-13 1,2 6-1,3 12 0,1 1 1,1-2-1,2-7-526,0 2 0,2-6 0,0-5 0,1-1 0,1 1 0,0 3 0,1 7 525,2-10 0,0 7 0,3 2 0,3-2-273,0 4 1,3-3-1,2 2 1,1 5-1,2 10 274,11-8 1,6 25-547,11 47 0,8 28 1,-16-1 579,-30-13 0,-5 3-180,20 21 1,5 9 0,-26-12 57,-37-24 0,-23-9 0,-6-5 1,10-5 79,3-5 0,1-2 0,-7 9 0,-4 3 0,12-9 0,9-18 0</inkml:trace>
  <inkml:trace contextRef="#ctx0" brushRef="#br0" timeOffset="23972">8051 4443 24038,'41'25'323,"0"-1"0,8-18 0,-8-14-127,-25-27 28,4-14 0,-15 2 11,-49 20 1,-7 23-262,26 39 1,17 13 2,27-12 1,11 0 35,-6 6 0,1 4 1,9-12 0,20-19 1,10-15 0,-12-11 7,-19-13 1,-11-11 16,-13-12 1,-6-3-1644,4 7 0,-1 0 1604,-2 2 0,3 3-2274,16-7 2274,-2 35-16,4 14 2,7 21 0,0 9-59,-6-4 0,-1 2-143,11 14 1,5 1-573,-9-14 0,2-1 0,0-5-184,3-5 1,3-4 2311,20 5 0,4-9-1254,-2-23 1,-3-14 1554,-10-14 0,-6-6-1201,-5 10 0,-9-2 117,-19-12 1,-16 4 108,-45 11-621,5 19-3,6 23 0,2 12-37,11 9 1,4 5-34,-4 1 0,8 2 45,15 1 0,11-3 16,22 0 121,22-26 0,4-11 149,2-18-90,-9-10 0,-9-10-1556,-29 3 0,-7-2 1645,3-25-313,-21 30 11,20 53-9,15 9 1,9 0 13,1-8 1,3-2-1140,6 7 0,1-6 1136,5-10 1,-2-13 1184,2-29 1,-7-20-1143,-16-5 0,-9-10 0,0-2 43,-1 19 0,0-1 0,-1 0 0,-6-1-18,-5-3 0,-5-2 0,-3 2 0,0 9 14,-4-1 0,-1 15-72,3 20-4,3 42 0,5 19 0,1-14 1,1 4-15,1 15 1,1 9-1,3-2-41,3-9 1,2-2-1,3 1-230,6 9 0,4 2 0,3-5 4,0-10 1,3-3 0,0-5 67,6 5 1,5-9 204,2-20 0,6-6 0,-9-3 0,-6 0 0,9-7 0,-1 0 0</inkml:trace>
  <inkml:trace contextRef="#ctx0" brushRef="#br0" timeOffset="24512">9847 4255 23063,'59'-8'11,"-1"0"0,1-1 1,0 1-1,-5-5 0,-3-1 1,0 2 12,10 8 0,0 4 0,-10-5-2748,-16-8 1,-8-2 2919,4-13 2495,-47-9-2349,-22 32 202,0 10 1,-1 6-531,7 6 0,5 7-3,-5 24 1,14 5 18,26-18 1,7-1-3,-1 9 0,9-5 32,18-19 0,13-9 0,-5-4 113,-5-2 1,-8-13 36,-5-36 0,-14-10-182,-18 8 1684,-28-9 1,-12 6-1673,-4 27-572,16 12-9299,10 46 7373,22-14 0,4 21 1,-10-45-1</inkml:trace>
  <inkml:trace contextRef="#ctx0" brushRef="#br0" timeOffset="24915">10752 4117 23646,'-1'-50'1117,"1"0"1,40 26-1128,2 44 1,9 23 0,-4-1 9,-3-1 0,-2 4-14,-4-4 0,6 7 0,-8-2 0,-19-9-4109,-45 7 4232,17-8 1,-4-7 863,-41-30-755,40-26 1,7-8-169,1-7-30,27-2 1,17-8 0,2 9-567,4 16 0,6 4 202,0-8 1,5-3 0,-2 11 343,6 20 0,-5 7 0,-1-2 0,-14 18 0</inkml:trace>
  <inkml:trace contextRef="#ctx0" brushRef="#br0" timeOffset="32211">4518 4560 21730,'-41'7'65,"0"0"0,2 0 1,5 3 142,3 18-85,-6 11-109,17-13 0,1 2 14,-3 29-11,34-3-76,11-31 0,7-5-236,14-4 1,6-8-1014,10-8 1,1-6 822,-3-4 1,-5-3-1,-16 3 1,-5 0 0,3-5-1</inkml:trace>
  <inkml:trace contextRef="#ctx0" brushRef="#br0" timeOffset="32680">4536 4575 21853,'-50'-12'149,"1"0"1,-1 5 0,6 10-92,15 17 1,5 6-31,1 2 0,4 2 8,3 2 1,6 2-18,9 1 1,6-1 11,6 0 0,7-2 16,8-4 1,6-4-429,3-5 0,4-6-4535,7-7 1,-1-6 4871,13-2 1,-11-7 0,-39 6 0</inkml:trace>
  <inkml:trace contextRef="#ctx0" brushRef="#br0" timeOffset="33110">4719 4529 17507,'-45'-4'1032,"0"0"1,-22 10-1,9 6-819,27 2-1682,-6 10 1,-7 9-1,8 1 1522,15-4 1,6 3 544,-9 26 0,15 0-2099,22-28 0,9-5 1219,7 0 0,3-8 0,16-13 1,-26-5-1</inkml:trace>
  <inkml:trace contextRef="#ctx0" brushRef="#br0" timeOffset="34851">2895 6973 21483,'16'-43'1162,"0"1"1,6-19-1157,-25 67-6,-4 10 28,-3 14 0,-2 7-261,1 2 1,2 4-2726,0 17 1,2 0 2957,2-18 0,2-3 0,8 15 0,-1-46 0</inkml:trace>
  <inkml:trace contextRef="#ctx0" brushRef="#br0" timeOffset="35249">3169 6517 19249,'-9'39'483,"0"1"1,2-3-1,8-9 27,17-21 812,15-9-554,-14-10-449,1-10 123,-35-10-352,-9 6-1860,-14 6 922,18 30 0,7-2 0,16 11 0</inkml:trace>
  <inkml:trace contextRef="#ctx0" brushRef="#br0" timeOffset="35595">3608 6992 21433,'-17'24'1614,"7"-9"-6205,52-17 1,18-9 4590,0 3 0,-30 7 0,-17 2 0</inkml:trace>
  <inkml:trace contextRef="#ctx0" brushRef="#br0" timeOffset="37107">5410 6881 21730,'-14'47'185,"0"1"1,0-1 0,0 0 0,-10 3 0,-2-3 0,-2-3 21,-11 17 0,-2-23-61,-1-49 0,7-19-121,25-9 0,11-9-10,1-10 0,5-8 0,3 0 22,4 4 0,4 1 1,-2-4 4,-6 3 0,-3-5 0,0 1 0,0 8-46,3 10 0,-1 5 1,-4 1 19,-8-25 1,-6 27-12,-2 70 1,-1 25-10,1-5 1,2 7-1,3 3-2,7-9 1,3 1-1,2 2 1,0-2-3,1 13 1,2-2-1,6-2 17,10-7 1,6-2-1,1-5-9,-1-13 0,0-3 0,-9 7-283,-19 9 0,-13 9 1,-4 4-1,1-3 1,7-9-1,17 8 0,-4-3 1,-29 1-1,0 0 1,-1 0-1,1 0 0</inkml:trace>
  <inkml:trace contextRef="#ctx0" brushRef="#br0" timeOffset="38053">2788 8267 21791,'18'-29'636,"-1"0"0,2 45-3965,-20 33 1,-7 17 3328,6-8 0,0 5 0,-1-6 0,-3-7 0,1-4 0,5-3 0,1-1 0</inkml:trace>
  <inkml:trace contextRef="#ctx0" brushRef="#br0" timeOffset="38298">3213 8332 22431,'-18'49'-216,"-1"0"0,2 10 0,5-9 1,9-28-1,1 17 0</inkml:trace>
  <inkml:trace contextRef="#ctx0" brushRef="#br0" timeOffset="38482">3199 7836 16348,'0'0'0</inkml:trace>
  <inkml:trace contextRef="#ctx0" brushRef="#br0" timeOffset="38696">2870 7966 17427,'0'0'0</inkml:trace>
  <inkml:trace contextRef="#ctx0" brushRef="#br0" timeOffset="39087">4026 8461 15676,'47'-17'0,"1"-1"0,-10 4 0,0-1 0</inkml:trace>
  <inkml:trace contextRef="#ctx0" brushRef="#br0" timeOffset="39802">5328 8421 20151,'-2'-61'1411,"1"-1"0,-3-1 1,6 23-1339,1 41 224,9 58-87,-7-1 0,-1 9-109,-1-5 0,-1 5 0,0-3-85,-1-16 1,-1-3 0,-1 3 72,-3 6 1,-1 6 0,0-3-1,0-8 54,1-6 0,0-3-29,-1 7 0,0 3 0,1-8-1840,1-4 1726,18-44 0,-11-2 0,12-18 0</inkml:trace>
  <inkml:trace contextRef="#ctx0" brushRef="#br0" timeOffset="40622">2896 10168 19451,'19'-62'1075,"-1"1"0,0 6 1,-9 23-1230,-27 74 0,-9 26-827,14-29 1,0 1 36,-4 16 1,-1 7 0,4-10-1,2 1 1,12-10 0</inkml:trace>
  <inkml:trace contextRef="#ctx0" brushRef="#br0" timeOffset="40918">3291 10124 23478,'-15'44'-45,"-1"1"1,8 3 0,2 4 0,3-11 0,5-10 0,2 7 0,0 1 0</inkml:trace>
  <inkml:trace contextRef="#ctx0" brushRef="#br0" timeOffset="41604">3583 10108 22615,'-6'43'-29,"1"1"0,0-1 0,-1-5 0,1-3 1,1 21-1</inkml:trace>
  <inkml:trace contextRef="#ctx0" brushRef="#br0" timeOffset="41791">3571 9825 19226,'0'0'0</inkml:trace>
  <inkml:trace contextRef="#ctx0" brushRef="#br0" timeOffset="41988">3250 9879 18327,'0'0'0</inkml:trace>
  <inkml:trace contextRef="#ctx0" brushRef="#br0" timeOffset="42175">2984 9798 9152,'0'0'0</inkml:trace>
  <inkml:trace contextRef="#ctx0" brushRef="#br0" timeOffset="42710">4351 10214 15776,'59'-10'-1574,"0"0"0,-9 1 0,-12 2 0,-28 6 0</inkml:trace>
  <inkml:trace contextRef="#ctx0" brushRef="#br0" timeOffset="43744">5694 10157 22867,'-29'49'603,"0"0"0,8-15 0,3-8-564,1-12 85,20-51-57,10-24 56,8 22 0,7-4 0,-1 5-117,-5 5 0,3 4 41,24-7 1,2 18-17,-24 35 0,-2 13-31,6 3 0,3 6 0,-4-4 0,-8-3 0,-2-1 0,10 3 0,0 1 0</inkml:trace>
  <inkml:trace contextRef="#ctx0" brushRef="#br0" timeOffset="45913">2920 11584 19882,'-16'33'1601,"12"-51"-2410,-3 58 1,-1 41-1,2-16 1,4-31-1,1 3 1,0 0-1</inkml:trace>
  <inkml:trace contextRef="#ctx0" brushRef="#br0" timeOffset="46117">3016 11212 13199,'0'0'0</inkml:trace>
  <inkml:trace contextRef="#ctx0" brushRef="#br0" timeOffset="46513">3259 11421 22099,'-6'55'0,"-1"1"0,3 6 0,6-3 350,7-22 1,3-4 251,5 1 0,4-9-25,24-21-62,6-45-361,-23-5 1,-4-4-150,-5 14 1,-2-1-71,0-10 1,3 3-2714,23 2 2778,11 16 0,-14 6 0,-7 20 0</inkml:trace>
  <inkml:trace contextRef="#ctx0" brushRef="#br0" timeOffset="47007">4203 11583 14432,'38'1'-2174,"1"-1"1,20 1 0,-52-2 0</inkml:trace>
  <inkml:trace contextRef="#ctx0" brushRef="#br0" timeOffset="47980">5731 11489 21433,'-39'41'439,"0"0"1,0 0 0,-4 4 0,1-20-250,6-35 1,7-14-152,17-26-8,33-8 0,13 1-1,-8 29 1,3 5-20,7-6 1,2 4-4,-7 12 1,0 6-15,22 4 3,-14 18 0,10 10 0,1 2 1,-9-6-4,-7-6 1,-1 0 9,14 10 0,10 7 0,-3-2 0,-15-10 47,-12-11-1,29-6 1,5-8 203,-26-7 1,-4-6 280,14-17 0,-4-3-333,-3-9-73,-42 11 0,-11 5-107,-27 18-22,-2-1 28,-13 18-45,23 2 17,-4-1 0,18-2 0,11-2 0</inkml:trace>
  <inkml:trace contextRef="#ctx0" brushRef="#br0" timeOffset="49713">5619 11647 20817,'-9'-43'211,"0"-1"0,-1 3 0,9 6 186,27 6-346,-7 10 22,31-8 22,-7 19-67,-4 1 34,12 12 73,-14 15-51,0 3-40,0 8-3380,2 4 3376,-7-11-12,4 4-45,-10-12 123,-5-5-39,2-1 90,23-3-67,-19-4 50,27-1 112,-8-11 22,-8 2 1537,-4-6 0,-2-2-1481,-6 1-274,14-10-45,-25 13 17,2-3 532,2-1-498,1-5 935,0 0-918,-9-5-2796,-3-6 2717,-10 16 0,3-3 0,-4 20 0</inkml:trace>
  <inkml:trace contextRef="#ctx0" brushRef="#br0" timeOffset="62979">2887 13102 20901,'-6'-43'1123,"0"0"0,-2-2-1067,18 96-56,-3-8 0,1 5 8,5 9 1,1 0 117,-1-9 0,1-5 93,11 9-40,0-47 179,2-49-199,-13 10 1,0-4-59,3-6 0,1 0-70,-2 5 0,1 2-174,-1 7 0,2 4-2826,23-3 2969,-1 19 0,-12 8 0,-11 6 0</inkml:trace>
  <inkml:trace contextRef="#ctx0" brushRef="#br0" timeOffset="63478">3947 13282 15939,'57'-6'0,"0"1"0,-12 0 0,1 1 0</inkml:trace>
  <inkml:trace contextRef="#ctx0" brushRef="#br0" timeOffset="66397">6110 12933 18548,'-46'18'174,"0"-1"0,-7 4 0,3 0 47,18-6 0,1 1-33,-3 2 0,-1 0-93,-2 3 0,3 1-129,-3 6 18,11 4 161,32-3 29,33-3-410,-3-12 1,8-4-3042,4-4 0,5-3 0,-4 0 1994,-3-1 0,-2 0 0,13-2 0,-13 0 0,-34-1 0</inkml:trace>
  <inkml:trace contextRef="#ctx0" brushRef="#br0" timeOffset="66980">6912 12958 21147,'-45'10'30,"-1"-1"0,6-1 0,1 2 45,5 3 1,2 1 14,-10 5-57,3-1 1,3-1-56,11-1-85,-1 7 102,25-6 77,4 0-139,49 5-470,10-14-2740,-15-4 0,6 0 0,-4-1 2589,-7-2 1,-3-1-1,12 0 1,-9 0 0,-27 0-1</inkml:trace>
  <inkml:trace contextRef="#ctx0" brushRef="#br0" timeOffset="68225">2828 14553 20481,'15'57'88,"0"-1"0,0 0 1,7 7-1,4-7 488,0-9 1,3-13-21,15-28-170,-17-39 0,-4-15-2313,-7 2 1,-1 1 1075,7 4 1,-1 4 0,-4-18 0,3 53-1</inkml:trace>
  <inkml:trace contextRef="#ctx0" brushRef="#br0" timeOffset="68537">3521 14576 23136,'3'54'-320,"-1"0"1,0-1 0,-4 7 0,3-11-1,9-12 1</inkml:trace>
  <inkml:trace contextRef="#ctx0" brushRef="#br0" timeOffset="68774">3704 14277 11041,'0'0'0</inkml:trace>
  <inkml:trace contextRef="#ctx0" brushRef="#br0" timeOffset="69244">4394 14746 19596,'53'2'0,"1"-1"0,-12 0 0,1 0 0</inkml:trace>
  <inkml:trace contextRef="#ctx0" brushRef="#br0" timeOffset="70234">5920 14325 23248,'59'21'-6,"0"1"1,0 0-1,-10-4 1,-1-1-1,-9 1 11,-5 2 1,-15 3 106,-33 6 0,-13 1-78,1 3 0,-5 0-15,-14 0 1,-4-3-864,-3-1 1,5-6-5,11-5 0,-9 3 0,43-20 0</inkml:trace>
  <inkml:trace contextRef="#ctx0" brushRef="#br0" timeOffset="70862">6758 14295 22806,'-41'-6'627,"0"0"0,-18 1-526,83 15 0,20 3-76,9-2 0,5 1-25,-10-1 0,2 2 0,-1 0-26,-3-1 0,-1 1 0,-7 2 34,-3 3 1,-13 5 52,-25 10 1,-11 0-85,-11 5 23,-11-12 0,-10-1 0,8-5 0,8-7 0,-8 3 0,0 0 0</inkml:trace>
  <inkml:trace contextRef="#ctx0" brushRef="#br0" timeOffset="74428">6922 6755 14017,'51'-7'287,"1"0"0,4 1 0,6 0 0,0 1-175,-1-1 0,0 2 0,5-1-716,-10 0 0,3 1 0,3-1 0,0 0 0,0 0 589,-8 0 0,0 1 0,1-1 0,0 0 0,-1-1 0,0 1 9,9-2 0,0 0 1,-1 0-1,0 0 1,-3-1 25,6-1 1,-1-1-1,-3 0 1,-4 0 848,-1 0 1,-3 0 0,-8-3-296,0-4 0,-18-2 401,-43-11-317,-13 13 0,-7 2-39,-5 0 0,-1 2 548,-2 0 1,4 2-1191,-5-3 842,19 3-814,32 8-5,42 15-14,-7 1 0,6 5-300,11 8 1,-1 8 313,-23-1 0,-3 3 0,-3-2 0,5-5 0,-7-1 0,-18 5 0,-1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3:48:34.4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1086 2439 20442,'0'49'635,"0"1"0,-4 16 0,-2-26-47,0-63-454,-5 11-8,12-39 0,6-12 148,-4 23 1,-2 9-292,-3 20-17,-3 24 34,-1 26 0,0 18 0,1-9 0,-2 1 0,2 0 0,0 1 0</inkml:trace>
  <inkml:trace contextRef="#ctx0" brushRef="#br0" timeOffset="469">1677 2601 22139,'47'4'-22,"0"0"1,0 0-1,15-6 1,-16 5-1,-36 12 1</inkml:trace>
  <inkml:trace contextRef="#ctx0" brushRef="#br0" timeOffset="1659">3048 2618 20089,'5'-39'664,"1"-1"1,-18 62 0,-5 19-657,5 0 0,-2 6 470,-2 12 0,-4 8 1,2-19-306,-3-23 7,4-87-91,21 17 1,6-7-1,-1 0-57,-5 6 0,-1 1 0,5-1 25,14-14 1,7 0 0,-1 13-52,9 7 24,14 13 1,3 15-28,-21 26 0,0 10-13,0 4 1,2 5 0,-5 2-22,3 15 0,-6 4-81,-7-7 0,-3 2 0,-3-3-132,-2-3 1,-3 0-3034,0 2 0,0 4 0,-2-8 2093,2 8 1,-2-8 0,-3-15-1,-4-28 1</inkml:trace>
  <inkml:trace contextRef="#ctx0" brushRef="#br0" timeOffset="1989">3060 2843 20375,'55'-21'-1639,"1"0"1,-1 1-1,0-1 1,9-4 0,-3 1-1,-7 6-328,-10 11 1,-7 4 0,0-2 0,-27 4 0</inkml:trace>
  <inkml:trace contextRef="#ctx0" brushRef="#br0" timeOffset="2454">3823 2601 22010,'-10'51'495,"-1"-1"1,0 1 0,-3 4 0,4-9-115,8-8-152,15-75-106,3-4 1,2-4-94,-3 8 1,4 1-1674,17-10 1,3 6 1591,-4 14-1120,5 10 1,-1 13 952,-5 47 36,-12-14 0,-2 4-563,-4 13 0,0 1-4171,9-2 1,0-4 4834,-10-10 1,0-4 0,24 13 0,-31-37 0</inkml:trace>
  <inkml:trace contextRef="#ctx0" brushRef="#br0" timeOffset="3286">4868 2738 22094,'-40'-33'80,"0"1"1,-15 11-1,3 17-29,6 40-29,3 2 1,6 7-23,24 2 0,11 0 81,3-13 0,8-3-25,14-1 0,8-11-1635,7-27 1,2-12 1707,-9 0 0,-1-8-4,-5-7 0,-2-7 0,-2-1-19,2-12 1,-3-3 14,-6 9 0,0-3 1,-2 1 260,-4 1 1,-1 1 0,0 4-249,-1 2 1,0 3-132,-2-2 0,-1 17-1,-2 56 1,-2 27-212,-4 0 0,-1 9 0,1-2-25,2-13 1,2-1 0,-1 4 233,-1 8 0,-1 7 0,0-5 0,1-16 0,2-9 0,3 1 0,-1-1 0</inkml:trace>
  <inkml:trace contextRef="#ctx0" brushRef="#br0" timeOffset="4768">326 3475 1614,'42'-12'3976,"-3"6"1,11-1-3683,-4 1 0,7-3 1,6 0-1,7 0 1,4 1-240,-19 2 0,3 1 0,4-1 0,2 0 0,3 1 0,2-1 0,2 1 0,1-1 0,1 1 0,1 1 0,0 0 0,0 0-66,-13 1 1,1 1 0,1 0 0,2 0-1,0 1 1,1-1 0,1 1 0,1 0 0,-1 0-1,1 0 1,0 1 0,0-1 0,0 0-1,-1 0 1,0 0 0,-1 0 0,0 0 0,-2-1 14,7 0 1,-1 0 0,-1 0 0,0-1 0,-1 1 0,1-1 0,-2 0 0,1 1 0,1-1 0,-1 1 0,1 0 0,0 0 0,1 0 0,1 1 0,0 0 0,-6 0 1,1 1 0,3 0 0,1 0 0,1 0 0,1 1 0,0-1 0,1 1 0,-1 0 0,-1 0 0,0 0-1,-2 0 1,-2 0 0,-2 0 0,-2 0 0,-3 1 0,-3-1 0,-4 0 0,-4 0-43,24 1 1,-10 0 0,-5 1 0,-3-1-1,1 1 1,3-1 30,8 0 1,3 1-1,-1-1 1,0 1-1,-4-2 1,-5 0-834,-1-1 0,-3-1 0,-4 0 1,-6 0 838,7 1 0,-5 0 0,2-2 0,-10 0 0,-27 2 0</inkml:trace>
  <inkml:trace contextRef="#ctx0" brushRef="#br0" timeOffset="8290">5783 4172 19994,'-46'3'296,"0"0"1,-16 5 0,2 0-45,24-3 0,1 0 221,-4 1 1,2 1-356,-17 17-62,41 7-14,8 4 0,2 3-6,1 0 1,0 1 33,-2 10 0,-2 0 56,-1-7 0,0-3 1873,-5 19-1909,5-30-79,10-29-6,44-36 7,3 12-38,-6 5 1,3 6-9,-1 12 1,-1 6-29,-7 1 1,-4 7-79,-1 16 0,-13 7 61,-22 0 1,-12 1-59,-6 8 0,-10-2-928,-9-13 1,-7-3 0,2-4 1064,1-2 0,1-3 0,-4-1 0,6-5 0,19-10 0</inkml:trace>
  <inkml:trace contextRef="#ctx0" brushRef="#br0" timeOffset="9204">6642 4597 21618,'-31'44'187,"0"-1"0,0 0 0,-7 1 1,-2-3-1,3-17 110,-17-35-253,-2-16-2,46-13 0,11-9 55,6 8 0,4-3 1,1 0-440,-1-1 1,0 1 0,1-1 382,0 1 0,0 1 0,0 1-437,1-17 0,-2 6 469,-3 1 22,-21 85-78,9 1-6,4 14 0,2 14 0,8-6-11,16-8 0,8 4 0,-13-6 0,1 10 0,2 6 0,0 0 0,0-5 0,-2-10 0,4-4 0,-1-9 0,-1 6 0,-1 19 0,0 0 0,0 0 0,0 0 0</inkml:trace>
  <inkml:trace contextRef="#ctx0" brushRef="#br0" timeOffset="9881">7411 4338 19328,'23'-54'1011,"0"0"1,7-8 0,3 14-883,9 33-174,-6 9 1,2 12-82,-1 31 0,-3 19-171,-11-3 0,-2 10 0,4 0 0,10-13 297,17-19 0,11-13 0,0-1 0,-10 10 0,-23 15 0,-8 9 0,0-3 0,8-19 0,31-42 0,0 0 0,0 0 0</inkml:trace>
  <inkml:trace contextRef="#ctx0" brushRef="#br0" timeOffset="11121">7414 4399 21584,'15'-50'342,"0"1"0,-3 6 0,6 6-138,18 16 1,7 8-158,-5 3 1,2 4-37,11 3 0,1 6-34,-1 9 1,-3 10 33,-5 16 1,-8 8 60,-11-1 1,-11 5-4,-13-7 0,-8 4 1,-4-4-40,-6 1 1,-7-1 53,-8 2 0,-7 3 0,4-5 5,6-7 1,1-2 33,-13 12 1,16-6 83,43-14-1881,22-29 1,14-10 1570,3 1 0,6-3 1,2-1-398,-15 4 0,1-1 0,0 0 1,0 0 246,5 0 1,1 0 0,-2 1 0,-6 2 0,7-2 0,-8 3 0,-14 4 0,-1 0 0</inkml:trace>
  <inkml:trace contextRef="#ctx0" brushRef="#br0" timeOffset="14502">12344 3257 13827,'6'-64'2046,"0"1"0,-1 4 1,0 11-1840,-1 19 51,-1 18 139,4 54-201,-5-3 0,0 9 0,-1-1-115,2 10 1,-1 6 4,-1-16 0,0 7 0,-1 4 1,0-2-1,0-5-352,0 7 1,0-4-1,0 4 309,0-7 1,0 5 0,0 1 0,0 0-1,1-2-296,0 7 1,2-2-1,-1 1 1,0 1 301,0-7 0,-1 2 0,0 0 1,0 2-1,0 0-1,-1-3 1,0 0-1,-1 2 1,0 0 0,0-2-1,0-1-30,-1 1 0,0-1 0,0-1 0,-1 0 0,0 1-3,-2 7 1,0 1 0,-1 1-1,0-3 1,0-2-7,1-1 1,0-3 0,0-1 0,1 1-313,0 2 0,1 1 0,1-1 0,0-2-878,3-4 1,1-1-1,0-2 1,0-4 773,2 23 1,1-7 0,1-18-1,0-10 1,-1-16 0</inkml:trace>
  <inkml:trace contextRef="#ctx0" brushRef="#br0" timeOffset="15365">14521 2891 16180,'-5'-40'2024,"0"-1"1,8 9-7047,7 90 5111,-2-20 1,1 4 49,-2-2 0,0 4 0,-2 3 65,0 3 0,-1 4 1,-1 3-1,0-1-26,1 6 0,-1 0 0,0 2 0,1 6-116,-1-13 0,1 5 1,1 2-1,-1 2 1,1 0-1,-1-1 1,1-3-31,0 1 1,0-4 0,0 0-1,1 1 1,-2 3 0,0 3 16,-2-11 1,0 4 0,-1 2 0,0 3 0,0 0 0,0 0 0,-1-2 0,0-1-1,1-3 1,-1-4-2,0 7 1,1-5-1,-1-3 1,0 0 0,-1 1-1,0 4-44,-3 6 1,0 4 0,-2 3 0,1 0 0,-1-4 0,1-6 0,0-8-5,1 3 0,1-8 0,-1-3 0,-4 20 0,5-13 0,11-26 0</inkml:trace>
  <inkml:trace contextRef="#ctx0" brushRef="#br0" timeOffset="16153">11401 3729 16493,'63'0'113,"0"1"1,0 0 0,0 0-1,-1-1 1,-15 0 0,4-2 0,4 0-1,3 0 1,3 0 0,2-1-1,2 1 1,1-1 0,1 0 0,0-1-1,0 1 1,-1 0 0,-1 0-1,-2 0 1,-2 0 0,-2 0-594,5 0 0,-2 0 1,-2 0-1,-1 0 0,0 0 1,-1 0-1,0 0 1,1 0-1,1 0 0,1 0 1,2 0-1,3-1 477,-8 1 0,3-1 1,1 1-1,1-1 1,2 0-1,1 0 0,0 1 1,1-1-1,0 0 1,0 0-1,-1 0 0,0 0 1,-2 0-1,0 0 1,-2 1-1,-2-1 0,-2 1-15,13-1 1,0 1 0,-1-1 0,-1 1-1,-1 0 1,-2-1 0,-2 1 0,-2 0 0,-2 0-1,-3 1 1,-2-1-266,9 0 1,-6 0 0,-2 0 0,-3 1 0,1-1 0,1 0-478,3-1 0,3 0 0,0 0 0,-4 0 0,-5 1 1,-8 1 671,10 1 0,-20 1 0,-27 1 0,-10 1 0</inkml:trace>
  <inkml:trace contextRef="#ctx0" brushRef="#br0" timeOffset="18973">13472 2948 14958,'-47'14'577,"-1"0"0,-15 3 0,5-3 560,12-7-241,11-2 1,1 1-796,2 5 39,16 14 89,3 29 113,4 8-216,3-28 0,-1-1 1442,-5 21-1153,8-23-214,26-30-111,6-11-71,5-8 1,3 0-17,-2 8 0,1 3-26,29-1 26,-23 18 0,-3 9-31,5 26 19,-17-14 1,-8 3 2,-19-2 1,-11 0-51,-10-6 0,-9-4-415,-25-1 0,-9-7 471,2-7 0,3-3 0,11-1 0,5-2 0,-13-7 0</inkml:trace>
  <inkml:trace contextRef="#ctx0" brushRef="#br0" timeOffset="20212">11496 3178 17154,'4'-62'958,"1"1"0,11 10 0,10 10-3733,27 14 1,5 18 2821,-11 20 1,-11 15-480,-21 28 0,-14 7 440,-2-18 1,-10-1 398,-23 8 1,-14 2 0,7-6-305,16-16 1,5-2 22,2 6 0,13-5-101,35-18 0,15-11 619,-5-5 0,5-5 1,1 0-1547,3-2 0,1 1 0,-3-1 902,6 0 0,-6 1 0,5 2 0,-34 7 0</inkml:trace>
  <inkml:trace contextRef="#ctx0" brushRef="#br0" timeOffset="32449">13201 4279 22043,'13'-55'9,"-1"0"1,1 9-1,3 6-132,16 1 45,2 22-51,8 39 107,-10 11 13,-9 4 1,-10 8-4,-27 10 1,-16 6 0,-4-2-2,5-9 0,-3-3 0,-2 1 17,1-4 0,-3 2 1,-1-2-1,-1-7 80,-7-2 0,-1-6 0,5-7 213,-19 1-252,6-12-118,45-66-3319,28 17 3364,4-22-68,17 36 63,-11 18-37,14 15 0,5 8-14,-10-2 0,0 3-87,13 5 0,2 3 171,-11-5 0,1 1 0,-8-3 0,6 2 0,-6-5 0,0 0 0</inkml:trace>
  <inkml:trace contextRef="#ctx0" brushRef="#br0" timeOffset="33547">15018 4073 21019,'-13'55'140,"1"0"0,-1 1 0,0-1 0,2-2 0,0 1 0,1-4 0,2-5-67,0 1 0,1-6-2152,4 0 1,0-8 2078,3-18 0,0-3 0,-1-10 0</inkml:trace>
  <inkml:trace contextRef="#ctx0" brushRef="#br0" timeOffset="35342">11477 4318 21545,'0'-41'24,"1"0"0,18-4 1,11 13-53,12 38 0,5 13 25,2-9 0,-8 11-17,-28 20 1,-12 16-1,-7 5 1,-5-8 19,-6-7 0,-7-4 0,-1 1 2,1 5 1,0 5 0,-4-3 0,-5-9 88,-19-5 1,-8-10-1,10-9 72,-8-5-135,7-31 0,11-11-45,33-1 14,12-13 0,10 3-30,32 19-1195,-5 28 0,9 10 1,-5-3 1213,-12-10 0,-1 2-42,12 12 0,4 7 0,-12-1-1501,-11 9 1557,16 6 0,-18-14 0,1-7 0</inkml:trace>
  <inkml:trace contextRef="#ctx0" brushRef="#br0" timeOffset="36399">11076 5334 12741,'60'-2'153,"-1"-1"1,1 0 0,-1 0 0,0 1-1,1-1 1,-1 0 0,7 0 0,-1 0-1,-2 0 1,-2 0 0,-3 0-129,0 1 0,-5 1 0,1 0 1,6 0-157,-7-1 1,3 1 0,3-1 0,2 0 0,1 1 0,-1-1 0,-2 1 137,3-1 0,-1 1 1,-1-1-1,1 1 1,3 0-1,6-1-229,-15 1 1,5-1 0,3 0 0,3 1-1,1-1 1,0 0 0,0 1 0,-2-1-1,-2 0 1,-3 1 0,-5 0 218,14-1 0,-4 1 0,-4-1 1,-2 1-1,1 0 0,2-1-3,-6 1 1,1-1-1,0 1 1,0-1-1,-1 1 1,0 0-1,-1-1 2,2 1 0,0 0 1,-1 0-1,-1 0 0,0 1 1,-1 0 13,5 1 0,-3 0 0,1 0 0,1 1 0,2-1-236,-6 1 1,4-1 0,0 1-1,1 0 1,-1-1 0,-2 1 0,-4 0 234,14 0 1,-4 1 0,-3-1 0,-1 1 20,-5 0 1,-1 0 0,-3 0 0,-6-2-31,4-3 0,-7-1 0,6 1 0,6-3 0</inkml:trace>
  <inkml:trace contextRef="#ctx0" brushRef="#br0" timeOffset="37914">13359 5800 20380,'-22'60'285,"-1"-1"1,6-6 0,0 3 0,4-4 411,3-3 1,2-4-522,-1 8 1,5-21-105,12-69-4,4-26 70,-3 4 0,1-11 0,-2 10-236,-3 19 0,-1 5 134,-3-10 1,-3 18-20,-13 83-20,-1 2 0,0 4-6,3-4 1,2-4-48,2-14 0,1-2-623,5 8 1,2-6 0,2-17-1,4 10 1</inkml:trace>
  <inkml:trace contextRef="#ctx0" brushRef="#br0" timeOffset="39544">15307 5665 19260,'-54'33'74,"0"-1"1,7 13 0,14 4-67,22-15 1,10 2 50,11 23 0,9-6 366,18-18-86,-3-20 0,1-9-266,3-20 288,-9-7 0,-3-6 132,0-20-229,-2-5-12,-16 18 0,-3 1 241,-2-16-258,-6 5 39,0 18-268,-9 10-29,-7 7-178,-22 4-779,-2 13-3937,-1 3 4917,17 8 0,17-9 0,8-4 0</inkml:trace>
  <inkml:trace contextRef="#ctx0" brushRef="#br0" timeOffset="41934">13162 6906 16426,'46'20'172,"0"0"0,0 0 1,3 3-1,-2-3 102,2-2 1,1 0-27,-1-1 0,3 2 0,1-3 19,0-4 0,1-2 1,-4-2-190,-2 0 1,3-3 12,-5-3 1,9-1 0,2-2 0,0 0 0,-5-1-910,4-2 1,-4 0-1,6-1 851,0 0 1,6 0 0,3 0-1,-1-1 1,-7 0-16,8-3 1,-6-1 0,0-1 252,-3 0 0,0 0 0,-1-1-236,1 0 1,-1 0 0,-2 0 123,-10 2 0,-1-1 0,0 1-135,10-3 1,2-1-1,-3 1-2,8-3 1,-4-1-6,-6 1 0,1-2 476,4-3 1,3-3 0,0 0-472,-11 2 0,-2 1 1,6-3-2,0 0 0,5-4 1,3-1-1,-2 0 0,-6 3 3,5-1 1,-4 1-1,3-10 37,-15 1 1,5-8 0,2-7-1,2-3 1,-2-1 0,-2 3-1,-5 5 1,-7 7-351,3 0 0,-7 6 0,2-9 313,-2 2 0,4-9 0,2-6 0,0-1 0,-4 2 0,-6 5 0,-9 8 29,-9-11 1,-8 5-43,5-11 0,1-3 0,-2 7 0,0-2 1,0 4-7,3 1 1,0-1 27,-2 5 1,1-5 0,0-1-1,-1 6-33,1-4 0,0 3 4,-2 4 0,0-2 0,-1 5-2,-1 7 1,0 1 19,-1-9 1,0-1 441,-3 2 0,-2-2-442,-2-10 1,-1 4-96,-6 5-11,-17 13 6,0 27 22,-11 0-31,2 15 0,-1 6 76,-13 16-4,18-6 0,-4 7 0,5-2 18,7-2 0,2-2 537,-7 13 1,6-15-670,15-34 79,27-19 39,6-18-20,15 13 0,5 4 26,9-2-7,-3 6 1,3 3 8,-15 12 1,-1 3-4,29-2-14,-10 17 1,-1 7 24,-20-2 1,-1 2-3,14 7 0,-1 4-6,-13-2 0,-5 2 36,-3 6 1,-4 0-28,12 11-9,-17-10 0,-6-2-9828,-4-7 8682,-2 7 0,-3-18 0,-2-5 1</inkml:trace>
  <inkml:trace contextRef="#ctx0" brushRef="#br0" timeOffset="47732">3394 7327 17960,'-47'20'88,"-1"0"0,4-1 0,5-3 18,8-4-11,1-1 129,-6 2-123,12-1 85,-15 19-52,19 12-106,4 4 45,7 0 296,9-14 3194,1-11-3563,2-9-73,-1-4 56,11-25-78,13-3 16,8-4 76,-2 12 1,3 7-133,21 18 85,-22 0 0,-4 6 24,-7 7 1,-6 5 47,-6 2 1,-6 1 27,-9 1 1,-7-2-29,-9-2 1,-6-3-43,-6-4 0,-4-4-2478,0-5 0,0-6 2498,-18-5 0,26-5 0,16-8 0</inkml:trace>
  <inkml:trace contextRef="#ctx0" brushRef="#br0" timeOffset="48316">2602 7284 17255,'-33'28'222,"-1"0"1,0 0 0,1 3 0,2 2 0,5 1-341,3 11 0,6 4 189,2-2 0,1 4 0,3 0-39,3-3 0,3 0 0,0 1 50,1 10 0,1 2 0,5 0-264,5 0 1,4 1 0,2-4-512,0-12 1,1-2 0,3-2 692,7 1 0,2-1 0,-2-6 0,12 11 0,0-15 0</inkml:trace>
  <inkml:trace contextRef="#ctx0" brushRef="#br0" timeOffset="49090">3589 7288 9897,'29'51'93,"-1"0"0,1 0 1,-11 5-1,-3 7 1,-2 1-1,-3-6-103,-2-3 1,-2-3 0,-5 2-25,-4 0 1,-3 5-1,-3-3 1,-4-9 397,-9-2 0,-7-6-364,-4-4 0,-6-1 0,5-4 0,-4 8 0,4-14 0,0 0 0</inkml:trace>
  <inkml:trace contextRef="#ctx0" brushRef="#br0" timeOffset="50194">4006 8275 21086,'-20'48'-817,"1"-1"1,0 0 0,-8 10-1,9-7-598,24 8 0,-4-39 0,5-4 0</inkml:trace>
  <inkml:trace contextRef="#ctx0" brushRef="#br0" timeOffset="51204">4264 8307 18408,'-22'41'112,"1"-1"0,0 0 0,6-7-50,13-11-5,3 11 598,14-2-95,2-7-252,16-20-73,-3-20 409,2-14-437,-10 1 68,-6 2 16,-7 4 1138,-4 1-1228,-10-1-128,-14 3-34,-5 8-5,-2 2-398,8 5-1367,7-4 1731,-3-5 0,6 3 0,-1 2 0</inkml:trace>
  <inkml:trace contextRef="#ctx0" brushRef="#br0" timeOffset="54053">4791 7710 16090,'55'19'299,"0"-1"1,-8-3 0,3-2-1,-4-1-215,-3-4 0,1-1-21,-1 1 1,3-1 0,-2-1 42,11 1 1,-1-2 63,8-2 1,2-2-113,-15-2 0,2 0 0,-6-1-75,-1 0 0,-4-1 17,8-1 0,-12 1 0,-28 4 0,3-1 0</inkml:trace>
  <inkml:trace contextRef="#ctx0" brushRef="#br0" timeOffset="54681">5591 7663 19944,'33'36'-3,"1"0"1,-1 0 0,-2 0 0,1 1-1,-4-2 9,1 4 0,-6 1-23,-5-2 0,-8 2-34,-16 5 1,-9-1-166,1-14 1,-3-2-1292,-5 0 0,-2-4 659,-17 1 0,24-18 0,-2 0 0</inkml:trace>
  <inkml:trace contextRef="#ctx0" brushRef="#br0" timeOffset="55528">7429 7631 21108,'-5'62'27,"0"-1"0,1 0 0,-1-2 0,1-1 0,-2-3-235,-3 11 1,0-3-824,2-1 1,1-3-3886,2-10 1,3-3 4115,2 18 1,1-35 0,1-21 0</inkml:trace>
  <inkml:trace contextRef="#ctx0" brushRef="#br0" timeOffset="56163">7974 7848 21618,'-18'52'91,"-1"1"0,1-1 0,12 4 0,10-4-35,4-9 0,9-10 51,36-16 128,-22-37 0,-4-10-22,8-13-12,-6 7 1,-4-3-3,-14 2 0,-8 1-20,-8-14-89,-12-5 100,-9 24-235,-6 14 1,-6 7 44,-8 11 0,21 1 0,4 3 0</inkml:trace>
  <inkml:trace contextRef="#ctx0" brushRef="#br0" timeOffset="56714">8571 7829 24290,'-2'60'24,"0"0"0,2 5 1,-2 0-2856,0-8 1,-2-1 2802,0-4 0,-1-2-1034,-2-4 0,-2-3 1062,-7 14 0,9-36 0,1-1 0</inkml:trace>
  <inkml:trace contextRef="#ctx0" brushRef="#br0" timeOffset="57588">6833 7438 19031,'-17'56'185,"0"-1"1,0 1 0,1-1 0,-1 1 0,0-1 0,0 11 0,1 2 0,1-1 0,3-4 0,5-9-30,8 10 1,5-3-1476,-1-13 1,2 4 0,0 0 0,0-7 1334,1 5 1,3-2-51,0 2 1,2 3-1,6-8-1488,12-8 1,4-8 1521,0-2 0,-1-4 0,25 6 0,-31-24 0</inkml:trace>
  <inkml:trace contextRef="#ctx0" brushRef="#br0" timeOffset="58455">8707 7500 22341,'31'42'54,"1"0"1,-1 1 0,1 1 0,-1 0 0,-5 4 34,-4 2 1,-5 3 0,-5 4-54,-6-1 1,-5 4-1,-1 0 1,1-2-1708,5 2 1,0-3 0,-3 1 1618,-10 8 0,-3 1 0,2-12-263,8 2 315,-2-22 0,1-3 0,1 2 0,-3-3 0</inkml:trace>
  <inkml:trace contextRef="#ctx0" brushRef="#br0" timeOffset="59423">9323 8503 21086,'45'-31'-12,"-1"0"1,8 14 0,-7 15 17,-15 30 55,-15 11 1,-9 6 8,-20-4 0,-8 0-59,2 1 0,-4-1 23,-19 11 0,0-6-18,4-4 29,10-13 0,7-1 229,22-8-156,21-7-45,10-5 5,28-13 1,10-6-102,-19 4 1,1-2 22,0 1 0,3-2 0,-6 2 0,-12 1 0,-5 1 0,6-1 0</inkml:trace>
  <inkml:trace contextRef="#ctx0" brushRef="#br0" timeOffset="69168">2482 9827 19837,'-44'38'124,"0"0"1,12-5 0,1 3 0,6 1-81,6 18 1,7 3-417,2-8 0,2 3 0,3 0-46,4 2 0,5 1 0,4-3-1703,6-3 0,4-2 0,3-4 2121,9 5 0,3-7 0,-7-14 0,-3-5 0,3-4 0</inkml:trace>
  <inkml:trace contextRef="#ctx0" brushRef="#br0" timeOffset="70265">3040 10049 22162,'42'-28'-188,"1"-1"0,-15-20 168,19 56 1,-2 20-99,-27 35 118,-10-25 0,-17 11 0,-10 13 0,-5-5-2,2-17 0,-3-5 0,-5-1 146,-8-1 1,-7-1-1,-1-2 1,6-3-137,-4 8 1,2-14-12,-10-24 0,13-15 31,39-10-11,18-9-11,6 2-48,18 17 0,7 9-32,12 17-287,-2 12 0,-1 7-516,-27-3 1,-3 1 876,18 10 0,-4-4 0,-8-12 0,5-5 0</inkml:trace>
  <inkml:trace contextRef="#ctx0" brushRef="#br0" timeOffset="70835">3628 9988 23383,'18'55'-31,"0"-1"1,0 0 0,0 1 0,-3 1-1,-6 2-1936,-6-9 1,-3 10 0,-1 2 0,-3-6 0,-2-14 327,-19 13 1,1-9-1,-5 5 1,7-17 0,14-26-1</inkml:trace>
  <inkml:trace contextRef="#ctx0" brushRef="#br0" timeOffset="72133">4467 10345 18520,'60'-5'206,"1"-1"0,-1 1 0,0 0 1,0 0-1,1 0 0,-1 0 1,7-1-1,0 2 0,-3-1 1,-6-2-1,-9-5 26,16-17 1,-28-5-110,-57-16-2572,-13 20 0,-7 2 2474,7 9 0,2 4 1362,-9-7-1401,64 55 0,16 14 432,-21-21 1,0 1-485,11 8 1,3 4-1,-10 1 66,-23 23 0,-8-7 0,9-14 0,-15-1 0,-1 1 0</inkml:trace>
  <inkml:trace contextRef="#ctx0" brushRef="#br0" timeOffset="73268">7253 10081 20789,'1'-41'1350,"1"-1"0,0-19-1160,2 109-111,-2 7-51,0-11 0,-2 9 0,0-3-28,-3 10 0,-1-1-2078,1-12 1,0 1 0,0-4-2429,-2 3 0,0-6 4236,0 16 1,5-36 0,2-12-1</inkml:trace>
  <inkml:trace contextRef="#ctx0" brushRef="#br0" timeOffset="73811">7786 10077 22638,'-14'45'0,"-1"-1"0,0 1 0,2 13 0,4-4 8,5-14 1,6-5 243,23 13 268,5-47-368,13-10-80,-7-6 331,-6-15 1,-5-5-74,-9-6-162,-9-5 0,-6-1-106,-16 4-118,-21-8 56,-10 27 0,27 11 0,-13 1 0</inkml:trace>
  <inkml:trace contextRef="#ctx0" brushRef="#br0" timeOffset="74420">6718 9742 20845,'-26'48'77,"1"0"0,-1 1 0,0-1 0,0 0 1,0 0-1,-5 10 0,-1-3 0,5 0 0,9 4-158,12-3 1,6 4-1,6 0 1,2-2-1,2-6-1285,4 0 1,3-6 0,5 1-78,3 2 1,4 3 0,3-4 0,-2-8 1014,11-3 0,0-9 0,-8-6 0,-4-5 1,-4-5-1</inkml:trace>
  <inkml:trace contextRef="#ctx0" brushRef="#br0" timeOffset="74945">8176 9717 23366,'22'43'14,"0"1"0,1-4 0,4 3 0,-3-4-3,-1 1 0,-1 0-26,-2 2 0,-1 4 0,-4 0-237,-4 13 0,-11 1 252,-12-4 0,-7 2 0,1-8 0,5-11 0,-2-4 0,-10 10 0,0 0 0</inkml:trace>
  <inkml:trace contextRef="#ctx0" brushRef="#br0" timeOffset="75659">8683 10466 22263,'34'-47'-62,"-1"0"0,-6 9 0,-4 18 51,-8 56-2,-26 15 0,-14 15 0,2-6 38,7-15 0,-1-1-29,-8 15 0,-4 5 1,6-14 82,5-12-51,29-23-409,37-23 0,14-12-521,-15 8 1,3-1 416,5-3 0,5-2 1,-9 3-1,-18 5 1,-3 1-1,20-7 1</inkml:trace>
  <inkml:trace contextRef="#ctx0" brushRef="#br0" timeOffset="78018">15495 8791 20890,'-13'54'-775,"1"0"1,0 0 0,1 3-1,2-2-2502,0-9 0,0 2 0,4-9 2998,3 6 1,5 0 0,0-39 0</inkml:trace>
  <inkml:trace contextRef="#ctx0" brushRef="#br0" timeOffset="78536">16120 8796 20895,'-32'35'56,"1"-1"0,0 0 0,-9 17 0,10-1-2889,20-17 1,6-2 2809,7 21 1600,19-16-619,20-24 697,12-28-1470,-5-8-54,-24-3 1,-5-2 394,-1-12 18,-3-7 3044,-18 3-3549,-14 8-84,-18 0-2946,4 16-6531,3 9 9522,23 21 0,3-4 0,8 8 0</inkml:trace>
  <inkml:trace contextRef="#ctx0" brushRef="#br0" timeOffset="79015">16720 8890 24368,'-14'59'-63,"0"1"1,1-1-1,0-7 1,-1 1-1,1-1 1,0-5-4854,-4 16 1,1-5 4653,-3 4 1,1-5-1,3-1 1,9-37-1</inkml:trace>
  <inkml:trace contextRef="#ctx0" brushRef="#br0" timeOffset="80409">15999 10269 23450,'22'-31'136,"0"-1"0,-25 60 1,-9 17-135,-8 10 1,-5 7 6,3-2 1,-2 6-1,3-10 559,4-12 1,5-10-552,8-15-2811,15-65 0,5-26 2833,-8 31 1,0 1-20,1-4 1,1-4-1,-2 7 1047,0-19-1050,-13 84-107,-5 14 1,-2 8 89,-2 12 0,1 2 0,-1-5 0,1-6 0,-1 5 0</inkml:trace>
  <inkml:trace contextRef="#ctx0" brushRef="#br0" timeOffset="81126">16500 10381 23254,'-31'40'0,"-1"1"0,9 0 0,1 2 0,8-7 0,13-2 14,-2 5 0,6-3 98,11-18 381,28-3-286,4-21-65,-12-5 1,0-3 37,8-9 100,-17-5 0,-6-3-140,-12-4 23,6-20-18,-22 6-89,-8 7-5,-14-5 10,-4 11-341,8 15-303,1 7-2386,11 23 2969,-9 8 0,11-3 0,0 3 0</inkml:trace>
  <inkml:trace contextRef="#ctx0" brushRef="#br0" timeOffset="82607">15323 10494 21405,'-37'15'76,"1"1"1,0 17 0,14 6-2770,26-8 0,8 2 2785,-1 9 1,5-2 1954,28 8-1190,15-43 288,-24-21-943,10-26 296,-22-17-78,-9 0-285,-3 6 122,-13 0 3181,-6 27-3444,-4-2-364,-15 11-1052,-4 17-545,-4 2 1967,-9 23 0,34-19 0,-4 5 0</inkml:trace>
  <inkml:trace contextRef="#ctx0" brushRef="#br0" timeOffset="83541">14396 11129 16202,'56'11'294,"1"-1"0,-13-3 0,5-1 0,4 1 0,3-1 0,1-1-652,-3-2 1,3 1 0,3-2 0,1 1 0,0-1-1,0 0 1,-2 1 365,-3-1 1,0 1 0,0 0 0,-1 0 0,1 0 0,1-1 0,2 0-7,1 0 1,2 0 0,1-1 0,1 1 0,0-1-1,-2 0 1,-2-1 0,-3 1-11,11-1 0,-4 0 0,-2 0 1,0 0-1,1 1-22,-6-1 0,2 2 0,-1-1 0,0 1 1,-2-1-1,-3 0 30,6 0 0,-5-1 0,-1 1 0,5 2-506,5 1 1,6 2-1,1 1 1,-5-1 0,-9 0 527,6 1 0,-1 0-26,-1 0 0,8 2 0,1-1 0,-6 0 308,-6-3 1,-5 0 0,1 1-305,-1 0 0,0 0 0,-6 0 0,-2-1 0,-7-1 0,2 5 0</inkml:trace>
  <inkml:trace contextRef="#ctx0" brushRef="#br0" timeOffset="85042">14498 10454 19171,'-29'39'295,"-1"1"1,1 0 0,-6 0-1,-2-2 1,5-14 230,-2-20-229,-21-7-196,27-15 45,16-23-135,12 8 34,21-20-17,15 8 19,3 8 1,2 1-54,7-8-1001,-3 14 0,10-3 0,-12 7 1068,-8 5 87,16-7 1,-3-4 366,-22-4-352,-7 11 313,2-23-364,-19 27-34,-1-8 3420,-26-11-3559,-10 18-1705,-15 13 0,-2 6 1743,1 10 20,10 2 1,4 9-71,14 43 90,9-8-17,5-15 0,0 4 2,2 22 1,3 1 11,1-22 0,0-1-3,0 20 1,-1 2 18,-2-3 1,-3-5-1174,1-18 1,-3-2 1142,-4 19 0,-2-4 0,-2-12 0,3-14 0</inkml:trace>
  <inkml:trace contextRef="#ctx0" brushRef="#br0" timeOffset="93815">16567 11884 17372,'-47'12'177,"0"0"1,5-2-1,4 5 30,9 11 1,6 6-116,3-1 1,2 4 47,-6 9 0,6 3 25,13-9 1,10-1 747,22 12-186,24-30-293,-19-23 0,0-9-2,1-9 0,-3-5-74,-3-2 0,-5-4-53,-4-5 1,-4 0-88,-6-7-123,-20-11-78,-3 33-571,-16-8-807,-7 23-4420,-25 15 5781,1 6 0,15 2 0,19-7 0</inkml:trace>
  <inkml:trace contextRef="#ctx0" brushRef="#br0" timeOffset="94420">15725 11975 19412,'-27'54'91,"1"-1"0,1 2 1,8-5 121,13-7 296,22 8 180,10-28-107,9-8-206,5-33-298,-18-4 1,-2-5 168,18-24 44,-18 18 0,-4 0-61,-4-15-3611,-20 6 3353,-7 8-459,-13 8-2180,-6 16-7164,-7 21 9069,5 0 1,9 9 0,16-14-1</inkml:trace>
  <inkml:trace contextRef="#ctx0" brushRef="#br0" timeOffset="95412">15089 11945 16843,'-46'45'-2,"1"1"0,3 3 0,13-2 739,28 1 181,34-32 1,18-8-1,-4-8-323,-10-8 1,-1-12-297,10-12 0,3-10 0,-13 0-315,-18 4 1,-15-1 15,-38-16 0,-10 12 0,18 31 0,-7 9 0,0 1 0</inkml:trace>
  <inkml:trace contextRef="#ctx0" brushRef="#br0" timeOffset="96522">14779 12707 12253,'-45'1'1548,"1"0"1,-1 0 0,-3 5 0,21 3-1269,63 5 0,27 1-241,-5 2 1,6-2-25,-11-4 0,5-2 1,2 0-1,-4 0 3,2 0 1,-2-2 0,2 1-9,-1 0 0,3-1 0,1 1 0,1-1-23,-9 0 1,0 0 0,2 1-1,-2-1 1,-1 0-325,5 0 0,-2 1 1,0-1-1,4-1 314,-7 0 1,5-1 0,1 0-1,-1 0 1,-2-1 0,-6 0 20,15 0 0,-6-1 0,0-1 4,-2 0 0,0-2 0,-4 0-566,3-1 1,-10 1-9268,-13 3 8574,16 1 1,-33-2 0,-7-2 0</inkml:trace>
  <inkml:trace contextRef="#ctx0" brushRef="#br0" timeOffset="98326">18453 12184 17641,'56'-17'-175,"-1"-1"0,-10 7 0,2 0 0,-7 4-805,17 4 1395,4 18 111,-91 26-448,-3-10 1,-5 1-102,-12 5 1,0-1-188,6-5 0,3-2 56,8-7 0,13-1 680,38 16-442,-3-23-1702,36-6 1,10-6 1684,3-13-49,-16 1 1,6-3 0,-6-1 353,-11 0 1,-5-4 83,12-11 1,-11-5-266,-33-20-91,-12 19 1,-8 1 159,-3 5 1,-4 3 374,-1 0 1,3 3-625,5 4 3257,24 26-3268,35 39 199,-15-11 1,-1 4-340,1 5 0,-6 3-1910,-11 10 0,-8-1 2050,-5-13 0,-4-3 0,-1-5 0,-2-5 0,-6-4 0</inkml:trace>
  <inkml:trace contextRef="#ctx0" brushRef="#br0" timeOffset="98949">19709 12175 20369,'-26'42'30,"0"0"1,0 0 0,0 0 0,-8 10 0,1-2 0,25-12 685,58-16 1,15-15-307,-11-10 107,-8-22 0,4-16 0,-15-1-402,-25 1 0,-12-3-102,0-1 0,-2-3 0,-6 8-97,-24-11 84,-6 51 0,-10 13 0,8-2 0,0-5 0,-9 18 0,-1 1 0</inkml:trace>
  <inkml:trace contextRef="#ctx0" brushRef="#br0" timeOffset="104965">541 13266 16829,'-41'31'965,"0"-1"1,3 1-1,6-13-842,12-27 135,7-20 33,19-32-100,10 0-94,4 23 1,5 2-47,16-6-79,12 14 39,-7 41 39,-7 39-50,-24-16 0,-4 6-8,-8 1 1,-4 4 0,-4 1-3,-4-2 1,-3 0 0,-3 1 1,-6 10 1,-2 2 0,-4-3-99,-2-6 0,-2-3 1,-3-4 142,0-6 0,-3-4 1,1-3 23,-10 2 1,0-9 10,0-12 1,2-11 51,-6-22-40,18-28-6,33 17 0,9-1-14,2 1 1,5 1-26,9-3 1,5 6-29,3 10 0,3 7 170,-1 8 0,0 8-190,3 11 1,-4 10-87,-7 11 0,-5 5-395,-3 1 0,-3 1-4397,-3-6 0,0-2 4887,13 17 0,-12-30 0,-1-10 0</inkml:trace>
  <inkml:trace contextRef="#ctx0" brushRef="#br0" timeOffset="105441">935 13593 22156,'41'4'-1675,"-1"-1"0,5 0 1,-7 0 1674,-19 1 0,4-3 0,-15 2 0</inkml:trace>
  <inkml:trace contextRef="#ctx0" brushRef="#br0" timeOffset="117561">3019 13396 17188,'-6'-56'1346,"0"0"0,-3 15 0,-4 17-1212,-16 42-53,-3 30 1,2 13-82,11-16 0,3 1 0,0 3-282,-1 9 1,0 1 0,7 0 217,6-7 1,4-2 0,8-4 140,13 5 0,12-11-10,19-18 1,7-14 100,0-16 0,-1-9 83,0-7 1,-4-8 31,-9-13 1,-9-8-174,-18 12 0,-4-2 0,-3 0-29,1-15 1,-4 0 33,-3 0 0,-9 3 89,-16 4 1,-7 8-300,-22 5-149,13 13 0,-4 10-826,4 22 0,3 11 1070,8 6 0,4 1 0,-15 11 0,25-2 0</inkml:trace>
  <inkml:trace contextRef="#ctx0" brushRef="#br0" timeOffset="118436">3803 13428 22750,'-10'52'305,"0"0"0,0 0 0,0 0 0,0 0 1,-17 16-1,6-33-271,19-99-8,4 21 1,1-9-1,4-3 1,3 4 4,10-7 1,6 4 0,1 2-32,-5 5 0,1 2 0,5 4-13,8 0 0,5 4 0,0 15-141,5 17 0,-2 18-311,3 29 0,-8 11 451,-12-14 0,-13 3-1037,-22 13 1,-16 6 0,-4-10 1106,-2-19 0,-6-7-346,-4 4 0,-6 0 0,2-8 637,2-11 1,4-7-214,-16-4-128,27-15 44,51 2-39,26 19-1789,-13 14 1,9 11 0,1 3 0,-6-4 1777,7 3 0,-2 1 0,5 6 0,4 4 0,-15-10 0,-16-11 0</inkml:trace>
  <inkml:trace contextRef="#ctx0" brushRef="#br0" timeOffset="120811">6624 14810 21187,'-52'3'60,"-1"1"0,-6 5 0,-5 3 0,12 0 1184,-2 4-1230,-5 9 0,8 9 31,33 24-54,13-24 1,3 3 14,1 21 0,3-1 632,2-1 314,17-19-918,6-55-4,2-7 1,5-1-42,12 11 0,2 6-26,-12-3 1,1 10 36,2 21 0,2 12 0,-9-2-11,-5 5 8,0 8 0,-10 2-14,-33-1 6,-5-9-31,-22 9 0,-8-1-289,12-22 1,-1-3-485,-7 12 0,1-9 446,9-24 0,8-6 0,15 5 0,-6-18 0</inkml:trace>
  <inkml:trace contextRef="#ctx0" brushRef="#br0" timeOffset="121447">7152 15137 17059,'6'-57'2188,"0"0"0,-1 11 0,0 4-1320,4-9-896,-5 34 241,6 46-112,-6 1 0,0 6-249,1 19 0,-1 5 204,-3-16 0,-1 0 0,0 0-20,-2 17 1,-1-1-6,-2 7 0,-1-4-31,3-28 0,-1 0-168,-3 22 0,0-3 168,3-12 0,-4 14 0,7-39 0</inkml:trace>
  <inkml:trace contextRef="#ctx0" brushRef="#br0" timeOffset="122395">8156 15075 24715,'-38'-17'48,"-1"0"1,8-6 0,13-3-77,52-27 0,8 7-37,11 33 1,3 16 58,-25 14 1,-4 7 16,10 6 0,-9 6-17,-27 15 1,-15 2-65,-9 0 0,-8 0-12,-2-7 0,-6 2 0,1-4 171,-9 3 1,-2-6 104,11-12 0,-2-3 0,5-11-93,-14-20-17,40-31-5,48 3-65,15 26 0,7 10-93,-10 5 1,1 6-1030,-6 1 1,0 5 0,-5 0-3809,-3 5 1,-7 0 3464,14 17 1,-33-24 0,-9-12 0</inkml:trace>
  <inkml:trace contextRef="#ctx0" brushRef="#br0" timeOffset="124523">14804 14817 18263,'29'-56'1142,"-1"0"1,1 0 0,-2 2-1,-2 2 1,-12 29-1008,-25 57-93,-2-1 0,-3 6-108,-3 5 1,-3 5 0,1 2-3212,-2 9 0,1 3 0,1-3 3191,3-14 0,1-3 0,1-1 0,-2 16 0,5-11 0,13-30 0</inkml:trace>
  <inkml:trace contextRef="#ctx0" brushRef="#br0" timeOffset="124971">15753 14645 23103,'-52'38'39,"0"-1"0,1 1 0,-3-5 0,8 4-60,16 3 1,5 5 0,9-6-3,14 5 65,24-10 0,11-10 297,-1-26 0,4-10 134,14-2 0,-2-10-14,-16-10 1,-4-10 0,-4 3-2086,-3 3 0,-3-1 1782,2-14 1,-11 5-101,-32 9-168,-6 11-4728,-2 16 1,-1 5 4839,-7 10 0,1 0 0,28 5 0</inkml:trace>
  <inkml:trace contextRef="#ctx0" brushRef="#br0" timeOffset="125539">16488 14806 22240,'13'-45'868,"1"-1"0,-1 1 0,3-6 1,-4 24-836,-12 38 18,-10 52-26,0-26 0,-4 5-152,-7 13 0,-4 8 0,1-2-2943,6-14 1,2-2 0,-2 1 3069,-5 11 0,-1 1 0,5-10 0,2-1 0,14-38 0</inkml:trace>
  <inkml:trace contextRef="#ctx0" brushRef="#br0" timeOffset="126857">14829 16119 21355,'-30'36'-16,"-1"0"0,1-1 1,-1 2-1,3 0 0,15-1 35,33 11 1,16-5 207,-10-16 0,6-7 185,25-5 0,2-14 33,-17-17 0,-6-11 137,-3-19 1,-8-4-466,-12 16 1,-7 0 137,-14-24 1,-11 3-226,-4 30 1,-3 3-135,-3-7 0,-4 8-1800,-12 29 0,2 12 1053,0 12 1,15-9 0,5-1-1,12 1 1</inkml:trace>
  <inkml:trace contextRef="#ctx0" brushRef="#br0" timeOffset="127161">15592 16031 26004,'-19'54'-580,"0"-1"1,0 1 0,0-1 0,0 1 0,-4 3 0,-1 2 0,4-8 0,10-16-1,13-13 1</inkml:trace>
  <inkml:trace contextRef="#ctx0" brushRef="#br0" timeOffset="127647">16412 16071 25724,'-34'35'-37,"0"0"1,0 0 0,-1 0-1,-3 2 1,3-2 0,13-1-26,19 5 0,14-5 74,38-4 181,-7-38 0,1-9 8,-11 3 1,-2-6 106,6-32 0,-10-6-193,-21 25 0,-5 0-34,0-12 0,-9 5-1526,-47 10 330,21 17-3801,-1 15 1,0 6 2457,7 6 0,4-1 1,12-5-1</inkml:trace>
  <inkml:trace contextRef="#ctx0" brushRef="#br0" timeOffset="128301">14003 17108 20789,'61'-1'88,"-1"0"0,0 0 0,1 0 0,-1 0 0,1 0 0,-1 0 0,0 0 1,1 0-1,-1 0 0,0 0 0,1 0 0,1-1 0,1 1 0,-2-1 0,1 0 1,-1 0-1,0 1 0,1-2 0,-1 1 0,2 0 0,0-1 0,1-1-527,-5 1 0,1 0 0,1-1 0,0 1 1,0-1-1,1-1 0,0 1 0,0-1 0,0 1 1,-1-1-1,0 0 0,-1 0 0,-1-1-362,7 0 1,1-1-1,0 0 1,0-1-1,0 1 1,-1-1 0,-2 0-1,-3 1 1,-2-1-1,-4 2 1,-4-1 800,12-1 0,-7 1 0,-3 1 0,-2-2 0,2 1 0,5-3 0,6 0 0,-3-1 0,-11 2 0,-18 2 0,-16 2 0</inkml:trace>
  <inkml:trace contextRef="#ctx0" brushRef="#br0" timeOffset="131948">13532 16169 12601,'3'-45'1935,"-1"-1"0,1 1 0,1-16 0,0 5-1459,-1 19 0,0 5-50,2-14-477,-4 35 309,-7 59-188,-4-1 0,-2 9-33,1-2 1,-1 5 0,0 1-187,1-13 0,0 2 0,0-1 0,0-1 152,-2 12 1,0-1 0,1-3 1,3-9 1,0-3 0,2-3 584,0-1 1,1-5-216,1 0-274,7-48-37,2-15 1,1-9-12,3-20 0,0-7-204,-1 8 1,1-4 0,0-1 202,-2 13 0,0-1 0,0 0 0,0 1 60,1-11 0,0 1 0,0 2-122,-1 7 1,-1 2 0,0 6-25,4-22 659,-4 49-597,-6 61 0,-5 32-19,0-33 0,-1-1 1,-1 6-24,0-2 1,0 5-1,0 3 1,-1-2 0,0-4-148,-3 8 1,1-3-1,0 0 161,0 11 0,0 0 0,2-10 0,4-21 0,1-5 0,4 22 0</inkml:trace>
  <inkml:trace contextRef="#ctx0" brushRef="#br0" timeOffset="134244">16451 17660 20464,'3'-43'1008,"-1"-1"1,3-15-3590,-15 92 0,-5 25 2609,4 2 0,-1 4-399,1-14 1,-1 2 0,1 1 780,2 1 1,2 0 0,0-13 756,1-9-960,1-78-131,7 3 1,2-11 0,1-1 8,-3 1 1,0-2 0,2 0 872,3-6 0,2 0 0,-2 10-1272,2-5 3706,-5 63-3406,-6 21 0,-4 16 14,1 5 0,0 11 0,0 0 0,0-8 0,0-6 0,-1-1 0,2 5 0,-1 1 0,0-1 0</inkml:trace>
  <inkml:trace contextRef="#ctx0" brushRef="#br0" timeOffset="135657">15485 17824 18369,'9'-50'1592,"0"1"1,-2 3 0,0 10-1682,-2 24 106,-7 19 106,-17 51-132,7-17 1,-1 4-37,-2 12 0,1 1 6,4-3 0,2-3 557,4-12 0,1-5-462,2-3 162,1-69-137,1-2 1,1-7 13,1-14 0,1-3 87,0 6 0,1 3-174,-1 11 1,0 6-132,2 0 173,4 98-70,-8-24 1,0 4 2,2 20 0,0 4-45,-4-7 1,-2-3-863,0-19 0,0-3 924,-2 26 0,1-34 0,3-17 0</inkml:trace>
  <inkml:trace contextRef="#ctx0" brushRef="#br0" timeOffset="136799">14821 17736 7736,'5'-49'2836,"0"0"1,1 13-1423,-8 83 1,-4 33-1455,0-30 1,-3 3 0,1 2 13,2-2 1,0 4 0,0-1 0,-2-7 1458,-9 18 0,0-30-812,-3-79-498,7-21 203,11 7 0,3-14 1,0-2-1,1 14-90,-2 14 1,1 4-237,3-33 0,-1 27 1744,-2 70 0,-2 21-1815,-1 5 0,-1 9 0,0-3-1674,2-11 0,1-2 0,-1 1 1745,1 12 0,0 0 0,0-10 0,2 1 0,6-13 0</inkml:trace>
  <inkml:trace contextRef="#ctx0" brushRef="#br0" timeOffset="137846">13753 18538 17686,'59'6'295,"0"0"1,0-1 0,5 0 0,1 0 0,2-2-238,-15-2 1,1-1 0,3 0 0,5 0-538,-4 0 1,6 1-1,5 0 1,1 0-1,0 0 1,-3 0 0,-3-1 498,-6 1 1,-4-1-1,-2 1 1,1-1-1,4 0 1,4 1 15,-4-1 1,4 0 0,4 1 0,3-1 0,0 0 0,1 0 0,-1 0 0,-2 0 0,-3 0 0,-4-1-6,10 0 1,-4 0 0,-3-1 0,-2 0 0,1 0 0,2 0-24,-5 1 0,2-1 0,0 0 0,0 0 0,-2 0 0,-3 0 0,-3 0 268,7-1 0,-4 0 0,-2-1 0,-3 1-192,9-1 0,-3 0 0,-8 0 59,18 1 1,-2-3 0,-61 6 0</inkml:trace>
  <inkml:trace contextRef="#ctx0" brushRef="#br0" timeOffset="139433">21050 846 20862,'-6'64'-363,"1"0"0,-1 1 0,0-1 0,0 0 0,1 0 0,1 1 0,0 1 0,1-3 0,0-4 0,0-9 363,-3 9 0,3-12 0,7-1 0,-1-41 0</inkml:trace>
  <inkml:trace contextRef="#ctx0" brushRef="#br0" timeOffset="140379">23539 852 20576,'2'65'226,"0"0"1,0-9 0,0 3 0,0 2-22,3 3 1,1 2-1,-1-1-41,-2-7 1,-2-1 0,1-1-61,-1 0 1,0-1 0,-2-8-105,-6 10 0,-3-28 0,7-21 0</inkml:trace>
  <inkml:trace contextRef="#ctx0" brushRef="#br0" timeOffset="141236">26201 1072 22839,'1'61'94,"-1"-1"0,1 1 0,-1-1 0,1 1 0,-1 2 0,1 3 0,0-2 0,-1-5 0,-1-9 43,-2-1 0,-1-4-137,-2 20 0,-1-8 0,-2-22 0,-2-5 0</inkml:trace>
  <inkml:trace contextRef="#ctx0" brushRef="#br0" timeOffset="142560">25733 3141 20901,'10'-47'388,"0"0"0,-2 6 1,5 6-400,26 7-40,-6 16 29,0 13-85,8 39 102,-22-13 63,-21 11 1,-10 15 0,-6 3 0,2-10-36,0-12 0,-5-1-28,-7 13 1,-7 11 0,0-2 0,9-14 194,1-2-145,13 3-56,42-39 0,18-10-869,1 0 0,9-2 1,3-2-1,-6 1-2397,-1 0 0,-3 0 0,1 0 2327,-1 1 0,3 0 0,-3-1 0,-11 3 0,13-2 0,-44 8 0</inkml:trace>
  <inkml:trace contextRef="#ctx0" brushRef="#br0" timeOffset="143455">26334 2549 17714,'-32'44'582,"0"0"1,-1 1 0,4 11-1,16-4-2393,26-14 0,11-8 2523,27-4-929,-17-52 1,-6-14 451,-10-15 424,-8 4 0,-7-1-1040,-25-3-554,-10 21 935,-22 24 0,26 11 0,1 9 0</inkml:trace>
  <inkml:trace contextRef="#ctx0" brushRef="#br0" timeOffset="144701">23729 2971 23573,'11'47'24,"1"0"0,-9 12 1,-12 0-20,-21-7 1,-9-2-2828,3 2 0,-5 0 2903,6-18 0,-5 0 1,-2-2-1,6-5 805,0 0 1,-1-8-809,-22-6 1,10-17 724,38-31-848,29-4 1,12 2-29,23 3-58,-12 26 0,7 6 1,0 8 130,1 15 0,-1 9 0,-3-2 0,2-6 0,-3 2 0,4 12 0,0-1 0</inkml:trace>
  <inkml:trace contextRef="#ctx0" brushRef="#br0" timeOffset="145411">24045 2693 22391,'-4'46'-518,"1"1"1,0-1 0,0 15 0,-1-15 0,2-36 0</inkml:trace>
  <inkml:trace contextRef="#ctx0" brushRef="#br0" timeOffset="146566">20964 3199 22655,'19'-55'-98,"0"1"1,19 2 0,4 23 35,-11 39 1,-4 16 103,-6 22 0,-18 9-1084,-19-13 0,-13 3 0,-6 1 1,3-3 996,-3 6 0,1-2 0,-4-2 63,-10-2 1,-2-2 0,17-8 975,27-5-1541,37-27 0,23-11 0,1-3 294,0 1 1,2-2 0,-1-1 0,-2 2 0,0 0 0,-4 0 0,5-3 0,-1-1 0</inkml:trace>
  <inkml:trace contextRef="#ctx0" brushRef="#br0" timeOffset="147314">21408 2486 19664,'53'-25'82,"-1"0"0,-6 11 0,-15 15 2,-45 33 0,-16 11-14,14-9 0,-1-2-28,-12 4 0,3-4 36,15-10-274,40-19-5492,32-10 5688,-17-1 0,-1-1 0,15-3 0,-14 2 0</inkml:trace>
  <inkml:trace contextRef="#ctx0" brushRef="#br0" timeOffset="149796">27875 1747 17759,'62'-20'-12,"0"0"1,-9 7 0,4 3 0,-5 2-118,6 4 0,-4 6-11,9 5 0,-18 9 140,-53 31 34,-22-10 0,-12-1 16,6-11 0,-2-1 1,-1-1-54,-13 8 0,5-2 322,-7 6-179,47-20 62,62-17-157,-12-5 0,4-4 170,11-5 1,0-5 145,-3-9 1,-8-5-147,-13 1 1,-12-4 95,-18-9 0,-12-1 58,-5 14 1,-3 2-747,-20-22 364,17 55-951,24 49 0,11 16-143,-11-31 1,0 1 1114,1 17 0,1 7 0,-4-13 0,-4-18 0,-6 13 0</inkml:trace>
  <inkml:trace contextRef="#ctx0" brushRef="#br0" timeOffset="151325">32639 1288 21937,'-7'52'-1025,"0"1"1,1 0 0,-1-1 0,0 1 0,2 0-1,-1-1 1,1-1 0,0-4 80,-3 4 1,0-4 0,1-5-1,1 20 1,6-64 0</inkml:trace>
  <inkml:trace contextRef="#ctx0" brushRef="#br0" timeOffset="151906">32059 1450 20761,'-1'50'-1271,"0"0"1,0 1 0,0-5 0,1 1-1,-1-3 139,-2 12 0,-1-6 0,1 14 0,6-51 0</inkml:trace>
  <inkml:trace contextRef="#ctx0" brushRef="#br0" timeOffset="152294">31669 1711 18078,'63'-11'394,"1"0"0,-1 0 0,-8 1 0,2-2 0,-1 1 0,-8 1-4220,1 2 1,-5 1 2693,17-5 0,-12 2 0,-36 9 0,-3 1 0</inkml:trace>
  <inkml:trace contextRef="#ctx0" brushRef="#br0" timeOffset="155238">31004 1635 19070,'17'-41'278,"0"-1"1,0 0 0,11-15-1,7 12-270,7 27 1,3 9 2,17 2 31,-18 21 0,-9 11 70,-25 27-48,-20-2 1,-11 4-71,0-17 1,-5 0-1,-2-1 13,-5 5 1,-2 1 0,0-3-5,2-3 1,1-2 0,1-2 18,-4 7 1,3-6-7,-2 3 68,15-9 28,46-19-106,4 0-23,11-8 0,6-3-383,7-1 0,3-2 400,5 0 0,-1 0 0,-17 1 0,-5 1 0,14 0 0</inkml:trace>
  <inkml:trace contextRef="#ctx0" brushRef="#br0" timeOffset="155860">30384 1611 16874,'-7'55'-883,"0"-1"0,0 0 1,0-7-1,-2-1 1,2-2-251,1 15 1,0-6 0,-6 1 0,9-34 0</inkml:trace>
  <inkml:trace contextRef="#ctx0" brushRef="#br0" timeOffset="156209">30047 1934 17944,'46'-27'236,"-1"0"1,-3 7 0,2 1 0,0 3-1046,17 4 0,-2 3 1,-15 0-1,-2 1 1,3 1-1,1-1 0</inkml:trace>
  <inkml:trace contextRef="#ctx0" brushRef="#br0" timeOffset="158334">29293 1513 19294,'-18'48'73,"1"1"1,-1-1 0,0 1 0,-4 10 0,1-1-1,15-9 814,20-14 1,8-8-708,6 4 133,22-18-43,-6-39-24,-7-3-255,-10 1 1,-1 9 81,-1 33-87,-22 24 0,-8 9-373,2-6 0,-1 2-2890,0 4 0,0 3 0,3-10 879,7-6 0,6 3 1,-9-33-1</inkml:trace>
  <inkml:trace contextRef="#ctx0" brushRef="#br0" timeOffset="161138">20056 5216 16096,'51'-7'-93,"0"0"1,-1 1-1,5 0 1,5-1-1,-1 2 1,-9 1-267,-1 1 1,-3 2-2026,3 0 1,2 1 0,-11 3 2383,-9 9 665,-48 10 0,-19 4-377,-1-4 1,-9 0-1,-3 0 1,1 1 150,4-1 1,0 0 0,0 0 0,0 0-335,-3 1 1,-2 0 0,2-1-1,6-3-10,-14 6 1,26-7 884,92-10-924,-26-9 15,7-6 0,14-4 1,3-3-1,-11 2 173,-9-2 0,-2-3 103,16-13 0,4-8 1,-17-1-68,-30 2 0,-11-3 229,-5-15 1,-10 1-351,-5 18 1,-6 6 308,-2 0 0,0 9-457,9 16-5,29 35-23,3-1 0,4 5 98,9 12 0,-2 6-81,-11-5 0,-2 2 0,-2-5 0,3-8 0,-3-2 0,-7 8 0,1 1 0</inkml:trace>
  <inkml:trace contextRef="#ctx0" brushRef="#br0" timeOffset="161709">21191 4883 21411,'44'-11'89,"0"-1"1,0 1-1,18-7 1,-2 16-60,-12 28 0,-1 17 0,-8 2 0,-3 6 1,-8 10-1998,-11-11 1,0 9 0,-1 4 0,-2-3 0,-5-8 1092,-3 12 1,-5-4 0,-2-4 0,-1 2 0,3-20 0,5-29-1</inkml:trace>
  <inkml:trace contextRef="#ctx0" brushRef="#br0" timeOffset="161982">21379 5358 21327,'53'-21'-70,"1"0"0,-1 0 0,1-1 1,-11-1-1,-4-1 0,-1 8 1,9 12-1,0 0 0</inkml:trace>
  <inkml:trace contextRef="#ctx0" brushRef="#br0" timeOffset="162634">21236 6058 21080,'47'-15'-115,"0"0"0,0 0 0,2 2 0,5 1 0,-2 1 0,-9 3 0,-5 2 0,-2 1 0,19-1 0,0 0 0</inkml:trace>
  <inkml:trace contextRef="#ctx0" brushRef="#br0" timeOffset="162842">21247 6221 19658,'50'-16'-14,"1"0"0,-1 0 0,0 1 1,3 0-1,-1 1 0,-8 1 1,-1 1-1,-3 1 0,15-3 0,0 1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3:51:29.4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742 2184 25477,'48'-37'1225,"0"-1"0,0 0 0,-5-26 0,-10 27-1879,-11 66 0,-4 27 0,-12-4 509,-22-14 1,-10 0 310,4 7 1,-2 4-1,4-13 735,3-14-1332,35-8 118,16-19 0,6 0 67,1 22 1,-12 12-606,-31 16 0,-11 4 642,9-15 0,-6-2-250,-31 12 0,-9-11-2654,-13-21 2173,12-12 0,14 1 0,19-7 0</inkml:trace>
  <inkml:trace contextRef="#ctx0" brushRef="#br0" timeOffset="801">1610 2287 19211,'51'-2'-975,"1"-1"1,-9 2 0,-10-1-1,-22 1 1</inkml:trace>
  <inkml:trace contextRef="#ctx0" brushRef="#br0" timeOffset="1553">3356 1980 18599,'-45'38'256,"0"0"0,-1 1 0,1-1 0,1 0 0,-2 1 0,4-1 1,6-4-255,-1 6 1,5-2-1574,-8 10 0,3 0 438,10-13 1,4-4 0,-7 11 0,27-34 0</inkml:trace>
  <inkml:trace contextRef="#ctx0" brushRef="#br0" timeOffset="1875">2744 2002 23760,'42'41'-43,"0"0"0,-6-10 0,5 2 0,0-1 0,-6-4-348,-1-4 0,0 0 336,14 12 0,7 7 0,-7-1-99,-8-1 0,-4 2 145,-5-7 1,-1 2 0,-3-4 0,-4-3 0,-3-3 0,11 17 0</inkml:trace>
  <inkml:trace contextRef="#ctx0" brushRef="#br0" timeOffset="2477">3907 2141 22347,'-12'50'51,"0"1"1,0-1 0,1 0 0,4-4-22,11 6 1,10-9 216,20-19 50,7-20-115,-9-19 0,0-6-54,-6 0 1,-3-4 212,6-14 1,-5-3-90,-9-14-101,-22 20 1,-8 3-29,-22-7-5039,9 19 1,0 5 4099,-4 12 0,12-1 0,20 15 0</inkml:trace>
  <inkml:trace contextRef="#ctx0" brushRef="#br0" timeOffset="3251">4650 2082 23575,'-6'61'31,"0"-1"0,-3-10 1,-1 1-1,1-6 587,3-5 1,0-4-609,-6 12 1,-2-18 139,1-57-102,7-2 0,3-7-1154,6-15 1,7-9 0,0 2 1127,-1 11 0,1 1 0,2 1-40,2-8 1,2 0 0,6 5 67,8 9 0,5 4 0,-3 7 150,16-5-113,12 18 0,-2 15-2156,-21 27 2027,-7 20 1,-11 7 786,-20-15 1,-11 1-740,-8-1 0,-8 5 1,-5-1-1,2-8 302,-20 1 0,1-4-366,-1 16 1,23-4-2158,49-17 2191,14-4 1,16 5 0,4 1 0,-8-5-1,2-3 1,-3 1 0,-1 9 0,-1 0 0,1 0-1</inkml:trace>
  <inkml:trace contextRef="#ctx0" brushRef="#br0" timeOffset="4930">2138 3025 2903,'-55'3'805,"0"0"1,-1 0 0,1 0 0,0 0 0,-4-1 0,0 1 0,6 0-1,13 1 2793,-1 10-3027,41-6-108,31 0 0,32-4 0,11-3-405,-28 0 1,7-2 0,6 0 0,4-2 0,3 1 0,1-1 0,0 0 0,-3 0-1,-4 1 1,-6 0-267,5 1 0,-7 1 0,-2-1 0,1 1 0,4-1 1,9 0 211,-13-1 1,6 1 0,5-1 0,3-1 0,4 1 0,2-1 0,2 0-1,0 1 1,0-1 0,-2 0 0,-1 1 0,-3-1 0,-4 1 0,-5 0-1,-5 1-2,20-1 0,-8 1 0,-5 0 0,-2 1 0,2-1 0,6 0 1,-10 0 1,4-1 0,1 1 0,1 0-1,1-1 1,-1 1 0,-1-1-1,-2 1 1,-2 0 12,11 0 1,-1 0 0,-1 1 0,-4-1 0,-4 1 0,-7-1-36,4 0 1,-8 0-1,2 0-3258,13 1 0,3 1 0,-14 3 2570,-3 9 1,-20-4-1,-25 3 1</inkml:trace>
  <inkml:trace contextRef="#ctx0" brushRef="#br0" timeOffset="9547">4731 3932 18162,'-47'15'127,"1"-1"1,0 1 0,-7 1 0,-2 0-1,10-4 748,-6-2-559,16-3 1,2-2-138,1-10-151,18 4-6,9 24-22,4-5 19,1 19 1,1 5-9,1-8 1,-1 1 30,0 16 0,0-1 39,1-15 0,-2-3 1437,1 21-986,-1-41-341,3-34-124,9-6-56,16-26-33,23 23 2,-16 22 1,5 5-6,3 8 1,4 4 0,-4 2 4,2 1 1,-3 5-26,20 15 0,-17 10 17,-46 2 0,-15 3-3,0-3 0,-9-2-18,-5-8 1,-7-2 0,-1-5-300,-19-3 1,-1-9 347,10-11 0,3-4 0,-17 1 0,35-17 0</inkml:trace>
  <inkml:trace contextRef="#ctx0" brushRef="#br0" timeOffset="10329">5482 4025 19328,'-35'49'493,"0"-1"1,-1 0 0,5-6 0,2-1 0,7-12-231,9-12-49,20-41-41,11-19 68,7-6 0,3-2-90,-8 15 0,3 2-11,17-14 0,4 11-106,12 37-17,-23 2 0,-2 7-23,10 36-126,-16-13 1,0 0 131,1-6 0,-1-1 0,13 21 0,-6-19 0</inkml:trace>
  <inkml:trace contextRef="#ctx0" brushRef="#br0" timeOffset="11793">6314 4126 23164,'53'-19'-56,"-1"-1"0,1 1 0,-4 10 0,-12 18 44,-27 33 1,-16 24 0,-10 8 0,-4-9 16,-1-18 1,-4-4 0,-4-2 0,-4 3-436,-4 7 1,-5 7-1,-3-2 1,1-9-1,2-17 483,-29-16 1,27-22 602,94-33-728,-2 1 209,15 21 0,2 18-451,-27 29 1,-7 7-819,4-5-837,1-2 0,2-2 1437,18 1 1,-14-7 0,-13-12 0</inkml:trace>
  <inkml:trace contextRef="#ctx0" brushRef="#br0" timeOffset="13183">12258 3238 17042,'18'-42'1056,"1"0"1,-1-2 0,-5 12-805,-11 27-104,-10 30 1,-8 21-364,-1 8 1,-1 10-1,1-1-661,3-6 1,1-1-1,0 2-1142,1-8 0,-1 3 0,2-2 1,6-7 2017,8 1 0,3-9 0,1-3 0,4-8 0</inkml:trace>
  <inkml:trace contextRef="#ctx0" brushRef="#br0" timeOffset="13682">12868 3303 21147,'-31'44'57,"0"1"1,0-1-1,-11 6 1,15-1-2718,41 6 1,17-7 3007,13-18 541,-4-9 1,2-12-717,-10-30 1,-5-13-88,-8 1 1,-5-5 17,-5-3 1,-2-5 0,-5 3 372,-5-3 1,-7 3-490,-4-4 1,-8 8-364,-30 17-706,8 31 1081,20 18 0,5 4 0,3-1 0,3 19 0</inkml:trace>
  <inkml:trace contextRef="#ctx0" brushRef="#br0" timeOffset="14064">13879 3219 23915,'-15'54'0,"-1"0"0,3-4 1,-4 10-1,1 2 1,1-4-1,3-13 1,3-11-1,0-1 0,-3 17 1,-1-1-1,0 1 1,0-1-1</inkml:trace>
  <inkml:trace contextRef="#ctx0" brushRef="#br0" timeOffset="16006">12187 4601 20106,'-43'31'198,"-1"-1"0,1 1 0,4 10 1,4 4-1,9 0-137,10 10 1,10 1-17,-4-1 0,15-8 442,42-20 1,10-18-191,-4-30-87,4-5 0,-5-8-112,-29-2 0,-11-6 98,-7-6 0,-6-6 0,-4 8-303,-4 13 1,-4 3 19,-4-20 0,-5 15-2165,-24 49 2252,26 11 0,-3-1 0,19-5 0</inkml:trace>
  <inkml:trace contextRef="#ctx0" brushRef="#br0" timeOffset="16549">12899 4673 23405,'9'-43'624,"0"0"1,5-20-586,-19 74 3,-8 18 0,-4 12-1532,0 3 0,-1 7 0,1-1 1077,2-4 1,1 0-1,0 0-341,-2 0 1,1-1 0,6-1 753,15 14 0,5-10 0,-6-20 0,17 27 0</inkml:trace>
  <inkml:trace contextRef="#ctx0" brushRef="#br0" timeOffset="17083">13800 4742 23584,'-44'38'85,"0"0"1,0 0-1,1 12 1,14 0 152,22-9 0,14-5-37,31-2-5,18-54-39,-21-18-79,-17 8 1,-3-2 5,7-21 81,-5-4 1,-10 0-2127,-30 3 1574,5 21 0,-5 5 0,-17 15 0,-3 26 0</inkml:trace>
  <inkml:trace contextRef="#ctx0" brushRef="#br0" timeOffset="17656">11287 5596 12813,'-49'2'3123,"0"-1"0,33 0-2801,59-1 0,34 1-274,-18-2 1,5 1-1,4 0-405,-14 0 0,3 0 1,2 1-1,0-1 1,-2 1 375,-4-1 0,-1 1 0,0 0 0,2-1 0,5 1-316,-4-1 0,4-1 0,3 1 1,1 0-1,3-1 0,0 0 0,0 0 1,0 0 287,-3 0 0,2-1 0,0 0 1,2 0-1,-1 0 0,0-1 1,0 1-1,-2 0 0,-1 0 11,0 0 0,-2 0 0,-1 1 0,0-1 0,0 0 1,0 0-1,1 0 0,1 1-6,0-1 1,2-1 0,2 1 0,1 0 0,-1-1 0,-3 1 0,-2 1 0,-5-1 0,-6 2-43,9 0 1,-8 0 0,-2 1 0,1 0 29,8 0 1,0 0-1,-1 0 1,-3 1-308,0 0 0,-3 2 1,-9-1-1,8 0 1,-13 2-1</inkml:trace>
  <inkml:trace contextRef="#ctx0" brushRef="#br0" timeOffset="18918">10695 4716 19580,'-27'59'1180,"1"0"0,-1 0 1,-9 10-1,10-32-3893,28-67 1,8-18 2770,-3 5 1,5-2 724,12-16 0,6 5-783,-9 25 0,4 13 418,23 27 1,2 14-523,-18-5 1,-2 4-359,12 20 0,-1 2 462,-8-14 0,-4-6 0,-6-4 0,8 3 0</inkml:trace>
  <inkml:trace contextRef="#ctx0" brushRef="#br0" timeOffset="26271">13700 6489 20638,'-5'-43'679,"-1"1"1,2-2 0,1 5 110,5 3-225,-1-9-307,1 9-409,-4 11 139,0 30 52,0 26-52,0 31 26,1-18 0,-1 2 8,-3 7 1,-1 0-236,-3 4 1,-1-2-2796,-1-3 0,-1-3 3008,2-13 0,2-4 0,-3 5 0,8-27 0</inkml:trace>
  <inkml:trace contextRef="#ctx0" brushRef="#br0" timeOffset="26967">12871 6437 18212,'2'-47'1327,"-1"0"1,0 3 0,-1 8-1277,-1 13 27,-4 41 12,-6 34-65,3-10 0,-1 6-688,-6 10 0,-2 7 1,1-5 662,2-7 0,0-2 0,0-6 0,0 0 0,3-9 0,3-6 0</inkml:trace>
  <inkml:trace contextRef="#ctx0" brushRef="#br0" timeOffset="27617">12020 6494 15234,'-2'-52'2675,"0"-1"0,-12 23-2563,0 51 0,-2 20-132,2-1 0,0 10 1,0 3-1,1-3-2776,-2 5 0,1-2 0,1 1 2796,-3 8 0,1 0 0,2-8 0,4-12 0,2-8 0,3-3 0</inkml:trace>
  <inkml:trace contextRef="#ctx0" brushRef="#br0" timeOffset="28791">11013 7710 18660,'65'-5'10,"0"0"0,0 1 0,0-1 0,0 1 1,0-1-1,0 0 0,0 1 0,0-1 1,0 0-1,0 1 0,0-1 0,-5 1 0,2 0 1,2-1-1,1 1 0,1-1 0,1 0 1,0 1-1,-1-1 0,1 0 0,-2 1 0,-1 0 1,-2 0-1,-1 0 0,-4 0 0,-2 1 1,-3 0-11,21-1 0,-8 1 0,-3 0 0,-3 1 0,0 0 0,3-1 0,4-1-551,-6 1 0,5-1 0,3 0 0,1 0 0,1-1 0,-2 1 0,-3-1 0,-4 0 0,-5 0 0,-7 0 569,8-2 0,-9-1 1,-4 0-1,1 1-3295,16-2 0,-1 0 0,-6 1 2802,-1-2 1,-6 1-1,4 3 1,-40 6 0</inkml:trace>
  <inkml:trace contextRef="#ctx0" brushRef="#br0" timeOffset="30388">16072 6457 14197,'-56'-6'1689,"1"0"1,7 1 0,9 1-1348,22 3-118,41-2-174,11 0 0,10 0-99,1 1 1,5-1 0,1 2-8,-3 0 0,1 0 0,-2 1-84,18-3 0,-11 8 386,-23 24-207,-59-6 1,-20 2-262,5 0 0,-4 2 0,-2 0 231,-4 0 0,-2 0 1,1 0-31,-1 3 1,1 0-1,7-2 38,5-2 0,12 1 185,23 19-222,36-37 0,16-9-75,16-4 0,5-5 82,-23 0 0,1-1 0,-2-4 76,3-6 1,-2-3-1,-6-3 77,-4-8 0,-7-3-39,-7-9 0,-10-1-17,-16 6 0,-8 2 75,-5 3 1,-3 3 461,-15-12-140,4 16-598,23 20 128,31 24 0,14 13-204,-3 3 0,0 4-564,-2-1 1,2 3-1,-5 0-2691,0 13 1,-9-1 2812,-12-14 0,-5-3 0,-7 6 0,0-24 0</inkml:trace>
  <inkml:trace contextRef="#ctx0" brushRef="#br0" timeOffset="30853">17388 6366 22195,'51'0'4,"0"0"1,0-1 0,-11 26 0,-1 13 0,-5 5-1,-8-1-812,-11 0 0,-9 1 1,-1 6-76,2 0 0,-1 7 0,0 2 1,-2-3-1,-2-7-4033,-3 14 1,-1-7 4341,2-1 1,0-7 0,3-10 0,-1-30 0</inkml:trace>
  <inkml:trace contextRef="#ctx0" brushRef="#br0" timeOffset="31233">17265 6753 21898,'63'-11'7,"-1"0"0,1 0 0,-1 0 1,-1 1-1,-5 3 0,-2 4 1,-5 1-1,-11 1 0,0-1 1</inkml:trace>
  <inkml:trace contextRef="#ctx0" brushRef="#br0" timeOffset="35506">21578 1863 16185,'16'-55'1111,"-1"0"0,4-10 0,0 7-165,-4 12-518,-3 12 1,-1 1-384,-2 9 112,-27 72-191,-2-3 0,-4 8-343,2-3 0,-2 6 0,1-1-2259,0-3 0,0-1 0,2-2 2636,-2 9 0,4-5 0,-1 9 0,19-40 0</inkml:trace>
  <inkml:trace contextRef="#ctx0" brushRef="#br0" timeOffset="35872">22795 1652 22055,'-26'58'-280,"-1"-1"0,0 0 0,2-3 0,1-1 0,1-2-2997,2-4 0,2-1 0,1-4 2088,0 5 0,4-5 0,7 7 0,9-34 0</inkml:trace>
  <inkml:trace contextRef="#ctx0" brushRef="#br0" timeOffset="36341">23817 1762 20431,'-45'14'169,"1"0"0,7 9 1,0 6-1,8 1-113,12 0 0,4 4-25,-12 22 0,8 2 106,25-15 0,7-3 9,12 14 196,22-31 0,6-12-79,1-19-34,-5-10 1,-4-7 117,-7-25-221,-17 4 0,-6-3-98,-10 13 0,-6 0-126,-3-14 0,-6 2 98,-7 15 0,-1 4 0,-4-15 0,0 19 0</inkml:trace>
  <inkml:trace contextRef="#ctx0" brushRef="#br0" timeOffset="38184">24027 3201 18891,'-32'53'529,"0"0"1,0 0 0,0 0 0,24-12-1,9-1-156,-2 9 1,4 4 0,11-21-147,30-36 0,2-24-1958,-23-23 0,-14-7 1778,-10 17 1,-9 0-97,-12-11 0,-11 6-1346,-5 22 1,-5 11-3522,-4 5 1,1 7 3774,10 4 1,4 3 0,-3 3 0,29-6 0</inkml:trace>
  <inkml:trace contextRef="#ctx0" brushRef="#br0" timeOffset="38588">23282 3400 19714,'-15'58'-316,"0"0"1,0 0 0,0 0 0,-3 5 0,0-4 0,6-14 0,11-11 0</inkml:trace>
  <inkml:trace contextRef="#ctx0" brushRef="#br0" timeOffset="38818">22913 3791 19792,'43'-25'-1860,"0"1"1,0-1-1,18 1 1,4 3-1,-7 7 916,-14 10 1,-3 3 0,20 0-1,-13 1 1,-35 0 0</inkml:trace>
  <inkml:trace contextRef="#ctx0" brushRef="#br0" timeOffset="39395">22093 3638 16762,'10'-51'851,"0"-1"1,4 3-1,6 8-481,22 13-516,9 18 163,-29 12 90,3 36-46,-22 0 1,-12 7-10,-16 5 0,-11 5 1,0-2-9,7-6 1,1-1 0,-4-1-30,-1-7 1,-4 1-1,0-3 1,4-6 3,-3-2 1,9-5 646,11 8-352,72-23-326,-14-1-604,0-10 0,14-4 0,3-2 0,-8 1 192,12-2 0,-3-1 0,-4 1 0,3 0 0,-9 1 0,-16 2 0,1 1 0</inkml:trace>
  <inkml:trace contextRef="#ctx0" brushRef="#br0" timeOffset="39803">21349 3705 19910,'-16'46'-897,"-1"0"0,0 0 0,0 0 0,-1 3 1,1-2-1,3-7 0,-4 14 0,15-44 0</inkml:trace>
  <inkml:trace contextRef="#ctx0" brushRef="#br0" timeOffset="39980">20856 4029 19137,'44'-38'-79,"1"0"1,4 12-1,6 3 1,-11 9-1,-3 13 1,3 0 0,0 0-1</inkml:trace>
  <inkml:trace contextRef="#ctx0" brushRef="#br0" timeOffset="40587">19870 3660 20336,'-19'47'69,"-1"1"0,1-1 1,2 5-1,2 0 1,2-3-56,-3 4 0,15-8-2455,40-10 0,14-16 2603,-12-27 1,2-11-62,3 2 0,5-3 0,-7-2 992,-4-10 1,-8 1-1083,3-8 899,-17 44-708,-11 57-186,-5-12 1,-2 7-150,1-10 1,0 4 0,2 1 132,3 9 0,1 1 0,0-6 0,-4-7 0,2-4 0,4 2 0,1 1 0</inkml:trace>
  <inkml:trace contextRef="#ctx0" brushRef="#br0" timeOffset="45088">3846 10204 22263,'-61'-7'25,"-1"0"0,11 6 0,-1 1 0,7 3 227,-16 13-143,18-6 1,7-2-329,18-7-33,10 0 370,10 29-51,0 28-31,-6-5 1,-4 4 22,2-9 0,-2-1 5,-4 2 0,-3-4 1297,-7 4-1137,10-28-358,10-25 117,11-12 0,36-23-28,13 20 17,-12 8 0,4 5-95,0 9 0,-2 6 16,-4 4 1,-6 7 50,-9 6 0,-13 4-17,-22 4 1,-14 1-856,-20-1 1,-10-6 927,1-6 0,-1-5 0,7-4 0,5-6 0,4-7 0</inkml:trace>
  <inkml:trace contextRef="#ctx0" brushRef="#br0" timeOffset="45809">4410 10272 21551,'-20'41'1041,"-1"-1"1,1 1 0,-16-20-907,13-54-57,46 1 0,21-5 1,-3 3-99,-10-1 1,3 11 19,24 25 0,10 18 0,-16 2 0,-17 12 0,-4 3 0,-1 0 0</inkml:trace>
  <inkml:trace contextRef="#ctx0" brushRef="#br0" timeOffset="46794">5444 10378 23724,'-39'42'1,"0"1"1,0-1 0,0 1 0,0-2 0,4-2 0,8 8-12,13 0 0,6 7 0,4 3 0,3-2 0,3-8-7,9 19 0,7-7 79,2 6 0,7-15 246,27-38 252,-29-55 0,-9-13-549,-9 9-3,-2-7 1,-12 9-4,-49 42-4921,-1-1 1,2-1 2948,10 1 1,-4-1 0,16 0 0,37 3 0</inkml:trace>
  <inkml:trace contextRef="#ctx0" brushRef="#br0" timeOffset="48071">11220 10390 17916,'15'-51'2417,"-1"0"0,1-1-2339,-29 90 1,-7 28-303,5-14 0,1 3 0,-1 1-2649,-2 6 0,0 1 1,2-2 2872,4-4 0,2-2 0,3-10 0,4 3 0,5-15 0</inkml:trace>
  <inkml:trace contextRef="#ctx0" brushRef="#br0" timeOffset="48521">12026 10301 21153,'-43'45'100,"0"0"1,0 0 0,0 0 0,4-4 0,0 1 0,6-2 0,13-6-73,17 24 207,31-33 1,7-8-1,1-3 36,11-17 1,-1-11 103,-11-27-117,-12 11 0,-3-3 122,0-23-3564,-18 0 3436,-10 24-213,-14-9-1002,1 20 963,-18 7 0,23 10 0,-3 11 0</inkml:trace>
  <inkml:trace contextRef="#ctx0" brushRef="#br0" timeOffset="48998">12602 10301 26592,'-18'60'-14,"-1"0"0,0 0 0,0 0 1,0 0-1,0 2 0,1-6 1,1-3-1,4-11 0,1 1 1,-1-1-1</inkml:trace>
  <inkml:trace contextRef="#ctx0" brushRef="#br0" timeOffset="50464">11038 11707 19260,'28'-58'886,"1"1"1,-2-2 0,-4 26-376,-15 70-2969,-17 9 0,-11 17 1,-4 5-1,5-9 1410,4 3 0,-1 0 0,-5-1 1,-6 11-1,4-8 0,11-27 1,11-29-1</inkml:trace>
  <inkml:trace contextRef="#ctx0" brushRef="#br0" timeOffset="50761">11847 11650 23450,'-24'60'-471,"1"1"1,0 0-1,0 0 1,1-10-1,-1 1 1,4-7-1,8-12 1,11-8 0</inkml:trace>
  <inkml:trace contextRef="#ctx0" brushRef="#br0" timeOffset="51269">12612 11650 23735,'-30'49'-66,"0"1"0,0-1 0,0 0 0,-5 13 0,17-6-2521,33-4 1,16-17 2815,2-38 1,5-15 30,14-9 1,-7-9 791,-22 1 0,-12-4-820,-14-1 1,-9 0-610,-3 7 0,-5 4 377,-7 1 0,1 5 0,2 5 0,16 17 0</inkml:trace>
  <inkml:trace contextRef="#ctx0" brushRef="#br0" timeOffset="52272">10218 12586 18112,'58'9'161,"0"0"1,0 0 0,0 0 0,0 0 0,0 0 0,0 0 0,-3 0 0,-5-2 0,0 0 0,3 0 0,9-1-158,-10-2 1,8-1-1,4 1 1,4-1 0,2-1-1,1 1 1,0-1 0,-2-1-1,-3 0 1,-5 0 0,-5-1-258,6-1 0,-6 0 0,-3-1 0,-1-1 0,2 0 1,5 0 225,-2-1 1,4 0 0,3 0 0,2 0 0,0-1 0,-1 0 0,-3 0 0,-4 0-1,-5 0-810,16-3 1,-8 0 0,-3 0 0,5 0 507,0 0 1,4-1 0,0 1 0,-4 0-1,-9 1 329,15 0 0,-9 0 0,8 1 0,-15 2 0,-39 4 0</inkml:trace>
  <inkml:trace contextRef="#ctx0" brushRef="#br0" timeOffset="53702">9894 11882 20951,'-24'41'33,"0"-1"1,-3 13 0,4-7 3019,11-19-2902,-2-59-78,19-4 16,1-18 1,4-2 285,11 5-420,19 39 1,7 11-1417,10 15 1461,-16 10 0,5 11 0,-8-4 0,1 12 0,-16-12 0,0-1 0</inkml:trace>
  <inkml:trace contextRef="#ctx0" brushRef="#br0" timeOffset="55898">12572 13405 18470,'7'-50'1923,"0"0"0,-2-1 0,-3 7-2029,-8 14-96,-6 19 247,-5 50-34,-2 14-14,4-5 1,1 2 7,5-16 1,1 1-1195,2 11 1,0 6-1,1-7-267,1 16 1002,2-11 1,1-8-1,1-24 1,0-7-1</inkml:trace>
  <inkml:trace contextRef="#ctx0" brushRef="#br0" timeOffset="57111">11735 13472 19400,'17'-49'1294,"-1"0"0,-2 8 0,-3 5-465,-4 3-939,-18 63 1,-5 19-1144,3-15 0,-2 1 1258,1 7 1,0 4-1,0-1 262,-3 10 1,2-4 278,7-15 0,2-4-485,-4 16-61,-2-69 0,10 5 0,-6-35 0</inkml:trace>
  <inkml:trace contextRef="#ctx0" brushRef="#br0" timeOffset="58278">10889 13791 20677,'-10'-41'341,"0"-1"1,3 6 0,-1 6 426,-8 12-79,-9-2-869,-19 19 135,8 26 1,2 10-1669,8-4 0,3 3 1702,-3 10 0,6 3-216,14-5 0,8-5 149,19-1-1983,28 7 2156,14-44 104,-24-15 1,2-9 0,-7-4 307,-6-16 0,-6-3 761,14 0 1,-10 1-1188,-29 0 0,-11 8-254,-7 13-51,-7 7-2723,-7 21 2947,8 21 0,3-12 0,11 11 0</inkml:trace>
  <inkml:trace contextRef="#ctx0" brushRef="#br0" timeOffset="58794">9786 14464 17456,'59'11'164,"1"-1"0,-1 1 1,1-1-1,-1 1 0,0-1 1,1 1-1,-1 0 0,3-2 1,0 1-1,1-1 1,-1 1-1,1-2 0,-1 0 1,0-2-1,-2-1-160,4-1 1,-1-2 0,-1-1 0,0-1 0,-1 0 0,-1-1 0,0 1-11,4-1 0,-2 1 1,0-1-1,-1-1 1,0 0-1,-1-1-27,-3 0 0,-2 0 1,0-1-1,0 0 1,0-1-1,2 0-1307,4-1 0,3-1 0,0 0 0,-1 0 0,-2-1 0,-3 2 1340,6-2 0,-4 0 0,-1 1 0,0 0 0,8-1 0,3 1 0,-6 0 0,-16 2 0,0 0 0</inkml:trace>
  <inkml:trace contextRef="#ctx0" brushRef="#br0" timeOffset="59831">13957 13581 19473,'59'-15'-317,"1"0"1,0 0 0,0 0 0,0 1 0,3-4 0,-6 0 0,3 5 79,-1 4 1,5 1-1,-8 5 1,-26 11-234,-44 41 467,-29-12 0,-15 3 138,15-10 1,-5 3 0,0 0 0,3-2-183,-4 0 1,4-1-1,3 0 341,-17 15 0,30-10 45,77-35 0,26-13-239,-19 4 1,5-7 133,-12-1 0,9-6 1,1-4-1,-2 1 1,-10 1 145,12-11 1,-12-5 26,-10-6 0,-5-7 0,-20 6 506,-40 3 0,-15 5-1120,15 2 0,-1 4 2,-15 7 0,16 15 297,50 32 1,18 13-90,2 2 0,2 4-1207,-11-7 1,0 2-1,-3 0 445,14 15 1,-15 1 304,-33-4 0,-7-3 1,4 2-1,-22 5 0</inkml:trace>
  <inkml:trace contextRef="#ctx0" brushRef="#br0" timeOffset="60494">15657 13417 22559,'21'-45'-34,"1"0"1,19 11-1,10 4 1,-3 11-34,-9 12 0,0 13-20,8 17 1,3 13 0,-17 3-2696,-25-3 0,-10 4 3401,-2 7 1,-4 4 0,-3-10 1035,-16-5-1672,47-23-724,23 4 1,6 2 723,-8-2 0,-2 3 20,8 14 0,-10 5 27,-22-7 1,-12-1 31,-21 6 0,-11-3 344,-1-7 0,-4-3-5322,-13 3 1,-1-5 4105,13-10 0,4-4 1,-4-2-1,25-5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3:52:52.6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1051 2047 7533,'0'0'0</inkml:trace>
  <inkml:trace contextRef="#ctx0" brushRef="#br0" timeOffset="611840">3218 2187 19703,'-17'-43'395,"0"-1"1,-8 3 0,-5 16 57,-25 48-375,17-6 1,-1 7-49,4 8 0,0 6 0,4 0-44,-2 6 0,6 3-16,8-5 0,3 2 0,10-4 69,34 18 28,-3-35 1,5-10 147,16-22 1,0-16 25,-8-12 0,-3-8-178,-9 6 1,0-3 0,-4 2-11,-2-6 0,-3 1 115,-1 0 0,-4 6 191,-4 14-343,-3 8 1,-15 34-6,-4 20-13,5 1 0,1 9 1,2-3-8,5-4 1,2 0 8,-2 22 0,8-4 5,13-26 1,7-8 33,3-8 1,4-7-7,8-7 1,0-8 22,-4-3 0,-4-10 50,1-25 1,-8-7-35,-15 19 1,-4 1-37,1-8 1,-4 3 8,-9-1 11,2-2-45,18 3-3,7 10 1,5 4-32,18 1 15,4 16 0,-2 13 41,-6 32-16,-14-12 0,-5 3-15,-15 11 1,-5 3-11,-1-2 0,2-2-4,1-3 1,5-2 6,20 22 38,12-34 29,14-29 181,-11-38 1,-8-14-155,-25 23 1,-3-1-71,17-19 1,-10 0 78,-39 19 0,5 6-118,46 9 1,7 2-31,-19-21 57,20 37 1,16 13-1,-9 5-347,0 30 326,-9-7 0,-3 5-1901,-16-5 0,-6 2 1915,-5 3 0,-2-2 0,3 15 0,-8-5 0</inkml:trace>
  <inkml:trace contextRef="#ctx0" brushRef="#br0" timeOffset="612152">4876 2106 21483,'46'-7'-986,"1"1"0,-1-1 1,11-1-1,-9 1 0,-14 4 1,-22 2-1</inkml:trace>
  <inkml:trace contextRef="#ctx0" brushRef="#br0" timeOffset="612374">4993 2361 23780,'50'-5'-286,"-1"1"0,1-1 1,4 2-1,-8 0 0,-11-7 1</inkml:trace>
  <inkml:trace contextRef="#ctx0" brushRef="#br0" timeOffset="613313">6637 1864 14684,'-61'9'1216,"0"0"1,1 1-1,2-3 1,1 0 0,11-1-1094,-6-1 11,13 20 230,19 31-181,12-18 0,1 7 0,-1 2-90,-3 7 1,-1 2 0,8 4-128,10 1 0,8 3 0,3 0 1,2-9-1673,-1-9 0,1-6 1,7-3 1705,17 8 0,8-3 0,-4-18 0,-9-23 0,-4-10 0,16-7 0</inkml:trace>
  <inkml:trace contextRef="#ctx0" brushRef="#br0" timeOffset="614547">7475 2091 24301,'21'-40'-27,"0"-1"1,0 0-1,5-7 1,0 23-1867,-2 48 1,0 26-1,-11 2 1863,-16-11 0,-11 1 1,-2 5 217,2 3 0,-2 6 0,-2 3 0,-3-4 0,-3-8-24,-15 1 0,-4-8 1,-2-8 347,-21 8 1,20-25-502,61-69-47,7 28 0,8 3-28,8 3 1,7 4-1,-1 8-574,12 17 0,-1 13 638,3 8 0,-4 2 0,-21-12 0,-4 0 0,18 19 0</inkml:trace>
  <inkml:trace contextRef="#ctx0" brushRef="#br0" timeOffset="614809">8232 2372 22543,'-9'46'-42,"-1"0"1,1 0 0,1-2 0,0-6 0,-4 12 0</inkml:trace>
  <inkml:trace contextRef="#ctx0" brushRef="#br0" timeOffset="615534">8819 2113 25225,'23'-60'-34,"0"1"1,-8 15-1,2 20-2813,25 59 0,-5 30 2822,-29-17 0,-15 7 295,-7-2 0,-9 8 1,-3 0-1,1-11-262,-5 0 1,-6-8 152,-11 7 0,-8 0 0,12-24 827,16-37-837,3-16-75,52 6 0,16 2-79,-13 6 0,2 9 3,11 26 0,5 15 0,-11-1 0,-4 9 0,-4 2 0,1-1 0</inkml:trace>
  <inkml:trace contextRef="#ctx0" brushRef="#br0" timeOffset="615744">9630 2415 23534,'-22'37'-246,"0"1"0,-1-1 1,1 2-1,2-5 1,-1-1-1</inkml:trace>
  <inkml:trace contextRef="#ctx0" brushRef="#br0" timeOffset="616578">10045 2059 14006,'21'-33'1013,"-1"0"1,-18 60 0,-6 17 267,-3 6 0,-1 7-1217,-1 0 0,-2 10 1,4-3-1,10-17 964,35 0-894,-9-16 1,5-11 301,1-35 1,5-18 0,-1-2-198,0-6 0,-1-3 1,1 17 902,5 28 1,-1 6-1143,16-20-2458,-48 53 0,-13 30 1,-5 7-1,2-17 1078,2-20 0,0-3 0,-3 18 0,1 5 1,3-22-1,4-31 0</inkml:trace>
  <inkml:trace contextRef="#ctx0" brushRef="#br0" timeOffset="616811">11027 2416 23243,'-2'50'-1639,"0"1"1,1-7-1,0-7 1,1-15 0,0-11-1</inkml:trace>
  <inkml:trace contextRef="#ctx0" brushRef="#br0" timeOffset="617341">11563 2019 23265,'4'-35'823,"0"-1"0,-20 50-717,-2 35 1,1 18-102,4-17 1,1 3 0,1-2-6,1-5 0,2-1 0,5-4 36,7-4 1,6-8 36,23-6 89,17-40 1,5-14-54,-20 10 0,1-3 81,7-6 1,5-5 0,-8 4 122,-13 6 1,-3 3-292,21-4-1648,-49 64 0,-13 19 1536,4-13 1,-4 5-2369,0 5 0,-3 10 1,0 0-1,2-10 2094,0-5 1,0-3 0,3-1 0,0 3 0,6-16 0,9-23 0</inkml:trace>
  <inkml:trace contextRef="#ctx0" brushRef="#br0" timeOffset="617658">12467 2514 23775,'-10'49'-24,"0"1"0,6-15 1,-1-5-1,-8-6 1</inkml:trace>
  <inkml:trace contextRef="#ctx0" brushRef="#br0" timeOffset="618244">13245 2079 18836,'11'-46'1589,"1"1"0,-1-1 0,13 6-3566,-22 69 0,-6 21 1984,0-6 1,-3 5-1,0 2-312,-4 12 1,-2 4 0,1-5-4612,0 3 1,1-6 3921,0-11 0,3-6 0,6-3 1,4-34-1</inkml:trace>
  <inkml:trace contextRef="#ctx0" brushRef="#br0" timeOffset="618574">13997 2323 24351,'-25'59'0,"1"0"0,4-12 0,1 1 0</inkml:trace>
  <inkml:trace contextRef="#ctx0" brushRef="#br0" timeOffset="619393">14976 1885 23271,'-45'-16'264,"1"1"1,0-1-1,-16-6 1,3 15-2897,5 35 1,7 14 2802,15-7 0,3 2 248,-4 3 1,5 3-328,11 5 1,6-4 1592,2-4-1416,-1 9-107,14-35-78,20-28 0,8-9 3063,16-3-3149,-3 13 0,10 2 0,-5 8 383,-3 11 1,-3 8-386,-1 1 0,1 4 1,-8 3 14,-8 11 0,-12 5-14,-21 10 1,-11 0-54,-2-18 0,-6-3-166,-21 10 1,-9-7-2574,1-19 0,0-7 2795,13 1 0,2-4 0,-29-7 0,55-1 0</inkml:trace>
  <inkml:trace contextRef="#ctx0" brushRef="#br0" timeOffset="619610">15665 2361 23276,'-17'47'-167,"1"0"1,0 0 0,2 9 0,0-11 0,-6-23 0</inkml:trace>
  <inkml:trace contextRef="#ctx0" brushRef="#br0" timeOffset="620145">16249 1839 26340,'-3'49'-140,"1"1"0,-1 0 0,-1 8 0,-1 0 140,-5 10 0,-1-8 0,2-13 0,-4 7 0</inkml:trace>
  <inkml:trace contextRef="#ctx0" brushRef="#br0" timeOffset="620732">16925 1583 22727,'64'-11'226,"0"-1"0,0 0 1,-9 2-1,-3 1 1,-6 0 271,14-1-358,-28 15 213,-10 16 0,-11 23-258,-7-12 1,0 2 44,2 9 0,0 4-43,-2-4 0,0 4 0,1-1-75,0-1 1,1 1-1,-1 1 11,3 15 1,1 3 0,-5-2-1206,-2-11 0,-4-2 1,-4-1 778,-5-3 1,-4 0 0,-8-6 392,-17-1 0,-9-5 0,3-6 0,3-7 0,2-5 0,-11-2 0,1 0 0</inkml:trace>
  <inkml:trace contextRef="#ctx0" brushRef="#br0" timeOffset="624994">1749 3839 22537,'17'45'11,"-1"-1"0,0 0 0,1 1 1,0 0-1,-1-8 314,5 9-34,5-12 364,17-63-286,-21 3 1,-2-6-171,8-14 0,0-3-154,-2 7 0,-1 2-118,-6 9 0,2 4-263,24 4-638,11 44-43,-24-3 0,2 3-725,9 4 0,4-1 748,3-5 0,2-6 1344,4-11 0,-1-8 924,-2-5 1,-3-6-52,-11-1 1,-6-3 227,5-25-667,-38 17-397,-21 6-247,-22 27-101,11 15 0,-1 7-48,7 0 1,1 3-1,-2 7 1,7 2-3,14 14 50,26-23-5,27-33 81,-17-14 0,-2-7 39,-1-2 0,-4-3 162,-3-4 1,-6 1-300,-9-3 5,-24 52-22,-2 35-34,8-6 1,8 2-20,11-4 0,12-4-37,12-9 0,8-9 70,8-13 1,4-11 58,4-11 1,-1-16 17,-19-5 0,-2-12 1,-2-4-1,-3 2 40,1-7 0,-4 1 0,-2-5-117,-1 2 0,-2-5 1,-1 1-1,-5 6 167,-3 3 1,-3 5 0,-8 16-193,-8 20 39,3 19-4,-1 33 1,2 23 0,1-8 0,2-22 1,1 1-48,0 10 0,0 10 0,1 2 0,4-7-126,9 7 0,3-3 129,-4 15 0,8-11 61,10-34 1,3-16-1587,-3-24 0,-3-11 1620,3-9 0,-2-2 271,-5-4 1,-1 13-297,0 27-51,-11 26-8,-3 19 0,4 3 31,7-15 0,4-4 19,2-1 1,4-6 3450,33-18-3386,-15-24-1,-23-13 1,-4-6-37,-5 11 1,-3-3-300,0-17 0,-5 2-1362,-6 13-4396,-4 26 6021,2 36 0,1 1 0,2-8 0</inkml:trace>
  <inkml:trace contextRef="#ctx0" brushRef="#br0" timeOffset="625411">4269 3962 26172,'50'-39'354,"-1"1"1,-14 11 0,-10-2-288,-21-11 0,-15 5 118,-49 25-188,30 29 1,6 15-3275,12 7 0,7 8 0,1-4 3162,-6-2 0,6-2 0,16 18 1,7-15-1,-10-39 0</inkml:trace>
  <inkml:trace contextRef="#ctx0" brushRef="#br0" timeOffset="626091">5152 3840 23198,'54'-14'-206,"0"0"0,0 4 0,3 0 0,-11 4 0,-1 3 0,-3 1 1,0 0-1</inkml:trace>
  <inkml:trace contextRef="#ctx0" brushRef="#br0" timeOffset="626214">5313 4073 23119,'58'-8'-120,"-1"-1"1,0 0 0,-6 4 0,-5-1 0,-9-3 0,1 1 0</inkml:trace>
  <inkml:trace contextRef="#ctx0" brushRef="#br0" timeOffset="627064">6423 3706 22151,'57'-1'-58,"1"1"0,0-1 1,10 4-1,-22 13 38,-47 30 1,-23 10 125,-3-10 1,-9 1 0,2-5-46,-1-5 1,6 0 92,4 17 0,21-11-275,37-35 1,17-11-412,10 2 1,9-3 0,-7-2-1,-8-1 1,-2-1 0,11-5-1,1 0 1</inkml:trace>
  <inkml:trace contextRef="#ctx0" brushRef="#br0" timeOffset="629842">1889 5308 17288,'-47'-9'312,"0"0"0,6 0 0,3 7 786,-10 31-3508,10 2 0,-1 3 2435,9-12 0,2 3 674,-14 21 0,17 0-638,53-6 374,3-10 1,8-3-440,6-10 0,7-3 1,-1-1-3,-7-1 0,-1-2 1,0 2 80,26 4 1,-19 7 3434,-47 22-3454,-37-4-25,0-21 1,-9-1 0,-3-3-10,-12 0 1,-5-2-1,4-5-848,-2-2 0,4-7 826,-9-3 0,15-10 0,39-13 0,21-3 0</inkml:trace>
  <inkml:trace contextRef="#ctx0" brushRef="#br0" timeOffset="630128">2395 5246 23047,'-7'65'-138,"0"-1"0,0 0 0,-1-5 1,0-1-1,-1 1-2508,1 4 0,0 2 1,1-6 1512,-3 3 1,2-8 0,1 5 0,6-39 0</inkml:trace>
  <inkml:trace contextRef="#ctx0" brushRef="#br0" timeOffset="631272">2228 5740 21707,'58'-16'60,"-1"1"0,1-1 0,-1 1 0,-2-2 1,0-2-1,-4 3 0,-12 9 500,0 12 437,-33 40-683,-23 2 363,49-19-447,11-38-183,-7-7 1,-5-7 541,-18-36-214,-20 12-202,1 13 1,-5 4-84,-28 3-96,0 36-1749,8 42 0,8 15 1548,12-22 0,6 3-411,1 8 0,3 6 0,7-8-881,12-9 1,9-7-2056,16 2 0,9-16 5583,3-39 1,5-19 0,-4 3-801,-8 16 1,-4-4-321,6-23 0,0-11 0,-25 20-892,-27 29 39,-2 31 0,-3 21-53,-2 0 1,-2 7 0,0-1-762,4-4 0,-1 0 0,0 4 727,-1-1 1,-2 6 0,-1 1 0,2-3 0,1-9 66,1 6 1,1-5 736,-2 5 0,0 2 0,7-29-737,14-63 0,6-26-25,-7 21 1,-1-6 12,1-7 0,2-10 0,-1-1 0,-1 7 2,-4 15 0,-2 4 0,4-3-38,3-9 1,3-4 0,2 0 0,3 6-8,2 3 1,2 6-1,9 7-23,8 10 0,10 6 0,0 6 0,-6 7 1743,6 9 1,-11 17-1663,-23 20 1,-11 12-1,-12-4-59,-28 2 0,-17-5-44,2-8 1,-7-1 0,2-11 63,-2-16 0,6-8 0,7 1 0,4-13 0</inkml:trace>
  <inkml:trace contextRef="#ctx0" brushRef="#br0" timeOffset="631647">3978 5836 24279,'48'-11'31,"-1"0"1,-2 0 0,-3 2-2116,18-1 1473,-10 1-143,12 0 0,-36 4 0,-6 2 0</inkml:trace>
  <inkml:trace contextRef="#ctx0" brushRef="#br0" timeOffset="632231">5009 5458 23231,'1'-38'1064,"-1"1"0,-12 56-3872,5 9 1,0 12 2807,-3 5 0,-2 13 0,-1 5 0,0-5 0,2-11 0,2-7 0,-1-2 0,-3 18 0,0-1 0,-1 0 0</inkml:trace>
  <inkml:trace contextRef="#ctx0" brushRef="#br0" timeOffset="632916">6874 5824 20722,'9'-46'896,"1"1"0,-1 0 0,5-15 1,-8 23-869,-8 36 22,-7 24 0,-3 20-476,2 3 1,0 10 0,1 3 0,-1-9 0,-3 3 0,0-1 0,2 9 0,1-1 0,0 1 0</inkml:trace>
  <inkml:trace contextRef="#ctx0" brushRef="#br0" timeOffset="633247">7270 5357 21814,'-48'32'48,"0"1"1,5-23-1,16 1 146,51 34 0,23-9 646,9-60-241,-16 1 0,-7-7-375,-24-5 0,-11-3-213,-5 2 0,-8 6-190,-30 5-549,20 42 728,22 14 0,4 3 0,-6 1 0,25 24 0</inkml:trace>
  <inkml:trace contextRef="#ctx0" brushRef="#br0" timeOffset="633527">7781 5550 20369,'52'1'-1229,"-1"0"0,0 1 0,1-1 0,9 0 1,-2 0-1,-21 1 0,-27-1 0</inkml:trace>
  <inkml:trace contextRef="#ctx0" brushRef="#br0" timeOffset="633717">7689 5884 23875,'60'-15'0,"-1"1"0,1-1 0,-1 1 0,0-1 0,1 1 0,-1-1 0,1 1 0,-1-1 0</inkml:trace>
  <inkml:trace contextRef="#ctx0" brushRef="#br0" timeOffset="633983">8683 5407 26390,'-6'-46'473,"1"0"1,-8 12-502,8 85-59,0 7 0,-3 10-3190,-2-8 0,-2 4 0,1-4 1638,2-1 1,0-2-1,-6 11 1,2-16 0,10-43-1</inkml:trace>
  <inkml:trace contextRef="#ctx0" brushRef="#br0" timeOffset="637150">4904 7591 20436,'-7'-59'1042,"1"-1"0,-1 7 0,4 23-969,7 54-68,4 13 1,3 12-1,0-4-11,-2-4 1,1 2-5,4 14 1,3 7 0,-1-12 155,10 2 50,25-31-185,-6-55-84,-18-7 0,-2-7-417,3-4 0,2 1-1151,9 9 0,4 4-191,-3 6 1,4 5-1334,2 9 1,6 3-1,-5 4 2834,-9 3 1,0 1 1159,25-3 0,-4-1 5175,-20-2-1013,11-21-2588,-39 6-1625,-28-1-453,1 16-140,-17 23 0,-5 12-110,14 2 1,2 4-82,-12 12 1,6 4-48,11-1 0,18-9-1481,40-27 1,11-9 1622,-2 9 124,-7-25 0,6-12 0,-13-4 291,-22-5 0,-6-1-140,16-17-364,-28 3 11,-9 72-11,-12 40-25,16-19 1,2 6 0,5-3 15,7 4 1,9-3 19,7 6 1,10-14 4,17-35 1,8-22-6,-15-9 0,2-13 1,0-4-1,-4 3 11,-1 1 1,-3 1-1,-1-5 4,1-7 1,0-6 0,-2 0 0,-8 9-2,-3 2 0,-11 6 331,-14 1 0,-8 16-373,-11 46-1126,-3 2 1,-1 6 1130,3 21 1,8 10-563,8-14 0,3 7 0,3-1 0,2-4 232,6 14 1,12-5 621,11-9 0,9-2 0,4-20-238,-1-28 1,4-17 0,0-7 312,-5-3 1,2-7 0,-2-1 0,-6 4-365,3-4 1,-9 4 36,-6-7-28,-50 90-23,25-5 1,7 9 0,6-9 5,28 3 22,-12 1 1,7-15 160,7-49 1,8-25-1,-10 1-93,-18 14 0,-4-3-341,12-18 1,1-7 0,-12 11 1455,-19 14-3227,-11 4 1472,27 63 0,-8-16 0,9 3 0</inkml:trace>
  <inkml:trace contextRef="#ctx0" brushRef="#br0" timeOffset="637558">7413 7496 24956,'52'-1'318,"0"0"0,0 0 0,2-6 0,-9-8-114,-16-12 1,-16-2 153,-57-11-246,-5 41-84,2 28 0,10 15-2215,36 6 0,9 4 1621,-7-5 1,4-3 0,13-2-1,6-12 1,6-24 0</inkml:trace>
  <inkml:trace contextRef="#ctx0" brushRef="#br0" timeOffset="638233">8268 7357 22722,'55'-19'-661,"1"-1"0,-6 8 0,3 1 0,-6 4 218,-10 4 1,0 5-1517,13 9 1,5 7-1,-24 4 2911,-52 30 193,22-7 1,-8 0 786,-40-4 1,-11-5 400,21-10 0,8-2-2384,15 4 51,63-30 0,18-12 0,-5 0 0,-2 1 0,-1 0 0</inkml:trace>
  <inkml:trace contextRef="#ctx0" brushRef="#br0" timeOffset="640540">10032 7276 23237,'-55'13'457,"-1"1"0,5-9 1,14-10-436,35-37-2,12 12 0,8 0-32,6-2 1,8 7-82,16 11 1,1 9 87,10-1 7,-18 29 1,-14 15-6,-41 15 1,-19 7-26,12-15 0,-3 1 0,-6 1-151,-5 2 1,-6 1 0,-2 0 0,-1-5 248,6-8 0,-2-3 0,1-3 0,0-4 44,-2-1 0,0-4 0,3-6-72,0-5 0,9-12 81,27-60-95,35 24 0,15 7-104,-4 14 1,7 9-3202,8 5 0,8 7 0,-7 3 2714,-4 7 1,-6 3-1,4 9 1,-11-4-1,-25-16 1</inkml:trace>
  <inkml:trace contextRef="#ctx0" brushRef="#br0" timeOffset="640974">10768 7042 22447,'-38'37'620,"1"0"0,-1 0 1,-4 0-1,14-21-138,40-47 0,12-13-387,0-2-84,4 1 0,8-5 1,-3 24-21,-5 44 1,-1 8-26,19-9 34,-15 15 0,2 11 0,-7-8 0,-9-12 0,6 6 0,-1 0 0</inkml:trace>
  <inkml:trace contextRef="#ctx0" brushRef="#br0" timeOffset="643409">8933 3217 14185,'-58'-4'2221,"0"0"0,10 0-2143,47 6-109,40-2 1,24-4-7,-11-1 1,0-1 153,6 0 1,-7 0-409,-11 2 268,-65 14 1,-21 5 130,6-4 0,-3 0 1,-1 1 83,-5 2 1,-1 1-1,3-1-46,-7 1 0,10-3 229,22-3-280,26-10-95,37-7 0,26-5 0,-10 2 0,-11 0 0,3 1 0,0-1 0,0 1 0</inkml:trace>
  <inkml:trace contextRef="#ctx0" brushRef="#br0" timeOffset="644295">11646 7278 21971,'14'-57'254,"1"1"0,-4 7 0,7 5-173,27 7 0,8 10-92,-19 13 0,1 5-3,20-11 0,-3 14-23,-11 39 1,-16 16 11,-28-3 0,-14 7-48,0-9 0,-5 5 0,-3 1 1,-2-4 36,-11 2 1,-5-5-1,2 2 60,-4 6 0,1 0 1,16-6 188,22 10-196,43-17-169,14-37 1,11-12-273,-17 4 0,2-1 0,-4 1 0,2 0 0,-3 0 0,5-1 0,-1 0 0</inkml:trace>
  <inkml:trace contextRef="#ctx0" brushRef="#br0" timeOffset="646173">22580 924 22587,'-18'59'-26,"0"0"0,1 0 0,-1 0 0,0-6 0,2-4 1,2-4-1,6-7 0,-1-1 0</inkml:trace>
  <inkml:trace contextRef="#ctx0" brushRef="#br0" timeOffset="646708">23213 953 22207,'-22'48'50,"-1"-1"0,1 1 1,-1 0-1,-2-1 1,2-3-1,16-3-1648,25-2 1,15-3 0,3-12 1933,2-17 0,3-11-155,3 1 0,3-4 0,-8-7 851,-6-21 0,-13-8-842,-19-11 1,-14-1-145,-7 9 0,-10 5-46,-12 6 0,-4 9 0,-8 7 0,10 32 0</inkml:trace>
  <inkml:trace contextRef="#ctx0" brushRef="#br0" timeOffset="647598">22402 2046 20940,'7'-44'696,"0"0"1,1-3 0,-2 20-2521,-8 53 1,-4 31 0,-1 0 1823,-2-6 0,-1 0 0,0 2 0,0 7 0,0 1 0,0-3 0,-4 4 0,-1 0 0</inkml:trace>
  <inkml:trace contextRef="#ctx0" brushRef="#br0" timeOffset="648023">23237 1973 21483,'-54'34'254,"-1"0"1,1 0-1,12-6 1,3 0-1,10 5-206,7 25 0,20 1 159,21-20 0,10-10 11,5-22 1,4-9-2026,8-6 1,-3-9 2052,-5-13 0,-7-5 293,-9 6 0,-8-2-458,-12-14 1,-9 2-60,-13 1-235,1 11 1,-6 8 212,-22 24 0,18-6 0,3 20 0</inkml:trace>
  <inkml:trace contextRef="#ctx0" brushRef="#br0" timeOffset="648430">21972 2980 7736,'-58'20'1577,"94"-21"1,40-9 0,0 1-1463,-15 4 1,0-1 0,11-1-143,-25 1 0,6-1 0,5-1 0,4-1 0,1-1 1,2 1-1,-1-1 0,-3 0 0,-3 1 0,-5 0 4,7-1 0,-5 1 1,-3 0-1,-1-1 1,2 0-1,4-1 23,-1 1 0,5-2 0,2 0 0,0 0 0,0-1 0,-3 1 0,-5 1 0,-6 0 0,19-4 0,-8 2 0,-5-1 0,7-4 0,0 0 0</inkml:trace>
  <inkml:trace contextRef="#ctx0" brushRef="#br0" timeOffset="649297">23342 3445 21651,'-13'-43'198,"0"-1"0,-8 7 1,-1 16-171,-14 57-40,11-6 1,3 7 31,8 18 0,11 2 369,10-23 0,7-4-101,5 2 1,5-13 66,10-29 1,-1-17-82,-10-6 1,-5-4-217,0 4 1,-8 0-599,-18-6 0,-11 7-4479,-20 13 4171,-19 6 0,25 21 0,20-3 0</inkml:trace>
  <inkml:trace contextRef="#ctx0" brushRef="#br0" timeOffset="649727">22528 3552 19932,'-37'27'145,"0"0"1,-1-1 0,-9 19 0,20 1 125,41-6 1,20-3 974,16-6 1,7-15-556,-8-22 1,-2-13-636,1-10 0,-16-10-56,-45-14 0,-15-1 0,3-4 0,-6 41 0,0-1 0</inkml:trace>
  <inkml:trace contextRef="#ctx0" brushRef="#br0" timeOffset="650883">21262 2441 13335,'1'-35'274,"0"1"1,-4-14 2346,-17 94-2509,-3-4 3853,-6-14-3741,21-41-719,21-35 0,11-9 523,-7 21 0,4 3 637,13-6 0,7 0 0,-3 21-5581,0 42 1,-2 12 4018,1-20 0,-3 3 0,-7 19 0,-11-3 0,-13-27 1</inkml:trace>
  <inkml:trace contextRef="#ctx0" brushRef="#br0" timeOffset="653066">8960 8940 18016,'62'-16'-984,"0"1"1,0-1 0,0 0 0,4-1 0,-4 0 0,-7 5 0,-8 6 0,-9 3 0,-10 1 0</inkml:trace>
  <inkml:trace contextRef="#ctx0" brushRef="#br0" timeOffset="653248">8951 9258 15916,'47'-20'-545,"1"0"1,-1 0 0,6-3 0,-10 4 0,-10 9 0</inkml:trace>
  <inkml:trace contextRef="#ctx0" brushRef="#br0" timeOffset="653672">10508 8705 23506,'-40'45'6,"0"-1"1,-1 1 0,6-2 0,3-1-1,14-3 0,32 22 252,30-14-12,-9-42 0,3-10-123,0-3 1,-1-7 52,3-9 1,-3-8 260,-7-10 0,-9-1-252,-10-18-320,-10-3 135,-52 35 0,35 20 0,-15 2 0</inkml:trace>
  <inkml:trace contextRef="#ctx0" brushRef="#br0" timeOffset="655438">1936 10683 22515,'-51'-20'43,"0"0"1,1 0 0,5 2-1,2 2 1,0 13-46,-6 25 0,0 17 0,7 1-23,4 1 0,8 5-1890,9 2 0,6 5 1,17-7 1887,27-13 1,18-6 0,0-3 5,-6 0 1,-1-1 0,3-4 467,19-6 0,3-5 0,-31 9-378,-53 11 0,-27 7 0,5-4 797,-3 10-932,-1-16 0,-15 1 0,-2-2 0,13-8-3401,-16-9 2900,6-9 0,39 0 0,17-4 0</inkml:trace>
  <inkml:trace contextRef="#ctx0" brushRef="#br0" timeOffset="655698">2324 10611 23842,'-1'52'-519,"-1"0"-1,1 0 1,-1 0 0,-1 8 0,-2-3 0,0 2-290,-1 7 1,0 2-1,-2-9 1,0-12-1,1-6 1,3 17-1</inkml:trace>
  <inkml:trace contextRef="#ctx0" brushRef="#br0" timeOffset="656292">2327 11079 21142,'20'-42'37,"-1"1"0,5 2 1,10 4 368,15 12 0,16 5 0,2 3 1,-10 2-318,2-3 1,-11 1 173,2-13-8,-82 51 0,-19 14-269,18-11 0,4 2 16,3 11 1,17-4 53,53-16 0,-10-18 0,1-10 383,8-17 1,-9-11-126,-19 3 0,-13-1-43,-14-6 1,-14 8-247,-11 26 1,-6 11-40,-1-1 0,5 13-34,11 41 1,18 10-177,20-26 0,10 0-844,-1 2 0,5 2 0,5-6-2209,6-11 0,6-6 0,-2-3 3009,8 5 0,-2-6 0,-7-6 0,-6-5 1,-11-6-1</inkml:trace>
  <inkml:trace contextRef="#ctx0" brushRef="#br0" timeOffset="656775">3289 11116 25550,'-6'54'-5,"0"0"1,0 0 0,0 0 0,0 0 0,-1 8 0,1 2 0,0-7 0,0-17-30,1-14 49,7-51 0,3-29 0,-1 1 16,-5-5 0,0-3-35,4 2 0,1-6 0,-3-1 25,-5 9 0,-3-5 0,-1 4 0,3 12-26,3-17-20,15 3 1,9-10 0,6 26-21,30 44-1400,-17 21 0,5 10 0,-13 3 1447,-17-3 1,-9 5 218,1 9 1,-3 5-1,-15-9-252,-43-8 0,-13-14-821,24-7 1,1-5 851,-11-3 0,6-6 0,14-9 0,37-12 0</inkml:trace>
  <inkml:trace contextRef="#ctx0" brushRef="#br0" timeOffset="657029">3938 10901 17014,'46'-9'0,"0"-1"0,-9 3 0,0-1 0</inkml:trace>
  <inkml:trace contextRef="#ctx0" brushRef="#br0" timeOffset="657775">4491 10669 21915,'19'-40'189,"0"0"0,0 0 1,6-1-1,4 3 1,2 15-168,13 28 1,-1 15 19,-4 1 0,-13 10-12,-26 9 1,-15 13 0,-7 2 0,1-6 34,-4-4 0,-3-4 1,6 1-992,6 8 1,6 0 0,14-13-3991,22-20 1,11-10 4001,27-8 0,2-7 0,-15-1 1,-12 1-1,-27 6 0</inkml:trace>
  <inkml:trace contextRef="#ctx0" brushRef="#br0" timeOffset="658219">6775 10664 20839,'15'-50'1505,"1"0"0,1-11 0,-6 25-1415,-16 71 0,-7 26-1937,1-12 0,-1 4 1,0 1 1314,2 2 1,0 2-1,-1-2 1,-2 2 0,-1-1-1,6-17 1,8-22-1</inkml:trace>
  <inkml:trace contextRef="#ctx0" brushRef="#br0" timeOffset="658666">7266 10176 23343,'-12'44'239,"-1"0"0,0 1 0,-2 0 512,68-34-595,-31-41 1,-13-10-255,-26 0 0,-9 15 98,6 32 0,-28-14 0,46 51 0</inkml:trace>
  <inkml:trace contextRef="#ctx0" brushRef="#br0" timeOffset="658908">7625 10486 23069,'59'-15'-1229,"-1"0"0,0 0 0,0 1 0,12-5 1,-3 0-1,-24 9 0,-32 10 0</inkml:trace>
  <inkml:trace contextRef="#ctx0" brushRef="#br0" timeOffset="659088">7524 10858 23719,'53'-20'-46,"0"0"1,-1 0-1,1 0 1,1-4-1,-4 2 1,9 6-1,0 0 1</inkml:trace>
  <inkml:trace contextRef="#ctx0" brushRef="#br0" timeOffset="659518">8509 10423 24749,'13'-40'-43,"1"-1"0,35-2 0,11 18-2972,-16 32 0,0 16 2587,-6 0 1,0 6 0,-12 5 775,-17 19 1,-18 4-161,-10-11 1,-9 1 0,-2-5 1387,-24 6 1,22-12-1364,73-20-488,-3-15 1,9-8 31,4-3 1,10-6 0,-1 0 0,-7 2-1,-1 1 1,-5 2 0,5-2 0,0 1-1</inkml:trace>
  <inkml:trace contextRef="#ctx0" brushRef="#br0" timeOffset="662338">5728 12381 21752,'-9'-53'498,"-1"-1"1,0 9 0,5 18-409,21 63-71,-3-1 1,1 7-15,3 2 1,3 5 0,-1-3-15,2 1 1,-1-2 195,3 2 1,-1-11-65,-2-26 113,13-36-192,-14 1 1,1-5-499,19-20 1,3-1-561,-12 14 0,3 4 1014,4 6 0,3 2 0,-5 6 0,3 3 0,15 8 0</inkml:trace>
  <inkml:trace contextRef="#ctx0" brushRef="#br0" timeOffset="663337">6762 12339 23198,'-42'21'-157,"0"1"0,0-1 0,-4 12 1,14 2 200,32 24 155,32-46 0,8-9-104,5-13 636,2-31 0,-9-8-294,-23 15-393,-1-11 1,-5 15-218,-17 77 178,4-32-81,21 44 1,17 0-3351,22-45 3440,0 4 0,2-12 42,-4-32 0,-4-20-402,-22 9 0,-1-7 0,-2-2 1,-1 2 369,3-2 0,-3 2 0,-2-7-112,-8-2 1,-1-9-1,-3-2 1,-1 3 0,-3 12 28,0 2 0,-3 3-3,-2-13 1,0-3-1,-4 31 5,-7 59 1,-3 39 0,0 0-21,4-16 1,1 0-1,0 4-115,-1-6 0,-1 5 1,1 1-1,1-1 1,5-3-178,3 0 1,3-2 0,3-3 0,5-7 203,10 8 0,10-14 251,16-20 1,5-16 548,-8-15 1,-4-10-504,2-11 0,-6-4 1786,-7 0 0,-5 9-1918,0 24-96,10 9 510,20-25 1,0-4-2746,-18 19 2331,7-15 0,7-9 0,-19 7 0,-28 11 0,15 27 0</inkml:trace>
  <inkml:trace contextRef="#ctx0" brushRef="#br0" timeOffset="663764">8351 12416 25494,'42'-26'390,"1"1"1,0-1 0,20-22 0,-30 14-111,-76 42 0,-17 14-297,17 2-30,2 1 0,-5 8 1,19 3 46,49 23 0,15-3 0,-20-13 0,18-10 0,0 1 0</inkml:trace>
  <inkml:trace contextRef="#ctx0" brushRef="#br0" timeOffset="664327">9280 12281 19865,'58'-4'0,"-1"0"0,0-1 0,-11 2 0,-1-1 0,1 0 0</inkml:trace>
  <inkml:trace contextRef="#ctx0" brushRef="#br0" timeOffset="664463">9274 12523 24251,'48'-9'-163,"1"-1"1,-1 0-1,0 0 1,0 2 0,-4 1-1,-7-1 1,11-8-1</inkml:trace>
  <inkml:trace contextRef="#ctx0" brushRef="#br0" timeOffset="665490">10498 12344 23987,'-39'48'-74,"0"1"0,0-1 0,8 21 0,26-12-2692,44-37 0,17-13 2895,5 1 0,1-14 678,-16-19 1,0-12-1,-8 0-656,-6-1 1,-8-4-38,-5-2 0,-4-5 0,-12 6 259,-15 6 1,-14 8-374,-25 7 0,-3 8 0,1-6 0,13 24 0,1 0 0</inkml:trace>
  <inkml:trace contextRef="#ctx0" brushRef="#br0" timeOffset="666348">11461 12037 23612,'-24'41'709,"0"0"1,0 0 0,-8 9-528,49-81 0,16-22 22,4 0 1,5 3-163,1 10 0,1 11-70,-5 18 0,-2 12-2074,-3 17 0,-3 12 2102,-1 15 0,-6 3 0,5 10 0,-5 1 0</inkml:trace>
  <inkml:trace contextRef="#ctx0" brushRef="#br0" timeOffset="667325">12493 12364 21618,'19'-42'635,"0"1"1,-1-1 0,5-4 0,-8 22-1991,-20 47 0,-12 32 0,-4 9 0,6-11 1352,3-4 1,2 1 352,-5 3 1,-5 9 0,5-4 0,13-18 573,33-16 160,2-20-768,18-31 1,5-12-191,-20 9 0,2 5-1120,25 6 0,-4 18 1027,-20 46-33,-23 10 0,-7 16 0,-5-8 0,-6-17 0,-4-1 0,1 20 0,-1 0 0</inkml:trace>
  <inkml:trace contextRef="#ctx0" brushRef="#br0" timeOffset="684667">28106 518 28774,'-53'14'-693,"-1"0"1,2 7 0,6 9 270,20 3 1,4 8 0,5-1 15,-2 15 1,8 1 150,10 5 0,13-6 133,18-17 0,11-11 136,7-11 1,3-10 133,1-12 0,-4-11-471,-6-18 1,-9-9 421,-9-3 1,-9-3-16,-4-8 0,-7 0-14,-5 14 0,-3 2-84,-2 4 0,-1 4-1437,-4 2-3305,-12 17 4756,-1 32 0,5-4 0,3 6 0</inkml:trace>
  <inkml:trace contextRef="#ctx0" brushRef="#br0" timeOffset="685181">29061 592 23478,'-54'6'136,"-1"-1"0,-4 19 1,7 11-177,23 7 1,12 9-73,14-4 0,9 4 0,5-6 98,10-8 0,8-8 89,24-1 1,5-17-1638,-13-25 1,-4-15 1768,-6-8 1,-8-6-38,-7-3 1,-8-1-70,-12 1 0,-6 2 16,-2 8 1,-3 4-1288,-17-14 1170,14 81 0,6-29 0,9 46 0</inkml:trace>
  <inkml:trace contextRef="#ctx0" brushRef="#br0" timeOffset="685630">29862 596 24217,'-44'44'-15,"-1"0"0,13 15 0,19 1 26,31-14 1,13-3 128,0 4 0,0-21 235,-5-60 0,-3-32 1,-4 7-376,-7 25 0,-3-3 0,-5-27 0,-5-10 0,-4 22 0,-4 34 0</inkml:trace>
  <inkml:trace contextRef="#ctx0" brushRef="#br0" timeOffset="686392">28080 1736 15372,'6'-45'2232,"0"0"0,1 0 0,-4 0 1,-3 20-2189,-4 59-44,-1 6 0,-1 14 0,-1 3 0,0-6 0,-7 12 0,2-1 0,6-5 0,0-1 0,0 1 0</inkml:trace>
  <inkml:trace contextRef="#ctx0" brushRef="#br0" timeOffset="686938">29115 1586 24071,'-36'36'29,"1"0"0,-1 0 0,1 0 1,-2 19-1,13 0-80,7 1 1,20-10 167,50-27 1,14-20-3,-28-14 0,-2-8-20,18-7 0,-8-8 143,-31-8 0,-14-3-129,-7 11 1,-8 2-634,-16-8 1,-4 11-8114,0 24 8637,-6-3 0,46 37 0,3-19 0</inkml:trace>
  <inkml:trace contextRef="#ctx0" brushRef="#br0" timeOffset="687315">29974 1546 24710,'-18'56'-22,"0"0"1,0 0-1,0 0 1,-8 9-1,1-3 1,24-18-2737,48-25 1,14-19 2886,-28-5 0,-1-5 712,16-3 0,-4-10-337,-19-21 1,-12-7 90,-12 13 1,-4-1-560,4-10 1,-6 2-757,-14 10 0,-8 7 153,-19 2 1,12 4 0,4 17 0</inkml:trace>
  <inkml:trace contextRef="#ctx0" brushRef="#br0" timeOffset="689103">26590 2649 10354,'-59'-24'6486,"35"5"-6232,44 10 1,26 1 0,19 1 0,8 1 0,1 1 0,-11-1-1330,-1-1 0,-3 1 0,1 0 0,4 0 0,7 0 1110,-16 1 0,3 0 0,4-1 1,3 1-1,2-1 0,2 1 0,0-1 1,0 1-1,0 0 0,-3 0 1,-1 0 1,1 1 1,-1-1-1,0 1 1,-1 1 0,0-1-1,0 1 1,0-1 0,0 1-1,1-1 1,-1 1-40,-4-1 0,-2 1 0,0 0 0,0 0 0,0 0 0,1-1 0,0 1 0,2 0 0,1 0 0,1 0 0,3 0-66,-7 0 0,3 0 0,3 0 0,1 0 0,2 0 0,1 0 0,1 0 0,-1 0 0,1 0 0,-2 0 0,0 0 0,-3 0 0,-1 0 0,-3 0 0,-3 0 0,-4 0 70,15 0 1,-6-1 0,-4 0 0,-3 0 0,0 1 0,1-1-1,3 0 1,4 0-16,-5 0 0,3 0 0,4 1 0,2-1 0,1 0 0,0 1 0,-1-1 0,-2 0 0,-4 0 0,-3 0 0,-6 0 0,-7 0 3,17-3 0,-9 0 0,-6 0 0,-3 0 10,13-3 0,-9 1 0,2-1 0,-25 3 0</inkml:trace>
  <inkml:trace contextRef="#ctx0" brushRef="#br0" timeOffset="691123">26880 1747 23035,'-51'39'487,"0"0"0,4-5 1,14-19-286,41-54-160,6 7 0,5-2 30,4-5 1,5 2-12,11 2 1,4 8-56,-7 11 0,1 10-60,11 14 1,-2 12-1426,-9 8 1,-3 5 1478,0 0 0,-4-1 0,4 12 0,-22-26 0</inkml:trace>
  <inkml:trace contextRef="#ctx0" brushRef="#br0" timeOffset="692642">30170 2923 21859,'-44'16'165,"1"1"0,3 11 1,2 7-1,17 0-2942,31 0 0,6 1 2791,-26 11 0,7-6 791,40-16 1,9-15-532,6-32 780,-23-30 0,-22-7-1054,-51 25 0,-10 1 0,35-22 0,-2 5 0,-43 39 0,0-1 0</inkml:trace>
  <inkml:trace contextRef="#ctx0" brushRef="#br0" timeOffset="692964">29459 2876 20408,'-49'20'323,"-1"0"0,1 0 0,-1 0 0,-9 7 0,2 1 1,17 5-299,25 16 0,14 2-6,1-8 1,4-2 11,9 8 0,4-21-3308,-5-65 0,0-39 0,1 18 2448,7 32 0,-10-18 0,-2-21 0,-4 4 1,-8 27-1,-6 31 0</inkml:trace>
  <inkml:trace contextRef="#ctx0" brushRef="#br0" timeOffset="694236">29349 2893 19703,'-50'10'698,"0"0"0,-5 8 0,7 6-384,12 25-154,16-6 0,3 2-60,8 19 9,10-23 1,11-3 394,28-4 0,13-13-1797,-2-23 0,3-7 1396,6 10 1,-2-9-126,-11-28 0,-12-10 386,-17-9-244,-23 16 1,-5 2-70,-1 4-1319,-25-1 1,-6 6-1561,6 18 2542,-3-3 1,2 3 0,18 10 0,7 0 0</inkml:trace>
  <inkml:trace contextRef="#ctx0" brushRef="#br0" timeOffset="695877">28259 3105 17748,'17'-48'1215,"-1"0"0,-1-1 1,-2 19-953,-8 32-25,-9 46 1,-8 22-111,5-7 1,0 2 341,-1-2 1,-1 3 0,2-25 111,5-34-520,5-29-31,1-18 1,1-15 0,1 3-2071,2-1 0,1 3 2081,-2 0 0,0 9 868,2 16-899,-12 71 0,-4 29-6,5-14 1,-1 0 3,-4-3 1,0 1-1,9-24-9,14-31 0,-12-5 0,11-56 0</inkml:trace>
  <inkml:trace contextRef="#ctx0" brushRef="#br0" timeOffset="727372">9375 13613 13121,'52'-25'-1477,"0"0"1,-14 4 0,-7 5 0,-6 10-1</inkml:trace>
  <inkml:trace contextRef="#ctx0" brushRef="#br0" timeOffset="727559">9427 13919 17552,'56'-14'-1967,"0"0"1,-15 4 0,-7 2 0,-7-1 0</inkml:trace>
  <inkml:trace contextRef="#ctx0" brushRef="#br0" timeOffset="728397">10719 13541 18201,'11'-43'1564,"0"-1"1,4-16 0,-6 23-6967,-21 69 5458,9-37 448,-9 29 1,-8 26-1,1 1-470,-5 7 0,-1 2-48,7-14 1,0 2 0,5-1-673,3 17 1,7-6 758,7-5-31,26-47 0,6-13-17,-7-10 1,-1-7 1113,10-4 0,0-2-1078,0-2 1,-2 1 166,6-5 108,5 34-39,-34 49-276,-15-4 0,-7 12 0,-1 4 0,0-6-21,2-4 0,0-3 0,-2 2 0,-7 16 0,-3 3 0,5-13 0,3-3 0</inkml:trace>
  <inkml:trace contextRef="#ctx0" brushRef="#br0" timeOffset="731534">2130 14344 16364,'-58'3'308,"0"-1"0,-4 7 0,5 7-171,22 8 1,2 5-29,-8 7 0,2 3-25,5-2 0,4 0-9,5 4 1,5-2 64,4 6-11,49 5-140,-4-39 0,6-5-3,14 3 0,2-1 50,-8-2 1,-4 1 136,12 18 18,-59 24-65,-16-13 0,-10-1-40,3-7 0,-5-1 0,0-1-126,-2-1 0,0-2 1,1-2-300,-9 5 0,4-10-9492,-14-28 9596,47-8 0,4-13 0,11 19 0</inkml:trace>
  <inkml:trace contextRef="#ctx0" brushRef="#br0" timeOffset="731801">2625 14209 19692,'-27'51'143,"1"1"0,0-1 1,0 5-1,1 0 0,3 1-181,4-1 1,3-1 0,1 2-848,1 1 0,1 1 0,1-3 885,-2 9 0,3-6 0,4-17 0,2-6 0,6-11 0</inkml:trace>
  <inkml:trace contextRef="#ctx0" brushRef="#br0" timeOffset="732514">2387 14883 19154,'44'-23'0,"1"0"0,0 0 0,7-5 0,2-2 0,-5 4 851,-3 4 0,-3 1-445,0-4 0,-8-1-115,-13-6 225,-36 20-521,-14 43-62,22 4 67,38 16 106,9-39 73,23-28 275,-36-11-1730,-30-7 0,-8-1 1388,-2 10-1154,-10-6 0,-3 6 1115,-1 19-62,-16 15-8,14 31 0,4 12-9,6-11 1,3 4-87,0 1 1,1 4-1,12-1 92,19-5 0,10-1 0,-3-6 0,-2 24 0,14-29 0,-1 0 0</inkml:trace>
  <inkml:trace contextRef="#ctx0" brushRef="#br0" timeOffset="733399">3352 14758 23607,'-15'61'-2,"0"-1"0,-1 1 0,1 0 0,2-11 0,1-4 0,0 3 168,-3 23 0,0 3 1,1-39-122,0-52-9,14-26 0,5-12 53,-5 11 1,0-2 0,6-4 13,9-5 1,6-6 0,3 2 0,-1 8-99,2-4 1,9 9-40,19 10 0,12 5 1,-9 14 27,5 28 80,-50 34 1,-16 21 0,-7-11-61,-2-25 0,-10-4-137,-16 11 0,-15 7 0,0-8 0,15-23-2745,7-47 2189,-2 15 1,6-2-1,36-29 1,11 17 0</inkml:trace>
  <inkml:trace contextRef="#ctx0" brushRef="#br0" timeOffset="733948">4092 14873 21450,'52'5'-750,"0"1"1,-13 1 0,-7-2-1,-9-10 1</inkml:trace>
  <inkml:trace contextRef="#ctx0" brushRef="#br0" timeOffset="735213">4619 14563 20100,'11'-47'311,"0"0"1,11-1 0,8 10-429,23 29 58,-17 8 0,-2 11-45,-7 26 1,-9 12 83,-10 1 1,-7 2 33,0 1 0,-7-1 159,-17 9 1,-5-8 968,1-8-873,1-11 1,7-14 139,23-37-415,3 11-39,24-5 0,7 4 12,5 14 16,-3 2 0,-6 10 67,-22 24 1,-10 5-23,-5 10-23,-18 2 1,-14-3-6,-12-28 0,-1-7 0,17-1 0,1-2 0,-2-7 0,-1-1 0</inkml:trace>
  <inkml:trace contextRef="#ctx0" brushRef="#br0" timeOffset="740282">6497 14847 22117,'-35'46'-1094,"-1"0"0,12-1 1,3 4-1,8-6 1094,16 21 0,-5-22 0,2-3 0,6-10 0</inkml:trace>
  <inkml:trace contextRef="#ctx0" brushRef="#br0" timeOffset="740735">6883 14561 19658,'-6'44'190,"0"0"1,5-4-1,8-11 448,27-32 320,5-20-100,-14-22-310,-25-11-284,-15 7-197,-21 7-252,5 24-621,-10 14-4633,12 31 5439,7 4 0,9-1 0,12-15 0</inkml:trace>
  <inkml:trace contextRef="#ctx0" brushRef="#br0" timeOffset="741097">7369 14910 19356,'59'-1'-926,"0"0"1,0 0 0,14-8 0,-17 7 0,-34 18 0</inkml:trace>
  <inkml:trace contextRef="#ctx0" brushRef="#br0" timeOffset="741408">7278 15353 22671,'57'-25'0,"-1"-1"0,0 1 0,1 0 0,-12 5 0,0 0 0,0 0 0,0 0 0</inkml:trace>
  <inkml:trace contextRef="#ctx0" brushRef="#br0" timeOffset="742339">8247 14942 21999,'40'-31'-79,"0"0"1,0 0-1,-1 0 1,7 29 0,1 9 94,2-9 1,3 0 0,-18 14 1039,-31 28 1,-19 15 0,8-13-1068,17-19-174,-1 19 1,7 0 66,42-10 146,-37 25 0,-17 7 19,-18-28 1,-12-4-1110,-7 1 1,-7-1-1,2-8 945,-23-5 117,24-13 0,5-4 0,12-5 0,12 0 0</inkml:trace>
  <inkml:trace contextRef="#ctx0" brushRef="#br0" timeOffset="745950">5919 16369 17686,'-6'55'-24,"1"0"1,-1 0-1,1-6 1,1 0-1,1-4-7,-3 5 1,5-5 1122,16 17-179,20-67-201,23-25-396,-28 3 0,-1-4-739,-2 1 1,-3 0-5773,9-10 6195,-9 18 0,-14 14 0,0 7 0</inkml:trace>
  <inkml:trace contextRef="#ctx0" brushRef="#br0" timeOffset="747250">6835 16570 22615,'-64'3'4,"0"-1"0,7 6 0,6 9-63,16 17 0,7 6-95,7-6 0,7-1-104,19 19 325,27-30 68,22-20 27,-14-22 1,0-9 7,-8 0 1,-4-5-1601,4-13 0,-6 1 1884,-3-5 341,-13-2-1024,-12 48 187,-18 39 0,-2 22-84,12-20 0,1 2-18,-4 5 0,-1 5 0,9-7 66,16-5 0,10-11 27,37-20 107,-8-24 0,2-12 30,-19 4 0,0-3 0,-2-5-8,4-10 0,0-5 1,-4-1-25,-4 7 0,-3-1 0,-2-2-652,3-13 1,-2-2 0,-3 6 678,-3 10 0,-2 2 14,6-24 1,-9 26-219,-14 47 167,-6 26-75,-2 12 0,-3 16 1,0 6-1,2-7 664,2-4 0,1-4 0,1 5-813,-1 8 1,-2 8 0,5-4 0,7-12 1698,12-9 1,8-12-1708,8-11 1,6-13-832,12-30 1,7-19-1,-6-2 1615,-5-3 1,-2 1-592,13-8 1,-14 25-415,-35 72 210,-2-10 1,5 1 234,11 2 1,7-13 240,16-38 0,4-19 56,1-12 0,-5-6-1002,-12 3 0,-6 3-1297,9-12 1966,-16 62 0,-13 6 0,6 14 0</inkml:trace>
  <inkml:trace contextRef="#ctx0" brushRef="#br0" timeOffset="747745">8370 16531 23674,'33'-48'1431,"0"1"0,-31 41-1437,-26 21 1,-12 18-2045,10 10 1,3 10 0,8-5 1486,9-9 0,8-2 347,15 14 1,5-7-1,-3-19 1,13-2 0</inkml:trace>
  <inkml:trace contextRef="#ctx0" brushRef="#br0" timeOffset="748804">8867 16579 20778,'47'-17'-64,"1"0"1,0 0-1,-4-3 1,-4 4 0,16 6-1</inkml:trace>
  <inkml:trace contextRef="#ctx0" brushRef="#br0" timeOffset="748992">9068 16880 19916,'51'-28'-737,"0"0"0,0 0 1,10-7-1,-12 8 0,-26 18 1</inkml:trace>
  <inkml:trace contextRef="#ctx0" brushRef="#br0" timeOffset="749765">10425 16282 22750,'-32'52'-61,"1"0"1,7-1 0,2 4 0,8-9-18,16 5 86,-6-3 0,10-11 192,31-42 0,18-23 0,-8 3-88,8-1 43,-16 1 0,9-7 1,-1-2-1,-13 7 439,2-11-426,0 51-135,-43 42-358,-2-15 0,-2 5 1,0-1-3165,-4 6 1,0-4 3488,3-7 0,2-6 0,3-3 0,5-21 0</inkml:trace>
  <inkml:trace contextRef="#ctx0" brushRef="#br0" timeOffset="750495">11521 16207 22761,'-42'43'600,"0"-1"1,1 1 0,-2-16-1,16-17-555,42-43-65,12-19 1,9 4 10,-3 31 1,1 9 8,23 3-2987,-27 47 1,-6 13 2986,1 4 0,-14-21 0,-2-6 0,-2-13 0</inkml:trace>
  <inkml:trace contextRef="#ctx0" brushRef="#br0" timeOffset="752908">11543 2973 15070,'56'7'-249,"-1"-1"0,1 1 0,-1 0 1,9-1-1,2 0 0,-2-1 1,-6-2 248,8-1 0,-6-3 0,1 0 0,-7 1 0,-8 4 0</inkml:trace>
  <inkml:trace contextRef="#ctx0" brushRef="#br0" timeOffset="754608">12094 16626 20711,'-4'-43'546,"-1"0"0,-4-17-373,3 74-128,-10 34 0,-1 11-96,8-14 1,2 0 5,-14 20 0,15-10-1469,43-34 1,9-14 1648,-4-15 21,16-14 1,-2-7 258,-12-16-287,-11 9-88,-10 25 116,-24 69-181,-4-25 0,-1 5 25,1 14 0,-1 8 0,-1-7 0,-1-17 0,1-3 0,1 16 0,0-1 0</inkml:trace>
  <inkml:trace contextRef="#ctx0" brushRef="#br0" timeOffset="755469">8614 17914 14874,'63'-16'-278,"-1"0"0,1 0 1,0-1-1,-1 4 0,-2 1 1,-1 0-1,2 1 0,0 0 1,-9 4-1,-19 6 0,1 0 1</inkml:trace>
  <inkml:trace contextRef="#ctx0" brushRef="#br0" timeOffset="755610">9076 18203 16348,'61'-3'-330,"0"0"0,-4 1 0,-5-4 1,-17-2-1,-4-2 0,11-2 1</inkml:trace>
  <inkml:trace contextRef="#ctx0" brushRef="#br0" timeOffset="756175">10800 17755 22128,'-40'44'-212,"0"0"1,0 0-1,14 7 1,12-1-2589,11-1 1,13-7 2888,17-19 1,8-14-248,5-27 1,-4-11 448,-4-7 589,-6-3 1,-5-2-623,-13 4 232,-5 0 0,-3 0-143,-13-4-1134,-6 12 0,-5 6 787,-19 14 0,1 4 0,23 17 0</inkml:trace>
  <inkml:trace contextRef="#ctx0" brushRef="#br0" timeOffset="758625">14770 5941 16605,'-3'61'20,"1"0"1,-1 0-1,1 0 1,0 4 0,-1-3-1,1 3 176,-2-2 0,1 5 0,-1-2 0,-1-5-1161,0-9 0,-1-4 0,0 3 983,1 4 0,-1 4 1,-1 2-1,0 0 239,-1-8 0,-1 2 0,-1 0 0,1-2 0,1-3-246,-1 6 0,1-4 1,-2 11 0,3-18 0,-1 8 1,-1 6-1,-1 3 0,0 4 1,-1 0-1,1-1 0,1-3 1,0-4-1,2-5-470,-2 11 0,1-8 1,1-2-1,-1 3 0,-1 10 474,3-14 1,-2 5 0,0 6 0,-1 2 0,0 4 0,0 0 0,0 1-1,1-1 1,-1-2 0,2-3 0,0-5 0,1-6-17,-1 10 1,2-6 0,0-4 0,1-1 0,-1 2 0,0 4-101,0 1 0,0 4 0,-1 2 0,1 1 0,0 0 0,0-2 0,0-3 0,1-4 121,0 3 0,2-6 0,-1-2 1,0 4-1,-1 8 55,0-14 0,-1 7 0,-1 3 1,0 3-1,-1 2 0,1 1 0,-1 0 1,0-1-1,0-2 0,1-3 1,0-4-71,0 8 0,0-6 1,0-2-1,0 0 1,0 0-1,-1 3 0,-1 6-33,2-12 0,-1 4 1,0 3-1,-1 1 0,1 2 1,-2 0-1,1 1 0,0 0 1,-1 0-1,0-2 0,1-2 1,-1-1 44,0 1 1,-1 0-1,0-2 1,0 0-1,0-1 1,0 0-1,0-1 1,0 0-1,0 0 1,0 0 85,1 1 1,-1 0-1,1-1 1,0 0-1,1 0 1,-1 0 0,0 0-1,-1 0 1,1 2-87,-1 3 1,-1 0 0,0 2-1,0-1 1,0 1 0,1-1-1,-1 0 1,1 0 0,0-2-1,0 3 1,0-2 0,0 0 0,1 0 0,0 0 0,0-1 0,0-1 0,0 1-67,1-3 0,0 0 0,0-1 0,1-1 0,-1 1 0,0 1 0,1 1 0,-1 1 63,0-4 1,1 1 0,-1 2-1,0 0 1,0 0 0,0 1 0,1 0-1,-1-1 1,0-2 0,1 0-72,-1 6 1,0-1 0,0-1 0,0-1 0,0 0 0,1 0 0,-1 2 0,0 0 53,1-3 1,0 2 0,0 0 0,0 0-1,-1 0 1,1 1 0,0-1 0,0 1 0,0-1-20,0 0 0,0 0 1,0 1-1,0-1 1,0 0-1,-1 0 1,1 1-1,0-1 1,0-1-3,0 0 1,-1 0-1,1 0 1,0 0 0,-1 0-1,1-1 1,0 0 0,-1 1-1,1-1 31,0 5 1,0 1 0,0 0 0,0-1 0,0 0-1,0-1 1,-1 0 0,1-1-51,-1 3 0,0 1 1,0 0-1,0-1 1,0-4-1,0-3 1,0-5 55,0 1 0,1-7 0,-1-1 0,1 1-117,-1 10 1,-1 4-1,1-5 1,0-11 0,-5 10-1,9-40 1</inkml:trace>
  <inkml:trace contextRef="#ctx0" brushRef="#br0" timeOffset="761825">15936 6023 19871,'-61'19'276,"0"-1"0,6-2 0,3 3-10,3 11 0,5 1-190,11-7 0,4 1-43,-2 7 1,11 1-4202,33 18 4191,12-17 432,12-12 0,7-4-461,-11-5 0,0-2 0,12 6 1,-2 1 41,-10-5 1,-6 1 232,-6 19-123,-61-9 0,-20-3 1572,29-6 1,-2-2-2020,-16 3 0,-6-1 0,14-13-547,16-28 0,-5 18 0,40-21 0</inkml:trace>
  <inkml:trace contextRef="#ctx0" brushRef="#br0" timeOffset="762122">16315 6027 22335,'-7'46'59,"0"0"0,-2-2 0,0 2 0,-1-1-4707,-3 12 0,1-1 4648,0 9 0,1-2 0,1-16 0,3-6 0,7-4 0</inkml:trace>
  <inkml:trace contextRef="#ctx0" brushRef="#br0" timeOffset="762763">16177 6390 21002,'54'-11'125,"-1"0"0,1 0 0,0 0 0,0 0 0,-2 0 0,-8 0 96,-3-8 1,-18 9 232,-66 43-454,37-20-11,-29 42-40,75-40 243,-6-33 1,5-16-1,-9 0 396,-3-21-476,12-7 0,-17 16 52,-49 57 0,-21 20 1,7 0-159,-3 16-424,21-1 1,-2 14 0,6 2 0,12-14-3593,16-16 1,8-3 4009,7 29 0,4-11 0,11-38 0,-16-8 0</inkml:trace>
  <inkml:trace contextRef="#ctx0" brushRef="#br0" timeOffset="763478">17181 6280 24402,'-23'58'13,"0"1"1,0-1-1,0 1 1,3-8 0,0 0-1,1-1 1,4-3 240,2 6 0,4-3 0,2-11-266,2-7 46,3-16-20,7-44 0,7-27 18,3 9 1,7-10 0,2-4-1,1 4 1,-2 9-30,8-3 0,4 4-3,1 1 0,6-8 0,1 8 0,-3 22 8,1 32 0,-4 16 3,2-2 1,-10 7 69,-21 11 0,-15 2-25,-10-10 0,-11-4 31,-13-1 1,-10-2 0,8-13-767,-9-24 1,-4 25 0,13-7 0,52-48-1</inkml:trace>
  <inkml:trace contextRef="#ctx0" brushRef="#br0" timeOffset="763827">17869 6474 21696,'63'-16'-551,"-1"0"0,-24 7 0,-4 0 0,17-5 0</inkml:trace>
  <inkml:trace contextRef="#ctx0" brushRef="#br0" timeOffset="764265">18357 6241 24519,'-31'37'39,"0"0"0,0 0 1,-1-10-1,13-1 56,30 17 1,18-13 831,21-57 0,7-16-3710,-21 32 1,-1 0 2810,11-26 0,-13 15 1470,-34 56-1455,-13 7 0,-9 9 0,0-2-280,3-3 0,-3 2 237,-3 2 0,-5 9 0,0-1 0,5-12 0,7-13 0,2-4 0,-7 13 0,-1-1 0</inkml:trace>
  <inkml:trace contextRef="#ctx0" brushRef="#br0" timeOffset="765418">19490 6264 17238,'-21'47'80,"0"1"1,0-1 0,3-5-1,0-2 1,2 0-81,-1 18 0,3-7 0,-1-1 0,8-5 0</inkml:trace>
  <inkml:trace contextRef="#ctx0" brushRef="#br0" timeOffset="765882">19628 6018 17227,'-20'58'648,"1"1"0,0-3 0,13-20 1272,48-62-1035,-23-19-1882,-15 4 1,-8 5 996,-8 16 0,-17-6 0,24 55 0</inkml:trace>
  <inkml:trace contextRef="#ctx0" brushRef="#br0" timeOffset="766135">19851 6424 20207,'55'-10'-984,"-1"1"1,0 0 0,0 0 0,-5-1 0,-3 2 0,-3 1 0,20 1 0,-12 3 0,-27 3 0</inkml:trace>
  <inkml:trace contextRef="#ctx0" brushRef="#br0" timeOffset="766468">19903 6686 22139,'50'-19'-1967,"0"0"1,-1 4 0,8-2 0,-1 2 0,-7 1 903,-5 2 0,-1 2 0,9-3 0,4 0 0,-13 2 0,-14 4 1</inkml:trace>
  <inkml:trace contextRef="#ctx0" brushRef="#br0" timeOffset="766877">20940 6208 23842,'-36'53'77,"-1"1"0,1-1 0,0 0 0,7 0-75,8 11 1,19-7 243,23-30 1,8-11 0,22-20 81,-1-18 1,8-10 0,-8 2-209,-18 10 1,-2-1-114,9-11 1,4-4-1,-18 22 43,-32 43 1,-18 25-1,2-3-50,6-9 0,-1 3-1147,-2 7 1,-5 11 0,0 0 0,4-8 1146,-2 2 0,3-7 0,2 2 0,3-7 0,-1-8 0</inkml:trace>
  <inkml:trace contextRef="#ctx0" brushRef="#br0" timeOffset="768228">16580 7978 20817,'-3'57'400,"0"0"1,0 0-1,0-1 1,7-6 0,2-4-1,3-4-3043,4 12 1,7-21 2838,16-52 0,4-23-140,-8-7 0,-1-6-44,-3 13 0,2-1 0,-2 5-541,1 1 0,2 9-737,4 11 0,3 12 1266,7 25 0,-3 8 0,4 1 0,-16-5 0,0-1 0</inkml:trace>
  <inkml:trace contextRef="#ctx0" brushRef="#br0" timeOffset="769332">17469 8186 23030,'-47'2'154,"1"-1"0,-1 1 0,-5-9 0,6 10-141,15 28 0,4 16 0,11-5-47,16 14-84,9-21 1,8-7 162,36-14 28,-9-21 1,0-8 58,-11-5 0,-3-3-113,-1 5 1,-2-5 125,-3-19 1,-7-5 386,-11 11 1,-2 1-547,3 0 0,-2 3 19,-7-3 251,-24 85-286,19-7 1,5 11-1,2 2 1,3-9 26,3-3 0,6-2-3,2 16 1,5 4-1,8-28 30,14-44 1,8-27 0,-3-3 1,-7 3 0,-3-2 0,0-2-483,4-2 1,-1-1 0,-3-6 596,-10-4 0,-4-8 0,-2 2 0,-4 10-73,0 6 1,-4 4-119,5-31 1,-9 25 44,-21 73 0,-9 35 1,2 0-996,7-8 0,3 2 1,0 2 939,-3-5 1,-3 4 0,5-2 0,14-7-22,22-4 0,12-7 0,1-11 90,-2-12 1,5-15 297,0-17 1,9-16 0,2-7-1,-4 3 1,-12 11-352,11-1 59,2-16 0,-10 19-65,-41 62 1,-10 19 1718,6-3 0,12-8-1682,37-19 0,11-17 36,-9-21 1,0-14 89,1-8 0,2-9 0,-7 2-524,-9 2 1,-7 0-169,-4-17 0,-6 22-1957,-10 44 2537,4 23 0,-2-9 0,3 3 0</inkml:trace>
  <inkml:trace contextRef="#ctx0" brushRef="#br0" timeOffset="769684">19124 8235 25337,'41'-26'399,"-1"0"0,1 0 0,5-1 1,-17-1-395,-41-13 40,-31 38-17,7 29 0,3 10-17,-6 11-8,6-1 0,12 7-1524,34-1 0,13-3 955,-7-19 1,1-3 0,7 14 0,1-9 0,4-26-1</inkml:trace>
  <inkml:trace contextRef="#ctx0" brushRef="#br0" timeOffset="770423">19765 8084 20089,'64'-3'-490,"1"1"1,-20 0-1,-7 1 1,-1 1-1</inkml:trace>
  <inkml:trace contextRef="#ctx0" brushRef="#br0" timeOffset="770584">19899 8387 21926,'58'-7'-351,"-1"0"1,1 1-1,-8 1 1,-5 0 0,-6-1-1,0 1 1</inkml:trace>
  <inkml:trace contextRef="#ctx0" brushRef="#br0" timeOffset="771234">20970 8177 24223,'-38'39'50,"-1"0"0,1 0 1,-1 0-1,8 22 1,24-10-26,31-30 0,13-10 39,22-8 1,2-15 147,-17-18 1,-9-7 247,2-13-166,-20 10 0,-6 1-59,-11 4-199,-23 8 1,-9 4-37,-1 17 0,-1 3 0,1-7 0,1 2 0,-20 10 0</inkml:trace>
  <inkml:trace contextRef="#ctx0" brushRef="#br0" timeOffset="773443">21701 8094 21433,'-45'38'972,"0"-1"1,0 0 0,-12-18-895,71-47 1,17-12-57,4-11 1,4 6-15,-10 25 1,0 10 2,16 24-435,-13 18 0,2 13 0,-4-5 0,11 8 0,-17-12 0,0 0 0,0 1 0</inkml:trace>
  <inkml:trace contextRef="#ctx0" brushRef="#br0" timeOffset="773924">22533 8173 25679,'-11'52'94,"0"1"0,-1 0 1,1-1-1,1 3 0,1-3 1,-1 0-80,-1-2 0,-2 0 0,3-6-237,4-7 1,3-8-4238,5-9 4459,11-15 0,-8-3 0,7-6 0</inkml:trace>
  <inkml:trace contextRef="#ctx0" brushRef="#br0" timeOffset="776890">19870 9826 19244,'55'-18'-3277,"0"0"0,-5 2 0,-7 4 1038,-11 9 1,-14 3-1,-8-1 1</inkml:trace>
  <inkml:trace contextRef="#ctx0" brushRef="#br0" timeOffset="777089">19835 10156 20336,'62'-15'-116,"-1"0"0,1 0 0,-13 2 0,-4 2 0,3-1 0,1 1 0</inkml:trace>
  <inkml:trace contextRef="#ctx0" brushRef="#br0" timeOffset="777406">20961 9626 23254,'1'54'41,"1"0"0,0-2 0,-2 2-52,-3 10 0,-2 2-1231,1-19 1,-1 1 0,-1 0 1241,1 3 0,0-1 0,0-3 0,-2 3 0,0-7 0,3 0 0</inkml:trace>
  <inkml:trace contextRef="#ctx0" brushRef="#br0" timeOffset="781316">15087 10474 18621,'-54'-16'166,"0"1"1,-6 8-1,7 11-362,6 34 95,22-13 0,7 3 90,17 27 13,15-26 1,9 1-196,12 6 0,4-1 22,-4-4 0,-2-1 132,3-1 0,-8 1 812,-14 14-240,-34-14-363,-12-12 1,-8-3-93,-4-6 1,-3-3-272,-1-2 0,1-3 193,10-5 0,4-1 0,1-2 0,19-5 0</inkml:trace>
  <inkml:trace contextRef="#ctx0" brushRef="#br0" timeOffset="781585">15530 10363 21573,'-10'54'0,"0"0"0,0-1 0,-1 3 0,0-1 0,1-4-1025,-2 7 1,1-2 1024,-1 8 0,1-3 0,3-19 0,0-5 0,1 19 0</inkml:trace>
  <inkml:trace contextRef="#ctx0" brushRef="#br0" timeOffset="782793">15363 10846 21304,'48'-23'-43,"0"0"0,9 2 0,-2 5-2,-17 11 1,-1 2 100,15-8 0,-1-2 142,-13 4 1,-3-2 519,21-22-158,-46 15-599,-14 5-12,-17 21-10,-7 15-214,11 21 242,13-13 89,43-5 67,-1-29 286,20-14 184,-25-31-189,-17 7-242,-18-7 23,-17 18-129,-18 11-84,6 12-48,-9 46 1,5 23-623,20-1 1,10 6-590,2-11 1,2 2 0,5-4 683,3 7 1,15-16-1591,19-35 0,18-15 1,2-8-1,-11-1 4400,-12-5 0,-1-6 250,7 0 1,8-6-1,-2-1 1,-17 5-2156,-15-10-206,-13 16-12,-13 46 0,-4 18-59,3-6 0,0 6-876,0 2 0,-1 8 0,0 2 1,0-5 837,1-1 0,0-3 0,-1 3 164,0 3 0,-1 5 0,0-4 0,-1-9-129,-3-8 1,-1-10-6,-6-2 3,21-47 1,9-31-1,5-19 1,4-7 0,1 5-1,-4 17-20,1 10 0,1 8 0,3-7-6,-3-1 0,2-11 1,2-6-1,2 1 1,1 5-1,2 13 1,2 16-127,32 20 1,1 20 136,-12-11 1,-15 11-62,-42 31 0,-26 18 0,-2-12-268,10-26 0,-5-3 0,-20 19 0,-9 6 0,16-23 0,23-35 0</inkml:trace>
  <inkml:trace contextRef="#ctx0" brushRef="#br0" timeOffset="783096">16963 10971 7375,'47'-13'0,"-1"0"0,-8 2 0,-1 0 0</inkml:trace>
  <inkml:trace contextRef="#ctx0" brushRef="#br0" timeOffset="784124">18089 10572 19300,'-51'-2'848,"1"1"1,-1-1-1,-16 0 1,9 0-866,16 5 67,10 22 1,3 6-40,1 0-6,5 1 1,0 4 1333,0 15 0,5-5-1239,9-17-69,-9 15 0,7-14 3,28-51-1,4 0-1810,18 19 0,5 11 1749,-14 5 0,-2 8-54,11 24 1,-12 7 61,-24-14 1,-14-2-306,-20-7 1,-13-3 0,4-5 0,-16 4 0,5-18 0,1 1 0</inkml:trace>
  <inkml:trace contextRef="#ctx0" brushRef="#br0" timeOffset="786326">19226 11236 20744,'-30'45'-2458,"-1"1"0,0-1 1,-5 11-1,10-3 2154,21-17 1,6-4 0,5-1 0,2-20 0</inkml:trace>
  <inkml:trace contextRef="#ctx0" brushRef="#br0" timeOffset="786765">19604 10785 18908,'-56'21'1,"1"0"1,11 3 0,13 4-5494,37 35 6136,23-19 163,6-61 1,-1-17-181,-9-14 4,-2 5 0,-8-1-491,-27 0-426,-7 21-3708,-33 62 3994,26 1 0,3-11 0,3 0 0,17 7 0</inkml:trace>
  <inkml:trace contextRef="#ctx0" brushRef="#br0" timeOffset="787025">19804 11146 19664,'56'-11'-1093,"1"0"1,0 1 0,-1-1 0,4-2-1,-4 1 1,-9 4 0,5 9 0,-44 0-1</inkml:trace>
  <inkml:trace contextRef="#ctx0" brushRef="#br0" timeOffset="787203">19882 11437 19781,'56'-15'0,"1"1"0,-1 0 0,1-1 0,-1 1 0,1 0 0,-1-1 0,1 1 0,-1 0 0</inkml:trace>
  <inkml:trace contextRef="#ctx0" brushRef="#br0" timeOffset="787825">21130 11099 22179,'-56'-1'145,"-1"0"1,1 0-1,-2-4 1,8 3-79,-12 18 11,37 6 1,3 5-34,4 6 0,-1 3-9,-7 3 0,1 1 852,5 0 0,14-9-692,33-24-210,18-14 0,7-5 11,-10 5 0,2 1-31,23-3 1,-4 14-57,-29 28 1,-9 10 41,-7-12 0,-8 2-803,-15 25 0,-13-2 285,-7-24 1,-3-6 0,2 1-1,0-3 1,-9-6 0</inkml:trace>
  <inkml:trace contextRef="#ctx0" brushRef="#br0" timeOffset="789037">17739 13056 22571,'6'56'120,"0"0"0,0 1 1,-2-1-1,5-6 87,14-6 1,4-16 55,10-45-2297,-1-29 1,0-12 1837,-7 17 0,5 0-1107,6 3 1,6-1 0,-4 8-320,-9 10 1,1 7 1167,28 11 0,-7 8 1,-27 3-1,11 11 0</inkml:trace>
  <inkml:trace contextRef="#ctx0" brushRef="#br0" timeOffset="790082">18634 13079 22733,'-7'-33'155,"-1"0"0,-26 30 0,-5 17-3078,8 22 1,5 11 2724,0-8 0,0 3 0,15-6 1870,43 13-1448,27-43 435,-13-28 1,-2-9-509,-18 8 0,-5-1 378,1-5 1,-6 1-564,-8 4 3448,-31 68-3458,12-6-82,15 16 0,14-5 103,41-33 34,-5-13 1,4-14 25,-19-18 1,1-13 0,-2-5 0,-4 3-10,1 1 0,-4 1 0,0-4 30,0-5 1,1-6 0,-3 0 0,-5 7 92,-1-12 0,-15 15-179,-19 25-13,-5 53 0,-2 36 0,0-4-54,-3-3 0,1 3 4,5-9 0,-2 9 0,7-5 0,18-17-265,42-18 1,15-22 867,-11-18 0,2-5-518,10 12 1,-7-5 13,-26-14 1,-17 10-26,-55 61-44,11 1 66,44 17 23,36-49 22,-10-6 1,2-10 264,-7-20 1,-2-13 0,-5 5-2915,13-13 1336,-15-1 0,-5 16 1263,-15 56 0,-5-13 0,5 20 0</inkml:trace>
  <inkml:trace contextRef="#ctx0" brushRef="#br0" timeOffset="790433">20051 13173 23495,'39'-22'283,"1"1"0,-1-1 1,3-4-1,-1-1 0,-16-1 877,-28-27-975,-39 25-174,5 32 0,-2 9-11,1 2 0,4 9-36,3 27 0,12 2-71,20-8-459,26 16 1,8-3 0,-10-24 0,10-6-1,0 0 1</inkml:trace>
  <inkml:trace contextRef="#ctx0" brushRef="#br0" timeOffset="790665">20775 12978 5739,'38'4'0,"1"1"0,22 1 0</inkml:trace>
  <inkml:trace contextRef="#ctx0" brushRef="#br0" timeOffset="790893">20772 13205 23343,'52'0'-581,"0"1"1,9-3-1,-9-1 1,-21-2-1,11-2 1</inkml:trace>
  <inkml:trace contextRef="#ctx0" brushRef="#br0" timeOffset="791895">21709 12957 21276,'7'-47'939,"0"0"0,0 3 1,-2 20-632,-7 61-26,-8 16 1,-2 6-255,4-19 0,-1 5 95,-4 6 1,-3 10-1,1 0 1,1-11 46,4-8 1,0-3 241,-3 9 1,-1 4 0,3-10-178,2-4-1601,6-41 1366,3-11 0,-1-1 0,1 5 0</inkml:trace>
  <inkml:trace contextRef="#ctx0" brushRef="#br0" timeOffset="793602">22310 12845 21007,'-38'46'1949,"1"0"1,9-26-1897,40-46 0,15-16-39,1-5 0,6 9-14,0 32 0,1 8 6,9 4-2145,-8 16 0,6 9 0,-7-4 2139,4 5 0,-2 1 0,-6-6 0,-20-21 0</inkml:trace>
  <inkml:trace contextRef="#ctx0" brushRef="#br0" timeOffset="798435">14574 3179 14880,'43'-11'7,"0"0"1,0-1 0,1 0 0,0 0 0,-4 2 476,-2 1 1,-6 2-541,3-2 68,-26 9 10,-41 12 0,-25 6 45,-3 1 1,-3 0-14,17-4 0,0 0 0,-2-1 84,-3 1 0,-2 0 1,6-2 407,2-2 0,7-2-261,-3 6-318,92-20-1648,-5 2 1,6 0 1680,10-3 0,-2 0 0,-19 3 0,-6 1 0,-4 1 0</inkml:trace>
  <inkml:trace contextRef="#ctx0" brushRef="#br0" timeOffset="800242">23551 13262 20901,'-47'4'207,"-1"1"0,1-1 0,-7 0 1,0-1-1,8 1-330,-11 4 119,19 27 0,-1 18 1,9-6-4238,4 10 4904,3-4 0,-1 8 0,18-20 393,27-33-1045,-3-3-32,20-13 1,14-8-1,-6 7-35,18 20 31,1 1 0,-8 12 25,-37 11 0,-10 7 2,0-2 1,-5 1 19,-2-3 1,-12-6-23,-30-14 0,-18-10 0,9 0 0,4 12 0,-4-20 0,1 1 0,-1-1 0</inkml:trace>
  <inkml:trace contextRef="#ctx0" brushRef="#br0" timeOffset="810215">28535 4487 19753,'-52'18'69,"1"0"0,-4 5 0,5 4-102,5 20 58,21-10 0,9 2 171,22 21-109,10-27 0,7-3-3,11-8 0,4-6 112,3-4 0,2-7 33,-2-8 1,0-5-46,-4-7 1,-4-4-48,-3-8 1,-5-3 33,-5-1 0,-5-2 42,-4 0 0,-6 0-79,-17-26-78,-19 7-134,-12 13-381,-11 11-3407,12 18 3866,11 24 0,13-8 0,15 14 0</inkml:trace>
  <inkml:trace contextRef="#ctx0" brushRef="#br0" timeOffset="810782">29214 4624 21315,'-26'45'88,"0"1"0,7-4 0,14-6 136,48-14 90,16-11-132,-24-18 0,-1-5 171,20-23-90,-12-15-134,-27 16 0,-9-2-82,-16 3 1,-5 1-115,-10-22-188,-1 32 0,-3 8-7385,-11 23 7640,19 2 0,5 7 0,16-9 0</inkml:trace>
  <inkml:trace contextRef="#ctx0" brushRef="#br0" timeOffset="811204">29987 4507 24161,'-6'56'5,"0"1"1,0-1 0,0 0-1,2-4 1,0-4 0,-2 0-6,-2 1 0,-2 0 0,2-13 0,4-12 0,-12 31 0</inkml:trace>
  <inkml:trace contextRef="#ctx0" brushRef="#br0" timeOffset="812659">28255 5596 22010,'-19'44'-23,"0"-1"1,0 1 0,2-2-1,0-1 1,4-2-4894,3 4 1,5-4 3333,0 14 0,2-11 0,7-35 0</inkml:trace>
  <inkml:trace contextRef="#ctx0" brushRef="#br0" timeOffset="813388">29290 5571 19641,'-36'24'113,"-1"1"1,1-1-1,-12 13 1,12 3-30,30-6 0,9 1 145,14 25 23,14-20 112,10-20 22,-7-26 1,0-5-84,7-5-141,-9-3 1,-3-6 291,-4-20-40,-8-10-324,-11-1 27,-18 7-4760,-25 21 4643,1 32 0,4-6 0,16 21 0</inkml:trace>
  <inkml:trace contextRef="#ctx0" brushRef="#br0" timeOffset="813948">29959 5919 21472,'1'-45'885,"0"0"0,1 2 0,-2 11-862,-3 21 10,-4 24 3,-14 34 1,-2 9-43,10-23 1,0 0 2,-10 23 0,0 0-302,8-17 0,3-3 305,-3 13 0,-4 8 0,12-31 0</inkml:trace>
  <inkml:trace contextRef="#ctx0" brushRef="#br0" timeOffset="816068">27666 6836 12909,'50'-4'556,"0"-1"0,0 1 1,0 0-1,12-2 0,0 1 1,3 0-317,-14 3 1,3-1 0,1 1 0,-1 0 0,-5 1-402,5-2 1,-4 1 0,8 0 200,-3 1 0,7 0 0,4 0 1,3 0-1,0 0 0,-3 1-428,-3 1 0,0 0 1,-1 0-1,1 1 0,0-1 1,2 0 398,-5 0 0,0 0 0,1 0 0,0 0 1,1 0-1,1 1 0,0-1-5,-4 1 0,3-1 1,0 1-1,1 0 0,-2 0 1,0 0-1,-3 0 0,-4 0-53,11 1 0,-4-1 0,-2 1 0,-2-1 0,0 0 62,5 0 0,0 0 1,-3-1-1,-3 1 89,2-1 1,-3 1 0,-10-1 1435,11 0-4736,-19-4 3196,-16-1 0,-8 0 0,-4 1 0</inkml:trace>
  <inkml:trace contextRef="#ctx0" brushRef="#br0" timeOffset="818172">29877 5869 21898,'-12'47'78,"0"0"1,0 1 0,-3 9-1,3-2-53,6-13 1,2-2 58,2-5 0,0-5 28,2-4 1864,-2 16-1612,15-75-324,-3-2-18,-1-7 0,0-4-2,-5 7 0,0 1-15,-2-1 1,-1 0 24,1 3 1,0 3-395,1-16 364,0 24 6,-4 26-3,-9 45 0,-3 19-1,6-33 1,-1 1-1,-3 15 0,-1 7 0,1-8-2,0 4 386,-1 10-207,13-60-134,14-36-22,2-25-15,-4 21 0,-1-2 20,1-4 1,-2 3-7,2-9-22,-5 18 0,1 1-258,1-17 247,-21 97-6,-4-11-1548,2 7 1,-1 12 0,1-6-3352,1-9 1,1-3 3253,-2 6 0,4-7 1,8-23-1,0-7 0</inkml:trace>
  <inkml:trace contextRef="#ctx0" brushRef="#br0" timeOffset="823248">29982 7393 19227,'-44'0'166,"-1"0"0,3 0 0,4 6 193,0 26-191,6 3-110,13-7 1,3 2 25,-2 32-56,13 1 23,20-1 55,14-22 303,14-15-163,6-17 252,4-16 2,-2-10-86,-8-12-190,-11-2 106,-6-9-27,-10 3-74,-4-6 68,-5-3-168,-7 12-79,-9-5-66,-6 16-130,-8 2-448,-9 10-2246,-28 13 2840,2 5 0,6 1 0,24-1 0</inkml:trace>
  <inkml:trace contextRef="#ctx0" brushRef="#br0" timeOffset="824717">27249 5836 20196,'-39'41'719,"-1"1"1,0 0 0,-9 5 0,17-24-586,49-60-204,12 6 0,5-3 19,-1-13 1,4 6 36,-1 22 0,-2 14-8,-10 20-931,8 23-2979,-1-3 3932,3 1 0,-8-9 0,-13-17 0</inkml:trace>
  <inkml:trace contextRef="#ctx0" brushRef="#br0" timeOffset="827103">29148 7449 21467,'-41'48'60,"-1"-1"0,12-4 0,2 2 0,6-6-48,3 8 18,6-6 1,6 0 53,16-2-11,1-6 320,33 2-287,-10-23 515,22-19 1,2-10-134,-9-4-388,-2-1 1,-7-6 554,-25-13-363,-19-8-225,-5 3-55,-6 7 10,-23-1-129,18 25-173,-34-13-9551,10 34 8879,5 0 0,8 4 0,22-5 0</inkml:trace>
  <inkml:trace contextRef="#ctx0" brushRef="#br0" timeOffset="828592">28324 7633 20677,'11'-62'993,"0"1"0,-1-4 1,-2 26-938,-6 46-28,1 2 123,-2 43-73,-2-19 1,-2 4-20,-3 11 0,-2 3-26,-3 3 1,-1 0-18,-2-1 1,0-1-4933,1 3 1,3-2 2952,2 8 1,3-10 0,10-42 0</inkml:trace>
  <inkml:trace contextRef="#ctx0" brushRef="#br0" timeOffset="829439">27646 8280 18772,'54'9'124,"-1"0"0,1 0 1,0 0-1,0 0 1,3-3-1,3 1 1,2-2-1,0 0 1,0-1-1,0-1-98,-5-1 0,-1-1 0,-1-1 1,2 0-1,5-2 0,5 1 72,-17-1 0,5 1 0,3-2 1,3 1-1,2-1 0,1 0 0,1 0 1,0-1-1,0 1 0,-1 0 0,-2-1 1,-2 1-1,-4 0-472,9 0 1,-2 0 0,-2 0 0,-1 0 0,-1-1 0,0 1 0,0 0 0,1 0 0,1-1 373,-1 1 0,1-1 0,2 0 0,0 1 0,0-1 0,-1 0 0,-1 0 0,-2 1 0,-4 0 0,-2 0 0,24-1 0,1 0 0,-6 0 0,-15 2 0,-23 2 0,-24 2 0</inkml:trace>
  <inkml:trace contextRef="#ctx0" brushRef="#br0" timeOffset="831540">20616 14746 17367,'47'-4'-1828,"0"-1"1,0 1 0,9-1 0,2 1 0,-6 0 1827,-2 0 0,-4 1 0,0 0 0,-6 1 0,-7 2 0</inkml:trace>
  <inkml:trace contextRef="#ctx0" brushRef="#br0" timeOffset="831717">20873 14926 17960,'57'-20'-784,"1"0"0,-10 3 0,-11 4 0,-25 11 0</inkml:trace>
  <inkml:trace contextRef="#ctx0" brushRef="#br0" timeOffset="832580">21901 14459 17731,'4'-36'1775,"0"-1"1,-3-11-1367,-25 99-286,3-1 0,1 4-109,3-10 0,2 1-9,-4 18 1,9-5 89,25-9 169,22-9-40,15-44 0,7-15-36,-9 2 0,-1-5-51,7-8 0,-3 5 53,1 25 40,-43 35-131,-12 7 0,-5 11 0,1-3-158,0-2 0,-1 0 59,0 6 0,-2 4 0,2-9 0,0-1 0,4 1 0</inkml:trace>
  <inkml:trace contextRef="#ctx0" brushRef="#br0" timeOffset="834769">14575 15222 20229,'-16'-43'375,"-1"0"0,1 3 1,-3 9-248,-11 22-156,-15 15-3,16 8 1,-1 5-80,0 7 1,3 4 33,2 4 1,9 4 75,20 5 0,12 0 0,9-10 0,5-3 0,0-3 0,4-3-1735,13 5 0,-5-4 1763,-23-9 50,22 26 141,-60-13-141,-25-10 0,-7-1-61,20-2 0,0-1-17,-22 0 0,2-5 0,11-6 0,27-3 0,-5 1 0</inkml:trace>
  <inkml:trace contextRef="#ctx0" brushRef="#br0" timeOffset="835042">15113 15184 22772,'-8'62'-367,"-1"1"0,1 0 0,-1 1 0,1-4-1557,3 3 0,1-5 509,0 3 0,3-32 0,-2 1 0</inkml:trace>
  <inkml:trace contextRef="#ctx0" brushRef="#br0" timeOffset="835706">14986 15547 20918,'51'-15'-40,"0"0"1,0 0 0,-2 0 0,-1 0 0,-6-2 685,-4-2 1,-6-2 177,11-12-23,-16-10-336,-30 29-476,-21 14-1,1 19 1,-2 7-39,-11 10-227,28 6 0,12-2 265,27-20 194,10-17 0,2-11 14,1-29-90,-18 8 1,-7-5 349,-18-20 1,-9 2-126,1 9-186,-6-6 1,-9 14-112,-28 59-12,6-1-28,13 4 1,3 7-43,7 5 1,8 7-657,13 1 0,7 4 0,0-3-1697,-3 2 0,4-2 1650,8 17 1,13-12 750,12-35 0,-1-10 0,-15 0 0,38 1 0</inkml:trace>
  <inkml:trace contextRef="#ctx0" brushRef="#br0" timeOffset="836237">15808 15532 25051,'-5'53'-50,"1"0"0,-1-1 1,0 1-1,0-1 1,-2 8-1,-1-1 0,0-4 1,-1-10 177,-5-6 1,-1-10-140,-10-2-17,17-80 0,7-24 34,2 14 17,4 18 1,2-13-1,3-5 1,1 3-1,-1 12 2,3 3 1,3 2-17,3-15 0,4-8 1,3 12-24,6 18 0,1 8 5,-6 6 1,2 3 5,11 7 0,-1 8-19,3 11 2,-3 16 1,-3 6 19,-8 6-1514,-36 16 0,-14-1 1525,-6-21-8,-24 3 0,-6-9-1300,22-24 1,2-4 728,-25-4 1,10-2 0,40 3 0</inkml:trace>
  <inkml:trace contextRef="#ctx0" brushRef="#br0" timeOffset="836545">16389 15593 21702,'44'-19'-1280,"1"0"0,0 0 0,-8 4 1,-19 9-1,-1-1 0</inkml:trace>
  <inkml:trace contextRef="#ctx0" brushRef="#br0" timeOffset="837088">17253 15257 25387,'-42'34'17,"0"0"0,0 0 0,0 0 0,-4-7 0,3-3 0,13 6-59,18 30 0,23-5-65,39-20 199,-5-27 1,2-6 75,16-8 59,-27-18 0,-16-4-115,-46 2-202,-4 3 90,-15 28 0,-1 8 0,13-2 0,-19 13 0</inkml:trace>
  <inkml:trace contextRef="#ctx0" brushRef="#br0" timeOffset="838654">18645 15536 22291,'-14'56'18,"0"0"0,0-1 1,0 1-1,0 0 0,4 2 1,-1-3-1,-5-5 0,0 0 1,0-1-1,1 1 0</inkml:trace>
  <inkml:trace contextRef="#ctx0" brushRef="#br0" timeOffset="839123">19064 15327 21332,'-40'29'-19,"0"-1"1,1 6-1,10 2-121,31 18 344,24-32 1,6-4 25,2 5 14,6-30 0,-4-15 528,-19-37 23,-15 16 1,-3 0-1009,-8-20-347,-15 14-6,5 71 1,0 11 0,1-13-1,6 12 1,0-1 0</inkml:trace>
  <inkml:trace contextRef="#ctx0" brushRef="#br0" timeOffset="839374">19315 15730 20140,'55'-21'0,"1"1"0,-1-1 0,-11 4 0,0 0 0,0 0 0</inkml:trace>
  <inkml:trace contextRef="#ctx0" brushRef="#br0" timeOffset="839600">19298 16010 23461,'56'-26'-274,"0"-1"0,1 1 0,-9 5 0,3-1 0,-4 3 1,-12 6-1,-4 5 0,24-7 0</inkml:trace>
  <inkml:trace contextRef="#ctx0" brushRef="#br0" timeOffset="840042">20630 15403 23271,'-48'11'356,"1"0"1,-5 8-1,3 7-118,17 3 0,1 6-139,1-1 0,-1 5 0,2 1-90,2 3 0,2 2 1,2 2-51,2 4 0,3 1 0,4-2-27,4 6 1,6-5 50,1-9 1,12-9-4,29-20 1,9-13 19,10-16 187,-1 4 1,-3-6 468,-10-21-556,-53-1-1061,-33 20 1,-12 7 960,15 2 0,-1 1 0,-11 3 0,8 4 0,23 3 0</inkml:trace>
  <inkml:trace contextRef="#ctx0" brushRef="#br0" timeOffset="841487">16625 17340 22235,'-2'-56'688,"1"-1"1,-1 7 0,1 15-739,1 32 106,-2 40 0,-3 27-62,-2-16 0,-1 3-15,-1 8 1,1 6 0,7-8 76,13-11 0,5-9 129,19 5-135,26-48-1080,-23-29 0,1-17 0,-4 6 1005,-12 17 0,2 0-1648,17-17 0,8-7 1,-9 13 1672,-3 10 0,13-1 0,-44 28 0</inkml:trace>
  <inkml:trace contextRef="#ctx0" brushRef="#br0" timeOffset="842804">17495 17406 21573,'-36'-45'1291,"1"45"0,-3 15-1322,-7 22 1,3 10-4,-3 2 1,8-1-105,23-14 1,10-4 53,29 0 229,11-31 1,4-11 39,20-11-1444,-27-6 1,0-9 0,-7 2 1907,-1-20-6,-9 9 0,-7 18-629,-19 56 0,-5 13-14,5-5-58,-2 9 0,0 11 0,11-11-166,33-1 207,3-6 1732,1-39 1,6-15-1641,-4-17 0,1-13 0,-2 1-36,4-3 0,-1-2-173,-12 11 0,1-4 0,-1-1 0,-3 1 233,-3-6 0,-4 0 0,-3-2 222,-2-10 1,-3-3 0,0 5-333,6 0 0,-8 9 55,-29 1-67,9 70 1,-3 30 0,1 12 0,0-3-60,3-10 0,1 3 0,1 0 1,-1 1-1,1-2-114,-2 9 1,0 0 0,1-1-1,4-2 123,1 14 0,4-2 1,16-23 225,23-31 0,6-15-148,-12 2 1,2-9 66,6-16 1,6-13 0,-1-5 0,-6 4 8,2-6 0,-3-2 135,2-4 0,2-4 0,-12 22-244,-18 29-110,-21 43 1,-11 18 100,6-19 1,4 1-59,5 29 0,14-11 73,22-42 279,4-12 1,5-11-118,4-28 0,-3-10-81,-11 15 0,-2-1 32,7-12 1,-5-1-1195,-7-7 1103,-11 56 0,0-25 0,-8 41 0</inkml:trace>
  <inkml:trace contextRef="#ctx0" brushRef="#br0" timeOffset="843208">18947 17368 25954,'54'-31'558,"1"1"0,-3 5 0,-21 2-435,-56 0-95,-5 28 0,-5 11-34,-3 2 1,1 6-121,1 18 0,6 4 75,14-14 1,10 0-2154,24 9 0,12-7 1356,19-12 0,6 2 0,-27-23 0</inkml:trace>
  <inkml:trace contextRef="#ctx0" brushRef="#br0" timeOffset="843773">19789 17257 23758,'-50'16'543,"0"0"0,2-1 0,21-5-430,79-16-618,-21 1 1,2 0 504,23-4 0,-1 0 0,4-3 0,-20 5 0</inkml:trace>
  <inkml:trace contextRef="#ctx0" brushRef="#br0" timeOffset="844008">19688 17488 25331,'64'-4'-196,"0"0"0,-21 3 0,-5-1 0,0-5 0</inkml:trace>
  <inkml:trace contextRef="#ctx0" brushRef="#br0" timeOffset="846320">20876 16995 17115,'9'-37'1456,"0"0"1,4-10 660,-32 102-1943,6-19-68,-10 19 0,0 2-117,9-9 2,-1-5 1,6 3-3,14-12 0,9-2 30,7-2 1,5-5 187,7-3 1,3-9 139,5-14 0,0-15-30,-10-16 0,-3-12 1,-2 4-181,-2 6 0,-3-1 37,4-24 0,-6 8 353,-12 34-701,-1 5 208,-5 53-18,-11 4 1,-4 10 0,0-1-84,3 2 0,-1 4-2391,-2 0 0,-3 10 1,0-2-1,4-13 1360,5-16 1,0-3 0,-4 22 0,4-9-1,8-35 1</inkml:trace>
  <inkml:trace contextRef="#ctx0" brushRef="#br0" timeOffset="846854">21890 16966 23086,'-26'40'491,"1"0"0,-1 0 1,-2 7-1,2-10-367,-4-15-1,38-69-34,6 8 1,7-6 0,-1 3-62,-4-1 0,5 4-25,19-8 0,3 22-82,3 67 76,-22-21 1,-1 4-2071,3 22 0,-4 1 2073,-3-4 0,-1 0 0,-12-34 0</inkml:trace>
  <inkml:trace contextRef="#ctx0" brushRef="#br0" timeOffset="849204">22682 17296 19434,'-1'-55'2001,"0"0"1,1 10-1,-1 3-2108,-7-10 107,5 47-4,-3 32 1,-3 30-1,2-2-16,1-10 1,0 3 10,-1 0 0,0 9 0,-1 3 0,-1-1 0,1-8 9,-2-1 0,-1-6 0,1-1 0,-4 19 0,1-5 0,4-21 0,0 0 0</inkml:trace>
  <inkml:trace contextRef="#ctx0" brushRef="#br0" timeOffset="858557">28199 8976 21467,'-58'18'19,"-1"0"1,15 3-1,0 3 1,7 5-48,2 19 0,9 6-3,-1 5 0,14 0 53,27-5 1,19-9 38,9-24 1,9-9 0,-1-2 13,7 3 1,0-8 17,-6-9 1,1-7-1,-11-6 72,-15-10 1,-8-3-43,-1-1 1,-6-3 44,-6-13 0,-10 0-56,-10 5 0,-6 3-160,2 6 1,-4 4-65,-11 6 0,-2 10-398,-9 14-4406,11 24 1,6 6 3208,14-3 0,-9 24 1,32-44-1</inkml:trace>
  <inkml:trace contextRef="#ctx0" brushRef="#br0" timeOffset="859055">29300 9047 21209,'-54'17'113,"1"1"0,0 0 0,12 15 0,5 6 1,9-1-92,6-3 0,11 1 42,15 19 1,18-8 64,15-35 0,11-12 0,-4-1-37,-7 2 1,-1-1-13,7 2 0,3-1 1,-7-10 330,-6-34 1,-12-6-244,-6 3-62,-12 2 1,-5-9-1,-8 7-884,-23 7 0,-5 7-500,8-4 1,-1 8-8554,-19 14 8733,53 33 1,9 5 0,-5-13-1</inkml:trace>
  <inkml:trace contextRef="#ctx0" brushRef="#br0" timeOffset="859342">30440 8920 23719,'21'-35'420,"-16"72"0,-6 23-944,-8-5 0,-3 7-42,6-13 0,1 9 0,-1 1 0,2-4 0,0-12 0,2-8 0,1-3 0,-1 22 0,0-1 0</inkml:trace>
  <inkml:trace contextRef="#ctx0" brushRef="#br0" timeOffset="859992">27550 10432 14017,'-55'4'-84,"0"-1"0,-7 8 0,7 3 2415,13 6 1629,78 14-3853,-5-26 1,14-4 0,12-2 0,9-2 0,7-1 0,4-2 0,1 0 0,0-1 0,-3 1 0,-7 1 0,-7 2-493,0 0 1,-6 1 0,-3 0-1,0 1 1,2-2 0,6 1 0,8-1 344,-20-1 1,4 1 0,4-1 0,4 0 0,3 0-1,3-1 1,1 1 0,3-1 0,0 0 0,1 0-1,-1 0 1,0 0 0,0 0 0,-3 0 0,-1 0-1,-3 0 1,-4 0 0,-2 1 0,-5-1 0,-5 0-1,20 0 0,-8 0 0,-6 0 0,-2 0 0,0 0 0,3-1 0,7 0-4,-5 0 0,4 0 0,3-1 0,4 0 0,1 0 0,0 0 0,0 0 1,-1 0-1,-3-1 0,-4 0 0,-5 0 0,-6 0-132,13-3 1,-8-1-1,-5 1 1,-1-1-1,1 1 1,8-1-1,1 1 1,-3-1-1,-8 0 1,1-3-1,0 0 1</inkml:trace>
  <inkml:trace contextRef="#ctx0" brushRef="#br0" timeOffset="860957">26812 9322 18880,'-2'-44'901,"0"1"1,0 2-1,-5 15-800,-31 67-79,10-11 1,-3 6 451,-1 8 0,-2 5 1,6-16-133,9-25-270,48-33-92,3-20 1,8-4-46,9 11 1,1 20 64,-10 44 0,-4 12 0,6 3 0,-17-6 0,0-1 0</inkml:trace>
  <inkml:trace contextRef="#ctx0" brushRef="#br0" timeOffset="863036">30639 11171 21999,'-5'-38'448,"-1"0"0,-5-11-286,1 100 1,0 27-152,0-16 6,2-15 0,-1 11 0,-1 3 0,2-7-26,-1 8 1,1-4-9,-1 6 0,-1-1 17,2-2 0,2-12 0,4-25 0,-1 2 0</inkml:trace>
  <inkml:trace contextRef="#ctx0" brushRef="#br0" timeOffset="864670">29375 11435 20839,'-40'37'259,"-1"-1"0,0 1 0,5 15 0,4 5 0,8-4-220,3-1 0,16-3 60,20-3 0,13 0 0,6-15 228,20-27 1,6-17-78,-16 1 0,0-3 1,-4-3-123,5-7 1,-15-8-2062,-33-27 1,-15 0 1977,-1 18-803,-6 8 1,-8-6 0,7 7 757,5 3 0,-21-13 0,37 29 0</inkml:trace>
  <inkml:trace contextRef="#ctx0" brushRef="#br0" timeOffset="865893">28332 11624 15541,'13'-57'1846,"-1"0"1,0 0-1,0 5 585,5-9-2195,-10 52-80,-14 57 1,-7 30-132,6-29 1,0 4-5,-1 4 0,-3 9 0,1 1 0,1-8-47,1 1 1,1-1 25,-1 3 0,0 5 0,1-9 0,3-19 0,0-5 0,0 2 0,0 0 0</inkml:trace>
  <inkml:trace contextRef="#ctx0" brushRef="#br0" timeOffset="866566">27271 12803 19266,'55'6'222,"0"-1"0,0 1 1,1 0-1,-6-4 0,5 0 1,2-1-1,1 0 0,1 0 1,-1-1-1,-3 0-1154,2 0 1,-2-1 0,-1 0 0,1-1 0,-1 1 0,2-1 929,4 0 0,1 0 0,-1-1 0,2 1 0,2 0 0,3 0-22,-11 1 0,2 0 1,1 0-1,2 1 1,1 0-1,0-1 1,1 1-1,-2-1 1,0 0-57,-3 0 0,0-1 0,-1 1 1,1-1-1,-1 1 0,1-1 0,1 0 1,2 0-1,1 0 41,-2 0 0,3 0 1,2 0-1,1 0 0,0-1 1,1 1-1,-1-1 0,0 1 1,-2-1-1,-1 1 0,-2-1 29,1 0 1,0 1 0,-2-1 0,0 0-1,-1 0 1,-2 0 0,-1 0 0,-2 0-1,-1-1 10,11-1 0,-1 0 0,-1-1 0,-4 1 0,-7 0 0,-7 0 0,7 0 0,-11 0 0,9-2 0</inkml:trace>
  <inkml:trace contextRef="#ctx0" brushRef="#br0" timeOffset="867675">25963 11537 18941,'58'-8'-262,"1"1"0,0 0 0,5 1 0,-4 6-757,2 12 0,-7 6 1013,-3-5 1,-20 7 40,-45 14 1,-26 8-1,-3-5 51,3-11 0,-3-5 0,-3 1-33,0-1 0,-2 2 0,-2-1 0,3-1 645,-10 4 0,1-3 1,11-3-509,-1 1 589,52-4-800,31-21 0,26-19 0,11-6 0,-8 4-57,-19 10 1,-2 2-1,1-1 1,1-5 220,5-4 0,5-6 1,-1-1-1,-7 0 0,-14 4 56,-12 1 0,-8-1-143,2-13 0,-13 0 635,-32 6 1,-9 5 770,2-3-1451,-6 12 1,9 13 49,45 40 1,15 13-71,-7-11 1,2 3-2450,-1 2 0,4 6 1,-1 0-1,-4-5 1920,-3-1 0,-2-2 1,2 11-1,-9-8 1,-24-20-1</inkml:trace>
  <inkml:trace contextRef="#ctx0" brushRef="#br0" timeOffset="874942">15198 857 28125,'-3'-46'1116,"0"-1"0,0 1 0,-2-14 0,-1 6-1725,0 18 0,0 5-476,-5-10 62,-1-4 285,7 40 83,4 42 621,-2 10 0,-1 9-498,1-6 0,-1 4 1,0 1 317,-2 6 1,0 1 0,0-1 68,1-3 0,0-2 0,1-1-201,0 12 1,2-7 563,1-21 1,2-7-300,2-1 20,0-58-207,1-6 1,1-8 134,0-1 0,1-5 1,0-2-141,3-6 0,2-3 1,0 1 211,1-2 0,0 0 0,0 4 0,-1 9 1,0 3 0,-1 4-111,2-4 0,-2 8 160,-3 10 11,-15 61 189,2 3 1,-2 8-187,0 4 1,-1 7 0,0-2-1,1-6 1,1 0 0,-1 0 3,0 6 1,0 1-1,1-6 24,-1-7 0,1-5 154,-5 18 489,-15-36-679,-36-28-12,20 0 0,-3-1 11,-13-8 1,0-3 5,11 4 0,2-3 0,1-6 0,6-3 0,-4-21 5,11 6-374,18 4 369,11 33 17,18 32 16,10 31-11,-2-13 1,4 1 2,6 0 0,6-5 25,11-4 1,6-8-12,-12-13 0,3-5 1,4-6 20,2-8 0,5-9 0,-1-1 1,-6 1-31,12 2 1,-4-6 45,0-12 1,0-7 0,-17 2 141,-23-7-182,-9 6 1,-8 3-87,-17 12 66,-45 42-10,30 1-3,0 3 1,-5 6 0,-2-4 41,-16-4 0,-1-4-20,7 8 0,-5-7-10,-6-20 0,-7-12 0,7-7-208,7-14 0,8 6 226,-12 33 107,117-5-126,-13 33 0,9 0-14,-3-32 0,11-11 0,-1-5 0,-14 1 0,-18 1 0,-3-1 0,12-7 0,1 1 0,-1-1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4:08:48.9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3005 2419 17764,'-41'-4'1059,"0"1"0,-19-3-689,65 5-261,23-2 0,12-2-156,0 1 0,6-2 1,2 1-516,-1 0 1,2 0-1,2-1 1,0 1-652,4 0 0,0-1 1,0 1-1,-4 0 803,5 0 1,-3 1-1,-5 1 1,1-1 0,-10 2-1,-11 1 1</inkml:trace>
  <inkml:trace contextRef="#ctx0" brushRef="#br0" timeOffset="301">3326 2408 23327,'1'65'45,"0"0"1,0 0 0,-2 0 0,0 0 0,-1 0-185,0-13 1,-1 0-1,0 0 1,0-3-1163,0 5 1,0-2-1,-1-1 1301,2 0 0,-1-1 0,1-8 0,2 14 0,0-22 0</inkml:trace>
  <inkml:trace contextRef="#ctx0" brushRef="#br0" timeOffset="1134">3823 2800 22363,'31'45'62,"0"1"1,0-1 0,0 0-1,-2 13 1,-6 1 0,-17-13 228,-37-8 28,-19-15 31,54-56 0,10-11-316,-2 9-76,19-13 0,13 2-451,2 25 0,9 6-308,-10-1 0,6-1 0,1-1 0,-5 4 406,14-4 0,-2 2 747,-10 6 1,2 0 0,-18-2 2051,-23-10-1497,-3 6-834,-6 6-854,3 39 1,2 31-1,-1-6-485,-2 6 750,3-1 1,3 12-1,-2-21 1,-3-33-1,3 12 1</inkml:trace>
  <inkml:trace contextRef="#ctx0" brushRef="#br0" timeOffset="1357">4723 2621 17967,'0'0'0</inkml:trace>
  <inkml:trace contextRef="#ctx0" brushRef="#br0" timeOffset="2303">5065 2842 23887,'51'17'613,"1"1"0,-24-56-605,-38 64 1,-5 14-37,25 20 28,3-18 0,5 6 0,13-9 42,17-15 0,15-8 0,2-9 0,-8-13 477,-9-19 0,-7-14 0,0-2-239,11 1 0,0-3 0,-15-2-210,-29-26 0,-6 26-107,21 85 1,1 24-36,-6-16-436,-9-5 1,2 14-1,-2 5 1,-2-3-1,-5-15-1300,-14 20 1808,-7-14 0,-6 7 0,3-17 0,1-20 0,-14 7 0</inkml:trace>
  <inkml:trace contextRef="#ctx0" brushRef="#br0" timeOffset="3714">5091 2997 23399,'40'2'254,"1"-1"0,-1-3 0,-5-6-192,-11-14 229,-5-5 0,-3-3-117,-3-2-1,-1-27-117,-15 38 34,-6-4-62,-39 21-11,17 7-12,-27 5 18,32 8-23,-17 26-6,23-16 6,-15 20 29,30-12-24,12 1 1,3 2 5,-3 3-17,7 0 1,1-1 22,-1-14-1679,18-5 1,5-3 813,1 1 0,24-5 0,-48-13 0</inkml:trace>
  <inkml:trace contextRef="#ctx0" brushRef="#br0" timeOffset="5623">988 3194 19451,'49'-3'15,"-1"-1"1,1 1 0,6-1 0,5-1 0,1-1 0,-3 0-35,-8-1 1,-1 0 0,-1-1 0,0 1-65,4-1 0,1 0 0,-1 0 0,-3-1 646,8-1 1,-2-2 0,-16-3-350,-16-21-119,-47 7 269,-7 8 0,-4 1 439,-23-8-1229,10 6 348,31 15 100,21 16-95,16 16 1,6 9-1119,-4-1 1,2 4 671,9 17 0,-2-1 1,-13-22-1,-5-4 0,2 15 1</inkml:trace>
  <inkml:trace contextRef="#ctx0" brushRef="#br0" timeOffset="6524">552 4845 17076,'56'2'361,"1"1"1,-1-1 0,1 1 0,2 0 0,4-2-304,-18-2 1,8-2 0,7-2 0,3 0 0,1 0 0,-2-1 0,-3 0 0,-8 1-506,9-2 1,-7-1-1,-1 0 1,6 0 678,-5 0 1,6-1 0,4 0 0,0-1 0,-2 0 0,-6 1 0,-7 1-118,14 0 1,-9 1 0,-21-7 308,-35-30-259,-30 28 0,-14 3 417,0-5 1,-6-2 0,5 3-768,2 2 0,7 2 385,6-5-332,66 34 0,21 14-580,-10-3 1,1 2 103,12 4 1,-4 4 607,-19 3 0,-10-2 0,-11-16 0,0 18 0</inkml:trace>
  <inkml:trace contextRef="#ctx0" brushRef="#br0" timeOffset="7730">3281 4371 21052,'-29'41'66,"1"0"1,-1 1-1,0-1 1,3 12-1,1 4 1,6 1-1,11-3-27,21 4 0,12-3 1,-1-1-9,-12-3 1,-1 0 0,10-8 100,25-4 1,14-8 0,-7-15-60,-18-20 0,0-7 97,27-2 1,-5-9 308,-31-7 0,-10-4-328,-9-18 78,-16 8 1,-7 3-409,-25-2 151,48 23 33,28 14 1,13 5 134,6-2 0,1-4 17,2-4 0,-6-7 61,-2-24-240,-45 57-628,0 22 1,0 7-228,1-8 0,3 0-2963,7 22 1,5-8 3112,9-23 0,-1-6 0,-15-16 1</inkml:trace>
  <inkml:trace contextRef="#ctx0" brushRef="#br0" timeOffset="8248">4237 4773 23086,'34'35'-44,"-1"1"0,0-1 1,-3 8-1,-4 4 0,-5-5 100,-7-5 0,-7-1 84,-9 12 0,-8-10 51,-9-31 498,-32-13-516,28-7 51,0-42-241,32 27-190,23-6 0,10 3-754,-2 15 1,5 5 475,-2 0 1,3 0-1,-4 2 1,-4 3-1,-5 2 1,22 2-1</inkml:trace>
  <inkml:trace contextRef="#ctx0" brushRef="#br0" timeOffset="8744">4953 4917 23237,'50'-22'350,"-1"1"0,1 0 0,13-2 0,-20-2-294,-53-12 90,-23 16-74,-3 17 1,-3 4-50,-6 2-7,7 2 1,2 10-3,14 18 0,7 5-25,-1 4 11,2-3 0,9 3-457,27-2 1,9-4-641,10 1 612,3-15 0,11-1 1,-10-6-1,2-7 1,-4-8-1,-1 1 1</inkml:trace>
  <inkml:trace contextRef="#ctx0" brushRef="#br0" timeOffset="9265">5659 4837 24307,'49'4'403,"0"0"0,-12 10 1,-9-9-273,-19-35 1,-13-7-42,-21 10-60,-10 9 1,-4 5-36,-12 10-7,13 9 1,3 9-112,2 40-821,29 0 0,10 3-364,3-15 0,9-3 823,15-2 1,11-2-1,-5-7 1,13-1-1,-8-20 1,-1 0-1</inkml:trace>
  <inkml:trace contextRef="#ctx0" brushRef="#br0" timeOffset="10234">6495 4925 22470,'-59'9'229,"0"1"1,1-1-1,-1-11 1,8 8-222,3 40 1,25 4 120,68-10-45,-6-8 19,13-35 1,2-14-45,-23-3 0,-5-10-781,-3-13 0,0-14 0,-3-2 0,-4 6 862,-1-2 0,-4-3 39,-6 7 1,-1-11-1,-2-2 1,0 4-1,-3 14-59,-2 7 1,-2 5-121,-7-31 0,2 24 22,8 69 1,2 17-23,1-14 0,0 4 0,1 9 0,0 8 0,1 3 0,0-6-23,2 16 1,4-2 1044,2-2 1,4 4-1,7-10-1101,22-4 1,6-12-3,-4-7 0,3-13 312,-1-22 0,4-11 0,-5-7-224,-11-3 1,-3-6 0,-3-1 249,8-22 1,-6 1-253,-9 12 1,-12 15 0,-29 33-9,39 39 0,14 14 3,-28-24 0,5-2 15,26 2 0,15-4 0,-5-14 7,-13-23 1,-1-9 531,27-10 1,-2-4-191,-30 6 0,-4 3-336,14 4-80,-40 48 0,-19 32 0,-7 12 0,4-9-251,6-9 1,1-2 0,-3 8 59,5-11 1,-4 9 0,0 6 0,0 0-1,0-1 1,1-8 0,4-10 0,-1-1-1,3-9 1,0 2 0,-1 13 0,-1 0-1,1 0 1</inkml:trace>
  <inkml:trace contextRef="#ctx0" brushRef="#br0" timeOffset="11750">7987 2312 15804,'64'-12'290,"0"0"1,-1-1 0,1 1-1,0 0 1,-11 1 0,-1-1-1,-1 1 1,0 1 0,1 1-278,4 1 0,1 0 1,1 3-1,-2 1 1,-4 3 47,15 3 1,-5 4 0,-12 12-1986,-18 25 0,-8 7 2064,7-5 0,-2 4 44,-9 3 1,-3 7 0,-4-6 385,-5-7 0,-5 1-442,-1 1 1,-1 6 0,-1 3 0,-1 2-81,-1-5 0,0 3 0,0 1 1,-1 0-1,1 0-111,-1-2 0,0-1 0,0 2 1,1 2-1,2 5 82,0-11 1,2 6 0,0 3 0,1 1 0,0 2 0,0-1 0,0-1 0,1-4 0,-1-4 30,0 13 1,2-6-1,-1-2 1,0 2-1,0 4 4,0-5 1,2 5-1,0 1 1,-1 1-1,-2-1 1,-3-3-1,-5-4-116,-8 3 1,-5-3-1,-4-3 1,1-3-1,1-4-63,3 5 0,1-6 0,-11-3 125,-16-3 0,-14-2 0,0-6 0,14-11 0,1-10 0,-5-5 0,0 0 0</inkml:trace>
  <inkml:trace contextRef="#ctx0" brushRef="#br0" timeOffset="14086">2331 6161 17406,'-59'-9'-538,"1"0"1,1-1-1,23 7 874,42 9 151,27-2 1,17-4-179,-7 1 0,6 0 1,5-1-1,3 0-597,-6-2 1,3 0 0,2 0 0,2-2 0,3 1-1,0 0 442,-5 0 0,1 0 0,2 0 0,1-1 0,1 1 0,1-1 0,1 1 0,0-1-233,-6 1 1,0 0-1,2 0 1,0-1-1,1 1 1,0 0-1,1-1 1,0 1-1,1 0 1,0 0 138,-5 0 1,0 0 0,0 0-1,1 0 1,1 1 0,-1-1 0,1 0-1,1 0 1,-1 1 0,0-1 0,1 0-1,-1 1-186,2-1 0,0 1 0,0-1 1,1 1-1,-1 0 0,1-1 1,0 1-1,0 0 0,-1-1 1,1 1-1,-1 0 0,0-1 171,-2 1 0,1-1 1,0 1-1,0 0 0,0-1 1,-1 1-1,0-1 0,0 1 1,0 0-1,-2-1 0,1 1 1,-2 0-69,6-1 1,-1 1 0,0-1 0,0 1 0,-1 0-1,-1-1 1,0 1 0,-2 0 0,-1 0 0,-2-1 43,12 1 1,-2-1-1,-1 0 1,-1 1 0,-3 0-1,-3 0 1,-2 1-674,16 0 1,-4 0 0,-6 1 0,-7 3 729,9 5 1,-15 3 0,-17 3 0,-40 4 0</inkml:trace>
  <inkml:trace contextRef="#ctx0" brushRef="#br0" timeOffset="25072">7095 4035 12746,'37'7'138,"1"0"0,7 0 1,3-2 85,8-5 0,4-2-124,-7 1 1,2-1 0,2 1-489,-8-1 0,1 1 0,1-1 1,0 0 406,3 0 1,1 0-1,0-1 1,0 0 51,-2 0 1,-2-1-1,2 0 1,3-2-15,-4-1 1,4-1 0,3-1 0,-1-1 0,-2 1 0,-3 1-57,4 0 0,-4 1 1,0 0-1,3-2 5,4-1 1,4-1 0,0-1 0,-2 1 0,-8 2-5,-3 3 0,-5 2 0,0 1 1,5-2 1,0 1 0,0 1 114,-6 0 0,0 0 1,-2 1-10,17-3 0,-1 0-53,-11 0 0,1 0 0,0-1 20,7-1 1,0 0 0,-2 0-1,5-1 0,-3 0 221,4 1 1,-8 1 33,-18-1 1909,-12 3-2056,-1-4 837,-1-5 306,-8 1-156,-34-20-448,4 10-494,-16 4 1,-2 1-79,0-1 377,-16-2-158,34 14-233,14-4-114,33 7 55,32 17-121,-31 1 1,-3 7-1233,0 16 0,-9 6 1267,-13 3 1,-6 0 0,2-13 0,-2-3 0,-16 16 0</inkml:trace>
  <inkml:trace contextRef="#ctx0" brushRef="#br0" timeOffset="25701">8151 3193 7353,'0'0'0</inkml:trace>
  <inkml:trace contextRef="#ctx0" brushRef="#br0" timeOffset="30032">208 7583 13345,'54'-18'340,"0"-1"1,0 1 0,2 1 0,3-1 0,3 1-1,1 1-293,-4 3 0,1 0 1,2 1-1,1 0 0,2 0-715,-4 1 1,2-1 0,1 0 0,1 0 0,0 1 0,0-1 667,-9 3 0,0 0 0,1 0 0,0 0 0,-1 0 0,-1 1 0,0-1 6,3 1 1,0 0-1,-1 0 1,-1 1-1,-1-1 1,-2 1-20,14-3 0,-2 1 0,-3 0 0,-4 0 498,-5 3 0,-3-1 1,-11-3 843,8-25-948,-98 11-146,-2 7 1,-8 3-8,11 6 0,-2 3 0,0 1-70,5 0 1,-1 1 0,3 2-5,-16-1 0,13 5 1983,28 5-2002,77 9-152,-18-8 0,5 0 0,3 2-213,5 2 1,2 2-1,-4 4-2806,-8 3 1,-4 3 0,-4 1 3035,-2 3 0,-9 2 0,-12 21 0,-18-33 0</inkml:trace>
  <inkml:trace contextRef="#ctx0" brushRef="#br0" timeOffset="30766">3777 6909 19899,'2'-44'240,"0"0"1,3-20-257,-1 67 24,2 29 0,0 14-75,-1-5 0,-1 5-410,0 13 1,0 8 0,-1-2-2020,1-10 1,-1-2-1,0 0 2496,0 0 0,-1 0 0,1-6 0,0-3 0,1-8 0,2-5 0</inkml:trace>
  <inkml:trace contextRef="#ctx0" brushRef="#br0" timeOffset="31152">3676 7139 17692,'-5'-63'875,"1"-1"1,7 7 0,9 6-717,13 14 1,8 7-102,5 7 1,6 8 14,9 8 0,5 8-40,-12 6 1,3 4 0,0 3-279,5 6 0,1 5 0,-2 3 208,-2 1 1,0 4 0,-8 3 4,-8 1 1,-5 2-1,-10 2 33,-10 21 0,-17 0 2,-9-21 1,-8-2 0,-6-2-559,-15 3 1,-9-3 0,0-4 554,6-8 0,0-3 0,2-3 0,-14 7 0,5-7 0,-5-12 0</inkml:trace>
  <inkml:trace contextRef="#ctx0" brushRef="#br0" timeOffset="32107">4848 7038 20914,'11'-52'733,"1"-1"1,23 93 0,1 26-721,-21-38 1,-2 4-9,0 12 0,3 13 0,0 5 0,-1-4 0,-5-11 36,-3-3 0,-1-5 586,4 11 0,-7-18-488,-12-41-98,-6-19 1,-6-21 0,-1-10 0,2-3 0,7 7-59,10 1 0,6 2 0,2 0 0,-5-4 18,-10-4 0,-8-6 0,0 0 0,9 5 0,17 13-95,34-1 1,19 14 0,-3 15 79,-13 20 0,1 13-12,8 13 0,4 11 0,-13 1 28,-14 0 1,-21 0-312,-37-6 1,-25 1 0,-6-2-1,13-5 1,19-4 0,-1-4-1,-27-6 1,0 1 0,-1 0 0,1 0-1</inkml:trace>
  <inkml:trace contextRef="#ctx0" brushRef="#br0" timeOffset="33541">6464 7013 16969,'46'42'1221,"-1"1"0,0 0 0,9-15 0,7-11-1136,-15-9 1,5-3 0,6-2-1,3-5 1,3-6-605,-13-3 0,4-5 0,4-4 0,2-2 0,2-3 1,-1-1-1,-1 1 0,-2 1 0,-4 2 0,-5 3 538,11-2 0,-7 3 0,-2 1 0,2-1 0,7-2-126,-10 3 0,6-3 0,4-2 0,3-1 0,0 0 0,0 1 0,-3 2 0,-4 2 0,-6 4 0,-7 4-3170,12 4 0,-9 5 0,-3 2 2443,14-2 1,-10 7 0,-14 19 0,-33-12 0</inkml:trace>
  <inkml:trace contextRef="#ctx0" brushRef="#br0" timeOffset="36685">36 9230 10058,'-20'29'7074,"4"0"-6800,29-14-145,32-9 0,17-7-66,-9-1 1,4-1-1,5-2-378,-10 0 1,3-1 0,3 0 0,1-1 0,-1-1 337,3 0 1,2 0-1,-1-2 1,1 1-1,-2-2 0,-4 0 1,1 0 0,-2-1-1,-1 0 1,-1-1-3,6-2 0,-1 0 0,-2-1 0,-3-1 139,2-4 1,-3-1-1,-5-1 84,4-7 0,-7 0 13,-16 8 1,-7-1 431,-2-24-112,-35 17-191,-14-4 45,-3 14 1124,-2 8-1583,29 20 196,40 21-168,-2-8 0,6 2-28,11 6 0,0 2-266,-10 1 0,-10 5-3686,-23 10 1,-12 2 3979,-4-10 0,-5-3 0,-9 0 0,0-5 0,4-9 0</inkml:trace>
  <inkml:trace contextRef="#ctx0" brushRef="#br0" timeOffset="37505">3819 8738 19888,'52'-12'-119,"1"0"1,-1 0 0,0 0-1,0 1 1,10-3 0,0-1-1,-3 3 1,-7 2-1129,6 3 1,-7 4-3014,-7-2 1,-4 3 4259,5 3 0,-27 0 0,-14 2 0</inkml:trace>
  <inkml:trace contextRef="#ctx0" brushRef="#br0" timeOffset="37871">4312 8637 18958,'3'56'52,"1"0"1,0 0-1,0 0 1,-1 1-1,1 4 1,0 0-1,-1-5 1,1-11-115,3 14-27,-4-18-371,-2 20 460,-7-4 0,0 0 0,3 3 0,-4-18 0,1 1 0</inkml:trace>
  <inkml:trace contextRef="#ctx0" brushRef="#br0" timeOffset="38308">4776 9021 20095,'29'35'-90,"1"0"0,-1 0 1,0 4-1,-2 1 1,-11-1 570,-20 12 1,-7-4-191,5 10 454,-49-85-1076,60-4 1,16-5-94,4 0 0,8-2 0,-1 6 0,-3 7 0,2 7 0,14 9 0,0 1 0</inkml:trace>
  <inkml:trace contextRef="#ctx0" brushRef="#br0" timeOffset="39455">5550 8991 17832,'34'36'2080,"0"1"1,-36 8-1734,60-62 1,2-21-275,-54 3-199,-23-8 0,-7 16-24,6 58 1,-1 31-1,0-10 21,-19-6-295,37-4 0,11 14 0,6 0 0,1-17 0,19-7 0,6-17 0,-1 0 0</inkml:trace>
  <inkml:trace contextRef="#ctx0" brushRef="#br0" timeOffset="40368">6242 9024 19249,'57'17'1012,"0"1"0,-4-4 0,-13-12-586,-28-33 72,-6-10-240,-8 5-85,-5 4-139,-6 8 50,4 11-151,-21-5-40,2 15-66,-6-4 128,-6 18-17,12 13 23,-2 7 19,13-1 1,4 2 8,-2 9-6,9 3 0,3 0 0,6 3 14,2-6 1,4-2-54,6 4-23,0-4-257,13-14-404,12-17 740,2-8 0,1-1 0,4 1 0,13-10 0</inkml:trace>
  <inkml:trace contextRef="#ctx0" brushRef="#br0" timeOffset="41424">810 10729 15664,'60'-2'74,"1"-1"0,-1 1 0,0-1 0,1 1 0,0-1 0,1 0 1,-1-1-1,0 1 0,-1-2-80,-4 0 0,-1 0 1,-1-1-1,-1 0 1,-1-1 23,8-1 0,0 1 0,-3-2 1,-3-1 569,5-2 0,-4-2 0,-8-2-530,-10-2 1,-9-2-59,-2-12 95,-52 11 1,-13 2 441,-12-6 415,6 0 0,5 0-899,20 5-146,79 43-100,-19 5 0,2 4 114,9-2 0,-6 8 87,-23 12 0,-10 9 1,-4-12-1,-3-11 0,-7 17 1,1 0-1</inkml:trace>
  <inkml:trace contextRef="#ctx0" brushRef="#br0" timeOffset="43377">4272 10337 19206,'-42'8'374,"1"0"0,-8 30 0,-1 15 0,11-5-364,18-19 0,6 5 11,-2 10 1,-2 14 0,1 5 0,5-2-1,8-10-67,17 9 1,8-3 5,-9 4 1,0 4 0,9-11 324,19-6 0,9-20-149,7-29 1,0-12-162,-13 6 1,-2-5 506,11-21 0,-10-4-624,-20 9 92,-12-3 0,-2-2 693,-3-5-645,5-10 74,27 13 1,6 5-50,-4 3-35,3 0 1,-1 7 6,-14 18-12,12 29 297,-19-14-202,11 36-44,-27-23-40,2 9 23,4 20-45,0-17-162,3 19-658,9-2 0,-13-27 0,7 2 0</inkml:trace>
  <inkml:trace contextRef="#ctx0" brushRef="#br0" timeOffset="43966">5046 10731 21248,'48'2'2,"0"0"0,7 2 0,-4 13-2177,-19 28 1,-6 16 0,-4-7 2168,-1-16 1,-3 1 842,0 20 1,-1 8-1,-18-22 4,-31-28 858,-14-41-1660,22-17-145,9 9 0,10-2-474,31-6 0,12 4 3664,9-9-3877,-10 23 0,11 0 1,2 0-1,-5 5-3083,7 2 1,-1 3 3309,-5-2 1,3 1 0,-7 2-1,12 2 1,-34 6 0</inkml:trace>
  <inkml:trace contextRef="#ctx0" brushRef="#br0" timeOffset="44456">6182 10726 17316,'-46'20'300,"-1"0"1,1 0 0,-1 0 0,0-4 0,1-1-1,10 5-306,3 15 1,15 3-84,24 17 268,2-20 470,47-2-56,-16-50 1,2-12-415,-4 9 1,0-5 466,-8-14 0,-1-6 0,-5 18-741,-3 28-347,-3 22 108,-14 16 1,-3 11-152,5 8 1,1 7-1,0-11 1,2 2-1,-2-4 1,1 0-1</inkml:trace>
  <inkml:trace contextRef="#ctx0" brushRef="#br0" timeOffset="45157">6629 11023 21472,'-3'48'93,"1"-1"1,-8 15 0,-3 5 0,1-9-97,5-25 1,-2 0-4,-3 15 1,-2 7-1,2-9 393,3 1-308,5-22 38,7-73-100,0 6 27,-3-2 1,0-12 0,2 3-11,4-3 0,5-3 48,1 6 1,4-5-1,2-1 1,-1 5-35,-3 8 1,0 4 0,4 0-55,10-14 0,5-1 1,1 12-163,7 14 0,-1 9 137,-9 2 0,2 5-73,25 5 1,-1 9-104,-1 18 179,-17-3 0,-12 6 187,-38 13 1,-16 3-96,-5-8 1,-8-2-248,-12-3 0,-8-2 0,3-5-1831,2-5 0,3-7 2014,-4-4 0,10-6 0,22-4 0,16 0 0</inkml:trace>
  <inkml:trace contextRef="#ctx0" brushRef="#br0" timeOffset="45734">7411 10375 22867,'13'46'2,"1"0"1,-1-1 0,-6 4 0,-2 3 0,-1 0 0,-2-5-14,1 11 0,-3-3-152,-3-4 0,-3 1 1,0-9 1887,-7-3-1353,15-65-218,24-18 0,7-6-77,-16 10 0,3-1-66,6 1 0,5 0 1,1 10-12,0 16 0,3 9-54,18 9 1,2 5 17,-13-5 0,0 7-1261,-3 10 0,-1 9 1,-7-4 445,-4 6 470,-14 20 0,-8-3 1,-7-29-1,-13 32 1</inkml:trace>
  <inkml:trace contextRef="#ctx0" brushRef="#br0" timeOffset="48886">11144 2090 13984,'10'49'310,"0"0"0,0 1 0,-3-3 0,-1 3 0,0 1 0,-2 1-211,-2 3 0,-1 1 1,-1 1-1,-1 0-677,-1 6 0,1 0 0,-2 1 0,-1 2 646,0-6 0,-1 1 1,-1 1-1,-1 0 1,0 0 20,-1 1 1,-2 0-1,0 1 1,0 0 0,-1 3-311,3-13 1,-1 2-1,0 1 1,-1 1-1,1 0 1,0 1-1,-1-1 266,0 4 1,0-1 0,0 2-1,0-1 1,-1 1 0,1 1-1,0-1 1,1-5 1,-1 1 0,1 0 0,0 0 0,0 0 0,0 0 0,0 1 0,-1-1-35,1 2 0,0-1 0,1 0 0,-1 0 0,0 1 0,0 0 0,0 2 0,-1 1 41,1-5 0,0 3 0,0 1 1,-1 2-1,1-1 0,-1 0 0,1 0 1,0-2-1,0-2 0,1-2-26,-2 7 0,1-4 0,1-2 1,0-1-1,-1 1 0,0 1 1,0 5 11,0-9 1,0 3 0,0 1 0,0 2-1,0 0 1,-1 1 0,0-1 0,1 0 0,-1-1-1,1-2-16,0 1 1,-1-1 0,1 0-1,0-1 1,-1 0 0,1-1 0,0 1-1,-1-1 1,1 0-8,-1 5 1,0-1 0,0 0 0,0-1 0,0 1 0,0 0 0,0 0 0,0 2-12,0-3 1,0 1-1,0 1 1,0 1 0,0-1-1,-1 0 1,2 0-1,-1-2 1,1-1 14,-1 1 0,1-2 1,0 0-1,1 0 0,-1-2 1,1 0-1,0-2 0,0 0-13,-1 7 1,1-3-1,0-2 1,0 1 0,-1 1-1,1 3 8,0-5 0,1 3 1,-1 1-1,0 1 1,0 0-1,0-2 1,1-2-1,0-4-3,0 7 0,0-4 1,0-3-1,1 1 1,-1 3-2,1-3 0,0 3 0,-1 1 1,1 0-1,-1-2 0,1-1-4,0-1 1,0 0 0,1-2 0,-1-1 0,1 0-8,-1 4 0,1 0 0,0-2 0,0 1 178,0 0 0,0 1 0,1-1 0,0-5-180,1-2 0,1-5 1,1 1-13,2 23 0,2-5 11,-1-21 0,1-2-8,3 4 0,0-2-12,0 12 523,-3-18 1,-2 3-445,-8 5 0,-6 1 8,-3-5 0,-7-1-376,-10-3 1,-8 0-1,-3-3 204,0-8 1,-3-3-1,2-1 1,-11 7-1,4-5 1,11-11-1,1 0 1</inkml:trace>
  <inkml:trace contextRef="#ctx0" brushRef="#br0" timeOffset="51293">10523 1699 21108,'56'-31'28,"0"1"0,-14 10 0,0 2 0,-1 6-28,3 8 0,-1 5 0,-4-2 0,-1 3 11,25 11-5,-37 1 11,1 9 192,5 9-22,-6-4 0,10 7 10,1-2-11,-14-13 160,11 28-229,-25-23 53,-2 9 1,-2 3-121,-3-3-17,-3 6 0,0 0-131,0-5 30,-3 23 84,-1-25 1,-1 0-90,-6 21 63,-4 9 5,-7-5-69,9-19 1,0 0-39,3-9 0,0 2-567,-7 22 1,3-5 0,9-25-1,-5 14 1</inkml:trace>
  <inkml:trace contextRef="#ctx0" brushRef="#br0" timeOffset="123129">9343 9151 24575,'46'0'0,"0"0"0,5 0 0,2 0 0,5 0 0,0 0 0,-2 0 0,-1 0 0,1 0 0,-2 0 0,-15 0 0,1 0 0,19 0 0,-2 0 0,0 0 0,-22-2 0,0 1 0,24-3 0,-3-4 0,-4 2 0,-1-2 0,-15 1 0,-1 0 0,-8 0 0,-10 0 0,-9 4 0,0-1 0,-8 3 0</inkml:trace>
  <inkml:trace contextRef="#ctx0" brushRef="#br0" timeOffset="135585">10085 6190 24575,'17'0'0,"11"0"0,14 0 0,5 0 0,5 0 0,-8 0 0,2 0 0,-4 0 0,3 0 0,-2 0 0,8 0 0,1 0 0,-8-1 0,3 1 0,-3-1 0,5-1 0,0-1 0,9-1 0,0-1 0,-10-4 0,-2 0 0,-12 2 0,-2 1 0,8-3 0,-3 2 0,3 0 0,-1 3 0,-14 1 0,3 3 0,-2 0 0,-8 0 0,4-2 0,-11 0 0,-6 1 0,-2-1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4:13:17.3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794 2917 12601,'-62'0'1499,"0"0"1,0 0 0,7 2 0,3 0 0,29 1-845,60 6-448,16-3 1,9-2-165,-10-1 0,3-1 0,3 0-1149,0-1 0,4 0 0,1-1 0,-2 0 1111,-8 0 1,-2 0 0,1 0-1,1 0-11,7 0 1,3-1-1,-1 0 1,-3-1-547,5-1 0,-3-1 0,-3 0 567,-10 2 0,-3-2 0,-2 0 888,16-4 1,-11-2-607,-24-4-134,-7-7 5,-21 1 2012,-15-17-1867,-11-4 3426,0 0-3221,8 15 0,2 2-260,3 5-202,-12-8-62,25 23 18,15 15-18,24 23 0,-7-6 1,2 4-35,7 15 1,-3 3-140,-11-9 0,-5 1-801,-3 10 0,-13 0 980,-22-5 0,-7-6 0,-2 8 0,-16-3 0</inkml:trace>
  <inkml:trace contextRef="#ctx0" brushRef="#br0" timeOffset="965">3346 2771 10873,'2'-51'3166,"0"0"1,-2-9 0,-1 9-1764,-1 25-1073,-6 71 0,-3 28-271,3-28 0,-2 5 91,2-4 1,-2 7 0,1 5 0,0 0 0,4-5-122,2 0 1,1-1-1,4-3 1,2-3-950,5 2 0,3-3 0,4-2 894,4 2 0,3-1 0,9-17-146,14-24 1,12-18 0,1-7 0,-11 6 0,-9 4-1,-2 0 1,11-6 0,1 0 0,-1-1 0</inkml:trace>
  <inkml:trace contextRef="#ctx0" brushRef="#br0" timeOffset="1737">3982 3037 23674,'45'37'242,"1"-1"1,-1-9 0,1-12 118,1-27 0,-3-10-210,11-11 0,-33 1 1,-12-4 28,-24-16-136,-12-5-58,-7 35 0,-7 9-14,6 12 0,-1 10-6,-11 23 1,6 10 24,16-9 1,6 3-26,1 20 1,13 1-273,27-14 1,9-5-194,-6-8 1,4-4 240,5 0 1,6-8 257,5-19 0,6-8 0,-11 0 0,-2 3 0,11-5 0,-1-1 0</inkml:trace>
  <inkml:trace contextRef="#ctx0" brushRef="#br0" timeOffset="2853">4789 2944 25320,'39'6'300,"1"0"0,19-16-5871,-68-14 5650,1-4 1414,-21-7-1510,4 25 865,-22 5-882,17 22 1,2 8 27,-12 20 17,17-8 1,5 2 3357,10 20-3402,14 0 5,21 0 33,-3-33 1,2-3-1,12 8 26,18-8 0,5-6-25,-1-9-1691,-7 2 0,3-3 1735,-8-13 1,-4-5 10,13-7 6,-10-6 1,-1-6-7,-16 1 1,-5-3-29,0 3 1,-3-6 70,-4-17 1,-3-10 0,-6 2-29,-8 16 1,-4 0-1,-1-2-30,2-4 0,0-4 1,0 1-1,-4 5 1709,-10-14 0,-3 9-1842,5 15 0,1 9 59,1 15 31,8 45 0,3 19-1,-1-7 1,-1 3-3,2-2 0,0 3 0,-1-1-3,0 15 1,-1-6-9,0 10-277,13-17 1,6 8-1,1-8-138,-2-16 1,3-2 256,7 28 1,6-5-2708,-2-29 1,1-11 2875,2-12 0,8 9 0,-22-19 0</inkml:trace>
  <inkml:trace contextRef="#ctx0" brushRef="#br0" timeOffset="3196">5400 2964 22543,'-35'-17'523,"0"0"1,83-14-6095,11 26 5593,1 3 1,4-2-19,-15-3 1,-9 1-5,-16 5 0,40-9 0,-66 13 0</inkml:trace>
  <inkml:trace contextRef="#ctx0" brushRef="#br0" timeOffset="4954">6181 2899 21618,'-50'7'49,"1"-1"0,-1 1 0,-3-9 0,8 8-49,14 30 0,14 12-48,21 10 1,11-1-26,-5-25 0,2 0-36,9 25 0,10-5-118,5-31 0,8-12 173,1-10 0,6-7 0,2-3 115,6-4 1,3-3-1,-3-1-941,-4-2 0,-2 0 0,-3-3 934,-7 1 0,-3-1 0,-8 0 1062,6-23-253,-25 1-370,-31 1-331,-34 34-145,-1 25-31,20 18 0,6 8 1079,14-5 0,12 1-1009,24 13 0,13-5 5,-7-20 1,5-7 178,11-9 1,8-7 0,-6-6 19,-10-6 1,-5-8 36,6-18 0,-12-7-73,-31-14-129,-10 16 1,-9 5-281,-12 20 0,-3 8-219,-18-5-1820,20 37 1,17 8 2223,47-12 0,7 3 0,-23 26 0,25-38 0,0 0 0</inkml:trace>
  <inkml:trace contextRef="#ctx0" brushRef="#br0" timeOffset="5872">7395 3053 23551,'-49'-14'40,"0"0"1,-1 0-1,-17 18 1,16 15-41,35 39 75,31-8 1,16-12 142,15-38 1,6-15-51,-4 3 0,-2-6-67,-2-14 0,-9-14 192,-19-9 0,-10-11 0,-4 7-97,0 11 0,-3-1-90,-3-3 1,-1-12-1,-2 9 1,-3 27-90,1 29-15,4 28 1,5 14-20,6 18 1,4 7-183,-3-19 1,1 5 0,1 0 0,0-7-424,1 12 0,10-9 60,13-21 0,10-5 0,-2-7 587,-5-4 1,1-10 7,5-8 1,3-8-1,-6-5 642,-6-17 0,-9-2-417,-1-6-146,-14 8 0,-8 5-135,-15 19 18,6 12 33,36 8 0,18 2 406,10-2-252,2-8 1,-4-12-49,-28-13 1,-10-7-26,-13-5 0,-8-1-87,-4 5 1,-7 3 2,-17 6 0,-7 11-19,2 19 0,1 14-9,-6 26 0,8 10-22,15-13 0,5 0 11,-3 13 0,18-4 14,50-12 0,9-12 0,-27-10 0,14-1 0,1 0 0</inkml:trace>
  <inkml:trace contextRef="#ctx0" brushRef="#br0" timeOffset="6800">9782 2943 19445,'14'-63'1305,"0"0"0,-7 7 0,-13 10-1198,-42 22-77,-8 47 1,-4 13-31,23-19 0,3 5 3,-4 11 1,-1 9 0,11-3-38,14-4 1,13 1-124,17 4 0,11 2 1,-2-3 100,-9-1 0,7-5-6,18-9 0,16-4 1,5-6-1,-7-10-901,-3-18 1,-3-10-1,1 2 987,3 10 1,2 3-1,-5-5 90,-5-11 0,-3-5 0,-11 1 821,-5-20-509,-12 9-443,-49 25-78,11 43 16,9 16 1,11 4 58,16-15 1,11-3 1765,25 10 0,10-14-1502,-2-34 0,-1-11-183,-10 13 1,-5-6 128,-1-19 1,-14-8 103,-29 4 0,-11 0-163,0 1 1,-6 4-112,-23-5 0,-4 10-127,-14 14-857,17 28 1,6 12 963,26 1 0,5 1 0,-14 21 0,18-12 0</inkml:trace>
  <inkml:trace contextRef="#ctx0" brushRef="#br0" timeOffset="8033">10809 2985 21719,'24'-21'902,"-18"14"55,12 52 1,-1 20-700,-13-13 279,29-102-474,-20 16-43,11-9 1,9-9-1,0 13-37,22 17-11,2 10 0,2 9 25,-19 17 0,-3 9-25,11 14 0,-3 5 39,-16-9 1,2-2 41,21 2 1,2-10-15,8-19 0,-8-27 0,-6-16 0,-22-15 1,-10-12 10,-6 13 0,-3-8 1,-1 0-1,-3 6-4,-1 5 1,-3 3 0,-1 0-29,0-13 1,-2 0 0,-6 19-69,-15 26 47,9 62 0,8 24 14,9-19 1,4 1-14,-8-3 0,0 4 0,10 0-533,17-2 0,12 3 0,2-3 0,-8-10 176,-8-11 1,1-1-1216,5 7 0,6 9 0,1-4 1,-6-15 725,7-14 0,-10 0 0,-3-11 0</inkml:trace>
  <inkml:trace contextRef="#ctx0" brushRef="#br0" timeOffset="8988">11631 2795 16219,'60'-1'-145,"-1"0"1,1 0 0,0 0 0,-1 0 0,1 2 0,-5 1 0,-1-4 678,8-6 0,-1-4 0,-33 0 3516,-49-1-3300,-3-1 119,-31 13-651,31 24 130,48 19-186,15-7 84,2-28 1,10-7-1,-6-4-167,17-11 16,-11-5 0,-14-8 39,-38-6 1,-16 0-26,-10 11 0,-7 4-81,2-7 0,-3 7-20,-10 15 1,1 16 2,8 25 0,8 8-11,8-16 0,6 4 4,7 13 0,7 8 0,13-7 10,15-17 1,11-7 0,0 1-10,-5 5 1,-1 1 0,5-8 16,21-11 1,6-11-1,-6-7 28,-8-8 1,-5-7-15,6-3 1,-6-10-1037,-19-7 0,-6-9 1,-5 5 1046,-4 9 1,-6-1 163,-2-13 0,-3-6 0,-5 10-150,-16 2-61,-7 16-28,52 81 28,-2-16 0,5 4 0,-1 0-3,2 3 1,1 2-77,2 3 1,2 5-1,-20-7-977,-38-7 1,-11-3-3861,8 7 1,-2-3 4768,-15-10 1,0-9-1,-5-11 1,43-10-1</inkml:trace>
  <inkml:trace contextRef="#ctx0" brushRef="#br0" timeOffset="9414">13367 2881 25152,'19'-46'110,"1"-1"0,-1 1 0,-2-4 0,-3-1 0,-4-4 51,-9 1 0,-4-4 0,-3 1 0,1 4-765,1 7 0,-1 4 0,-1 0 656,-3-13 0,-3-1 1,-5 22 523,-17 34-582,7 50-4,30 6 1,10 15 0,1-5-10,-6-21 0,1-2 1,5 4-676,9 4 1,7 7-1,4 2 1,-2-6 0,-4-11 567,1-5 0,1-5-634,4 7 0,4 2 0,-5-17-9071,-1-30 8144,-15-5 0,3-8 0,-27 0 0</inkml:trace>
  <inkml:trace contextRef="#ctx0" brushRef="#br0" timeOffset="9637">13307 2558 22531,'52'-18'44,"-1"0"0,0-1 0,0 1 0,-7-2 0,-4 1 0,1 5-44,26 5 0,-12 6 0,-34 2 0,-1 2 0</inkml:trace>
  <inkml:trace contextRef="#ctx0" brushRef="#br0" timeOffset="16956">4648 4455 14992,'64'-3'88,"-1"1"1,1-1 0,-1 1-1,1-1 1,0 0 0,-7 1 0,2-1-1,-1 0 1,1-1 0,0 1 0,0-1-1,0 0-76,1-1 0,0 0 0,1 0 0,-1-1 0,1 0 0,-2 0 0,0 0-437,5-1 0,0 0 1,0 0-1,-2-1 0,-1 1 1,-2-2 458,0 1 1,-2-1 0,-1-1 0,-3 1-1,-4-1 274,9-2 0,-4 0 0,-10-4 535,-4-7 1,-19-1-502,-48-16 296,-9 18 1,-9 4-138,-11 3 1,0 4-430,9 4 1,5 2-39,-2 4 44,67 9 650,6 0 0,6 2-745,17 8 0,3 5-190,2 8 0,-4 5-553,-8-2 1,-10 6 80,-16 15 1,-10 0 0,-8-8 0,-23 8-1</inkml:trace>
  <inkml:trace contextRef="#ctx0" brushRef="#br0" timeOffset="17639">8296 4184 17193,'-52'-29'399,"-1"1"1,-2 5 0,1 10-336,17 18 0,1 7 17,-11 5 1,1 6-57,6 0 0,4 4-39,7-5 0,8 4 429,23 30-342,42-25 0,15-5-96,-3 2 1,6-1-88,-5-3 0,4 0 0,-7-2 171,-8-3 1,-8 1 61,5 22-56,-67-28 1,-17-5-42,1-2 0,-7-2 0,0-1-590,0-2 0,-1-2 0,1 0 564,-18-3 0,8-2 0,-1-4 0,45 3 0</inkml:trace>
  <inkml:trace contextRef="#ctx0" brushRef="#br0" timeOffset="18744">8859 4353 19641,'-47'-14'32,"0"0"0,0 0 1,-5-7-1,4 12-77,7 29 0,9 10-39,10 14 6,26 16 268,27-18 149,-4-23 0,4-7 506,28-17-497,-5-20 61,-32-9 0,-5-4 117,0-13-604,-9 16 0,-3 5 44,-9 12 23,-1 19 16,-5 25-21,10 32 44,18 2-17,-1-25 0,6-5 45,6-8 0,4-8 56,4-8 0,1-9 17,-1-9 0,-3-8-26,-3-4 1,-6-9 75,-5-13 0,-6-11 0,-6 0 34,-10 6 0,-5 0 0,2 4-205,6-12 1,2 26-127,-5 78 0,3 34-3159,11-22 0,6 3 0,0 3 2449,-8-8 1,0 4 0,1-4 0,0-7 0,12 5 0,-10-24 0,-14-30 0</inkml:trace>
  <inkml:trace contextRef="#ctx0" brushRef="#br0" timeOffset="19093">9076 4349 20212,'50'-17'38,"0"1"0,0 0 0,0 0 0,10-5 0,-2 0 0,-12 7 0,-11 9 0,-15-1 0</inkml:trace>
  <inkml:trace contextRef="#ctx0" brushRef="#br0" timeOffset="20694">9564 4274 19938,'22'47'287,"0"1"0,0-1 0,-18 4 0,7-10 138,27-21 1,14-11 0,-9-13 372,-18-28 0,-6-8-577,5 10 1,-2-1-60,-9-15 1,-8 1-1412,-11 1-3636,8 38-1982,12 12 6867,2 12 0,1-4 0,-12-10 0</inkml:trace>
  <inkml:trace contextRef="#ctx0" brushRef="#br0" timeOffset="21164">10176 4129 20576,'45'29'-87,"1"-1"0,-16 12 1,-2 7-1,-9-5 317,-6 10-1,-6 7 1,-10-11 1008,-10-42-611,-7-41-638,9-4-110,11-3 1,9 0-160,8 13 0,9 4-544,26-7 1,11 6-2454,-19 14 0,3 3 0,-1 1 2867,-2 0 1,0 1-1,-3 1 1,5 3-1,-8 2 1,-15 1-1</inkml:trace>
  <inkml:trace contextRef="#ctx0" brushRef="#br0" timeOffset="22649">11154 4132 21814,'-46'-9'0,"0"0"0,-5 8 0,6 9-11,10 28 8,8-1 0,3 5-20,13-9 1,4 2 83,2 5 1,9-2 348,36 8-40,13-31 170,-4-37 0,-1-13-445,-22 10 1,-3-4-29,10-19 0,-5-9 110,-18 8 1,-6-4-1,-1 6-104,1 12 0,0-2 111,2-23 1,-1-8 0,-6 33-224,-2 37 36,-10 44 0,1 24-70,6-21 1,1 4-158,-2-2 0,-2 9 0,1-1 0,6-8-563,9 3 1,3-7 635,-7-9 1,6-3-335,18 4 1,10-10 269,3-21 0,6-11 262,8-7 0,6-6 0,-5 0 9,-1 3 1,-3-4 122,0-8 1,1-6 0,-14-1 568,-22 1 1,-6 0-625,14-21-51,-30-1-22,-37 44-45,-5 23 5,12 3 1,2 6-12,2 8 1,7 6-18,10 8 1,7 0 78,2 9 28,43-7 95,12-56 221,-12-19 1,-1-7-219,-10 12 0,-3-3-219,5-20 1,-16 11 20,-25 37-7,1 4-8,-2 23 1,7 9-127,27 22 103,2-27 1,8-6 84,20-12 0,6-11 19,-11-6 1,-1-9 63,7-16 1,-9-7 93,-10-10-169,-16-3-129,-23 33 17,-7 31 57,12 11 21,6 14 6,34-6 45,7-24 0,6-13 507,0-25 1,-2-5-363,-1 14 1,-5-4-214,-10-28 1,-15 16-67,-30 73 75,3-5 0,-4 12-389,1-7 0,-3 11 0,-3 7 0,-1 4 0,0 3 0,-1-2 0,3-3 0,1-7 149,-3 14 1,3-6 0,-1 0-1,-2 4 1,3-11 0,-3 7 0,-2 1-1,1 1 1,1-4 0,2-7 0,4-10-1,1 1 1,0 0 0</inkml:trace>
  <inkml:trace contextRef="#ctx0" brushRef="#br0" timeOffset="24513">4783 6009 16191,'61'-11'131,"1"0"0,0 1 1,0-1-1,0 0 1,0 1-1,-1-1 0,1 1 1,3-2-1,-4 0 1,-1 1-1,1 0 0,1-1 1,4 1-105,-8 1 0,3 0 1,3 0-1,1 0 1,0 0-1,0 0 0,-3 0 1,-2 0-1,-5 0 103,13-4 0,-4 0 1,-3 0-1,-2 0 1,-1 0-82,8 0 0,-2-1 0,-3 1 0,-8 0 273,17-7 1,-33 1-272,-86-4 159,11 14 0,-3 1 28,-8-7 0,10 9-199,29 17-274,41 14-114,9 7 0,11 9 0,-6-6 0,-15-12 0,-3-1 0,7 17 0,1 0 0</inkml:trace>
  <inkml:trace contextRef="#ctx0" brushRef="#br0" timeOffset="25713">8468 5504 19070,'-49'-16'84,"0"0"0,0-1 0,4 9 0,0 4 0,4 5-154,-2 6 0,6 8-62,1 17 1,17 6 164,45 7 1,16 1-34,-22-10 0,5-2-72,16-1 1,14 2 0,2-2-1,-10-7 46,-8-7 1,-4-1 370,13 15 0,-21-3-295,-58-15-39,-9-5 1,-10-2-793,-6-3 1,-6-1-1,7-1 781,13-1 0,2 1 0,-7 0 0,-5 0 0,16-1 0,24-2 0</inkml:trace>
  <inkml:trace contextRef="#ctx0" brushRef="#br0" timeOffset="26364">8863 5712 20358,'3'45'163,"0"-1"1,1 1 0,3 1 0,9-7 365,23-5 0,8-18 351,0-42 0,-5-14-757,-3-4-84,-15-2 0,-7-4-1524,-18 8 1,0 8 1484,14 18 0,-14-30 0,15 62 0</inkml:trace>
  <inkml:trace contextRef="#ctx0" brushRef="#br0" timeOffset="26873">9408 5688 21411,'16'57'788,"1"-1"0,-1-6 0,-3-13-637,-10-25-34,8-32 48,1-17 1,6-8-49,4 9 1,4-1 0,-1 1-104,3-10 0,1 3-23,8 0 1,1 14-194,0 30 129,-12 18-719,4 21 0,3 8-771,-2-11 0,1 0 1078,-2-3 1,3 2-1,-3-6 1,-3-7-1,-1-5 1,16 0-1</inkml:trace>
  <inkml:trace contextRef="#ctx0" brushRef="#br0" timeOffset="28315">10560 5735 19081,'-19'-59'985,"-1"0"1,15 16 0,-8 9-880,-42 12 1,-8 19-95,10 26-7,1-10 1,5 10-105,26 34 1,12 4 64,0-13 256,21 12 0,13-16 273,9-57 1,4-14-368,-3 13 1,0-4-25,9-22 0,-6-14 9,-17 10 0,-3-6 1,-3-1-1,-1 5 21,1-11 1,-2 0-105,2 1 0,1-5 0,-8 9 23,-11 9 0,-6 17-64,3 24 11,-14 47 0,1 19 0,11-33 0,3 3-821,0 10 0,-1 13 1,2 4-1,1-3 1,4-13 419,8-9 1,2-2 222,-6 14 1,0 5 0,15-11-1851,22-19 0,16-11 1,3-5-1,-12-2 2008,-12 2 1,2-5 106,10-6 0,15-6 1,3-3-1,-6-2 1,-18-2 472,3-27 185,-12 1 0,1-8 0,-13 6 353,-26-5-868,-3 12 0,-5 4 2015,-31 4-2262,-19 30 50,23 16 1,2 5-34,-18 13 328,28 14 0,10 1-390,14-13 45,-2 0 1,10-5 293,34-21 0,8-10-187,-12 4 232,23-27 0,-4-11-9,-33-5-319,-2-10 1,-8 17 0,-30 71-18,10-38-14,-7 42 1,9 14 8,36-6 53,18-34 1,8-8 24,-11-3 1,1-6-3,-2-9 1,3-8-1,-8-4 1847,-4-15 0,-10-4-1778,-8 8 1,-5 0-275,1-26-50,-20 29 168,0 81 16,6-33-5,20 34 0,15-1 174,23-31 123,2-22 0,-1-10-185,0-18 442,-22-15 1,-16 2-499,-23 30-22,-4 17-57,-3 27 1,-2 25-1,0 8 1,1-8-204,3-9 0,0-3 0,-1 7-29,-1 2 0,-2 9 1,-1 5-1,0 0 0,1-7 1,3-11-1,-1 6 0,1-5 1,-1 0-1,0 0 0,0 0 1</inkml:trace>
  <inkml:trace contextRef="#ctx0" brushRef="#br0" timeOffset="39389">15616 3669 11665,'12'-59'1505,"1"0"0,-1-1 0,-5 10-1399,-14 28 168,-7 49-254,2 16 0,0 13 17,3-4 0,-1 7 1,-1 3-526,3-13 1,0 3 0,0 2 0,-1 0 0,0-1 569,-1 8 1,-1-1 0,0 2 0,0 2-15,2-12 0,-1 3 0,0 1 0,0 0 0,1-1 0,-1-2-29,1-1 0,0-1 1,0-2-1,0 2 0,0 4 76,-2 3 1,1 4 0,-1 2 0,0 0 0,-1 0 0,0-2-66,0-4 1,0-2-1,0 0 1,0 0-1,-1 1 1,-1 1-12,1-4 0,0 1 0,0 0 0,-1 1 1,0 0-1,-2 1 0,-1 0-1,-1-2 1,-1 1-1,-2 1 1,-1 0-1,1 0 1,-1-2 0,0 0-1,1-2 5,-3 6 0,1-2 0,-1-2 0,1 0 0,-1-1 0,1 2-3,0-1 0,-2 1 0,1 0 0,1-1 0,1-2 1,2-4 1,-1 5 0,1-2 0,3-4 0,4-5 182,2 4 0,5-5-224,4 15 0,3-36 0,1-18 0</inkml:trace>
  <inkml:trace contextRef="#ctx0" brushRef="#br0" timeOffset="41278">16801 3934 12180,'1'-9'3506,"-23"36"1,-8 23-2978,3 8 1,21-15-635,43-51 0,26-24 1,-8 4 95,-20 16 1,2 1 478,17-8 1,14-6-1,-3 6 1,-20 17-399,-17 48-47,-15 1 1,9-10-206,21-46 1,13-20 0,-4 15 168,-13 34 0,-4 13 0,4-7 3,12-22 1,3-8-1,-9 14-3269,-13 29 0,-10 13 0,-6-15 1005,-9-27 1,4 1-1,-9-11 1</inkml:trace>
  <inkml:trace contextRef="#ctx0" brushRef="#br0" timeOffset="42189">17978 4068 18117,'-13'53'-400,"0"-1"0,1-8 0,3-10 1,8-23-1</inkml:trace>
  <inkml:trace contextRef="#ctx0" brushRef="#br0" timeOffset="42364">18090 3722 11850,'0'0'0</inkml:trace>
  <inkml:trace contextRef="#ctx0" brushRef="#br0" timeOffset="42859">18296 3971 15546,'5'53'188,"1"0"1,-5 2 0,-3-3 237,-13 9 4598,-4-6-4301,29-77-331,17-17-289,0-3 1,3-2-90,-2 10 0,3 7-207,6 13 0,1 9 137,8 8-222,-13 19 1,-4 9-1829,0 20 2106,-11-17 0,-1 0 0,-3 1 0,-5-8 0</inkml:trace>
  <inkml:trace contextRef="#ctx0" brushRef="#br0" timeOffset="43897">19250 4192 18229,'56'-28'-741,"0"1"0,6 10 1,7 5-1,-13 6-939,2 13 1621,0 5 1,-20 6 150,-72 6 0,-23 2-11,24-6 1,-2 0-4,-7-2 1,-6 0-1,6-2-106,3-3 0,10 1 1294,11 14-1048,37-9-190,20-12 0,14-7 1,-2-3 91,-2 0 0,0-3-1,-2 1 1,3 0 0,-11-9 566,-12-21 0,-9-2-535,2-6 104,-9 4 0,-7-2 1711,-21-19-2375,4 24 420,-1 12-126,29 60 1,9 21-21,-7-4-229,1-12 0,4 8 0,-12-6-4552,-22-6 1,-4-5 4593,6 16 0,-25 2 0,29-45 1</inkml:trace>
  <inkml:trace contextRef="#ctx0" brushRef="#br0" timeOffset="44731">20668 4007 21439,'-18'-15'114,"-2"41"1,0 17-104,-6 13 1,2 8 1,5-2 0,3 5 0,9-9 357,16-18 0,4-4-233,-7 5 0,8-8 157,39-26 0,5-15-221,-16-7 121,0-9 0,9-7 0,-11 2 271,-6-3-457,-5 2 1,-6 15 30,-26 52 0,-13 21-28,0-7 1,-2 3-11,4-6 1,-2 3 0,1-2 26,-7 9 0,3-5-64,9-17 0,1-2-3594,-4 20 3630,8 0 0,5-41 0,3-2 0</inkml:trace>
  <inkml:trace contextRef="#ctx0" brushRef="#br0" timeOffset="63839">12801 4466 18880,'40'9'112,"1"0"0,6-3 0,-4-4 515,-3-16 431,8-25-907,-29 12 174,-39-29 218,-17 28 393,-6-4-981,20 18 34,43 23-34,12 23 11,-9-2 1,-4 5-309,-9 6 0,-8 3-2966,-12 4 1,-6-2 3307,3-13 0,-2-4 0,-18 13 0,26-35 0</inkml:trace>
  <inkml:trace contextRef="#ctx0" brushRef="#br0" timeOffset="64824">13538 4443 19244,'-44'20'69,"0"-1"0,1 2 0,8 3-19,16 18-55,2 17-29,18 6 25,11-34 1,8-4-59,12-6 0,4-7 109,7-4 0,1-7 81,0-6 0,-2-4 432,16-11-242,-24-9-55,-38-10-202,-21 2-9,2 11 1,-3 0-18,-4 0 1,-2 1 28,1 0 0,2 0 260,-15-13 68,12-16-231,53 1-133,-8 5-4,20 16 1,8 14-85,-5 35 1,-2 11-1,-4-14 1,-5 6-2345,-9 19 1,-8 13 0,-5-7 1842,-6-13 1,-4-3 0,-6 13 0,1-8-1,6-21 1</inkml:trace>
  <inkml:trace contextRef="#ctx0" brushRef="#br0" timeOffset="65849">13975 4580 21618,'-2'61'459,"0"0"0,0 0 1,0 0-1,0 0 0,6-22 1,5-13-466,17-10 124,-7-43 1,2-31 0,1-16 0,-1 3 0,-4 18-111,0 12 1,1 4-9,9-16 0,4-5 0,-4 21 0,-9 29-68,21 5 35,-16 5 10,18 39 29,-37 3 97,-36-12 1,-9-2-5833,-5 3 5729,0-25 0,5-7 0,23-5 0,23-2 0</inkml:trace>
  <inkml:trace contextRef="#ctx0" brushRef="#br0" timeOffset="66619">14586 4460 21702,'47'34'1585,"-13"-20"0,-1-11-1630,6-33 25,-15 73 1,-8 12 338,-14-40-109,26 7 1,12 3-578,-6 4 0,-1-8 367,15-28 0,-16 48 0,-17 11 0,-53-8 0</inkml:trace>
  <inkml:trace contextRef="#ctx0" brushRef="#br0" timeOffset="67962">12268 5810 19994,'45'8'210,"0"0"0,0 0 0,6 0 0,-3-3 84,-11-6 0,-6-5 87,-7-11-258,-25-5 690,-24-15-685,5 12 808,-12-8-964,28 27-12,23 23-117,5 23 1,1 7-4,-7-15 1,-1 1-158,6 17 1,-9 1-2482,-24-15 0,-5-4 2798,-5 11 0,-9 2 0,17-32 0</inkml:trace>
  <inkml:trace contextRef="#ctx0" brushRef="#br0" timeOffset="68909">12996 5866 21803,'-13'44'29,"0"0"1,-1 3 0,9-3-131,22-12 1,7-4 55,14 13 42,-12-16 0,5-5 123,12-19 1,-2-9-15,-6-7-1499,0-14 0,-7-3 1466,-18 5-30,-31-14 1,-11 4 23,4 21 118,-18-9 0,1-1-79,21 9 185,-15-24-195,32 18 4,1-8 3402,34-15-3441,-8 21 196,3 1 1,3 3-247,11 8-16,-1 7-23,12 26 16,-21 2-4,11 29 10,-27-6 23,-3-5-197,-16 1 1,-3-2-325,0-8 504,-2 7 0,1-3 0,5-19 0,2 3 0</inkml:trace>
  <inkml:trace contextRef="#ctx0" brushRef="#br0" timeOffset="69700">13810 6056 22655,'-56'10'-107,"0"0"1,12 6-1,14 7 231,37 36-74,25-17 185,19-57-184,-18-9 122,-7-10 1,-5-3 380,-5-1 359,6-21-902,-26 88-134,-8 23-104,6-19 0,-1 1-4689,-1 5 1,3-4 3454,7-10 1,-2-1 0,5-15 0</inkml:trace>
  <inkml:trace contextRef="#ctx0" brushRef="#br0" timeOffset="70595">14122 6106 22711,'-13'41'35,"1"1"0,0 0 1,2-7 1319,4-15-1058,21-41 0,19-15-269,-16 8 0,2 0 8,5-2 1,1 11-71,7 22 40,-8 9-23,-6 42 73,-23 8 527,-2-8-410,-3-25 169,25-58-124,4-6-154,0 8 1,0 3-20,4 3 11,35-2-28,-14 16-48,-9 13 1,0 6 19,-3 7-3077,-23 17 0,-7 15 0,-3-7 3077,-10 11 0,4 0 0,-1-7 0,0-32 0</inkml:trace>
  <inkml:trace contextRef="#ctx0" brushRef="#br0" timeOffset="73440">540 9146 14365,'-43'-9'989,"1"-1"1,2 0-1,8 5-31,15 10-684,24 8 337,21 0-527,27-7 0,13-6-82,-19-1 0,2-3 0,1-1-6,10 1 0,1-2 1,2 0-13,-13 0 1,1 0-1,0-1 1,-4 1-86,2-1 1,-3 0 0,0 0 102,0-1 0,1 0 0,-5 0 65,0-1 0,-5 0 712,9-7-427,-32-5 141,-22 3 84,-28-9 224,-19-4-395,22 11 0,0 0 33,3 1 0,1 1-433,-14-13-29,30 18 51,37 12-39,32 17-20,-12 2 1,1 6-63,-5 5 1,-6 6-79,-3 10 0,-12 4-1028,-21 1 1,-14 2 1198,-9-1 0,-5-3 0,7-16 0,-1-5 0,-15 12 0</inkml:trace>
  <inkml:trace contextRef="#ctx0" brushRef="#br0" timeOffset="77092">3354 8565 20140,'-25'53'92,"0"0"1,1 0 0,1-3 0,1 0 0,4-2-34,1 16 0,6-3-73,4-9 0,4-1-17,1 1 0,7-4-92,9-12 0,4-7-235,16-4-2608,1-22 0,2-7 2966,1-7 0,6-10 0,-34 15 0</inkml:trace>
  <inkml:trace contextRef="#ctx0" brushRef="#br0" timeOffset="77408">3897 8920 23349,'-23'39'-647,"0"0"0,0 1 0,-8 17 0,9-4-4203,24-2 3435,17-12 0,-6-26 0,5-11 0</inkml:trace>
  <inkml:trace contextRef="#ctx0" brushRef="#br0" timeOffset="77640">4035 8693 13469,'0'0'0</inkml:trace>
  <inkml:trace contextRef="#ctx0" brushRef="#br0" timeOffset="78196">4264 8890 22358,'-7'48'269,"0"-1"1,0 1 0,2-1 0,-1-2 0,1-6-158,-3 15 12,12-40 46,14-49 1,5-23-101,-8 26 0,-1 0-14,7-18 0,5 3 28,10 13 0,1 9-84,2 7 22,21 1 1,-1 14 39,-16 43-51,-12-15 0,-6 6-532,-18 11 0,-9 3-3030,-3 14 3551,-3 2 0,5-37 0,1-13 0</inkml:trace>
  <inkml:trace contextRef="#ctx0" brushRef="#br0" timeOffset="78565">5164 8819 25007,'-5'61'3,"0"1"0,0-1 0,-1 0 0,6-7 0,-2-2 0,-7 3 0,1 0 0,-1 0 1</inkml:trace>
  <inkml:trace contextRef="#ctx0" brushRef="#br0" timeOffset="79045">5607 8887 18964,'-55'29'443,"0"0"0,-1 0 0,1 1 0,9 3 0,-1 5 1,11-2-1,21-5-325,27-3 0,19-4-118,15-3 0,17-1 0,1-2 0,-12-2 0,-14 2 0,0-2 0,22-11 0,1 1 0,-1-1 0</inkml:trace>
  <inkml:trace contextRef="#ctx0" brushRef="#br0" timeOffset="80384">5670 9096 19294,'53'25'574,"0"1"1,-1 0 0,-1-9 0,-1-3-1,-8-11-266,12-30-204,-29 3 0,-6-2 556,-13-15-564,-5 13 139,-22-12-185,-8 24 0,-3 8 1,-1 2-1,-3 2-84,-8 26 1,5 8 39,21 0-1165,5 9 0,2 12 1,5-8 1096,10 0 28,4 5 1,6-2-454,19-8-4429,18-16 1,6-3 4504,-23-3 0,0-2 1,18-1-1,-8-7 1,-26-6-1</inkml:trace>
  <inkml:trace contextRef="#ctx0" brushRef="#br0" timeOffset="80997">6717 9233 21775,'-40'-46'612,"0"0"1,1 5-1,-3 13-573,6 25 1,-1 12-32,-5 18 0,3 6-47,-13 3-17,23 8 0,16 1-50,48-1 100,-9-6-3,2-19 1,5-9-8,25-27 94,-26-5 0,-1-6 20,0-4 0,-2-6 14,-9 1 0,-3-6 0,-2-1 207,-5-8 0,-3-2 1,-1 1-145,0 9 1,-1 1 0,-2-1 83,-2-7 1,-1-1-1,-2 15-197,-1 22 61,6 45-116,0 19 1,0 17 0,-1-3-57,-1-16 1,0-2-1,-1 3-423,1 16 1,-1 4 0,-1-6 471,-2-2 0,1-8 0,-3 5 0,10-9 0</inkml:trace>
  <inkml:trace contextRef="#ctx0" brushRef="#br0" timeOffset="81562">7543 9118 24340,'7'55'0,"0"-1"0,0 1 0,-1-12 0,0 1 0,0-1 0</inkml:trace>
  <inkml:trace contextRef="#ctx0" brushRef="#br0" timeOffset="81795">7716 8815 15988,'0'0'0</inkml:trace>
  <inkml:trace contextRef="#ctx0" brushRef="#br0" timeOffset="82279">7987 9029 23803,'4'65'394,"-1"0"1,0-1 0,0 13 0,8-30 93,33-84-399,-19-1 73,-3-3 1,4-9-1,1 8-58,-3 12 0,4 7-93,28 1 0,3 7-6,-23 5 1,-2 10-258,23 29 0,-10 18 252,-35 3 0,-8 1 0,10-13 0,-3-1 0,-12-1 0,-1 0 0</inkml:trace>
  <inkml:trace contextRef="#ctx0" brushRef="#br0" timeOffset="82885">9944 9049 23685,'-11'56'0,"1"1"0,-1-1 0,0 0 0,0 0 0,0 0 0,0 0 0,-1 7 0,0 0 0,0 0 0,-1 0 0,1 0 0</inkml:trace>
  <inkml:trace contextRef="#ctx0" brushRef="#br0" timeOffset="83268">9886 9275 22201,'6'-60'254,"0"0"1,0 0 0,0 0 0,-1-1 0,1 3 0,11 14-236,28 10 1,8 24 15,-15 30 1,-1 18-1,-3-1-7,5 0 0,-7 4 7,-12 8 1,-6 6 0,-18-8-78,-39-6 0,-15-11-378,15-6 0,-3-9 420,-17-15 0,7-10 0,23-10 0,15-8 0</inkml:trace>
  <inkml:trace contextRef="#ctx0" brushRef="#br0" timeOffset="83837">10805 9088 24693,'-9'60'108,"0"1"0,23-18 1,10-8 36,24-6 183,-6-41 0,-5-16-177,-26-4 1,-9-6 153,-13-24 0,-6 0-252,6 21 0,-4 2-137,-10-8 0,-5 16-1691,-8 48-2605,23 2 4380,9 35 0,10-33 0,8 0 0</inkml:trace>
  <inkml:trace contextRef="#ctx0" brushRef="#br0" timeOffset="84181">11472 8993 25746,'22'49'-343,"1"0"0,-8-2 0,-2 4 0,-6-8-1270,-6 6 1613,-22 3 0,-8-6 0,-2-24 0,-23 0 0</inkml:trace>
  <inkml:trace contextRef="#ctx0" brushRef="#br0" timeOffset="84437">11464 8971 25500,'-40'41'-244,"0"1"0,0-1 1,0 1-1,3-2 0,0 3 1,4-4-1,10-8 1,9 3-1,5 1 0</inkml:trace>
  <inkml:trace contextRef="#ctx0" brushRef="#br0" timeOffset="84880">11751 9283 23825,'45'-21'308,"0"-1"0,-3-8 0,0-6 0,-9 1-134,-14 0 0,-4-2 117,7-12 0,1-7 0,-6 1 34,-12 7 0,-5 1 0,-2 5-331,-2-3 1,-4 19-4,-11 54 1,-2 22-46,7-5 1,4 8-377,3 3 0,3 10 1,2 0-1,2-11-996,4-7 1,5-6 1425,8 19 0,3-8 0,-2-23 0,7-16 0</inkml:trace>
  <inkml:trace contextRef="#ctx0" brushRef="#br0" timeOffset="85227">11839 9004 24055,'54'-8'191,"1"0"1,6-1 0,6-2 0,-11 3 60,0 0-127,-12 1 0,6-1 1,-15 2-126,-22 3 0,6-1 0,-20 4 0</inkml:trace>
  <inkml:trace contextRef="#ctx0" brushRef="#br0" timeOffset="86133">13056 9218 22431,'-16'6'193,"64"-5"0,32-2-177,-37 2 1,0-1 0,4 0 71,9-2 0,8-2 1,-4 1-1,-13-2 366,4-4-306,-40-22 1,-10-4-93,-16 10 582,-29-20 0,-5 3-402,15 21-253,11-1 47,50 35 0,28 18 0,-4 0-36,-9-8 1,-5 6-1436,-9 9 0,0 10 0,-5 2 0,-12-10 1441,-26 17 0,-7-6 0,0-11 0,14-34 0</inkml:trace>
  <inkml:trace contextRef="#ctx0" brushRef="#br0" timeOffset="88073">14646 9274 23590,'-12'61'12,"1"0"0,-1 0 1,0-4-1,0-1 0,1 4-265,2-9 0,0 6 0,1 0 0,0-2 0,0-5-403,0 1 0,0-5 0,1 1 717,1 13 1,1 0-1,-2-32-3249,-13-88 3193,12 7 1,-4 3 0,4-13 61,10 17 0,4-8 1,3-5-1,1-1 0,0 3 1,-1 8-12,2-6 0,0 7 0,2-8-28,-1 7 0,-1-8 0,2-6 0,2 0 0,2 3 0,2 7 0,4 10 1,21-1 1,6 13 0,-3 0 233,-3-20 1,2 15-257,0 31 1,6 13 0,-12 13 42,-17 15 0,-12 12 1,-1-2 10,7 4 1,-13 2 693,-23-5 1,-15 6 0,-8-3 0,1-13-1094,0-18 0,-3-10 1,-2 0 394,-15 13 0,-3 1 0,9-14-57,12-22 0,15-6 0,24 8 0,7-7 0</inkml:trace>
  <inkml:trace contextRef="#ctx0" brushRef="#br0" timeOffset="89297">15376 9306 22811,'60'0'409,"0"0"1,0 0 0,0 0 0,2 4 0,-4-1 0,-10-9-158,-9-19 0,-14-5-100,-22-14 100,-11-9 285,-34 7-542,16 25-9,-19 18 0,-3 13-121,1 30 115,12-21 1,6 4 8,22 23 0,12 2 11,14 3-12,-1-6 1,8-1 28,22-12 0,4-7-12,-19-7 1,2-4-3,21 4 0,4-6 11,4-9 0,-4-5-3,-26 0 0,-1-2 17,32-7 0,-5-5 6,-23-9 38,9-16 203,-26-20-242,-9 15 26,-15 1 0,-4 2 3,-1 12-1,-16-21-22,8 35-162,-4-1 34,0 27 94,68 32 6,-4-4-19,-7-13 0,6-6 52,9-12 1,-5-8-11,-12-6 38,2-7 1,-7-6 230,-29-23-286,-2 40-174,4 30 0,3 17-266,-3-5 0,0 3 423,4 8 0,1 4 0,-2-10 0,-2-7 0,-1 15 0</inkml:trace>
  <inkml:trace contextRef="#ctx0" brushRef="#br0" timeOffset="90299">17332 9391 22099,'10'-51'1060,"1"0"1,-1 4 0,-7 19-937,-17 52-107,-3 27-1,12 7 1,6 3-6,3-21 1,9-5 25,17-2 0,10-3 1,1-12 149,2-18 1,1-9-46,15-1 1,-5-9 115,-21-18 0,-11-4 145,-6-8-515,-36 53 89,32 24 1,9 11 8,-16 2 0,6-2 3,35 3 0,11-14 67,-19-23 0,-1-10 14,3-4 0,-5-10-20,-10-19 0,-10-8 68,-7 2 0,-5 0-1770,-3-3 1,-4 2 1763,-10-6-560,-4 31-661,6 34-3394,20 25 4503,3 3 0,10 0 0,-7-28 0</inkml:trace>
  <inkml:trace contextRef="#ctx0" brushRef="#br0" timeOffset="90814">18445 9439 26133,'52'22'168,"0"1"0,-10-1 0,-9-16-2612,-22-63 0,-15-16 2523,0 23 670,-22-12 0,-11 15-738,-13 64-61,13 27 0,2 7 44,13-24 0,4 3 234,4 17 1,6 7 0,12-8-1181,24-13 0,10-6-1852,0 5 1,3-4 2349,8-5 0,0-8 1,8-12-1,-34-3 1</inkml:trace>
  <inkml:trace contextRef="#ctx0" brushRef="#br0" timeOffset="91403">19052 9462 25662,'37'-23'302,"1"0"1,0 1-1,6 1 1,-15-2-144,-35-17 1,-18 1-70,-35 11-71,16 26 1,-2 12-68,0 18 1,5 9 35,8-9 1,9 6-188,18 30 1,24-2-3866,30-31 0,11-6 4064,-18 10 0,1-5 0,12-14 0,-11-9 0,-34-7 0</inkml:trace>
  <inkml:trace contextRef="#ctx0" brushRef="#br0" timeOffset="91713">19620 9186 27079,'-30'55'-318,"0"-1"0,9 2 1,3 5-1,7-7 49,11-15 0,5 0 269,2 5 0,3 4 0,1-12 0,2-14 0,15-2 0</inkml:trace>
  <inkml:trace contextRef="#ctx0" brushRef="#br0" timeOffset="92177">19984 9340 24340,'-58'-13'278,"0"-1"1,6 12 0,-3 5 0,5 6-254,6 7 1,2 5-1,-12 3 0,7 2 48,15 8 190,29-4-3,31 7 1,19 1-172,-2-16 1,7-5 0,0 1-204,-3 4 1,0 0 0,3-3 117,0-6 0,5-4 0,-2-1 1,-6-2-3980,1-1 1,-4-1 3974,0 1 0,-4-2 0,-7 0 0,-37-4 0</inkml:trace>
  <inkml:trace contextRef="#ctx0" brushRef="#br0" timeOffset="100942">549 11260 15081,'-49'-16'683,"-1"1"1,1 0 0,5 4-152,6 7 347,-8 2-795,24 5 67,26 7-33,22 1 0,10-1-34,3 1 0,5-1-26,2-2 0,5-1 0,1-1-237,1-1 1,1-2 0,2-2 194,6 0 1,1-2 0,0-2-1,-4 0 1,0-2 0,-4-1 14,4-1 0,-5-4 397,-1-6 1,-10-4-261,-15-4-23,-3-13-61,-42 12 112,-26-2 165,-6 7 1,-1 2-93,-9-3 180,12 7 1,5 2 105,19 6-539,24 13 18,20 15-40,25 17 1,6 3 10,-21-14 1,-1 1 2,17 13 1,-8 4 19,-28-12 0,-12 2-2859,-19 7 1,-14 5-1,5-3 2831,11 0 0,-3-3 0,-8-3 0,-6 0 0,12-14 0,16-17 0</inkml:trace>
  <inkml:trace contextRef="#ctx0" brushRef="#br0" timeOffset="108956">3290 10663 18504,'-47'3'424,"1"0"0,-9 8 0,6 7-77,19 9 0,5 4-196,-7 2 0,0 5 84,-1 16 1,4 4-108,12-11 1,3 1-76,1 8 1,4 0-49,6-17 1,4-1-12,6 3 1,5-3 21,20 3 6,-7-19 1,4-5 19,5-10 0,1-6 50,-1-7 1,-2-3 19,22-11 578,-16-28-500,-26 19 17,-6-10 12,-30 0-107,3 14-12,-14-9 46,-7 15-118,1 11-22,-12 4-6,3 14-62,18 1-778,4 1-8991,13 2 8012,9 3 0,1-6 1,5 0-1</inkml:trace>
  <inkml:trace contextRef="#ctx0" brushRef="#br0" timeOffset="111695">4139 11002 16387,'10'-45'1244,"-1"1"1,1 0 0,8-22 0,-13 23-1111,-15 46-61,-5 21 0,-2 12-58,0 1 0,0 6 0,1 1-60,-3 10 0,1 3 0,2 2-1690,4-9 0,2 3 0,1-1 1,0-4 1025,-1 18 0,2-5 1,4-6-1,2-10 1,0-23-1</inkml:trace>
  <inkml:trace contextRef="#ctx0" brushRef="#br0" timeOffset="112262">3754 11195 16454,'59'-11'292,"0"1"1,-1-1 0,1 1 0,-7 0 0,-1 0 0,-3 2 0,-4 5-288,9 7 1,-8 7 86,-10 7 1,-6 5 126,16 24-161,-31-15 1,-3 0 440,4 6 363,22-15 230,22-49-862,-10 4-85,-21 0 1,-3-2 521,-7-11 5,-15-9-448,-17-9-56,-19 4-78,-11 18-90,-2 21-784,-12 33-9047,27-8 7373,-1 21 0,29-28 1,7 3-1</inkml:trace>
  <inkml:trace contextRef="#ctx0" brushRef="#br0" timeOffset="112824">5502 11028 23752,'50'-31'20,"0"0"1,10 0 0,-6 20 74,-23 47 0,-9 16-39,-2-9 0,-5 2-48,1 13 1,-11 5-7,-15-18 0,-8 1 0,1 0-770,1 13 1,1 1 767,4-17 0,0 0 0,1-2 0,0 7 0,4-8 0,7-7 0</inkml:trace>
  <inkml:trace contextRef="#ctx0" brushRef="#br0" timeOffset="113098">5497 11376 20347,'53'-17'-894,"-1"0"0,1 1 1,0-1-1,-1 0 0,3-4 1,-5 1-1,-2 4 0,21 3 1,-19 7-1,-44 5 0</inkml:trace>
  <inkml:trace contextRef="#ctx0" brushRef="#br0" timeOffset="113793">7516 11364 22128,'-14'57'-439,"-1"1"1,1-1 0,-1 0 0,0 1 0,1-1 0,0 0 0,2-3 0,0-3-1,0-1 439,-5 17 0,0-2 0,6-18 0,8-21 0,1-7 0</inkml:trace>
  <inkml:trace contextRef="#ctx0" brushRef="#br0" timeOffset="114295">7394 11392 18285,'18'-53'543,"0"-1"0,0 1 1,0 0-1,-4-6 1,0 2-1,11 13-390,19 20 0,12 12 0,-7 5-142,-14 3 1,1 6-16,22 13 0,10 10 0,-15 1 145,-9 19 7,-3 0 1,-17 4 100,-56-6 0,-23-6-139,11-18 0,-5-5 1,1 1-119,6 4 1,0 2-1,0-7 8,-30-7 0,14-10 0,41-3 0,1 0 0</inkml:trace>
  <inkml:trace contextRef="#ctx0" brushRef="#br0" timeOffset="115660">8324 11293 21444,'52'11'505,"0"0"1,0 0 0,14 5 0,-11-14 322,-17-49-492,-29 9-31,-9 4 1,-5 1-278,-10 2-6,-11 6-128,-33 40 106,22-2-6,0 14 1,4 11-57,17 4 0,4 1 40,-1-13 0,3 2-34,9 20 0,15-3-14,15-26 0,5-4 44,0 4 1,0-1 16,-1-5 1,5-6-63,18-12 0,8-8 1,-9-1 86,-19 1 1,0 0 14,23-4 1,8-2 0,-13 0 24,-7-8 101,-8-1 0,-1-2 583,-1-5-598,-11 7 1,-4 0-131,-14 1-24,-51 30-19,17 10 1,-1 5 27,-2-3 0,2 2-6,3 4 1,6 5-53,16 32 50,7-27-31,24 7 0,14-9 58,4-30 1,4-11-1548,10-3 1,-1-6 1572,-15-2 0,-8-7 36,-13-9 0,-12-2 118,-21-8-16,-4-5-119,-20-5-280,6 34 1,-1 4-459,-15-7 677,-2 38 0,32-7 0,9 19 0</inkml:trace>
  <inkml:trace contextRef="#ctx0" brushRef="#br0" timeOffset="116362">9758 11423 24671,'-12'56'32,"-1"0"0,1 0 0,-1 0 0,2-5 0,0 0 0,0-2 0,-1-3-2,-10 18 1,0-7 216,8-17 0,1-7-102,-4-7-123,15-54 1,6-18-4,1-5 1,3-7 20,0 10 1,1-5 0,2-1 0,-1 5-5,7-14 0,3 2-29,-1 8 1,4-1 0,2 9 6,4 13 0,5 8-34,24 3 1,4 10 7,-20 8 1,-1 9-37,20 14 1,-13 15 72,-40 7 0,-10 2-548,15 17 540,-30-25 0,-13-9-1570,-26-29 1,-2-12 1485,6 9 67,-12-11 0,9-1 0,44 11 0,-5-5 0</inkml:trace>
  <inkml:trace contextRef="#ctx0" brushRef="#br0" timeOffset="116999">10156 11776 24581,'32'-41'218,"0"-1"1,0 1-1,0-1 1,3-6-1,-2-1 1,-3-3-131,-6-1 0,-3-5 0,-2 1 1,-3 6-229,3-4 1,-6 3 259,-5-26 1,-12 27 60,-20 81-162,5 8 1,1 4-15,2-5 1,0 3 22,0 2 1,1 3-1,3 3-66,7 6 1,3 3 0,0-4 20,-4-3 1,2 1-156,3 9 0,2 6 1,13-13-3092,21-23 0,6-8-1653,-16 1 1,2-2 3532,18-3 0,-3-10 1,-20-11-1,-9 0 0</inkml:trace>
  <inkml:trace contextRef="#ctx0" brushRef="#br0" timeOffset="117465">10806 11724 26010,'32'-37'118,"0"0"1,0 0 0,0-2-1,-1-2 1,-8 5 178,-3-21-179,-30-2-90,-21 52 0,-7 11-40,5 4 1,1 7 16,-11 20 1,11 11-14,27 11 0,10 2-23,-4-17 0,5-3-1762,20 12 1,6-10 1792,3-25 0,2-1 0,-20-14 0</inkml:trace>
  <inkml:trace contextRef="#ctx0" brushRef="#br0" timeOffset="127230">12735 11828 15732,'14'-47'1545,"0"0"1,-1 5 0,-2 6-756,0 10-925,-5 14 163,-6 16 151,-18 44-168,2-6 1,-1 4-7,0-2 1,0 2 8,-4 5 0,2-4 1706,0-1-1630,0-19-40,8-60-89,9-20 19,8-2 1,8-6 22,6 10 1,7-2 0,1 3 12,-1 5 1,2 2 0,6 1-882,4 6 0,7 1 1,1 3-1,-5 6 837,5-1 0,0 9-37,22 4 1,-8 17-193,-20 39 285,-19 14 0,-48-9 0,-21 6 0,4-6-12,15-12 1,-4-3 6,-7-1 1,-10 3 0,-1-4 0,8-8 82,7-12 1,2-4-166,-2 1 1,5 3 3478,13 14-3406,48-4 0,18 0-101,-3 3 0,4 0-44,-9-6 0,2 1 1,1-1-1712,2 1 0,0 1 1,-3-3 1841,-3-1 0,-3-1 0,6 4 0,-5-3 0,-13-7 0</inkml:trace>
  <inkml:trace contextRef="#ctx0" brushRef="#br0" timeOffset="127776">13530 11925 20671,'39'-20'623,"0"0"0,1-1 1,-1 6-1,-5-3-153,-4-10 1,-13 0-387,-23 7-62,-4-7-5,-42 18-11,16 16-1,-11 27 1,0 9-9,25-18 0,4 4-109,-9 17 0,-1 7 0,10-3-1552,15-6 1,8-3-2591,3 9 0,7-5 4254,25 1 0,-1-33 0,-28-10 0</inkml:trace>
  <inkml:trace contextRef="#ctx0" brushRef="#br0" timeOffset="128508">14408 11898 21119,'-26'-42'631,"0"0"1,-15 61 0,-8 30 0,6 4-666,10-3 0,6 5 1,-2 7-51,9-17 1,-1 4 0,-1 5 0,0 1 0,0 0 0,-2 0 0,0-4-572,-4 5 1,-3 0-1,0-1 1,0-1 0,2-3-1,4-2 543,1 2 0,5-4 0,-1-1 0,-5-3-59,-13 9 0,-8 3 0,4-12 0,16-30 757,22-43 1,15-28 0,3 0-307,-1 9 0,4 0 0,2-2-262,-1 3 0,1-2 0,4 0 0,10 2-285,6 9 0,10 0 0,5 2 0,2 2 1,-2 2-1,-5 4-2191,-3 3 0,-4 3 1,1 2-1,3-1 2072,7-6 1,5-2-1,2 1 1,-5 2-1,-10 8 1,3 3-1,-14 7 1,-19 4-1</inkml:trace>
  <inkml:trace contextRef="#ctx0" brushRef="#br0" timeOffset="131331">14736 12140 22246,'49'24'95,"0"0"0,-9 1 0,-2-12 580,-1-36 0,-5-11-317,-2-2-212,2 2 0,-5-4 430,-18-26-632,-17 26-89,-12-2 89,-27 48-11,13 8 13,3 15 1,4 8-42,8 22 61,7-15 1,8 2 19,14-6 0,7-4 5,-3-8 1,5-3-79,22 3 0,3-7 26,1-4 72,3-11 0,1-6 34,7-13 56,-8-7 0,0-2 11,2-5-40,-14-2 1,-3-4-42,-12 4 0,-1-1 61,4-3 1,0 1-107,-3 3 0,-1 3 14,16-5-12,6 29-13,-15 20 0,0 5 25,12 6 0,-17 12 0,-8 3 6,-13-13-23,0 26 17,5-3-6,4-19 12,10 6 5,18-40 0,5-11-3397,1 0 3388,-4 2 1,1-5 132,10-27-68,-31 8-31,1-5 1,-5-3 131,-16-15-106,-7-3 44,-13 11 3146,2 16-3280,4 8 11,53 34 17,-7-4 0,3 0 8,11 6 1,3-3 55,2-13 1,-4 0-54,-5 12-33,-13 37-96,-33 1-95,-2-12 0,5 1-4357,11 1 0,10-8-346,16-19 1,8-9 7734,3 1 0,6-3 1,-3-5-1876,-6-6 1,-2-4 0,0-3-746,-1-1 1,-1-2 0,-4-1 1976,-1-7 1,-8 2-1376,-11 2-650,6-17 476,-75 32-504,14 11-11,-16 16 0,0 7-50,6 16-65,15-17 0,6 4 3,18 8 0,11-2 23,17-6 66,22 21 77,-2-56 0,9-17 1,-4-1 407,2-3 0,-4-1-596,14-15 0,-12 9-18,-33 29 68,-13 35-28,-4 19-1123,44-28 0,23-7 0,-7-4 1112,7-2 12,-7-1 1,9 0 0,-4-15-185,-7-27 1,-6-16 0,-5 5 190,-3 14 0,-3-3 10,0-7 0,4-9 1,-3-4-1,-10 1 161,-13-7 0,-9 0 1,-1 4-88,8-4 1,-3 1-45,-6 2 1,-4-2-1,-5 18-70,-7 23 29,-11 45 1,-8 27-1,6-4-4,11-19 0,2 5 21,2 8 1,-3 11-1,0 8 1,2 3 0,2-4-1,6-6-77,8 10 1,7-4 0,-2 2-101,-4-3 1,-1 4-1,1 0 1,2-6-674,4-2 1,3-4 0,-1-9 825,5 15 0,-6-25 0,-3-12 0</inkml:trace>
  <inkml:trace contextRef="#ctx0" brushRef="#br0" timeOffset="133812">476 13278 15053,'-47'-23'1060,"-1"1"1,-1 0 0,6 4-602,7 10-392,5 1-229,10 5 330,67 41-140,-27-26 116,32 4 0,21 1 0,-7-6-108,-24-9 1,3-3-831,11-1 1,13-2-1,0-1 1,-14 0 868,-16 0 1,-3-1 39,27-6 0,-8-4 1419,-27-13-884,-11 8-160,-30-12 0,-10-2-232,-6 8 316,-19-9 0,-2 3-400,15 12-34,-11-7-135,64 23 12,19 22 0,5 7-15,-11-11 1,1 2 1696,17 12 0,-5 9-1780,-23 14 0,-10 1-603,-7 9 684,-12-17 0,-7 6 0,0-10 0,-9-6 0,2-11 0,-1 0 0</inkml:trace>
  <inkml:trace contextRef="#ctx0" brushRef="#br0" timeOffset="142524">2981 12891 21461,'13'-43'482,"-1"0"0,2-4 0,-2 16-426,-10 31 184,-13 47-173,-5-3 1,-4 7-109,3-4 0,-1 3 0,0 1-1449,0 2 1,-1 0-1,3-2 1490,-3 13 0,3-7 0,6-18 0,3-6 0,4-1 0</inkml:trace>
  <inkml:trace contextRef="#ctx0" brushRef="#br0" timeOffset="143998">4253 12916 18621,'6'-60'1488,"0"0"0,0 1 1,-1 24-1344,0 84-128,-8-12 0,-3 8-13,-4 8 0,-3 11 0,0 2 1,0-8 153,0-11 1,1-4 0,4-4-112,3 3 1,9-16-9,30-47 0,10-24-36,-7-2 0,1 0-13,-2 15 1,3 3 0,-5 16 9,12 47 11,-10-8-17,-20 26 1,-8 6-17,-8-7-121,-3 4 0,10-12 3,24-47 0,10-14 140,7-2 0,1-5 22,5-14 1,-4 14-23,-16 38 0,-8 11 11,-11 18-36,-10 6 1,-2 9 0,14-20 72,23-39 1,13-22 0,-4 7 91,-7 20 0,-3-6 147,7-32 1,1-18-1,-21 6-180,-38 4-60,-33 0 1,-9 9-205,5 23 157,-6 17 0,7 8 0,33 0 0,-1 18 0</inkml:trace>
  <inkml:trace contextRef="#ctx0" brushRef="#br0" timeOffset="145246">5559 13151 24811,'-10'45'12,"-1"0"1,1 0-1,19 17 1,14-16 49,34-38-34,-1-16 0,1-9 50,-23-4 0,-4-5 42,5-4 1,-3-2 215,-8 1 1,-4 0 55,2-20-392,-11 9 0,-10 20 0,-1 13 0</inkml:trace>
  <inkml:trace contextRef="#ctx0" brushRef="#br0" timeOffset="145744">6128 13089 24883,'12'53'-190,"0"0"1,0 0 0,-7-7 0,-3-1 0,-4-3 262,-5 11 0,-6-6 165,-7-11 0,2-18 61,16-48 1,6-15-1796,-1 12 1522,7-5 0,5-10 0,3 7 205,7 8 1,5 5-252,17-11 1,3 3-894,-11 8 0,0 5 913,9 4 0,-5 8 0,-18 11 0,-6 7 0</inkml:trace>
  <inkml:trace contextRef="#ctx0" brushRef="#br0" timeOffset="146948">7857 13533 21987,'11'-48'1067,"1"0"1,-1-5-1068,-27 99 7,3-2 1,-4 11-1,-2 5-219,0-6 0,-2 6 1,-2 2-1,1 0 1,1-4-201,3-2 1,0-2 0,1 0 0,-2 1 242,0 0 1,-2 3 0,0 0 0,2-5 0,4-9-846,1 2 1,4-8-6,-7 23-672,14-72 1612,13-45 370,-2 7 1,2-10-1,1 1 157,-2 9 0,2 2 0,-1-3 74,1-1 0,0-2 1,0-3-1,3 1-111,1 4 0,1-1 1,2 0-1,-1 1 0,-1 5-494,1-8 0,0 5 0,2-1 97,-1 2 0,0-2 0,3 3 0,4 11 332,23 8 1,2 15-356,-14 9 1,0 3 8,12-6 0,2 9-1094,-5 24 0,-1 13 0,-8-4 1324,-2 6 13,-22 19 1,-22-4-230,-39-40 0,-16-13-344,14 6 0,-3 0 0,2-3 330,-9-4 0,8-5 0,3-3 0,42 5 0</inkml:trace>
  <inkml:trace contextRef="#ctx0" brushRef="#br0" timeOffset="148018">8488 13568 20923,'64'3'976,"1"0"1,-2-11 0,-5-7-784,-25 0 0,-5-5 205,15-27-34,-60 11-314,-1 15-66,-25-9-52,-8 56 57,15-6 2,11 23 1,7 7-25,14 9-51,11-4 0,8-1-196,17 1 210,4-24 0,6-11 100,-2-24 1,0-8-3,-3 5 0,0-5-3,12-22 1,-2-7 184,-9 5 0,-5 0-146,-3 6 1,-3 0 89,2-5 0,-11-1 104,-35-9-320,2 8 79,32 20-34,47 31 28,-27-2 1,4-1 24,14-1 0,-4-7 306,-16-15 168,-1-12-516,-48 77-283,5-23 1,1 5-2989,-1 13 0,0 6 0,2-4 1638,1-3 1,1-4-1,3-5 1,0-8 0,1-23-1</inkml:trace>
  <inkml:trace contextRef="#ctx0" brushRef="#br0" timeOffset="150149">11060 13705 21864,'4'-62'541,"-1"1"1,-6 14 0,-12 10-517,-31 18 0,-11 17-14,0 13 1,-2 14-20,7 7 1,-1 9-1,6 0-2149,3 5 1,7 1 2139,-4 6 1,16-1 836,42 4-792,16-38 0,8-8-6,-4 0 1,4-9-484,2-18 0,7-13 1,0-4-1,-8 4 500,-2 1 0,-2-6 33,-6-4 1,4-12 0,0-4 0,-2 1 0,-8 8-4,0-12 0,-5 2 7,3-1 1,2-3-1,-3 6 1075,-3-1 0,-2 14-1230,-1 28-943,-27 57 0,-14 26 1030,9-19 1,-3 3 715,-1-3 0,-2 4 1,-2 2-745,2-9 0,-3 2 1,2-2-1,4-7-16,4-6 0,1 0 80,-8 19 0,0 8 0,21-19-156,54-34 0,18-18 114,-16 3 1,1-3 2,-6 1 1,4-3 0,-2-6 130,7-14 0,-1-6 1,-11 4 53,4-6 1013,-15 6 1,2-5 0,-15 5-1114,-28-1-185,-39-1 95,4 30-6,-8 19 1,-3 12-46,12 4 0,4 7-294,-7 11 1,9 2 165,18-13 0,10-3-45,24 16 78,17-45 1,16-12-1,-5-4 188,-5-1 0,-1-5 101,7-3 1,5-3 0,-10-3 192,-16 1 0,-6-2-459,15-26 90,-47 47 38,-15 21-53,0 27 1,5 7 13,14 1 9,32-13 0,13-10 28,-2-24 0,5-13 170,9-8 1,5-9-1,-8 2 46,-16 7 0,-5-2-228,8-13 1,-15 12-3,-31 33-214,5 47 152,18-22 45,10 15 22,9-44 1,6-12 168,1-13 0,0-7 49,13-4 1,0-3-93,-9-1 1,-4-2 341,0-5 0,-7 4-76,-9 3-458,-22 39 92,-25 30 1,-21 21-1,2-2-916,15-16 1,1 0-1,-3 2 855,1-2 1,-3 2 0,-1 3 0,1-1 0,3-1 40,0 4 0,1 0 0,3-2 0,2-6 0,-3 1 0,2-2 0,4 1 0,1 0 0,0 1 0</inkml:trace>
  <inkml:trace contextRef="#ctx0" brushRef="#br0" timeOffset="152296">14090 13890 20834,'-41'50'613,"1"1"1,0-1 0,2-1 0,2 0 0,2-4-572,-7 10 0,12-26 42,30-92-13,14 25 0,7-3 0,5-3-43,-1 1 0,5-5 0,1-1 0,0 3 0,-3 5-25,0-2 1,-2 6 0,5 4-40,12-1 1,6 5 0,-11 15 24,-13 23-34,3 18 0,-6 8 0,-22 24 77,-11-19 0,-8 3 0,-6-4 88,-23 1 0,-6-7-70,10 2 1,-1-6 19,-10-14 0,11-12-75,33-9 27,55 22-132,-8-2 0,6 2 0,2 1-247,0 0 0,1 0 1,3 1-1749,11 4 1,4 0 0,-9-4 1538,-11-7 1,-5-3 0,-3-1 0,-7-2 0,-12-5-1</inkml:trace>
  <inkml:trace contextRef="#ctx0" brushRef="#br0" timeOffset="153229">14666 14094 21651,'54'-6'762,"1"0"0,-4-12 0,-8-4-247,-7-12-134,-19-27-280,-43 30-124,-5 14 23,-6 14-8,-3 37 0,4 11-15,10-4-11,-7 13 1,10 3-208,35-7-22,5-17 0,9-7-460,26-15 1,6-10 671,-15-1 1,0-5 139,1-9 1,1-5 0,-6-1 263,-12-1 0,-5-1 22,21-24 218,-25 16-268,-5 5-235,-16 51-68,-6 28-22,2-21 0,1 1-23,1 14 1,7-4 28,24-10 22,1-1 42,7-36 0,5-14 162,-5-8 1,0-7-73,-1 2 1,2-3 0,-4 0-21,4-7 0,-4 1-787,-2-3 0,-5 7-1061,-10 15 1708,-12 30 0,-3-1 0,-8 21 0</inkml:trace>
  <inkml:trace contextRef="#ctx0" brushRef="#br0" timeOffset="153483">15884 14070 25141,'-19'46'-1329,"-1"-1"0,1 1 0,-6 8 0,6-6 0,13-10 0,5-26 0</inkml:trace>
  <inkml:trace contextRef="#ctx0" brushRef="#br0" timeOffset="153647">16055 13907 17517,'0'0'0</inkml:trace>
  <inkml:trace contextRef="#ctx0" brushRef="#br0" timeOffset="154412">16395 14136 26441,'-4'-42'104,"-1"1"1,0 3-1,2 11-92,5 23 4,-6 12-5,-4 31 1,1 8-1,8 2-1161,10-3 1,7 9 0,1-12 1138,13-4-48,10-4 0,-10 3-4517,-54 23 3854,18-30-46,-21 1 1,-10-7 767,-3-28 0,1-7 0,1 12 0,-22-22 0</inkml:trace>
  <inkml:trace contextRef="#ctx0" brushRef="#br0" timeOffset="154678">16382 14149 24945,'-42'32'-280,"1"0"0,0 0 0,-1 0 0,3-4 0,2-3 0,4 4 280,3 10 0,4 4 0,6-8 0,6-6 0,6 6 0</inkml:trace>
  <inkml:trace contextRef="#ctx0" brushRef="#br0" timeOffset="155133">16925 14207 23898,'-24'41'-1605,"1"-1"0,-1 1 0,-10 13 1,12-15-1,22-33 0</inkml:trace>
  <inkml:trace contextRef="#ctx0" brushRef="#br0" timeOffset="155345">17191 13971 20036,'0'0'0</inkml:trace>
  <inkml:trace contextRef="#ctx0" brushRef="#br0" timeOffset="155798">17753 14161 22823,'-61'12'257,"-1"0"1,1 1-1,-2-4 1,4 7-197,9 13 1,2 8 0,26 0-2540,53 4 1,13-3 2522,-23 9 562,24-33 1,15-11 0,-11-10-350,-7-34 401,-7-1 1,-5-3-481,-5-12-552,-36 8 1,-11 6-3739,-7 24 4751,-26-16 1,37 43-1,15-3 1</inkml:trace>
  <inkml:trace contextRef="#ctx0" brushRef="#br0" timeOffset="156213">18109 14213 24637,'-23'44'141,"0"1"0,0-1 0,0 1 0,-8 11 0,2-1 0,21-23 548,67-50-423,-12-4 0,7-4-119,0 4 1,6-1-1,-4 0-129,-12 4 1,-1 0 0,-1 7 1,6 8 1,1 6 0,-15 12-797,-25 30 1,-12 8-1959,7-10 1,-6 0 2054,-21 15 1,-8-9 0,-3-19-1,15-15 1</inkml:trace>
  <inkml:trace contextRef="#ctx0" brushRef="#br0" timeOffset="157812">591 14866 14768,'-49'-3'853,"1"1"0,0 3 1,19 5-395,51 11 0,15 2-308,13 0-137,-4 0 0,10-5 22,-4-16 1,8-7-1,-1-3 1,-8 1 24,-6 2 1,-1-1-30,3 2 0,10 1 0,-5-3 1,-16-7 1866,-17-40-1597,-42 18 258,-12-3 1,-7 1 83,4 19 0,0 4-636,-3-4 1,14 12-20,31 25-1109,20 11 1,13 9-1,-2-2 1061,-3 0 1,-5 4-1181,-2 12 1,-3 7-1,-13-6 1239,-18-14 0,-8-3 0,0 5 0,-1-5 0,-6-4 0</inkml:trace>
  <inkml:trace contextRef="#ctx0" brushRef="#br0" timeOffset="158789">3117 14779 21119,'-19'52'-482,"-1"0"0,1-1 1,-1 1-1,1-1 1,-1 8-1,-1 0 1,4-5-1,3-10 0,-1 15 1,13-22-1</inkml:trace>
  <inkml:trace contextRef="#ctx0" brushRef="#br0" timeOffset="159246">3650 14942 21478,'-40'49'44,"0"1"1,-1-1 0,1-10 0,9 0-62,17 26 0,21-9-22,42-37 100,-7-16 1,1-7 294,-7-6 0,-3-10 282,0-23 1,-9-7-303,-11 12 0,-9-1-95,-21-16 0,-11 5-269,-10 7-3679,-15 30 0,-2 11 3707,18 12 0,-17 6 0,50-8 0</inkml:trace>
  <inkml:trace contextRef="#ctx0" brushRef="#br0" timeOffset="159849">5045 15063 22190,'52'-5'-255,"1"0"0,-1 0 0,0 0 0,1 0 0,12 0 0,-2 0 255,-12 0 0,7 0 0,-6 0 0,-17 3 0,-17 2 0,6 0 0</inkml:trace>
  <inkml:trace contextRef="#ctx0" brushRef="#br0" timeOffset="160163">5477 15045 22968,'-14'49'8,"0"0"1,0 0 0,-1 0 0,-1 3 0,-3 1 0,2-1 0,4-5 19,7 16 0,-6-6-2177,-18-15 1,-11-3 0,3-10 1739,8-13 0,-2-8 263,-25-9 1,11-8 0,37-2 0,-2-15 0</inkml:trace>
  <inkml:trace contextRef="#ctx0" brushRef="#br0" timeOffset="160614">5911 15294 23080,'-40'27'22,"0"-1"1,0 1-1,-15 19 1,21 2-32,41-14 1,14-4 30,13-8 1,8-8 100,-2-6 0,2-10 112,3-12 1,-7-10 738,-17-26-638,-27 13 1,-6 0-304,-1-15-1697,-12 20 1,-3 9-7601,6 18 9264,4 8 0,11 3 0,9 3 0</inkml:trace>
  <inkml:trace contextRef="#ctx0" brushRef="#br0" timeOffset="161149">6431 15128 25903,'-24'56'-4,"1"1"1,0-1 0,-1 0 0,0 5-1,1-3 62,-5 2 0,-2 1 0,18-31 9,28-52 0,10-15 45,1 13 0,3-1-114,0-5 0,3-3 1,0 6-5,7 2 1,-1 16-9,2 31 0,-6 12 8,-7 4 17,-9 1 0,-15 2 24,-37-14 1,-20-4 0,3-4-28,9-2 1,-2-3-820,-21 2 1,-7-1 0,24-15 810,34-25 0,-20 1 0,69 1 0</inkml:trace>
  <inkml:trace contextRef="#ctx0" brushRef="#br0" timeOffset="161833">6983 15362 24934,'5'56'-28,"1"-1"0,-4-8 0,3-6-8950,16 0 16,-40-49 18075,12-46-7758,-17 5 2148,30 7 1,2 12-2860,-8 29-288,-19 21 0,-13 16-351,4-5 1,-2 2-163,-4 2 0,-4 3 0,1-2 157,-12 6 0,4-6 0,-5 4 0,2 0 0</inkml:trace>
  <inkml:trace contextRef="#ctx0" brushRef="#br0" timeOffset="163460">8885 15778 21730,'7'-62'1325,"0"-1"1,-7 18 0,-7 18-1309,-16 45 0,-3 16-45,6-3 0,2 2 25,-8 10 0,9-1 9,40 15-1,1-28 96,20-22 0,4-13-12,-18-9 1,-2-7 95,17-18 0,-4-2-269,-8-3 67,-22 48-17,-8 36 34,-8-6 0,6 1-1732,40 2 0,9-8 1715,-14-11 41,9-16 0,12-7 1,-12-10 53,-21-22 0,-6-7-39,18-2 1,-4 0-4,-19 5 1,-6 3 142,-4 0-297,-15 49 90,-3 30 23,2 7 7,9-10 1,12-4-28,32-16 0,9-8 2,11 7 1758,7-11 1,-3-13-1613,-39-16 0,-4-4-84,23-10 101,-36 4 0,-9 0-2929,-3 7 1249,9 2 1540,13 14 0,-3 5 0,3 6 0</inkml:trace>
  <inkml:trace contextRef="#ctx0" brushRef="#br0" timeOffset="164215">10174 15585 25774,'54'9'257,"0"-1"1,-3-4 0,-15-9-163,-38-21 17,-26-17-145,-10 18 33,-3 20 0,-2 10-14,8 11 0,2 5-3,-2 3 0,3 6 25,5 26 1,8-1-26,6-10-39,8 9 0,14-2-2159,19-31 0,5-5-2701,-3 6 1,1-2 2948,5-6 1,-2-7 0,-4-7 0,-25-1 0</inkml:trace>
  <inkml:trace contextRef="#ctx0" brushRef="#br0" timeOffset="164871">10798 15725 24508,'38'-14'625,"-1"-1"0,17 1-239,-64-34-235,-20 26-106,-19 14-34,-4 25-6,25 4 1,4 6-26,4 6 1,4 4-191,3 1 0,5 2-983,2-6 0,5-1 1193,10 20 0,-2-28 0,3-12 0</inkml:trace>
  <inkml:trace contextRef="#ctx0" brushRef="#br0" timeOffset="166229">11417 15595 17871,'21'-43'1610,"0"0"0,0-1 1,9-18-1,-10 26-1515,-24 59-64,-7 9 0,-4 10-185,-2 4 0,-4 8 0,-1 2 0,2-5-534,3-5 1,1-3 0,0 2 687,-2 4 0,-2 6 0,2-5 0,5-11 0,3 1 0,3 2 0</inkml:trace>
  <inkml:trace contextRef="#ctx0" brushRef="#br0" timeOffset="166630">11855 15708 20201,'-55'17'249,"0"1"1,0 0 0,0-1-1,1 1 1,-14 2 0,5-1-1,9 2-2819,6 6 1,17-1 2894,27-3 1470,31 31-1658,23-22 1,10-3-133,-16-4 1,6-1-258,-1-6 0,8-2 0,2 0 0,-5-4 252,-5-4 0,-4-2 0,0 0 0,22 4 0,-5-1 0,-27-6 0,1 0 0</inkml:trace>
  <inkml:trace contextRef="#ctx0" brushRef="#br0" timeOffset="169360">8883 15547 23926,'-25'40'28,"0"0"0,-2 11 0,6-3-11,14-10 44,14 18-38,7-35 111,47-16-89,-11-17 25,-15 4 0,0-3-25,20-18 13,-25 8 1,-2-1 160,2-6 329,10-22-306,-35 22-7,2-7-280,-10 14-22,-28 23 17,-1 17 38,-13 7-24,20 0 0,5 0-32,3 4 26,7 4 0,5 1 37,12-8-46,23 24 12,6-24 16,-3-3 1,6-3 67,-1-14-45,-8-1 56,23-9-96,-30-1 63,11-4 11,-13 2-17,16-8-17,-4 1 140,8-5 0,-13 3 61,9-25-10,-15 12 150,9-25-240,-21 23 302,-5 3-296,-2 4-40,0-2 308,0 5-375,2-6 0,-3 17 0,0 0 0</inkml:trace>
  <inkml:trace contextRef="#ctx0" brushRef="#br0" timeOffset="174457">7423 15753 20755,'-23'54'-24,"0"0"0,1 0 0,-1 0 0,-1 2 0,0 0 0,0 0 1,0 0-182,2-2 1,0 0-1,0 0 1,2-2-1022,-3 10 1,1 0 0,2-6 942,-1 3 1,4-7 361,8-10 1,6-18-528,4-27 1214,11-42-380,1-8 1,3-10-27,-3 11 1,2-4 0,1-1-180,-2 10 1,1-2-1,1 0 1,0 1 63,1-1 0,0 0 0,1 1 0,1 0-72,6-12 1,3 1 0,1 2-111,1 4 1,3 1-1,1 4-50,2 3 1,3 4-1,1 4 352,-1 6 1,1 3 0,1 8-391,16 5 0,-1 15-45,-9 16 0,-8 12 31,-11 12 0,-13 6 61,-12 4 0,-14 1 23,-14 0 0,-13-5-8,5-15 1,-6-3-1,-2-4 162,-3-2 1,-1-2 0,-1-5-721,-16 3 0,4-10-2912,15-9 1,8-9 3432,9-19 0,23 6 0,13 5 0</inkml:trace>
  <inkml:trace contextRef="#ctx0" brushRef="#br0" timeOffset="175224">7958 15782 19988,'43'1'229,"-1"0"1,-1-1 0,-6-7 912,-10-28 354,-5-9-644,-2-1-634,-18 8-313,-11 22 84,-6 9-12,3 10-5,-18 30-17,11 9 6,5-13 0,2 3-177,7 14 1,4-1 142,5 1-123,6 13 73,7-45 257,3-18 45,15-14-45,1-16 1,-1-4-96,5-5 17,-2 3 0,-2 4 12,-6 15-74,6-2 68,-5 23 55,-13 17-10,-2 29-88,-8-8 1,-1 1-48,0 14-1087,3 10 1115,-13-31 0,5-19 0,-6 6 0</inkml:trace>
  <inkml:trace contextRef="#ctx0" brushRef="#br0" timeOffset="179089">19641 8376 12808,'46'-14'71,"-1"1"0,-2 2 1,3 1-1,-2 3 111,12 3 0,0 2 34,6-3 0,1 2 41,-18 5 1,1 0-1,-6 2-13,-4 1 0,-3 2-43,6 6 1,0 3-157,-8 2 0,-2 3 56,3 7 0,-2 4-12,-6 1 1,-4 2-12,-3 2 1,-5 1 89,-5 8 0,-3 0-37,-2-5 1,-2 0-18,-1 6 1,-3 1 140,-7 9 0,-4 2-121,-3-4 1,-3 2-195,6-15 0,-1 1 1,1 1 96,-1 0 0,2 1 1,1 0 53,3 2 1,3 1-1,0 0-26,2-5 1,1 1-1,0 1 43,0 16 1,1 2-1,0-1-2,-2-8 1,-1-2 0,0 1-49,0 6 0,-1 2 0,0 0-23,0-9 0,0 1 0,0 1 0,0-3-405,0 11 1,1-3-1,-1 2 382,2-12 1,1 1 0,-1 0-1,0 1 38,-2 6 1,0 1-1,0 1 1,-2-2 5,1-6 0,-1-2 0,0 1 0,-1 2-33,-2 10 1,-2 3 0,1 0 0,-1-2-13,0-4 0,0-1 1,0 0-1,0 0 10,1 1 0,0 0 0,0 1 0,0-1 4,-1 0 0,0 0 1,0 1-1,0-1-3,0 0 0,1 1 1,-1 0-1,-1-1-3,-1 1 1,0 0 0,0 0 0,0 0 5,0-1 0,-1 1 0,1-2 1,0 0 0,1-5 1,1-2-1,0 0 1,0 2 12,-3 8 0,1 2 0,-1 0 1,1-3-10,2-7 1,1-2 0,0 0 0,-1 2-211,-2 8 1,-1 2-1,0 1 1,1-3 207,0-4 0,0-2 0,1 0 0,-1 0 4,1 0 0,0 0 0,0 0 0,1-2-6,-4 10 0,2-1 1,-1 1 20,5-9 1,0 2-1,1 0 1,0-2-11,0 7 1,0-3-1,0 3-14,2-9 1,0 2 0,0 0 0,-1-1 28,-2 12 1,-1-1-1,0-1-21,-1 1 1,-1 0 0,0-1-167,-1-3 1,1 0 0,-1 0 173,0-2 1,1-1-1,-1-1-6,2-3 1,0-2 0,0 0-43,0-1 1,-1-1 0,0 0 36,0 1 0,0 0 0,-2-1 17,-3 2 0,0-1 0,-3 0-21,-4 3 0,-2-1 0,-3 0-2,-3 1 1,-5-2 0,-2-2 89,6-14 0,-2-1 1,-3-2-1,-2-3-81,-4-1 0,-3-3 0,-3-3 0,-1-4-167,-6-2 0,-2-4 0,-2-3 0,-2-2-32,6-5 0,-3-3 1,0-1-1,2-1 0,5 0 1,-6 1-1,5-1 1,1-2-1,4-2 0,1-1 1,-1 0-1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4:41:23.32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3279 2818 18548,'-8'-53'2022,"0"1"1,-1-11-1861,30 124-148,-10-20 0,0 5-14,3 1 0,2 5 0,-1-3 336,1 8 0,2-10 432,26 2-505,-11-60 0,1-14-140,-4-8 0,-3-7-50,8-15 0,-2 1-997,-2-2 269,2 24-914,-6 48-470,-4 8 1,1 3 1310,-1 0 0,4 0 192,12 3 1,4-7 958,-7-12 1,0-7 830,2-5 0,-2-6 511,13-31-73,-29-11-382,-18-3-962,-9 18-304,-34 24-60,-4 40-26,18-10 0,1 4-40,3 12 1,7 0 109,12 10 135,32-6 139,33-54-84,-31-1 1,-3-5-32,0-10 1,-4-5 277,-4-17-639,-18 16 113,-3 25 61,-3 50-12,9 18-8,0-18 1,6 2-12,13 0 1,8-8 74,-1-16 1,2-8-12,8-5 1,-2-12 11,2-29 0,-6-17-27,-14 8 1,-3-5 0,0-4-179,0 5 1,0-3 0,0-2-1,-2 1 200,-3 1 1,-1-1 0,-1 2 0,-1 1 67,3-6 0,-2 2 0,-1 5-80,1-1 0,-9 15-95,-17 26 56,3 41 0,3 20-21,-1-4 0,1 5 1,1 2-187,2-5 0,1 2 0,2 1 0,2-1 79,3 14 1,4-1 0,4-4-21,1-10 1,4-4-1,4-6 27,9-1 1,5-15 139,11-23 1,0-14 408,-7-10 0,-4-7-269,4-7 1,-3-2 83,-11 5 1,-6 5-256,-8 15-10,-7 37 630,10 29-578,5-23 1,6-4 8,8-3 0,5-8 50,1-7 1,1-9-23,-3-8 0,-4-9 31,-8-9 0,-7-6 8,-3-4 0,-5-1-11,-6 4 0,-2 3-571,-3-18-90,-1 32-941,9 25 1518,19 24 0,-9-10 0,7 6 0</inkml:trace>
  <inkml:trace contextRef="#ctx0" brushRef="#br0" timeOffset="657">5625 2818 26430,'23'-40'42,"1"0"0,-48 39-59,-2 24-67,15 28 0,8 17 0,20-17 82,32-40 0,20-19 0,-5 9 28,-21 26 0,-3 8 1,-1-21 240,3-37 0,3-23 1,-7-7-1,-14 8 122,-25 5 1,2 10-4012,63 26 3364,-40 37-26,-7 15 1,4 20-1,-3 2 1,-8-19-1,-8-10 1,-13 11-1,-1 1 1</inkml:trace>
  <inkml:trace contextRef="#ctx0" brushRef="#br0" timeOffset="1771">6996 2790 23041,'50'-13'-160,"0"0"0,7 4 1,6 1-1,-11 3 0,-3 2 1,3 2-1,1-1 0</inkml:trace>
  <inkml:trace contextRef="#ctx0" brushRef="#br0" timeOffset="1996">6948 3009 22487,'50'-6'-750,"0"1"0,0-1 0,0 1 0,4-1 0,-4 1 0,-11 0 1,-8 1-1</inkml:trace>
  <inkml:trace contextRef="#ctx0" brushRef="#br0" timeOffset="2969">9096 2484 19585,'-44'-10'606,"0"-1"0,-7 6 0,-9 0 0,1 5 0,13 7-606,13 17 0,2 4 22,-23-8 1,-10-3 0,18 8-9,32 7 0,7 7 40,-8 19 0,-1 8 0,3-10-46,6-24 1,1 0 19,-1 21 0,0 14 0,4 0 0,5-17 84,19-2 15,9-10 0,11 3 0,5-12-1055,4-21 0,5-12 0,-1 1 320,-5 5 1,-2 0 0,0-2-1,22-6 1,-14-2 0,-34 4-1</inkml:trace>
  <inkml:trace contextRef="#ctx0" brushRef="#br0" timeOffset="3610">9855 2690 19372,'0'-43'1857,"0"0"0,0-16-1796,0 103 1,0 25-85,-2-34 1,-1 3-247,1 18 0,0 8 1,2-3 268,5-1 0,0-6 0,-5-18 0,1-3 0,13 30 0</inkml:trace>
  <inkml:trace contextRef="#ctx0" brushRef="#br0" timeOffset="4247">10363 2683 25007,'0'-43'11,"-1"-1"0,0 0 0,-6-4 0,9 7-22,38 9 0,10 14-6,-3 18-3,-3 5 1,-7 14-1468,-31 30 1,-17 19 0,1-7 1472,9-18 0,-3 0-2,-12 8 1,-9 9 0,-3-1 0,1-14 444,-1-14 1,-3-5-389,-3 3 0,-3 1 0,2-5 177,-3-8 1,3-4-112,-19 11 128,46-67-218,41 14-6,-11 2 1,4 2-21,13 12 1,1 8-76,17 9 84,-15 9 0,6 6 0,-7-2 0,4 6 0,-6 1 0,0 0 0</inkml:trace>
  <inkml:trace contextRef="#ctx0" brushRef="#br0" timeOffset="4487">11205 2893 24172,'-16'55'-112,"0"1"0,-4 8 0,2-7 0,8-18 0,-5 10 0</inkml:trace>
  <inkml:trace contextRef="#ctx0" brushRef="#br0" timeOffset="9689">12084 2529 24939,'-14'-44'0,"0"0"0,6-1 0,12 6-72,50 15 27,-13 13 0,3 9 20,7 16 0,-6 14 44,-13 11 1,-12 8-20,-14 16 0,-18 3-141,-12-14 1,-12 1 0,-3-5 168,2-7 0,-3-4 0,0-2 39,4-2 0,1-2 1,-1-10 69,-6-12 0,7-11-74,16-13-19,9-31-55,26 24-11,32 18 156,-11 10 0,5 5-998,1 4 0,4 3 0,-1 0 864,12 7 0,-3 0 0,-5-4 0,-7-3 0,-7 1 0</inkml:trace>
  <inkml:trace contextRef="#ctx0" brushRef="#br0" timeOffset="9896">12743 2830 24267,'-11'51'-427,"0"0"0,-3 18 1,2-11-1,7-31 1,-4 25-1</inkml:trace>
  <inkml:trace contextRef="#ctx0" brushRef="#br0" timeOffset="10426">13337 2617 20778,'6'53'495,"1"1"0,9-91 1,-1 1-1,-23 94 1,1-1-1,-1 1 0,1-1 1,-1 1-1</inkml:trace>
  <inkml:trace contextRef="#ctx0" brushRef="#br0" timeOffset="10739">13895 2806 23075,'-4'50'0,"1"1"0,-1-1 0,-1 11 0,0-1 0</inkml:trace>
  <inkml:trace contextRef="#ctx0" brushRef="#br0" timeOffset="12202">13393 2711 18263,'-10'-50'1409,"0"0"1,0-8 0,4 8-435,11 16-617,4-13-263,2 43-22,-2 17 11,-6 21 0,-3 9 11,-2 6 0,0 3-32,1-8 1,1 3 0,-1-1-18,0-1 1,0-1 0,1 0 407,1 21 0,2-6-124,-1 0-201,1-46-90,-4-34-13,1-16 0,-1-14 0,0 1-8,-1 3 1,0 0 0,0 0-4,-1-7 0,1-1 0,-1 2-1,-1-14 0,0 9-126,-3 12 51,3 33-937,1 58 998,2 18 0,1-29 0,0-2 0,0 15 0</inkml:trace>
  <inkml:trace contextRef="#ctx0" brushRef="#br0" timeOffset="13175">14318 2671 19014,'7'-63'1613,"-1"0"0,0 3 0,-2 11-1591,-5 28 12,-3 31 5,-3 24-17,0 14 1,1 6-12,0-12 0,1 2 7,1-1 1,0 3 0,1-3-16,3-4 0,2-3 182,2 25 134,25-45-98,0-29 0,4-9-162,-3 4 0,2-5 101,1-9 1,3-7 0,-6 4-119,-7 7 0,-3 2-25,6-12 0,-4 16 2,-11 52 1,-5 13-375,4-8 347,-4 15 0,0 5 30,-4-13 0,0-5-10,0 6-1,0 7 0,-1-3-61,0-23-382,2 10 432,22-32 0,-15-4 0,13-4 0</inkml:trace>
  <inkml:trace contextRef="#ctx0" brushRef="#br0" timeOffset="13570">15141 3028 23159,'-3'42'0,"0"0"0,1-8 0,0-1 0</inkml:trace>
  <inkml:trace contextRef="#ctx0" brushRef="#br0" timeOffset="14298">15753 2575 21315,'2'-60'1342,"1"-1"1,0 7 0,-3 22-1253,-14 69 24,7 6 1,1 15 0,1 4 0,-1-8-104,-3 3 0,0 0-108,1 4 1,0 11-1,2-5 1,8-21 96,13-18 0,-11 15 0,13-34 0</inkml:trace>
  <inkml:trace contextRef="#ctx0" brushRef="#br0" timeOffset="15364">16299 2276 23573,'58'0'378,"-1"0"0,1 0 0,2-5 0,-8 8-387,-20 11 1,-10 9 19,-19 37 1,-15 7-1330,6-28 1,-1 0 1319,0 10 0,1 7 0,-1-5 257,0 0 1,1-2-266,1 4 1,0 4 14,2-1 0,0 5 1,-2-2 46,2-10 0,-3-2 0,-6-1-1179,-14 3 1,-8-2 0,1-5 175,2-2 1,-2-9-3970,-21-8 1,1-11 4171,13-14 1,25 2 0,1-2-1</inkml:trace>
  <inkml:trace contextRef="#ctx0" brushRef="#br0" timeOffset="23901">3536 4510 17199,'-3'-56'1575,"-1"1"1,2-5 0,2 6-450,3-1-773,2 3-392,-4 30 50,-5 28 6,-9 51-17,7-15 0,1 4 0,0 12 0,4 1 0,7-4 0,6-5 25,-1-11 0,8-9 84,17-14 1,4-12-4,21-21-28,-16-10 1,-4-8 16,-14-1 0,-4-3 39,-5 2 1,-3 2-135,-2-11-28,-17 41 34,-9 48-23,7-12 0,2 3 11,0 3 1,8-2 13,13-1 1,11-7-12,8-12 0,6-9 39,10-6 1,0-9 44,-5-7 0,-5-10 87,-12-7 0,-9-5-81,-14 0 0,-10-2-26,-7 1 1,-6 1-23,-4 5 0,-2 4-901,-15-10-840,16 26 1702,32 37 0,-5-8 0,14 13 0</inkml:trace>
  <inkml:trace contextRef="#ctx0" brushRef="#br0" timeOffset="24386">5263 4166 20498,'-59'7'903,"1"0"1,6-1 0,11 0-854,22 0 34,54-5-322,7-3 0,7-1-356,-5 0 0,2 1 1,1-1-709,0 0 1,0 1 0,-2 1 1301,13 5 0,-7 1 0,2 0 0,-29 7 0</inkml:trace>
  <inkml:trace contextRef="#ctx0" brushRef="#br0" timeOffset="24624">5182 4600 23511,'49'-13'-294,"-1"-1"0,1 1 0,-3 1 1,-1 0-1,-5 3 0,-2 2 1,-6 1-1,14-1 0</inkml:trace>
  <inkml:trace contextRef="#ctx0" brushRef="#br0" timeOffset="25558">7413 4186 21198,'-61'-1'398,"0"-1"1,0 0 0,0 0-1,14-4 1,5-2 0,0 5-396,-12 6 1,0 5 0,17 6 13,22 17 42,6 14 0,1 20 1,1 10-1,1-2 1,1-12-53,2-16 0,1-5 1,0 7 7,-2 7 1,-4 13 0,0 4 0,4-2 0,7-11 0,13-18-16,25-20 0,14-16 0,-9 3 0,-18 19 0,1-3 0,15-25 0,0 0 0,1-1 0</inkml:trace>
  <inkml:trace contextRef="#ctx0" brushRef="#br0" timeOffset="32494">8112 4422 22744,'-14'43'6,"-1"0"1,0 0 0,1 8 0,2 2 0,4-6-7,6-13 0,4-3 156,7 15 1,7-8 235,20-27-182,-1-17 0,1-10 168,3-13 0,-2-7-160,-3 2 1,-1-2-116,-1-3 1,-4 3-59,-4 2-22,1 21 0,-15 43-35,-4 4 1,-3 7-471,-2 14 0,-1 5 58,1-12 0,1 1 0,-1-3 0,-2-1 0,1-5 0,3-5 0,1-1 0</inkml:trace>
  <inkml:trace contextRef="#ctx0" brushRef="#br0" timeOffset="32787">8998 4905 24021,'5'50'-227,"-1"1"0,5 12 0,-13-31 1</inkml:trace>
  <inkml:trace contextRef="#ctx0" brushRef="#br0" timeOffset="33657">9633 4580 25376,'6'-48'24,"1"0"1,5 1 0,8 12-51,19 24 1,4 15-20,-8 5 0,-2 8-3,6 10 1,-12 12-77,-29 6 1,-16 13 0,-6 1 0,3-8 140,2 4 0,-6-3 137,-7-2 0,-10 6 0,-1-5 0,8-18-70,-8-19 6,-17-19-96,72-37 1,14 13 2,12 14 0,8 5-334,6 11 1,4 6 336,-6 0 0,3 3 0,-4-1 0,-3-3 0,-3 1 0,-6 5 0,0-1 0</inkml:trace>
  <inkml:trace contextRef="#ctx0" brushRef="#br0" timeOffset="34021">10377 4853 23937,'-7'50'-1262,"-1"0"1,5-13 0,0-7-1,-6-4 1</inkml:trace>
  <inkml:trace contextRef="#ctx0" brushRef="#br0" timeOffset="34674">10967 4569 20487,'8'-52'1579,"0"0"0,-1 0 1,0 23-1025,0 63-480,-6-2 1,-2 7-101,-1 14 1,-1 9 0,-1-5-122,0 2 1,-2-3-228,-1 8 1,1-2 372,5-22 0,1-5 0,0-2 0,2 12 0</inkml:trace>
  <inkml:trace contextRef="#ctx0" brushRef="#br0" timeOffset="35055">11558 4971 24738,'-7'51'-895,"1"0"0,5-15 0,-2-5 0,-9-4 0</inkml:trace>
  <inkml:trace contextRef="#ctx0" brushRef="#br0" timeOffset="35573">12310 4603 22711,'11'-56'901,"1"0"1,0 14 0,-1 19-3671,-10 48 1,-2 17 2673,0 21-1511,-6-8 0,-4 8 0,1-7 1606,3-17 0,-1-3 0,-5 18 0,2-7 0,9-22 0</inkml:trace>
  <inkml:trace contextRef="#ctx0" brushRef="#br0" timeOffset="36105">12840 4572 25830,'-8'55'-27,"-1"0"1,0 0-1,12-6 1,6-4 37,8 7 0,9-17 188,21-51 0,3-19-118,-21 15 0,-3-5 83,1-12 1,-2-8-1,-12 1 74,-22-2 0,-7 1-219,14 3 1,-4 3-34,-17 1 0,-8 15-969,-5 35 0,0 11-4192,-8 0 5175,7 7 0,6 1 0,18-10 0,8-9 0</inkml:trace>
  <inkml:trace contextRef="#ctx0" brushRef="#br0" timeOffset="36422">13534 4799 25107,'-17'58'-125,"0"-1"1,8-18 0,0-6 0,-7 4 0</inkml:trace>
  <inkml:trace contextRef="#ctx0" brushRef="#br0" timeOffset="37257">14264 4560 26693,'7'-61'28,"0"-1"0,-4 18 0,7 8-45,29 11 0,7 17-3,-7 26 1,-8 16-11,-20 6 0,-10 8 0,-3 0 6,0-4 0,-4-1 0,-6 1 29,-10 1 1,-8 3-1,-4-3 1,0-7 212,-20 1 1,-1-10-149,11-4 0,8-14-9,20-31-50,42 2 1,14 1-23,11-5-440,4 29 0,4 16-34,-17 13 1,-4 3-1,-3-11 1,-2 0-1,-4 3 1,1 0-1</inkml:trace>
  <inkml:trace contextRef="#ctx0" brushRef="#br0" timeOffset="37827">15065 4388 24743,'54'-14'220,"0"-1"1,-11 3 0,-4 4-53,12 15 252,-24 29-70,-23 16 0,-5 8-286,4-18 1,-2 3-32,-3 15 1,-3 9-1,1-7-39,0-11 1,-1-1-10,0 5 0,-1 4 0,-12-7 15,-18-16 0,-10-7 0,7 1 0,16 12 0,-1-5 0,-32-22 0,1 1 0</inkml:trace>
  <inkml:trace contextRef="#ctx0" brushRef="#br0" timeOffset="39568">3645 6486 20358,'5'-53'927,"1"-1"1,-1 1-1,0 5 1,1 1-1,0 3-720,2-2 1,0 6-96,3-9 23,1 59-96,-10 23 0,-6 13-54,0-1 0,-1 4 0,-2 3-235,0-4 1,-2 3 0,0 1 0,-1 2-982,-1 6 0,-1 2 0,1-1 1,0-4 1166,-1-2 0,2-3 0,0-2 0,-2 17 0,5-14 0,7-32 0</inkml:trace>
  <inkml:trace contextRef="#ctx0" brushRef="#br0" timeOffset="39887">3446 6644 22935,'41'-23'-8,"1"0"0,0 0 0,6 0 0,2 2 0,-1 6-460,6 9 0,0 4-2809,-10 0 0,3 0 0,-5 0 1989,-1 2 1,-4-1-1,20 1 1,-52 1 0</inkml:trace>
  <inkml:trace contextRef="#ctx0" brushRef="#br0" timeOffset="40895">4395 6446 23999,'-40'-2'46,"-1"-1"1,4 0 0,6 6 53,5 29-27,3 14-56,2 10-40,18-20 1,8-1 190,31 4-28,6-13 308,20-44-10,-22-24-192,-20 9 0,-3-2-92,-3 3 0,-3-2 182,0-4 0,-3 1-330,-5-4 5,-6 22 28,-21 52-59,10-2 1,3 4-26,0 12 1,5 1 7,8-4 1,6-2 2,4-5 1,9-5-21,23-9 1,6-11 47,-16-8 1,1-7 33,23-13 0,-5-8-17,-13-5 28,-13-18 1,-10-9 130,-23 15 1,-3 0-174,12-2 1,2 1 58,-7-18-49,39 48 0,21 11 1,-4 3-8,-9 4 0,1 1 11,5-8 0,5 0 1,-15 13 49,-23 36 1,-15 12-486,-3-16 0,-4 2 0,-1-1 0,-4 14 0,0-1 0,6-7 0,1-1 0</inkml:trace>
  <inkml:trace contextRef="#ctx0" brushRef="#br0" timeOffset="41674">5837 6584 24676,'-37'-38'340,"0"1"1,-1-1 0,-11 17-1,-3 9 1,13 16-386,19 31 1,16 10 105,16-1 1,13-13 845,28-42-529,2-4 0,-6-9-378,-30-9 0,-7 7 0,1 25-45,1 31 0,-2 26 1,-6 4-177,-10-14 0,-5 3 1,-4 4-1,-2 2 0,0 3 116,3-5 0,-1 7 0,0 3 0,-2 2 0,0-2 0,-2-5 0,-3-8 0,-1-9 280,-26 6 1,-4-14 0,22-14-3178,28-15 1363,8-22 1,10-29-1,9-18 1,4-9 0,2 2-1,-1 12 655,2 5 1,3 1 0,1 3 0,1 4 0,-1 6 0,14-5 0,0 8 0,-18 14 0,-23 15 0</inkml:trace>
  <inkml:trace contextRef="#ctx0" brushRef="#br0" timeOffset="42536">6165 6635 25152,'62'-7'322,"0"-1"0,-15-9 0,-2-6 1,-16 0 46,-19-3-156,-11-35-213,-19 58 5,-12 17 1,4 14-37,28 31 1,11 8 24,-20-22 1,9-1-75,24-5 0,14 2 0,6-4 0,-5-13 74,0-18 1,2-8 12,3 9 1,4 1 0,-4-14 53,-4-27 1,-4-17-1,-6 3-8,-6 11 1,-2-4 41,-1-5 0,3-9 0,-4-1 1,-8 5-1459,-12-8 0,-7 4 1452,10-1 1,-5 5-65,-12 11 1,0 19-35,11 55 1,4 17 2,-3-18-71,9 16 1,4 14 0,0-1-905,-1-13 1,-1-2 0,1-1 302,0-3 1,1 0-1,-2-1-2599,-1 4 0,-1 0 0,-3-11 1681,-2-11 0,0-8 0,-2-15 0</inkml:trace>
  <inkml:trace contextRef="#ctx0" brushRef="#br0" timeOffset="42776">6815 6539 24133,'48'-13'-983,"0"1"1,-1-1 0,1 0 0,4-2-1,-2 1 1,-12 5 0,-15 4 0</inkml:trace>
  <inkml:trace contextRef="#ctx0" brushRef="#br0" timeOffset="43138">7687 6426 22727,'54'-7'0,"1"-1"0,0 1 0,-11 1 0,-1 0 0,1 0 0</inkml:trace>
  <inkml:trace contextRef="#ctx0" brushRef="#br0" timeOffset="43362">7796 6731 25965,'62'-9'-460,"0"0"1,0 0 0,0 0 0,5 0-1,-4 0 1,-14 2 0,-13 0 0</inkml:trace>
  <inkml:trace contextRef="#ctx0" brushRef="#br0" timeOffset="50420">9585 6208 16644,'6'-51'2026,"0"1"0,-2 3 0,3 9-1797,4 21-16,-4 36-129,-5 17 0,-4 12-753,-4 9 1,-4 7 0,1-2 668,4-13 0,0-2 0,-1 0 0,-3 4 0,-1 0 0,3-11 0,3-2 0</inkml:trace>
  <inkml:trace contextRef="#ctx0" brushRef="#br0" timeOffset="51319">10534 6100 22481,'-60'-11'256,"1"0"1,0 0-1,11-1 1,2 0-1,9 7-233,-4 19 30,26 38 0,9 12 238,0-21 1,4-2-10,10 8 1,8-8-260,17-17-37,11-49 0,7-4-20,0 30 0,-2 17-50,-11 19 0,-6 7 64,1-7 1,-14 2-2245,-31 2 0,-17 3 0,0-12-5907,-12-15 8171,-1-4 0,4-6 0,23-11 0,5-3 0</inkml:trace>
  <inkml:trace contextRef="#ctx0" brushRef="#br0" timeOffset="52670">10297 6611 6723,'0'0'0</inkml:trace>
  <inkml:trace contextRef="#ctx0" brushRef="#br0" timeOffset="54784">10205 6622 22386,'38'11'170,"0"1"1,23 6 143,-46-25-1664,1-3 1350,-8 5 0,3-2 0,-10 7 0</inkml:trace>
  <inkml:trace contextRef="#ctx0" brushRef="#br0" timeOffset="428303">1968 9120 16364,'5'-51'986,"1"0"0,-6 0 0,-10 8-448,-36 18-258,-1 18 0,-4 8-154,3 6-1,1 8-86,6 3 1,-1 6-1,6 4-78,-2 19 0,8 3-6,6-5 0,8 0-34,14 2 1,13-7 459,45-12-135,-21-32 1,3-11-33,-3-8 1,1-8 0,-3-7-316,-2-13 0,-5-7 0,-1-1 158,0 3 1,-1-1 0,-2-1 19,-7 11 0,-1-3 0,-2 1 0,-1 4 329,4-16 0,-3 7-362,-1 10 1,-2 6-112,-2 3-73,-11 81 129,2-10 0,1 6-44,-1 16 1,1 9 0,2 0-381,2-5 0,1-1 1,1 3-874,-1-9 0,1 3 0,1-1 0,0-4-1338,4 1 1,1-3-1,-1-3 2646,3 7 0,-1-7 0,4-3 0,-10-31 0</inkml:trace>
  <inkml:trace contextRef="#ctx0" brushRef="#br0" timeOffset="428836">2391 9213 18941,'-3'-42'1492,"0"1"1,1 4-1437,-1 99-28,4-19 0,3 5 0,0 1-27,0-3 1,1-1 0,1 1 2,-1 3 0,2-1 0,-1-3 444,1 6 0,1-9-246,0-11-180,-12-33-2,-3-26 0,0-16-20,-3-17 0,1-7 41,3 13 0,0-3 0,2-2-117,0-2 0,2-1 0,2 1 124,3 7 1,1 0-1,2 4-23,3-10 1,6 5-21,13 4 1,8 8-60,3 20 1,4 9-34,7 3 1,2 12 24,6 22 1,-10 15 153,-23 2 0,-14 6-36,-15 10 0,-16-1-228,-8-22 1,-8-4-1,-4-3 172,-3-5 0,-3-3 0,3-2 0,-1 1 0,4-5 0,-12-7 0</inkml:trace>
  <inkml:trace contextRef="#ctx0" brushRef="#br0" timeOffset="430679">3515 8804 10758,'41'-3'-1255,"1"-1"0,19-3 1,-52 8-1</inkml:trace>
  <inkml:trace contextRef="#ctx0" brushRef="#br0" timeOffset="430804">3564 9104 19731,'49'-4'0,"0"1"0,0-1 0,10 0 0,0 0 0</inkml:trace>
  <inkml:trace contextRef="#ctx0" brushRef="#br0" timeOffset="432003">5154 8660 17703,'-60'-4'344,"0"1"1,15 2-1,0 1 1,4 1-118,7 3 0,2 1 81,-4-1 0,4 0 134,5-6-1007,13 0 481,2 2 168,-2 27-79,-2 23-2,5-8 0,-1 4 16,0 7 1,1 2-20,0 3 0,1 1 5,2-3 1,0 2 8,2 4 0,2-2-23,2-14 1,2-3-6,1-3 0,4-3 82,23 8-1,30-31-967,-10-15 1,2-4 899,-1-3 0,-2-2 0,-9 0 0,-4-1 0,0-1 0</inkml:trace>
  <inkml:trace contextRef="#ctx0" brushRef="#br0" timeOffset="434687">9743 3657 12057,'46'-2'103,"0"1"1,1 0 0,4 0 0,-2 1-9,7-1 0,3 0-373,-2 0 1,7 0 0,4-1-1,-1 1 344,-14 0 1,0 0 0,1 0-1,-1 0 1,0 0-27,9 0 0,0 0 0,0-1 1,1 1-7,-7 0 0,1 0 0,1 1 0,0-1 1,-1 0-5,-1 0 1,-2 1-1,1-1 1,0 0 0,0 1-24,1-1 1,1 1 0,0 0-1,0-1 1,0 1-6,2 0 0,0-1 0,1 1 0,-2-1 1,-1 1 5,8 1 0,-2 0 0,-1-1 1,-4 1-47,5 0 0,-3 0 1,-1 0 1,1 0 0,0 0 0,-2 0 8,-8 0 0,-1-1 0,-1 0 207,11 0 1,-1 0-228,5 0 1,-1 0 72,-7-1 1,-3 0 47,-10 0 0,-2 0 596,22-2-400,-26 0 135,6-3-157,-19 3 766,11-4-783,-1 3-34,-1-1 118,9 0-202,-2 1-2711,-11 2 2599,3 2 0,-18 1 0,-3 0 0</inkml:trace>
  <inkml:trace contextRef="#ctx0" brushRef="#br0" timeOffset="435422">14509 3677 14141,'46'-10'219,"0"0"1,0 0-1,15-1 1,4 1-1,2 2-186,-13 3 1,1 2 0,0 0 0,1 0-361,1 0 1,-1-1-1,2 1 1,1 0 336,-5 0 0,3 1 0,0-1 0,-2 1 0,-5-1 12,2 1 1,-5 0-1,0 1-558,-1-1 1,0 0-1,-8 1 641,8 3 0,-26-2 1,-14 3-1</inkml:trace>
  <inkml:trace contextRef="#ctx0" brushRef="#br0" timeOffset="481110">9593 6376 19070,'35'-15'579,"1"0"1,-56 6-1809,37 2 0,30 0 0,20-2 0,13 1 1,5-1-1,-3 1 0,-9 1 0,-20 2 136,13-2 1,-6 1 0,-8 2 0,11-1-1,1 1 1,-12 0 0,-20 2 0,-22 2-1</inkml:trace>
  <inkml:trace contextRef="#ctx0" brushRef="#br0" timeOffset="481344">9668 6581 17798,'-51'15'1013,"1"0"1,-1 0 0,-1 0 0,7 0-857,-12 4 521,119-21-1965,-10-5 1,10-3 0,2-1 1323,-14 3 1,0 1 0,3-1 0,4-2-65,-1 1 1,5-3 0,4 0 0,-1 1 0,-3-1 0,-6 3-2432,0 1 0,-5 0 1,-2 2-1,1-2 2404,4-1 0,3-1 0,-5 1 0,-9 3 0,16 5 0,-50 1 1</inkml:trace>
  <inkml:trace contextRef="#ctx0" brushRef="#br0" timeOffset="490619">11494 6169 18112,'18'-52'541,"1"0"1,-1 6-1,3 7-524,22 9-28,11 24-12,-21 16 1,-2 8-43,0 10 1,-5 6 33,-5 10 1,-10 3 97,-13 2 0,-10-1 98,-5-7 1,-6-4 416,-7-6 0,-2-6 959,-7-1-1104,9-17-577,22-18-56,10-3 140,23 2 67,33 19-36,-16 3 0,2 5-54,2 2 1,-5 6 89,-5 13 0,-15 4 64,-25-5 1,-12-1-26,-18 8 1,-11-7-193,6-15 0,-4-5 1,0-3-358,-13 2 0,3-5 0,16-4 0,6-3 0,3-3 1</inkml:trace>
  <inkml:trace contextRef="#ctx0" brushRef="#br0" timeOffset="523238">6178 8650 19888,'-44'3'152,"0"-1"1,0 1-1,-10-2 1,6 2 446,-14 15-577,32 2-22,15-3 51,1 40-1,6 1-3,2-7 1,0 4-28,-1 7 0,2 0-4,0-15 1,1 0 30,-2 11 1,2-3-31,3 8-302,7-3 105,11-15-386,24-41 1,4-9 0,-13 6 0,6-11 0,0-1-1</inkml:trace>
  <inkml:trace contextRef="#ctx0" brushRef="#br0" timeOffset="526787">6758 8891 18683,'-37'37'91,"-1"-1"0,1 1 0,-10 9 1,13 1-101,23 2 1,15-1 100,8-16 1,8-4 80,6 0 1,5-8 89,15-10 0,4-11 168,-11-6 0,-2-5-151,3-3 0,-4-6-50,-13-10 0,-7-5-124,-8 3 1,-3 0 33,-4-32-20,-7 28 1,-6 3-71,-17-11-162,-13-4-39,-4 20-908,-9 18-1490,15 16 2549,-3 21 0,27-12 0,6 7 0</inkml:trace>
  <inkml:trace contextRef="#ctx0" brushRef="#br0" timeOffset="527121">7386 9190 19507,'-10'49'-144,"0"0"0,1-1 0,-2 3 0,2-8 0,2-1 1</inkml:trace>
  <inkml:trace contextRef="#ctx0" brushRef="#br0" timeOffset="527708">7958 8955 21651,'-35'30'-6,"0"1"1,1 0-1,-9-1 1,11 4-71,25 18 1,18-1 77,12-21 1,8-5 73,-1 1 0,2-6 2,5-6 0,1-10 236,-1-19 0,-3-8-39,0-8-49,-7-7 1,-6-4-39,-13 8 0,-4 0 94,-1-12 1,-3 1-8,-5-18-158,-5 30 1,-3 4-376,-8 9-475,-28 8-3709,17 31 0,2 6 4099,-14 1 1,0 22 0,42-42 0</inkml:trace>
  <inkml:trace contextRef="#ctx0" brushRef="#br0" timeOffset="528008">8622 9209 19277,'-18'53'0,"0"0"0,4-11 0,0 0 0</inkml:trace>
  <inkml:trace contextRef="#ctx0" brushRef="#br0" timeOffset="528585">9269 8891 21780,'-51'27'63,"0"0"1,-4 9 0,18 6-8,51 17 0,17-1 179,-18-26 1,5-6 282,38 2 0,1-25-74,-38-36 0,-11-20 1,1 3-210,9-3 1,-7 1-1494,-15-23 1,-16 23 1257,-22 64 0,18-8 0,-9 35 0</inkml:trace>
  <inkml:trace contextRef="#ctx0" brushRef="#br0" timeOffset="529024">9863 9152 19456,'-20'52'0,"0"1"0,3-11 0,1-1 0</inkml:trace>
  <inkml:trace contextRef="#ctx0" brushRef="#br0" timeOffset="529524">10363 8863 22694,'-38'40'-43,"0"-1"0,-1 1 1,19 1-1,6 3 1,4-3 56,1 0 0,11-4 19,26 4 1,10-15 336,21-33-20,-20-10 0,-4-10 206,-11-11 0,-4-10 1,-6 1-406,-1-4 1,-10 1-1284,-14-17 1,-14 13 283,-25 31 0,6 23 0,23 8 0</inkml:trace>
  <inkml:trace contextRef="#ctx0" brushRef="#br0" timeOffset="530288">10938 8596 20504,'55'-9'121,"0"0"1,-1 0 0,12-4 0,-14 16 244,-31 46 1,-14 11-277,0 5-60,-3-21 1,1 10 0,1 1 0,1-8-31,4-4 0,0 0 91,-2 14 1,-2 7 0,-18-9-92,-30-16 0,-18-10 0,10 3 0,21 17 0,-2-6 0,-22-29 0,0 0 0,0 1 0</inkml:trace>
  <inkml:trace contextRef="#ctx0" brushRef="#br0" timeOffset="530791">12032 9349 13793,'-26'49'0,"1"0"0,4-10 0,1 0 0</inkml:trace>
  <inkml:trace contextRef="#ctx0" brushRef="#br0" timeOffset="531524">12950 8621 18464,'-45'-1'187,"0"0"0,5 1 0,3-1 984,-7 3 105,-4-8-1108,9 10 118,1 36-157,29-9 0,3 7 13,-2 9 1,-1 11 0,-1 0 0,2-7-126,-2 0 0,1 0 64,3 1 0,0 9 0,1-4 1,6-16 142,8-11-90,15 28-61,5-51 0,9-9-450,14-6 0,8-5 0,-5 3 0,-10 5 0,0-1 0,1-5 0,1 0 1,-1-1-1</inkml:trace>
  <inkml:trace contextRef="#ctx0" brushRef="#br0" timeOffset="532225">13667 8769 22543,'-26'59'36,"1"1"0,0 0 1,-24-3-1,23-10 122,53-18 1,24-4 0,-7-14 93,5-24-1388,-12-10 1,4-8 0,-9 1 1370,-4-22 402,-14-6 0,-13-2-564,-14 30 0,-7 2-180,-16-10 1,-5 5-479,10 15 0,-1 8 585,-31 17 0,40 5 0,15 15 0</inkml:trace>
  <inkml:trace contextRef="#ctx0" brushRef="#br0" timeOffset="532758">14321 9051 22716,'-16'39'-452,"-1"0"0,0 6 0,4-9 1,8-21-1,-1 7 0</inkml:trace>
  <inkml:trace contextRef="#ctx0" brushRef="#br0" timeOffset="533290">14949 8679 22459,'-44'36'16,"1"0"1,-1-1 0,10 2 0,4 2 0,5 1-59,-5 21 0,19-3-2483,37-12 0,14-12 2749,13-15 634,-1-38 1,10-19 0,-13-2-585,-21 0 1,-6-3-225,9 6 0,3-2 1,-17 0 526,-30-17 0,-19 14-3742,-24 43 3165,22-18 0,2 4 0,-11 37 0,39-9 0</inkml:trace>
  <inkml:trace contextRef="#ctx0" brushRef="#br0" timeOffset="533609">15525 9024 18526,'-34'42'0,"1"1"0,6-9 0,0 0 0</inkml:trace>
  <inkml:trace contextRef="#ctx0" brushRef="#br0" timeOffset="534125">16133 8649 23450,'-44'24'13,"1"-1"0,-1 1 1,11 7-1,5 4 1,5 3-14,0 18 0,17 2 70,25 0 0,19-17 297,18-43 0,6-16-255,-15 10 0,-3-6 89,-5-15 1,-1-10-1,-15-2-27,-26-11 0,-11 0-166,14 5 1,-7 3-203,-28-1 1,-8 14-406,2 28 599,1 16 0,4 4 0,10-1 0,-4 17 0</inkml:trace>
  <inkml:trace contextRef="#ctx0" brushRef="#br0" timeOffset="534439">16744 9000 21080,'-32'55'0,"-1"-1"0,8-10 0,-1 0 0</inkml:trace>
  <inkml:trace contextRef="#ctx0" brushRef="#br0" timeOffset="534974">17289 8610 21786,'-40'43'217,"1"-1"0,-1 0 1,10 6-1,6 1 1,13-8-100,29-1 13,17-6 1,8-13 192,0-36 1,-1-9-196,-8 14 0,-2-3-73,2-16 0,-11-7 218,-27 2 1,-7 2-247,-4-4-146,-17 0 1,-5 5-947,-1 18 1064,-1 12 0,2 4 0,14 2 0,-3 14 0</inkml:trace>
  <inkml:trace contextRef="#ctx0" brushRef="#br0" timeOffset="535536">17518 8405 18420,'56'-18'970,"0"-1"1,0 0-1,-6 0 1,-4 4-820,5 3 0,-11 12 297,-23 48-339,-6-11 1,-1 4-91,0 7 1,0 3-20,1-6 0,0 2-9,-1 10 1,-4 4 52,-7-10 1,-3 3 0,-3-2-9,0 7 1,-8-2-67,-5-9 0,-6-1 1,-8-12-395,-11-20 0,-7-12 0,4 0 0,7 5 0,1-2 0,-13-7 0,0 0 0</inkml:trace>
  <inkml:trace contextRef="#ctx0" brushRef="#br0" timeOffset="541372">18686 9000 20498,'-11'48'-240,"1"0"0,-1 0 0,4 4 0,-1-9 1,-12-5-1</inkml:trace>
  <inkml:trace contextRef="#ctx0" brushRef="#br0" timeOffset="542176">19970 8222 18330,'-51'-14'24,"0"-1"0,7 1 1,0 6 22,3 15 1,-1 5 39,-6 1 0,-1 0 67,-7 0 0,3 2 20,12 0 0,8 1 150,11 3 287,27 19 33,2 8-110,-13 10 1,-5 5-417,3-12 0,0 1-81,-2-4 1,-1 3-1,1-2 16,2 11 1,3-1 13,5 1 0,4 0-56,4-8 0,3-3-196,2-7 1,7-7-710,10-14 1,4-8 893,22-6 0,-18-4 0,-26-4 0</inkml:trace>
  <inkml:trace contextRef="#ctx0" brushRef="#br0" timeOffset="542956">20441 8564 22419,'-45'45'35,"-1"0"0,1 0 0,11-24 0,9 2 153,24 34 1,18 15 0,10-23 68,7-37 1,8-17 61,8-12 0,4-12 1,-13-7-141,-19-16 0,-16-8-211,-5 8 0,-7-3 1,-8 8-692,-12 8 1,-7 12 722,-6 13 0,2 12 0,6 21 0,19 5 0</inkml:trace>
  <inkml:trace contextRef="#ctx0" brushRef="#br0" timeOffset="543260">21042 8843 20565,'-15'45'-739,"-1"0"1,3-7 0,3-9 0,7-20 0</inkml:trace>
  <inkml:trace contextRef="#ctx0" brushRef="#br0" timeOffset="543797">21667 8538 23069,'-44'21'328,"-1"0"1,56 11 0,7 8-268,-29 7 1,-10 5-1,19-8 77,35-14 0,18-8 1,-4-12-103,-10-11 1,-3-15 306,-5-17 0,0-15 0,-7-4 0,-12 8-234,-22 1 1,-10 2-5026,-1-22 1,-6 9 3277,-31 32 0,26 35 1,10 5-1,24-5 0</inkml:trace>
  <inkml:trace contextRef="#ctx0" brushRef="#br0" timeOffset="544130">22452 8814 22212,'-42'46'-1205,"-1"0"1,4-4 0,10-7 0,22-19-1,4-7 1</inkml:trace>
  <inkml:trace contextRef="#ctx0" brushRef="#br0" timeOffset="544673">23153 8522 24189,'-47'43'-2,"-1"0"1,0-1 0,14-1 0,4 1 0,12-1 35,13 5 0,17-10 209,47-20 1,11-19-171,-9-14 203,-14-18 1,4-13-1,-20 1-58,-28 13 1,-13-1-5135,-15-19 1,-6 7 4570,-12 17 0,1 21 0,9 11 0,31 9 0</inkml:trace>
  <inkml:trace contextRef="#ctx0" brushRef="#br0" timeOffset="544912">23711 8769 23254,'-19'45'0,"1"0"0,-1 0 0,-3 9 0,0 0 0</inkml:trace>
  <inkml:trace contextRef="#ctx0" brushRef="#br0" timeOffset="545351">24219 8626 23612,'-33'41'19,"0"0"0,0 1 0,14 4 0,5 3 0,14-12 110,36-8 383,17-20 1,2-15-211,-4-34 43,-13-3 0,-10-6-116,-32 9 1,-7 2-297,0-18-625,-21 33 0,-4 13 692,-2 29 0,-3-10 0,21 11 0</inkml:trace>
  <inkml:trace contextRef="#ctx0" brushRef="#br0" timeOffset="545853">24655 8392 20140,'48'-6'586,"0"1"1,0-1 0,12-2 0,-5 2-218,9 6-173,-34 12 140,-25 29-185,-4-7 1,-1 4-106,0 5 1,1 5 0,-1-2-42,-3 10 1,0-1-23,2 6 0,-3-1-126,-8-10 1,-2-5-682,-9 9-753,3-17 1,-4-4 1576,-21-4 0,15-13 0,5-9 0</inkml:trace>
  <inkml:trace contextRef="#ctx0" brushRef="#br0" timeOffset="546360">25701 9132 19994,'-44'36'-804,"-1"1"1,10-10 0,7-5 0,14-5 0</inkml:trace>
  <inkml:trace contextRef="#ctx0" brushRef="#br0" timeOffset="547106">26596 8590 22134,'-38'-26'92,"0"0"0,0 0 1,-7-14-1,4 17 166,-8 56-166,34-2 1,3 7 62,-3 3 0,-1 5 0,1 0-32,-2 16 0,0 0-77,2-19 1,0 1 0,4-1 188,6 14 0,5-5-190,2-17 0,6-1-115,23 21 0,11-4-1611,-1-25 1,3-6 1680,6 7 0,-2-5 0,-14-10 0,-5-4 0,-1-7 0</inkml:trace>
  <inkml:trace contextRef="#ctx0" brushRef="#br0" timeOffset="547808">27351 8750 22212,'-13'-39'801,"1"1"0,-51 24-759,19 48 0,2 16-59,-3-2 0,15 4 47,28-6 0,13 4 0,10-12 129,22-17 1,10-12 56,-8-1 1,2-2 0,-4-11-76,-2-14 1,-4-11 0,-14-6-8,-20-8 1,-15-5 0,-5 5-393,-6 2 0,-9 9-421,-24 6 1,-2 15 0,0 26-1,19 29 1</inkml:trace>
  <inkml:trace contextRef="#ctx0" brushRef="#br0" timeOffset="548143">27864 8960 23657,'-12'49'-130,"0"-1"0,0 1 1,1 1-1,0-7 0,0 0 1</inkml:trace>
  <inkml:trace contextRef="#ctx0" brushRef="#br0" timeOffset="548660">28383 8634 23926,'-34'36'-7,"0"-1"0,0 0 0,1 6 1,4 2-1,19-5 1,46 2 1,17-7 44,-21-5 0,3-6 155,11-12 0,8-7 1,-10-14 298,-9-31 0,-10-11-420,-2 19 0,-7-2-4,-17-7 0,-9-5 0,-11 7-138,-12 15 0,-11 8 0,3-1-290,-2-14 0,-2 8-207,-1 20 1,-4 9 0,11 2 0,12 4-1,-3 28 1</inkml:trace>
  <inkml:trace contextRef="#ctx0" brushRef="#br0" timeOffset="549092">29093 8960 9666,'-25'38'0,"0"1"0,5-8 0,0-1 0</inkml:trace>
  <inkml:trace contextRef="#ctx0" brushRef="#br0" timeOffset="549622">29617 8681 24038,'-43'30'26,"-1"0"1,1-1-1,-7 3 1,11 3-10,19 10 0,15 1-45,28 8 218,25-38 1,7-9-88,-23-1 1,2-5 159,15-15 1,6-11-1,-11-1 123,-3-21-277,-8 8 1,-11-3 80,-37 0 1,-10 5-219,4 0-12,-15 3 1,-5 7-476,3 20 515,-2 44 0,17-27 0,17 34 0</inkml:trace>
  <inkml:trace contextRef="#ctx0" brushRef="#br0" timeOffset="549939">30216 8916 23769,'-28'51'-1239,"0"0"0,4-12 0,6-6 1,10-5-1,8-24 0</inkml:trace>
  <inkml:trace contextRef="#ctx0" brushRef="#br0" timeOffset="550415">30707 8648 22884,'-44'41'68,"0"1"0,-1-1 1,6-11-1,2-2 1,16 1-30,29 10 0,17-5 288,12-18 1,4-7 182,15 7 36,-8-28 1,-7-13 125,-21-19-563,-9 3 0,-11-1-302,-26 2 0,-8 5-93,-9-9-393,-3 39 1,4 10 0,22 4-1,-6 27 1</inkml:trace>
  <inkml:trace contextRef="#ctx0" brushRef="#br0" timeOffset="551124">31162 8522 22834,'65'-10'550,"-1"0"0,1 0 0,-14 9 1,-9 12-487,-4 20 0,-16 10-42,-29 1 1,-9 1-9,10-7 0,2 3 14,-1 4 0,-1 4 0,0-6-5,-12 16-50,-5-7 1,-5 8 0,-1-10-50,5-22 1,-3-4-2093,-15 6 1,-9 0-1,6-5 2168,-12-5 0,15-6 0,6-3 0,19-8 0</inkml:trace>
  <inkml:trace contextRef="#ctx0" brushRef="#br0" timeOffset="553572">31918 9161 20739,'-32'39'-614,"1"-1"1,0 1 0,-6 7-1,7-9 1,15-19 0</inkml:trace>
  <inkml:trace contextRef="#ctx0" brushRef="#br0" timeOffset="555204">5647 10347 21097,'-47'1'0,"-1"-1"0,-2 2 0,3 5 0,7 7 0,4 2 115,5-4 0,1 1-9,-24 18 191,31 13-59,11-12 1,0 5-38,-4 13 1,0 3-90,-3 7 0,1 1-87,3 0 0,5 0-112,8-7 1,6-2-226,2-11 1,9-6-949,15-10 0,6-9 1260,0-14 0,0-6 0,21 0 0,-17-13 0</inkml:trace>
  <inkml:trace contextRef="#ctx0" brushRef="#br0" timeOffset="555901">6137 10617 19143,'-14'-47'884,"1"-1"1,-5 12 0,-5 14-675,-12 31 1,-4 16-69,-7 11 1,1 10-113,14-5 0,2 4 0,4 0-50,-3 16 1,11-1 7,11-5 1,14-5 28,19-16 0,13-12 162,20-20 0,4-15-25,-12 3 0,-2-7-40,-11-3 0,1-3 0,-10-6 96,-9-23 0,-14-3-84,-8 14 0,-7 0-93,-8-11 1,-7 5-45,-21 5-370,9 32 0,1 8-1030,7 5 1411,-18 37 0,39-27 0,-1 18 0</inkml:trace>
  <inkml:trace contextRef="#ctx0" brushRef="#br0" timeOffset="556197">6653 10844 23730,'-12'45'-95,"0"0"1,0 0 0,-6-5 0,5-5-1,16 25 1</inkml:trace>
  <inkml:trace contextRef="#ctx0" brushRef="#br0" timeOffset="556662">7192 10632 23965,'-45'18'-3,"1"-1"0,-1 1 0,20 14 1,11 4 4,4 8 1,16-6 99,35-19 1,20-11 0,-11-8 116,-11-15 79,3-17 1,5-13 0,-22 1 9,-45 2 0,-13 1-2064,15-10 1,-4 6 1755,-16 20 0,-1 11 0,-4 19 0,37 12 0</inkml:trace>
  <inkml:trace contextRef="#ctx0" brushRef="#br0" timeOffset="558789">7692 10935 21534,'-7'42'-1639,"0"0"1,1-4-1,1-8 1,2-18 0,2-4-1</inkml:trace>
  <inkml:trace contextRef="#ctx0" brushRef="#br0" timeOffset="559286">8240 10672 23259,'-46'-3'97,"0"0"0,-5 10 1,7 10-90,21 11 0,7 7-11,-3 6 1,5 1-4,8-7 1,9-1 58,14-5 0,8-7 238,34-8-95,-20-17 0,0-8 84,-7-7 0,-3-7-48,-3-8 1,-5-4 176,-9-5 0,-7-1-283,-3 7 0,-4 2 98,-13-27-2448,-7 35-1450,0 28 3674,7 2 0,4 12 0,9-11 0</inkml:trace>
  <inkml:trace contextRef="#ctx0" brushRef="#br0" timeOffset="559569">8669 10824 23831,'-16'40'-334,"0"0"1,0 2 0,4-7-1,9-19 1,-1 3 0</inkml:trace>
  <inkml:trace contextRef="#ctx0" brushRef="#br0" timeOffset="560153">9203 10639 24923,'-55'33'0,"0"1"0,8-7 0,14 4-42,29 6 0,15-1 64,30 3 3,-10-24 0,3-6 56,7-10 1,-1-8 181,-5-7 1,-4-5-178,-6 0 1,-4-5 173,-5-8 1,-8-3-82,-11 1 1,-6 2-96,0 1 0,-2 2-196,-16-14-1541,-11 24 1653,8 37 0,4-13 0,9 19 0</inkml:trace>
  <inkml:trace contextRef="#ctx0" brushRef="#br0" timeOffset="560435">9731 10754 23371,'-22'41'0,"-1"-1"0,0 1 0,-4 7 0,0 1 0</inkml:trace>
  <inkml:trace contextRef="#ctx0" brushRef="#br0" timeOffset="560921">10200 10663 25444,'-44'31'-13,"1"0"0,3 11 0,19 0 30,66 4 11,-4 1 411,10-56 1,-2-15-367,-12-8 67,-14-18 0,-14-4-140,-41 2 0,11 0 0,-9 28 0</inkml:trace>
  <inkml:trace contextRef="#ctx0" brushRef="#br0" timeOffset="563356">9855 10405 22099,'47'-15'134,"0"0"1,11 4 0,-8 7-56,-16 9 89,-3 9 0,-5 8 291,-14 37-311,-9-11 1,-4 2-102,-1-9 1,-3 2 8,0 1 0,-1 4 0,2-7-28,4 20 126,0-5 0,1-2 81,-3-7-5,2-2 27,-17-9 119,-9-2-258,-8 6-9,2-13 0,-2-3 3,-9 2 232,8-7 1,0-3-345,-18-6 0,18 1 0,5-10 0</inkml:trace>
  <inkml:trace contextRef="#ctx0" brushRef="#br0" timeOffset="565157">11090 11024 22179,'-28'43'-383,"1"-1"0,-1 10 0,7-7 0,15-20 1,-1 13-1</inkml:trace>
  <inkml:trace contextRef="#ctx0" brushRef="#br0" timeOffset="565856">12217 10427 20711,'-60'-14'169,"1"0"1,2 1 0,2 4 29,16 9 0,3 2-138,-16 3 23,24 11 309,23 31-141,-1-11 0,-1 4-51,-4 15 1,-3 3-79,-4 3 1,0 1-82,1 0 0,2-3-26,5-10 1,6-2-17,12 0 0,8-6-146,6-15 1,7-7-2804,27-2 0,5-8 2383,-19-6 1,-1-5 0,5-3 0,-6-1-1,-16 0 1</inkml:trace>
  <inkml:trace contextRef="#ctx0" brushRef="#br0" timeOffset="566523">12952 10613 23427,'-46'27'52,"1"-1"1,-1 0 0,6 0 0,2 2 0,15 2-81,24 10 0,15-1 39,3-8 0,8-5 104,18-6 0,4-10 190,-8-14 0,-2-9-14,-1-8 0,-6-9-128,-10-22 0,-11-7 24,-12 6 1,-7 0-185,2 1 0,-9 7-2271,-14 20 1,-2 13 419,-2 25 1394,7 11 0,4 3 1,8-2-1,1 10 0</inkml:trace>
  <inkml:trace contextRef="#ctx0" brushRef="#br0" timeOffset="566819">13470 10825 23271,'-19'47'0,"0"0"0,0 1 0,-4 9 0,0-1 0</inkml:trace>
  <inkml:trace contextRef="#ctx0" brushRef="#br0" timeOffset="567489">13983 10705 21825,'9'-43'1036,"0"0"0,21 99 1,3-1-604,-17-90 0,-2-28 1,-5 30-434,-7 92 0,-2 0 0,11-99 0,3-41 0,-17 21 0,-48 43 0</inkml:trace>
  <inkml:trace contextRef="#ctx0" brushRef="#br0" timeOffset="568867">14188 10605 23635,'-49'38'65,"0"-1"0,9-2 1,13 3-5,29 1 1,10 0-6,13 15 358,12-14-117,-2-30-208,4-18 1,4-8 330,-5-4 1,0-2-337,4-1 0,-4-2-20,-12-1 1,-10-2 332,-17-31-128,-9 9-219,-7-6-16,-6 22 56,-14 0-57,9 10-111,-10-3-113,-27 27-1484,17 7-2461,14 2 0,3 4 4136,7 9 0,17-6 0,10-4 0</inkml:trace>
  <inkml:trace contextRef="#ctx0" brushRef="#br0" timeOffset="569163">14871 10758 23853,'-40'36'-241,"0"0"0,2 1 0,12-5 1,23-20-1,1 4 0</inkml:trace>
  <inkml:trace contextRef="#ctx0" brushRef="#br0" timeOffset="569890">15493 10522 24105,'-55'29'16,"0"0"1,2 7 0,12 4-42,27-4 0,9 1-12,3 1 1,8-3 148,13-2 0,5-6 213,20-3 33,17-25-38,-12-40-217,-24 12 1,-3-5 114,3-15 1,-5-1-62,-6 10 0,-5 1-34,-1 5 0,-7 2-39,-22-10-313,-7 22-1054,-35 6-1282,28 14 1717,-11 24 0,40-16 0,-1 10 0</inkml:trace>
  <inkml:trace contextRef="#ctx0" brushRef="#br0" timeOffset="570174">15997 10776 21489,'-25'40'0,"-1"0"0,5-7 0,0-1 0</inkml:trace>
  <inkml:trace contextRef="#ctx0" brushRef="#br0" timeOffset="570790">16665 10455 24547,'-38'27'21,"-1"-1"0,1 1 0,12 29 0,14 0 75,7 5 315,51-26 1,11-20-157,-27-30 0,-5-15 12,-4-9 0,-4-7 0,-13 6-267,-21 13 0,-7 2 0,6-25 0,-3 12 0,-37 52 0</inkml:trace>
  <inkml:trace contextRef="#ctx0" brushRef="#br0" timeOffset="571888">17023 10273 22638,'50'7'757,"0"-1"1,-9 35 0,-12 16-2634,-19-3 1,-10 8 0,-2-2 1861,1-8 1,-2-2 0,-3 2-341,-5 15 1,-3 1 0,-1-13 358,-11-1 500,-4-7 1,-4-3-831,-7-9 325,3-9 0,0-4 0,8-7 0,-7-1 0</inkml:trace>
  <inkml:trace contextRef="#ctx0" brushRef="#br0" timeOffset="572894">17688 10153 22184,'47'-18'257,"-1"-1"1,-4 4 0,-10 13-84,-23 59-93,1-9 0,0 4-73,-4-4 1,1 3 24,3-1 1,3 4 0,-5-4 52,-5 0 1,-4-1-52,-2-2 1,-2 3 0,-3-2 1,-4-5 0,-4-2 1,0-1-33,-1 1 1,-1-1-1,1-1-11,-6 15 1,2-1-4,5-6 1,-1 0 94,-3-8 0,-2 2 0,-1-3-83,-2 1 0,-2-1-31,-9 9 0,-4-4-801,7-17 0,0-4 829,4-4 0,2-1 0,-13 7 0,11-10 0</inkml:trace>
  <inkml:trace contextRef="#ctx0" brushRef="#br0" timeOffset="595202">897 11876 20240,'-46'-2'50,"1"0"1,1 2 0,6 4-51,10 14-45,2 2 34,6 4 33,29 2 0,28 6-58,-5-11 0,3 1 5,4 2 0,0 2 28,-4-1 0,-4 0 110,8 15 38,-55 9-92,-18-29 1,-9-4-38,-4 4 1,-3-3-37,-8-3 1,1-6-197,11-9 1,5-4-3616,-4 0 3831,10-18 0,32 17 0,2-6 0</inkml:trace>
  <inkml:trace contextRef="#ctx0" brushRef="#br0" timeOffset="595769">1354 12083 20319,'41'-6'-1639,"0"1"1,-2-1-1,-9 3 1,-22 2 0,0 1-1</inkml:trace>
  <inkml:trace contextRef="#ctx0" brushRef="#br0" timeOffset="596035">1707 11834 22957,'-4'45'-822,"0"-1"1,0 7-1,1-3 822,5 10 0,-2-13 0,2-7 0</inkml:trace>
  <inkml:trace contextRef="#ctx0" brushRef="#br0" timeOffset="596559">330 12743 18621,'54'-3'171,"0"0"0,0 0 0,-5 0 0,0-1 0,2 1 0,0-1-142,3-1 0,-1 1 1,3-1-1,5-1-17,-10 0 0,6-1 0,3-1 0,1 0 0,-1 1 0,-3 0 0,-5 0-5,5 0 0,-5 1 0,-1 0 0,6-1-4,1 0 1,8-1 0,3 0 0,-4 0 0,-8 2 0,-13 2-4,15 3 0,-5-2 0,-12 3 0,-36 3 0</inkml:trace>
  <inkml:trace contextRef="#ctx0" brushRef="#br0" timeOffset="597573">3539 12321 22655,'-3'48'-4916,"0"0"1,22-47 3909,-18 32 0,-12 25 1,-1 4-1,6-19 0,13-17 1,-3-16-1</inkml:trace>
  <inkml:trace contextRef="#ctx0" brushRef="#br0" timeOffset="598139">3870 11913 20593,'-31'52'181,"0"-1"0,22-1 0,15-15 1506,45-46-1041,-19-19 1,-11-9-566,-23 1 1,-12 2-82,-36-1 0,11 20 0,6 58 0</inkml:trace>
  <inkml:trace contextRef="#ctx0" brushRef="#br0" timeOffset="598800">4232 12341 21041,'63'-8'-608,"0"-1"1,2 2 0,-3 2 0,-25 5-1,-3 0 1,24 1 0</inkml:trace>
  <inkml:trace contextRef="#ctx0" brushRef="#br0" timeOffset="599090">4187 12542 18778,'48'-3'-60,"1"1"1,0-1 0,-1 0-1,1 0 1,-3-2-885,9-3 1,-6-1 0,9-1-1,-24 5 1,-1-1 0</inkml:trace>
  <inkml:trace contextRef="#ctx0" brushRef="#br0" timeOffset="599646">5142 12162 25326,'0'51'5,"1"0"1,0 0-1,-1 0 1,1 13 0,0-1-1,0-8-1907,-2-11 1,0-6 486,-1 20 0,1-16 0,-1-30 0</inkml:trace>
  <inkml:trace contextRef="#ctx0" brushRef="#br0" timeOffset="600346">6149 12667 23355,'-10'59'-1027,"0"-1"1,10-18 0,-2-6 0,-21 3 0</inkml:trace>
  <inkml:trace contextRef="#ctx0" brushRef="#br0" timeOffset="600990">7111 12368 23915,'-9'54'-48,"1"0"1,-1 0 0,0-6 0,2-4 0,3-9-1,0 0 1</inkml:trace>
  <inkml:trace contextRef="#ctx0" brushRef="#br0" timeOffset="601807">7546 12019 20106,'-19'59'4094,"0"-13"-3159,22-84-1097,-33 32-331,1 44 510,5-7 375,29 18 589,27-103-752,-10 29-1162,-12-15 1,-11 9 932,-19 42 0,12-12 0,-7 21 0</inkml:trace>
  <inkml:trace contextRef="#ctx0" brushRef="#br0" timeOffset="606919">8162 12337 22582,'-43'26'-41,"1"0"1,0 0 0,-1-1 0,-5 5 0,2-2 0,4-1-137,0 1 0,8-2 15,-5 8-303,41-5 370,44 6 89,-16-17 1,5-3-163,24 0 0,6-6 168,1-9 0,-3-4 0,-20 4 0,-3-1 0,-7-4 0,0 1 0</inkml:trace>
  <inkml:trace contextRef="#ctx0" brushRef="#br0" timeOffset="607301">8754 12372 19462,'59'-3'-568,"0"1"0,0-1 1,-13 2-1,-2 1 1,-3-1-1,3-1 1,-7 1-1,-7 3 0</inkml:trace>
  <inkml:trace contextRef="#ctx0" brushRef="#br0" timeOffset="607552">8766 12687 19960,'63'-11'26,"0"-1"0,-2 1 1,-3 0-4943,-14 1 1,-3 1 3922,10-3 1,-7 1-1,-40 10 1</inkml:trace>
  <inkml:trace contextRef="#ctx0" brushRef="#br0" timeOffset="610211">10000 12264 18369,'-54'10'760,"-1"1"0,11-3 0,3 0-575,-8 6 100,21 4-16,-4 29-222,16-11 1,1 1-42,-1-5 0,1 0 1229,1 4 0,9-10-1067,23-26-182,14-6 0,6-3-8,17-10 24,-10 6 1,3 7-163,0 20 1,-5 7 69,0 0 48,-2 4 0,-15 5-28,-43 1 0,-14-1-104,7-6 1,-4-4 173,-27 2 0,0-7 0,4-3 0,4-23 0</inkml:trace>
  <inkml:trace contextRef="#ctx0" brushRef="#br0" timeOffset="619454">1995 13955 20817,'-21'-44'115,"-1"0"1,4 4 0,-2 10-26,-3 26-40,-16 7-83,-4 9-23,-6 19-17,12 18-17,23-19 1,3 1-7,5 4 1,4-1-28,16 23 95,29-10 185,14-27 39,5-25-31,-32-7 0,-1-5 126,-4-6 1,-2-4 229,14-26-62,-12 13 359,-12 5-801,-11 27 0,-1 10-12,1 45-16,0-4-334,0-5 1,1 0-2255,5 11 2599,7 4 0,-8-28 0,2-7 0</inkml:trace>
  <inkml:trace contextRef="#ctx0" brushRef="#br0" timeOffset="619687">2468 14092 13020,'0'0'0</inkml:trace>
  <inkml:trace contextRef="#ctx0" brushRef="#br0" timeOffset="620641">3794 13816 23383,'-7'63'-11,"0"-1"1,-1 1 0,3-12 0,-1-1 0,-2-2-302,0-2 0,-2-1 1,-2-4-205,-5-1 1,-5-3-367,-7 5 0,-6-5 882,-12-10 0,0-5 0,1 2 0,-11-7 0</inkml:trace>
  <inkml:trace contextRef="#ctx0" brushRef="#br0" timeOffset="621262">3859 13565 6723,'0'0'0</inkml:trace>
  <inkml:trace contextRef="#ctx0" brushRef="#br0" timeOffset="621561">4354 13719 20733,'52'-4'-159,"0"0"1,-1 0 0,-8-1-1,-4 1 1,-1 2 0,1 1-1</inkml:trace>
  <inkml:trace contextRef="#ctx0" brushRef="#br0" timeOffset="621807">4386 13964 21976,'49'-5'-95,"-1"0"1,1 0 0,7 0 0,-10 1 0,-20-3 0</inkml:trace>
  <inkml:trace contextRef="#ctx0" brushRef="#br0" timeOffset="623060">5271 13633 23836,'3'57'-41,"1"0"1,-1 0-1,-13 6 1,11-13 168,41-20 1,7-24 543,-23-35 0,-6-11-178,15-14-413,-21 12 0,-7-1 283,-20-8-246,-5 24-68,-14-5-184,-6 17-745,-8 8 879,9 10 0,14 1 0,13-2 0</inkml:trace>
  <inkml:trace contextRef="#ctx0" brushRef="#br0" timeOffset="624098">6117 13929 24083,'-17'46'-1044,"0"-1"0,2-3 0,0-6-371,-7-6 0,11-15 0,0 0 0</inkml:trace>
  <inkml:trace contextRef="#ctx0" brushRef="#br0" timeOffset="624990">7237 13769 24385,'-4'62'21,"0"0"0,-1-17 0,0 1 0,-3-5-186,-5-4 0,-4-2-634,-5 8 1,-3-1-592,5-12 1,-2-3 618,-9-2 0,1-6 1,8-5-1,-8-4 0</inkml:trace>
  <inkml:trace contextRef="#ctx0" brushRef="#br0" timeOffset="625944">7421 13427 8702,'0'0'0</inkml:trace>
  <inkml:trace contextRef="#ctx0" brushRef="#br0" timeOffset="626341">8057 13521 22610,'-13'55'22,"1"0"0,0-1 1,0 1-1,-36 2 1,-9-7-1,35-10 0,76-23 1,-1 0-1,1 1 1</inkml:trace>
  <inkml:trace contextRef="#ctx0" brushRef="#br0" timeOffset="627659">8566 13626 22027,'43'-8'-2575,"-1"0"0,15-2 1,-3 3 1774,-3 2 0,6 0 0,-34 3 0</inkml:trace>
  <inkml:trace contextRef="#ctx0" brushRef="#br0" timeOffset="627945">8593 13850 22447,'61'-10'-2458,"0"1"0,-6-2 1,1-1-1,-7 0 1311,-13 3 1,-2-1 0,12-3 0,-8 1 0,-23 7 0</inkml:trace>
  <inkml:trace contextRef="#ctx0" brushRef="#br0" timeOffset="629443">9721 13593 22593,'23'-48'-17,"0"1"0,3 5 1,4 11-96,24 27-34,5 26 152,-31 4-62,-2 27-96,-33 4 270,-15 2 397,-13-7 236,-4-27 21,11-16-872,11-17 60,11 4-27,29-5 11,13 19-33,20 9 5,-5 16 50,-16 2 17,-29 19-409,-29-30 1,-8-3-2533,-2 2 1,-2-4 2278,-6-4 1,1-6 0,-4-3-1,30-7 1</inkml:trace>
  <inkml:trace contextRef="#ctx0" brushRef="#br0" timeOffset="630894">7467 13427 7173,'0'0'0</inkml:trace>
  <inkml:trace contextRef="#ctx0" brushRef="#br0" timeOffset="632754">7417 13367 25091,'0'40'39,"1"-1"0,17 24 208,14-79 22,6-13 800,-10-29-1461,-27 25 392,-29 34 0,9 9 0,-8 26 0</inkml:trace>
  <inkml:trace contextRef="#ctx0" brushRef="#br0" timeOffset="704437">8176 5331 13849,'57'8'353,"0"0"0,8-1 0,-4-1 1218,-24-4 0,-4-2-1476,19 3 28,-50-2 12,-63-5-60,20 1 1,-2-1-29,-9-2 1,0-1-6,10 1 0,1 0-415,5 1 1,2 0 300,-8 4 100,34 9 134,37 2-137,5-2 0,5-2-11,8-1 0,3-1-11,-4-1 0,-2 0 201,-6-2 1,-7 3-166,-11 6-22,-45 3-6,-9-2 0,-8 0 14,-3-1 1,-2-1 61,-1-1 0,3-2-161,-15 2 148,50-7-696,59-1 622,-14 3 0,1-1 0,26-1 0,-21 4 0</inkml:trace>
  <inkml:trace contextRef="#ctx0" brushRef="#br0" timeOffset="713836">5347 15135 22767,'18'-39'629,"0"0"0,0-1 0,-5 14-573,-12 27 17,-19 44-79,5-14 0,-1 4 12,-9 24 0,2 2-20,7-20 0,3-1-20,2 5 0,6-3-5,16-1 129,31-17 5,7-28-39,-13-10 0,1-8 22,-2-12 1,-1-4 19,-5 4 0,0-1 241,0-4 0,-4 4-322,-3 8 50,-5 33 34,-18 35-73,-2-4 0,-1 5-54,-3 4 1,-1 2-1011,-2 8 0,0 0 1036,0-11 0,1-3 0,-3 15 0,8-32 0</inkml:trace>
  <inkml:trace contextRef="#ctx0" brushRef="#br0" timeOffset="715153">6358 15192 24855,'53'29'0,"0"1"0,1 2 0,-9-3 12,-16-3-18,0 19-5,-22-24 106,-3 12 123,-13-10-61,-28 5 1,-17-4-91,21-13 0,0-1-190,-29 2 123,23-5 0,16-3 0,12-1 0</inkml:trace>
  <inkml:trace contextRef="#ctx0" brushRef="#br0" timeOffset="723378">7261 15430 23724,'-38'13'3,"1"1"1,2-2 0,9 5-26,21 31-23,5-6 62,4-4 45,14 1 111,3-24 90,26 1-167,-4-23 13,-6-6 0,1-5 143,10-17 45,1-4 549,-27-22-628,-16 31-50,-5-22 90,-15 8 44,0 17-122,-10-15-399,10 25-33,-10 8-427,-7 22 1,0 5 0,5-9-1,-28 26 1</inkml:trace>
  <inkml:trace contextRef="#ctx0" brushRef="#br0" timeOffset="877370">863 16697 23293,'-60'-25'26,"0"-1"0,0 6 0,6 14-88,23 22 1,4 7-101,-16 23 95,36 0 83,42-3-55,-3-24 0,4-2-28,8 2 0,0-2 25,-3-1 0,-4 0-20,12 16 124,-66 21-71,-9-26 1,-10-4 16,-19 6 1,-3-3-351,14-7 0,3-8-4574,-2-15 1,9-8 4755,21-8 1,4-12 0,14 20-1</inkml:trace>
  <inkml:trace contextRef="#ctx0" brushRef="#br0" timeOffset="877720">1173 16940 20235,'55'-10'-1018,"0"0"1,-15 4 0,-7 0 0,-6-2 0</inkml:trace>
  <inkml:trace contextRef="#ctx0" brushRef="#br0" timeOffset="878269">1793 16608 23187,'30'-40'9,"0"0"0,6 4 1,1 12-27,7 34 25,-16 9 1,-7 6-35,-14 8 1,-8 3-23,-11 14 1,-8 0 30,-11 0 0,-5-2 70,-3-3 1,0-3 30,6-11 0,3-2 11,-7 11-11,44-20-95,19-16-931,20-12 1,10-6 941,6-4 0,0-3 0,-14 6 0,-2 0 0,-5 1 0,-1 0 0</inkml:trace>
  <inkml:trace contextRef="#ctx0" brushRef="#br0" timeOffset="879458">3685 16808 21836,'-9'59'-64,"0"1"0,-1 0 0,1-1 0,-7 1 0,-3 2 0,-2-7 0,0-11 1,-3-15-1,-2-7 0,-7 4 0,0-1 0</inkml:trace>
  <inkml:trace contextRef="#ctx0" brushRef="#br0" timeOffset="880143">3924 16489 21147,'-3'35'1644,"-1"0"0,-10-43-1134,20-27-572,-27-16 62,13 47 0,-10 26 0,33-12 0</inkml:trace>
  <inkml:trace contextRef="#ctx0" brushRef="#br0" timeOffset="882754">925 16826 17781,'11'-47'1120,"0"-1"0,-3 7 1,-9 10-1144,-40 27 12,-15 25-42,4 11 0,-3 7-15,8-1 1,3 1 19,0-1 1,8 1 41,13-4 1,17-5 142,33-19 0,15-7-107,-3-3 0,4-3 0,7-2-386,5-4 1,7-4 0,5-2-1,1 0 1,-2 0 346,-12 2 1,0 0 0,-1-1-1,1 1 1,1-1 0,0 0-6,4 0 1,2-1 0,0 0 0,0 1 0,-1 0 0,-2 0-3,5 0 0,1 0 1,-3 1-1,-2 1 1,-6 1 58,5 0 0,-6 2 0,-4 1-13,19-1 1,-28 7 42,-74 24-58,-9-8 0,-13 1 0,-7 0-343,9-2 1,-5 0-1,-3 0 1,-3 1-1,-1 0 337,12-3 1,-3 0 0,-1 0-1,-1 0 1,1 0 0,-1 0-1,1 0-200,2 0 0,0 0 0,0-1 0,0 1 0,1-1 0,1 0 0,2-1 203,-8 2 0,0 0 1,3 0-1,3-2 0,4 1-25,-8 3 0,6-1 0,19-9 1231,24-12-1201,45-10 0,28-4-8,-16 5 1,5-1 0,4-1 0,3 0-240,-10 5 0,2-1 1,2-1-1,1 1 1,0 0-1,1 0 205,2 0 1,2 0 0,0-1 0,1 1 0,-2 1 0,-1-1 25,7 0 0,-1 0 0,-2 0 0,-1 1 0,-4 0 409,-1 1 1,-3 1 0,-3 0 0,-7 1-406,13-4 1,-26 4 6,-82 17-16,3 2 0,-10 3 0,-7 1 58,13-2 0,-5 2 1,-3 0-1,-1 1 1,0 0-55,4-1 0,-2 1 0,-1 0 0,0 0 0,1 0 0,1-1 7,-5 3 1,0-1 0,1 1 0,3-1 0,3-1-36,0 0 0,2 0 0,6-2 0,10-2-56,-9 1 117,91-25 1,34-9-22,-22 8 1,5-1 0,5-1 0,2 0 18,-11 3 1,2 0 0,2-1 0,1 0-1,0 0 1,-1 1-31,2-1 0,0 0 0,0 0 0,-1 1 0,-1 0 0,-2 0 46,1 1 0,-1-1 0,-2 2 0,-4 0 0,-3 0-79,11-2 0,-5 0 1,-31 7-4008,-32 7 4039,-35 11 0,-16 6 0,38-9 0</inkml:trace>
  <inkml:trace contextRef="#ctx0" brushRef="#br0" timeOffset="883940">2625 16668 21657,'0'-45'575,"0"1"0,0-5 1,0 21-520,0 46-34,-1-6-25,-2 30 0,-3 14-5,-3-11 1,-2 3 0,0-1 5,2 2 0,0-1 0,-1 0-171,-2-1 1,0 0 0,1-6 228,-6 21 913,8-33-739,0-32-124,4 2 20,4-35 0,9-14-70,7 20 0,4 0-48,8-16 1,6 4 230,1 17 0,3 12-326,20 22 0,-8 16 98,-33 3 1,-5 4-15,11 4 0,-11 0 6,-48 10 0,-20-10-3,15-25 0,-1-5 0,0 11 0,2-4 0,-6-18 0</inkml:trace>
  <inkml:trace contextRef="#ctx0" brushRef="#br0" timeOffset="884190">3074 16814 17247,'0'0'0</inkml:trace>
  <inkml:trace contextRef="#ctx0" brushRef="#br0" timeOffset="885910">4350 16885 20828,'61'-14'-1107,"-1"1"1,0-1 0,-10 2 0,-3 1 0,-7 3 0,8 2-1,-32 4 1</inkml:trace>
  <inkml:trace contextRef="#ctx0" brushRef="#br0" timeOffset="886209">4325 17071 20224,'48'-5'-115,"0"0"1,0 0 0,1 0 0,-1-1-1,-5-2-2515,1-5 1,-5 0 1496,-3 2 1,-4 1 0,2-2 0,-20 8 0</inkml:trace>
  <inkml:trace contextRef="#ctx0" brushRef="#br0" timeOffset="887075">5420 16721 24144,'-6'-38'498,"1"0"1,-8 63-477,2 23 1,2 13-35,4-15 1,0 2 0,0-2 0,-5 11 0,0-5 409,0 10-224,7-41-102,0-46-12,4-13 0,4-11 0,-2 3-44,-1 1 1,-1-1 54,3-7 0,0-5 0,0 14-105,-2 14 18,5-2-4,2 59 0,-1 17 37,-6-11 0,0 1 0,3 23 0,-5 3-65,-11-4 0,-5-7-2523,0-1 2571,2-11 0,1-5 0,9-22 0,-1 1 0</inkml:trace>
  <inkml:trace contextRef="#ctx0" brushRef="#br0" timeOffset="888826">6279 17086 17753,'-23'41'0,"0"0"0,0-1 0,-5 10 0,0-1 0</inkml:trace>
  <inkml:trace contextRef="#ctx0" brushRef="#br0" timeOffset="889814">7385 16833 23243,'-1'-51'530,"0"-1"0,0 1 0,2 11-1079,0 25 588,0 11 1,-2 34-7,-3 34-33,0-24 0,-1 1 0,-1 7 0,-2-2 633,-4 17-235,2-40-314,7-45-3,2-35 1,0-6-43,1 0 31,-3-13 0,5 25-42,11 80-241,-10 12 0,-1 5-546,4-6 0,0 1 193,-6 7 1,-3 3 0,0-14-1,-1-20 1,-3 13 0</inkml:trace>
  <inkml:trace contextRef="#ctx0" brushRef="#br0" timeOffset="890571">8260 16574 22839,'-52'35'14,"0"0"1,-1 0 0,3-4-1,0 1 1,16-1-144,21 22 169,35-21-40,37-12 0,8-8 0,-2-8 0,-14-6 0,1 0 0</inkml:trace>
  <inkml:trace contextRef="#ctx0" brushRef="#br0" timeOffset="891209">8958 16611 21086,'62'-15'-171,"0"1"1,-26 3 0,-4 2 0,24 2 0</inkml:trace>
  <inkml:trace contextRef="#ctx0" brushRef="#br0" timeOffset="891495">8909 16888 23159,'53'-14'-220,"0"1"1,-1 0 0,8-2 0,2-1 0,-7 3 0,-6 2 0,-4 2 0,-1-1 0,1 0 0</inkml:trace>
  <inkml:trace contextRef="#ctx0" brushRef="#br0" timeOffset="892258">9892 16490 23259,'51'-36'-198,"0"0"0,-16 6 1,-1 12 157,2 25 1,-5 14-3030,-12 12 1,-8 3 3097,-6 0 918,-21 6 0,-8-3 1489,-14-16-1515,-2 16-909,77 5-32,-10-24 0,3 2-33,9 14 0,-7 1 87,-13 1-852,-53-8 0,-19-5 818,12-14 0,-2-3 0,-12 4 0,4-1 0,5-4 0</inkml:trace>
  <inkml:trace contextRef="#ctx0" brushRef="#br0" timeOffset="904703">9863 5228 13222,'-53'-1'1740,"-1"0"0,9 1 0,5 0-2446,5 1 1255,43 8-123,44-4-339,-9-1 0,4 0-42,4-3 0,-1-2 921,-8-1 0,-5 0-1039,3-2-62,-45 1 91,-54 3 69,14 2 0,-3 0-6,-4 1 1,1 0-625,11 0 1,6 1 721,9 4 113,73-6-213,-4-1 0,5-2-31,11 0 0,0-1 145,-11 0 1,-6 0-194,7 0-207,-91 11 252,-7-2 1,-8 2 60,8-3 1,-3 2 0,2-2-126,-16 3 0,8-1 226,-4 1-167,115-15-1180,5 1 1,6-2 1201,-20 2 0,1-1 0,-2 1 0,8-1 0,-6 1 0,1-1 0</inkml:trace>
  <inkml:trace contextRef="#ctx0" brushRef="#br0" timeOffset="909319">4998 18025 20459,'1'-47'386,"0"0"0,0 1 1,6 9-494,10 16 23,18 5-100,15 28 21,2 21 110,-23-4 0,-4 3-31,-6 1 0,-6 1 11,-3-1 0,-5 2 62,-9 1 0,-6-1-9,-8 1 1,-6-2-7,-5-2 1,-5-2 11,0-3 0,-1-3 39,6-7 1,2-1 24,-23 11-223,19-9-667,10-6 918,22-8 0,29-4-83,28-1-96,-16 0 0,4 0-628,12-1 1,3 0-1748,-16 0 1,2 0 0,-2-1 1909,8 0 1,-4 0 0,-8 1-1,-8-1 1,-13 1 0</inkml:trace>
  <inkml:trace contextRef="#ctx0" brushRef="#br0" timeOffset="910994">6101 17837 21063,'-44'-11'269,"0"0"0,1 0 0,8 3-969,17 5 795,7 1-33,14 7-34,24 8-56,14 8 16,16 9-13,-26-13 0,0-1-31,24 13-56,-4-3 28,-5-2 78,-13-7-66,-6 0-1,-10-7-34,-17 10 343,-14 9-127,-19-4 0,-5 0-109,-6 9 0,-5-9 0,5-4 0,26-11 0,-13 7 0</inkml:trace>
  <inkml:trace contextRef="#ctx0" brushRef="#br0" timeOffset="912456">6877 17917 22727,'12'43'-1212,"0"-1"0,0 1 0,0 4 0,0 0 0,-3-4 1212,-2-2 0,-2-4 0,-1 0 0,0-8 0,0-19 0</inkml:trace>
  <inkml:trace contextRef="#ctx0" brushRef="#br0" timeOffset="913707">7828 18079 21119,'-3'40'11,"0"0"1,-1-3-1,9-8 482,32-21-432,-9-8 1,12-5 8,3-15 0,5-7 19,-3 1 1,4-2-56,-3 0 0,4-2 0,-1 0 9,-4 1 0,0-1 0,-4 3-24,0-2 1,-2 2 5,1-1 0,-1 3-451,-6 8 0,-2 3 426,15 0 0,-1-3 0,-33 22 0</inkml:trace>
  <inkml:trace contextRef="#ctx0" brushRef="#br0" timeOffset="950220">10756 11975 17854,'25'40'96,"0"0"0,1 0 1,-3-2-1,0 1 1,-5-1 65,-6 15 0,-6 0-30,1 3 0,-3 1-54,-1 4 1,-3 2-53,-1-19 0,0 1 1,0 0-210,-2 2 1,1 0 0,-2-1 200,1 2 1,-1 1 0,0-1-10,0-1 0,0-1 1,0 1-7,0 2 1,0 0 0,1 0 14,1 1 1,0 0 0,1 0 9,1 5 0,1 0 0,1 1 18,0 4 1,1 1 0,0 1-276,0 3 0,1 0 0,0 1 293,0-15 0,0 2 1,-1-1-1,1 0 6,1 1 0,-1-1 0,0 1 0,1 0-7,-1 0 0,1 1 0,0 0 0,-1 0-12,1 0 1,-1 0 0,0 0 0,0 1-17,0 0 0,-1 1 0,0-1 0,-1 1 15,1 0 1,-2 0-1,0 0 1,1 1-9,-1 6 0,0 1 0,-1 0 0,1-2-20,-1-10 1,0-2-1,0 0 1,0 1-5,-1 7 0,1 2 0,0 0 0,0-2 13,0-6 0,0-1 0,-1-1 0,1 0-9,0 13 0,0 0 1,0 1-8,0-10 0,0 2 1,0 0-1,-1-1-10,0 8 1,0-2 0,-1 1 3,0-12 1,0 0 0,0 1 0,0-2-14,-2 15 1,1 0-1,0-2-21,0-4 0,0-2 1,0-1 25,1-5 1,1-1 0,-1-1 1,1 17 1,1-3 52,0-6 0,-1-2-4598,0-8 1,-1-5 4541,0 7 0,-2-20 0,3-31 0</inkml:trace>
  <inkml:trace contextRef="#ctx0" brushRef="#br0" timeOffset="951441">11921 12139 22358,'-42'17'37,"0"-1"0,0 1 0,3 29 0,7 11 0,24-10-830,39-22 0,10-2 793,-15 38 0,2-8 0,13-47 0,-3-12 0,-19-1 0</inkml:trace>
  <inkml:trace contextRef="#ctx0" brushRef="#br0" timeOffset="953501">12089 12162 22190,'-53'4'212,"1"1"1,10-4 0,7 5-196,4 24 493,7 24-303,10-12-146,-6 14-10,13-21 44,14 8-22,1-20 249,39-2 0,9-8 726,-16-10-1009,23-5-20,-93-1 1,-20 1-26,-12-3 20,11 1 0,6-5-81,15-26 17,15 7-23,18-34 95,32 14-33,-6 10 2,11 4 1,0 5-3,-14 19 2,4-7 1,1 3 3,3 11 27,-10 2-1865,8-2 1843,-9 6 0,-10-4 0,-3 4 0</inkml:trace>
  <inkml:trace contextRef="#ctx0" brushRef="#br0" timeOffset="955454">12397 12297 6543,'0'0'0</inkml:trace>
  <inkml:trace contextRef="#ctx0" brushRef="#br0" timeOffset="958037">13229 12340 24458,'9'49'44,"0"0"1,-6 16 0,-4-6-6,-10-7 39,-3-7 1,-8-1-15,-8-15 1,-3-5-107,8-2 0,-1-3-938,-14 2 0,2-9 980,4-22 0,7 7 0,16-12 0</inkml:trace>
  <inkml:trace contextRef="#ctx0" brushRef="#br0" timeOffset="958835">13362 11952 24279,'10'41'260,"1"1"0,-3 20 497,38-84-309,-38-7-286,-6-9-61,-19 7-851,-5 12-1860,-3 15 2610,2 20 0,10-5 0,3 7 0</inkml:trace>
  <inkml:trace contextRef="#ctx0" brushRef="#br0" timeOffset="959405">13726 12300 22145,'63'0'-426,"-1"0"0,0-1 1,5 0-1,-11 1 0,-8 2 1</inkml:trace>
  <inkml:trace contextRef="#ctx0" brushRef="#br0" timeOffset="959802">13684 12514 24844,'47'4'9,"-1"0"1,1 0 0,13 1-1,-11-3 1,-24-8 0,-16 1-1</inkml:trace>
  <inkml:trace contextRef="#ctx0" brushRef="#br0" timeOffset="961624">14718 12296 25472,'14'-42'-43,"1"-1"0,26 16 0,4 13 15,12 19 0,-8 4 0,-13 11 70,-54 31 0,-23 4-1724,14-27 0,-2 0 1689,0 10 1,-3 4-1,-5-4 210,-15-7 0,-6-5 0,9-6 119,-11 5-246,-6 2 0,11-13-197,43-25 23,47-14 98,6 22 0,4 5-28,-5-5 0,0 4-42,8 10 0,0 6 56,-2 8 0,-7-1 0,-5-3 0,-2-4 0,-1 0 0</inkml:trace>
  <inkml:trace contextRef="#ctx0" brushRef="#br0" timeOffset="963572">16081 12577 24127,'-25'44'-756,"0"0"1,0 0 0,2 3 0,1-7 0,-19 10-1,35-43 1</inkml:trace>
  <inkml:trace contextRef="#ctx0" brushRef="#br0" timeOffset="964430">17030 12368 24161,'-39'0'526,"1"1"1,-23-5-471,57-21 17,2 5 179,7-25-185,3 20-61,8-17-23,45 20-5,-11 12 5,-1 10 0,0 7 0,3 22 65,-35 5 0,-13 7-34,-24 6 0,-15 0-16,2-6 0,-6 0 0,-1-2 32,1-5 0,-1-3 0,0-2 23,-14 7 0,2-6 185,16-13 0,3-7 160,-11-7-118,5-22-303,26 3 18,17-4-1,34 18 17,12 10-14,-13-1 1,3 1-71,7 3 0,2 0-924,0 2 0,1 0 997,-2 0 0,-4-1 0,9 4 0,-27-7 0</inkml:trace>
  <inkml:trace contextRef="#ctx0" brushRef="#br0" timeOffset="964941">17843 12343 25130,'-58'29'13,"0"0"0,0 0 1,6-5-1,3 0 1,24 0 188,61 20-202,3-21 0,13-11 0,14-2 0,-11-2 0,-4 0 0,7-5 0,-1 1 0</inkml:trace>
  <inkml:trace contextRef="#ctx0" brushRef="#br0" timeOffset="965291">18518 12275 24458,'56'-3'-24,"-1"0"1,0 0 0,-11 0 0,-4 0 0,5 2 0,0-1-1</inkml:trace>
  <inkml:trace contextRef="#ctx0" brushRef="#br0" timeOffset="965627">18545 12472 24626,'44'9'18,"0"0"1,14-2 0,-9-4-1,-29-5 1,23-3 0</inkml:trace>
  <inkml:trace contextRef="#ctx0" brushRef="#br0" timeOffset="966721">19443 12260 25141,'24'-47'-12,"1"-1"1,15 14 0,-1 21-45,-23 44 0,-7 16 59,-3-12 0,-7 0 386,-22 13 1,0 6-329,30-2 1,9 5 0,-12-10-46,-24-20 1,-4-2-17,2 31 0,-4-8 0,-8-39 0,-5-11 0,-18-11 0,0 1 0</inkml:trace>
  <inkml:trace contextRef="#ctx0" brushRef="#br0" timeOffset="985486">5094 17981 19725,'15'-42'1938,"0"0"0,5-18-1876,-25 75 78,-18 37-101,5-11 0,-2 4-53,-3 10 0,1 0-23,3-4 1,3-2 44,5-4 1,4-3-132,13 23 95,12-3 5,10-7 337,3-14 128,32-34-358,-24-22 0,3-8-24,-5 1 0,2-3 0,-1-2 38,0-2 1,-2-2 0,-1-1 117,11-12 0,-6 3 100,-15 14 1,-4 3-261,2 2 0,-21 43 50,-9 35-86,0-12 0,-3 3-40,-4 10 0,-1 0 20,1 1 0,0-2-333,2-9 0,1-5 333,0 14 0,6-32 0,4-17 0</inkml:trace>
  <inkml:trace contextRef="#ctx0" brushRef="#br0" timeOffset="986279">5188 17980 24267,'-45'36'-32,"-1"1"0,12-3 0,1 3 0,7-2-2,12-5 0,4 1 28,-7 13 1,4 1-57,9-11 1,6-1 36,12-2 0,7-2 55,3-5 1,5-5 64,19-1 1,7-12-20,-13-12 1,2-9-1,-2 0 11,13-4 0,-3-6 129,-10-5 1,-1-5-1,-6 2-6,-9 3 1,-5-1-74,0-1 0,-3 1 782,-1-10-986,-11 26 72,-3 11 18,-8 26-35,-10 33 57,-2-7 0,-1 6-57,4-12 1,1 1 0,-1 0 35,1-1 1,0-1-1,0 0-77,-4 17 0,4-6-1415,4 0 1468,3-11 0,4-27 0,2-5 0</inkml:trace>
  <inkml:trace contextRef="#ctx0" brushRef="#br0" timeOffset="988455">14660 13834 20526,'27'-57'805,"0"1"1,-1 0-1,1-1 1,2-8 0,-2 2-1,-8 25-782,-11 31 23,-20 28 0,-19 26 1,-6 10-1,8-10-41,5-1 1,1 0-9,-7 5 0,-8 9 1,9-4-1,23-18 123,38-20 1,14-13-37,-10-1 0,3-7 127,14-16 0,6-10 0,-8 2-116,-15 6 0,-3-1 95,16-17 1,-7 4-135,-25 25 297,17 63-693,-37-13 1,-11 11 0,-3 3 0,6-6 0,8 11-1,0 0 1,-14-2 0,1 1 0,-1 0 0</inkml:trace>
  <inkml:trace contextRef="#ctx0" brushRef="#br0" timeOffset="991219">15727 13746 24027,'-36'-36'154,"-1"-1"0,-8-9-76,92 87-50,-15-16 0,5 0-26,0-2 0,3 1 0,-1 1-2,14 10 0,-4 0 28,-7-3 0,-9 2 75,-14-2 1,-13 0 349,-44 20-279,4-26 0,-6-2-124,-4-2 1,-2-2-738,5-3 1,2-1 686,-18 7 0,30-11 0,16-4 0</inkml:trace>
  <inkml:trace contextRef="#ctx0" brushRef="#br0" timeOffset="995870">16595 13868 22923,'-26'-40'153,"1"0"0,1-2 1,14 3-110,50-2-44,-13 21 0,5 4-31,13 0 1,2 9 2,-3 11 0,-2 11-34,-6 8 1,-8 9 41,-12 10 0,-13 5 26,-17 3 0,-12 0 12,2-14 1,-4-2 0,-2-1 20,-19 11 0,-1-4-48,8-8 1,3-2 31,-6 11 44,35-17 11,58-14-171,4-13 1,9-5-801,-5 1 1,3 0 0,0 0 407,0-2 0,-1 0 1,-4 0-1,8-1 1,-8 1-1,-1 1 1</inkml:trace>
  <inkml:trace contextRef="#ctx0" brushRef="#br0" timeOffset="997063">17900 13888 20711,'9'-50'864,"1"1"1,-2 3-1,0 10-909,-2 21 163,-2 33-51,-2 21 0,1 6-39,0-10 0,2 0 67,3 17 1,6-5 1113,30-16-822,6-22-242,-8-20 1,7-9 0,-2-3-96,-5 0 1,-2-1-1,4-3-287,8-3 0,6-2 0,2-2 0,-4 2 263,-7 3 1,-2 1 0,0 1-1,0 0-336,1 0 1,1 1-1,-1 1 1,-5 5-212,15-4 1,-15 17-6336,-22 36 6351,-35-1 1,-10 2 0,2-2-1,-1-2 1,-3 0 0</inkml:trace>
  <inkml:trace contextRef="#ctx0" brushRef="#br0" timeOffset="1.0128E6">11841 15439 23315,'2'-40'330,"-1"0"1,2-23-224,-40 53-163,-8 12-56,12 2 0,-1 5 64,-1 7 0,3 7-5,1 7 0,5 4-40,5 5 1,6 1-79,4-1 1,5-1-54,13 17 263,12-25 319,24-35-165,-17-14 1,1-8 7,8-14 1,-1-9-87,-11 10 1,-2-3 0,-2 0 40,-1-1 1,-3-1 0,-2 0 17,3-17 0,-4 3 8,-5 10 0,-1 4 3,-2-16-252,-1 19-129,-3 30 201,2 38-13,1 8 0,0 7 13,-1 19 1,-1 6-165,0-16 0,0 2 0,0 0-1840,1-1 1,1 0 0,1-3 1998,3 8 0,1-6 0,5 13 0,2-41 0</inkml:trace>
  <inkml:trace contextRef="#ctx0" brushRef="#br0" timeOffset="1.01297E6">12328 15478 20036,'0'0'0</inkml:trace>
  <inkml:trace contextRef="#ctx0" brushRef="#br0" timeOffset="1.01371E6">13632 15427 22823,'-8'-43'1083,"0"0"1,-6-16-1034,14 83-50,6 35 31,-1-1 0,-2 5-37,-6-4 1,-5-1-99,-1 6 0,-6-2-467,-11-11 0,-7-6-4345,2-12 1,-1-4 4905,3-5 0,2-5 0,-10 2 0,24-18 1</inkml:trace>
  <inkml:trace contextRef="#ctx0" brushRef="#br0" timeOffset="1.01421E6">13706 14894 21679,'23'48'1051,"-1"1"0,-29-1 1,1-19-408,39-70 1,-2-22-1155,-43 21 510,-45 42 0,44 10 0,-12 37 0</inkml:trace>
  <inkml:trace contextRef="#ctx0" brushRef="#br0" timeOffset="1.01448E6">14181 15212 22985,'55'-11'-703,"0"0"0,0 1 0,-1-1 0,9-2 0,-4 0 0,-17 5 0,-21 8 0</inkml:trace>
  <inkml:trace contextRef="#ctx0" brushRef="#br0" timeOffset="1.01467E6">14208 15417 24542,'52'-8'-88,"0"-1"1,0 1-1,-1 0 1,-3 2-1,-3 0 1,-6 0-1,24-7 1</inkml:trace>
  <inkml:trace contextRef="#ctx0" brushRef="#br0" timeOffset="1.01564E6">15227 15144 23646,'50'-20'-279,"1"1"1,-1 0 0,-4 10 715,-30 56 0,-17 15 358,-18-24 0,-5-4-817,-1 26-54,65-42 1,12 3-71,-30 21 1,-6 5-88,11-14 1,-13-1 232,-41 0 0,-22-1 0,6-10 0,0-12 0,-19-4 0</inkml:trace>
  <inkml:trace contextRef="#ctx0" brushRef="#br0" timeOffset="1.01618E6">16140 15458 23976,'-17'49'-229,"0"0"1,6-11-1,0-7 1,0-15 0</inkml:trace>
  <inkml:trace contextRef="#ctx0" brushRef="#br0" timeOffset="1.01693E6">16885 15138 22576,'31'-34'92,"0"-1"1,0 0-1,25-2 1,2 18-169,-11 30 1,-2 13 75,-7 1 0,-9 7 14,-16 4 0,-12 1 117,-17-3 1,-10-4 246,0-8 0,-3-3 128,-2 2 1,-1-3-210,-19-6-269,26-34-61,21 2 27,27 2 0,12 5-33,7 16 0,2 8-23,13 4 1,-9 10 66,-24 16 1,-13 5-17,-11 18-87,-36-23 0,-14-11-4818,14-22 1,0-6 4863,-22 2 1,16-12-1,38-2 1</inkml:trace>
  <inkml:trace contextRef="#ctx0" brushRef="#br0" timeOffset="1.01734E6">18038 14990 24032,'-44'17'29,"0"0"1,-1 3-1,-4 4 1,8-2-25,-12 13-27,1-2 0,10 4 100,37 13-11,13-14 0,44 0-137,-12-28 0,7-7 70,6-5 0,6-4 0,-5 2 0,-6 5 0,-3-2 0,18-8 0,0 0 0</inkml:trace>
  <inkml:trace contextRef="#ctx0" brushRef="#br0" timeOffset="1.01763E6">18538 14966 22761,'49'-14'-110,"-1"1"1,1 0 0,-3-5 0,-5 5-1,12 12 1</inkml:trace>
  <inkml:trace contextRef="#ctx0" brushRef="#br0" timeOffset="1.01782E6">18581 15146 22671,'50'-3'-434,"0"-1"1,-6 1 0,-1-1-699,8-3 0,-8 0 0,-17 3 0,37-6 0</inkml:trace>
  <inkml:trace contextRef="#ctx0" brushRef="#br0" timeOffset="1.01841E6">19488 14803 23461,'50'-34'-71,"0"0"0,-30 0 0,0 12-19,35 50 1,-14 22 767,-62-3-460,20-9 0,-4-3 1407,-40-7-1608,46-23-29,30 22 1,13 6-17,0 2-2,-6-2 0,5 7 1,-25-4-596,-62 3 0,-18-3-187,43-7 0,-3-3 246,-33-8 1,-16-8 0,16-6 0,19-9 0,-19-6-1</inkml:trace>
  <inkml:trace contextRef="#ctx0" brushRef="#br0" timeOffset="1.02565E6">14843 16491 22699,'-34'43'-32,"-1"0"0,1 0 0,-8 10 0,13-2 54,34 14 45,22-50 0,10-8 53,9-10 1,4-9 32,-7-2 0,1-5 0,-1-2 47,-2-4 0,-1-3 0,-1 0 21,12-10 0,-4 0-95,-10 7 0,-4 4-87,6 5 56,-21 51-95,-24 23-25,-3-2 0,-4 4-535,-2-1 0,-1 0 560,2 1 0,1-3 0,4-16 0,2-5 0,3 5 0</inkml:trace>
  <inkml:trace contextRef="#ctx0" brushRef="#br0" timeOffset="1.02627E6">16033 16502 21534,'-47'-24'481,"-1"1"1,-5 2 0,4 8-202,3 17-95,8 13 56,55 6-182,13-6 0,7-1-40,13 3 1,2 0-9,-2 0 0,-1 1-3,1 7 1,-6 3-4,-17-6 1,-9 3-1,-7 14 1,-12 2-1210,-23-3 0,-10-3 1204,-6 4 0,-1-4 0,6-12 0,2-4 0,-8 2 0</inkml:trace>
  <inkml:trace contextRef="#ctx0" brushRef="#br0" timeOffset="1.02862E6">16859 16537 20369,'26'-40'35,"0"1"0,-1-1 0,9-10 0,3 12-58,-1 27 1,1 14-126,8 31 0,-9 10 304,-17-3 552,-23 19 1,-15-4 1005,-28-27-1954,7-6 139,58-19 73,30-10-110,4 27 1,-4 13 165,-21 24-193,-41-6 0,-15-2-869,5-20 1,-6-6 1033,-14-6 0,-9-3 0,10-7 0,11-8 0,8 0 0</inkml:trace>
  <inkml:trace contextRef="#ctx0" brushRef="#br0" timeOffset="1.02919E6">18045 16743 20705,'-2'-64'362,"-1"1"0,1 13 0,5 19-306,13 40-25,-7 21 0,-5 8-6,-1-5 0,-2 1 0,-1 13 1,1-1 182,3 16 139,18-20-140,11-40 0,10-13-121,2-3 0,6-7 0,4-2-408,-10 4 0,3-2 0,1-1 0,3-1 1,0 0 335,-1 1 0,1 0 0,2-1 0,1 0 0,-1 0 0,0 1-87,0 0 0,1 1 0,-1 0 0,0 0 1,-1 1-1,-2 2 73,13-4 0,-1 1 0,-3 2 0,-5 1 0,-4 2 0,-5 2 0,-8 4 0,5 4 0</inkml:trace>
  <inkml:trace contextRef="#ctx0" brushRef="#br0" timeOffset="1.0739E6">8547 4005 15648,'-58'4'583,"0"-1"1,8 7 0,-3 2 0,3 6-237,6 6 1,1 5-1,0 3-535,3-4 1,-1 2 0,0 2 0,3 2 296,1 3 0,1 1 0,2 2 0,2 1-7,3 1 0,2 0 1,2 2-1,3 1-17,1 3 1,2 2-1,2 0 1,2 0-65,2-1 0,2 1 0,1 0 0,3 0-10,0 13 0,5 1 0,5-4 88,4-7 1,6-3 0,6-4-11,6-9 1,6-4 0,5-7 91,9-7 0,6-8 0,2-7-105,9-8 1,2-8 0,0-6 53,-13 0 0,1-3 0,0-4 1,-3-2-24,-1-2 1,-1-2 0,-3-3 0,-1-2-5,-4-2 1,-2-4 0,-3-1-1,-2 1-36,0-4 0,-4 0 1,-3-3 21,-1-8 1,-3-3 0,-4-2-42,-5-2 1,-3-2-1,-2 2 4,0 8 1,-2 2-1,-3-2 17,-4-5 0,-5-2 0,-10 10-225,-23 3 0,-12 12 139,-2 9 1,-6 11 4,2 13 1,-6 8 0,1 6-17,15 5 0,0 4 0,0 3 0,1 1 28,3 0 0,0 0 0,1 2 0,0 4 43,-7 9 0,0 3 0,1 4 0,2 2-59,4 3 1,3 2 0,1 1-1,3 1-142,3-3 1,2-1-1,2 2 1,3 2 151,4-5 0,0 2 1,3 1-1,5-1 1,7-1-19,8 2 0,8-1 0,5-2 1,4-2 26,6 6 0,6-5 0,8-5-6,5-10 0,6-5 0,5-5 0,-1-8 66,1-11 0,2-9 0,0-6 0,-1 0 1,-1-1 1,0-2-1,-1-4 1,0-6 30,-2-6 0,0-6 1,0-4-1,-2-2 1,-4 0-48,-7 3 0,-4-1 0,-1-1 0,-1-2 1,0 0-88,3-3 0,0-1 1,-1-1-1,-3 0 0,-3-1 98,1-8 0,-3-2 0,-6 0 0,-11 3-151,-13-8 1,-12 1-1,-10 7-1155,-10 9 0,-9 6 0,-4 5 935,2 5 0,-3 5 1,1 7-1,-17 10 0,10 10 1,16 7-1</inkml:trace>
  <inkml:trace contextRef="#ctx0" brushRef="#br0" timeOffset="1.09614E6">20571 11118 14986,'11'63'140,"0"0"0,-5-13 0,-1 1 0,-2-2-112,-5 11 1,-2 2-1421,1-14 1,0 4 0,0 1 0,0-3 1398,0 0 1,-1-4-1,1 4 19,0 2 1,-1 2 0,1 2 0,-1-4 219,-1 5 0,0-2 1,0 0-223,0 3 0,0-1 1,-1 3 245,1-9 1,-1 1 0,0 1 0,0-1-193,0-1 1,-1-1-1,0 0 1,1 0-5,-1 2 0,0 0 0,0 0 1,-1 1-154,1-1 0,0 1 1,0 0-1,0 0 142,1 0 0,-1-1 0,1 0 0,1 2 23,0 2 1,0 2 0,1-1 0,0 0-51,1-7 1,0 0-1,0 0 1,0 5 1,0 0 0,0 5 0,0 2 1,-1 0-1,1-2 0,1-6-7,-1 1 0,1-6 0,0 0 0,-1 2-20,-1 9 0,0 3 0,0 1 0,1 1 11,0-5 1,0 3-1,0 0 1,1-5-1,0-8 1371,0 1 0,-1 2-1363,1-3 0,0 12 1,-1 8-1,-1 4 1,1-2-1,0-7 1,0-10-9,-1 2 0,0-10 1,0 9-174,1-5 0,-1 8 0,1 5 0,-1 2 0,0-1 0,1-6 1,0-6 163,-1 11 0,0-8 0,0 4 6,2-9 0,0 2 0,-1 2 0,1-1 0,-1-3-182,0 15 0,0-4 0,-1-1 170,1-4 1,0-1-1,-1-1 182,0-10 1,0-1 0,0 5-206,2 0 0,0 8 1,1 0-1,-1-3 0,1-9-199,0-3 1,1 0 228,-1 13 0,1 11 1,0 1-1,0-9-23,1-2 1,-1-5 44,-1-3 1,0 2 612,-1-1 0,-1 3 0,0-4-635,-1-4 0,1-3 474,-1 7 1,0-4-8566,0 4 8077,3-23 0,0-19 0,1-7 0</inkml:trace>
  <inkml:trace contextRef="#ctx0" brushRef="#br0" timeOffset="1.09762E6">21811 10891 19204,'-51'-6'262,"1"-1"0,-1 1 0,-15 8 0,7 12-330,13 13 1,18 10 119,35 1 0,19 5 1,4-4-81,7-7 0,5-3 0,-5 2 173,-13 8 1,-5 3 0,1-5-130,16-7 1,-16-8-72,-48-9 1,-29-5-1,-7-6 1,15-7 54,21-11 0,0-4 0,-17 10 0,-7 4 0,18-6 0,30-21 0</inkml:trace>
  <inkml:trace contextRef="#ctx0" brushRef="#br0" timeOffset="1.09827E6">22207 10983 22352,'-7'-48'1078,"1"-1"0,-6 1-1115,4 93 1,1 30-328,2-23 0,0 4-850,1-5 0,1 6 0,0 1 1,0-7 1109,-1 6 1,2-7 0,1-8-1,1-6 1,0-1 0</inkml:trace>
  <inkml:trace contextRef="#ctx0" brushRef="#br0" timeOffset="1.09898E6">22012 11184 20252,'52'-3'343,"0"1"1,0-1 0,1 0 0,-1-18 0,-4 1 269,21 20 1,-24 0-676,-59-16 23,4 37 45,10 19 201,31-25 0,9-6 129,11-4 59,1-23 0,-9-13-87,-37-2 0,-9-2-208,-7-26-66,-28 39 0,-6 10-45,2 12-23,-4 38 0,6 13 6,27 9-75,9-15 1,4 7-1,10-3 103,18-8 0,11-4 0,-5-2 0,-8 3 0,0-4 0,15-4 0,1 0 0</inkml:trace>
  <inkml:trace contextRef="#ctx0" brushRef="#br0" timeOffset="1.10003E6">22925 11233 23444,'-1'61'33,"1"0"1,-1 0 0,1 0-1,1-3 1,1-4 0,-2-3 330,-3 16 0,1-21 151,3-40-358,-3-23-129,-6-38 0,-1-10 0,4 26 0,1-2-2,-1-12 0,1-7 0,6 3-15,9 13 0,4 2 1,-2 2-15,-3-10 0,4 2-12,11 4 0,7 2 0,-4 12-57,5 15 49,13 8 1,0 11 22,-3 30-31,-14 1 0,-7 6 109,-15-3 1,-10-1 8,-15-3 0,-5-4-64,-12 8-85,-13-31 0,-2-9-661,17 1 723,-31-4 0,52 5 0,4 0 0</inkml:trace>
  <inkml:trace contextRef="#ctx0" brushRef="#br0" timeOffset="1.10042E6">23691 11207 22655,'50'-9'0,"0"-1"0,1 1 0,9-2 0,0 0 0</inkml:trace>
  <inkml:trace contextRef="#ctx0" brushRef="#br0" timeOffset="1.101E6">24235 11023 24139,'30'-44'-40,"0"-1"1,9 8 0,2 14-23,-6 24 1,-3 12 35,3 16 1,-14 11 38,-29 1 0,-17 5 1,2-2-12,6 9 1,-7 0 93,-8-12 1,-10 3 0,-1-2 0,8-9 37,-13 10-56,11-9 1,17-6-93,50-26 0,20-9-2224,12 3 1,6-1 2237,-21 0 0,2 0 0,-3 1 0,9-2 0,-9 2 0,-10 2 0</inkml:trace>
  <inkml:trace contextRef="#ctx0" brushRef="#br0" timeOffset="1.10193E6">21536 11716 20862,'60'7'184,"1"-1"1,-1 1 0,1-1 0,0 1 0,-1-1 0,-2 2 0,-8-1 0,10-1-184,-9-2 0,6 0 1,6 0-1,4-1 1,2 0-1,-1-1 1,-1 0-1,-3-1-798,2-1 0,-1-2 1,0 1-1,-1-2 1,0 1-1,-1 0 1,-1 1 801,2 0 1,-2 0-1,-1 1 1,1-1 0,3 1-1,4-2 8,-10 1 1,3-1-1,3 1 1,2-1-1,1-1 1,1 1-1,-2 0 1,-2 0-1,-3 0 1,-4 0-59,10 1 1,-3-1 0,-3 0 0,-2 1 0,0-1-1,0 1 102,-2-1 0,0 0 0,0 1 0,-2-1 0,-1 0 0,-2 1 562,19 0 0,3 2 1,-14-2-1,-34-5-619,-38-5 0,9 8 0,-32-5 0</inkml:trace>
  <inkml:trace contextRef="#ctx0" brushRef="#br0" timeOffset="1.10282E6">26233 11322 22083,'13'-42'1266,"0"-1"0,-8 24-1261,-16 71-2406,5-9 0,-1 9 0,2-6 2401,0-10 0,2-2 0,1 14 0,2-12 0,1-29 0</inkml:trace>
  <inkml:trace contextRef="#ctx0" brushRef="#br0" timeOffset="1.10337E6">26676 10822 20588,'-44'20'-56,"0"0"0,0 0 0,1-12 0,7 4 95,3 34 0,23-1 2050,62-30-1456,-22 6-17,4-30 0,-5-12 213,-29-34-1120,-4 4 291,-46 49 0,30 1 0,-15 41 0</inkml:trace>
  <inkml:trace contextRef="#ctx0" brushRef="#br0" timeOffset="1.10368E6">27160 11169 22291,'64'-4'-85,"0"0"1,0-1 0,-12-1 0,-5 2 0,2 4 0,0 0 0</inkml:trace>
  <inkml:trace contextRef="#ctx0" brushRef="#br0" timeOffset="1.10397E6">27159 11419 20683,'-44'6'817,"-1"-1"1,3 0 0,18-2-717,43-6-1814,29-2 1,21 1 0,-5-1 1712,-10 1 0,0 0 0,9-1 0,5 0 0,-15 1 0,-9 3 0</inkml:trace>
  <inkml:trace contextRef="#ctx0" brushRef="#br0" timeOffset="1.10451E6">28129 11212 23875,'-12'-49'28,"1"1"0,36-3 0,13 14-134,21 28 64,2 10 0,-8 13-3,-31 42 11,-42 2 1,-13 1 33,10-20 0,-5-3-8,-13 3 1,-6 2 0,5-7 18,14-11 0,4-3 118,-19 18-51,75-27 1,18-7-77,-14-4 1,5-3-136,15 0 1,9-1 0,-5 0 132,-4 0 0,-5-1 0,-1 0 0,-6 1 0,-2 2 0</inkml:trace>
  <inkml:trace contextRef="#ctx0" brushRef="#br0" timeOffset="1.10601E6">29173 11442 23808,'-18'45'-155,"-1"0"0,0 0 0,2 5 0,2-9 0,-7-9 1</inkml:trace>
  <inkml:trace contextRef="#ctx0" brushRef="#br0" timeOffset="1.10736E6">29950 11140 23399,'-39'-7'134,"-1"0"1,3-4 0,11-6 10,36-25-89,20-11-48,-7 28 1,5 3-57,2 5 1,1 7-26,28 15 50,-34 15 1,-5 7 8,-5 2 0,-10 4-39,-14 7 1,-11 5 0,-2-6 24,-3-1 0,-6-3 30,-16 4 0,-10 1 0,5-8 412,10-12 1,3-7-429,-4-6 0,11-8-9,26-8 7,50-26-35,-4 27 17,-1 13 1,1 6-516,-2 10 0,-1 3 286,-4-7 0,0 3-416,11 17 1,-8-3 0,-22-20-1,19 15 1</inkml:trace>
  <inkml:trace contextRef="#ctx0" brushRef="#br0" timeOffset="1.10781E6">30804 11120 22223,'-48'11'26,"-1"0"1,0 0 0,-12 3 0,4 1-8,11 2 1,5 4-43,5 4 1,6 3 308,5 21-104,43-12 0,20-3-491,7-18 1,12-6-1,4-3 1,-7 1 0,-9 4-1,-5-1 1,4-2 0,17-4-1,1-1 1,-1 0 0</inkml:trace>
  <inkml:trace contextRef="#ctx0" brushRef="#br0" timeOffset="1.10838E6">31331 11156 22610,'48'6'-232,"-1"1"1,1-1 0,13 2 0,-5-1 0,-16-4 0,-4 0 0,3 0 0</inkml:trace>
  <inkml:trace contextRef="#ctx0" brushRef="#br0" timeOffset="1.10877E6">31367 11389 23125,'57'4'-1182,"1"-1"0,-1 1 0,-1 0 0,-1-1 1,-20-1-1,-27-2 0,2 0 0</inkml:trace>
  <inkml:trace contextRef="#ctx0" brushRef="#br0" timeOffset="1.11184E6">32337 11165 19921,'-51'2'298,"1"-1"1,1 1 0,5-1 855,6-4-1115,8 7-6,8 20-10,1 19-23,5-12 0,0 0 0,-13 27 353,4-7 219,16-23-52,34-18-396,9-18-29,-3-3 0,1-1-5,21-9-74,8 5-27,0 20-17,-30 5 0,-1 6 14,-2 9 0,-4 4 3,-6 1 0,-9 3 11,-12 8 0,-11-2-28,-10-8 0,-9-4-664,-15 1 1,-5-6 691,1-11 0,2-6 0,14-1 0,4-2 0,-8-7 0</inkml:trace>
  <inkml:trace contextRef="#ctx0" brushRef="#br0" timeOffset="1.11378E6">21291 12482 22929,'-9'-41'86,"0"-1"0,-40 14 0,-7 18-109,1 32 10,8 0 0,-9 5 0,11 3-80,14 8 1,7 2 69,-6-4 1,11 0 0,30 5 0,12-6 89,11-16 19,4-8 1,4-10 302,0-24 1,-3-9-127,-12 7 0,-2-3 104,9-13 0,-6 0-272,-16 1-73,-8 31 46,-9 53-74,2-4-635,-1 10 0,1-1-1947,1-8 2588,4 22 0,0-47 0,2-7 0</inkml:trace>
  <inkml:trace contextRef="#ctx0" brushRef="#br0" timeOffset="1.11403E6">21604 12714 20305,'0'0'0</inkml:trace>
  <inkml:trace contextRef="#ctx0" brushRef="#br0" timeOffset="1.11502E6">22307 12712 24671,'-3'63'-78,"-1"0"1,0 0-1,-8-14 1,-5 1-1,-3-2 1,-3-7-732,-8-3 0,-4-6 1,-1-3-1,-12 12 1,3-8-1,-5-5 0</inkml:trace>
  <inkml:trace contextRef="#ctx0" brushRef="#br0" timeOffset="1.11563E6">22452 12392 17496,'-1'38'1280,"0"1"1,10-1 0,5-10-576,7-25 551,17-14-646,-25-17 404,-18-34-1154,-25 25-146,-29 17-392,14 26-1013,2 29-1659,36-12 3350,23 1 0,-9-9 0,12-5 0</inkml:trace>
  <inkml:trace contextRef="#ctx0" brushRef="#br0" timeOffset="1.11592E6">22988 12601 21024,'47'-4'-125,"0"1"0,0 0 0,-11-3 0,-4 1 0,24 6 0</inkml:trace>
  <inkml:trace contextRef="#ctx0" brushRef="#br0" timeOffset="1.11616E6">22934 12872 22823,'57'-18'-285,"0"1"0,-5 4 0,2 1 0,-10 3 0,-2 5 0,-6 0 0,0 1 0</inkml:trace>
  <inkml:trace contextRef="#ctx0" brushRef="#br0" timeOffset="1.11673E6">23819 12598 25113,'-28'38'-84,"0"-1"0,0 1 0,-5 11 0,16-8 73,37-16 27,29-19 1,5-8 17,-13-1 254,19-13 1,-5-4 143,-37 2 139,16-33-319,-39 16-202,-4-2-50,-33-7-2532,4 22 2532,-20 2 0,30 14 0,6 9 0</inkml:trace>
  <inkml:trace contextRef="#ctx0" brushRef="#br0" timeOffset="1.12967E6">22827 13776 23674,'-13'-40'-27,"0"0"1,0 4 0,6 6-2,19 9-84,-4 11-50,22-6-23,-1 16-28,19 13-106,-3 16 84,-11 12 215,-24-10 1,-8 4 61,-14 0 0,-9 1-62,-13 10 1,-9-1 33,8-15 1,-3-3 0,-3-2 56,-2-2 0,-2-3 0,1-3 32,-7 2 1,2-6 120,5-5 0,6-6-84,-3-9-39,18-3-162,12-7-18,24-13 40,11 7-3,7 8 0,5 6-9,-2 12 1,3 5-113,12 6 1,2 3-793,0 5 0,-1 2 955,0-3 0,-3-1 0,13 4 0,-21-14 0</inkml:trace>
  <inkml:trace contextRef="#ctx0" brushRef="#br0" timeOffset="1.13037E6">23430 13682 23853,'-40'-20'93,"0"-1"0,2 2 1,6 5-492,15 14 572,11 5-112,45 22-65,7-2 0,4 3 3,-8-5 0,-1 1 0,9 2 0,-8 3 22,-20 18-10,-14-19 86,-14 6 0,-11 1 36,-13-11 0,-4-3-120,5 4 0,-2-2-14,-20 1 0,4-7 0,20-7 0,-13 3 0</inkml:trace>
  <inkml:trace contextRef="#ctx0" brushRef="#br0" timeOffset="1.13201E6">24154 13659 19328,'0'64'436,"0"-1"1,1 0 0,13-8 0,6-2-1,3-25 176,23-47 208,-2-25 0,-15-10-607,-38 16 0,-11-1-980,5-13 0,-7 8-4149,-11 23 1,-2 11 4509,-10 16 0,22 3 0,14 1 0</inkml:trace>
  <inkml:trace contextRef="#ctx0" brushRef="#br0" timeOffset="1.13309E6">24973 13824 19428,'1'-42'1321,"0"-1"1,17 31-1311,-10 41 1,-2 17-4,6 3 1,4-6 243,13-16 336,17-20-487,-1-6-59,-6-11 0,5-7 21,6-6 1,4-6 0,-2 1-39,5 1 0,3-3-262,-13 5 1,6-5 0,3-1 0,-4 2-1,-7 4 254,7-5 0,-3 2-8,0 0 0,3-3 1,-3 3-290,2 0 0,-9 7 280,-6 10 0,18-14 0,-59 37 0</inkml:trace>
  <inkml:trace contextRef="#ctx0" brushRef="#br0" timeOffset="1.14867E6">20864 14600 19837,'-7'-50'1232,"0"1"0,3-1 1,-2 16-1228,1 32 18,4 43-6,-2 19-6,1-3 0,-1 3-14,-2-14 0,-2-3 9,0 4 0,-1-3-12,-9 15 1137,5-27-492,8-16-639,4-36-6,8-6 31,2-3 1,5-3-26,27-15-15,-11 23 1,4 5-17,1 6 1,1 8 16,0 9 0,-2 5-76,20 22 25,-30-3 1,-6 3-3,-5 21 157,-31 6-17,-27-19-76,-1-24 0,-4-6-857,11-5 1,0-2 859,-1-4 0,3-1 0,6-4 0,21 0 0</inkml:trace>
  <inkml:trace contextRef="#ctx0" brushRef="#br0" timeOffset="1.14892E6">21399 14888 19136,'0'0'0</inkml:trace>
  <inkml:trace contextRef="#ctx0" brushRef="#br0" timeOffset="1.14977E6">22190 14992 24827,'-8'59'-75,"0"-1"0,0 0 0,-16-13 0,-6-5 0,3 0 0,7 18 0,-3-9 0,-15-29 0,1-1 0</inkml:trace>
  <inkml:trace contextRef="#ctx0" brushRef="#br0" timeOffset="1.15032E6">22370 14696 19916,'-7'41'2402,"0"-1"1,29-20-1495,-3-47-707,-9-12 1,-11 0-10033,-33 15 9582,-2 7 0,9 32 0,27-4 0</inkml:trace>
  <inkml:trace contextRef="#ctx0" brushRef="#br0" timeOffset="1.15064E6">22827 14954 22520,'56'-13'0,"-1"1"0,1 0 0,-1-1 0,4 0 0,0 0 0,0 0 0</inkml:trace>
  <inkml:trace contextRef="#ctx0" brushRef="#br0" timeOffset="1.15095E6">22825 15129 24043,'59'-7'-926,"0"-1"0,0 1 0,1 0 0,13-2 0,-3 0 0,-23 2 0,-32 4 0,-8 0 0</inkml:trace>
  <inkml:trace contextRef="#ctx0" brushRef="#br0" timeOffset="1.1516E6">23664 14846 27006,'0'-35'-227,"-1"0"1,1-12 243,-2 70-17,-3 15 0,-4 19 0,-2 8 0,0-3 0,3-14 0,3-12 0,-1 1 0,-5 26 0,0 0 0,0 0 0,0 0 0</inkml:trace>
  <inkml:trace contextRef="#ctx0" brushRef="#br0" timeOffset="1.15625E6">21976 16155 22263,'27'-45'-2,"1"0"0,9 1 0,4 10-150,16 20 93,-21 8 0,-3 6 54,2 26 16,-22 28-70,-17-13 0,-9 2-67,-6 6 0,-6 1 126,-10 1 0,-5-3 73,-3-6 0,-1-4-20,9-9 0,1-4-321,-22 6 486,40-23 23,29-2-179,41-6-387,-11-2 0,4-1-4591,16-2 1,-1 0 3890,-20 0 0,-2 0 1,25-2-1,-57 6 0</inkml:trace>
  <inkml:trace contextRef="#ctx0" brushRef="#br0" timeOffset="1.15694E6">22895 16028 22688,'-54'-19'311,"0"0"1,7 2 0,8 4-978,18 8 856,23 9 6,56 19-193,-22-8 0,3 2-17,13 8 0,2 1-11,-7 0 0,-4 0-12,-12-7 1,-5 2 75,13 28 135,-51-3-141,-2-17 1,-4 1-298,-12 3 1,-2-3 263,3-3 0,2-2 0,-8 6 0,19-14 0</inkml:trace>
  <inkml:trace contextRef="#ctx0" brushRef="#br0" timeOffset="1.15766E6">23563 16111 25550,'2'63'20,"1"0"1,-1-22 0,0-1-21,-4 12 0,-1-7-7696,0-17 7696,1 13 0,1-33 0,3-10 0</inkml:trace>
  <inkml:trace contextRef="#ctx0" brushRef="#br0" timeOffset="1.1587E6">24464 16015 23646,'-20'52'0,"0"0"0,3 3 0,8-5 33,27 2 307,19-51 0,17-17 0,1-5-1315,-6-4 0,2-7 1,1-2-1,-1 2 976,-4 3 0,0 1 1,1-1-1,0-1-171,-2-2 0,4-3 0,-2 0 0,-4 6 0,-10 11-2961,8 10 3131,1 4 0,-6 6 0,-26 13 0,-1 7 0</inkml:trace>
  <inkml:trace contextRef="#ctx0" brushRef="#br0" timeOffset="1.16504E6">20969 17195 23383,'-49'0'12,"1"0"1,-1 0-1,-17 0 1,11 16-90,27 21 1,10 14-1,15-4-298,29-2 0,17-4-333,-8-8 1,3 0-1,3-7 1,19-7-1,0-12 1,-15-15-1,0 1 1</inkml:trace>
  <inkml:trace contextRef="#ctx0" brushRef="#br0" timeOffset="1.16527E6">21290 17470 18147,'0'0'0</inkml:trace>
  <inkml:trace contextRef="#ctx0" brushRef="#br0" timeOffset="1.16628E6">22072 17422 21903,'8'44'-83,"1"-1"0,-1 1 0,-4 1 1,-2 1-1,-6-4-362,-10 9 0,-7-4-4227,-8 2 1,-3-6 4671,8-14 0,0-5 0,-14 6 0,26-25 0</inkml:trace>
  <inkml:trace contextRef="#ctx0" brushRef="#br0" timeOffset="1.16677E6">22334 17087 20593,'-28'36'26,"1"-1"1,0 1 0,1 6-1,17-13 1386,45-37-885,10-15 397,-22-37-594,-22 25-285,-12-18-224,-18 32-3501,-8 8-6151,3 22 9279,12 0 0,14 7 0,7-9 0</inkml:trace>
  <inkml:trace contextRef="#ctx0" brushRef="#br0" timeOffset="1.16704E6">22692 17301 20789,'56'-10'0,"1"1"0,0-1 0,-12 2 0,0 0 0,1 0 0</inkml:trace>
  <inkml:trace contextRef="#ctx0" brushRef="#br0" timeOffset="1.16727E6">22662 17503 21467,'53'-5'0,"-1"-1"0,0 1 0,1-1 0,-1 0 0,0 1 0,1-1 0,-1 1 0,0-1 0</inkml:trace>
  <inkml:trace contextRef="#ctx0" brushRef="#br0" timeOffset="1.16783E6">23519 17335 22761,'13'-46'412,"0"1"1,13-10 0,7 13-531,1 34 0,2 11-8,4 9 0,-9 12 84,-27 22 0,-14 8 8,-1 0 1,-11 0 8,-11-12 1,-8-1 0,4-6-10,9-9 1,9-2 302,19 13-163,61-39-381,-18-4 1,6-2 0,-3-1 274,1 1 0,-3 0 0,4-1 0,-9 3 0,-23 5 0</inkml:trace>
  <inkml:trace contextRef="#ctx0" brushRef="#br0" timeOffset="1.17207E6">22600 18224 24127,'6'-45'61,"0"-1"1,3 0 0,5 7 28,12 10-253,26 0 57,1 28 41,-17 9 1,-3 8-43,-6 8 1,-7 7 67,-6 8 0,-10 4-62,-17 7 0,-12 1-28,0-14 0,-5-1 1,-3-2 169,-1-4 0,-2-2 0,0-4 247,-14 4 1,3-9-43,-10-14-134,35-27-50,32 0-68,15 8-27,31 8-77,-16 10 1,2 3-644,13 2 0,2 1 753,8 1 0,-3 1 0,-22-4 0,-3-2 0,22 3 0</inkml:trace>
  <inkml:trace contextRef="#ctx0" brushRef="#br0" timeOffset="1.17264E6">23701 18117 21668,'-49'-19'663,"0"0"0,2 3 0,8 3-529,17 11-16,14 6-34,45 11-101,23 5 17,-24-8 0,0 2 5,2 1 1,-3 2-62,8 18 73,-23 11-11,-38 2-32,-5-22 1,-6-2-2983,-7-1 1,-1-3 3007,-15 4 0,14-10 0,34-14 0</inkml:trace>
  <inkml:trace contextRef="#ctx0" brushRef="#br0" timeOffset="1.17378E6">24236 18166 23147,'36'-43'48,"0"0"1,-6 4 0,0 8-21,17 12-90,-8 14-61,-1 27 0,-3 8 89,-9 1-71,-33 16 1,-16 15 0,-6-9 67,-10-14 1,-5-5 138,8 3 1,-1 2 0,4-7-13,-15 7 55,66-39-1887,34-5 0,23-4 0,-8 2 1742,-24 2 0,1-1 0,19-1 0,7-1 0,-18 2 0,-29 4 0</inkml:trace>
  <inkml:trace contextRef="#ctx0" brushRef="#br1" timeOffset="1.25471E6">9598 5353 15575,'52'-14'15,"-1"1"0,-2 1 1,3 0-1,-2 0 254,11-3 0,-3 1 924,-4 2 0,-5 0-1317,-1-3 132,-90 26 1,-30 8 2,16-3 1,-5 2 2,7-3 0,-6 3 0,1 1 0,13-2 36,14-1 0,5-1-53,-13 4 1,17-5-23,50-14 1,31-9 0,-2-2 268,9-1 0,-2-2-368,-2 0 1,-6 0 33,4-3 62,-103 26 0,-27 7 120,19-4 1,-1 0 682,-4 1 0,-4 1 0,10-3-703,-9-2-60,25-5-18,79-16 0,32-5 6,-25 7 0,3 1 0,-3 0 0,12-4 0,-1 1 0,-3 2 0,0 0 0</inkml:trace>
  <inkml:trace contextRef="#ctx0" brushRef="#br1" timeOffset="1.30357E6">12195 1534 21926,'-10'54'59,"-1"0"1,1 10 0,1-1-12,5-18 0,1-2 64,-3 3 0,-2-3 308,-11 10-28,-32-26-196,-1-25 11,-11-13-33,12-28-17,20-4 67,7 2-213,11 6-17,11 26 23,10 11 0,20 24 0,17 17-6,-14-17 0,2-1-11,4 0 0,1-3 39,4-5 0,1-5 56,-6-3 1,0-6 44,5-11 0,-1-7-6,-9-3 1,-3-4-18,2-5 1,-3-3-1793,8-13 1675,-15 7 0,-16 25 0,-2 2 0</inkml:trace>
  <inkml:trace contextRef="#ctx0" brushRef="#br1" timeOffset="1.35233E6">26571 12684 18313,'-6'58'105,"-1"-1"1,1 1-1,0-1 1,0 0-1,0-2-34,1-8 0,0-1 0,0 0-365,0 4 1,0 1 0,-1 1 338,0 2 0,0 2 0,0 2-12,1-7 1,-1 2-1,1 0 1,0-1-27,-2 7 1,1-1-1,0 2 4,0-6 0,0 2 1,0 1-1,1 1 3,1 5 0,0 3 0,0 0 0,0-2 8,1-5 1,0-2-1,0 1 1,1 1-243,0-7 1,0 2-1,1 1 1,0-1-1,0-2 256,1 4 1,1-1-1,0-1 1,0-1-11,0 7 0,0-2 0,1 2-53,-1-5 1,1 2 0,0 1 0,0 3 80,0-4 1,-1 4 0,0 0 0,1 0 0,-1-3-23,0 3 0,0-3 1,-1 0-1,1 5-137,-1-7 1,0 3 0,-1 2 0,1 0 0,-1-2 0,0-4 108,1 4 0,-1-6 1,0 1-1,0 5-6,-1-3 0,-1 3 0,0 3 0,0 1 0,0-1 1,0-4-1,0 1 1,0-1 0,0-2 0,0-1 0,0 0-4,-1 9 1,0-1 0,0-1 0,0 0-1,-1 0 1,0 1 0,0-1 0,0-3 101,-1 0 0,1-2 1,0 1-68,1-9 1,0 0 0,-1 1 0,0 2-49,-1 7 0,-1 2 1,1 0-1,-1-5-33,0 1 1,0-4 0,0-1-553,1-4 0,-1-1 0,1-3 603,-2 12 0,1-12 0,3-20 0,-1-9 0</inkml:trace>
  <inkml:trace contextRef="#ctx0" brushRef="#br1" timeOffset="1.35406E6">27325 12754 24284,'-52'13'-58,"-1"-1"0,1 1 0,-1 0 0,-11 4 1,3 1-1,31 4 41,50 7 0,16-1 124,13-2 27,-4-33 0,8-14 1,-6-8 33,-16-4 0,-6-8 0,-1 2-146,4 3 1,-1 1-1,-3-3 88,-3-10 0,-3-4 1,-6 8 662,-5-12-835,4 4 74,-25 107-24,6 2-9,2-9 1,0 9 0,5-6-328,7-4 1,3-2-127,-3 8 1,3-1 473,6-11 0,0-6 0,-2-6 0,-3-11 0</inkml:trace>
  <inkml:trace contextRef="#ctx0" brushRef="#br1" timeOffset="1.3544E6">27803 12775 18506,'0'0'0</inkml:trace>
  <inkml:trace contextRef="#ctx0" brushRef="#br1" timeOffset="1.3555E6">28473 12667 25068,'-3'51'-551,"0"-1"0,-1 1 0,1-1 1,-10 17-1,-6-1 0,-7-13 551,-15-15 0,-5-10 0,8-3 0,2-3 0,-7 0 0</inkml:trace>
  <inkml:trace contextRef="#ctx0" brushRef="#br1" timeOffset="1.35602E6">28720 12296 20285,'-12'47'356,"1"1"1,0-6 0,10-9 573,24-17-196,1-16 598,-5-40-520,-26-13-531,7 2-1228,-26 9 947,6 65 0,8-21 0,-4 25 0</inkml:trace>
  <inkml:trace contextRef="#ctx0" brushRef="#br1" timeOffset="1.35633E6">28979 12605 22358,'45'-13'-379,"0"0"0,1 0 0,0 1 1,0 1-1,-8 3 0,6 4 0,-3 2 1</inkml:trace>
  <inkml:trace contextRef="#ctx0" brushRef="#br1" timeOffset="1.35653E6">29232 12679 19316,'-47'16'1023,"1"0"1,0 0 0,-23 7 0,30-8-795,77-20-285,2-3 0,7-2-476,1 2 1,5 0-1,-4-1 1,1-1 0,-2 0-1,-3 3 1,1 0 0</inkml:trace>
  <inkml:trace contextRef="#ctx0" brushRef="#br1" timeOffset="1.35808E6">29810 12522 20918,'29'-47'274,"0"0"1,-3 3-1,4 9-106,18 18 0,2 12-224,10 11-70,-11 3 0,-9 9 115,-33 47 39,-14-8 328,-25-18 0,-5-6 53,8-12 106,-4-1 0,4-10-341,23-18-146,9 2-45,48-6-3,-7 20 1,3 7 2,0 2 0,-9 8 50,-22 19 1,-14 4-174,-22 11-107,-21-23 1,-11-8 246,1-17 0,4-7 0,0 4 0,-14-3 0</inkml:trace>
  <inkml:trace contextRef="#ctx0" brushRef="#br1" timeOffset="1.36146E6">28539 13568 22716,'43'-28'-148,"0"-1"1,7 12 0,-8 13 12,-24 25-22,9 35 162,-44-3 590,-15 3 77,-8-14-11,2-21-589,17-25-72,22-1-28,32 10-17,-2 6 1,2 5-26,6 9 0,-3 6 47,-5 2 1,-8 2 33,-12 0 0,-12-1-126,-23 0 1,-12-5-2519,-5-9 0,-3-4 2278,2-1 0,2-4 1,-13-5-1,44-6 1</inkml:trace>
  <inkml:trace contextRef="#ctx0" brushRef="#br1" timeOffset="1.37232E6">27555 13701 23735,'43'-18'-13,"0"0"0,-5-2 0,-8 13 8,-19 48 5,-14-3 0,-6 5-84,-11 6 0,-7 1-146,4-11 1,-2 1 0,-6-3 225,-9 0 0,-6-4 0,-1-4 103,4-7 0,-1-4 0,1-1 42,-11 5 1,4-8-95,10-13 1,7-9 48,15-21-80,15-12-16,23 2-39,36 15 233,-25 20 0,3 6-211,14 7 1,1 7-522,1 7 1,0 3-1654,0-3 1,-1 0 1704,-2-2 0,-4-2 0,5-5 1,-22-8-1</inkml:trace>
  <inkml:trace contextRef="#ctx0" brushRef="#br1" timeOffset="1.37308E6">28054 13659 22621,'7'44'79,"-1"0"1,1-1 0,-10 19 0,-7-5-223,-3-13 1,-6-6-991,-13-5 1,0-11 0,14-15 0,-9-2 0</inkml:trace>
  <inkml:trace contextRef="#ctx0" brushRef="#br1" timeOffset="1.37556E6">27961 13659 22767,'40'17'54,"-1"0"0,-4-4 0,-9 1 8,-19 4 38,-9-3 192,-12 19 35,-21 7 1,-4-1-255,8 2-9,-22 5 0,19-13 135,62-41 0,9-13-14,-18-18-159,8 8 0,8-3 0,-7 0 235,-13 1 0,-7-1-264,-4-3 0,-11 4-14,-20 13 0,-8 4-389,-4-8 0,14 11 479,38 30-73,-21-17-12,35 18 1,28 13 0,-11-2 28,-22 4 44,3-8 1,-5 0 61,-26 13-67,-16-16 0,-7-2-33,-10 12 47,-5-6 0,0-3-4881,8-5 4811,0-1 0,25-12 0,12-9 0</inkml:trace>
  <inkml:trace contextRef="#ctx0" brushRef="#br1" timeOffset="1.37681E6">29915 13694 21439,'-40'24'-7,"-1"0"0,0-1 0,-2 4 1,-1 0-1,4 1-438,-6 14 0,3 0-656,3-4 0,3-2 1101,6-3 0,4-5 0,7-3 0,12-15 0</inkml:trace>
  <inkml:trace contextRef="#ctx0" brushRef="#br1" timeOffset="1.37711E6">29486 13657 21338,'43'26'103,"0"-1"0,0 1 0,6 7 0,2 1 0,-3 0-70,-9-4 1,-2-1 0,0 1-33,7 2 1,1 1 0,-3-4-1240,2-1 1,-4-3 1237,-8-6 0,-7-3 0,-8-7 0,-12-2 0</inkml:trace>
  <inkml:trace contextRef="#ctx0" brushRef="#br1" timeOffset="1.53741E6">10873 5369 15681,'41'2'22,"1"1"1,2-1-1,-2 0 62,8-4 1708,-7 1-1848,-14-1-67,-66 3 176,-3 3 1,-6 1-26,-4-1 0,-1 1-479,-7 3 0,6 0 714,10 5 28,70-10-313,27-6 36,-2-4 0,2-1 414,-19 2 1,-5-1-642,-5-2 297,-84 19-62,24-6 1,-2 2 35,-27 6 1,3 0-708,7-1 694,5 2 307,58-8-307,20-4 0,10-3-65,8-1 1,3-2 19,7-1 0,-1-1 411,-10 0 1,-7 1-496,-5 0 73,-36 3 117,-54 5-246,5 0-9691,17 5 9830,24-5 0,31 2 0,-17-4 0</inkml:trace>
  <inkml:trace contextRef="#ctx0" brushRef="#br1" timeOffset="1.67237E6">13266 3285 24575,'16'0'0,"19"0"0,-7 0 0,18 0 0,-13 0 0,-4 0 0,-1 0 0,6 5 0,-3 0 0,9 1 0,-14 0 0,-4-3 0,-9 1 0,-7-2 0,-1 1 0</inkml:trace>
  <inkml:trace contextRef="#ctx0" brushRef="#br1" timeOffset="1.87446E6">12476 5318 14813,'-48'2'563,"1"0"0,-4 3-222,90-3-310,20-1 0,10 0-69,-25-1 1,1 0 0,0 0 20,6 0 0,0-1 1,-3 1 237,1 0 0,-7 0-249,-8 0-22,-47 2 69,-27 2 1,-12 0 10,-8 1 1,-5-1 55,10 0 0,-3 0 0,2 1 11,10-2 0,0 1 0,4-1-621,-6 0 1,7 0 557,2 4 380,48-3-240,51-3-194,-9-2 0,5-2-29,-9 1 1,1-1 0,1 0-199,2-2 1,0 0 0,-2 0 246,12-1 0,-6 0 0,-19 2 0,-6 0 0,-2 0 0</inkml:trace>
  <inkml:trace contextRef="#ctx0" brushRef="#br1" timeOffset="1.97501E6">14146 5379 21226,'62'-12'-77,"0"-1"1,-18 0-1,-6 6 133,0 18-5,-79 12-12,3-2 0,-6 1 67,-15 2 1,-4-2 19,2 0 0,3-3-31,18-7 0,6-2-72,-1-1 21,79-26-36,-5 5 1,6-2-6,14-4 0,4-1-1,-4 2 1,-3 2-291,-16 5 0,-6 1-9543,1 2 9061,-36 16 0,-3-5 0,-5 6 0</inkml:trace>
  <inkml:trace contextRef="#ctx0" brushRef="#br1" timeOffset="2.05911E6">15695 3503 14387,'44'-11'28,"-1"1"0,8-3 0,-3 0-20,-15 2 1,-3 0 2,29-9-151,-19 4 34,-54 22-29,-43 14 42,15-4 1,-5 1 38,6-2 0,-3 1 0,2-1 76,-7 4 1,2-2-315,4-2 1,7-2 387,12-6 128,27-10 257,53-21-333,-20 9 1,3 1-135,7-3 0,2-1-6,4 1 1,-3 2-20,4 1-40,-22 8-128,-58 24-39,-30 12-68,23-11 0,1-1-475,-20 12 1315,42-18-111,28-16 206,40-15-450,-21 5 0,0-1-163,1 1 1,-1 1-1930,18-7 1893,-37 25 0,-10-4 0,-14 14 0</inkml:trace>
  <inkml:trace contextRef="#ctx0" brushRef="#br1" timeOffset="2.19163E6">11911 6998 11945,'-54'-2'1404,"0"1"1,0-1-1,3 0 1,5 1-1349,-2 2 0,19 0 369,50-1-310,8-4 0,8-1-100,11-1 0,9 0 0,-3 0-34,-8 1 0,-2 0 1,-1 1 82,21-1 1,-26 6-65,-68 22 42,-16-7 1,-15 0 0,-1-1-303,3 0 1,-2 0 0,0 0 520,-5 0 0,-1 0 1,11-4-142,15-4 1,15-6 47,25-8-127,27-4 0,24-3 0,3 1-30,-2-1 0,2-1 1,1 1-178,5-3 1,2 1 0,-3 1 165,-7 2 0,-1 1 0,-7 2 0,20-5 0,-31 10 0</inkml:trace>
  <inkml:trace contextRef="#ctx0" brushRef="#br1" timeOffset="2.19624E6">10975 5640 14897,'-11'-51'1885,"0"0"1,0 3 0,1 5-1321,0 2-1488,0 16 995,6 23-10,1 47-68,6 10 14,1-22 1,3 0 81,15 17 108,10-28 1,7-5-101,-5-5 0,4-3-48,18 2 1,6-3-16,-11-8 1,3-4-1,1 0-189,2-1 0,1-1 1,4-1 162,-2-1 1,4 0 0,2-1 0,-1 0-3,-9 2 1,0-1 0,1 0 0,-2 1 0,-3 0-10,-1 0 1,-2 0 0,-2 1-1,1 0 6,3 0 0,1 0 1,-1 1-1,-3 1-10,6 2 1,-3 1-1,-3 0 3,5-1 1,1 0-2,5 1 0,6 1 1,-8-1-3,-16 1 0,-1 0 6,8 1 0,5 1 0,-6 0-6,-8-1 1,-1 1 12,6 1 1,4 0 0,-3-1 3,-1 0 0,0-1-6,18-1 1,2-1 8,-1-3 0,0 0-9,-20 1 1,1-1 0,0 0 7,1-1 0,0 0 0,-2 1-5,8-1 1,-1 0 266,7-1 1,-2 0-265,-15 1 1,-1-1 2,9 0 0,-2 1 2406,11-3-2291,-22-14 27,-35 3 96,-12-18-224,2-22-33,-11 69-6,0-13 19,-22 42 0,-6 14-2,16-26 0,-4-3-12,-7 0 0,-6-1 1,0-4-1,-7-3 1,-2-5 8,12-2 1,-4-1 0,-2-1-18,2-3 0,-4-1 0,1-1 0,3 1 12,2 0 0,3 0 0,-2-1-59,-1 0 1,-4-1 0,0 1 0,2 0 60,-3 3 0,2 0 0,-1-1 5,-6 1 1,-2-1-1,-2-1-7,0 0 1,-3-1 0,0 0 0,5 0 1,5-1 0,5 0 0,-2-1 3,-7 0 1,-1-1 0,2 0-4,9 2 0,2 0 0,-2 0 2,-5 1 0,-2 1 0,-2 0 0,10-2 1,0 1 0,-2 0 0,-2 0-2,1 2 0,-2 0 0,-1 0 0,1 1 0,4-1 3,-6 1 0,3-1 0,-4 1-649,3-1 1,-5 1-1,-2-1 1,4 1-1,9-2 648,-3 3 0,3-2-99,0-4 0,-9-1 1,4-1-1,12-1 152,-1-5 59,-10-7 0,7-8-98,32-22 134,14-20-151,14 19 3162,13 8-3330,-13 25 858,-6 8-679,30 36-8,-18-9 0,4 3-17,17 13 0,9-2 10,-9-15 0,3-3 1,6-5 8,-3-5 1,5-3-1,4-2 1,2-2 0,-1 0-339,-3-2 0,2-2 0,1-1 1,1-1-1,-1 0 0,-1 1 332,7-1 0,-1 0 0,-1 0 0,2-1 0,0 0 2,-3-2 1,4 0 0,1-1 0,-3-1 0,-5 2 0,-9 2-2,10-2 0,-1 1-3,1-1 0,10-1 1,-2 1-1,-14 2 0,-17 3 0,-2 1 5,12-1 1,8 1 0,5 0 0,-3 1-5,-4 2 1,2 1 0,-2 1 0,-3-1-85,2 0 1,-3 0 0,1 0 85,11 3 0,3-1 0,-5-2 28,7-8 0,-7-2-12,-16 3 1,1-2 499,5-5 1,7-2 0,0-2-1,-9 0-662,-8-1 1,-4-2 145,18-6 0,-8 1 0,-25 7 0,-15 11 0</inkml:trace>
  <inkml:trace contextRef="#ctx0" brushRef="#br1" timeOffset="2.19923E6">9537 4180 21461,'48'-26'3,"-1"0"1,11-2 0,-1 4 1,-14 11 1,0 3 14,15-5 0,3-1-15,-18 5 1,1 1-1,0 0 0,0 0 1,0 0 0,1 0-6,1 2 0,0 0 0,0 1-422,2 0 0,-1 2 0,-1 0 422,7 0 0,-1 1 231,1 2 1,-5-1 305,1-7-212,2-2 56,-12-5-215,-11 3-127,3 4 1026,-9 10-985,-6 10-25,1 17-192,1 30 25,-8-23 1,0 3-657,0 12 0,-1 1 750,-3-9 1,-1-3-1,0 15 1,-5-24-1</inkml:trace>
  <inkml:trace contextRef="#ctx0" brushRef="#br1" timeOffset="2.20005E6">9645 4282 20235,'-10'-41'305,"-1"0"0,-4-13-294,7 80 12,2 27 94,-2 0 1928,2-2-1428,4-35-237,1-38-155,2-20-321,0-17 243,3 27 62,1 26 201,5 47-316,-1 6 1117,-1 0-1170,-5-22 74,-12-48-227,3 0-285,-2-21 1,4 6-3374,6 34 3667,-3-21 0,6 49 1,-3-5-1</inkml:trace>
  <inkml:trace contextRef="#ctx0" brushRef="#br1" timeOffset="2.21254E6">9552 4964 10411,'0'0'0</inkml:trace>
  <inkml:trace contextRef="#ctx0" brushRef="#br1" timeOffset="2.21284E6">12453 2560 7982,'0'0'0</inkml:trace>
  <inkml:trace contextRef="#ctx0" brushRef="#br1" timeOffset="2.21311E6">9596 4841 14639,'0'0'0</inkml:trace>
  <inkml:trace contextRef="#ctx0" brushRef="#br1" timeOffset="2.21336E6">12368 2601 13485,'-45'27'-1291,"-1"-1"0,7-5 0,9-1 0,19 1 0,9-13 0</inkml:trace>
  <inkml:trace contextRef="#ctx0" brushRef="#br1" timeOffset="2.21405E6">18211 1297 31881,'22'-57'-888,"-1"0"0,0 8 0,4 3 1025,6 10 1,6 5 798,18 5 0,4 9-475,-5 12 1,-1 8-518,4 8 0,-15 14 253,-42 23 0,-23 16 1,-6-3-198,1-12 0,-6-3 0,-5 1-107,-2 1 1,-4 2-1,-2-1 1,2-8 248,2-7 0,1-5 0,8-2-142,-5 20 0,101-49 0,-18-3 0,8-2 0,7-2-79,-4 2 0,8-1 0,5 0 1,1-1-1,-5 1 0,-8 0 0,6-1 1,-7 0-1,4 0 0,-4 3 0,0 1 1,0-1-1,0 1 0,0-1 0</inkml:trace>
  <inkml:trace contextRef="#ctx0" brushRef="#br1" timeOffset="2.21492E6">11032 4959 9961,'0'0'0</inkml:trace>
  <inkml:trace contextRef="#ctx0" brushRef="#br1" timeOffset="2.21511E6">11098 5066 11580,'0'0'0</inkml:trace>
  <inkml:trace contextRef="#ctx0" brushRef="#br1" timeOffset="2.21536E6">13402 2686 10771,'0'0'0</inkml:trace>
  <inkml:trace contextRef="#ctx0" brushRef="#br1" timeOffset="2.2163E6">19383 1096 18902,'6'62'-1728,"0"-1"0,0 0 0,-2-7 0,0-5-1367,8 10 1,-3-17 3098,-8-35 1,3 1-1,-7-10 1</inkml:trace>
  <inkml:trace contextRef="#ctx0" brushRef="#br1" timeOffset="2.21645E6">19239 1412 19020,'50'-33'-373,"0"0"0,1 7 1,4 2-1,-4 5-571,-2 8 1,-3 2 0,6-1-1,-3 0 1,5-3 0</inkml:trace>
  <inkml:trace contextRef="#ctx0" brushRef="#br1" timeOffset="2.2167E6">20038 938 20336,'1'50'14,"0"0"0,6 14 0,3 6 0,-3-13 0,-4-2 0,6 3 0,1 0 0</inkml:trace>
  <inkml:trace contextRef="#ctx0" brushRef="#br1" timeOffset="2.21735E6">20727 990 27426,'47'-15'-991,"1"0"1,-1 1 0,7 3-1,5 0 1,-5 6 0,-19 11-558,-21 39 679,12 6 1326,-60-22 1,-30 0 0,2-2-22,15-4 1,0-2-1,3 0-512,-20 5 0,20 3 170,43 10-629,37-27 0,18-12 537,-6-4 1,7-5-1,2-3 1,-6 1 8,9-2 0,-2-6 73,1-5 0,2-6 0,-25-4-41,-39-9 0,-19-3 358,0 10 1,-6-1-1,1 2 128,-5-8 1,-1 4-505,-10 1 0,18 14-34,67 39 1,19 17-637,-33-12 0,1 4 594,17 5 1,6 5 0,-15 8-282,-29 16 1,-17 9-1,3-9 1,11-22-1,-3-1 1,-14 12 0,-1 0-1,0-1 1</inkml:trace>
  <inkml:trace contextRef="#ctx0" brushRef="#br1" timeOffset="2.2179E6">21908 816 22592,'48'-39'-291,"0"0"0,-7 2 0,1 11 160,-5 26 0,-2 14 35,-2 24 0,-2 7 50,4-14 1,-6 3 33,-22 15 1,-11 8 0,-8-9 102,-11-12 1,-9-6 1038,-24 7 1,1-12-1243,9-23 107,24-20 8,56 13 1,34 6 0,-4 1-13,-15 1 1,-1 4-63,17 7 0,6 6 0,-28 5-186,-44 23-7,-5 9-113,-30-34 0,-20-3 0,-4-2 0,12-4 1,-12 7-1,8-5 0,0 0 0,-1 1 0</inkml:trace>
  <inkml:trace contextRef="#ctx0" brushRef="#br1" timeOffset="2.21835E6">21984 1807 32767,'61'-9'0,"-1"1"0,1 0 0,-1-1 0,1 1 0,-1-1 0,1 1 0,-1 0 0,1-1 0,-1 1 0,1-1 0,4-1 0,-2-1 0,-2-1 0,-2 2 0,-2 0 0,-3 1 0,-3 3 0,5 4 0,-1-1 0,1 1 0,-1-1 0</inkml:trace>
  <inkml:trace contextRef="#ctx0" brushRef="#br1" timeOffset="2.21861E6">21750 1868 32767,'65'-4'0,"-1"1"0,1-1 0,0 1 0,0-1 0,0 1 0,-1-1 0,-8 2 0,-8 1 0,1 0 0,9-3 0,-6 0 0,8-3 0,7 0 0,2-2 0,2 1 0,-3-1 0,-4 0 0,-7 1 0,-10 1 0,6-1 0,-10 0 0,3-1 0,8-1 0,6-1 0,-4 0 0,-14 3 0,-2 0 0,-31 7 0,-24 4 0</inkml:trace>
  <inkml:trace contextRef="#ctx0" brushRef="#br1" timeOffset="2.21991E6">10756 5449 15988,'0'0'0</inkml:trace>
  <inkml:trace contextRef="#ctx0" brushRef="#br1" timeOffset="2.22023E6">14261 5085 14279,'0'0'0</inkml:trace>
  <inkml:trace contextRef="#ctx0" brushRef="#br1" timeOffset="2.22055E6">10685 5430 13681,'57'-1'0,"-1"0"0,-10 0 0,-1 0 0</inkml:trace>
  <inkml:trace contextRef="#ctx0" brushRef="#br1" timeOffset="2.22078E6">14442 5189 18327,'0'0'0</inkml:trace>
  <inkml:trace contextRef="#ctx0" brushRef="#br1" timeOffset="2.22155E6">10906 5284 18307,'0'0'0</inkml:trace>
  <inkml:trace contextRef="#ctx0" brushRef="#br1" timeOffset="2.22202E6">13379 3038 16887,'0'0'0</inkml:trace>
  <inkml:trace contextRef="#ctx0" brushRef="#br1" timeOffset="2.22265E6">19536 3523 21310,'11'36'-163,"-5"19"163,-7-9 0,-2 13 0,-1 2 0,0-9 0,0 7 0,0-8 0,2-11 0,0-1 0</inkml:trace>
  <inkml:trace contextRef="#ctx0" brushRef="#br1" timeOffset="2.22318E6">20437 3382 22733,'1'54'-58,"-1"1"1,1-1-1,0 1 1,0-1-1,0 1 1,0 2 0,0-3-1,0-3 1,-1-6-1,1 5 1,-1 0-1</inkml:trace>
  <inkml:trace contextRef="#ctx0" brushRef="#br1" timeOffset="2.22342E6">20271 3795 23931,'-1'-42'-222,"1"0"0,30 13 1,17 2-1,7 5 1,-2 4 221,10 6 0,1 7 0,2-1 0,-8-2 0,2-1 0,-2 0 0,-5 2 0,9 2 0,0 0 0</inkml:trace>
  <inkml:trace contextRef="#ctx0" brushRef="#br1" timeOffset="2.22391E6">14535 5265 26284,'0'0'0</inkml:trace>
  <inkml:trace contextRef="#ctx0" brushRef="#br1" timeOffset="2.22415E6">15812 2879 16987,'0'0'0</inkml:trace>
  <inkml:trace contextRef="#ctx0" brushRef="#br1" timeOffset="2.22527E6">21561 3519 21461,'-16'-44'437,"0"1"0,1 6 0,6 3 1019,15-17-1148,2 25-274,12-18-159,-15 76 0,-5 35 0,1-8-402,5-23 1,-1 1 526,-3 9 0,-3 12 0,0 4 0,-2-5 0,2-16 0,-3 3 0,3 2 0,-1-1 0</inkml:trace>
  <inkml:trace contextRef="#ctx0" brushRef="#br1" timeOffset="2.22602E6">22737 3477 20559,'59'-17'-537,"0"0"1,1-1-1,-1 1 1,0 0-1,-33 51 571,24-11 0,-14 5 380,-56-2 1,-30 8-1,-14 0 1,2-2-1,17-7-139,-11 7-217,79-20 1,17-5-37,17-10 1,10-10 94,-17 4 1,10-1 0,1-3-1,-11-4 1,-18-8 68,-28-17 1,-20-9 0,7 3 174,25-3 1,-6 2-75,-43-2 1,-17-2 0,28 20-277,73 28-501,-29 52 0,0 16-409,14-21 0,-4 4 291,-24 15 1,-11 9-1,-6-13 1,-15-3 0,8-24-1,-1 0 1</inkml:trace>
  <inkml:trace contextRef="#ctx0" brushRef="#br1" timeOffset="2.22644E6">24069 3223 22285,'36'-39'54,"1"0"1,-1-1 0,-7 0-1,4 11-118,29 22 1,12 16 0,-27 17 42,-51 24 1,-30 17-1,2-3 25,18-20 0,0-3 0,-8 1 81,-16 2 0,-13 4 0,-5 0 0,5-4 0,14-9 304,8-3 1,18-6-304,41 4 1,25-7-87,-9-17 0,12-6 0,5-3 0,0-2 0,-4 2 0,-2 2 0,-2 0 0,-2-1 0,1 0 0,-1-2 0,0 1 0,0-1 0,0 1 0</inkml:trace>
  <inkml:trace contextRef="#ctx0" brushRef="#br1" timeOffset="2.22863E6">22306 244 28028,'-51'20'-292,"0"1"1,-1-1 0,6 6-1,-1 2 1,0 4 0,4 3-824,4 5 0,4 4 0,0 2 1,-1 1 923,-1-2 0,-1 1 1,0 1-1,1 1 0,2 2 232,4 0 0,0 1 0,2 2 0,3-2 0,2-1-4,0 2 1,2-2 0,4 1 0,3 1 0,-1 6 1,2 4-1,7-3 1,15-6 214,14-12 0,12-5 0,8-4 0,3-5-98,5-6 0,6-5 0,4-4 0,-1-1 1,-3 1-213,-2 4 1,-3 0-1,2-2 1,5-7 321,-8-7 0,5-2 0,3-4 0,2-3 0,-1-3 0,-2-3 0,-3-4 27,3-8 0,-2-7 1,-2-5-1,-2 0 1,0 1-1,0 4-86,1 5 1,-1 5 0,-1 0 0,-2-4 0,0-7-90,-4-8 0,3-8 0,0-6 0,-3-2 1,-5 1-1,-8 5 0,-10 8-81,-8-17 0,-16 0-111,3 13 0,-1-9 1,-4-1-1,-5 4 0,-9 8-399,-12 9 1,-9 8 0,-6 3 0,-2 2 157,2 2 1,-5 2 0,-1 1-1,-2 4 1,0 3-89,-2 3 0,-2 4 0,0 3 0,-1 3 1,2 4 148,-2 4 0,1 3 0,0 3 0,1 5 0,4 4-73,2 5 1,3 6 0,1 3 0,3 2-1,3 0-307,-2 6 0,4 1 0,3 2 1,3 2 490,1 0 1,2 1 0,4 2 0,6 2 139,7 5 0,7 4 0,4 0 0,2-5 194,3-1 0,4-3 1,7 2-196,3-5 0,4 5 0,4 0 0,3-4 0,3-8 68,5-9 1,3-6 0,3-4 0,3-2-26,9 4 0,5-1 0,1-6 0,1-10 393,1-10 0,1-9 0,1-7 1,2-5-150,-11 0 0,3-4 0,1-4 0,-1-3 0,0 0 0,-3-1-144,-4 1 1,-1-1 0,-2-1-1,0-1 1,-1-1 0,0-1-16,1-2 1,3 1 0,0-2 0,-5-1-1,-5-3 1,-9-3-94,-7-10 0,-8-6 0,-7-2 0,-6 4 1,-4 5-88,-6 0 0,-8 6 0,-13 1-16,-6 9 0,-11-1 1,-8 0-1,-5 3 0,0 6 1,1 7-468,-5 8 1,-1 9 0,-2 6-1,-1 1 1,-1 0 400,3-2 0,-3 1 0,-1 0 0,1 2 0,2 1 0,6 1 0,-6 1 1,3 2-1,5 1 0,5 2 0,-9 11 0,0-1 0</inkml:trace>
  <inkml:trace contextRef="#ctx0" brushRef="#br1" timeOffset="2.33101E6">19389 10434 24575,'0'0'0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6T14:53:57.47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3906 2139 15237,'-44'6'337,"0"-1"1,-6 3 0,3-1 809,-5 2 2855,-1 0-3323,8 7-149,30 0-132,6 5-65,3 16-3,1-5-36,-2 16-37,1 1-366,1-5 7,-1 16-161,1-16 145,2-11 0,-1 0-150,1 18 218,-1 3-8,3-2-11,1-2-13,-3 3 65,-1-2 21,-4 8 11,0-10 54,0 11-353,2-6-1,1-4 161,1-16 1,0-1-104,-1 21 107,0-8 0,1 3-47,3-11 1,-1 0-21,1 7 0,-1 0-67,2-4 1,0 0 224,0 4 1,0-1-31,0-3 0,0 1-18,0 11 0,0 1 19,-1 0 0,0 0 1,1-4 0,0 1 16,-1 10 0,0 1 41,0-17 1,0-1 0,0-1 27,0 6 0,0 0-38,-1-4 0,1 4 0,-1-3-5,0 8 0,0-2-11,0 1 0,0 2-9,1 9 1,0 0 18,1-6 0,0-1-22,0-4 0,0 1 30,-2 8 0,0 1 2,-1-5 1,0 1 38,-1 0 1,-1 1-20,2-3 0,-1 1 17,1 6 0,2-2 8,0-16 0,0 2 6,-1-1 0,0 4 0,0-1 11,-2 15 0,-1 0-144,2-21 1,-1 1-1,1 0 119,-3 18 0,0 1-22,3-17 0,0 2 1,0-3-2,0 9 1,0 1-2,1-9 1,0 2-1,0-1 12,0 9 1,1-1 5,-2 7 1,0 0-18,1-7 1,0 2 5,1-12 1,-1 1 0,1-1-4,-1 12 1,1-1-10,1-1 1,-1 0 17,-3 10 0,1-3-18,0-22 1,1-3 2,-1 5 1,-1 0 5,1-9 1,0-1-1,-3 30 176,2-26 0,0 2-140,0 6 1,0-2-14,-4 18-12,3-26 1,1 0-26,0 1 0,0-1-31,0 23-288,14 3 1,15-5 321,16-39 0,3-4 0,-15 21 0,0-6 0,9-32 0,-1 0 0</inkml:trace>
  <inkml:trace contextRef="#ctx0" brushRef="#br0" timeOffset="1569">4795 2325 19300,'-45'23'67,"0"0"0,-1 12 0,11 5-81,21-2 0,17-5 1565,52-21 1,8-8-1429,-31 19 80,4-42 1,4-20 0,-21 7-14,-51 4-190,2 0 0,0 5 0,5 16 0,7 3 0</inkml:trace>
  <inkml:trace contextRef="#ctx0" brushRef="#br0" timeOffset="2857">6358 2348 18364,'-48'-7'498,"1"0"1,-2 14 0,8 9-438,19 26-19,12-5 0,11 3 3,19-6 0,8-4 39,-5-5 0,4-3 226,8 1 1,3-10 277,-2-17 0,-3-7-285,6-5 84,6-22-43,-35 6 1,-7 0-256,-1-3 29,-4-27 67,-26 18-157,11 22-68,-30-17-122,14 32-331,-15 6-293,4 22 0,20-10 0,5 9 1</inkml:trace>
  <inkml:trace contextRef="#ctx0" brushRef="#br0" timeOffset="3735">8037 2255 19031,'-49'4'680,"-1"-1"1,-6 8 0,6 8-221,5 27-611,17-18 0,4 5 221,11 17 0,7 0-76,8 4-1430,32-6 0,12-8 1725,7-24 67,1-7 1,1-9 166,-21-16 1,-4-6-258,16-16-59,-25 4 0,-7-1-50,-20-17-101,-19 12 1,-7 2-71,-9-2 1078,-5 11 0,0 12-1088,15 25 0,-5-8 1,27 15-1</inkml:trace>
  <inkml:trace contextRef="#ctx0" brushRef="#br0" timeOffset="4503">9400 2335 20901,'-39'34'25,"0"-1"0,0 1 1,-15-8-1,20 2-2682,56 23 1,21-6 2757,-3-28 1093,10 2 1,2-13-537,-20-38 0,-5-7-563,14 3 262,-28-20 0,-16 1-1051,-28 27 315,-15 10 1,-3 5 0,7 7 0,9 10 0,0-1 0</inkml:trace>
  <inkml:trace contextRef="#ctx0" brushRef="#br0" timeOffset="5620">4749 3846 20285,'-42'24'155,"0"1"1,-1-1-1,28 13 1,12 4-53,6 14 1,16-4 307,31-15 1,9-21-65,-9-32 1,-6-15-225,-12 3 1,-15-5-194,-30-6 1,-19-6 0,3 8-1231,-8-5 1009,-22 7 0,3 16 1,39 29-1,6-1 0</inkml:trace>
  <inkml:trace contextRef="#ctx0" brushRef="#br0" timeOffset="6419">6422 3754 21887,'-33'39'16,"1"0"1,0-1 0,-8 9 0,19-3 25,39-5 0,20-10 745,24-31 0,3-14-667,-30 12 1,-1-6 78,5-13 1,2-10 0,-16-2 10,-28-5 0,-10 0-232,3-21-373,-22 25 0,-8 13 395,-18 38 0,6-16 0,15 24 0</inkml:trace>
  <inkml:trace contextRef="#ctx0" brushRef="#br0" timeOffset="7201">8018 3741 21523,'-7'44'35,"-1"1"0,1-1 0,-8 9 0,13-9 245,38-17 0,11-11 549,16-8 8,-12-42 1,-4-8-654,-2 10-48,-29-10 1,-7-13-1,-9 13-158,-19 14-18,-6-5 1,-7 5-1033,-11 23 0,-2 10 1072,12 2 0,2 2 0,-9-5 0,7 3 0,14 11 0</inkml:trace>
  <inkml:trace contextRef="#ctx0" brushRef="#br0" timeOffset="7903">9217 3680 21999,'26'53'243,"0"0"1,1 0 0,-8 11 0,10-16 413,21-40 0,14-17 0,-10-4-321,2-14-123,-10-7 0,-14-5-17,-49-10-168,-9-1 5,-9 21 1,-5 5-54,10 8 1,-3 4-480,-19-2 1,0 9 498,-6 26 0,7-7 0,37 11 0</inkml:trace>
  <inkml:trace contextRef="#ctx0" brushRef="#br0" timeOffset="9004">4700 5443 23360,'-42'0'23,"0"0"1,-2 19 0,0 11 0,9-1-29,4 23-27,6-5 0,-1 9 1,18-5 246,42-5 1,11-5 44,-25-2 1,5-9 24,16-22 1,9-14-1,-10-11 275,-17-32 1,-11-12-502,7 12 0,-7 0-40,-18-13 1,-14 13-20,-35 40 0,18-8 0,-1 30 0</inkml:trace>
  <inkml:trace contextRef="#ctx0" brushRef="#br0" timeOffset="9789">6408 5491 22688,'9'49'66,"-1"1"0,1-1 1,-1 0-1,-3 6 0,-1-1 1,14-19 338,25-26 0,12-18 0,-6-4-100,-12 0 0,-5-5 45,13-14 1,-15-7-208,-42-11 0,-15 0-146,12 19 0,-7 2-223,-18 0 0,-11 1 0,6 9-821,-11 14 1047,6 17 0,9 6 0,28-1 0,1 12 0</inkml:trace>
  <inkml:trace contextRef="#ctx0" brushRef="#br0" timeOffset="10516">8067 5405 21646,'-26'47'168,"0"0"0,-1 0 0,1 0 0,10 8 0,8-1 1,15-10 253,35-7 1,17-19-1655,-10-20 1,3-13 0,-5-2 1340,0 2 0,-10-9 542,-19-16 0,-8-10 0,-13 8-674,-20 12 1,-8 5-76,-4-15 0,-4 8 98,-3 27 0,2 9 0,3-3 0,10 20 0</inkml:trace>
  <inkml:trace contextRef="#ctx0" brushRef="#br0" timeOffset="11221">9608 5357 23657,'-48'26'33,"1"1"1,-1-1 0,8 16-1,8 5-8,-2 9 1,19 0 290,40-5 1,19-16-1326,-3-38 1,7-16 0,-3 4 1072,2 12 1,-2-4 404,1-20 1,1-11-1,-18 0-250,-35-26-208,8 27 0,-4 2-42,-17-4 0,-6 8-1347,-1 9 1378,-35 23 0,43 2 0,-16 21 0</inkml:trace>
  <inkml:trace contextRef="#ctx0" brushRef="#br0" timeOffset="12204">4469 7506 20671,'10'-45'1118,"1"1"1,2-9 0,-9 11-1052,-25 28-39,-5 4-28,-20 41-3,21 9 0,6 5-3,6-13 1,9 1-23,32 25 0,19-12 288,7-38 1,5-12-161,-15 9 1,2 0 0,-4-11 86,-1-15 0,-4-10 0,-12-5 126,-25-20 1,-13-1-295,7 17 1,-8 4-51,-31-12 1,-11 19-455,3 48 0,1 11 1,13-24-1,4 2 1,3 20-1,0 0 1</inkml:trace>
  <inkml:trace contextRef="#ctx0" brushRef="#br0" timeOffset="12954">6406 7208 22123,'6'-37'393,"0"1"1,-36 42 0,-5 16-394,17 5 0,1 5 0,-11 6 0,-4 4 0,12-3-14,19-2 0,15-5 195,23-11 0,16-8 0,-1-8 326,10-12 0,-1-13-351,-10-1 1,0-6 0,-12-5-165,-12-14 0,-19-2-107,-32-2 0,-17 14 115,-4 37 0,-2 10 0,-10-11 0,6 25 0</inkml:trace>
  <inkml:trace contextRef="#ctx0" brushRef="#br0" timeOffset="13595">8264 6976 22856,'-45'4'21,"0"1"0,1-1 0,-15 22 0,12 11-18,25 6 0,13 5 27,14 8 1,17-9 103,26-27 1,10-14 117,-8-2 0,-2-13 149,-4-23 1,0-16-1,-9 4-323,-10 15 1,-8-3-53,-3-14 0,-5-7 0,-13 13 8,-36 12-34,-11 32 0,-3 4 0,1-11 0,14 22 0,-1 0 0</inkml:trace>
  <inkml:trace contextRef="#ctx0" brushRef="#br0" timeOffset="14213">9722 6757 24301,'-57'2'-2,"0"0"1,11 25 0,2 12-1,17 1 8,26-3 0,10 3 120,1 28 0,13-12 140,22-40 0,8-18 67,5-20 1,-6-15-110,-17-7 0,-11-6-205,-6 5 1,-12 1-597,-20 0 0,-12 11 577,-32 32 0,13-3 0,13 19 0</inkml:trace>
  <inkml:trace contextRef="#ctx0" brushRef="#br0" timeOffset="15185">4455 8376 24396,'-35'42'-24,"0"0"1,0 0-1,3 1 1,3 2 0,11 0-95,20 19 0,20-7 199,23-17 1,11-10-10,-11-2 1,3-13 302,7-33 1,4-18 0,-17-7-80,-28-11 1,-9-5-269,18-3 0,-11 3-34,-30 18 1,-12 2-1,-1 10-2167,-28 6 874,-3 4 1299,30 35 0,30-2 0,2 2 0</inkml:trace>
  <inkml:trace contextRef="#ctx0" brushRef="#br0" timeOffset="15870">6363 8428 24105,'-40'34'-30,"-1"1"1,22 11 0,9 8-1,15-11 66,35-19 1,11-4 8,-8 30 0,4-10 294,1-40 1,6-15 0,-9-4-161,6-16 149,-10-18 0,-19-7-336,-39 24 1,-16 1 0,5 1-75,17-11 1,-5 6 81,-29 18 0,-15 10 0,14 8 0,20 13 0,-4 7 0,0 0 0</inkml:trace>
  <inkml:trace contextRef="#ctx0" brushRef="#br0" timeOffset="16539">8425 8245 23915,'-52'13'42,"0"1"0,11 11 0,1 8 0,10 0-68,14-2 1,10 2 64,11 24 1,18-11 279,14-41 0,13-18 0,-2-2-72,11-3 0,-8-13-156,-18-15 1,-8-13-1,-15 7-408,-17 14 1,-13 5 316,-24-7 0,-4 16 0,4 36 0,5 17 0</inkml:trace>
  <inkml:trace contextRef="#ctx0" brushRef="#br0" timeOffset="17094">9843 8219 24575,'-30'34'-10,"0"1"0,0-1 1,0-6-1,16-2 198,39 5 1,24-1 0,-1-10 164,-8-19 0,-1-11-146,19-9 0,-13-13-70,-36-15 1,-19-3-704,-18 9 1,-5 3 0,17 1-1,-2 6 1,-41 8 0</inkml:trace>
  <inkml:trace contextRef="#ctx0" brushRef="#br0" timeOffset="17946">4668 9765 21915,'-44'34'95,"1"1"0,-1-1 1,0 0-1,-3-2 0,2-3 1,13 6-115,16 9 0,10 5 1,12-9 219,15-10 1,11-13 895,28-24 1,4-17-955,-21 8 0,-6-10 32,-10-13 0,-1-14 0,-6-1 0,-11 8-147,-10 8 0,-13 5-1599,-33-16 0,-7 17 1571,2 42 0,2 0 0,10 2 0,33 2 0</inkml:trace>
  <inkml:trace contextRef="#ctx0" brushRef="#br0" timeOffset="18714">6451 9774 24547,'15'48'249,"1"0"1,0-1-1,17-1 1,3-22 21,-3-39 1,-3-16-82,1-16 1,-16-4-303,-24 11 0,-12 6-9719,-26 5 8708,-3 9 1,22 43 0,26-17 0</inkml:trace>
  <inkml:trace contextRef="#ctx0" brushRef="#br0" timeOffset="20037">8437 9533 23640,'8'-44'507,"0"0"0,-28-1-496,-4 67 0,-4 19-34,-4-6 1,6 6-40,16 23 1,15-3 72,6-29 1,10-7 290,35 6 0,5-23 297,-19-49 1,-5-14-530,3 20 0,-8-4-7,-18-6 1,-8-5 0,-15 11-1420,-30 20 1,-7 11 1355,7-5 0,-5 16 0,7 8 0,33 3 0</inkml:trace>
  <inkml:trace contextRef="#ctx0" brushRef="#br0" timeOffset="20581">9747 9466 24122,'-32'-20'201,"20"68"-218,-2 6 1,9 6 58,25 11 0,14-27 904,-2-63 1,5-26 0,-5 4-858,9-6-145,-31-2 0,-9-10 0,-13 15 56,-20 30 0,-7 8 0,-20-13 0,31 27 0</inkml:trace>
  <inkml:trace contextRef="#ctx0" brushRef="#br0" timeOffset="21605">3275 8540 18868,'-4'-55'1495,"-1"0"1,0 5 0,0 6-1905,2 11 540,10 68 1,1 32-67,-10-15 1,-5 8 0,0 3 0,2-2-41,6-3 0,2 0 1,-1 0-1,-2 3-159,-4-1 0,-2 3 0,-1 1 1,-1-2-1,3-4 208,2-1 0,1-4 0,0-1 1,0-1 41,0 8 0,0 0 1,1 6-59,0-10 1,0 7 0,1 3 0,0 1 0,0-2 0,0-4-3,0-1 0,1-3 0,0-2 0,0 1 0,0 0-44,0 4 0,-2-1 0,1 1 1,1 0-1,1 0 27,3 7 0,2 4 0,0-2 1,1-6-1,0-12-25,2-6 0,3-5-39,3 19 1,5 5 0,13-21 24,18-39 0,15-22 0,3-8 0,-13 9 0,-9 13 0,-1-2 0,9-12 0,0 1 0,1-1 0,-1 0 0</inkml:trace>
  <inkml:trace contextRef="#ctx0" brushRef="#br0" timeOffset="23683">10363 2047 12640,'54'-1'576,"-1"0"0,0 0 0,0 0 0,13-1 0,-1 0 0,-6 0-260,-1-3 0,-6 1-140,-10 2 1,-3 3-31,12 9 139,-18 30 197,-18 14-185,-9-12 0,-1 4-174,-4 0 0,-2 4 1,0-5-105,0-4 1,1 3 22,2 7 0,1 9 0,1 3 0,-1-4 40,0 1 0,1-2 0,0 1-60,1 1 1,0 2-1,-1 4 73,-2-9 0,0 4 0,0 3 1,-1-3-1,-1-4-139,-1 7 1,0-5-1,0 8 112,0-14 0,1 5 0,0 5 0,0 1 0,0 0 0,0-2 0,0-6-393,-1 2 1,0-3-1,0-2 1,0-1 0,0 3 364,1 4 0,-1 1 1,1 1-1,-1 0 0,-2 1 68,1-7 0,-2 2 1,-1 0-1,1-1 0,-1-2 1,1-5-70,-1 13 1,1-6-1,-1 9-1,1-12 1,0 6-1,-1 4 1,0 3 0,1 1-1,0-2 1,2-3-4,1 1 1,1-1-1,1 0 1,0-2-1,0 0 1,0-1-29,-1 5 1,-1-1 0,1-1 0,0 0 0,1 1 6,0 3 1,2 0-1,-1 1 1,1-3 0,-1-3 8,-1-5 1,1-3 0,-1-2 0,1 3-193,1 7 0,0 0 0,0 3 0,1 0 183,-1-5 1,0 2 0,0 0-1,1 0 1,-1-2 15,2 6 1,-1-1 0,1-1 0,-1 0-6,1 0 0,0 0 1,0-2-1,-1-3 1,0 0 0,0-3 1,-1 5 36,0-6 1,-1 4 0,1 2 0,-1-1 0,0-6-36,0 8 0,0-5 0,0 4-11,-1-9 1,0 4 0,0 2 0,0-2 0,0-4-96,0 10 0,0-4 0,-2 4 159,0 0 0,-2 5 0,-1 0 1,2-5-60,0-4 0,0-4 1,-1 5 1,-1-8 1,-1 5 0,-1 1-1,1 1 1,0-2 8,0 8 1,1-2 0,0 0-1,-1 0-18,1-2 1,-1-1-1,1 1 1,-1 2-6,1 1 0,-1 4 0,0 1 0,0-3 0,-1-7-117,-2-2 1,0-6 0,-4 2-124,-3 0 1,-4 4 0,-1-2 0,2-9 0,2-3 0,-1-7 0,-10-3 0,1-1 0</inkml:trace>
  <inkml:trace contextRef="#ctx0" brushRef="#br0" timeOffset="28350">1176 2643 17053,'0'64'130,"-1"1"1,2-3 0,1 1-109,0-15 1,1 2-1,-1 0-378,1-1 1,-2 0-1,0 2 404,0 7 1,-2 1 0,-1 0 18,-5 5 0,-1 0 0,-2-3-43,2-16 1,-1-2-1,0 5 54,-3 9 1,0 7-1,0 1 1,2-4 10,2 2 1,2-2 0,0 5-440,1-7 1,0 6 0,0 2 0,1-1-1,1-4 409,1 0 0,2-3 0,-1 0 0,1 3 3,-1-2 1,0 2 0,-1 2-1,1 0 1,-1-1-109,0-2 0,-1 0 1,1 0-1,-1 1 1,0 0 92,1-8 1,0 0-1,1 0 1,-1 1 0,0 0-1,1 1-18,-1 3 1,0 1 0,1 0 0,0 0 0,0 0 0,0-1-2,2 7 0,0-1 0,1 0 0,0-1 0,0 1-5,0-10 0,0 1 1,0-1-1,0 1 1,0-1-1,0 1-3,0-1 1,0 0 0,-1 0-1,1 0 1,-1 0 0,1 0 24,-1 1 1,0 0 0,0-1-1,-1 1 1,0 0 0,0 0-22,0-1 0,-1 0 1,0 0-1,-1 0 0,1-1 1,0 0-208,0 9 0,-1-1 1,1 0-1,0 0 1,-1 0 193,0-1 0,-1 0 0,1 0 1,-1-1-1,0 0 30,0-2 1,0 0-1,-1-1 1,1 0-1,-1-1-2,0 7 0,0-2 1,0 0-1,-1 3-13,1-3 1,-2 4 0,1 0 0,0-1 0,0-5-9,1-5 0,0-3 1,0-1-1,-1 4 1,1-1 0,-1 4 0,0 0 0,1-1 0,-1-3-14,-2 10 1,1-4 0,-1 0 16,0 3 1,-1 0-1,1-3-9,1-9 0,1-2 1,0 0 436,1 4 0,0 0 0,1-3-422,1 9 0,0-2-23,0 0 1,0 0 702,0-6 0,-1-4-708,0 18 683,1-31 0,1-1-672,0 16 559,0 13-576,-3-4 296,-1 4 119,-1-24-353,-24-23 39,-18-24 0,11 0 1,-1-2 46,3 1 1,2-2 50,2-3 1,5-1-133,2-10 29,13-12-45,15 16 28,15 23-51,2 35 40,11 18-57,-6-17 1,6-3 44,4-12 1,4-7-410,18-6 1,3-9 358,-3-10 0,-3-5 0,-15 2 0,-4 0 0,8-11 0</inkml:trace>
  <inkml:trace contextRef="#ctx0" brushRef="#br0" timeOffset="29387">1046 2065 17115,'-1'-45'1642,"1"0"1,0-11 0,-1 23-1589,-5 72 0,-1 26-54,8-26 0,1 3 0,-5 5 0,-3 4 0,3-6 0,6-7 0,0 0 0</inkml:trace>
  <inkml:trace contextRef="#ctx0" brushRef="#br0" timeOffset="30056">1270 1587 32767,'-33'29'0,"0"-1"0,17 22 0,15-89 0,11-6 0,28 52 0,-40-55 0,-9 8 0,9 61 0</inkml:trace>
  <inkml:trace contextRef="#ctx0" brushRef="#br0" timeOffset="33498">3338 1487 19621,'53'1'13,"0"0"1,0 0-1,5-1 1,1 0-1,2-1-45,-11-1 0,2-1 0,1 1 0,-1-1-389,1 0 1,1 0-1,-1 0 1,-2 0 399,10 0 1,-3 0-1,3-1-3,-10 1 1,1 0-1,1 0 1,-2 0-3,7 0 0,-1 0 0,1-1 14,-8 0 1,1 1 0,0-1 0,-2 0-30,5 0 0,-3 0 1,-2-1 137,8-1 1,-7-1 1565,4-1-1427,-30-8 134,-34 2-129,-6-10 0,-37-3 173,0 4-263,2 4 860,10 8-882,19 6-118,15 4-5,19 6-12,45 9-39,-14-1 0,2 3-84,5 2 0,-2 6-378,-9 3 1,-10 6-3698,-21 6 1,-12 0 4203,-15 22 0,-19-14 0,24-32 0</inkml:trace>
  <inkml:trace contextRef="#ctx0" brushRef="#br0" timeOffset="34070">6005 1194 28658,'16'43'-964,"-1"1"1,1 0 0,2 18 0,-11-3-287,-19-14 1,-8-4 1393,-4-2 0,-2-4 0,4-7 1,1-5-1,-11 6 0</inkml:trace>
  <inkml:trace contextRef="#ctx0" brushRef="#br0" timeOffset="34550">6169 733 22843,'-47'1'-148,"1"-1"1,2 22 0,16 7-296,57 21 883,-13-17 1,2-3-342,26-6 118,-12-35 237,-24-27-143,-17-1-1314,-4-7 136,-28 28 1,23 8 0,-7 16 0</inkml:trace>
  <inkml:trace contextRef="#ctx0" brushRef="#br0" timeOffset="37450">2585 2650 19714,'9'-39'1383,"1"1"1,0-6-1,-2 10-1573,-7 26 285,-1-2 17,-18 45-115,5-3 0,2 5 0,6 6 1,3 0 30,-2-5 0,8-5 47,17-4 1,7-11 148,23-25-17,8-16 67,-36-7 1,-7-3-185,-7-17 5,-20-10-34,-28 24-61,9 15-1033,-12 13 0,-2 9-8798,-6 20 8041,15-11 1,2 1 0,8 12 0,21-19 0</inkml:trace>
  <inkml:trace contextRef="#ctx0" brushRef="#br0" timeOffset="38269">2536 4023 21887,'6'-47'860,"0"0"0,2 25-3623,-13 53 0,-5 20 2768,7-13 1,-1 0 701,-8 20 0,-1-5-1239,-1-18 532,-6 20 0,9-31 0,5-7 0</inkml:trace>
  <inkml:trace contextRef="#ctx0" brushRef="#br0" timeOffset="39129">2482 5613 20420,'37'-51'93,"0"-1"0,5 20 0,-12 20-2,-38 47 1,-22 30 0,4-4-76,15-10 1,-3 1-41,-16-3 0,-12 8 1,6-6-1,28-15 24,48-26 0,25-16 0,-13 7 0,-18 25 0,28-36 0,0 0 0,0-1 0</inkml:trace>
  <inkml:trace contextRef="#ctx0" brushRef="#br0" timeOffset="40216">2365 7125 19960,'43'11'-52,"-1"-1"0,1 1 1,12 10-1,-21 8 998,-44 6 1,-20 8 0,3-5-913,0 16-163,6 0 101,50-25 0,13-5 67,11 5-8,-42 27 0,-24 3-31,-18-36 0,-14-7 0,3 0 0,0 10 0,2-3 0,-6-15 0,0 0 0</inkml:trace>
  <inkml:trace contextRef="#ctx0" brushRef="#br0" timeOffset="41163">2223 8637 18997,'24'-59'793,"0"1"1,0 2-1,-3 7-423,-2 9-314,-16 44 39,-22 44-43,4-6 0,-1 8 1,1-4-48,0-2 1,1-2 39,-6 24 0,15-17 498,46-55-419,-6-2 114,15-25 0,0-8 137,-3 3-359,-12 13 1,-7 11 90,-19 29-82,-14 14 0,-5 6-210,1 4 1,-1 3 184,0 16 0,1-1 0,-1 3 0,9-5 0</inkml:trace>
  <inkml:trace contextRef="#ctx0" brushRef="#br0" timeOffset="42260">2588 9948 20957,'-44'3'87,"0"0"0,0-1 1,-1 2-1,-1 0 1,4 2-80,-4 7 1,5 2-7,4-1 1,10 4 28,24 15 0,9 5 11,-6 2 0,-1 2 611,-5 7 1,-2 5 0,7-14-274,12-16-346,6-2-17,8-47 0,7-10-23,14 12 0,-3 19-11,-22 38 1,-5 9 16,12 0-234,-34-3 1,-13 7 0,-5-7 233,-9-12 0,-3-6 0,7 2 0,1-3 0,-16 1 0</inkml:trace>
  <inkml:trace contextRef="#ctx0" brushRef="#br0" timeOffset="44731">4768 1855 32767,'39'9'0,"-1"0"0,0-1 0,-9-9 0,-24-26 0,-7 0-789,-22-9-388,-8 17-789,-5 4 2117,5 23 1,19-5-1,1 10 1</inkml:trace>
  <inkml:trace contextRef="#ctx0" brushRef="#br0" timeOffset="45664">6294 1970 21631,'0'-35'1730,"1"0"1,-3-1-1787,-2 65 0,1 19 598,0-6 0,2-16-34,9-65 195,0 9-520,3-30 1,-5 18-3263,-13 69 3192,8-6 1,-10 43 0,12-49 0</inkml:trace>
  <inkml:trace contextRef="#ctx0" brushRef="#br0" timeOffset="46435">7764 1769 26960,'45'-43'1031,"0"0"0,-21 28-725,18 21 0,-9 16-586,-43 16 1,-22 12 0,2-8 563,-4 0-223,11-1 0,15-7-44,47-31 0,14-10 0,10 2 1,-18-5-1,1 0 0</inkml:trace>
  <inkml:trace contextRef="#ctx0" brushRef="#br0" timeOffset="47429">9306 1688 31020,'61'-13'447,"1"1"1,-17-11-1,-13 13-1667,-30 49 0,-16 8 559,-11-18 2902,-21 13-1693,67-29-840,6-1 270,14 18 0,-9 10-524,-45 22-130,17-20 0,-8-3 893,-27-14 1,-6-9-1,9-7 1,10-9 0</inkml:trace>
  <inkml:trace contextRef="#ctx0" brushRef="#br0" timeOffset="67119">4703 4377 17675,'-47'0'236,"0"1"1,0 0 0,-19 0-1,27 1-124,52 1-73,17-3 1,8-1-26,13-3 0,5 0 6,8-1 0,0-1 215,-12 0 0,-9 2-207,-5 2 50,-74 9 9,0-1 0,-5 1 78,-6 0 0,0 1-53,1-1 0,3 0-280,-11 2-78,18-1 336,31-3 38,35-2 1,16-2-95,9-1-1,-10-1 1,7 0 0,-7-1 1203,11-3-1243,0-2 6,-110 7 11,8 2 1,-4 2-4,-3-2 1,-2 1-284,-5 3 1,8 1 279,20 1 12,18 2 8,39-7 1,16-3-15,20 0-6,1-3 1,4-2 39,-18-1 0,-2 0 246,-8 1 0,-3 1-280,10-3-106,-91 5 95,-5 3 0,-8 0-1120,15 0 1,-1 0 0,0 0 906,-19 0 0,9 2 308,13 3-67,68-5-9,25-4 1,9 0 5,-15-1 1,0 0 355,20-4 0,-5 0-409,-12-1-61,-57 2-4827,-23 8 1,-10 4 3355,-20-2 0,0 4 0,56-5 1</inkml:trace>
  <inkml:trace contextRef="#ctx0" brushRef="#br0" timeOffset="180696">6500 3730 17552,'-45'11'259,"1"0"1,2-2-1,8 2-18,9 8 107,-2 6 33,2 2-90,-2 14-207,15-16 11,6 32-50,12-31 173,17 30 180,10-32-180,0-2 101,22-20-112,-8-21-111,1-1 69,-19 0 0,-2-1 87,-2-4 186,5-21-136,-19 12-67,-5-1 146,-12-8-140,-2 18-101,-10-10-11,-12 16-129,-7 6-17,-8 9 11,-12 21 6,22-4-11,-18 16-11,30-13-6,-2 3 5,10 17 46,10 2-29,5 15 23,18 8-28,10-16-1,15 1 57,0-22 34,19-16-40,-16-17-37,-13-3 1,-2-3 98,11-19-34,-6-3 51,-11-5 95,-15-5 89,-7-1-162,-9 3-465,-31-7-2117,14 31 2442,-21-9 0,33 27 0,2 2 0</inkml:trace>
  <inkml:trace contextRef="#ctx0" brushRef="#br0" timeOffset="182367">6255 4406 16863,'59'-11'282,"1"0"1,-1 0 0,17-6 0,-32 9-79,-70 17 1,-18 4 293,7-3 1,-4 1-499,-35 10 0,28-4-31,75-16 1,15-2 629,5 2-608,12-11 1,-21 1 232,-45 7-224,-4-19 0,-9 20 0,44-20 0</inkml:trace>
  <inkml:trace contextRef="#ctx0" brushRef="#br0" timeOffset="254179">7905 4330 14941,'56'-17'-15,"-1"0"0,-9 3 1,-3 2 815,12 2-543,-33 8-163,-18 3 179,-44 11-115,7-3 1,-4 1 42,0 1 0,-1 0-368,-4 3 1,4-1 216,-1 5 223,13-4 34,67-8-297,21-16-59,-12 4 1,3-1 10,-3-2 1,-1 0 260,-8 1 0,-5 2-84,-6 7-134,-29 7-6,-35 10 0,16-9 0,0 0 0</inkml:trace>
  <inkml:trace contextRef="#ctx0" brushRef="#br0" timeOffset="287647">9551 4298 15648,'-48'-3'1146,"1"-1"0,1 0 1,14 3-1147,27 3-6,21-2-95,20 1 1,9 0 43,2-1 1,1-1 456,0 0 1,-3 0-339,15-1-107,-74 0 45,-41 1 8,10 2 1,-5 2 30,-13 2 0,0 3 59,13-1 0,3 1-148,4-1 0,7 1 290,11 0 164,73-6-530,0-7 0,7-1-2128,-1 3 1,4 0-1,-3-1 1769,-9 0 1,-1 0-1,-3 0 1,11 0-1,-10 1 1,-19 3-1</inkml:trace>
  <inkml:trace contextRef="#ctx0" brushRef="#br0" timeOffset="387880">4427 6169 16185,'-39'1'515,"0"-1"1,-17 2-304,84 2-117,5-2 1,5-2-32,16-1 1,4-2-21,5-2 1,0-2 613,-7-2 1,-5 0-726,2-5 61,-64 8 48,-23 8 0,-12 6 148,-12 1 1,-3 1-82,0 2 0,4 2-19,10-3 0,20-3 50,35-8-132,28-6 0,14-4-25,11-4 1,4 0 19,-20 4 1,0 1 0,-3 0 32,5-1 1,-5 3 8,3 1-6,-69 16 33,-9 0 1,-8 1 81,-17 3 0,-3 0 3,-3 0 0,3-2-101,11-2 0,5-2-722,-9 1 1108,65-6-333,20-8 0,12-6-109,4 1 0,7-3 0,-5 2 0,2-2 0,-3 0 0,3-2 0,1 0 0</inkml:trace>
  <inkml:trace contextRef="#ctx0" brushRef="#br0" timeOffset="408047">6449 6224 17199,'-51'7'1023,"-1"-1"0,9-1 0,9-1-955,17 1 245,66-4-336,-9-5 1,5 0-23,11 0 1,2 0 94,2-3 0,-4 0 320,7 1-448,-24 3-23,-59 12 42,-26 6 0,-10 2 148,-1-1 1,0 1-103,12-4 0,0 0 0,4-3-15,-20 5-492,112-25 520,3-2 0,5 1 0,-10 2 0,-3 0 0,-1 2 0,1-1 0</inkml:trace>
  <inkml:trace contextRef="#ctx0" brushRef="#br0" timeOffset="462583">7878 4338 13911,'43'-15'168,"1"1"0,-1-1 0,15-5 0,-6 3 3876,10 6-3831,-45 7-106,-45 12 10,-16 4 1,-9 1 11,2 2 0,0 0-87,1 0 0,4-1-664,-1 3 801,33-6 45,39-4-191,5-5 1,6-1-17,12-2 0,4-1-9,3-2 1,-2-1 514,-15 1 1,-4 0-490,3-2 16,-71 13 25,2-2 1,-5 1-6,-13 2 0,-2 1-289,5-2 1,6 0 302,-2 2-33,49-8-37,29-3 0,13-4-23,3-2 1,5-1 38,-9 1-1,2-1 1,-3 0 443,4 0 1,-6 0-485,6-5 50,-87 20-14,-2 1 0,-6 1 3,-15 4 0,-2 0-25,2 0 0,4 0-289,12-3 1,6-2 223,-1 2 96,48-7 16,51-9-47,-13 0 0,3-2 13,10-2 1,1-2 406,-11 2 0,-5 0-395,8-3-62,-50 9 29,-58 14 16,8-2 0,-6 2 8,10-2 0,-2 1 0,1 0-179,-15 2 0,5-1 132,10-1 0,20-4 67,28-6-39,25-6 0,12-2 8,12-3 1,4-2-9,4-1 0,-1 1 263,-16 3 1,-5 1-320,5-1 6,-87 18 64,-2 4 0,-6 2-23,-12 1 1,-1 1-707,11-2 1,5 1 714,10-3 0,11-1 0,20-7 0,3 4 0</inkml:trace>
  <inkml:trace contextRef="#ctx0" brushRef="#br1" timeOffset="468233">8083 4306 14835,'-43'-9'1017,"1"0"1,-9 2 0,9 5-850,24 6-12,28 3-170,22-4 0,12-3-8,10 1 0,2 0 86,-1-1 0,-3 0 205,-16 1 0,-5-1-5,-2 2-225,-42 2 140,-42 7-70,12-2 1,-3 1-7,-7 2 1,2 0-460,12-3 1,4 1 428,-5 4 83,54-8 1,51-4-126,-16-6 0,3-1 11,10-1 0,-1-1 302,-10-2 1,-4-1 282,14-5-958,-67 4 272,-23 8 1,-14 6 116,-17 1 1,-6 2-24,19-1 1,0 1 0,2 0-465,-8 1 1,8 1 557,8 4-23,95-23-103,-6 2 0,6-2 15,-11 0 1,4 0 0,-3 0 375,14-4 1,-8 2-529,-4-4 83,-67 18 71,-30 7 0,-13 4 15,17-3 1,-1 1-1,0 1 9,-6 1 1,-2 0 0,3 1-137,-11 2 0,8-2 58,3 0 28,67-22 6,19-6 0,9-2 3,11-4 0,2-1 439,-2 2 1,-6 0-583,4-7 101,-78 24 81,-15 7 0,-10 4-14,6 0 0,-3 2 0,2 1-188,-17 5 0,5 1 182,11-4 1,10 1 95,20 3-15,49-18 1,20-8-62,-5 1 0,4-3-22,1-1 1,5-3 0,-3 2-21,-8 2 0,-2 1 0,-3 0 0,2-3 0,-3 2 0,14 1 0</inkml:trace>
  <inkml:trace contextRef="#ctx0" brushRef="#br1" timeOffset="525866">7463 4323 13866,'45'27'76,"0"-1"1,13 0 0,-1-7 85,-18-15 1,0-4 2,23-1 0,4-2-72,-20 0 0,-1-1 1,0 0-276,1-2 1,-1 0 0,-1 0 231,13-1 1,-3 0 70,-1 1 0,-3-1 314,12-2 3318,-7 1-3719,-37-1-56,-12 5-51,-41-4 374,-30 7-323,11 2 0,-5 0 47,-4 0 0,-1 1-86,4 0 1,2 0 102,13 0 0,4-2-14,3-1 1,4-1 93,-2 0 8,-15-2-1457,25 3 1445,9 4 77,17 1-44,40 6 29,19-2-111,-18-4 1,3 0-9,0-2 0,0-1 613,-8-2 0,-1-3-2319,11-7 1662,-20 0 1,-19 1 0,-1 7 0</inkml:trace>
  <inkml:trace contextRef="#ctx0" brushRef="#br1" timeOffset="577298">7853 5613 19865,'-2'-44'618,"-1"0"0,3 1 0,7 5-294,37 0-250,7 8-74,-19 16 0,1 5-68,30 11-10,-1 17 38,-28-1 1,-2 5 22,-3 5 1,-4 4 13,-8 8 0,-8 4 3,-15 7 0,-11 0-11,-6 1 0,-8-2 5,-2-7 0,-5-1 1,0-2 18,6-8 0,1-2 0,-1 0-2,-1 1 0,-1 1 1,4-3-46,1-3 0,5-2 169,-3 9 5,30-21-5,47-12-144,-9-9 1,6-3-99,-3 0 1,5-2-1,0 0-527,3-3 0,0-2 0,0 0-1726,-1 0 0,0-1 1,-4 1 1707,7-3 0,-6 1 0,11-7 0,-42 19 1</inkml:trace>
  <inkml:trace contextRef="#ctx0" brushRef="#br1" timeOffset="577916">7888 5571 19395,'28'-56'481,"0"0"1,-3 7-1,4 10-470,12 22 1,5 12-35,-8 7 1,-1 7 16,5 5 1,-4 8 35,-12 10 1,-10 8 8,-17 9 1,-12 4-37,-4-12 1,-5-1 0,-3 1-151,-7 3 1,-3 0-1,-1-1 147,1-2 0,0-2 0,1-1-3,-8 11 1,4-3-10,10-10 1,4-3-11,0 7 201,19-15 95,32-22-215,6-11 0,6-5-68,17-5 1,5-2-310,-12 2 1,2-1 0,-2 1-158,11-4 0,-5 1 0,-13 7 0,-8 2 0,-10 4 0</inkml:trace>
  <inkml:trace contextRef="#ctx0" brushRef="#br1" timeOffset="651599">9457 4353 17507,'57'-6'476,"0"1"0,5-1 1,-9 0-489,-17-1 29,-32 2 36,-39 6 1,-24 5 61,16-3 1,-2 1 0,-1 0 133,-20 2 0,2 1-387,12-2 1,10 0 344,23 0-165,44-8 0,18-3-28,13-1 1,6-1-2,-8 0 0,5 0 1,-3 0 272,-8 1 0,-2 0 0,-4 0-272,6 1 1,-20 0-139,-36 0 148,-40 8 0,-20 7 28,17-4 0,-4 1 0,-1 0-409,-4 2 0,-2 1 1,4-1 171,-8 1 1,10 1 219,3 2 170,88-8-172,20-8 1,8-4 5,-1 2 1,3-3 38,-9-1 0,3-2 1,-7 1-78,-8 1 0,-5 0 0,16-6 1,-43 12-1</inkml:trace>
  <inkml:trace contextRef="#ctx0" brushRef="#br1" timeOffset="723849">9300 5539 21595,'3'-52'254,"0"0"0,0 5 1,9 8-230,16 18 0,6 9-36,-1 3 0,3 5-3,8 5 0,0 8 5,-7 9 1,-5 8 39,-5 9 0,-10 8 16,-10 7 1,-13 4-48,-14 5 0,-12 0 18,5-18 1,-5-1 0,-1-2-228,1-3 1,-2-3 0,2-2 227,-5 2 1,6-5 288,-1 3-78,38-24-40,34-14-165,-4-2 0,7-3-107,-3 1 0,3-2 0,2-1-731,7-4 1,2 0 0,1-1 812,3-2 0,1 0 0,-6 2 0,0-1 0,-5 3 0,-12 3 0,0 0 0</inkml:trace>
  <inkml:trace contextRef="#ctx0" brushRef="#br1" timeOffset="724417">9339 5560 19451,'-16'-46'655,"1"0"0,0 1 0,7 7-560,16 15 169,23-12-236,4 19-28,-2 9 0,2 5-6,1 12 0,-1 5-8,5 1 0,-3 6 36,3 12 1,-11 7 100,-24 6 1,-12 4-88,-4 1 1,-10 1-4,-8-10 1,-7 1 0,0-3 91,5-6 0,0-2 0,1-3 538,-6 7 1,4-3-210,-3 13-135,77-57-339,-3-3 1,8-3-2439,0-1 0,7-3 1,2-1-1,-6 3 1062,11-5 0,-2 1 0,-6 3 1,2-1-1,-16 7 0,-25 8 0</inkml:trace>
  <inkml:trace contextRef="#ctx0" brushRef="#br1" timeOffset="740484">1056 12446 22531,'-51'0'-37,"1"-1"1,-1 1 0,-13-2 0,10 12-60,24 20 1,13 7 5,22 16 42,15-22 1,10-5-82,14-4 0,5-5-48,6 0 1,-2 0 142,-5-1 1,-6 1 330,3 12 22,-81 15-258,-2-26 1,-7-3-120,4-2 0,-4-1 1,2-3-842,-12 0 0,4-5 899,10-10 0,7-1 0,6-2 0,17-9 0</inkml:trace>
  <inkml:trace contextRef="#ctx0" brushRef="#br1" timeOffset="741035">1487 12598 21142,'46'-10'-145,"0"0"0,0 0 1,1 0-1,-6 2 1,1-1-1</inkml:trace>
  <inkml:trace contextRef="#ctx0" brushRef="#br1" timeOffset="741737">2050 12453 22043,'23'-50'252,"0"0"1,13 9-1,6 10-266,-3 14 0,3 13-93,3 16 1,3 12 0,-19 5 254,-48 23 1,-10 4-102,42-6 1,-6-2 409,-48-2 0,-22-3 1,23-27-374,37-34-157,58 42 0,-18-29 1,1 3-21,16 31 1,-24 9 92,-55-17 0,-26-3 0,6 2 0,12 11 0,-1-4 0,-11-17 0,0-1 0,0 0 0</inkml:trace>
  <inkml:trace contextRef="#ctx0" brushRef="#br1" timeOffset="742469">827 13251 20806,'62'-1'-118,"0"0"1,0 0 0,0 0 0,0 0 0,-8-2 0,4 0 0,3-1-1,1 0 1,1-1 0,-1 1 0,-2-1 0,-5 0 0,-5 1-235,14-3 1,-8 1 0,-1-1 0,7-1 351,-3 1 0,10-2 0,4 0 0,-1 0 0,-6 1 0,-11 0 0,-16 3 0,0-1 0,1-1 0,-1 0 0</inkml:trace>
  <inkml:trace contextRef="#ctx0" brushRef="#br1" timeOffset="747783">3749 12680 21612,'10'-58'1232,"0"-1"0,-2 15 1,-1 5-1283,1 6 117,-12 65-45,-3 4 1,-1 6-376,-4 17 0,2 3-2128,3 2 0,2-3 1802,5-14 1,2-5-1,7 4 1,3-32 0</inkml:trace>
  <inkml:trace contextRef="#ctx0" brushRef="#br1" timeOffset="748234">4157 12120 21887,'-29'45'24,"0"-1"0,10 0 0,13-9 436,37-20 392,14-9 206,-17-32-610,-17-12-101,-17-10-89,-21 1-253,-1 24-430,-14 11-998,8 43 1423,13 22 0,5-11 0,20-3 0</inkml:trace>
  <inkml:trace contextRef="#ctx0" brushRef="#br1" timeOffset="748652">4461 12528 22593,'-42'10'621,"1"1"1,-3 6-706,77-16 0,21-3-317,-11 1 1,2 1-902,21-2 0,-2 1 1302,-25 2 0,-4 0 0,10 0 0,-26 1 0</inkml:trace>
  <inkml:trace contextRef="#ctx0" brushRef="#br1" timeOffset="748939">4390 12843 23579,'52'-9'1,"0"0"0,0 0 1,14-2-1,-9 2-426,-7 1-3737,-18 6 4162,-11 1 0,-9 1 0,-1 0 0</inkml:trace>
  <inkml:trace contextRef="#ctx0" brushRef="#br1" timeOffset="749754">5430 12428 24183,'61'-22'-182,"1"0"0,-19-24 216,-2 92 0,-17 19 72,-51-26 602,-11 4 1,14 2-698,54-17 1,20-2-1,-21 3 0,-62 18 0,-6 3-11,57-11 0,-2-3 0,-60 7 0,-19-15 0,24-33 0,0 0 0</inkml:trace>
  <inkml:trace contextRef="#ctx0" brushRef="#br1" timeOffset="752904">5436 12510 23842,'39'-39'7,"0"0"1,-2 1-1,-1 10-7,2 20-56,-6 2 45,6 5 11,-20 10-6,0 19 18,-7 13 10,-2-1 6,-9 0 112,-29 7-112,-3-13 6,-11 10 33,9-22 62,14-11 22,-2 0-78,-1-4 27,1-3 410,-2-1-605,9-3 106,11-1 23,12 0-18,30-3-21,3 2 10,4 0-33,-8 6 23,-16 9-1,-5 16 17,-5 0 68,-18 13-18,-10-13 29,-23 9-12,-8-10-22,5-4 85,-7-4 38,-6-14-151,11 0 56,-8-6 314,27-2-191,6-5-487,9 1 286,14-1-1,45 9-16,-20 0 22,16 1 0,0 0 6,-17-3-11,27-3 78,-4-36 45,-25 17-62,18-26-6,-34 27 85,-3-11-28,-4 6 94,-2-7-128,-11 9-84,-12 1 0,8 10 0,-5 3 0</inkml:trace>
  <inkml:trace contextRef="#ctx0" brushRef="#br1" timeOffset="755900">6520 12802 21948,'-19'46'-318,"-1"0"1,1 0-1,9-2 1,-2-6-1,-10-11 1,-1 0-1</inkml:trace>
  <inkml:trace contextRef="#ctx0" brushRef="#br1" timeOffset="756751">7418 12449 23091,'-5'-43'282,"-1"0"0,7-7 0,9 6-243,28 11-28,-3 9 1,4 3-29,9 8 0,2 6-39,1 8 0,-2 7-76,-5 4 1,-6 8 80,-14 6 1,-12 6 47,-19 6 0,-13 0 17,-11 2 0,-5-2 266,-2-5 0,0-4-179,5-8 0,3-5 112,5-8-241,16-18 5,19 0 12,21-3-28,25 15 2,-18 4 1,2 5-45,-1 3 0,-3 5 53,-6 4 0,-9 3 33,-19 34-30,-23-26 0,-11-3-454,-15 0 0,-7-5 479,-5-4 0,1-5 0,18-5 0,4-4 0,-15-4 0</inkml:trace>
  <inkml:trace contextRef="#ctx0" brushRef="#br1" timeOffset="757322">8663 12331 23422,'-49'31'57,"0"0"0,0 0 0,4-2 0,0-1 0,7-3-60,6-4 1,7-1 69,2 11 45,67-9-367,7-12 0,8-4-3022,-14-1 0,2-1 0,-2 0 1802,14-1 1,-4-2 0,-13 0-1,-11-2 1,-21 1 0</inkml:trace>
  <inkml:trace contextRef="#ctx0" brushRef="#br1" timeOffset="757653">9352 12259 23259,'65'-9'-281,"0"0"0,-1 0 0,4-4 0,-11 3 0,-2 12 0</inkml:trace>
  <inkml:trace contextRef="#ctx0" brushRef="#br1" timeOffset="757882">9413 12567 23803,'63'-8'0,"-1"-1"0,0 1 0,-13 1 0,1 0 0,0 0 0</inkml:trace>
  <inkml:trace contextRef="#ctx0" brushRef="#br1" timeOffset="758868">10612 12138 24239,'-49'-7'-11,"0"-1"0,0 1 0,-5 0 0,4 7 11,11 9 0,7 10 28,11 24 0,11 4 1759,8 4-1639,-1-12 0,8-8-114,35-30-40,5-6 1,11-2-1,-2 6-75,9 8 0,-21 13 81,-58 21 0,-12 6 0,26-13 0,-6-3 0,-39-11 0,-1 0 0,1 1 0,0-1 0</inkml:trace>
  <inkml:trace contextRef="#ctx0" brushRef="#br1" timeOffset="759268">10685 12081 23887,'44'-12'-106,"-1"0"0,1 1 1,20-6-1,-27 9 1,-39 9-1,-2 3 0</inkml:trace>
  <inkml:trace contextRef="#ctx0" brushRef="#br1" timeOffset="762699">1513 14027 24239,'-48'-40'33,"0"0"1,1 10 0,0 14-43,8 26 1,2 12 2,-1 6 1,4 6-18,4 3 1,6 3-14,5 0 0,9 1-23,10-4 0,9-4 20,36 14 33,-10-36 1,5-9 27,7-15 0,0-7 31,-9 1 1,-3-5 44,-3-6 0,-5-3 75,-3-18 337,-13 6-516,-6 19 12,-3 36 28,1 41-320,-2-11 0,3 3-3430,4 4 0,2-2 3716,2 15 0,3-20 0,-11-35 0</inkml:trace>
  <inkml:trace contextRef="#ctx0" brushRef="#br1" timeOffset="762882">1993 14234 16707,'0'0'0</inkml:trace>
  <inkml:trace contextRef="#ctx0" brushRef="#br1" timeOffset="763585">3384 14044 25040,'12'52'-10,"-1"1"0,0-1 0,-4-1 0,-2 0 0,-6-4 7,-11 7 0,-8-4-115,-10 0 1,-7-4-642,-4-7 0,-3-9-373,5-13 0,1-6 0,-11 3 0,26-27 0</inkml:trace>
  <inkml:trace contextRef="#ctx0" brushRef="#br1" timeOffset="764121">3491 13726 21702,'45'27'1750,"0"1"1,-78-24-1751,88-7 0,-77-23 0,-15 7 0,4 57 0</inkml:trace>
  <inkml:trace contextRef="#ctx0" brushRef="#br1" timeOffset="764772">3936 14004 24211,'54'-10'-388,"0"1"1,0-1-1,0 0 1,0 1-1,6-2 1,1-1-1,-8 2 1,-19 4-1,-19 6 1</inkml:trace>
  <inkml:trace contextRef="#ctx0" brushRef="#br1" timeOffset="765071">3999 14246 23903,'50'-8'-1605,"1"0"0,-1 0 1,13-1-1,-6 2 1605,-18 2 0,-6 3 0,-1 0 0,-24 2 0</inkml:trace>
  <inkml:trace contextRef="#ctx0" brushRef="#br1" timeOffset="766026">5196 13947 23556,'-43'8'-7,"0"0"0,-1 0 0,-8 25 0,25 2 777,69-18 0,14 2-636,-36 15 1,-2-11 193,16-42 1,6-25 0,-19 7-329,-35 9 0,-7-12 0,2 9 0,14 29 0</inkml:trace>
  <inkml:trace contextRef="#ctx0" brushRef="#br1" timeOffset="766976">6469 14085 23399,'-29'53'-181,"-1"1"1,10-19 0,2-4 0,1 4 0</inkml:trace>
  <inkml:trace contextRef="#ctx0" brushRef="#br1" timeOffset="767701">7507 13723 24447,'-43'19'-3,"-1"0"1,1 0 0,1 10 0,3 6-1,11-1-8,12 0 0,10 1-3,1 14 0,13-7 31,46-18 55,-12-19 1,3-5 39,-5-3 0,-1-7 266,7-16 1,-8-10-127,-19 0 0,-5-2-149,0 5 1,-5 0 61,-6-3 1,-8 2 69,-18-3-252,-4 5-795,-33 7 218,25 27-254,-13 34 0,34-21 0,4 19 0</inkml:trace>
  <inkml:trace contextRef="#ctx0" brushRef="#br1" timeOffset="768099">8332 13678 24491,'-48'15'35,"0"0"0,-6 9 0,-4 6 0,12-5-35,8 3-3,-15 5 1,10 1-9,36-8 72,20-2-30,24-7 0,6-3-82,5 1-628,19-9 1,-6-3 0,-39-3 0,27 0-1</inkml:trace>
  <inkml:trace contextRef="#ctx0" brushRef="#br1" timeOffset="768738">8836 13681 18173,'49'-5'0,"0"0"0,0 1 0,10-2 0,0 0 0</inkml:trace>
  <inkml:trace contextRef="#ctx0" brushRef="#br1" timeOffset="768993">8836 13947 23439,'59'-11'-296,"0"0"1,1 0 0,-2 0 0,-7 1 0,8 1 0</inkml:trace>
  <inkml:trace contextRef="#ctx0" brushRef="#br1" timeOffset="770523">9650 13663 23293,'8'-39'69,"-1"0"0,12-3 0,3 10-69,1 22-37,8 1 1,3 6-98,12 28 75,-20-2 0,-4 4 62,-7 3 0,-9 4 42,-13 7 0,-11-1 523,-20-5 0,-5-4-282,15-9 0,0-4-23,-10 3 1,11-13-304,28-19-44,49 1 53,-17 6 0,3 6-48,15 21 1,-4 10 101,-9 12-26,-37 0 0,-20 0-682,-15-23 0,-12-7 0,0-1 685,-12 6 0,2-3 0,-1-2 0,7-5 0,13-6 0</inkml:trace>
  <inkml:trace contextRef="#ctx0" brushRef="#br1" timeOffset="788966">3951 15132 19753,'9'-49'1096,"0"0"0,-2 2 0,1 15-973,-4 29 152,-8 45-225,-3-4 0,-1 3-58,0 4 0,0 0-15,0 1 1,0-4 16,3 6 488,3-5 279,2-31-710,0-17 44,1-38-50,1 8 0,1-4 5,1-8 0,0-1 40,1 3 0,1 2 229,4-21-173,-5 27-308,-2 22 145,-3 37 19,-2 9 1,-2 7-3,-2 16 0,-2 6-2,3-15 0,-1 1 1,0-1-25,-4 16 1,2-4 98,0-17 0,5-9-11,8-19-40,7-55-17,0-7 1,2-8 29,-5 15 1,0-1 0,-1 0 44,1-3 0,-1-1 0,-1 4-83,2-7 1,-2 9 24,-1 12-61,-7 77-171,-4-3 0,0 6-3067,1-7 0,0 4 0,0-4 1824,-2 3 1,0-4 0,2-5-1,1-8 1,3-17 0</inkml:trace>
  <inkml:trace contextRef="#ctx0" brushRef="#br1" timeOffset="789534">4576 15005 24945,'47'34'-4,"0"0"0,-5-2 1,-10 1 87,-24 13 140,-30 12-154,2-31 0,-5-1-11,-10 2 0,-2-3-110,5-7 1,1-2-4577,-17 4 4627,30-13 0,12-6 0,7-1 0</inkml:trace>
  <inkml:trace contextRef="#ctx0" brushRef="#br1" timeOffset="790159">5231 15108 25231,'-37'51'-64,"0"1"1,9 5-1,16-8 31,43-16 33,4-11 0,3-6 28,13-7 100,-12-11 1,-5-9 600,-1-42-122,-20 6 1,-12-3-1104,-33 4 1,-8 2 495,19 5 0,-2 6 0,-22 14 0,5 12 0,28 10 0</inkml:trace>
  <inkml:trace contextRef="#ctx0" brushRef="#br1" timeOffset="790987">5842 15238 24144,'28'13'823,"1"-46"-722,1 80 0,10 8 72,-2-57 1,5-17 0,3-3 4,4-3 0,4-6 0,1-1 0,-2 1-194,-8 6 1,-1-1-1,-1 2 1,1 2-694,16-3 1,0 2-1,-12 9 1,-4 9-1,-38 54 1</inkml:trace>
  <inkml:trace contextRef="#ctx0" brushRef="#br1" timeOffset="820068">4395 7763 15552,'65'3'50,"-1"0"1,-7 0 0,-3 0 590,-10-5 0,-9 1-551,-17 2-79,-44 2 3,-19 1 0,-8 1 33,0-1 1,1 1-23,1 0 0,2 0-109,9 1 0,5 0-123,4 2 381,21-2 44,35-4-213,9-6 1,6-1-68,4 1 1,2-2-12,14-2 1,0-1 164,-18 2 0,-5 2-198,13-4-40,-39 6 45,-44 9 1,-21 4 80,17-4 1,-2 2 7,-6 2 1,-6 2 0,4 0-23,-6 1 1,6 0 133,8-1 1,6-1 157,-3 3-118,51-15-76,14-4 1,8-1-35,18-5 1,4-2-56,0 2 0,-2-1-210,-5 1 0,-6 1 235,6 0 0,-39 6 0,-5 3 0</inkml:trace>
  <inkml:trace contextRef="#ctx0" brushRef="#br1" timeOffset="824666">1120 16042 19048,'-1'-65'1323,"-1"0"1,1 8 0,0 12-1487,1 23 225,0 23 39,6 38-65,-3-7 0,-1 5-42,0 12 1,0 3 27,-4 3 1,-2-2-18,-1-8 1,-1-2 8,-1-7 0,0-3 1341,-3 5-1282,4-19-50,4-32-68,15-26 61,0 9 1,3 0-6,4-2 1,3 3-66,3 4 1,1 4 9,26-3 16,4 32-79,-1 20 14,-29-5 1,-5 4 86,-6 3 1,-7 1 24,-13 5 1,-10-1-54,-9 2 1,-8-4-365,-10-2 1,-5-6 397,2-9 0,1-4 0,-11 0 0,23-19 0</inkml:trace>
  <inkml:trace contextRef="#ctx0" brushRef="#br1" timeOffset="824982">1749 16288 20305,'0'0'0</inkml:trace>
  <inkml:trace contextRef="#ctx0" brushRef="#br1" timeOffset="826688">3399 16071 22627,'1'51'-175,"-1"1"0,1-1 1,-1 1-1,-7-5 0,-4-2 1,-5-1-534,-11 12 0,-8-1 1,1-11-1,6-18 1,-2-7-1,-11-9 1,1 1-1</inkml:trace>
  <inkml:trace contextRef="#ctx0" brushRef="#br1" timeOffset="827175">3516 15770 20358,'-17'52'392,"0"0"0,10-8 0,11-15 1983,40-43-1429,-12-14-4194,-31-23 3248,-14 30 0,-10 10 0,19 14 0</inkml:trace>
  <inkml:trace contextRef="#ctx0" brushRef="#br1" timeOffset="827493">3843 16094 21556,'60'-9'-1345,"-1"1"1,1-1 0,-11 2 0,-1-1 0,-14 3-1,-14 5 1</inkml:trace>
  <inkml:trace contextRef="#ctx0" brushRef="#br1" timeOffset="827720">3986 16286 21203,'45'-10'0,"0"0"0,0-1 0,9-1 0,0 0 0</inkml:trace>
  <inkml:trace contextRef="#ctx0" brushRef="#br1" timeOffset="828428">4913 16068 25494,'-15'-41'532,"0"-1"0,-13 4-520,27 87-425,1-9 0,0 7 0,1-3-841,1 1 0,0-1 745,2 20 0,0-8 0,-2-30 0,-1-3 0</inkml:trace>
  <inkml:trace contextRef="#ctx0" brushRef="#br1" timeOffset="838474">3402 17229 21993,'4'-51'874,"1"0"0,2 7-885,-12 103 8,1-16 0,-1 2 0,-2 6 1,0-2 584,-3 8-442,2-15-123,6-47 134,1-44-95,1 14 0,2-2 61,0-4 1,2-2 120,1-17 1,2 24-222,5 79 11,-3-20-45,-6 36 0,-5 12 25,-1-19 1,-1-3-46,1-15 0,-1-2 37,-5 28 0,8-39 0,-2-14 0</inkml:trace>
  <inkml:trace contextRef="#ctx0" brushRef="#br1" timeOffset="844083">4145 17171 23433,'-44'-23'343,"-1"-1"1,2 2-1,8 7-483,16 14 168,9 4-56,30 31 42,2-13 0,5 2-17,16 13 1,3 0-57,-7-7 0,-1-2 39,-4-5 1,-5 1 36,-9 17 44,-41-7-61,-28 5 0,-9-12 0,17-12 0,20-9 0</inkml:trace>
  <inkml:trace contextRef="#ctx0" brushRef="#br1" timeOffset="844885">4787 17273 23892,'-16'-44'474,"1"-1"0,1 2 1,1 14-565,10 28 68,1 35 22,5-2 0,0 5-6,2 15 0,0 3-2,0-7 0,0-2-12,0-2 0,-1-3 883,-1 4-683,-2-61-85,-4-22 14,1-18 0,-1-7 87,-1 9 0,0 2-303,1 3 1,0 5 6,-3-3 88,5 51-24,7 49 0,2 15-177,-3-10 213,-2-1 0,0 12 0,-2-18 0,-3-21 0,-7 31 0</inkml:trace>
  <inkml:trace contextRef="#ctx0" brushRef="#br1" timeOffset="851933">6307 16853 21366,'-48'32'-122,"-1"-1"-1,0 1 1,2 0 0,0 1 0,2 1-698,4 0 1,0 0-1,4 0 820,-6 4 0,6-2 0,-2 5 0,27-28 0</inkml:trace>
  <inkml:trace contextRef="#ctx0" brushRef="#br1" timeOffset="852199">5798 16905 20336,'46'17'57,"0"1"1,0-1 0,0 1 0,14 5 0,0 0 0,-3 1-58,-9 1 0,-2 0 0,-2 1 0,-1 1 0,0 1 0,-6-3 0,-4-4 0,-5-2 0,14 19 0</inkml:trace>
  <inkml:trace contextRef="#ctx0" brushRef="#br1" timeOffset="859449">6503 7667 18397,'-51'1'293,"0"0"1,0 1-1,4-1 654,-3 3-1177,7 4 387,20 9 112,52-6-247,6-3 0,6-2-33,15-3 0,4-2 5,2 0 1,-2 0 285,-13 0 0,-6-1-280,4-1 0,-68-3 0,-7 1 0,-6 1 28,-15 0 0,-4 0 8,-4 1 0,0 1 17,8 0 1,3 0-569,-17 0 531,42 10 63,56-3-79,5-1 0,6-1-20,15-4 1,2-3 175,2-1 1,-4-1-180,-11 0 1,-21 1-34,-41 3 67,-19 3 1,-9 2-1,-18 1 0,-2-1-11,4 1 0,2 0 0,11-2 0,4 0-106,-16 4 151,45 4 16,35-8-22,9-5 1,5-4-52,8-1 1,0-3-395,-1-2 0,-1 0-273,-8 5 1,-3 0 0,-2-1 0,-14 6-1</inkml:trace>
  <inkml:trace contextRef="#ctx0" brushRef="#br1" timeOffset="867568">6265 6295 14684,'-44'11'182,"1"0"0,-18 10 518,85-14-588,12-4 0,6-2-56,8-1 0,5-2 35,-2-1 1,4 0 0,-4 0-305,8-3 1,-4 1 1214,-3-1 1,-7 2-846,-10-1-157,-60 8 179,-33 2-75,15-2 0,-2 1-51,0 1 1,-2 1 38,-12 3 0,3 1-977,-10 1 1533,18 5-525,87-19-129,-6 0 1,7-2 29,0 0 1,5-2-1,-2 0 9,6-2 1,-2 0 311,7 1 0,-21 0-558,-38 5 174,-49 11 89,-7 0 1,-6 1 464,10-1 0,3-1-330,-12-3-185,54-11-322,42-7 0,21 0 322,-3 2 0,-1 2 0,-9-1 0,-2 1 0,24 0 0</inkml:trace>
  <inkml:trace contextRef="#ctx0" brushRef="#br1" timeOffset="906024">4250 6320 17703,'51'-5'17,"-1"-1"1,0 1 0,0 0 0,5-1-1,-3 1 1,-9 0 1573,14 1-1579,-68-4 60,-26 4 141,-8 0 0,-4 1-157,-11 1 84,-3 5 0,5 3-280,24 1 269,-23 7-43,87-14 1,17-2-75,-1 1-11,5-4 1,12-1 0,-7 0 6,-16 1 1,-3-1-9,16-1 0,-4 1 0,-6-1 0,-31 5 0</inkml:trace>
  <inkml:trace contextRef="#ctx0" brushRef="#br1" timeOffset="930284">6503 7268 16342,'2'-44'1085,"0"0"0,0 1 0,3-18 1,1 5-260,-2 19 0,3 7-618,3 14 21,-4 56-198,-8 18 0,-3 9-237,3-21 0,-1 2 0,-1 0 220,-1 11 1,-1 2 0,0-3 315,0 9 1,1-6-88,1-11 1,2-21 64,3-33-229,1-57-63,-1 20 1,2-6 0,0 0 48,0 0 0,0-1 1,0 2 88,1-13 0,0 7-171,9-11 507,1 114-493,-7 1 0,0 9 1,-2-12 0,0 3 1,-1-1-176,-1-5 0,-1-1 0,-1-3 305,-1 6 1,0-8-11,0-8-28,0-73-79,0 9 0,-1-5 2,1-15 0,-1-9 0,-1 3-348,0 12 0,0 1 0,-1 0 366,1-1 1,-1-1 0,0 6-57,-2-1 0,-3 17-42,-8 39 55,6 15 1,2 11-1,-3 20 1,2 5-123,3-18 1,2 0 0,0-1 237,1 9 0,-2-8-76,-12-11-51,3-82 14,3-3 1,2-8 21,5 14 0,0-2 1,2 2 450,1-16 1,1 6-487,1-4 39,8 89-20,-5 11 0,0 9 6,-1-8 1,0 2 0,1-1 10,-1 15 0,0-4 78,-3-10 1,1-17 1038,0-28-1115,0-61-3,0 14 0,1-7 1,-1 1 19,1 4 1,0 1-1,0 0 58,0-5 1,0 0 0,1 11-59,2 5-16,-1 96-14,0-2 0,1 7 6,-1-15 0,0 1 1,1-3 334,3 14 1,-3-11-273,-8-17-21,-13-85-35,9-2 1,1-4 39,2 0 0,2 2-50,5 8 0,2 7-68,4 9-3752,-23 88 3814,-3-3 0,7-15 0,-1-3 0,-2-1 0</inkml:trace>
  <inkml:trace contextRef="#ctx0" brushRef="#br1" timeOffset="940206">1342 17805 22778,'-54'17'-101,"-1"0"0,0 0 0,15 4 1,3 3-1,6 4 8,-9 20 0,24 2-1019,51 1 1,23-13-3454,-14-31 0,3-7 3621,0 3 1,2 1 0,-5-3-1,16-13 1,-37 7 0</inkml:trace>
  <inkml:trace contextRef="#ctx0" brushRef="#br1" timeOffset="940380">1858 17930 15718,'0'0'0</inkml:trace>
  <inkml:trace contextRef="#ctx0" brushRef="#br1" timeOffset="943884">12613 731 16471,'-3'63'92,"1"0"0,-2-8 1,0 3-1,-1-2-44,1 9 0,-2 0-429,0-3 0,-1 3 0,0 0 397,0-11 1,0 0 0,0 1 3,1 8 1,-1 2 0,1 1 14,1-15 0,0 0 0,0 2 0,0 0-250,-1 6 0,-1 2 0,0 0 1,0 2 251,1-9 0,-1 2 0,0 0 0,-1 1 0,1 1-223,0 5 1,-1 0 0,1 2 0,0 0 0,0 0 212,2-7 0,0 0 0,0 1 0,0 0 0,1 1 0,1 0-4,0 2 0,1 1 1,0 0-1,0 1 1,1 0-1,1 0 7,-1-5 1,2-1-1,0 1 1,0 0-1,0 1 1,1 0-1,-1 0-239,0 4 1,0 1 0,1-1 0,-1 2-1,1-1 1,-1 1 0,1 1 224,-1-6 0,0 0 0,0 1 0,1 0 0,-1 1 0,0-1 0,0 1 1,0 1-145,-1-6 0,1 1 0,0-1 0,0 2 0,-1-1 1,1 0-1,-1 1 0,0 0 0,0 0 136,0 1 0,-1 0 0,1 1 0,-1-1 0,0 1 0,0 0 1,0 0-1,0 1 0,0-1-6,-1 2 1,1 0-1,-1 0 1,0 0-1,1 0 1,-1 1-1,-1 0 1,1-1-1,-1 1-6,0-5 1,0-1 0,0 1-1,-1 0 1,1 0 0,-1 0 0,0 0-1,0 0 1,-1 1 0,1-1-92,-1 3 0,0-1 0,0 1 0,-1 0 0,1 0 0,-1 0 1,0 0-1,0 0 0,0 0 0,0 1 97,1-6 0,-1 1 0,0 0 0,0 0 0,0 1 0,0-1 0,0 0 0,-1 1 0,1-1 0,0 1 1,-1-1 8,1 1 1,0 1 0,-1-1-1,1 0 1,-1 0 0,1 1-1,-1-1 1,0 1 0,0 1 0,1-1-1,-1 2-4,0-2 1,0 2-1,0 0 1,0 1-1,-1 0 1,1 0-1,0 0 1,0 0-1,-1-1 1,1 0-1,0-1 1,1-1-55,-2 3 0,1 0 0,0-2 0,1 0 0,-1-1 0,0 1 0,0-1 0,0 1 0,0 2 0,0 0 56,0-3 0,0 0 1,0 1-1,0 1 0,0 1 1,-1-1-1,1 1 1,0-1-1,0 0 0,-1-1 1,1 0-1,0-3 7,0 5 1,0-2 0,0 0 0,0-2 0,0 0 0,0 0 0,0 0-1,0 1 1,-1 0 0,1 2 6,0-2 1,0 0 0,0 1 0,-1 1 0,1-1 0,0 1 0,-1 0 0,1 0 0,-1 0 0,1 0 0,-1-1-27,1 0 0,-1 1 1,1-1-1,-1 0 0,1 0 1,-1 0-1,1 0 0,-1 0 1,0 0-1,1 0 1,-1 1 26,0-1 1,1 0 0,-1 0 0,0 0 0,0 0 0,0 0 0,1 0 0,-1 0 0,0 0 0,0 0 0,1 0-7,-1 0 1,0 0 0,0 0 0,1-1 0,-1 1-1,0 0 1,0-1 0,1 1 0,-1 0 0,0-1-1,0 1 1,1-1 1,-1 0 0,0 1 0,0-1 0,0 0 0,1 1 0,-1-1 0,0 0 0,0 0 0,1 0 0,-1-1-11,0 0 0,1 0 0,0-1 0,-1 1 0,1-1 0,-1 1 0,1-1 0,0 0 0,-1 0 0,1 0 0,0 0-18,-1 4 0,0 0 0,0 0 0,0-1 0,0 1 0,0-1 0,0 1 0,1-1 0,-1-1 0,0 1-5,0 3 0,0 1 0,0-1 0,0 0 0,1 0 0,-1-1 0,1 0 0,-1 0 0,1-1-294,-1 3 1,1 1-1,0 0 1,0-1 0,0-1-1,0-1 1,1-1 0,-1-2 307,0 6 0,1 0 0,-1-3 0,1-1 0,0-4 0,1-2 0,-1 5 0,1-4 0,0-4 0,1-7 0,1-1 0,0-1 0</inkml:trace>
  <inkml:trace contextRef="#ctx0" brushRef="#br1" timeOffset="945623">13874 1256 32767,'7'-42'-205,"-1"0"0,-3 70 1,-3 30-1,-1-6-2466,-5 3 2244,-1 1 0,-2 17 0,-5 0 1,-9-20-601,-19-21 1,-7-11-53,5 12 0,-3-4 1039,-16-11 0,5-8 0,19-6 0,1-4 0</inkml:trace>
  <inkml:trace contextRef="#ctx0" brushRef="#br1" timeOffset="945975">14127 828 19323,'-27'36'733,"-1"0"1,1 0 0,4 35-1,14-28 216,17-73 1,5-3-959,6 49 1,-9-55 0,-12-2-1,-16 45 1</inkml:trace>
  <inkml:trace contextRef="#ctx0" brushRef="#br1" timeOffset="946581">14346 1275 8231,'42'0'0,"0"0"0,-9 0 0,1 0 0</inkml:trace>
  <inkml:trace contextRef="#ctx0" brushRef="#br1" timeOffset="946823">14191 1581 22650,'56'-7'-43,"1"0"1,-9 0-1,3-1 1,-9 0 0,8-3-1,-15 4 1,0-1-1</inkml:trace>
  <inkml:trace contextRef="#ctx0" brushRef="#br1" timeOffset="948536">15182 1237 32767,'3'-43'-806,"0"-1"1,-2 5 0,6 6-970,29 7 1769,10 9-102,-11 11 0,0 5-1056,18 17 687,-42 28 0,-13 7 177,-6-15 1,-8 1-349,-12 10 1,-9 5 0,-1-4 474,4-12 1,-1-4 0,0 0-34,-13 13 0,2-1-161,7-9 1,12-5-335,26-10 712,31-9-110,22-11 0,15-6-3178,-8 0 0,4-2 0,-2 1 2529,-11 1 1,-2 0-1,-1-1 1,2 1-1,-1-1 1,-15 2-1,-20 3 1</inkml:trace>
  <inkml:trace contextRef="#ctx0" brushRef="#br1" timeOffset="952716">14895 2481 20755,'6'-54'816,"1"0"0,-1 10 0,-1 6-692,-3 1-141,-2 29 34,0 12 95,-2 48-118,-1-16 0,-1 3 12,1 5 0,-1 2-1,1 0 1,-1-3 16,1 8 930,3-7-616,0-33-297,-3-15 124,1-36-135,2 5 0,2-4 44,2-9 1,2-3 19,0-1 1,2 1-102,-1 9 1,-1 6 8,0 10 28,-7 51-36,-1 12 0,-1 8-1112,-1 15 0,-2 2 1120,1-4 0,-1-2 0,2-14 0,-1-4 0,-1 2 0</inkml:trace>
  <inkml:trace contextRef="#ctx0" brushRef="#br1" timeOffset="953384">15550 2202 21999,'42'33'0,"0"0"0,0 1 0,-2-2 0,-1 0 0,-13-4 157,-15 7-11,-37 17-144,-1-28 1,-5-2-659,-12 6 1,-2-3-67,8-7 0,3-3 0,-12 6 0,31-14 1</inkml:trace>
  <inkml:trace contextRef="#ctx0" brushRef="#br1" timeOffset="955836">16585 2235 25879,'-7'-45'-553,"0"-1"0,47 54 441,-4 44-123,-42 3 0,-17 12 1,-11-11 450,-4-24 0,-9-10 0,1 0-251,-2 9 0,1 0 1,9-18-66,6-35 42,57 12 1,17 2-101,-10 3 1,3 5-453,6 13 0,3 7 0,-2-1-3082,2 0 0,-1 0 3013,13 8 1,-3-2-1,-3-7 1,-31-12 0</inkml:trace>
  <inkml:trace contextRef="#ctx0" brushRef="#br1" timeOffset="956088">17760 2159 21646,'-34'47'27,"0"0"1,0-1-1,-3-3 1,-4 1-1,1-2 1,5-6-1,1-2 1,1-4-1,-15 8 1,0 1-1</inkml:trace>
  <inkml:trace contextRef="#ctx0" brushRef="#br1" timeOffset="956341">17286 2232 22867,'53'38'-75,"0"0"0,-1 0 0,1 0 0,-1 0 0,-1-2 0,-2 0 0,-4-3 0,-8-7 0,15 10 0</inkml:trace>
  <inkml:trace contextRef="#ctx0" brushRef="#br1" timeOffset="960017">8030 7562 15541,'62'5'-4,"0"-1"0,-6 2 0,-3-3 668,-15-6 0,-8 1-445,-15 4-18,-60 10 3,-7-2 1,-7 0 131,15-2 0,-1 0 0,2-1-597,-8 2 1,5-1 355,-6 1 157,94-8-258,0-5 1,7-4-1,-3 3 1,3 0-1,0-2-218,-5 0 1,0-1 0,-2 0 598,9-2 1,-8 1-476,-8 0 66,-72 15 37,-6 2 0,-8 1 23,8-1 0,-4 1 0,2 0-59,-20 3 0,4 0-177,14-3 0,8-2 194,8 0 206,61-8-171,8-4 1,7-2-15,15-1 1,2-1 168,3-3 0,-4 1 98,-17 1 1,-15 4-329,-26 5 44,-35 8 1,-24 5 89,-6 2 1,-2 1 69,4 0 1,5-3-71,-8 0 343,123-35-425,-18 8 0,8 0 0,2 0 4,-3 2 0,3 0 0,-1 0 0,-3 0 0,0 0 0,-2 0 0,-4 2 0,6 3 0,0-1 0</inkml:trace>
  <inkml:trace contextRef="#ctx0" brushRef="#br1" timeOffset="1.01862E6">14808 3682 20436,'8'-43'282,"0"0"1,1 0 0,17-10 0,10 12-249,11 17 0,4 16 38,-2 17 1,-13 15-28,-29 14 0,-15 8-45,-4-7 0,-7 1 0,-4 1 18,-5 2 1,-5-1 0,-1-1 7,-2-2 0,-1-2 0,1-4-21,-2 1 1,3-5-22,-11 9 49,45-32-55,24-3-331,10-4 0,7-2-1680,15-2 0,4 0 2033,5-1 0,-3 0 0,-15 1 0,-5 0 0,5 0 0</inkml:trace>
  <inkml:trace contextRef="#ctx0" brushRef="#br1" timeOffset="1.01882E6">15644 3848 21075,'-12'51'-185,"1"0"0,2-6 0,-2-2 185,-12 14 0,14-32 0,-7 13 0</inkml:trace>
  <inkml:trace contextRef="#ctx0" brushRef="#br1" timeOffset="1.02517E6">16478 3703 18610,'-39'29'157,"0"-1"0,1 0 0,-11 16 0,12 6-185,21 6 0,14 1 64,12-8 1,12-6 167,12-13 1,9-10 296,9-14 0,1-12 196,-4-10 0,-6-11-288,-8-12 1,-11-8-184,-16-1 1,-13-2-93,-8 3 1,-8 3-96,-7 8 0,-4 6-92,0 10 0,0 8-541,-25 14-6480,27 35 7074,20 1 0,13 0 0,5-24 0</inkml:trace>
  <inkml:trace contextRef="#ctx0" brushRef="#br1" timeOffset="1.02542E6">17268 3705 22190,'-11'47'-101,"0"0"0,0 1 0,2-2 0,2 0 0,5-4 0,9-6 1,2-3-1,7 18 0</inkml:trace>
  <inkml:trace contextRef="#ctx0" brushRef="#br1" timeOffset="1.02565E6">16946 4089 22190,'54'-15'-160,"1"-1"0,0 0 1,-1 1-1,-2-1 0,-1 0 1,-1 2-1,-5 4 0,9 5 1,-6 3-1,-13-2 1,0 0-1</inkml:trace>
  <inkml:trace contextRef="#ctx0" brushRef="#br1" timeOffset="1.0259E6">17855 3630 22923,'11'48'-237,"1"0"1,0 0 0,-3-1-1,0 0 1,-3-3 236,-2 2 0,-2-4 0,-1 15 0,-10-30 0</inkml:trace>
  <inkml:trace contextRef="#ctx0" brushRef="#br1" timeOffset="1.02697E6">14630 3298 17759,'-30'50'51,"0"0"0,0 1 0,0-1 0,0 0 1,0 0-1,0 1 0,34 10 0,17-2 0,4 1 1,-11 5-1,-15-11 0,-9 6 0,-5 3 0,1 0 1,3-2-1,8-6 0,12-8 0,37-6 0,-1 0 1,1 0-1,0 0 0</inkml:trace>
  <inkml:trace contextRef="#ctx0" brushRef="#br1" timeOffset="1.02749E6">18037 3468 21819,'54'26'-1093,"-1"0"1,1 0 0,0 0 0,0 0-1,-7 15 1,0 8 0,-4 2 0,-8-3-1,-12-6 63,-10 1 1,-12 0 0,-1 10 0,-3 5 0,-3-19-1,1-27 1</inkml:trace>
  <inkml:trace contextRef="#ctx0" brushRef="#br1" timeOffset="1.02819E6">18956 3692 20957,'59'-10'-62,"1"0"1,-1 0-1,-12 1 1,-8 8 212,10 38-76,-82-13 1,-11 7 153,25 20 1,19-14 375,53-69-1511,-39-2 0,-1-6 1005,15 3 0,4-3 0,-16 0 59,-30-9 1,-17-1 0,11 28-154,21 58-5,4 13 0,3 14 0,3-7 0,8-9 0,0-1 0,-5 10 0,1-1 0,-1 1 0</inkml:trace>
  <inkml:trace contextRef="#ctx0" brushRef="#br1" timeOffset="1.02856E6">19812 3445 22246,'47'31'227,"1"-1"1,0 1 0,-64 16-212,20-1 1,10 13 0,0 2 0,-6-12 358,-14-9 1,8-13-1138,30-20 0,18-14 0,1-2 762,7 2 0,1-1 0,-1-1 0,-5 0 0,-2-1 0,-8 1 0,13 1 0</inkml:trace>
  <inkml:trace contextRef="#ctx0" brushRef="#br1" timeOffset="1.03197E6">7829 7075 20492,'13'-58'127,"1"-1"1,7 18-1,6 2 1,5 8-123,21 7 1,6 8-19,-14 2 0,1 2 0,-2 6-15,8 10 0,-8 11 64,-15 9 1,-9 8-32,-11 21 1,-14 6-8,-8-14 0,-8 2 0,-2-1-146,-4 4 1,-3 0-1,-1-2 144,4-8 0,0-1 1,1-2-163,-9 9 1,8-4 401,21-1-192,51-38-106,-5-12 1,7-5-546,6-5 1,6-5-1,-1 1-2670,-5 3 0,-2 1 0,-1 0 3171,-4 2 0,-1 0 0,-4 1 0,2 1 0,-12 3 0,-20 8 0</inkml:trace>
  <inkml:trace contextRef="#ctx0" brushRef="#br1" timeOffset="1.03258E6">7822 7071 16000,'5'-50'832,"-1"-1"1,9 3 0,11 7-744,16 18 1,8 7-62,7 2 0,2 6-67,3 8 0,-2 8-17,-6 8 0,-8 10 142,-12 14 1,-13 9-25,-22 10 0,-14 4-326,-4-14 1,-7 0 0,-3-1 257,-6 0 1,-3-2-1,-1-2 69,3-6 1,1-1-1,5-3 340,0 0 0,18-8 129,47-21-482,16-18 1,10-9-188,-11 2 1,2-2 0,1 0-65,3-1 0,0 0 1,-5 2-1,-4 1 1,-4 1-1,-10 5 0,1 1 1</inkml:trace>
  <inkml:trace contextRef="#ctx0" brushRef="#br1" timeOffset="1.03514E6">13383 5317 18992,'-8'59'-107,"-1"0"1,0 0-1,1 0 1,-6-8-1,-2-1 1,-1-1-1,4-3 56,6 4 1,2-3 0,-9-4-598,-15-4 0,-9-5 1,3-10-7599,-21-15 8246,15 2 0,4-4 0,7-15 0,25 4 0</inkml:trace>
  <inkml:trace contextRef="#ctx0" brushRef="#br1" timeOffset="1.03556E6">13451 5018 18767,'27'40'620,"0"0"0,-5-1 0,0-14 556,4-31-347,-7-15-241,-7-21-442,-9 6-348,-22-12-358,1 34-197,-7 8-3510,11 32 3419,10-4 0,2 3 0,5-18 0</inkml:trace>
  <inkml:trace contextRef="#ctx0" brushRef="#br1" timeOffset="1.0358E6">13853 5362 17042,'60'0'-1639,"-1"-1"1,-16 1-1,-5 0 1,3 1 0,-35-1-1</inkml:trace>
  <inkml:trace contextRef="#ctx0" brushRef="#br1" timeOffset="1.03599E6">13718 5695 22632,'53'-11'-421,"0"1"1,-5 0 0,-2 1 420,-3 3 0,-5 0 0,-6 1 0,28-5 0</inkml:trace>
  <inkml:trace contextRef="#ctx0" brushRef="#br1" timeOffset="1.03769E6">14860 5359 21836,'5'-44'43,"1"0"0,1 1 0,10 11-161,32 32 1,5 20 21,-20 4 1,-4 7 92,8 15 1,-16 6 318,-41 5 1,-18-4-250,10-22 1,-4-5 374,-9 0 1,6-13-326,21-25-112,58 0 1,15 19-373,-39 41 1,-7 9-637,15-30 0,-7 0 1003,-34 20 0,-19 9 0,-5-14 0,-2-21 0,-2-10 0,3 0 0,0-1 0</inkml:trace>
  <inkml:trace contextRef="#ctx0" brushRef="#br1" timeOffset="1.04255E6">14728 6587 20974,'-5'-45'943,"1"1"0,0 3 0,0 9-1050,2 20 130,0 19 13,-2 27 0,0 11-30,1-6 0,0 4-90,0 6 0,0 6 0,0-5-1348,0 0 1,3-3 1431,4 5 0,1-6 0,-2-10 0,8-16 0</inkml:trace>
  <inkml:trace contextRef="#ctx0" brushRef="#br1" timeOffset="1.04302E6">15405 6442 21024,'-53'-13'351,"0"0"0,7 2 0,5 4-334,4 10 96,14 11 4,29 0 29,23 17-68,7-10 1,7 0-51,2 3 0,0-1-37,1 1 1,-4 1 27,-11-3 1,-11 2 193,-31 32-183,-16-24 1,-7-2-255,1 0 0,-3-4 224,0-5 0,3-4 0,4-5 0,24-10 0</inkml:trace>
  <inkml:trace contextRef="#ctx0" brushRef="#br1" timeOffset="1.04366E6">16032 6502 23282,'47'-40'-69,"0"0"0,-1 9 0,1 13-60,-8 26 0,-2 9 25,-8 0 1,-5 5 120,0 35 83,-46-6 37,1-23 1,-4-3 881,-22 6-1042,67-13 1,14 3-180,0 3 1,-13 5-284,-41 15 0,-7 3 1,34 11-1,-57-39 1,1 1-1,0-1 1</inkml:trace>
  <inkml:trace contextRef="#ctx0" brushRef="#br1" timeOffset="1.04464E6">17635 6349 20554,'-42'38'-506,"0"1"1,0-1-1,0 1 1,0-1 0,0 0-1,-4 5 1,-4 2 0,3-2-1,8-6 1,14-13 0,11-8-1,2-2 1</inkml:trace>
  <inkml:trace contextRef="#ctx0" brushRef="#br1" timeOffset="1.04486E6">17076 6388 19731,'55'24'-16,"0"0"1,0 0-1,-1 1 1,1-1 0,0 0-1,7 4 1,-2-1-1,-5-2 1,-9-5 0,-10-5-1,0 0 1</inkml:trace>
  <inkml:trace contextRef="#ctx0" brushRef="#br1" timeOffset="1.0479E6">9576 7332 19972,'44'5'-153,"0"0"0,0-1 1,18 3-1,-10-2 299,-17-3 5,-70 21-67,-13-6 0,-9 0 52,10-1 0,-3 1 1,2-1-202,-14 2 1,6-2 67,16-3 0,17-5 293,61-18-276,11-1 0,9-3-19,-11 3 1,2-1 0,-1 1 258,16-5 1,-6 2-233,-2 5-39,-80 17 39,-11 2 0,-12 2 0,0 0 304,2-1 0,-1-1 0,1 0-357,-13 3 0,8-2 59,5-8-510,90-16 0,29-7 476,-13 5 0,0 0 0,-1 0 0,-3 1 0,-22 7 0,-1 0 0</inkml:trace>
  <inkml:trace contextRef="#ctx0" brushRef="#br1" timeOffset="1.05467E6">14899 7924 22139,'10'-44'67,"1"1"0,-2 4 1,3 5 55,27-4-156,-3 16-186,20-3-45,-10 48 130,-19 32 64,-25-6 0,-11 5 42,-3-13 0,-5 0 0,-4-1 35,-3 2 1,-4-2-1,0-1 29,-14 11 1,0-5-214,12-15 1,5-5 294,8 0-45,62-33-255,-1-1 0,5-1-3761,14-3 0,0-1 3377,-11 4 1,-4 0 0,-12 4-1,-7 2 1,-12 3 0</inkml:trace>
  <inkml:trace contextRef="#ctx0" brushRef="#br1" timeOffset="1.0549E6">15750 8038 19120,'-3'49'-30,"1"-1"1,-1 1-1,6-8 1,-2-4-1,-10-2 1,1-1-1</inkml:trace>
  <inkml:trace contextRef="#ctx0" brushRef="#br1" timeOffset="1.0707E6">16369 7831 21870,'23'-45'-55,"1"0"1,2 3 0,3 12-24,5 32-51,18 24 40,-13 21 52,-21-16 1,-7 5-12,-9 7 1,-10 2 30,-16 0 0,-7-2 42,2-5 0,-4-4-19,-15 1 0,-2-6 10,9-13 1,4-3-678,-16 4 729,23-5 16,78-11-126,-10-1 0,4 0-241,14-3 0,3 0 283,-13 0 0,2-1 0,-6 0 0,-8 0 0,-2 1 0,30-5 0</inkml:trace>
  <inkml:trace contextRef="#ctx0" brushRef="#br1" timeOffset="1.07427E6">17235 7730 20711,'2'51'-2,"0"1"0,-2 0 0,-2-2-581,-3-14 1,-1-3 582,0 31 0,-2-22 0,9-21 0</inkml:trace>
  <inkml:trace contextRef="#ctx0" brushRef="#br1" timeOffset="1.07463E6">17043 7956 19944,'51'-3'36,"-1"0"1,1-1 0,-6 1 0,-1 0 0,-3 0-37,2 3 0,-5-1 0,5 0 0,-27 1 0</inkml:trace>
  <inkml:trace contextRef="#ctx0" brushRef="#br1" timeOffset="1.07719E6">17868 7734 19557,'3'43'5,"0"1"1,0 0 0,1 10 0,0-4 5,-1 10 2397,1-25-1920,-6-48-365,-3-20-11,1-14 0,0-6 246,1 1 1,1 0-133,1 7 1,1 3-630,2-19-230,-2 50 684,3 48-57,1-4 0,1 6-5,0 8 0,2 4 0,-1-3 8,0-2 0,0-3 689,2 16 0,-3-13-613,-6-35-90,-1-1 56,-9-54-14,6 11 1,1-4 94,-2-26 1,0-2-247,3 18 0,0 2-264,0-9 1,1 22 389,3 69 0,0 15 0,-3-31 0,3 34 0,1 0 0</inkml:trace>
  <inkml:trace contextRef="#ctx0" brushRef="#br1" timeOffset="1.07906E6">14747 7587 18509,'-39'23'120,"0"-1"0,1 0 0,0 11 0,3 5 0,6 6-189,9 0 0,5 6 1,5 3-1,9 0-300,14 6 1,12 3 0,4-2 0,-4-6-403,-8-7 0,-2-5 0,13-3 771,12-9 0,15-3 0,8-1 0,1-3 0,-6-4 0,-12-5 0,-2-3 0,-2-5 0,7 2 0,0-1 0,0 1 0,0 0 0</inkml:trace>
  <inkml:trace contextRef="#ctx0" brushRef="#br1" timeOffset="1.07969E6">18389 7554 20929,'35'52'-329,"-1"-1"1,0 1 0,-8-7 0,-2 1 0,-6 0-565,-5 2 1,-5 0 0,-8-1 184,-13-3 1,-7-2-1,0-5 1,3-1-1,-2-5 1,-8-4-1,-1 0 1</inkml:trace>
  <inkml:trace contextRef="#ctx0" brushRef="#br1" timeOffset="1.08046E6">18933 7662 17904,'50'-10'-427,"-1"1"0,1-1 1,-3 1-1,-1 1 1,-4 6 563,-1 7 0,-14 9 48,-27 18-120,-34-2 1,-21 3-1,5-3 439,13-8 0,7 0-90,0 29 384,78-57 1,10-26 298,-44-26 1,-7-7-445,22 25 0,-8 3-1110,-44-19 0,1 21-1419,38 58 0,16 27 0,-2-2 1876,-5-10 0,-1 0 0,6 9 0,1 3 0,-13-10 0,-18-13 0</inkml:trace>
  <inkml:trace contextRef="#ctx0" brushRef="#br1" timeOffset="1.08106E6">19893 7525 19753,'57'-22'-151,"0"0"0,-1 9 0,-11 15-264,-20 50 678,-44 4 1,-12-2-7,-7-1 521,2-25 1,-7 1-1,6-10-1047,6-11 286,59 8-101,15 1 0,-2 8 53,-18 24 1,-20 2-455,-31-15 0,-13-4 1,0 12-1,-6-8 1,-13-31-1,1 0 1</inkml:trace>
  <inkml:trace contextRef="#ctx0" brushRef="#br1" timeOffset="1.08262E6">9226 6840 20632,'34'-48'26,"1"0"0,16 1 1,1 15-5,-2 28-67,11 14 0,0 16 11,-27 18 1,-6 6 61,8-11 0,-8 4 39,-23 3 0,-10 5 1,-7-8-4,-9-10 1,-6-5 89,-10 13 0,-3-4-20,6-16 0,1-6 1474,-17 3-1770,24-14 117,77-29 51,-6 10-12,2-2 1,5 4-158,0 15 1,-5 7 151,2 7 22,-10 4 0,-9 11-14,-32 22 0,-12 3 15,6 5 30,-6-3 0,-9-3 112,-2-31 0,-7-7-160,-13-5 0,-8-4 1,4 0-593,3 6 1,0-3 410,-3-10 1,-3-4-1,11-1 187,9-4 0,9 3 0,10-1 0</inkml:trace>
  <inkml:trace contextRef="#ctx0" brushRef="#br1" timeOffset="1.08354E6">9394 6922 19742,'52'-15'-17,"0"-1"0,1 0 0,-5-7 1,-3 11 58,8 31 0,-12 17 19,-35 4 1,-10 3-51,3-10 0,-4 0 3,-12 13 0,-11-1 397,-17-3 1,-3-7 336,21-15 0,0-2-830,-15 5 1,15-9 42,50-27 0,13-7 39,9-4-56,-5 14 0,9 3 0,-7 4-79,9 12 104,-6 13 1,-8 8 108,-24 25-11,-18-5 1,-12 0-35,-19-6 1,-8-5-12,1-1 1,-6-8-529,2-17 0,-5-7 0,6-4 506,8-6 0,4-4 0,-7-1 0,7-3 0,18-5 0</inkml:trace>
  <inkml:trace contextRef="#ctx0" brushRef="#br1" timeOffset="1.09539E6">12774 9213 21063,'-41'-20'33,"0"1"1,1-1 0,-16-1 0,7 13-40,4 43-17,30-3 1,11 3 45,31 20-40,-1-15 0,7 1-64,8-2 0,2-1 64,3-1 0,-15 1 241,-44 25-157,-30-23-112,3-30 1,-11-7-1,6-4 45,9-7 0,3-3 0,-27-3 0,54-4 0</inkml:trace>
  <inkml:trace contextRef="#ctx0" brushRef="#br1" timeOffset="1.0957E6">13080 9440 17350,'47'-11'-1066,"0"-1"1,-4 2 0,-9 1 0,-20 6 0,-6 2 0</inkml:trace>
  <inkml:trace contextRef="#ctx0" brushRef="#br1" timeOffset="1.09622E6">13570 9152 23304,'-8'46'24,"0"0"1,0 0 0,8 0 0,5 1-1,7-11 335,36-1 422,-2-39 0,1-14-417,-9-12 1,-5-5-427,-2-7 1,-10 18-763,-25 60 1,-15 35-1,0-6 824,5-21 0,0 1 0,1 3 0,-3 8 0,1-2 0,3-13 0,-2-1 0</inkml:trace>
  <inkml:trace contextRef="#ctx0" brushRef="#br1" timeOffset="1.09687E6">12457 10152 19619,'-41'-6'449,"-1"0"0,72 3 1,37 0-1,4 2-490,-13 0 1,1 1-1,5 1 1,4-1-728,-13 0 0,5 1 0,3-1 1,2 0-1,-1 1 0,-1-1 1,-3 0 767,-1 0 0,0 0 0,-1-1 0,-2 1 0,-3-1 0,-4 1 0,15 0 0,-6 0 0,-6-1 0,-3 0 0,-1 1 0</inkml:trace>
  <inkml:trace contextRef="#ctx0" brushRef="#br1" timeOffset="1.09748E6">15125 9697 21125,'14'-42'849,"-1"1"1,1-1 0,-10 46-3987,-7 25 0,-10 21 1,0 0 3136,1-5 0,0 0 0,1 0 0,-4 20 0,6-17 0,9-41 0</inkml:trace>
  <inkml:trace contextRef="#ctx0" brushRef="#br1" timeOffset="1.09793E6">15549 9181 18874,'-26'37'77,"1"1"0,-1-1 0,-2 1 0,12-2 158,23-1 0,12-10 1932,34-32-1987,-31-12 363,-7-16 1,-6-4-119,-12-1-139,-9-19-4016,-4 39 3730,1 33 0,4-15 0,6 24 0</inkml:trace>
  <inkml:trace contextRef="#ctx0" brushRef="#br1" timeOffset="1.09821E6">15826 9556 20649,'56'-2'0,"1"1"0,-1-1 0,-11 0 0,0 1 0,0 0 0</inkml:trace>
  <inkml:trace contextRef="#ctx0" brushRef="#br1" timeOffset="1.09842E6">15689 9894 22515,'60'-12'-809,"1"0"0,0 0 0,-11 1 0,-2 1 0,-12 3 0,-16 6 0</inkml:trace>
  <inkml:trace contextRef="#ctx0" brushRef="#br1" timeOffset="1.09921E6">16939 9431 20588,'18'-42'2447,"-42"88"-2458,9-9 0,0 6-12,-4 7 1,-1 5 0,15-11 559,38-9-408,2 0 235,20-48 0,7-17 137,-24 2 1,-1 7-435,5 17 1,-6 16-741,-25 16 1,-9 9-3005,-8 17 0,-6 3 2999,-3 2 1,0-7-1,3-13 1,5-16 0</inkml:trace>
  <inkml:trace contextRef="#ctx0" brushRef="#br1" timeOffset="1.10032E6">18095 9762 17552,'-23'39'-623,"1"-1"0,-1 1 1,-7 9-1,8-10 0,16-27 1</inkml:trace>
  <inkml:trace contextRef="#ctx0" brushRef="#br1" timeOffset="1.10084E6">18671 9321 22795,'-17'43'22,"-1"1"0,3 5 1,2 5-1,6-9-50,12 11 255,12-4 0,9-9-59,21-36 78,0-28 0,10-17 1,-9 3 41,-18 10 1,-1-1-187,10-16 1,2-4 0,-13 27-137,-26 73-193,-6-23 1,-2 4-3051,-2 17 0,-1 7 0,0-5 3156,0-7 1,2-4 0,0 3 0,2-10-1,5-23 1</inkml:trace>
  <inkml:trace contextRef="#ctx0" brushRef="#br1" timeOffset="1.10122E6">19814 9360 22459,'-50'30'38,"-1"-1"0,1 1 0,9-8 0,2-2 0,1 5-14,-6 8 0,2 4 1,11-1 479,12 27-538,37-36 1,13-5-780,14-9 1,7-8-2398,-3-5 1,3-4 0,-4 0 2807,-3-2 1,-5 0-1,17-4 1,-36 6 0</inkml:trace>
  <inkml:trace contextRef="#ctx0" brushRef="#br1" timeOffset="1.10153E6">20384 9342 19865,'63'4'-434,"1"0"1,-6 12 0,-7 1 0,-5-1 0,-17 16 0</inkml:trace>
  <inkml:trace contextRef="#ctx0" brushRef="#br1" timeOffset="1.1017E6">20200 9694 22632,'47'-7'-535,"-1"0"0,0 0 0,3-1 0,-4 1 535,-3 1 0,-2-1 0,5 0 0,-4 1 0,8-2 0</inkml:trace>
  <inkml:trace contextRef="#ctx0" brushRef="#br1" timeOffset="1.10232E6">21457 9202 21937,'-46'-4'114,"-1"-1"0,-6 2 0,6 2 396,9 2-504,-8 15 10,16 6 52,11 35-18,4-7-25,6-16 0,0 2 952,-8 3 1,1-4-322,6-3-455,59-39-212,12-4-6,-1-6 0,0 11-25,-13 30 0,-10 15-135,-15 7 1,-17 5-309,-27-1 0,-10-4 1,13-10-1,-4-6 1,-19-14-1,-1 1 1</inkml:trace>
  <inkml:trace contextRef="#ctx0" brushRef="#br1" timeOffset="1.10423E6">12801 10987 23685,'-48'-12'-26,"0"-1"1,0 1 0,-18-2 0,7 14-17,15 22 0,8 11-2881,7 8 1,8 0 2855,-1 9 740,24-13 1,11-5-556,36-14 27,-14-14 1,0-4 72,27-11 475,-26-23 0,-7-9-217,-14 13 0,-4-2-420,5-9 1,-2 5-131,-1 13 3466,-7 23-3459,5 61-1282,1-5 1349,0-8 0,0-2 0,-1 2 0,4-4 0</inkml:trace>
  <inkml:trace contextRef="#ctx0" brushRef="#br1" timeOffset="1.10442E6">13193 11179 21385,'0'0'0</inkml:trace>
  <inkml:trace contextRef="#ctx0" brushRef="#br1" timeOffset="1.10522E6">14261 11184 22358,'-1'-53'707,"0"0"1,-1 9-1,2 19-645,6 45-85,1 9 1,-6 10-1687,-14 5 1,-11 9 0,-3 1 0,4-8 1708,5 1 0,-3-3 0,-10 9 0,-7 4 0,6-23 0,10-33 0</inkml:trace>
  <inkml:trace contextRef="#ctx0" brushRef="#br1" timeOffset="1.10566E6">14471 10625 19193,'-22'54'1303,"0"0"0,-5-9 1,13-15-532,66-55-139,-28-15 253,1-5-2802,-19 9-6245,-18 37 8161,2 4 0,-3 10 0,9-5 0</inkml:trace>
  <inkml:trace contextRef="#ctx0" brushRef="#br1" timeOffset="1.10591E6">14855 10878 20699,'52'-4'-1229,"1"0"0,-1-1 0,-1 2 0,-2 1 1,-15 2-1,-23 2 0,1 3 0</inkml:trace>
  <inkml:trace contextRef="#ctx0" brushRef="#br1" timeOffset="1.10615E6">14789 11237 23265,'52'-22'0,"0"0"0,-1 0 0,1 0 0,3-2 0,0 0 0,0 1 0</inkml:trace>
  <inkml:trace contextRef="#ctx0" brushRef="#br1" timeOffset="1.10664E6">15677 10824 26558,'-11'56'0,"1"0"1,0 0 0,-1 0-1,-6-2 1,3-3 0,13-6 0,0 1-1,0-1 1</inkml:trace>
  <inkml:trace contextRef="#ctx0" brushRef="#br1" timeOffset="1.1124E6">15690 10858 21993,'-34'50'0,"0"0"0,1-1 0,8-2-73,14 12 79,11-8 39,19 7 50,16-22 62,8-9 342,5-21-46,-3-26-201,2-19 101,-9-5 123,-5-5 45,-16 5-213,-8 1-84,-8 8 107,-4 3 50,-2 11-146,-3-3-78,-5 1-84,-2-5 218,3 9-286,-6-4-33,-6 4-145,0 4-326,-10-2 499,-1 11 0,18 3 0,-4 4 0</inkml:trace>
  <inkml:trace contextRef="#ctx0" brushRef="#br1" timeOffset="1.12618E6">14913 12200 21595,'6'-43'310,"-1"0"0,0 1 1,-1 18-205,-3 48 23,-8 27-869,-4 4 1,-2 7 739,2 0 0,0-1 0,-2-11 0,1-5 0,4 15 0</inkml:trace>
  <inkml:trace contextRef="#ctx0" brushRef="#br1" timeOffset="1.12663E6">15320 12135 23769,'-21'40'-42,"0"0"0,-1 0 0,-6 11 0,15-7 126,39-9 62,35-37 274,-3-17-17,-20-8 0,-4-5 314,-4-15-518,-23 12 0,-7 1-115,-14-3-140,-21-7-146,4 24-1327,-12 7-7954,8 21 9483,6 8 0,13-1 0,12-3 0</inkml:trace>
  <inkml:trace contextRef="#ctx0" brushRef="#br1" timeOffset="1.12705E6">15997 12001 22845,'-53'-14'494,"-1"-1"1,11 8 0,16 7-428,54 27-62,7 1 1,4 2 0,-2-3 0,-1 0 2,4 5 0,-8 1 32,-15 16 4,-31-20 1,-11-1-68,-17 5 1,-6-2 22,-7 2 0,0-3 0,13-9 0,5-2 0,-7 5 0</inkml:trace>
  <inkml:trace contextRef="#ctx0" brushRef="#br1" timeOffset="1.12751E6">16632 12045 24951,'-56'30'11,"0"1"0,1 5 0,13 3-39,25 14 28,29 4 79,46-27 38,-23-23 1,2-7 212,8-10 1,-4-9 50,-12-8 0,-7-4-269,-2 0 0,-9-2 28,-19-10 0,-10 3-213,-9 2-1210,-3 14 1,0 10 1282,2 27 0,5-11 0,15 16 0</inkml:trace>
  <inkml:trace contextRef="#ctx0" brushRef="#br1" timeOffset="1.1281E6">17217 12159 24447,'-12'-15'1372,"65"5"-1182,-16 20 1,6 9-1,5-8-157,4-14 1,6-7 0,1-5 0,-4-2-19,4-4 0,-2-4 0,4-5-130,-5-1 1,7-8 0,0 0 0,-6 7-1,-13 13-594,13 21 1,-7-26-1,7-11 1,-22 22-1,-37 48 1</inkml:trace>
  <inkml:trace contextRef="#ctx0" brushRef="#br1" timeOffset="1.13727E6">4351 9173 12690,'-33'15'297,"0"0"0,20 4-143,53-17 0,23-9-153,-20 3 1,1 0 0,0-2 622,14-2 1,-5-1-1017,-2-1 79,-100 22 366,-7 0 0,-9 2 122,14-2 1,-3 1-1,1 0 73,8-2 1,2-1-1,3-1-766,-7 2 0,15-4 837,29-6-22,65-19-283,-3 4 0,7-1-14,-14 2 0,1 0 0,-1 0-23,13-2 1,-4 2 269,-6 0 0,-23 7-438,-48 12 207,-19 5 1,-12 1 84,5 0 0,-3 0 0,-1 0 295,1 1 0,0-1 0,4-2-332,-1 1 0,16-8 43,26-7-60,39-13 1,23-2-86,-20 5 1,2 1 0,1-1 37,5 1 0,1 0 0,-4 1 0,4-2 0,-7 3 0,3 5 0</inkml:trace>
  <inkml:trace contextRef="#ctx0" brushRef="#br1" timeOffset="1.1527E6">12565 12989 21103,'-5'-60'970,"-1"0"1,2 10 0,2 11-965,3 26 61,-7 68-42,-2 0 1,-3 6-34,3-15 1,-1 2-1,0 0-112,-1-2 0,-1-1 1,1-3 825,-1 6 0,0-7-548,-2-1-135,8-31 16,10-58 23,12 7-85,2 8 1,5 2-68,27-1 39,-6 26 1,2 10-6,-10 9 0,-2 5 2,2 0 1,-5 4 142,-7 10 1,-12 3-1,-33 15-10,-19 1-326,-5-29 1,-7-9-320,4-9 1,2-3 0,10 2-1,3-2 1,-9-9 0</inkml:trace>
  <inkml:trace contextRef="#ctx0" brushRef="#br1" timeOffset="1.15292E6">13244 13316 21115,'0'0'0</inkml:trace>
  <inkml:trace contextRef="#ctx0" brushRef="#br1" timeOffset="1.15348E6">14180 13452 22442,'-3'-50'1204,"0"0"0,-5-5-1193,4 98 0,0 23-22,-3-2-251,1-16 0,-1 13 0,-4 0 1,-9-12 261,-12-16 0,-7-8 0,4 3 0,5 26 0,-1-5 0,-17-26 0,1-1 0</inkml:trace>
  <inkml:trace contextRef="#ctx0" brushRef="#br1" timeOffset="1.1539E6">14394 12958 21327,'1'63'715,"1"0"0,0-9 0,4-22 960,19-87-1535,-14 16 118,-4-19-897,-21 39-694,0 20 1333,-9 23 0,10-12 0,2 17 0</inkml:trace>
  <inkml:trace contextRef="#ctx0" brushRef="#br1" timeOffset="1.15428E6">14707 13306 22699,'54'-9'0,"1"0"0,-1 0 0,1 0 0,3 0 0,0-1 0,0 1 0</inkml:trace>
  <inkml:trace contextRef="#ctx0" brushRef="#br1" timeOffset="1.15452E6">14691 13538 23024,'57'-12'0,"0"-1"0,0 0 0,0 0 0,4 0 0,0-1 0,0 1 0</inkml:trace>
  <inkml:trace contextRef="#ctx0" brushRef="#br1" timeOffset="1.1552E6">15745 13151 25780,'-1'62'-841,"0"-1"1,0 0 0,1-10 0,0-2 0,-1-13 0,-1-17 0</inkml:trace>
  <inkml:trace contextRef="#ctx0" brushRef="#br1" timeOffset="1.15682E6">14724 14533 21864,'7'-56'853,"0"-1"1,0 15-1,-2 19-858,-3 47-340,-5 21 1,-3 10-3101,-2 4 0,0 2 3445,0 2 0,0-3 0,0-16 0,2-7 0,3-5 0</inkml:trace>
  <inkml:trace contextRef="#ctx0" brushRef="#br1" timeOffset="1.1572E6">15195 14411 22716,'-49'35'-165,"0"1"1,3 11 0,18 2-52,32-15 0,9-2 222,2 4 0,8-8 260,18-22 0,5-15 423,-7-15 0,-3-7-448,0 2 0,-6-4 120,-9-10 0,-10-1 144,-22-19-640,-18 13-252,-24 19-1095,20 34 1,1 10 1481,-18 24 0,17-6 0,23-5 0</inkml:trace>
  <inkml:trace contextRef="#ctx0" brushRef="#br1" timeOffset="1.15757E6">15826 14231 24189,'50'40'-23,"0"-1"1,-1 3 0,-11 0 78,-20 12-20,-25-20 1,-10 0-23,-19 2 0,-8-3-1297,-8 3 0,-2-3 662,8-6 1,3-2-1,-11 9 1,38-23 0</inkml:trace>
  <inkml:trace contextRef="#ctx0" brushRef="#br1" timeOffset="1.15826E6">17200 12001 25152,'52'2'-68,"-1"1"1,1-1 0,-4 7 0,2 2 0,0 3 0,-3 2 67,10 10 0,-2 4 0,-4-2 0,-8-4 0,-2-1 0,-3-2 0,5 4 0,0 0 0</inkml:trace>
  <inkml:trace contextRef="#ctx0" brushRef="#br1" timeOffset="1.15947E6">16495 14428 21948,'1'-54'939,"0"0"1,0 0 0,1-4 0,-2 26-1058,-5 73 1,-2 31 117,0-19 0,0 4 0,0-1 0,1 1 0,1-1 0,-1-4 0,-2-4 0,0 1 0</inkml:trace>
  <inkml:trace contextRef="#ctx0" brushRef="#br1" timeOffset="1.15991E6">17718 14227 25091,'-38'45'-14,"1"-1"0,0 1 0,0-1 0,-1 1 0,1-1 0,-8 9 0,5-6 0,1-1 0,6-5 0,0 0 0,0 0 0</inkml:trace>
  <inkml:trace contextRef="#ctx0" brushRef="#br1" timeOffset="1.1601E6">17248 14340 22632,'51'29'0,"1"-1"0,-1 0 0,1 0 0,-1 0 0,1 0 0,-3-1 0,1 0 0,-1 0 0,1 0 0,-1 0 0</inkml:trace>
  <inkml:trace contextRef="#ctx0" brushRef="#br1" timeOffset="1.1636E6">6583 8971 14337,'-63'9'1803,"0"0"1,8-1 0,14-2-2090,34-5 174,57-2-261,9-2 0,5-2 917,-6 2 0,-2 0-631,-1-4 0,-21 6-8,-40 6 139,-41 8 1,-17 0 115,7 0 0,0 0-791,-4 1 1,5-1 714,4 4 78,73-14-182,24-7 1,9-4 98,-2 0 0,0 0 954,3-3 0,-8 0-1358,-16-1 291,-75 17 48,-4 2 0,-2-1-2324,16-1 0,1 1 2310,-8 3 0,11-1 0,24-6 0,5 3 0</inkml:trace>
  <inkml:trace contextRef="#ctx0" brushRef="#br1" timeOffset="1.16784E6">6481 8633 16516,'-8'-45'1067,"0"1"-1,0-1 1,-2-16 0,3 6-14,11-8-1036,0 41 162,0 35-137,-8 31 1,-3 14-43,1-16 0,0 3 0,-1 2-129,0 6 0,0 1 0,1-2 160,-4 9 0,2-6 586,4 6-130,28-107-392,-10-3-49,-2 5 1,2-10 0,-2 2 39,-1-8 1,-2 1 70,2-3 0,-2 4-238,-3 15 0,0 9-20,-1 11 95,3 83-8,-4-12 0,0 7 12,0 2 0,0 6 1,1-3-7,-2-12 1,0-2-1,-1-1 467,0 18 0,0-12-431,1-28 40,-10-67-60,0-3 0,-1-7 9,1 8 0,-1-2 0,0 0 42,0 2 1,0 0 0,0 3-273,0-5 0,1 8 141,-3 13 100,8 74-26,-2 11 1,-2 9-13,1-14 1,-1 2 0,0 0 5,1-5 0,0-1 1,0-1 165,-4 22 1,1-14-68,5-34-95,11-50 11,-2-12 0,-1-10 9,1 0 1,1-5 0,-1 2-117,-2 8 1,0 2 0,-1 0-26,3-23 1,-3 8 58,-4 14 90,-5 69-31,0 14 1,-1 10-8,2 1 1,0 6 0,1-3 17,-1 3 1,1-1 271,-2 13 0,9-24-146,7-48-67,-2-41-52,-3 4 0,-1-9 0,0 2-318,0-12 1,-1 3 269,0-5 0,0 25 33,0 55 0,-2 7 0,-1 33 0</inkml:trace>
  <inkml:trace contextRef="#ctx0" brushRef="#br1" timeOffset="1.16912E6">12626 15375 22537,'-54'34'-400,"-1"1"1,1-1-1,-1 0 1,9 0-1,5-1 1,25-1 399,38-1 0,24-1 0,-1-7 0,4-4 0,0-8 0,-5-7 0,0 0 0</inkml:trace>
  <inkml:trace contextRef="#ctx0" brushRef="#br1" timeOffset="1.16935E6">13016 15599 18956,'0'0'0</inkml:trace>
  <inkml:trace contextRef="#ctx0" brushRef="#br1" timeOffset="1.16999E6">14012 15816 24111,'-24'58'0,"0"1"0,-1-1 0,1 1 0,0-1 0,-1 1 0,1-1 0,-1 1 0,1-1 0</inkml:trace>
  <inkml:trace contextRef="#ctx0" brushRef="#br1" timeOffset="1.17044E6">14212 15518 21355,'37'-11'1806,"-1"0"0,21 5-6362,-84-2 0,-12 2 4556,19 12 0,-41 12 0,61-11 0</inkml:trace>
  <inkml:trace contextRef="#ctx0" brushRef="#br1" timeOffset="1.1707E6">14671 15708 21461,'52'-12'-205,"1"1"1,2 7 0,5 4-1,-12 1 1,-7 3 0,3 3-1,1 1 1</inkml:trace>
  <inkml:trace contextRef="#ctx0" brushRef="#br1" timeOffset="1.1709E6">14692 15976 19389,'54'-6'-435,"1"-1"0,-1 0 0,9-1 0,-12 2 0,-22 1 0</inkml:trace>
  <inkml:trace contextRef="#ctx0" brushRef="#br1" timeOffset="1.17223E6">15596 15696 21702,'33'-47'41,"0"0"0,11-1 0,2 18-707,15 52 542,-2-4-33,-30 9 1,-13 7-35,-23 1 1,-14 1 207,-16 13 0,-9-1 156,1-5 1,-2-3 69,-8 0 1,7-6 344,19-6-465,25-14-1955,43-12 1,34-12 0,-7 1 1831,-22 5 0,1-1 0,12-2 0,6-1 0,-14 2 0,-12 2 0</inkml:trace>
  <inkml:trace contextRef="#ctx0" brushRef="#br1" timeOffset="1.17456E6">14368 16901 23741,'-10'47'-553,"0"-1"0,2-4 1,-1 0-4364,0 5 1,1-4 3216,1 0 0,0-5 1,3-7-1,4-23 1</inkml:trace>
  <inkml:trace contextRef="#ctx0" brushRef="#br1" timeOffset="1.17492E6">14896 16916 22705,'-43'31'-69,"0"1"0,3 0 0,12 1-430,35 24 521,27-24 96,5-30 0,4-11 92,-6-6 0,-1-7 327,5-14 1,-5-4 325,-6-17-449,-24 3-666,-28 24-896,-12 17 1148,-9 25 0,20-5 0,7 10 0</inkml:trace>
  <inkml:trace contextRef="#ctx0" brushRef="#br1" timeOffset="1.17527E6">15568 16777 23892,'-37'-12'-20,"0"0"1,-13-2 36,81 28 0,20 7-45,-17-5 0,2 2-40,23 7 1,-5 7 39,-25 1 0,-13 3-53,-19 0 0,-13 0-1726,-20 12 1,-9-4 1806,4-13 0,0-5 0,1-4 0,7-4 0,13-10 0</inkml:trace>
  <inkml:trace contextRef="#ctx0" brushRef="#br1" timeOffset="1.17572E6">16144 16901 24256,'2'-50'-10,"0"1"1,-12 9 0,10 9-28,34 14 1,8 15-135,-13 26 1,-3 6 114,18-3 8,-33 33 1,-18 6 108,-14-31 1,-6-3 75,-4 17 0,0-3-19,-11-3 16,46-29-324,56-22-734,-12 0 0,5 0 924,-8 2 0,2 0 0,-3 0 0,-1-1 0,-4 1 0,-4 2 0,-1 0 0</inkml:trace>
  <inkml:trace contextRef="#ctx0" brushRef="#br1" timeOffset="1.17722E6">17144 14325 22554,'-28'54'351,"1"1"0,-1 0 1,34-5-1,15-4-82,13 4 0,13-13-189,-1-28 0,8-14 1,5-13 11,-14-4 1,5-10-1,3-7 1,2-5-1,0-2 1,-2 2-1,-6 4 1,-5 7-2071,7-4 1,-7 5 0,7-5 1977,-4 3 0,11-8 0,4-5 0,0 2 0,-6 3 0,-12 10 0,-18 13 0,-15 10 0,3 11 0</inkml:trace>
  <inkml:trace contextRef="#ctx0" brushRef="#br1" timeOffset="1.1777E6">17027 14654 12831,'9'-61'927,"-1"0"0,1 0 0,-1-1 0,0 1 0,1 3 0,4 23 1095,8 30-1965,-5 35 1,0 25-1,4 5 1,7-16 311,20-25 1,8-13 0,-3 9-326,-10 32 1,-5 12 0,14-24-46,-12-36 1,10-13-1,6-9 1,5-8-1,2-5 1,0-3-1,-2 0 1,-4 3-1,-7 4 1,-9 8-208,7-4 1,-10 5-1,8-6 1,-2 1 0,13-8-1,7-5 1,1 0-1,-3 1 1,-10 6 0,-14 8-1,-20 13 1,-16 10 0</inkml:trace>
  <inkml:trace contextRef="#ctx0" brushRef="#br1" timeOffset="1.17843E6">17231 12075 23915,'36'43'590,"1"-1"0,19-11 0,11-18-463,-16-24 0,5-12 1,2-6-1,-2 2-792,-3 3 1,0 1-1,-1-1 1,2-4 684,-2 0 0,2-3 0,0-1 0,-2 1 0,-5 1-425,8-6 0,-5 2 0,-4 5 405,-4 8 0,-6 3 0,8-10 0,-48 43 0</inkml:trace>
  <inkml:trace contextRef="#ctx0" brushRef="#br1" timeOffset="1.18159E6">8079 8412 22565,'-26'-45'39,"-1"0"0,12-1 1,16 8-91,33 24 1,12 11-15,-2-1 1,1 7-127,13 11 0,-6 14 59,-18 18 1,-13 9 114,-9-2 1,-12 2-144,-13-6 1,-10 3 0,-4-5 202,-3-8 0,-3-3 0,-2-2-28,2-1 0,-1-1 0,3-2 271,-6 0 0,18-6 341,37-10-563,17-21 1,10-10-127,5 0 1,7-3-1,1-1-1724,-6 4 1,2-2 0,0 1 0,-2 0 1785,11-3 0,-2 1 0,-3 1 0,-11 4 0,-2 1 0,-7 3 0,8 3 0</inkml:trace>
  <inkml:trace contextRef="#ctx0" brushRef="#br1" timeOffset="1.18324E6">12693 18085 19171,'-50'-40'367,"1"1"1,10 3 0,-1 10-270,2 20 0,-1 9-143,-2 10 0,-1 6-17,-15 2 1,0 6-3,21 0 1,3 4 0,4 1-83,-1 6 1,9 1-93,8 2 0,14-4 324,19-11 1,11-9 316,8-13 1,5-12 23,-1-10 0,2-9 1,-4-3-129,-7 1 0,-4-3 0,-1-3-120,2-13 1,-3-4 0,-6 1 83,-6-6 0,-7 2 92,-3 2 1,-3 2-585,-4-11-85,-2 33 393,8 50-107,3 18 0,0 13-643,-3 4 1,-1 8 0,0-4 149,1-13 1,2-3 0,-2 3 520,-2 19 0,0 4 0,-2-16 0,1-19 0,3 18 0</inkml:trace>
  <inkml:trace contextRef="#ctx0" brushRef="#br1" timeOffset="1.18342E6">13084 18207 16797,'0'0'0</inkml:trace>
  <inkml:trace contextRef="#ctx0" brushRef="#br1" timeOffset="1.18404E6">14164 18102 22627,'-12'56'-624,"1"0"0,-1 1 1,0-1-1,-3-10 1,-2-4-1,-3 2 624,-5 5 0,-4 4 0,-2-4 0,3-12 0,1-12 0,-1-7 0,-25 9 0</inkml:trace>
  <inkml:trace contextRef="#ctx0" brushRef="#br1" timeOffset="1.18452E6">14381 17839 20699,'-18'50'1025,"-1"1"1,18-24 766,27-87-2232,-9 25 1,-10 3 439,-37-1 0,11 36 0,12 42 0</inkml:trace>
  <inkml:trace contextRef="#ctx0" brushRef="#br1" timeOffset="1.18483E6">14881 18086 15748,'44'-15'-772,"0"0"0,1 0 0,6-5 0,-10 5 0,-17 13 0</inkml:trace>
  <inkml:trace contextRef="#ctx0" brushRef="#br1" timeOffset="1.18504E6">14883 18341 20817,'52'-22'0,"1"-1"0,-1 0 0,-10 5 0,0 0 0,0 0 0</inkml:trace>
  <inkml:trace contextRef="#ctx0" brushRef="#br1" timeOffset="1.18588E6">15926 17918 20173,'15'-42'145,"1"-1"1,16-4 0,6 14-588,20 34 80,-20 14 1,-6 8 154,-10 27 137,-28-1 0,-14-1 414,-2-17 1,-5-4 1668,-4 3 1,-1-4-1723,-9-4-341,29-26 55,31-12-53,10 6 1,5 4-15,29 10-198,-15 10 0,-4 7 170,-8 24-151,-40-9 0,-13-1-1092,-31 7 1333,-10-19 0,1-7 0,13-7 0,-6-5 0</inkml:trace>
  <inkml:trace contextRef="#ctx0" brushRef="#br1" timeOffset="1.18968E6">9557 8206 23965,'27'-35'46,"0"0"0,-1 0 0,14-11 1,4 9-70,6 16 1,1 13-57,-5 13 1,-9 11 5,-11 39 48,-26-8 0,-11 3 30,-10-1 1,-6-3 1016,-1-5 1,1-5-1040,-7 7-17,64-31-27,23-3 52,-13 1 1,-2 7 11,-10 8 0,-10 6 13,-17 7 1,-12 3-42,-18 5 0,-11-4-879,6-16 0,-5-2 1,1-3 224,-9 5 1,2-5-1,-16 1 1,52-20 0</inkml:trace>
  <inkml:trace contextRef="#ctx0" brushRef="#br1" timeOffset="1.19853E6">22501 1126 17188,'0'46'72,"0"1"1,-1 6 0,-1 0 64,1-12 0,-2 1-50,0 18 0,0 4-29,0-12 0,0 2 0,-1 0-356,0 3 0,0 0 1,-1 0 345,-1 0 1,-1 1-1,0 0 10,-2-2 0,-1 0 0,0-1 28,-2-2 0,-1 0 0,0-1-12,-2 1 1,-1 1 0,-1-1-40,0 1 1,0 1 0,0 0-8,0 2 0,-1 0 0,1 2-9,4-12 1,1 0-1,-1 1 1,1 0 27,-1 5 1,0 0 0,0 0-1,-1 2-175,0 4 1,-1 1 0,0 1 0,0 2 137,0-3 0,1 2 0,-1 2 1,1-1-1,0-1-156,1-6 1,1-2-1,1 0 1,-1 1-1,1 3 166,-1-1 1,1 2-1,-1 2 1,1 1 0,0-2-1,0 0-253,2-5 0,0-2 1,1 1-1,-1-1 0,1 1 1,-1 2 251,-2 6 1,1 1-1,0 1 1,-1 0 0,0 1-1,1-1-12,0-9 0,1 1 0,-1 0 1,1 0-1,-1-1 0,1 1 1,-1 0-11,0 9 0,0-1 0,0 1 0,0-1 1,1 1-1,0-2 3,0-1 0,1-1 0,1 0 0,0 0 0,0 0 0,1 0-3,1-2 0,0 0 0,0 0 1,1 0-1,0 0 0,1-1-42,1-2 0,-1-1 0,2 0 0,-1 0 0,1 1 0,-1 0 45,1 4 1,-1 1 0,0 1 0,1 0 0,-1-2 0,1-1-6,-1 1 1,1-1-1,-1-1 1,0 1 0,0 1-75,0-4 1,0 2 0,0 0 0,-1 0 0,1-1 0,0-2 77,1 0 0,-1-1 0,0-1 0,1 0 0,0 1 2,0 3 0,0 1 0,1 0 0,-1-1 0,1 1 15,0-3 1,0-1 0,0 1 0,1-1 0,-1 0 4,1-1 0,-1 1 0,1-1 1,-1 0-1,0-1-16,-1 13 1,0 0 0,-1-1-1,0 0-5,0-2 0,0 0 0,-1 0 0,1-1 191,-2-1 0,1-1 1,-1 0-1,0-1-188,0-1 0,0-1 0,0 0 0,0-1 5,-1 2 0,0-1 1,-1 0-1,0 0-1,-1 1 0,-1 0 0,-1 0 0,0 1 1,-1 1 1,-2 2-1,1-1 1,-1 1-39,-1 1 0,0 0 0,0 1 0,0 0 42,0 0 1,0 0-1,-1 0 1,1 0-13,2-11 0,0 0 0,0 1 0,0-1 0,0 0 5,0 0 1,1 0 0,-1 0-1,0 0 1,-1 0-1,0 1 1,0-1 0,0 1-1,-1 0 1,1 0-3,-1-1 0,1 1 1,-1-1-1,0 0 1,0 0-7,1-1 1,0 0 0,0 1 0,1-2 0,-1 1 7,-2 11 1,1 0-1,0 0 1,1 1 4,2-9 0,0 1 0,0 1 0,1-1 0,0-2-7,-2 6 0,1-2 0,0 0 0,0 2-3,0-3 0,0 1 0,-1 1 0,1 1 0,0-2 4,0-1 1,0-1-1,0 0 1,0 0-1,1-1-2,-2 10 1,0-2 0,1 1 0,0 2 8,2-8 0,-1 3 1,1 0-1,0-1 0,1 0 0,0-3 0,0 0 1,1-1-1,-1 0 0,0 0-19,0-2 0,1 0 0,-1-1 1,0 1-1,-1 3 6,1-2 0,-1 1 0,0 1 0,0 1 1,-1 2-1,1 1-12,0 1 0,-1 3 1,1 2-1,-1-1 1,0 0-1,1-2 1,0-4-256,0 4 0,0-4 0,1-1 0,-1 0 1,1 4 268,-1-1 0,1 2 0,0 1 0,0 1 0,-1 0 0,0 0 8,0 1 0,-1 1 1,0 1-1,0-2 1,1-4-1,0-7 110,1 5 1,0-7-1,0 9-141,0-10 1,-1 8 0,-1 7-1,0 2 1,-1 1 0,1-1-1,0-6 1,2-7 160,-3 11 1,2-7 0,0-2-1,-1 1-98,1 3 1,0 1 0,0 0 0,-1-2 30,0-4 1,-1 1 0,0-4 0,-1-7-456,-3 2 1,-1-5-4533,1-4 1,0-1 4151,-2 9 1,2-10 0,5-26 0,4-1-1</inkml:trace>
  <inkml:trace contextRef="#ctx0" brushRef="#br1" timeOffset="1.203E6">23559 1402 21282,'-57'-4'212,"0"0"1,5 1 0,5 8-146,16 14 1,6 7-29,-5 24-5,28-16 0,9 0-20,13 1 0,8-2-31,8 2 0,3-1 6,0-2 0,-4 0 58,-8-5 1,-12 0 114,-33 13-98,-17-26 1,-11-6-37,-10-3 0,-2-5-154,3-2 0,3-5 126,13-4 0,6-1 0,8-2 0,17-2 0</inkml:trace>
  <inkml:trace contextRef="#ctx0" brushRef="#br1" timeOffset="1.20372E6">23909 1728 22817,'40'0'-643,"1"-1"1,-3 0 0,-8 1 0,-20 2 0,-3 0 0</inkml:trace>
  <inkml:trace contextRef="#ctx0" brushRef="#br1" timeOffset="1.20456E6">24819 1537 21416,'-43'-8'91,"0"0"0,0 0 0,-26-1 0,8 5-1,10 14-29,3 0 7,28 2-1,10 3 219,-11 29 293,8-11 1,1 1 232,1 10-716,8-7-46,56-52-159,-13 19 1,7 6 0,-4-2 97,-4-8 0,-8 6-297,-8 31 0,-19 3-659,-30-27 1,-14-5 966,-3 6 0,-6 2 0,7-6 0,-16-7 0,16-3 0</inkml:trace>
  <inkml:trace contextRef="#ctx0" brushRef="#br1" timeOffset="1.20509E6">22982 2210 22139,'62'0'-30,"0"-1"1,0 1 0,0 0-1,0 0 1,0 0 0,0-1 0,0 1-1,0 0 1,0 0 0,0 0 0,0 0-1,0-1 1,0 1 0,0 0 0,-1 0-1,1 0 1,10 0 0,4-1 0,4 1-1,2 0 1,-1 0 0,-1-1 0,-3 1-1,-6 0 1,-7 0 0,-8 0 0,-10 0-1,-13-1 1,-13 1 0,-10 0-1</inkml:trace>
  <inkml:trace contextRef="#ctx0" brushRef="#br1" timeOffset="1.20593E6">26226 1956 21741,'14'-36'991,"-1"0"1,-22 43-3057,-4 28 0,-1 22 0,1-3 2065,-6 1 0,2-1 0,1 9 0,10-16 0,12-39 0</inkml:trace>
  <inkml:trace contextRef="#ctx0" brushRef="#br1" timeOffset="1.20626E6">26628 1509 20308,'4'43'1722,"0"1"0,-11 1-1526,17-97-496,-30 11 1,-5 16 299,11 50 0,-25-37 0,41 57 0</inkml:trace>
  <inkml:trace contextRef="#ctx0" brushRef="#br1" timeOffset="1.20664E6">26946 1964 20884,'64'-5'-674,"-1"1"0,1 0 1,-13-1-1,-4-1 1,-9 4-1,-7 6 0</inkml:trace>
  <inkml:trace contextRef="#ctx0" brushRef="#br1" timeOffset="1.20682E6">26908 2176 20879,'62'-7'-1265,"1"0"0,-8 0 0,-6 2 0,-2 1 0,-21 3 0</inkml:trace>
  <inkml:trace contextRef="#ctx0" brushRef="#br1" timeOffset="1.20751E6">28302 1883 22347,'-59'-16'213,"0"0"1,0 0 0,12 0 0,2 1 0,6 7-186,-10 16 56,34-2-5,-5 13 201,-16 25-236,16-18 4,-4 4 0,2-1 1811,10-12-1791,6 4-35,22-21-38,38-6 5,-15 11 0,3 5-28,7 9 0,-1 6 11,-8-1 0,-7 6-1660,-13 11 1,-12 0 1648,-19-6-67,-32 6-359,-1-36 0,1-6 1,6 4-1,-28-4 1</inkml:trace>
  <inkml:trace contextRef="#ctx0" brushRef="#br1" timeOffset="1.21372E6">23417 2993 21041,'-42'-38'86,"1"0"0,5 2 0,1 14-22,6 33 0,-1 10-58,-2 4 0,-1 5-48,-8 8 0,4 4-3,10-2 0,11 0 118,26 23 151,44-33-76,-15-28 1,1-9 95,3-8 0,-3-8-18,-4-11 1,-5-5-23,-6 1 1,-5-1 433,0-17-783,-12 18 139,-16 55-5,0 2-160,-2 13 0,0 6-1123,3-2 0,3 1 1294,1 6 0,2-1 0,0 10 0,9-22 0</inkml:trace>
  <inkml:trace contextRef="#ctx0" brushRef="#br1" timeOffset="1.2139E6">23775 3243 17607,'0'0'0</inkml:trace>
  <inkml:trace contextRef="#ctx0" brushRef="#br1" timeOffset="1.21434E6">24522 3119 23562,'-2'58'-300,"0"0"0,-7-12 1,-3 1-1,-4-4-2193,-11 6 1,-3-4 1360,-1-1 0,1-5 0,-10-1 0,29-30 0</inkml:trace>
  <inkml:trace contextRef="#ctx0" brushRef="#br1" timeOffset="1.21486E6">24708 2824 21747,'65'9'2369,"-13"13"-2890,-72-61 521,3 47 0,4-11 0,2 16 0</inkml:trace>
  <inkml:trace contextRef="#ctx0" brushRef="#br1" timeOffset="1.21508E6">25058 3073 21534,'57'-10'-1141,"-1"-1"1,0 1 0,-7 0 0,-2 0 0,-15 5 0,-20 5 0</inkml:trace>
  <inkml:trace contextRef="#ctx0" brushRef="#br1" timeOffset="1.21532E6">24993 3335 22587,'62'-17'0,"0"0"0,0-1 0,0 1 0,-13 4 0,1-1 0,-1 0 0,1 0 0</inkml:trace>
  <inkml:trace contextRef="#ctx0" brushRef="#br1" timeOffset="1.21574E6">25943 2985 24447,'-17'49'30,"1"0"1,-1 0 0,1 1 0,-21-5 0,-3-5-1,26-6 24,42-8 0,23-6 1,-10-11 12,-19-18 790,1-42 0,-9-10-874,-17 22-834,-17-23 1,-6 8 0,5 40 0,-25-3 0</inkml:trace>
  <inkml:trace contextRef="#ctx0" brushRef="#br1" timeOffset="1.22477E6">24409 4162 23231,'21'-45'17,"0"0"0,-1 7 0,4 14-28,38 43-1,-38 4 1,-6 8-62,-6 13 1,-11 5 38,-11-9 0,-8 2 1,-6-1-4,-5-2 1,-5-1-1,-3 0 1,0-3-304,-8 6 0,-1-4 0,-1-2 513,-4 0 1,-1-2 0,6-11 89,7-9 0,11-14-134,18-27-57,49-23-61,-11 26 1,4 5-7,13 5 1,3 8-118,-11 11 0,-1 6-992,7 4 1,-1 4 1103,-7 1 0,-4-1 0,9 6 0,-14-12 0</inkml:trace>
  <inkml:trace contextRef="#ctx0" brushRef="#br1" timeOffset="1.22556E6">25110 4181 23567,'37'31'-28,"-1"0"0,6 6 0,-9 1 68,-21 5 24,-21-5 0,-8-1-36,-18 12-56,-16-17 0,-5-6-957,-1-9 985,22-7 0,4-2 0,8-5 0,16-3 0</inkml:trace>
  <inkml:trace contextRef="#ctx0" brushRef="#br1" timeOffset="1.22635E6">25839 4273 21808,'-33'33'37,"-1"0"1,1 1 0,-4-4 0,11 1 15,25 16 1,20-2 22,29-21 0,9-9-15,-20 0 1,1-5-2458,29-10 0,-4-9 2569,-28-5 469,-36-47 0,-22-5-631,-24 32-3145,-4-10 1,0 11 3133,8 47 0,9 11 0,34-14 0</inkml:trace>
  <inkml:trace contextRef="#ctx0" brushRef="#br1" timeOffset="1.22664E6">26947 4122 23198,'-38'49'-220,"-1"-1"0,0 1 1,0-1-1,1 1 1,-1-1-1,0 0 1,5-5-1,7-9 0,-2 3 1</inkml:trace>
  <inkml:trace contextRef="#ctx0" brushRef="#br1" timeOffset="1.22692E6">26423 4253 23993,'47'36'-270,"0"0"1,-1 0 0,1-1-1,0 1 1,0 0 0,1 1 0,2 0-1,-3-1 1,-7-6 0,-12-8-1,-8-3 1</inkml:trace>
  <inkml:trace contextRef="#ctx0" brushRef="#br1" timeOffset="1.2292E6">26482 4467 15300,'-9'-48'1941,"-1"1"1,3 6 0,0 5-54,-3-8-1166,3 17-632,-3-7-84,4 23 38,4 25 7,3 16-32,2 9 1,-1 6 2,-1 2 1,0 0 7,1 0 1,1-1-6,1 2 1,8-6 181,34-2-39,10-18-45,-10-21 0,3-9 48,3-11 0,0-5-51,-3-2 1,1-3-43,-9 1 1,1-3 0,0-1-35,3-4 1,-1-1 0,-2 1-36,-7 8 1,-3 1-1,2-1-4,9-6 1,2-1 0,-4 5 8,-3 6 0,-2 3-28,-4 3 0,-1 1-597,17-4-459,-30 28-1663,-16 18 2733,-10 4 0,-2-3 0,-2-13 0</inkml:trace>
  <inkml:trace contextRef="#ctx0" brushRef="#br1" timeOffset="1.22979E6">26419 4420 22627,'-14'-50'330,"2"24"-285,10 53 0,3 19 67,1-7 0,2 1-12,4-2 1,4-3 70,7-4 0,7-6-45,6-10 0,6-7 8,22-9 1,7-10 8,-13-3 1,2-4 0,1-1-287,-2-2 1,1-2 0,0-2 193,-9 3 1,1-2 0,-1-1 0,-3 1 30,3-2 1,-4-1-1,-1 2-18,11-6 1,-3 1-15,-8 6 1,-6 5-1239,-9 3-8643,-6 10 9246,-23 14 0,4-2 0,-8 2 0</inkml:trace>
  <inkml:trace contextRef="#ctx0" brushRef="#br1" timeOffset="1.23164E6">4238 10516 19412,'53'-12'49,"-1"-1"0,0 1 0,0 0 1,28-6-1,-33 13 222,-83 31 1,-25 7 405,18-12 1,-1-1-661,-7 5 0,-3 2 0,29-15-768,65-34 751,1 1 0,4 0 0,-1 1 0,-3 1 0,14-8 0</inkml:trace>
  <inkml:trace contextRef="#ctx0" brushRef="#br1" timeOffset="1.23517E6">22823 5343 21170,'12'-55'760,"0"0"0,-3 9 0,1 19-659,0 47-54,-10 15 1,-6 10-26,-4 15 1,-6 3-3,3-17 1,-2 1-1,-2-2 5,-11 15 1,1-5 634,8-18 1,2-6-616,-4-3 11,25-44-22,21-29-34,14-1-3,-9 20 0,5 5-6,1 12 1,3 7-23,2 9 1,-1 6-7,-3 4 1,-4 4-15,10 27 96,-49-4-115,-19-23 0,-8-5-955,-11 0 1,-2-3 1024,4-4 0,3-2 0,-14 0 0,37-7 0</inkml:trace>
  <inkml:trace contextRef="#ctx0" brushRef="#br1" timeOffset="1.23537E6">23382 5716 20215,'0'0'0</inkml:trace>
  <inkml:trace contextRef="#ctx0" brushRef="#br1" timeOffset="1.23689E6">24355 5499 23562,'-2'57'-533,"0"0"1,0-1 0,-13 3 0,-8 4 0,-3-2 0,1-5-1569,2-5 1,-1-5 0,-4 1 1291,-2-4 0,-4 3 1,0-5-1,4-11 1,-21-2-1,24-21 0</inkml:trace>
  <inkml:trace contextRef="#ctx0" brushRef="#br1" timeOffset="1.23729E6">24581 5221 22179,'-24'48'457,"0"1"0,29-3 1,11-17 656,15-62-974,2 23 0,-4-3-42,-22-21 0,-9-1-865,-7 10-1440,-12 0 2207,12 41 0,-1-14 0,8 20 0</inkml:trace>
  <inkml:trace contextRef="#ctx0" brushRef="#br1" timeOffset="1.23759E6">24996 5443 20044,'56'-1'0,"0"-1"0,0 0 0,-11 1 0,0-1 0,0 1 0</inkml:trace>
  <inkml:trace contextRef="#ctx0" brushRef="#br1" timeOffset="1.23786E6">24972 5693 24895,'49'-9'0,"-1"1"0,1-1 0,0 0 0,3-1 0,0 1 0,0 0 0</inkml:trace>
  <inkml:trace contextRef="#ctx0" brushRef="#br1" timeOffset="1.23984E6">25939 5596 21405,'3'-60'1226,"0"-1"1,0 11 0,0 4-678,6-10-549,-3 38 73,-2 75-56,-13-8 0,-3 6-16,3-6 1,1 3 0,-2-2 224,-2-2 0,-1-1 0,2-10 9,-1-6-151,29-87-65,-7 11 1,1-6 23,-2 3 0,0-4 0,-2 6 32,-3 5 1,-2 4-213,-1-1 0,-2 8-121,0 20-710,-4 35 289,0 13 1,-1 1-1,1-1 1,-5 14 0</inkml:trace>
  <inkml:trace contextRef="#ctx0" brushRef="#br1" timeOffset="1.24066E6">24255 6744 20436,'7'-53'466,"1"0"1,6 6 0,9 9-448,8 18 1,6 12-40,-1 10 1,-2 11 27,-6 15 1,-10 10 2,-20 17 0,-16 5-11,-2-15 0,-6 1 0,-3-3-126,-4 0 0,-2-3 0,0-2 131,-9 3 1,5-5 185,0 2 0,67-31-763,24-14 1,11-7 571,-1 1 0,-1 0 0,1-2 0,-6 1 0,6-4 0</inkml:trace>
  <inkml:trace contextRef="#ctx0" brushRef="#br1" timeOffset="1.24107E6">25012 6537 23271,'41'19'24,"-1"0"1,1 0-1,-9 14 1,-5 7 0,-9-3 3,-7-5 0,-11 2-28,-23 16 0,-17 6 0,0-12 0,8-22 0,-1-4 0,-17 16 0,1-1 0</inkml:trace>
  <inkml:trace contextRef="#ctx0" brushRef="#br1" timeOffset="1.24137E6">25853 6489 25690,'-2'54'-4,"1"0"0,0 0 0,0 13 0,0 3 0,0-12 1,1-23-1,0-2 0,0 12 0,0 0 0</inkml:trace>
  <inkml:trace contextRef="#ctx0" brushRef="#br1" timeOffset="1.24309E6">6532 9995 20005,'8'-54'1032,"0"1"0,-1-1 0,2-9 0,-2 10-1250,1 16 229,-7 46 19,3 39 1,0 15-9,-2-18 1,1 3-8,0 15 0,0 8 0,0-9 660,-2-17 0,-1-5-653,0 3 1,0-18-16,0-62 1,1-39-1,-1 7-7,1 31 0,-1-3-33,-1-14 1,0-17-1,0-2 1,2 16-1,2 35-39,7 52 133,-9-6-56,-3 19 1,-2 18 0,-1 6 0,1-9 221,2 12 0,-4-8-93,-10-5 1,0-24-175,12-67 34,0-14 1,0-10 12,-2 4 1,-1-4 0,1 3 11,2 1 1,-1 1-164,-3-2 0,-2-2 1,11 24 120,13 30 68,15 61-520,-20-15 0,-3 10 1,-1 4-1,0-6-2802,4-1 0,0-3 0,-2 2 2101,-4 14 0,-2 3 1,-2-15-1,0-10 1,1-30-1</inkml:trace>
  <inkml:trace contextRef="#ctx0" brushRef="#br1" timeOffset="1.24436E6">22758 7726 22503,'-50'18'88,"1"1"1,-1-1-1,0 4 1,2 2 0,12 2-162,14 5 0,13 2 22,12 2 1,14-4-888,29-10 0,12-9 938,7-4 0,-1-5 0,-9-3 0,-6-1 0,9-5 0</inkml:trace>
  <inkml:trace contextRef="#ctx0" brushRef="#br1" timeOffset="1.24451E6">23159 7963 21205,'0'0'0</inkml:trace>
  <inkml:trace contextRef="#ctx0" brushRef="#br1" timeOffset="1.25469E6">24160 7970 22806,'29'-40'1,"0"-1"1,0 2 0,0 9-52,6 17-62,16 6-73,8 30 79,-16 17 128,-29-4 1,-12 3 13,-21 4 0,-12-1-8,-7 0 0,-9-3 50,0-8 1,-5-2 0,4-3-121,4-4 0,4-2 75,-10 1 1,21-5-1,37-11 7,31-1-315,9-2 1,8-2-785,3-2 0,2-2-1443,-12 1 1,2-2 0,-4 1 2501,1-2 0,-5-1 0,9-5 0,-39 9 0</inkml:trace>
  <inkml:trace contextRef="#ctx0" brushRef="#br1" timeOffset="1.25527E6">25036 7895 22688,'30'34'-5,"0"-1"1,0 1 0,7 5 0,-10-3 10,-26 19-23,-26-13 11,-10-13 1,-5-4-438,6-6 0,0-3 443,-6 0 0,3-5 0,2-9 0,25-2 0</inkml:trace>
  <inkml:trace contextRef="#ctx0" brushRef="#br1" timeOffset="1.25869E6">25685 7865 21674,'51'-20'-127,"1"0"0,11 10 0,-9 13 32,-22 37 81,-13-3 0,-10 4-34,-26 10 1,-16-1 50,3-13 1,-5-1 0,-3-1-186,-6 0 0,-2-2 1,2-2 206,-10 4 0,6-4 194,10-11 1,17-5 150,64-6-353,-1-9 0,9-4-796,6 2 1,6-1-1,-2 0 779,-9-1 0,-2 0 0,-1 0 0,13 0 0,-8 1 0,-6-1 0</inkml:trace>
  <inkml:trace contextRef="#ctx0" brushRef="#br1" timeOffset="1.25942E6">26861 7920 21618,'-41'29'-437,"0"0"0,1 1 0,-1-1 1,-8 5-1,2 0 0,4 3 437,10 2 0,4 3 0,3-5 0,3-6 0,4-4 0,-13 14 0</inkml:trace>
  <inkml:trace contextRef="#ctx0" brushRef="#br1" timeOffset="1.25965E6">26370 7893 21231,'43'31'-307,"-1"-1"1,1 1 0,0-1-1,-1 1 1,0 0 0,-1-1 0,-1 0 306,5 3 0,-2-1 0,-3-2 0,3 2 0,-7-4 0,-4 0 0</inkml:trace>
  <inkml:trace contextRef="#ctx0" brushRef="#br1" timeOffset="1.2621E6">8452 9934 18526,'-44'30'-329,"0"-1"1,0 0-1,20-10 889,48-20-246,32-14-303,-9 5-76,-1-4 1,-1-1 771,-15 5-724,-1 4 28,-76 32 11,18-11 1,-4 1 75,-26 12 0,0-1-230,24-12 1,8-4 584,11-4-363,43-19-66,10-4 0,10-3 1,-1 0-31,7-2 1,-2 1 10,1-1 1,-3 1 565,-12 7 0,-10 3-341,-21 8-326,-58 26 102,11-6 0,-4 0-3538,-12 6 1,2-1 2852,20-8 1,5-3-1,-1 1 1,44-18 0</inkml:trace>
  <inkml:trace contextRef="#ctx0" brushRef="#br1" timeOffset="1.26785E6">24117 8960 21685,'-52'35'15,"1"0"1,0 0 0,6 5 0,2 3-1,9 2-113,2 12 0,13 2-148,12 7 0,18-4-146,21-20 0,12-8-805,-5-12 0,6-2 0,0-4 388,0-3 1,0-3-1,-2-3 1,8-1-1,-7-2 1,2-4-1</inkml:trace>
  <inkml:trace contextRef="#ctx0" brushRef="#br1" timeOffset="1.26847E6">24570 9189 19518,'10'-50'375,"0"-1"0,4 1 0,4 11-380,16 24-124,24 9-39,-5 28 193,-27 1 1,-6 7 91,-9 9 1,-11 4-15,-15 7 1,-9 0-54,-7 0 1,-5-4 55,-1-8 0,0-5-50,7-10 0,4-4-5,5-4 50,25-9-12,45-11-823,-7 0 1,5 0 733,18-2 0,-1 1 0,-20 0 0,-5 1 0,-4 2 0,0 0 0</inkml:trace>
  <inkml:trace contextRef="#ctx0" brushRef="#br1" timeOffset="1.26884E6">25391 9359 23707,'-8'50'-863,"-1"0"1,2-4-1,-3-4 863,-19 12 0,17-30 0,-10 11 0</inkml:trace>
  <inkml:trace contextRef="#ctx0" brushRef="#br1" timeOffset="1.27887E6">25866 9345 21534,'-26'51'-69,"0"0"0,9-6 0,14-7 147,26-17 0,9-7 68,4-5 0,1-5 134,-1-6 0,-1-5-157,-2-6 1,-4-4 262,10-19 415,-7-18-611,-19 15 18,-10-11-108,-21 7-44,-3 8-22,-6 4-174,-8 12 39,0 13-28,-2 1-27,1 12-18,18 2-1013,-13 16 1187,3 2 0,6-4 0,6-5 0</inkml:trace>
  <inkml:trace contextRef="#ctx0" brushRef="#br1" timeOffset="1.2793E6">26764 9267 22907,'1'51'-1752,"1"1"1,-1 5-1,0-5 1752,3-4 0,-2-5 0,-2-28 0</inkml:trace>
  <inkml:trace contextRef="#ctx0" brushRef="#br1" timeOffset="1.27968E6">26599 9496 22330,'55'-9'30,"0"-1"0,0 0 0,2 0 1,-1 1-1,-4 2-781,0 6 0,-5 1-381,-10-2 0,-7 1 0,-8 0 0,-27 1 0</inkml:trace>
  <inkml:trace contextRef="#ctx0" brushRef="#br1" timeOffset="1.3229E6">27405 9371 19837,'8'-44'618,"-1"-1"0,0 1 0,-2 8-568,-5 21-280,1 3 421,-5 50-90,-2 24-76,0-10 0,-1 3-20,0-3 1,1-2-12,-1-7 1,1-3 1546,-1 14-1480,5-41 7,9-57-66,-2 11 1,2-2 11,1-13 0,0-1 61,0 8 1,1 2 42,5-23-68,-2 17-374,-4 17 284,-5 24 141,-7 24-87,-3 11 0,-3 6-569,-1 2 1,-1 3 554,0 9 0,0-2 0,-3 6 0,10-18 0</inkml:trace>
  <inkml:trace contextRef="#ctx0" brushRef="#br1" timeOffset="1.32339E6">28006 8864 24161,'21'51'2,"-1"0"0,0 0 0,-1 0 1,0 0-1,-3 0-51,-2-2 1,-2-1 0,-5 0-923,-9 1 0,-6-1 1,-6-1 970,-7-4 0,-6-1 0,-1-5 0,-1 2 0,-1-7 0,0-14 0,0 1 0</inkml:trace>
  <inkml:trace contextRef="#ctx0" brushRef="#br1" timeOffset="1.33504E6">28657 9154 15984,'51'-9'-96,"-1"-1"1,1 0 0,-6 2-1,-1 1 1,-1 2-9,11-1 1,-4 5-821,-5 5 0,-16 5 644,-37 13 394,-15 2 1,-10 0 174,-4-5 1,-6-1-1,-1 0 136,-1 0 1,0 1 0,1-1-76,-16 7 1,10-1 993,19 4-1073,58-20 1,19-6-216,3-6 0,6-6 24,-5 0 0,3-2 1,-4-7 162,-11-9 0,-4-5 0,-7-1-162,-5-3 0,-10-2 34,-9-8 0,-12 3 436,-14 17 1,-4 6-648,-5-4 152,16 16-22,21 19-51,28 35-896,-11-3 1,0 2-4004,-3-8 1,0 0 4782,0 9 1,-4-6 0,-8-15 0,-5-11 0</inkml:trace>
  <inkml:trace contextRef="#ctx0" brushRef="#br1" timeOffset="1.33549E6">29765 9019 18913,'48'-29'29,"0"0"0,0 0 0,2 9 0,0 4 1,-18 18-47,-33 43 0,-15 16 64,8-14 1,-6 1 66,-14 2 0,-9 3 0,4-9-36,2-14 1,14-5 330,50 12-869,13-35 1,13-9 459,-5 2 0,9-1 0,1-1 0,-9 0 0,5-1 0,-5 0 0,-12 3 0,1 0 0,0 0 0</inkml:trace>
  <inkml:trace contextRef="#ctx0" brushRef="#br1" timeOffset="1.33729E6">8128 9625 20963,'19'-49'-318,"1"0"0,-1 0 0,-3-10 1,7 18 311,19 37 0,0 22 138,-22 15 1,-8 14 0,-3-1-74,3 5 0,-6 3-65,-9 9 0,-6 6 1,-1-13-85,-10-2 398,1 5-151,53-77 0,17-18-161,-9 11 0,4-1 0,1-2-2454,-4 1 0,2-3 1,-1 0-1,-3 2 2315,0 0 1,-2 1 0,-4 2 0,6-2 0,-16 4 0,-29 13 0</inkml:trace>
  <inkml:trace contextRef="#ctx0" brushRef="#br1" timeOffset="1.33815E6">8150 9774 18308,'8'-63'52,"1"-1"0,11 2 0,10 8-248,8 19 0,4 8 216,-5 0 0,-3 13 10,-5 31 1,-3 12 142,-2 11 1,-5 5-62,1 1 0,-5 2 112,-7 15 1,-11-4-166,-9-27 0,-4-4 100,-4 8 1,-1-3 36,-3-1 700,-10 5-790,28-33 85,15-11-182,22-14 0,16-10 1,-2 1-19,1-2 1,4-2 12,1 1 0,9-5 0,-1 0 1,-9 7-5,-6 3 0,-3 2 0,15-9 0,-7 5 0,-26 14 0</inkml:trace>
  <inkml:trace contextRef="#ctx0" brushRef="#br1" timeOffset="1.34019E6">22499 10999 18336,'-4'-43'830,"0"0"1,-3-3 0,-6 8-265,-31 19-527,-5 5-23,9 23 1,-7 10 0,4 2-42,-4 10 0,3 6-87,2 4 0,-2 6 0,9-2-31,5-4 0,12 1 65,14 14 0,15-7 290,38-14 32,-6-24 0,4-11-6,5-21 0,-2-13-63,-17 2 1,-2-7 0,-4-2-74,-1-8 1,-3-3 0,-4-3 9,-6 8 0,-3-3 0,-1 0 0,-2 3-1232,0-5 1,-1 3 0,-1 1 1239,-1-14 1,0 8 537,4 5-815,-5 43 191,3 13 84,4 52-117,-10-14 1,-2 7 0,1-1-106,1 9 1,0 4-192,0-8 1,0 7 0,-1-1 0,1-13 0,-3 15 0,7-14 0,0 0 0</inkml:trace>
  <inkml:trace contextRef="#ctx0" brushRef="#br1" timeOffset="1.34037E6">22849 11047 19766,'0'0'0</inkml:trace>
  <inkml:trace contextRef="#ctx0" brushRef="#br1" timeOffset="1.34375E6">23840 10758 23500,'-6'55'2,"0"0"0,2-8 1,1 6-1,1 0 0,1-5-19,2 9 1,0 0-9,1 6 1,-1 5 0,-6-6-153,-10-3 1,-6-8-995,-2-14 1,-6-8 188,-9-9 1,-1-8-1,-7-9 1,18-8-1</inkml:trace>
  <inkml:trace contextRef="#ctx0" brushRef="#br1" timeOffset="1.34399E6">23873 10512 12480,'0'0'0</inkml:trace>
  <inkml:trace contextRef="#ctx0" brushRef="#br1" timeOffset="1.34431E6">24271 10736 19546,'55'-17'-752,"-1"0"0,1 0 0,0 1 0,4-5 0,-2 0 0,-15 9 0,-11 12 0</inkml:trace>
  <inkml:trace contextRef="#ctx0" brushRef="#br1" timeOffset="1.34457E6">24289 11043 22083,'49'-24'0,"0"-1"0,0 0 0,0 1 0,4-2 0,-1-1 0,0 1 0</inkml:trace>
  <inkml:trace contextRef="#ctx0" brushRef="#br1" timeOffset="1.34513E6">25064 10571 20811,'56'-15'-9,"0"-1"1,0 1 0,-7 16 0,-15 14 761,-29 27 1,-18 10-166,-6-6 0,-8-8 739,-22-13-1355,48-30-81,56-5 0,20 13-57,-41 19 1,-2 7 190,21-3 1,-18 4-26,-56 1 0,-27 3 0,3-4 0,10-5 0,-3-4 0,-6-10 0,1 0 0,-1 1 0</inkml:trace>
  <inkml:trace contextRef="#ctx0" brushRef="#br1" timeOffset="1.35303E6">23683 12114 21119,'-6'-44'-28,"0"0"0,11 0 0,11 11-252,48 40 246,-30-3 1,-4 8 13,-1 38 1,-20 15-56,-23-24 1,-13 2 0,-5 0 0,5 0 96,4 8 1,3-1 0,-8-2 156,-11-6 0,-9 0 0,0-6 0,9-9 107,-9-2-18,5-30 1,7-12-129,31-16-134,-7-20-73,54 39 0,15 9-3,-25 5 0,3 2-572,8 4 1,10 3 0,1 2 0,-7-2 641,11 6 0,-4-1 0,6 2 0,-7-1 0,0-1 0</inkml:trace>
  <inkml:trace contextRef="#ctx0" brushRef="#br1" timeOffset="1.36008E6">24554 11965 21640,'-42'-25'115,"-1"1"0,42 58-93,36 0-13,-5-4 1,4 4-1,-1-3-15,2-8 1,-3 0 80,-3 8 1,-4 1 76,1 13-17,-24 6-152,-47-19-594,14-15 0,-1 1 611,2-2 0,2 0 0,-18 7 0,27-13 0</inkml:trace>
  <inkml:trace contextRef="#ctx0" brushRef="#br1" timeOffset="1.36256E6">25399 12152 18902,'-2'-49'530,"-1"0"0,8-3 0,6 9-518,12 19-60,5 6 0,2 4-80,16 9-183,5 17 0,0 8 121,1 16 218,-16-2 0,-12 3 39,-39 20 109,-20-16 1,-5-3 1911,-4 3-2085,1-15 0,15-10-42,29-17-23,28-1 12,17 11-1,-6 3 1,1 5-135,-5 9 0,-6 5 207,-5-1 1,-9 2 39,-21 32-278,-34-37 0,-13-10 216,2-10 0,0-5 0,4 4 0,3-3 0,-9-14 0</inkml:trace>
  <inkml:trace contextRef="#ctx0" brushRef="#br1" timeOffset="1.36282E6">26631 11981 18543,'-32'49'252,"0"-1"0,-1 2 1,0-3-343,6-12 0,1 0-608,-4 6 1,1 2-4219,2-3 1,1-1 4484,4-6 0,3-4 0,-1 0 0,11-18 0</inkml:trace>
  <inkml:trace contextRef="#ctx0" brushRef="#br1" timeOffset="1.36303E6">26180 12160 22750,'54'11'-17,"0"-1"0,-6-1 0,-1 3-1403,1 16 1,-1 4 475,-9-5 1,0-1-1,5 2 1,-3-2 0,0 5-1</inkml:trace>
  <inkml:trace contextRef="#ctx0" brushRef="#br1" timeOffset="1.36679E6">9875 10076 17988,'-42'5'454,"0"-1"0,-21 4 39,90-7-404,6-3 1,6-2-191,23-2 1,2 0 766,-14 1 0,-2 0-680,-1-1 0,-20 4-78,-58 12 0,-24 4 167,11-3 1,-4 0-55,-1 1 0,-4 0 1,4 0-557,7-3 0,6-1 558,2-1 290,53-9-173,11-3 0,8-3-92,3 0 1,6-2 0,1 0-3326,4-2 0,2 0 0,-3 2 3042,9 1 1,-4 1 0,-9-2 0,-16 7 0,-29 13 0</inkml:trace>
  <inkml:trace contextRef="#ctx0" brushRef="#br1" timeOffset="1.37287E6">23618 13236 22145,'-33'45'-64,"0"0"0,0 0 1,1 0-1,-5 12 1,4 0-1,10 1-393,10-4 0,8 1 0,11-4-779,8-8 0,10-2 0,6-7-2041,11-5 0,9-7 0,-2-3 2382,6-1 1,-2-5 0,-1-9 0,-22-3 0,-32-1 0</inkml:trace>
  <inkml:trace contextRef="#ctx0" brushRef="#br1" timeOffset="1.37345E6">24280 13443 20263,'19'-45'50,"0"0"0,-1 4 1,3 11-96,9 27-16,26 32-12,-29-7 0,-2 6 17,3 11 0,-6 5 89,-12 1 1,-9-1 111,-11-3 1,-7-3 1498,-1-8 0,-3-6-1621,-9-1-18,24-24-83,46-14-85,19 10 65,-18 10 0,-1 5-50,-5 3 0,-6 5 47,-3 10 0,-12 4-5,-30 21-304,-8-24 1,-9-5-2859,-6-7 0,-2-5 3268,2-4 0,4-4 0,-6-2 0,25-2 0</inkml:trace>
  <inkml:trace contextRef="#ctx0" brushRef="#br1" timeOffset="1.3737E6">25211 13670 23349,'0'47'-28,"1"0"0,-11-3 0,-3 3 0,2-10 0,-2-6 0,-5 0 0,0 0 0</inkml:trace>
  <inkml:trace contextRef="#ctx0" brushRef="#br1" timeOffset="1.39064E6">25932 13544 22879,'-6'45'3,"0"1"1,-2 8 0,2-2-15,-1 11 1590,1 0-1378,6-28-27,4-60-113,-1-8 1,-1-8-12,1-16 1,-1-5-5,-1 17 1,-1 0 0,0 1 71,1-16 0,-2 3-348,2 16 0,-2 9-117,-1 12 386,-4 76-17,-2-7 1,0 6-18,3-11 1,0 2 0,0-1 92,-3 17 0,2-5 221,0-13 1,6-18-68,11-37-230,-3-20 0,-1-11-4,-1 2 1,1-5 0,-1 0 55,0 0 1,-2 0 0,0 2-296,0-3 0,-1 6-81,-3-7-617,-9 94 434,-3 3 0,0 2 1,5-14-1,1-1 1,-4 6-1,0 0 1</inkml:trace>
  <inkml:trace contextRef="#ctx0" brushRef="#br1" timeOffset="1.39097E6">26768 13449 24217,'-26'46'-135,"0"-1"1,1 2 0,6 1-3286,14-2 1,4-3 3419,-3 17 0,2-22 0,0-6 0,1-19 0</inkml:trace>
  <inkml:trace contextRef="#ctx0" brushRef="#br1" timeOffset="1.39129E6">26441 13679 23668,'44'-10'43,"1"-1"1,0 1-1,16-5 1,0 4 19,-11 7 1,1 3-1,-1 0-3278,13-4 0,-2 2 2271,7 4 1,-6 0 0,-22-5-1,-14 4 1,-23 10 0</inkml:trace>
  <inkml:trace contextRef="#ctx0" brushRef="#br1" timeOffset="1.40677E6">27606 13521 20890,'14'-31'1546,"0"-1"0,8-8-1535,-22 81 0,-6 25 0,3-23 1,1-2-7,-1-4 1,-1-3 1086,0 14-851,5-33-196,0-18-6,4-34 0,1-10-22,-2 3 7,0 1 1,0-9-1,0 8-293,2-9 173,2 11 108,-2 82-7,-4 13-43,-2-4 1,-1 10 0,0-7-464,0-17 0,2 1-2776,2 9 0,2 6 0,0-9 968,4-1 1,8-7 0,-13-32 0</inkml:trace>
  <inkml:trace contextRef="#ctx0" brushRef="#br1" timeOffset="1.40711E6">28295 13060 23623,'29'49'-72,"0"0"0,0 1 0,-13 4 1,-4 5-1,-4 1 0,-2-5-1133,-3-4 1,-3-4-1,-4 3 1205,-6 6 0,-4 6 0,-3-3 0,2-12 0,1-13 0,0-5 0,-4 5 0,0 0 0</inkml:trace>
  <inkml:trace contextRef="#ctx0" brushRef="#br1" timeOffset="1.40828E6">29280 13358 17792,'60'-10'-450,"0"1"1,1 0 0,11-8 0,-25 14 1160,-48 32 0,-19 6-394,-23-8 1,-17-5-1,0 3-386,3 8 0,1 1 0,0-2 117,-6-6 1,1-3 0,34-6 244,56-9 0,32-6 1,-4-8 269,-17-10 1,-3-7 0,3-1-324,10 2 1,6 0 0,-3-4 0,-16-4 176,-21-34 1,-9 8-407,13 35-1837,-11 56 1260,15 17 1,4 6 0,-9-17-1,-4-4 1,-9 5 0</inkml:trace>
  <inkml:trace contextRef="#ctx0" brushRef="#br1" timeOffset="1.40892E6">30198 13127 19669,'46'23'731,"0"-1"1,1 1-1,-1 0 1,-74 17 0,-4 4-747,59-4 0,24 2 0,-15 6-243,-40 18 0,-17 6 1,20-17 251,50-31 1,-5-2 5,-49 33 0,-25 13 0,-5-14 0,4-30 0,-6-8 0,-26 1 0,0 1 0,1-1 0</inkml:trace>
  <inkml:trace contextRef="#ctx0" brushRef="#br1" timeOffset="1.41059E6">9489 9555 20330,'7'-45'143,"-1"1"1,3 0 0,8 8-153,18 20 1,8 10-40,-1 4 1,0 3 19,2-4 0,-2 7-182,1 16 0,-9 10 137,-25 4 1,-8 3 116,2 4 1,-6 2 92,-20 11 1,-9-4 1307,6-20 0,1-5-1568,-18 12 100,67-26-94,38 0-29,-18 1 0,0 5 90,-6 1 0,-8 5 132,-12 9 0,-16 3-299,-28-3 1,-19 0-1,1-2-3325,1 6 0,-4-3 2982,-5-4 1,-5-3 0,9-5-1,0-4 1,23-9 0</inkml:trace>
  <inkml:trace contextRef="#ctx0" brushRef="#br1" timeOffset="1.41486E6">9769 10229 12561,'40'-3'1631,"0"0"1,3 0 0,-18 0-1072,-51 1-448,-5 1 612,-30 0-416,13-1-68,14-2-60,9-2 867,5 0-767,-3 1-79,1-1-44,54 27-84,-11-13-9,7 7 1,5-5 217,5-16 1,-2-6-170,-5-1-18,7-8 0,-3-2 370,-15 2-1999,-7-12 1,-3-1 1539,-5 7 5,-7-32 129,-9 22 0,2 7-39,-2-6-152,-4 16 46,1 8 133,-21-7 3292,15 9-3504,-18-4 62,18 10 548,-15 0-705,19 4 179,3-7 0,15 6 0,3-7 0</inkml:trace>
  <inkml:trace contextRef="#ctx0" brushRef="#br1" timeOffset="1.41612E6">9558 9548 22035,'1'-50'-287,"0"1"0,31-5 0,9 10-134,6 17 293,6 9 0,-3 11 2,-23 22 137,7 33 169,-23 10-14,-21-18 0,-9 6 0,-1-5 264,-6-4 0,9-2-281,32 11 0,13 1-155,-8 7 1,8-4 34,10-25 1,7-5 0,-17 7 250,-28 15 0,-18 8 0,-8-8-182,-24-5 0,-12-11-98,12-10 0,-4-4 0,4-3 0,-1-1 0,7-5 0,-1-9 0</inkml:trace>
  <inkml:trace contextRef="#ctx0" brushRef="#br1" timeOffset="1.43206E6">10177 9481 20016,'6'-42'476,"-1"0"0,3 6 0,-7 6-291,-33 6 162,13 12-252,-38-16-49,10 16-46,9 4 0,-3 3-6,-1 2 0,0 4 31,-5 2 1,0 1 13,6 1 1,0 0-10,-2 2 1,1 2-37,9 0 1,0 1 22,-7 3 0,0 2-15,0 5 1,0 3-3,-1 3 0,1 2-17,5-2 1,3 1 13,2 4 0,4 0 20,-4 15-3,15-15 0,2 2 8,1 2 1,0 1-1,0 3 0,1 2-8,-1 4 0,2 1-28,3-3 0,5 0 20,6-1 0,6-1-6,5 2 0,4-2 8,5 0 0,4 0 14,4 0 1,3 0-1,3-2 1,4-3 83,8-3 1,6-5-31,-11-12 1,2-3-1,2-3-116,4-4 0,1-3 0,0-3 71,1-4 1,-1-2 0,-1-3 33,-5-2 1,-2-2-1,-1-3 34,-2-6 0,-1-3 0,-3-2-18,7-6 1,-2-7 30,-13 3 0,1-8 0,-1 0 0,-5 6-70,1 1 0,-4-1 64,3-7 0,-1-7 1,-9 2 139,-15-14 1,-8 5-378,8 23 1,-2 1 161,-8-29 0,-5 4 126,-11 12-112,-14 10 0,-5 1-59,15 12 0,-4 2 10,-22 1 0,-13 4 1,7 5-3,11 10 0,-1 5 6,-10 1 0,-6 2 0,3 5-21,9 5 1,3 4 0,1 2 12,0 1 1,2 2-1,-1 4-9,7 0 0,-1 4 0,2 1 1,5-3 136,-7 8 0,5 2-139,6 3 1,1 5-1,5-2 16,3 2 1,5 0-2,2-8 0,1 1 1,2 5-21,4 3 0,2 4 0,2 1 0,1-7 16,1 5 0,3 0 99,1 3 0,3 4 1,13-9-83,22-13 0,13-9 1,-3-3-8,-8 4 1,9-11 45,-9-19 0,12-7 0,9-7 0,5-5 0,2-3 0,-1-1 0,-4-1 0,-7 2 0,-11 3-48,6-9 0,-11-1 0,8-4 0,2 5 0,12-5 0,7-2 0,0-1 0,-8 2 0,-13 3 0,-21 7 0,-21-17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5E08D-4CBD-6E4A-8BFF-42B7E488C7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A97A2A-DFA4-0136-499B-F83BBC5213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9D6B5-87FB-59DA-0912-E2A8335C7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4967D-AB8F-4C49-AFB5-40B1909803FB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34E26-2E2A-8DAC-FD65-82C2F5515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49831B-1614-C26C-B712-15E92BAC0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5006F-5F68-C246-BB1D-A5856C65C1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37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239AE-6F6D-1666-2F03-97FCE104C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89646-3669-77E8-1C14-D848A5C352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5EDDE-9F52-17DA-2913-6BE6B5F66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4967D-AB8F-4C49-AFB5-40B1909803FB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B01446-B230-BFE6-6C9E-3051A6827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A00C19-26B1-2AB4-5137-5F4E4B38E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5006F-5F68-C246-BB1D-A5856C65C1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153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D3E53-4370-BFB0-A68A-5792077AC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E80555-97EC-45D7-1E44-93DFB285C9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6C7F6B-A520-B44B-764C-9832DFFD8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4967D-AB8F-4C49-AFB5-40B1909803FB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5EB31-4F38-71F3-8CF3-901C5E6A6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DA5910-20DB-0A85-FFB5-3A541386C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5006F-5F68-C246-BB1D-A5856C65C1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352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F9691-3154-385E-B1E3-1729B6163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3E018-C6D1-5737-E07C-979D068E1E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FF906D-2AEA-2DB8-06E0-A7B9CE7B7C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47CD93-A129-0F84-A408-1E8102821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4967D-AB8F-4C49-AFB5-40B1909803FB}" type="datetimeFigureOut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1B8A45-38F7-506B-602F-D4FAB14F9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D509C3-83B2-2613-3E57-EDB411E6E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5006F-5F68-C246-BB1D-A5856C65C1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37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9FF09-5A8F-C6E4-7400-053A54538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99FA13-A939-8AFC-1F60-5249A62E1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00738B-1250-4556-6715-996345CE41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ECCF8A-2BE8-4136-7CB3-B012FC115F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95EC4A-8FE9-52D8-D326-071FC7CABE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3A201E-C732-A336-C68A-0C63A05AE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4967D-AB8F-4C49-AFB5-40B1909803FB}" type="datetimeFigureOut">
              <a:rPr lang="en-US" smtClean="0"/>
              <a:t>4/26/26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83A093-97E8-9215-2213-BAB9F8541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485228-EC27-34A4-1BB9-AEA73DB8A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5006F-5F68-C246-BB1D-A5856C65C1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614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86212-5EB2-9F3E-2C83-6FE83577A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FED832-AF66-A3C4-720E-5C1F0DD65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4967D-AB8F-4C49-AFB5-40B1909803FB}" type="datetimeFigureOut">
              <a:rPr lang="en-US" smtClean="0"/>
              <a:t>4/26/26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F09394-609D-0625-9C96-EFE6370A8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4A562D-926E-A8B1-DDB5-90E1BD58F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5006F-5F68-C246-BB1D-A5856C65C1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46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319156-CE64-72FB-A552-06F9462F5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4967D-AB8F-4C49-AFB5-40B1909803FB}" type="datetimeFigureOut">
              <a:rPr lang="en-US" smtClean="0"/>
              <a:t>4/26/26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934402-B826-82DE-612F-B235BBAFA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75DB71-C257-7168-DCBE-7D0A353BB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5006F-5F68-C246-BB1D-A5856C65C1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158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FA201-000C-932D-4858-7B35A9294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19B9A5-54A4-DA53-ABF6-3BC53D11C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228D73-C2BF-E484-429C-6086F12C32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C46763-2448-EC40-F887-9ACA84A4D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4967D-AB8F-4C49-AFB5-40B1909803FB}" type="datetimeFigureOut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CC3655-ABEC-5EB5-130C-C2E1C7C08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31D33E-15FA-3123-9857-64804B6AF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5006F-5F68-C246-BB1D-A5856C65C1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285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C926C-24FE-27BE-547A-3AC5B8D82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0374E0-28F0-62DF-F484-1BEC858D96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A40447-38D2-AC31-101A-D38D652E29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27218B-0CC7-ED36-F5BB-26E5C0667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4967D-AB8F-4C49-AFB5-40B1909803FB}" type="datetimeFigureOut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7A6A90-33B2-D417-AAE2-069550FCF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2B4EEF-C034-7A33-C179-DB06DC815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5006F-5F68-C246-BB1D-A5856C65C1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839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9B00F-640A-84BD-CC18-96CBBF93E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B2C97C-76C0-BA48-43E5-786299114F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4C1D0-A7DB-B25F-E14A-F5CC1DDB9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4967D-AB8F-4C49-AFB5-40B1909803FB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ED2D97-C5D9-6E4A-AF42-58F6D394A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D268D9-A9F4-97D6-2821-0BF51A688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5006F-5F68-C246-BB1D-A5856C65C1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480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EB2B08-A915-C081-11F4-DE909AC58A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C9D10-9A9A-2582-5BF0-16E6FDAD90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E09B85-1D0E-A8A4-97BA-4077B46A7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4967D-AB8F-4C49-AFB5-40B1909803FB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BCB379-17CE-02AB-9FD6-AF75813A3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2FFA9-B864-D4CB-8698-62C394E3F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5006F-5F68-C246-BB1D-A5856C65C1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107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8C3AD7-0EA2-54D8-23AE-52D31B12D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B2E0F7-8335-164E-A07B-38D1125257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15A10F-4B29-6EB5-C4FC-1A4A18398B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34967D-AB8F-4C49-AFB5-40B1909803FB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7DE1E-C6EC-B936-2A4D-9BC7ED9CEB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6B496-D2B1-03CE-FA00-FA600AA5B9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75006F-5F68-C246-BB1D-A5856C65C1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702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463387-1AB0-0FB5-845B-55E34641E5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9937224-C4F8-DCB8-6E43-CC3304D4F3F6}"/>
                  </a:ext>
                </a:extLst>
              </p14:cNvPr>
              <p14:cNvContentPartPr/>
              <p14:nvPr/>
            </p14:nvContentPartPr>
            <p14:xfrm>
              <a:off x="699120" y="594000"/>
              <a:ext cx="3885120" cy="47804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9937224-C4F8-DCB8-6E43-CC3304D4F3F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9760" y="584640"/>
                <a:ext cx="3903840" cy="4799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57238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756B49-27B5-F6FA-89FB-238A99ECF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3D13C05-B13D-C7DC-7EF1-11237E507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CC0A22-A905-A822-98D6-DB3522DE44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A59E253-A2A7-AF57-B287-D4BE0994EFFC}"/>
                  </a:ext>
                </a:extLst>
              </p14:cNvPr>
              <p14:cNvContentPartPr/>
              <p14:nvPr/>
            </p14:nvContentPartPr>
            <p14:xfrm>
              <a:off x="19080" y="304560"/>
              <a:ext cx="11731320" cy="6383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A59E253-A2A7-AF57-B287-D4BE0994EFF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720" y="295200"/>
                <a:ext cx="11750040" cy="640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99087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1A0D0C-BCB4-761F-1A98-E3B153479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FD78165-A30D-FE65-9913-AE2F6EA278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B28199-D585-A2D8-8ACD-C3D666326A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426B45E-4CD0-50FC-8B2B-E80BA95DA225}"/>
                  </a:ext>
                </a:extLst>
              </p14:cNvPr>
              <p14:cNvContentPartPr/>
              <p14:nvPr/>
            </p14:nvContentPartPr>
            <p14:xfrm>
              <a:off x="267120" y="537480"/>
              <a:ext cx="8384040" cy="47264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426B45E-4CD0-50FC-8B2B-E80BA95DA22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7760" y="528120"/>
                <a:ext cx="8402760" cy="4745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57995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B32A2E-9380-6239-1C60-BFC23E96B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93F0565-47F2-B332-A877-DAA30F606F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394087-7D0D-711D-7BC0-E5A15D2093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9F046C8-433D-140B-DF4A-4DD4804F35EB}"/>
                  </a:ext>
                </a:extLst>
              </p14:cNvPr>
              <p14:cNvContentPartPr/>
              <p14:nvPr/>
            </p14:nvContentPartPr>
            <p14:xfrm>
              <a:off x="378360" y="160560"/>
              <a:ext cx="11086560" cy="6630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9F046C8-433D-140B-DF4A-4DD4804F35E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9000" y="151200"/>
                <a:ext cx="11105280" cy="6648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3207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E8CEF5-930D-B80C-59BC-B35C2F0A5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EC7B9C2-D827-E840-AC0B-78129A784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5A38D6-DB6E-EC53-B5AA-5C8F56032A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AB891A6-390E-5F90-9ABA-226053814412}"/>
                  </a:ext>
                </a:extLst>
              </p14:cNvPr>
              <p14:cNvContentPartPr/>
              <p14:nvPr/>
            </p14:nvContentPartPr>
            <p14:xfrm>
              <a:off x="0" y="570240"/>
              <a:ext cx="4103280" cy="3777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AB891A6-390E-5F90-9ABA-22605381441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9360" y="560880"/>
                <a:ext cx="4122000" cy="3795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7559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56B550-C528-1BBA-0647-92F58EDC8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1F2E4FC-6883-9151-AB44-EDD34F6A4C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1AD319-6EB2-C1D2-E74A-6C19EFA365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3717D92-DDBE-9C4A-0AD4-D39D67AE5BCE}"/>
                  </a:ext>
                </a:extLst>
              </p14:cNvPr>
              <p14:cNvContentPartPr/>
              <p14:nvPr/>
            </p14:nvContentPartPr>
            <p14:xfrm>
              <a:off x="72360" y="752040"/>
              <a:ext cx="7463520" cy="53424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3717D92-DDBE-9C4A-0AD4-D39D67AE5BC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000" y="742680"/>
                <a:ext cx="7482240" cy="536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15106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46D848-B4AC-2147-C5BC-34EED6A24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FC68EE2-B025-C763-BF4D-37C0F4D76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3F6631-770B-55E4-798F-F5A9E0A4CF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40A3627-2705-3EDA-738A-C1C4BDFE1977}"/>
                  </a:ext>
                </a:extLst>
              </p14:cNvPr>
              <p14:cNvContentPartPr/>
              <p14:nvPr/>
            </p14:nvContentPartPr>
            <p14:xfrm>
              <a:off x="118800" y="87840"/>
              <a:ext cx="11536200" cy="6679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40A3627-2705-3EDA-738A-C1C4BDFE197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9440" y="78480"/>
                <a:ext cx="11554920" cy="6698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68841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A48CD9-226B-B9FF-9F13-492CED3C3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D9F9243-5D41-8CF3-987D-91F12E602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257BED-0163-5694-B4ED-768043D7DC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CBECD08-0071-CB1E-C059-D0A61CE4FCC6}"/>
                  </a:ext>
                </a:extLst>
              </p14:cNvPr>
              <p14:cNvContentPartPr/>
              <p14:nvPr/>
            </p14:nvContentPartPr>
            <p14:xfrm>
              <a:off x="179280" y="263160"/>
              <a:ext cx="10802520" cy="6475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CBECD08-0071-CB1E-C059-D0A61CE4FCC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9920" y="253800"/>
                <a:ext cx="10821240" cy="6494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623226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0</Words>
  <Application>Microsoft Macintosh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2</cp:revision>
  <dcterms:created xsi:type="dcterms:W3CDTF">2026-04-26T13:26:56Z</dcterms:created>
  <dcterms:modified xsi:type="dcterms:W3CDTF">2026-04-26T15:23:50Z</dcterms:modified>
</cp:coreProperties>
</file>