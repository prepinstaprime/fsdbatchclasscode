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3:36:48.4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2123 2450 15445,'0'-4'6369,"0"0"-5612,0 4-181,-34-55-212,14 39-311,0-14 1,-4 4 147,-25 38-178,23-1-18,-4 5 1,2 2 0,3 3-34,-13 28-12,23-12 12,4 17-5,22-11-12,16-1 0,12-4 17,-3-9-45,16 5-27,1-2 44,-6-1 67,-8 0 56,-33-10-28,-24-1-16,-6-5 10,-32 3-30,18-10 0,-1-1-388,-2-1 0,-1 0-108,-6-1 1,2-2-1693,12-3 0,3-1 2185,-16-5 0,22 1 0,14 1 0</inkml:trace>
  <inkml:trace contextRef="#ctx0" brushRef="#br0" timeOffset="511">2757 2412 18986,'3'-51'976,"0"1"0,1 6 1,-2 10-215,-4 17-768,2 12 34,0 8 68,7 18-46,5 25-36,-4-12 0,1 4-575,-2 10 1,-1 1 504,0-7 0,-3 2-727,-4 3 0,-3 4 1,0-3 6,-3 2 1,-1 0-77,1-4 1,-2 2 0,0-3-1880,-3 4 0,0-6 2731,3-8 0,1-5 0,-2 5 0,6-18 0</inkml:trace>
  <inkml:trace contextRef="#ctx0" brushRef="#br0" timeOffset="1058">2595 2921 18924,'-38'-41'399,"0"-1"1,3 4-1,17 5-399,39 14 226,22-3-248,-10 11 0,4 1-9,8 0 0,2 0-464,4 1 0,1 1 458,-1 1 1,0 1-51,-4 0 0,-2 0-45,-5 1 1,-1 0 5,-5 0 0,-1-1 254,25-8-111,-11-1 263,-14 1-2675,-16-3 2580,-13 6 173,-18-3 113,-11 5 585,-13 1-546,-7 3-107,-1 4-195,4 5-152,8 7 3324,9 7-3385,12 8-6,7 4-1,14 2 7,1-7 22,35 14-12,-23-24-5,21 11 28,-21-22 84,-1-6 84,7-8 101,-4-9-129,-6-2 448,-2-15-235,-9 12-68,0-10-43,-8 12-57,-2 5-90,-2 6-207,1 6 28,2 4 5,1 5-21,-1 12-18,2 0-588,-1 32-453,7-7-841,7 20-1540,12-12 3512,11-7 0,-16-19 0,2-9 0</inkml:trace>
  <inkml:trace contextRef="#ctx0" brushRef="#br0" timeOffset="1300">3818 2593 22360,'-47'-23'197,"0"-1"1,2 5 0,6 9-35,-1 30 371,3 13-489,4 21-45,15-14 35,9-9 1,5 1-328,11 11-536,10 9-452,4-28 0,5-3-1437,29 6 651,6-9 2066,-22-20 0,-3-3 0,-9 2 0,12-5 0</inkml:trace>
  <inkml:trace contextRef="#ctx0" brushRef="#br0" timeOffset="1489">4136 2548 15104,'1'-9'3663,"1"-29"1,-2-6-2544,-5 11-891,5-10 1,-3 2 520,-9 19-352,4 13-342,-1 3-73,4 9 23,-1 14-23,2 14-140,0 18-129,2-18 1,1 3-942,1 3 1,0 2-749,0 3 1,0 0 1974,0-4 0,-1-3 0,1 11 0,0-22 0</inkml:trace>
  <inkml:trace contextRef="#ctx0" brushRef="#br0" timeOffset="1765">4405 2592 16040,'3'-7'5690,"-2"1"-5208,-1 6 672,0 0-689,-65-48-247,25 51-176,-2-22 0,1 5 81,-8 54-64,27-15 0,3 2-283,-14 17 232,16-13 1,4 2-48,12 20 0,5-11-101,23 11-129,12-29-25,-2-9 0,3-3-353,20 2-700,-2-8 0,1-4-1469,-18-4 1,-2-2 300,8 2 0,0-1 2515,-5-3 0,-7-1 0,-6 2 0,-1 0 0</inkml:trace>
  <inkml:trace contextRef="#ctx0" brushRef="#br0" timeOffset="2086">1805 3530 20654,'49'-6'164,"-1"0"0,0 0 0,1 0 0,-1 0 0,0 1 1,0 0-1,0 1-1116,14 1 1,-1 1-1,6 1 945,-10-2 0,5 1 1,2-1-1,-2 0 1,-7 0-418,3 0 1,-6 0 0,9 0 350,-9 0 0,7 0 0,5 0 1,2-1-1,-2 0 0,-3 1 1,-8 0 7,-1 0 1,-7 1-1,0 0 1,6-1-166,5 0 0,5 0 1,4 0-1,1 0 0,-1 0 1,-4 0-1738,1 0 1,-1 1 0,-1 0 0,-2 0 0,-2 0 1639,2 0 0,-2 0 0,-1 0 1,-1 0-1,0 0 0,1 0 0,-5 0 1,-13 1-1,-4 0 0</inkml:trace>
  <inkml:trace contextRef="#ctx0" brushRef="#br0" timeOffset="2791">5442 2563 15345,'0'-4'3607,"0"1"-1350,0 3-1848,-51-10-152,27 20-111,-38-2-96,43 23-16,7 3-22,5 0-6,7-4 111,10-5 29,-2-12 240,13-8-11,1-17 90,19-18-146,-5-4 51,2-11-174,-21 17 134,-9-1-3453,-23 6 3162,3 6 1,-26 2-40,-10 17-28,8 3-112,-18 14-269,27 7-566,1 15-1159,14 9 2134,21-11 0,3 0 0,-3-1 0,15 10 0</inkml:trace>
  <inkml:trace contextRef="#ctx0" brushRef="#br0" timeOffset="3093">5523 3025 19255,'-4'-1'3450,"1"-1"-3164,3 2 184,-61-9-39,19 19-367,-1-9 1,2 3-26,6 18 0,11 3-44,16-4 5,7 6 50,26-2-27,-1-9 27,30-3 0,-10-13 34,9-7 68,-10-3 55,-16-7-11,-14-3-51,-23-8-145,-3 10-61,-29-5-264,-5 16-1616,7 6 0,-2 1 1616,-20 5 0,9 1 1,34-1-1</inkml:trace>
  <inkml:trace contextRef="#ctx0" brushRef="#br0" timeOffset="11228">5509 5199 17736,'-5'-56'1422,"0"0"1,0 7 0,1 7-1019,2 9-348,1 17-56,0 16 67,1 19-39,-1 5-20,1 14 1,0 6-32,0-4 1,-1 2-524,0-1 1,1 3 0,-1 1-24,-1 17 1,0 0-323,1-19 0,0-1 1,0 0-1659,1 19 1,2-2 2548,2-1 0,1-5 0,1 6 0,2-16 0</inkml:trace>
  <inkml:trace contextRef="#ctx0" brushRef="#br0" timeOffset="11438">5412 5410 12478,'-7'-51'864,"0"1"1,1 0 0,-1-10 0,1-1 0,2 7-616,3 12 1,3 2-116,1-17 0,3 1 370,3 16 0,4 4-672,11-2 0,2 5-89,14-9-410,-6 21 0,1 6-16,2 8-1091,0 11 1,0 8-4120,6 27 5893,-15-11 0,-3 1 0,-5 10 0,-13-12 0</inkml:trace>
  <inkml:trace contextRef="#ctx0" brushRef="#br0" timeOffset="11565">5527 5538 11906,'-6'0'5153,"2"0"-4946,4 0-504,-2-67-1159,26 24 1208,-4-10 0,2 3 0,13 16 1,3 5-1</inkml:trace>
  <inkml:trace contextRef="#ctx0" brushRef="#br0" timeOffset="12340">6442 4875 15238,'0'-6'4806,"0"1"-4033,0 5-846,-35 73-1336,21-29 1116,0-4 0,-3 8 0,4-3-853,8 1 1,3-1 100,-3-1 0,2 0 965,7 9 1,1-6 0,-2-14 0,7 9 0</inkml:trace>
  <inkml:trace contextRef="#ctx0" brushRef="#br0" timeOffset="12554">6247 4872 16086,'46'-16'-1667,"1"0"0,-1-1 0,5 2 0,0 1 1,-6 6 1666,-9 9 0,-4 2 0,25-1 0,-27 2 0</inkml:trace>
  <inkml:trace contextRef="#ctx0" brushRef="#br0" timeOffset="12737">6123 5675 17098,'-4'0'3512,"1"0"-3283,3 0-262,92-60-583,-50 40 0,3-1-965,-4-3 0,3-3 1,-1 3 1580,21-2 0,-10 6 0,-20 8 0,15-6 0</inkml:trace>
  <inkml:trace contextRef="#ctx0" brushRef="#br0" timeOffset="13148">7190 4810 12275,'0'-8'8329,"0"2"-7892,0 6-286,0 0-61,-7-33-62,5 37 17,-4-2-6,6 60-59,0-18 1,-1 4-1122,-2-3 1,-1 3 0,1-3 795,-1 3 1,0 1-205,0-4 0,-1 3 0,3-5-420,3-6 1,2-3-1808,6 8 1,2-3-759,8 4 2900,11-13 0,-20-25 0,0-2 1</inkml:trace>
  <inkml:trace contextRef="#ctx0" brushRef="#br0" timeOffset="13829">7701 5013 13603,'21'-47'1839,"-1"1"0,-2 4 0,-5 8-1307,-9 17 247,-3 4-107,-1 8-566,-1 1 40,-4 5-29,-5 6 46,-8 5-74,1 0 158,-11 7-119,13-10 19,-3 3-58,13-9 707,3-2-690,6-7-44,1 0-6,4-7-40,-2 4 46,3-2-12,-6 5-16,1 0 22,-3 3 17,-1 3-34,-2 8-28,-1 0 51,-6 26-57,3-13 23,-7 26-11,5-8-12,2-7 1,1 1 6,-1 25-15,5-23 0,1-2 9,3 7-6,7 4 0,5-16 95,16 5-45,-8-16 185,27-11 29,-4-31-119,-13 3 1,-1-4-394,-4-5 1,-2-3 331,-3-5 0,-3-3-14,-7 3 0,-3 0-23,-3-3 1,-2 1-20,-2 9 1,-1 0 41,-3-3 0,-4 1 31,-10-12-68,-2 15 1,-3 3-29,-21-10-21,-14 8-57,16 21-292,-13 16-744,23 10 1,3 4-976,-18 14 2084,16 8 0,7-1 0,9-13 0,0 16 0</inkml:trace>
  <inkml:trace contextRef="#ctx0" brushRef="#br0" timeOffset="14456">7283 4893 11642,'-1'-4'6419,"1"0"-3646,0 4-2728,-1-45-45,1 35 112,-1-26 56,1 59-12,0 20-44,-2 15-62,-1-23 1,0 2 10,-2 1 1,0 1 25,-2 0 0,1 1 22,0-1 0,0-2-1,-2 21 15,4-19 0,2 0-17,-2 10-61,2-16 0,1 1 129,0 24-135,1-25 230,5 9 162,6-33-39,12-2-213,15-19-134,16-11-54,-20 6 1,1-1-500,2-2 1,1 0-457,-1 1 1,-1 1 963,-2 1 0,-3 2 0,3-2 0,-11 6 0</inkml:trace>
  <inkml:trace contextRef="#ctx0" brushRef="#br0" timeOffset="16402">5485 7052 14650,'10'-48'1704,"0"0"1,1 0 0,-2 6-613,0 9-840,-3 7 56,0 8-168,-6 17 140,1 12 186,-6 37-343,1-3-637,-3 2 0,-1 4 553,-1-7 0,0 1-25,-3 12 0,1 2-25,0-1 0,2 1-29,2 4 1,4-3 5,1-19 1,4-3-76,4 8 0,4-5-317,17-1-305,-1-19 0,5-4-258,-1-7 0,2-5-599,11-5 1,0-6 191,-10-1 1,-1-2 1395,15-12 0,-5 0 0,-10 6 0,14-10 0</inkml:trace>
  <inkml:trace contextRef="#ctx0" brushRef="#br0" timeOffset="16619">6111 6994 13454,'38'-12'-1421,"1"0"0,-1 1 1,2 2-1104,20-1 0,0 1 2524,-13 3 0,-5 0 0,13-1 0,-29 4 0</inkml:trace>
  <inkml:trace contextRef="#ctx0" brushRef="#br0" timeOffset="16965">6382 7024 22408,'-27'37'-146,"0"0"0,1-4 1,8 0-763,19 0 1,6 0-471,-2 11-1635,3 11 0,1 0 454,-2-4 1427,-2-4 1,-2 1 1122,-7 4 1017,-5-18 1,-2-1 284,-7 6 3323,-23 2-3255,22-31 874,-10 2-348,18-16-1293,3-5-358,12-12-169,15-7-62,6 1-173,10 2 0,3 2-297,8-4-1859,-9 7 1,6-3-1,-3 3 2324,-8 4 0,-2 2 0,7-4 0,-4 2 0,-6 4 0</inkml:trace>
  <inkml:trace contextRef="#ctx0" brushRef="#br0" timeOffset="17436">7276 7113 18319,'-2'-53'1269,"0"-1"1,1 10 0,-2 8-396,-6 7-762,4 21-34,-3 12-22,5 23-11,-1 28-415,1 0 286,0 0 0,1 2-863,1-13 1,1 0 303,-1-2 1,0 2 0,1-3-159,0 0 0,2-1-2829,2 12 1,1-4-163,1-4 3792,-1-10 0,1-5 0,-4-15 0,0-2 0</inkml:trace>
  <inkml:trace contextRef="#ctx0" brushRef="#br0" timeOffset="17587">7243 7411 11443,'-1'-56'1316,"0"0"0,0 0 0,0 4 1,0 0-1,1 4-798,0-1 1,0 4-801,1 1 1,0 1 407,1 3 0,1 2-121,3 3 1,1 1-135,7-13-751,21-1-2366,-3 30 0,3 4 2685,-4 0 1,0 3-1,28-7 1,-33 16-1</inkml:trace>
  <inkml:trace contextRef="#ctx0" brushRef="#br0" timeOffset="17769">7315 7379 17759,'-4'0'3478,"1"0"-2851,3 0-604,1-60-208,22 24-617,-6-8 0,6 0-534,13 16 0,4 6-381,-5 1 1,1 1 1716,7-2 0,-3 2 0,-7 4 0,0 1 0</inkml:trace>
  <inkml:trace contextRef="#ctx0" brushRef="#br0" timeOffset="18136">8351 6642 18716,'0'-5'4067,"0"2"-2863,0 3-1013,-74-11-29,36 31-695,-11-9 0,2 6 552,25 16 1,7 6-9,0 3 1,2 2-7,3 2 1,2 1-6,4 0 0,2 0 0,4-4 0,4 0 0,2-5 0,4-2 5,3-5 1,4-3-58,28 13 80,-4-16 72,-2-21 1,3-8 5,-11-5 1,1-5-279,16-7 0,-1-5 320,-9-6 1,-4-6-34,-2-4 0,-4-4-48,-4-4 0,-6-3-11,-4-2 0,-5 0-14,-8 2 0,-6 2-14,-8 5 0,-8 4-23,-7 5 1,-7 6-227,-8 7 0,-4 6-1485,-4 6 1,-1 5 1705,4 6 0,5 3 0,-2-1 0,30 3 0</inkml:trace>
  <inkml:trace contextRef="#ctx0" brushRef="#br0" timeOffset="19987">3187 5852 12617,'-3'0'5562,"1"0"-3042,2 0-1876,-37 51-246,20-5-909,-5-1 0,2 2 539,12 7 192,21 5-108,24-43-65,-1-13 1,6-8-532,-4-7 1,2-5-1,0-3 495,10-5 0,1-5 1,0 0-476,-9 5 1,0-1 0,1-1 0,-1 0 449,-1 0 0,0-1 0,0 0 0,-1 1-56,10-8 1,-3 1 0,-1 1-365,-6 4 0,-1 1 1,-3 0-973,8-5 0,-3 1 1357,-9 7 1,-3 2 0,0 0-1,-11 8 1</inkml:trace>
  <inkml:trace contextRef="#ctx0" brushRef="#br0" timeOffset="20420">3382 7887 20480,'-31'-43'378,"0"-1"1,-1 1 0,4 4 0,1 2 0,4 7-183,-3-1 184,9 13-498,9 10 71,5 6 30,5 13 103,5 10-74,7 13-52,8 10 29,5 2 153,6-3-142,6-7 45,6-13 5,10-15-28,-23-14 1,1-5-325,6-6 1,1-6 259,8-10 0,2-4-403,-12 7 0,1-2 0,1-2 138,4-2 1,1-2 0,0 0-859,3-3 1,1 1 0,1 0 101,-1 0 1,1 0 0,0 2 1062,2 0 0,-1 0 0,-4 4 0,-4 3 0,-4 3 0,-6 7 0,-1-1 0</inkml:trace>
  <inkml:trace contextRef="#ctx0" brushRef="#br0" timeOffset="23140">15004 3792 16280,'8'17'947,"1"24"-894,-6-8 0,0 5-1131,0 11 1,1 7 0,-2 0 1125,0-7 1,-1 0 0,-1 3-571,1 5 1,0 4 0,-1 2 0,0-5 550,-1 1 1,0-2 0,-2 4 29,0-3 1,-1 6-1,0 2 1,-1-3-1,1-6-77,-1 0 0,0-5 0,-1 7 76,2-9 0,-2 7 1,0 4-1,0 3 1,0-3-1,0-3 0,1-7-389,-2 12 0,1-7 0,-1 7 379,2-10 1,-1 6-1,-1 4 1,1 1-1,-1-3 1,2-3-99,-1 6 1,0-5 0,0 1 0,0 6 80,1-13 0,0 4 0,0 2 0,-1 1 1,0 0-1,1 0 0,0-2-9,-1 3 0,1-1 1,0-1-1,0 0 1,0 1-1,-1 2-17,1-2 1,-1 3 0,0 1-1,0 0 1,1-1 0,-1-3 0,1-2-79,-1 1 0,1-4 0,1-1 0,-2 1 0,0 5 64,1-9 1,-1 3-1,0 3 1,0 1 0,-1 0-1,1-1 1,-1-1 0,1-4-53,-1 4 1,1-4 0,-1-1-1,1 0 1,-1 2 0,0 3 20,0-1 0,-1 2 0,1 3 0,-1 1 0,0 0 0,0-2 0,1-2 1,0-3-35,0 7 1,-1-3-1,1-2 1,0-1-1,0 3-270,2-5 1,-1 2-1,1 0 1,0 0-1,1-2 1,1-1 343,0 14 0,3-2 0,0-2 0,-1-3 0,-1 3 0,0-4 0,2-2 0,1-10 0,1 0 0,0 0 0</inkml:trace>
  <inkml:trace contextRef="#ctx0" brushRef="#br0" timeOffset="24345">19519 3624 9195,'3'-8'6127,"-1"3"-4261,-2 5 335,0 0-2038,30-59-343,-22 44 180,22-35 168,-32 70-56,-1 21-56,-2 18-36,2-22 0,0 2-6,1 5 0,-1 1-9,1-9 1,0 3 25,-1 11 1,0 6 0,0-6-664,1-11 0,-1 1 634,-1 14 0,-1 7 0,0-4-14,-1-4 1,0-2 11,0 1 0,0 1-4,0-10 1,0 1-1,0 1 4,0 3 0,0 1 0,0 0 3,0 4 1,1 1 0,-1-1-4,0-2 0,1 0 0,0 2 0,2-3 0,0 1 0,1 1 0,0-2-754,1 1 0,-1-2 0,1 4 755,0 2 1,0 5-1,0-1 1,0-3 1,1-4 1,-1-4 0,1 5-7,0 3 0,0 5 1,0 1-1,0-4 1,1-1 0,-1-3 0,1 3-1,0 3 0,0 4 1,-1 1-1,1-3 0,1-9 0,-1-1 1,1-2-1,-1-1 6,1 4 1,-1-1 0,0 3 3,1 3 0,-1 5 0,1 0 0,-1-4-4,0-1 1,0-3 0,-1 6-5,1-9 0,-1 6 0,1 3 0,-1 0 1,1-1-1,-1-5-2,0 4 0,0-4 0,1 0 1,-1 2 3,-1 1 0,1 3 0,0 1 0,0-4 0,-1-5 1,1 1 0,0-7 0,-1 4-4,1 2 1,-1 4 0,0 0-1,0-4-736,-1-2 1,1-4-1,-1 4 745,0 0 0,1 4 0,-2-1 0,1-2 0,-1 4 1,-1-4 0,0-1-212,-1 7 1,-1 0 199,0-5 0,-1 4 1,1-8-6,1-9 1,-1 0-91,-1 13 0,0 7 0,0-6-389,1-9 1,1-2-1000,-2 18 0,1-2 1487,2-21 0,0-4 0,0 7 0,3-21 0</inkml:trace>
  <inkml:trace contextRef="#ctx0" brushRef="#br0" timeOffset="25831">14626 10058 7845,'-8'0'3585,"1"0"-2358,7 0 867,0 0-1736,-34-3-363,26 2-326,-25-3 303,38 3 168,7-1 168,13-1 180,16-1-219,-1-1-14,-7 2 0,5 0-164,12 1 1,3 0-42,4 0 1,3 0-470,-12 2 0,2 1 0,-1 1 430,15 1 0,-3 1-11,-12 0 0,-1 2 0,-2 0 0,2 1 0,-3-1 8,2 2 1,0-1-9,9 2 0,0 0 3,-4-1 0,-1-1 16,6-2 1,2-2 0,-17 0 1,1-1 0,1 0-1,9-1 1,2-1-1,-1-1 0,-4 0 1,0-1 0,-2 0-7,12 0 0,0-1 4,-1 0 1,3 1 0,-4 0-8,1 0 0,0 1-6,-6 0 1,4 0 0,-3 0 9,-7 1 0,-1-1 0,-3 1-7,1 0 1,-1 0 27,13 0 0,0 0-301,-19-1 0,0 0 301,11-1 1,3-1-9,0 0 0,0-2-14,2 0 0,-1 0-3,1 0 0,-1-1 0,1 2 1,-1-1-383,0 1 0,-1-1 382,-1 2 0,-1 0-19,-1 1 0,0 1 10,-3 0 1,-2 0 0,-10 1 0,-2 0 108,3 0 1,-1 0-33,25 0-1,2-1-36,-26 0 0,0 0-3,23-4 873,3 0-895,-27 2 0,0-1-1,1 0 1,1 0-9,1 1 1,0-1 8,-1 1 0,-1-1 2,-1 1 1,-1 0 2,15-1 774,7-5-628,-24 2-16,10-6-34,-12-1 974,1-3-958,1-5 56,1 0 135,-4 0 301,-4 2-290,-7 6-167,-6 4 128,-4 1-107,-3 1-156,-1 1-12,-1-2-44,-1 1-23,1-1-184,1 0-9602,3-1 9443,-2 5 1,1-1-1,-3 6 1</inkml:trace>
  <inkml:trace contextRef="#ctx0" brushRef="#br0" timeOffset="27096">17267 7296 9638,'-52'-20'1257,"1"-1"0,4 8 1,-3 2-1,6 3-1198,12 6 0,0 2-640,-10 2 1,-7 2 0,2 2 655,-8 4 1,-1 5-646,11-1 1,-3 2-1,-1 1 1,4-1 593,1 0 0,2-1 0,-2 4 82,-7 7 1,-5 4 0,1 2 0,9-4 16,2 2 0,4 1 128,4-3 1,-3 3-1,0 3 1,4 0 15,-1 9 0,4 1 0,1 1-345,-2 1 1,1 0 0,1 7 185,8-4 1,-1 7 0,2 1 0,1 0 0,3-7-247,-1 2 1,4-5 0,1 5 144,2-4 1,1 5 0,0 2 0,2-1 0,3-2 54,2 0 0,3-3 1,2 1-1,1 0-6,1 1 0,0 1 1,2 0-1,0-1-9,0-2 1,0 0 0,2-1-1,3-1 111,7 9 1,5-1 0,5-3 65,9-2 0,5-2 0,0-2-168,-8-6 0,0-1 0,5 0 15,5-4 1,5 1-1,3-3 1,3-5-355,4-5 0,3-6 0,1-3 0,-2 1 307,-9 0 0,-2-1 0,2-1 0,5-2-1,-3-3 0,5-1 0,4-1 0,2-1 1,-1 0-1,-2-3 0,-5 0-201,2-2 0,-4-2 0,-2-1 0,0-1 0,3 0 181,-2 2 1,2 0 0,1 0 0,-1-1 0,0-2 0,-1 0 6,6-4 0,0-1 0,-2-1 0,0-3 0,0-1-104,-4-2 1,0-2 0,-1-1 0,-1-1 0,1-1 100,-1 0 1,0 0 0,0-1 0,0-1 0,0-2 3,2-3 0,0-1 0,0-1 1,-1-2-1,-4-1 7,-4 0 0,-2-3 1,-1 0-1,-3 1 1,-2 2-10,8-8 0,-4 2 1,0-2 1,3-3 0,-2-2 0,-4-1 9,-9 3 1,-5-1 0,-2 1 179,-6 6 1,-2 0 0,-1-3-207,6-14 1,-2-5-1,-5 2-4,-9 11 1,-4 0 0,-3 1-3,-3-1 1,-3 0 0,-2 2-9,-3-9 1,-7 0-21,0 15 1,-4-3 0,-2 1 0,2 5 14,-5-5 0,-4 0-1,5 8 0,-7-5 1,-2-1-1,-1 1 0,3 5-28,-8-2 0,1 4 0,-4 0 14,8 6 0,-4-3 0,-2 1 0,1 2 0,3 2-20,-11-2 0,4 4 1,-4 2-52,3 5 1,-3 1-1,-1 2 1,-2 2-208,-3 2 0,-3 4 0,0 1 0,-1 1-258,11 0 0,-1 2 1,-1 1-1,1 0 0,0 0-230,2 1 1,-1 0-1,0 0 1,2 2 0,1 1 805,-5 3 0,-1 2 0,5 0 0,11-2 0,-6 2 0,11-2 0</inkml:trace>
  <inkml:trace contextRef="#ctx0" brushRef="#br0" timeOffset="27904">17405 4444 10534,'-43'14'635,"-1"0"0,1-1 0,-1 1 0,0 0 0,2 1 40,-12 10 0,2-1-1242,9-4 1,0 1 1008,2 2 1,-2 4-1,4-1-775,-2 7 0,1 2 439,2-2 1,-2 4-1,3 0-30,5-1 1,3 0 0,-1 3-2,3 0 1,0 1-1,-1 2 1,2 0 4,-6 9 0,2 0 1,0 0-296,1 0 0,1 1 0,1 0 301,3 0 0,2 1 1,3-4-15,2-4 1,3 2 50,2-4 0,0 5 1,2 4-1,9 1 127,12 4 1,10 5 0,4 0 0,0-1 0,-4-4-211,-9-6 1,-3-4 0,2 0 0,7 1-296,5 0 1,7 3-1,3 1 1,3-2 0,0-6-1,-1-10 311,8-5 0,1-11 0,3 1-30,-2 0 1,3 0 0,1 0 0,2-1-8,2-2 1,1 0-1,2-2 1,3-2-8,0-1 0,3-2 1,1-2-1,1 0 1,-3-1-261,-5-1 0,-1-1 0,0-1 1,0-1-1,2-1 249,-4 0 1,0-1 0,2 0 0,0-2 0,0-1 0,0-3-3,2-2 0,1-3 0,1-1 0,-2-1 1,-1-1-1,-3 0-135,9-3 1,-3 0-1,-2-2 1,3-2 145,-5 0 0,3-2 0,0-1 0,-3-1 0,-5 0 1,4-7 1,-6-1-1,-2-4 11,-7 4 1,0-4-1,-2 0 1,-3 2-10,-1 0 0,-3 2 0,0-2 2,1-5 0,1-2 0,-6-2 49,-6-3 0,-4-1 0,-3-1-48,-4 6 1,-2 0 0,-2-4-10,-1 1 0,0-5 0,-4 1 0,-3 1 120,-8-8 0,-5 3 0,-4 0-127,-5-1 0,-6 0 0,-2 2-3,4 13 0,-1 0 1,-3 2-1,0 0-2,-4 1 1,-3 0 0,1 2 0,0 1 195,-4-2 0,0 2 0,-5 1-225,6 6 0,-5 1 1,-2-1-1,0 3 0,3 1-39,-1 2 1,2 2 0,-1 2 0,-3-2-66,-5-2 0,-5 0 0,-1-1 1,1 2-1,4 2-43,4 3 1,3 1-1,0 2 1,-4 0-1459,2 3 1,-5 0-1,-2 1 1,0 0 0,4 2-1,7 0 1170,-5 0 1,6 1 0,-2 1-1,-4-1 1,-3 1 0,3 0-1,12 2 1,5 1 0</inkml:trace>
  <inkml:trace contextRef="#ctx0" brushRef="#br0" timeOffset="29464">19786 2200 9540,'-44'-31'729,"1"0"1,0 0 0,0 2 0,1 3-1,-1 6-395,-9 7 0,0 8-433,-4 1 1,-2 5 504,-4 6 0,0 4-577,12-2 1,-1 5 422,-2 7 0,-4 7 1,4 1-400,11-4 1,3 1-1,-3 3 358,-1 1 0,-3 2 0,-1 2 0,1 3-2,9-3 1,-1 3 0,1 0 0,1 0 0,3-2-22,-10 9 0,4-3 0,-2 5-96,9-9 1,-1 3 0,0 2 0,1-1 0,3-3-9,-2 7 1,4-3 0,0 2-61,-6 9 0,0 3 1,3-1-346,5-4 1,2 0 0,2 0 268,5-2 0,2-1 0,2-2-32,0 7 1,4 0 23,5-6 0,3 3 0,0-3-109,3 0 0,1 1 68,0-4 1,-1 3-1,1-4-46,1-3 1,0-2 30,1 10 0,-1-3 712,-1 4-729,2 9 2188,-5-35-1177,-3-17-794,-1-10 1585,-10-19-1586,-5-9-11,-12-17-59,12 21 0,-2 0 222,-2-2 1,-2-1-232,-2 1 1,-1 1-5,-2 0 1,-2 1 41,-7-3 0,-1 3-20,12 8 1,1 2 21,-12-8 1,2 1 39,-5-8-11,-3-12 0,16 2-6,14 2-5,12 7-34,7 10-23,2 11-10,7 9 38,6 37-10,0 6-26,-6-6 0,-1 3 4,-2-5 1,0 1 12,4 0 0,0-2 2,14 18 57,3-16 1,5-3 10,-4-10 0,2-3 14,18 7 0,4-2-653,-3-9 0,-1-3 644,2-3 1,0-3 8,-3-3 0,-1-2-52,-5-3 0,-1-2 52,-6-2 0,-3-4 8,-4 0 1,-3-3 56,16-20-40,-12-2-11,-11 1 17,-11 5 5,-10 3 174,-9 11-331,-3 5-49,-11 9 1362,-1 6-1341,-11 5 41,-1 6-113,4 2 22,7 0-61,8 5 78,7-4 17,-1 6-6,3 0-5,-2 5 38,-3 5 18,-2 2 33,-2-2 0,-1-2 34,-10-3-11,6-10 16,-18-4-27,-1-12-1,-21-9-313,26 1 0,-1-2-4625,-9-3 1,2-2 3553,-11-4 0,7 2 0,40 13 1</inkml:trace>
  <inkml:trace contextRef="#ctx0" brushRef="#br0" timeOffset="45477">1736 12042 16734,'-1'-8'5417,"0"3"-4331,1 5-470,-33-62-392,24 45-73,-9-18 0,1 7-218,15 27 11,-2 10 28,-1 14-224,-3 22-247,3-14 1,1 2-1154,-1 4 0,2 2 1652,1 5 0,0-3 0,1 6 0,2-8 0</inkml:trace>
  <inkml:trace contextRef="#ctx0" brushRef="#br0" timeOffset="45852">1926 11617 20744,'-50'5'17,"0"0"0,4 1 0,10 6-34,18 36 62,13 1-17,9-19 95,12-3 123,3-20 57,8-7-158,-3-6 286,15-25 225,-13-9-409,1-1 218,-14-7-73,-20 17-84,-7-3-101,-8 6-106,-4 9-90,-2 8-129,1 7-207,2 13-576,5 13-1732,4 17-5774,9 14 8407,8-2 0,0-16 0,4-17 0</inkml:trace>
  <inkml:trace contextRef="#ctx0" brushRef="#br0" timeOffset="46227">2235 11924 19294,'0'-5'3501,"0"2"-2572,0 3-923,-12-15 5,5 34-5,-10-2-6,9 39-28,1 3 33,3-2-5,3-7 11,1-13 96,1-14 139,2-13 152,10-24-309,-1-2 135,17-30 129,-1 3-433,-11 15 1,1-1 194,0 2 0,2 0-14,6-4 0,0 3-28,12-8-73,5 4 0,-22 25 0,-6 6-157,21 24 84,-16-7-149,0 8 1,-1 5-1196,-2 23-1233,-7-14 1,0 1 2649,-2-2 0,-2-1 0,3 11 0,-5-19 0</inkml:trace>
  <inkml:trace contextRef="#ctx0" brushRef="#br0" timeOffset="46636">4555 11774 24935,'25'-23'-149,"-1"0"1,12 1-1,4 5-460,2 11 0,4 5-2668,5-2 0,6 0 0,-3 0 2878,10 0 0,-2 1 0,-3 0 1,-7 0-1,-10 1 0</inkml:trace>
  <inkml:trace contextRef="#ctx0" brushRef="#br0" timeOffset="46923">4892 11816 25208,'4'37'-179,"11"3"-9,18 10 1,5 3-2742,-15-19 1,-2 0 2824,5 6 1,-4 1-51,-12-8 0,-5 1 517,-6 6 0,-6 0-366,-5 0 0,-4-1 8,-2-3 1,-5-4 2,-9-5 1,-7-5-662,-3-4 0,-1-3 502,7-2 0,0-1-706,-11-2 0,2-5 501,2-14 1,10 5 0,14-7 0</inkml:trace>
  <inkml:trace contextRef="#ctx0" brushRef="#br0" timeOffset="47318">5896 11747 25236,'-43'-9'67,"1"1"1,-1-1-1,-15-4 1,8 8-35,14 28-38,7 3 10,2 19-5,18-2 0,17 10-11,19-7-331,4-10 331,-5-15 0,4-1-9,5-1 1,1 0 13,-1-1 1,0 0-7,2 1 1,-2-1 6,-1 5 103,-16-8-14,-22 2-28,-20-7-28,-23 4-28,13-10 0,-1-1-155,3-1 0,0 0-129,-11-2 1,-2-3 283,-5-7 0,3 0 0,-12 2 0,27-2 0,0 1 0</inkml:trace>
  <inkml:trace contextRef="#ctx0" brushRef="#br0" timeOffset="54833">7153 11908 21623,'-20'-35'64,"0"0"1,-12-21-14,32 56-1714,0 0-2913,5 3 4576,2 0 0,0 1 0,-2-1 0</inkml:trace>
  <inkml:trace contextRef="#ctx0" brushRef="#br0" timeOffset="56466">7120 11900 10455,'0'-7'3691,"2"-30"0,-1-7-2520,-1 9-684,0-12 1,-1 2 436,-1 17-342,-3 11-554,2 8-370,1 6 169,1 15 257,1 12-23,0 23-47,0-15 0,0 1-275,0 4 1,0 1 254,0 0 0,0 0 9,1-1 0,1-2-255,8 25 258,0-18 111,17-5 146,-6-24 79,11-4-61,-3-24-7,2-15 34,1-14 492,-5-8-590,-14 20 0,-3 0 178,3-11-102,-5-8-34,-7 30-157,-1 3-308,-1 10-39,0 11 219,-2 13 22,1 13 11,-1 14 0,6 4-6,3-8-5,8 2-17,13-7 61,4-4 7,10-6 55,-7-16 67,-3-14 6,-3-11-11,-6-16-84,-6 2 145,-3-29-78,-9 15-90,-2 13 1,-2 0 27,-5-16-22,-3 10-72,-1 12-214,2 11-756,3 9-1047,2 4-2448,12 10-5350,8 6 8563,1 1 0,-1-3 1,-12-8-1</inkml:trace>
  <inkml:trace contextRef="#ctx0" brushRef="#br0" timeOffset="56836">8123 11865 22772,'-42'15'20,"1"0"1,2-2 0,13 2 29,34 9 96,11-6 95,13-6-1,10-10-38,5-13-28,2-13 16,-5-13 23,-11-11 5,-14-5-106,-9 10 263,-17-19-123,-7 25-55,-14-11-74,-10 24-33,-7 12-34,-8 12-11,-1 13-34,5 14-45,9 13 12,12 11-29,14 9-202,13-27 1,3 0 38,6 22-990,12-14 0,6 0-2700,-1-14 0,1-1 3904,10 9 0,-1-4 0,6-1 0,-15-17 0</inkml:trace>
  <inkml:trace contextRef="#ctx0" brushRef="#br0" timeOffset="57449">9620 11836 21190,'11'-49'653,"1"0"1,0 2 0,-7 19-492,-11 33-167,-2 8-6,-15 31 11,-3 11-612,8-17 1,1 3 602,1 1 1,3 0-6,2 7 0,2-2-101,2 13 115,10 1 147,24-25-68,5-14 33,21 1-42,-19-25 0,-1-6-14,13-4-1427,-9-12 0,-4-4 1432,-7-3 1,10-20 138,-23 20 1,-3-1-145,6-24 93,-6 16 0,-2 1-43,-1-17-16,-4 14-101,-3 16 2787,-1 13-3068,0 8-1584,6 23-683,2-3 2608,20 34 0,-16-33 0,9 12 0</inkml:trace>
  <inkml:trace contextRef="#ctx0" brushRef="#br0" timeOffset="57757">10635 11734 22083,'-31'12'739,"0"0"1,-7 9-754,45 10 0,14 3-45,0-7 0,1-4-53,18 18-67,0-4-247,-19-6 1,-4 1 296,1 4 72,-5-5 1,-8 1-817,-42 14-23,6-19-3619,-17-3 1,-4-3 4514,-5-8 0,23-5 0,3-2 0,6-4 0</inkml:trace>
  <inkml:trace contextRef="#ctx0" brushRef="#br0" timeOffset="57923">10477 11727 22940,'-34'18'84,"2"16"-84,19 16-33,0 3-253,5-15 0,2 1-2032,1-3 0,1-1 2318,0 4 0,1-1 0,-1 11 0,3-22 0</inkml:trace>
  <inkml:trace contextRef="#ctx0" brushRef="#br0" timeOffset="58323">11049 11839 18644,'2'-7'4296,"-1"2"-3915,-1 5 56,0 0-443,1-14 1,-4 30 5,6-12 28,12 34-6,-1-18 79,31-3-23,-12-18 23,15-9-17,-18-4 224,-1-25-218,-19 15 78,-4-8 0,-4-1 134,-9-11 91,-6-15-181,-1 25 253,-11 1-370,11 21 79,-17-4-152,14 14-16,-9 9-12,9 2-16,-5 20-40,2 23-106,4 8-43,8-27 1,3 0-334,6 2 1,5 0-3607,14 24 4150,-6-27 0,1-2 0,7 7 0,-6-18 0</inkml:trace>
  <inkml:trace contextRef="#ctx0" brushRef="#br0" timeOffset="59040">12950 11966 23626,'1'-37'-62,"-1"0"1,1-19 134,-1 69-39,0 16-12,0 21-5,-1-16 0,0 2-370,-3 7 0,-1 1 353,-2 4 0,-1 1-8,-4-1 0,-2 0 5,1-4 0,-2-3 3,-7 17 95,0-9 40,14-33 425,-3-5-532,7-18 98,-7-33-93,4-6-27,3 7 0,0-1-216,1 9 0,2-3 215,2-25 1,3-2-427,0 16 1,3 0 453,-2 2 1,2-1 0,1 2-3,0 3 0,2 2-327,6-8 1,2 2 300,8-7-239,-5 18 1,2 3 216,8 0 74,29 10-124,-11 15 674,-13 4 1,0 6-740,6 20 1,-3 9-12,-9-3 0,-3 5-96,-4-1 1,-1 4-1,-3 0-178,-1 13 0,-4 1-149,-2 2 0,-2-2 275,-3-12 0,-2 0-768,-1 8 1,-2-3 593,0-4-2235,-4-7 1,-2-2 2770,-3-11 0,-1 1 0,3-17 1</inkml:trace>
  <inkml:trace contextRef="#ctx0" brushRef="#br0" timeOffset="59566">13201 12088 17281,'-47'-17'1191,"-1"-1"0,7 3 0,10 0-1107,20 4 33,26-6-167,17 1 30,-3 4 1,4 0-555,8 0 1,2 2 517,4 0 0,4 1-101,11-1 0,0 0 62,-20 4 0,-1 1-194,12-2 1,-3 0-534,2-3-310,4-5 387,-14-4 784,-21 5 252,-11-4 404,-19 6 365,-8-3 32,-8 0 465,-6-1-1035,11 7 834,1 0-135,11 2-652,4 4-530,0-1-67,6 3 28,8 3-11,14 8-6,15 12-3,-12-4 1,1 2-253,2 5 1,0 3 246,-1 1 0,-2 2-9,-3 0 1,-3 1 7,-7-2 1,-3-1 14,1 15 17,-22 11 44,-17-21-22,0-1 56,-11-17-33,21-17 77,-9-22 465,14-7-497,-2-21-40,15 1-34,11 2-67,13 3-28,2 13-204,4 10 0,4 4-508,-6 5 0,1 2-187,15-6 0,3 2-781,-6 4 0,-1 1-1633,0 0 0,-2 2 3386,-6 1 0,-4 1 0,7-2 0,-18 4 0</inkml:trace>
  <inkml:trace contextRef="#ctx0" brushRef="#br0" timeOffset="60649">14446 11678 11732,'-3'-1'8307,"1"-1"-3911,2 2-4144,-35-37-268,26 28-158,-27-28 62,41 41 123,1 3-33,22 26-51,3 5-78,0 6 0,1 5 75,-11-12 0,-2 1 73,4 8 1,-9-3 97,-29 12-11,-11-30 50,-23-16 57,13-20 50,6-11-23,10-9-61,9-5-90,11-2-95,15 0-50,18 1-96,21 5-328,-20 17 1,3 2 257,5 1 1,2 3-79,2 0 0,0 2-59,0 1 0,-1 1-84,-2 1 0,-1 0-1748,3 1 0,-3 0 1956,12-1 44,8-1-1011,-26-4 1409,-8 0 313,0-6 460,-19-3-250,-1 4-8,-5-9 2543,-5 9-2733,-5-4 2270,-10 4-2735,2 7-17,-13 4-73,-18 35 28,16-13-22,3 9 0,2 3-56,5 12-12,-2 15-38,10-2 16,9-4 22,13-9 46,10-11 106,10-12 39,7-12 39,3-17 22,1-11 29,-5-14 72,-6-6-5,-11-4 168,-10-4-235,-5 16 134,-6-4-33,-3 19-40,-4 0-213,3 8-123,-1 5 62,3 14 22,-1 2-16,-2 18-18,2 4-44,1 25 34,9-9 38,3-3 34,14-16-11,2-16-11,21-7 0,-12-10 22,-2-9 0,-1-3 6,-3-4 17,21-20 39,-23 12 61,2-8-100,-12 14 106,-5 3-118,-8 15-140,-2 0 102,2 9 16,4 5 11,2 3-11,13 9-17,6-2 0,14 6 0,9-4 12,2-9 50,3-15 27,-14-16-32,-8-6-3236,-11-35 3330,-12 22 126,-2-9 1,-1-1 129,-3-4-203,-2 15 1,1 2-42,-3 0 139,-2 10-268,1 16-79,-4 7 68,0 8 0,-15 46-6,5-14-638,2-1 0,-3 8 0,2-5 610,4-6 0,-1 1-71,-3 11 0,-2 7 0,2-2 231,4-12 0,1 0 1,1 3-133,0 6 0,1 6 0,0 0 0,0-7 0,-2 7 0,2-4 0,3 9 0,0 0 0</inkml:trace>
  <inkml:trace contextRef="#ctx0" brushRef="#br0" timeOffset="61631">17307 11610 24357,'-34'-46'28,"2"30"-34,20 43 1,5 16-9,-5 5 0,-1 2-934,2-6 1,0 3 801,-1 6 1,0 5-1,0-3-835,2 3 0,0 1 462,1-6 0,1 2 0,2-3-579,2 3 0,3-7 715,2-14 0,1-3-4585,6 25 173,-3-38 2538,-1-6 3109,-5-31-852,-3-20 1374,0 1 1306,0 2 0,0-2 983,-2-19-2607,2 16 0,-1-1 8,-1-11 53,1 21 1,-1 1-306,-4-3-420,-3-7-392,7 24-247,10 9 214,4 5 604,25 7-610,-4-1-12,12 1 1,5 2-97,-8-3 0,2-1 134,6 1 0,3-1 0,-3 0-226,-3-1 0,-2-2 270,13-1 0,-3-2 92,-1-8-22,-4 0 314,-9-11-112,-25 6-135,1-3 498,-22-1-543,4 13 244,-15-5-305,3 15 466,0 3-489,-14 24-50,10 5-1,-5 22 7,14-14-1731,12-5 1,5-1 1724,5-5 14,2-1 0,5-3 75,10-14 129,7-2 113,1-17 27,-4-12-28,-4-15-168,-9 3 185,-7-24-201,-11 14-23,-6-18-11,-9 15 3369,-9 7-3447,-3 8-74,-2 9-364,3 7-1382,5 9-1698,8 9 3495,3 7 0,7-5 0,0 1 0</inkml:trace>
  <inkml:trace contextRef="#ctx0" brushRef="#br0" timeOffset="62740">19083 12148 17294,'6'-54'1279,"0"-1"0,-1 6 0,0 7-439,-1 15-246,-3 7-241,-7 5-269,-1 5 84,-23 1-107,-6 7-47,5 3 0,-2 2 3,-3 4 0,-2 3-9,-6 5 1,1 2-480,7-2 1,-1 3 467,-16 15 0,2 2 0,22-10 1,2 1-4,-9 10 0,5 1-5,12 14 90,49-4-57,1-18-19,9-15 0,5-5-416,-8-7 0,1-3 435,11-4 1,1-3 19,-1-4 0,-2-5 17,-3-5 0,-2-4 33,-4-4 1,-5-3-285,-4-4 1,-5-3 252,-5-3 1,-5-2-15,-3-2 1,-5-1 2,-2 1 1,-3-1-20,-3 3 0,-1 1 53,-2 1 0,-1 3 718,-4-10-724,0 10 62,5 25-269,2 9 811,0 1-749,2 27 769,0-1-708,0 38-38,0 5 1,1-22 0,0 6 0,1 0-917,2-3 0,1-1 0,0 1 818,-1-1 0,-1 1 0,3-2-407,6 16 0,3-7-744,11 5 845,-8-25 0,2-3-17,17 9 404,-3-19 161,-5-19 46,-7-15 44,-2-13 2340,-5-9-2272,-1-3 44,-4 1 78,-3 9 365,-1-2-157,-3 16-128,0-2-298,-1 12-336,-1 4-55,0 2 268,7 4 28,5 0 45,20 2-73,-8-3 101,26-11-56,-27 0 118,18-14 56,-21-1-12,1-7 107,-9-10-168,-11 6-113,-4 3 85,-13 7-6,-11 6-128,5 4 5,-4 4-6,3 11-27,4 7 10,-10 10-16,5 13-23,-2 26-5,10-12-152,8-2 1,3 0-112,5-2-480,4-2 1,2 1-2328,16 10 3109,-3-16 0,0-2 0,3 3 0,2-6 0</inkml:trace>
  <inkml:trace contextRef="#ctx0" brushRef="#br0" timeOffset="63302">20043 12086 13037,'5'-45'1645,"0"1"1,0 0 0,-1-4-1,0 1 1,-2 10-1047,-4 8 617,-7-19-1014,3 36-101,-4-3-101,-3 30 16,1 1-2,-6 16 0,-4 9-3,-2 11 1,-1 2-959,0-1 0,-1 0 947,9-13 0,-1 1 0,1-1-20,-4 14 1,1 0-381,6-15 1,0 0 0,0 4 218,1 4 1,-2 4-1,1 0 1,1-4-11,1-1 1,1-3-1,-1 3-595,-1 7 1,1 5 0,-2 0 0,-1-5 124,-4-4 0,-1-3 0,-1-1 605,-2 8 0,-1 0 0,-2-5 233,-1-9 0,-1-4 1,-1-10 404,-8-8 0,2-12-55,-10-27-286,14-18-111,27 0 1,9-7 141,9-2 1,6-6 0,-1 4-640,-1-4 1,1 0 410,3 3 1,2-3 0,2 5 56,10-4 0,2 5-172,3 0 1,1 2 50,-1-1 1,1 2-54,5 2 0,-3 7-22,-1 6-286,-2 2 1,1 1 338,-14 10 0,-2 1 128,12-7 0,-2 1-19,11-9 11,-15 12 2534,-5 0-2074,-11 9 2078,0-4-1860,-7 6 384,-3 2-647,-5 4-182,0 2-440,-1 10 141,0 1-85,0 44-6,2-23-49,0 28-298,5-19-621,4 6-617,0-3-2682,3-4-5485,-4-24 8746,-3-7 1,-3-7 0,-3-1-1</inkml:trace>
  <inkml:trace contextRef="#ctx0" brushRef="#br0" timeOffset="63474">20353 11908 17748,'0'-11'2375,"-3"-29"0,-1-5-2039,0 19-462,0-16 0,1 5-160,1 29-308,2 12-2862,1 20-1725,1-1 5181,3 21 0,-3-28 0,1 2 0</inkml:trace>
  <inkml:trace contextRef="#ctx0" brushRef="#br0" timeOffset="64210">20486 12108 23556,'-24'42'53,"9"-13"1,2 1-32,1 9 17,0 14-16,7-16 21,5-8 18,0-10 179,1-8 330,0-7-134,4-9-286,4-10-22,5-13 0,5-12-50,-1 3 58,-2 7 0,0-1 42,10-8-112,4-9 23,2 11-107,-13 20-39,8-2 6,-11 14-57,8 8-173,6 17 12,3 7-147,2 17-313,-12 4-460,-6 3-218,-5 0 241,1-6 398,3-10 448,3-14 375,2-13 213,4-14 224,1-10 139,1-8 57,1-4 85,-4-1 26,-1 4-396,-9 7 615,-2 3-840,-9 11-106,-1-1-325,-2 5 196,0 8 39,1-3 17,6 9 0,6-6 0,2-2 45,14-3 33,-10-8-11,8-8-5,-15-10 33,-4-11 56,-5-6 40,-5-3 28,-3 4 61,-4 9-73,-4 10-89,-5 11-34,-7 9-40,-10 13-21,-8 13-12,-4 15-25,24-14 0,3 1-311,3 4 0,3 1-314,4 2 0,5 1-2159,8 1 1,4-1 2797,2-5 0,2-2 0,9 8 0,-4-18 0</inkml:trace>
  <inkml:trace contextRef="#ctx0" brushRef="#br0" timeOffset="65497">2177 13149 11917,'0'-3'6732,"0"0"-5801,0 3-607,-63-50-217,39 38-32,-16-15 1,-4 9 98,0 42-118,6-3 16,3 10 1,1 4-423,12-10 0,2 1 378,-9 12 0,2 2-17,8-9 0,3-2-11,-6 16 195,13 3-173,18-24 17,14 6 6,22-16-42,-5-9 0,3-3 2,20 2-134,-22-4 0,1 0 126,-3-1 0,-3 2 15,11 2 21,9 1 659,-44 10-569,-31 7-76,-10 2 1,-6 1-29,-3-1 1,-3 0-513,-13 7 1,-2-2 506,9-6 0,2-2-9,11-6 1,1-1 30,-3-2 1,3-3-54,7-3-593,-8-17-2141,33-11 1989,15-25 1,-6 22 0,10-3 0</inkml:trace>
  <inkml:trace contextRef="#ctx0" brushRef="#br0" timeOffset="65749">2596 12914 18826,'-28'45'56,"1"-1"0,8-2 0,2 3 0,6-2-56,7 1 0,4 0-19,0-2 1,1 3-1,1-1-124,3 11 1,2-4 503,0-10 1,2-1-1595,6 11 1,2-2-3260,6 8-336,-8-20 0,1-2 4828,-1-4 0,-6-15 0,-7-13 0</inkml:trace>
  <inkml:trace contextRef="#ctx0" brushRef="#br0" timeOffset="66308">2484 13541 11340,'-4'-6'7741,"0"1"-6369,4 5-392,0 0-941,-10-60-39,31 43 3,-10-15 0,4 2-1,15 24 1,6 8-11,2-3 0,1 1-144,4-2 1,0 0 137,0 0 0,1-1 11,-2-1 0,-1-1 9,-5 0 0,-2-2 22,19-6 145,-19 0 113,-17 1-17,-12 1-22,-16 1 61,-17-2-79,-7 4-94,-3 1 139,-4 7-56,8 7 152,-8 6-314,8 9-22,9 9-17,11 5 5,8 6-22,11 0-5,9-1 5,11-4 0,8-9 16,2-10 7,1-9-3309,5-20 3325,-15 1 45,7-23 51,-14 2-6,1-11-6,-7-4 39,-7 0 40,-3 7 55,-3 8 3376,-1 13-3487,-2 8-112,0 7-34,-2 9 50,-2 13-50,-3 16-106,0 14-247,3 10-605,8 4-453,5-31 0,3 0-2440,4 0 1,4-2 3850,17 19 0,-10-20 0,-8-15 0</inkml:trace>
  <inkml:trace contextRef="#ctx0" brushRef="#br0" timeOffset="66760">3750 13428 16605,'0'-7'5742,"0"2"-5367,0 5 196,-42-60-168,19 43-277,-4-16 0,-2 5 14,2 34-50,1 9-17,-1 13-6,1 14-67,4 7-28,7 7-34,7 0-218,13-2-470,10-6-813,14-8-1204,11-13-1591,12-13-2150,9-18 3680,-19-9 1,-1-5 2827,-11 5 0,-1-3 0,10-12 0,-2-3-69,-15 7 1,-2-1 1283,3-7 0,-2-2 1300,-5 0 0,-2-2 151,-2-5 0,-4 1-1349,1-14 603,-3-9-805,-9 33 369,-6-9-1237,2 19 3273,-3 1-3240,7 17 15,1 0-312,-1 2 6,2 9 22,1 10 1,2 17-29,1 15-48,-1-19 1,-1 1-1043,1 14 1,0 0 554,-1-12 0,0-1-2422,0 18 0,1-2 2213,2 4 1,-1-8 0,-1-22 0</inkml:trace>
  <inkml:trace contextRef="#ctx0" brushRef="#br0" timeOffset="67015">4278 13480 15490,'8'-44'1536,"0"0"0,0 0 0,4-19 1,-5 11-523,-12 25-112,-16-1-712,-4 15-128,-6 7-1,6 12 40,-4 12-51,-2 11-10,-7 13-21,19-13 1,3 3 2,-4 23-19,12-23 0,3-1-3,5 9 11,11 2-11,7-10-22,13 1-158,10-7-710,14-11-2695,-10-12 1,2-2 3073,-10-2 1,-1-2 0,0 2 0,-5-2 0,-3-1 0</inkml:trace>
  <inkml:trace contextRef="#ctx0" brushRef="#br0" timeOffset="67257">5010 13479 23030,'-5'0'2414,"0"0"-2510,5 0-503,-39 3-370,29 0 969,-24 7 0,35-6 0,4 2 0</inkml:trace>
  <inkml:trace contextRef="#ctx0" brushRef="#br0" timeOffset="67727">1160 14591 18941,'-7'0'980,"2"0"291,5 0-700,74 0-1895,-19-4 1395,-4 0 0,10-1 0,4-1-705,-7-1 0,3-2 1,2 0-1,1-1 647,-10 2 1,2 0-1,0 0 1,2-1 0,1 0-29,1 1 0,1-1 0,1 0 0,2-1 0,0 1 0,0 0-329,-5 1 0,1 0 0,1 0 0,-1 0 0,0 0 0,-2 1 0,-3 0 316,4-1 0,-3 1 0,-1 0 0,0 0 0,4-1-18,-7 2 0,4-1 1,1 1-1,1-1 1,-2 1-1,-2 0 1,-4 0-74,10 0 0,-5 1 0,-1-1 0,0 1-218,-1 0 0,0-1 0,0 1 0,2 1-1088,8-1 1,4 1 0,-3 0 0,-7 2 1424,5-1 0,-5 1 0,-11 1 0,0-1 0,-8 2 0,0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3:37:59.8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1665 2608 18744,'-3'-51'1186,"0"-1"0,0 6 0,0 9-604,-1 21-302,2 7-336,1 6 84,1 24 23,1 12-18,0 28-295,0-27 0,-1 0 262,1 1 0,-1-1 0,0 27 17,1-9 95,0-21 280,1-13 151,2-16-263,2-17-241,8-15 6,6-18-20,-8 17 0,0 0 15,7-22 35,-7 13 1,-1-1 588,0-12-533,-5 13 1,0 2-14,-3 1 45,-2 6-113,-2 24-123,0 2-27,1 8 72,-1 8 28,0 14 5,-3 15-27,-1 16-269,1-23 1,-1 1 44,0 3 0,1 0-471,-1 1 0,2 1-1392,0-2 1,1-2 2108,4 22 0,-2-24 0,3-18 0</inkml:trace>
  <inkml:trace contextRef="#ctx0" brushRef="#br0" timeOffset="283">2142 2617 22015,'-3'5'908,"2"-1"-639,16-3-95,4-1-101,17-7-107,-10 3-156,17-8-410,-17 5-1293,2 0-6128,-11 3 7173,-8 2 0,-7 2 0,-2 0 0</inkml:trace>
  <inkml:trace contextRef="#ctx0" brushRef="#br0" timeOffset="1020">3624 2883 18986,'-4'-44'1132,"-1"-1"1,0 1 0,-1-15 0,1 13-903,0 30-270,3 11-49,0 8 94,2 28-5,3 17-649,0 12 612,-1-18 1,0 4-300,0 8 0,0 1-409,-1-10 1,0 2-145,0-3 0,0 3 0,0-4-2217,1 1 1,-1-2 3105,2 12 0,-1-3 0,2 6 0,-1-15 0</inkml:trace>
  <inkml:trace contextRef="#ctx0" brushRef="#br0" timeOffset="1317">3583 3109 12319,'-3'-50'1385,"0"1"1,0-1 0,0 5 0,1 0-1,1 4-979,0 1 0,2 2-213,3 5 1,3 1-93,6-14 11,23 0-65,-5 26 1,4 4-818,0 0 1,2 2 763,9 1 0,-1 5-16,11 8 492,0 20-605,-20 25 180,-8 6 79,-21-18 0,-7 1 49,-23 20-81,3-28 1,-3-2-15,-21 12 3,14-20 1,-2-2 52,-19 2-50,17-10 0,0-4-409,-10-6-1005,10-15-3207,37-13-3663,6 5 8422,11-1 1,-12 19 0,-2 3 0</inkml:trace>
  <inkml:trace contextRef="#ctx0" brushRef="#br0" timeOffset="1660">4308 2546 18128,'6'-1'3574,"-1"0"-2319,-5 1-1160,-29 69-50,22-33-40,-9 4 1,5 2 17,22 3-7,-2-24 46,15 15 179,-9-24 117,10-3-33,0-16-101,6-15-22,5-13 22,-1-10 0,-4-4-23,-8 0-50,-9 4-27,-8 6-40,-9 6-106,0 15-68,-4 5-890,3 11-740,2 8 1720,4 20 0,-1-13 0,3 12 0</inkml:trace>
  <inkml:trace contextRef="#ctx0" brushRef="#br0" timeOffset="2161">5003 2551 24273,'-14'-52'515,"3"10"-459,0 54-17,-2 5-27,-5 15-12,5-5-28,13 17 11,15-14 28,15 12-17,13-10-33,6-4 0,-4-2-67,-9 0-57,-15 0-240,-19 1 17,-10-4-1967,-35 11-677,2-16 316,11-6 1,0-3-1226,-8-5 708,-6-24 3231,21-11 0,-6-24 0,17-5 880,6 10 2827,5 17 1,0 0-207,4-6-2162,-1-4 1528,4 15-1785,-4 18-646,1 0-335,-3 8-62,0 5 163,0 15-118,1 6-84,0 19-202,2 6-817,1 9-1869,-2-26 1,1 0 2887,-1 26 0,0-21 0,-1-16 0</inkml:trace>
  <inkml:trace contextRef="#ctx0" brushRef="#br0" timeOffset="2554">5353 2289 14564,'-1'-46'632,"1"-1"1,0 9 0,-1 5 2655,-3 10-3109,1 16 1219,0-1-1409,3 17 893,1 3-843,9 46-45,-4-28 1,1 2 1216,2 18 0,0 3-1203,-1-4 1,-2 1-9,-1 1 0,-1-2-136,-1-11 1,-1 0 149,-1 11 0,-1-3 8,0 5 23,1 10 235,0-39 174,3-16-191,6-17-151,6-17-11,12-18-54,-12 18 1,2-2 450,2 1 0,3 0-454,9-7 1,2 4-39,-9 11 0,1 2 141,6-2 1,-1 5-193,9 10-78,-3 14-869,1 27-16,-14-3 1008,-11 3 0,-4 0 0,-5-13 0,1 15 0</inkml:trace>
  <inkml:trace contextRef="#ctx0" brushRef="#br0" timeOffset="3053">6616 2143 23523,'-40'29'98,"0"0"1,9-5 0,4 6-99,4 26 0,8 4-601,6-17 1,3-2 530,2 2 0,3 0-358,4 0 0,4 1-939,5 8 0,6-1-2759,10-6 1,6-5 4125,1-9 0,1-4 0,14 3 0,-17-18 0</inkml:trace>
  <inkml:trace contextRef="#ctx0" brushRef="#br0" timeOffset="3284">7511 2145 24956,'-22'-39'293,"-1"1"1,-1 0-1,11 16-287,22 31 5,1 2 0,23 21-14,-9-3 0,1 6-1667,3 17 0,-2 4 1608,-2-7 1,-4 1-57,-3 5 1,-9 3-823,-14-10 1,-7 1 0,-3-1-2338,2-7 0,-3-1 0,0 1 2540,-2 7 0,-2 2 0,1-7 0,-2-4 0,3-10 0,6-10 0</inkml:trace>
  <inkml:trace contextRef="#ctx0" brushRef="#br0" timeOffset="4839">1503 4204 6552,'6'-2'3988,"-1"0"-47,-5 2-2037,0 0-699,9-21-701,-6 16 526,5-15-531,-8 20 1412,0 0-1810,-1 1 27,-3 2-44,-1 0 320,-8 1-208,5-3 460,-9 1-320,10-7-163,-3-6-89,5-8-33,2-6-40,1 5-6,2-5 1,2 14-96,0-2-50,1 10 90,5 5 28,6 9-29,9 13-22,3 13-11,-1 15-183,-15-22 0,-4 3 256,-5 4 0,-5 1-1,-7 6 1,-5 0 5,-9 4 1,-5 0-566,-7 1 1,-3-1 584,-2-4 0,-1-3 73,3-7 0,0-6 58,8-7 1,1-7 101,-12-8-152,19-15 168,9-35-117,10 2-34,7-18-40,10 15-16,9 11-56,5 14-5,5 10-18,6 15-16,-6 4-205,-1 7 1,1 4-799,22 12-193,-13-8 0,2 0-2473,-2-4 0,-1-2 3189,-3-2 0,-3-2 0,12 3 0,-21-10 0</inkml:trace>
  <inkml:trace contextRef="#ctx0" brushRef="#br0" timeOffset="5007">2038 4512 19563,'-11'-1'2991,"2"-1"-2347,9 2-2762,0 0 2118,60-26 0,-45 19 0,15-6 0,1 0 0</inkml:trace>
  <inkml:trace contextRef="#ctx0" brushRef="#br0" timeOffset="5550">3769 4533 20039,'-12'-46'1196,"-1"0"1,2 3 0,2 9-995,4 25-292,2 5 90,1 10 6,6 19-6,2 17-3,-2-9 0,1 2-569,-1 8 0,-1 2 479,-1 5 1,-1 3-207,-4-6 0,-1 1 1,0-2 17,0 3 1,0 0-607,-1 1 1,-2 4-1,2-8-519,1 9-457,1-10 1,1-3-3414,-1-13 5276,0-5 0,1-14 0,-1-9 0</inkml:trace>
  <inkml:trace contextRef="#ctx0" brushRef="#br0" timeOffset="5816">3685 4940 12046,'-4'-55'1084,"1"1"0,-1-1 0,0 11 1,1 1-1,1 2-401,1-5 1,2 2-1389,3-1 0,1 1 862,-2 8 0,2 0 109,11-17 0,6 3-406,15 1 157,-15 19 0,2 3 202,5 6 1,2 4-209,24-1-50,-14 11 0,1 5-3,-8 7 0,-1 3 48,25 15-60,-35 9 1,-7 4 36,-4 6 614,-9 1 0,-8 3-583,-18-5 0,-7-2 4,-3 2 0,-5-3 15,6-9 1,-4-1 0,0-3-3,-12 1 0,1-4-184,9-6 0,2-3 184,-2-2 0,3-2-93,-4-3-1786,9-13 1213,38-13 1,-2 4 0,15-1 0</inkml:trace>
  <inkml:trace contextRef="#ctx0" brushRef="#br0" timeOffset="6196">4534 4224 14449,'2'-6'4643,"0"1"-2840,-2 5-1444,-64 49-247,44-26-42,-16 12 0,4 4 8,29-1 17,15 20-22,9-14 11,16-1 73,4-23-39,-6-10 302,19-13-263,-26-4 330,24-27-151,-34 1-154,-7 1 0,-5-2-36,-11-19-300,-5 0 238,-16 6-34,9 20 68,-24-18-68,12 23-39,-6-3-44,7 16-242,9 15 40,4 2-675,4 20-6584,13 18 6646,4-4 0,-3-10 0,0-24 0</inkml:trace>
  <inkml:trace contextRef="#ctx0" brushRef="#br0" timeOffset="6699">5084 4387 18975,'0'-4'4357,"0"0"-3556,0 4-784,-7-17 16,-1 48-10,-3-24-9,5 33 0,4 12-453,0-18 0,0-1 442,0 7 0,-1 2-3,-3 8 0,-2-1 14,2-15 0,-1 0-9,-4 14 1,1 0-12,1-15 1,1-2 27,-6 14 73,6-18 68,5-20-96,2-10-39,1-33-17,0-9 8,0 7 1,0-3-15,0-3 0,-1 1-3,0 6 1,0-1 17,0-3 1,1-3 0,-1 2 4,0-3 0,1 0-14,-1-8 1,4-2 13,8-9 0,4 6-19,4 5 5,3 3 0,7 2-8,6 21 0,3 6-9,-5 1 0,1 3-238,12-1 1,1 6 210,15 15-168,-17 5 150,-1 21 18,-23 6 13,-15-2 1,-6 1 13,-8-1 0,-6-1 88,-10 6 1,-5-2-139,-5-6 0,-5-3-135,-3-3 1,-2-2-440,0-3 0,-1-3-1560,3-4 0,2-2 2190,-19 1 0,26-8 0,20-3 0</inkml:trace>
  <inkml:trace contextRef="#ctx0" brushRef="#br0" timeOffset="6966">5877 3759 24032,'-24'38'72,"-1"0"1,0 0 0,-6 9 0,-1 2 0,3-5-68,6-6 1,2 0-454,0-2 0,0 3 1,3-1 410,0 10 1,5-2-93,5-2 0,6 0-305,8-4 0,6-2-633,6-5 0,7-3-1751,9-3 1,5-5 2817,-2-6 0,0-3 0,15 2 0,-21-9 0</inkml:trace>
  <inkml:trace contextRef="#ctx0" brushRef="#br0" timeOffset="7223">6685 3730 25651,'29'-27'99,"1"0"0,10 14 0,-1 14-80,-15 19 1,-3 11-1911,1 4 1,2 5 0,-5-1 1873,-2 1 0,-4 1-11,1 10 0,-7 4-214,-11 7 0,-8-1-741,-2-7 0,-3-1 152,4-10 0,-1 1 0,-1-3 831,-12 9 0,1-8 0,5-9 0,-1-3 0</inkml:trace>
  <inkml:trace contextRef="#ctx0" brushRef="#br0" timeOffset="9379">1219 5927 10494,'-5'-7'5456,"1"1"-3714,4 6-762,0 0-420,-14-64-145,16 33-253,-5-10 1,2 0 77,18 11-66,3 3-90,4 7-67,1 6-51,3 8-27,5 13-1,2 11-5,-1 16-23,-2 9 23,-9 11-684,-10 6 759,-14-28 1,-3 0 22,-5 0 0,-3-1-451,-14 16 492,5-20 1,-2-2 120,-2-4 1,-1-2 71,-27 15 289,-1-9 57,20-18-90,12-9 351,9-2-592,7-7 239,6 1-530,9-4 175,10 3-170,27 3 6,-10 4-6,-5 6 1,2 1-23,13 8-17,12 7-27,-7 5-18,-14 2 12,-17 6-40,-23 3-151,-22 5-471,-22 2-705,19-21 1,-2-2 876,-2-3 1,3-2 0,-6 2-1,10-8 1</inkml:trace>
  <inkml:trace contextRef="#ctx0" brushRef="#br0" timeOffset="9609">1836 6075 22291,'29'-1'0,"-6"1"0</inkml:trace>
  <inkml:trace contextRef="#ctx0" brushRef="#br0" timeOffset="10301">3752 6198 18319,'-2'-55'1581,"0"-1"1,0 8-1,1 9-1368,1 21-39,0 11-185,-1 8 27,0 12-16,-7 41-134,2 2-592,0-5 1,1 3-1835,2-18 1,2-1 2559,1 2 0,1-3 0,0-2 0,3-16 0</inkml:trace>
  <inkml:trace contextRef="#ctx0" brushRef="#br0" timeOffset="10658">4032 5768 20811,'-33'22'272,"-1"-1"0,3 26-82,52-14-89,14-7 117,3-20 35,-8-11 273,9-13-139,-15-5-68,-9-11-162,-16 9 224,-20-14-292,5 19 40,-19-14-39,5 18-107,6 5-258,-4 5-251,20 15-12,0 2-6956,16 29 7494,2-12 0,1 4 0,-4-19 0</inkml:trace>
  <inkml:trace contextRef="#ctx0" brushRef="#br0" timeOffset="11460">4458 6039 22184,'-17'-35'185,"-1"1"0,-14-16-174,26 60-11,-2 7 6,5 6-6,5-3 5,18 14-22,6-9 1,18 14-18,1-8-112,-1 2-129,-11 7 85,-17-12-656,-26 14 68,-9-22-1891,-8-1 0,-4 0 2617,-18 3 1,3 0 0,19-14 0</inkml:trace>
  <inkml:trace contextRef="#ctx0" brushRef="#br0" timeOffset="11617">4284 6133 14398,'15'-45'2216,"0"-1"0,-1 5 1,-2 7-1915,-2 16 51,-2 7-292,-6 13 68,1 11-11,-3 16-124,-6 18-157,3-16 1,-1 2-1044,-3 4 1,0 1 1205,1 7 0,-1-3 0,0 6 0,2-5 0</inkml:trace>
  <inkml:trace contextRef="#ctx0" brushRef="#br0" timeOffset="13275">5277 5726 23069,'-28'-37'114,"0"0"0,-1 6 0,-2 11-58,-28 37-26,28-3 1,1 3-26,2 1 1,2 3-45,-15 24 22,19 2-11,14 2 23,18-1 10,11-1 7,15-6-12,7-7 5,3-10 12,-1-9 28,-7-8-6,-13-5 252,-8-3-95,-12-1-117,-5-2-63,-4-1-21,-17-1-12,-3 3 17,-15 5-22,-1 8 5,-2 9 6,2 9-1,4 7 12,10-4-50,-2 25-45,18-14-107,-1 19-190,22-16-241,16-5-230,19-10 398,-15-19 1,1-4 44,24 0 19,-7-13 1,1-6-84,-15 1 0,0-3 512,14-6 0,0-3 39,-15 3 0,-4-2 24,-4 0 0,-4-2 172,10-26 180,-16-2 133,-8 1 80,-7 3 83,-4 4 1,-1 8-108,-2 9-223,1 11-274,2 8 630,-1 5-843,3 9 99,0 9-27,-1 28 6,0-7-3,1-3 0,-1 2-2,-1 16-195,0-18 0,1 1 184,-4 29-35,-2 0 51,3-26 6,1-2 128,3-28 29,1-4-113,0-13-5,1-8 0,2-13 393,-1-8-404,3-9-23,2-5 0,7-1-5,10-4-1,-5 22 23,11-1-28,-1 22-11,-6 3 0,11 5-17,-8 16-11,1 5 22,-4 6 0,-5 12 0,-8 2 12,-2 11 22,-4 2-23,-9-4 6,-4-4 28,1-18 56,-2-6-17,7-18 28,-1-14 6,2-10-67,1-5 55,6-11-10,6 6 0,9-7-62,17-1-12,-11 19 12,24-4-28,-20 21 0,5 0-24,-3 8-32,-7 9-112,5 7-426,2 20-128,-8 3 212,-3 2-1009,-4 4-1006,-4-9-702,5 6-442,8-9 3114,1-16 751,0-11 829,4-16 2414,-2-14-2000,-4 2 2106,6-20-2738,-21 24 430,5-14-22,-10 18-963,-1 3-11,-2 6-286,-2 6 61,5 20-5,-1-6 28,12 43 17,-5-13-34,2 13 3,-7-17 0,-2 2-468,-3-8 1,0 0 453,-1 6 0,0 2-3,-5 1 0,-1-2-6,-2-7 1,-1-1-12,-4 13 1,-2 0 2,-4 10 6,-4-1 73,16-42 89,2-9-129,3-11 23,2-34-14,3 8 0,0-1-235,-2 0 1,1 0 208,2-6 1,1 1 5,-1 3 1,-1 1 4,1-1 1,0-2 25,0-6 0,1-2 50,0-5 1,0 3-48,3-15 5,3 17 1,2 5-34,3 9 904,21-17-882,-7 30-34,11 0-5,-10 9 0,0 5-5,-14 6 438,0 6-484,-6 6-10,0 17 44,-8 5 17,-14 11-11,-4-14-37,-9-9 1,-4-2-65,-5-2-886,-11-1 1,-1-3-2638,3-7 3635,4-2 0,4-2 0,14-4 0,0 0 0</inkml:trace>
  <inkml:trace contextRef="#ctx0" brushRef="#br0" timeOffset="14262">7190 6281 18197,'0'-44'341,"0"0"1,0 0-1,1-11 1,0-1 0,1 5-242,-1 9 1,1 1 36,1-17 1,-2-1 195,-2 15 1,-1 4-177,-1-19 1310,-6 5-1081,0 22 371,2 6-802,1 10 1258,5 16-1218,-1 29-1,0-1 6,-2 21 0,-2 9-181,0-12 0,0 2 112,0-1 0,-1 4 0,0-1-43,1-6 0,0-1 0,0 0-143,-1 18 0,1 0-283,3-17 1,0 1-1,1-4-316,0 0 1,1-3-231,0 1 0,1-7-2002,0-14-605,0-21 2369,0-6 1283,-5-33 1322,-8 5 637,-10-21 1791,-10 6-1588,-5 1-1075,7 13 834,-5-5-1204,19 23-487,-1-4-281,23 13 28,24 1-22,31-2 36,-16 5 1,3 1-575,8-1 0,1 1 614,2 0 0,0 2-1,-2-1 1,-2 0-1,-5 0 1,-2 1-1,-13 0 1,-1-1 7,3-2 0,-3-2 85,-1-7 107,5-8 150,-25 2 141,-13 0-202,-4 6 1771,-14-5-1637,3 10-60,-6-3-241,11 9-141,5 3 22,5 11 1,1 11 33,1 4-56,11 29-18,4-14 40,-2-10 1,2 0-1,10 6-5,22 5 17,-11-21 16,16 2-11,-21-17 52,12-19 9,-23 3 136,23-29 16,-25 10 95,5-13 73,-12 11-6,-6 8-134,-3 10-190,-3 8-85,-2 9 23,-1 15 28,-5 16-44,-3 22-26,3-19 0,0 2-571,1 5 1,-1 1 225,2 4 1,1 1-631,1 2 0,1 0-1341,4-1 1,3 0 2357,4 0 0,1-3 0,2 6 0,5-14 0</inkml:trace>
  <inkml:trace contextRef="#ctx0" brushRef="#br0" timeOffset="14560">8649 5699 22498,'-15'-50'851,"-1"-1"0,3 6 0,0 11-655,-3 21-78,-3 17-5,-9 17-57,3 6 22,0 10 0,2 5-871,6-6 1,1 1 797,-6 19 1,1 0-6,9-17 0,3 0-34,2 18 1,5 0-264,6-19 0,4-1-3,3 14 0,5-2-291,6-15 0,5-4-185,3-4 1,4-5-312,4-5 1,3-3-810,4-5 0,1-3-1147,-7-4 1,0-2 3042,5-5 0,-5 0 0,-6-2 0,-2-1 0</inkml:trace>
  <inkml:trace contextRef="#ctx0" brushRef="#br0" timeOffset="14767">9220 5630 25231,'-30'-50'431,"20"19"-347,55 63-64,-18-11 0,1 2-23,1 4 0,-1 4-8,3 13 0,-4 4-45,-7-3 0,-7 5-1151,-11-1 0,-7 5 0,-6-2 1207,-7-5 0,-5-1 0,0-3 0,-3 10 0,-1-5 0,-2-15 0,1 0 0</inkml:trace>
  <inkml:trace contextRef="#ctx0" brushRef="#br0" timeOffset="16037">1065 7713 12382,'0'-5'5903,"0"1"-5158,6-26 1,3-9 525,5-9-921,-1 0 0,0 0-42,5 3 448,1 1-548,-9 24 335,4-13-403,-10 23-163,1 0-33,-8 23 101,-8 18-20,1-2 1,-2 3-175,-4 9 1,0 3 140,1-4 1,0 2-1,1-2-706,-1 4 0,1-1 708,-1 6 1,3-2-12,6 11-236,9-3 259,3-11 67,14-12 78,3-30 50,25-24-83,-1-11-1334,-17 7 0,-1-1 1306,8-14 150,-1-7 738,-15 5-855,-5 10 326,-4-2-342,-10 26-119,0 0-4,-2 8 3230,0 14-3225,0 8-6,0 22-11,0 9-63,0 9 500,-1-12-1023,4-12 1,1-1-1947,7 11-1504,0-14 0,1-3 4064,11 5 0,-8-16 0,-5-12 0</inkml:trace>
  <inkml:trace contextRef="#ctx0" brushRef="#br0" timeOffset="16208">1851 7940 20352,'0'-3'3904,"0"1"-2901,0 2-1199,-18-31-622,15 24-61,-11-21-1267,22 33 2146,4 3 0,-5-3 0,1-1 0</inkml:trace>
  <inkml:trace contextRef="#ctx0" brushRef="#br0" timeOffset="28298">3591 7521 10175,'3'-7'5680,"-1"2"-3401,-2 5-1685,0 0-101,-25-31-95,7 24 201,-33-15-465,22 33 6,-8 12-17,11 2-11,2 4-56,2 2-67,5-1 11,6-1-17,6-4 23,4-7 16,13 6 6,5-9 6,15 7-12,2-6-10,1-1-12,-4 0-12,-8 0 85,-12 1 45,-14 3-29,-16 4-38,-18 5-6,-15 3-15,21-16 1,-1-1-12,0-2 1,-1-2-14,-26 3-174,10-9-1232,13-14-6979,17-9 8379,12-6 0,7 8 0,2 6 0</inkml:trace>
  <inkml:trace contextRef="#ctx0" brushRef="#br0" timeOffset="28531">3853 7534 17557,'11'-2'2812,"-1"0"-2655,-10 2 369,0 0-481,-24 71-45,16-33-616,1 1 0,-3 8 0,5-8-1770,6 3-2734,4 19 5120,1-39 0,-3-10 0,0-2 0</inkml:trace>
  <inkml:trace contextRef="#ctx0" brushRef="#br0" timeOffset="28705">3963 7371 12287,'-16'-1'0,"3"-1"0</inkml:trace>
  <inkml:trace contextRef="#ctx0" brushRef="#br0" timeOffset="29525">4315 7782 17227,'-4'0'5052,"0"-1"-4105,4 1-488,-38-62-280,28 42-8,-12-19 0,6-1-76,17 21-67,9-9-17,8 6 0,11 3-27,7 4-1,6 6 6,15 8 5,-16 4 0,6 5-72,-4 16 33,-13 3 6,5 19 17,-23 3 5,-17 5-22,-10 6-1680,-1-21 1,-3-1 1707,-8 15-1,2-10 1,0-2-571,-4-1 593,-5 6 96,12-23 89,11-16-34,1-5-5,3-19 2983,4 3-3095,5-29 845,3 21-901,10-19 22,10 12-28,-4 7-22,13 0-45,-1 18 56,-5 4-39,20 18 16,-25 5-291,6 15 331,-18-7 0,-19 28-28,-13-9 27,9-19 1,-1 0-3,-7 0 0,-1-1 31,-10 13-6,-4 0 180,10-19-147,12-15-21,7-21-12,8-16-17,10-20 17,-1 17 1,3-2-88,6-4 1,3-2 82,0 4 1,1-2 0,0 3 0,1-4 1,1 1-2,-2 2 1,2-2-1,-2 1 26,1-7 1,-2 2-20,-3 7 0,0-2 25,2-13 1,-5 3 10,-8 11 84,1-21 46,-21 31-124,1 7 72,-21 5-93,15 11-3216,-19 11 3198,21-2 286,-14 25-292,19-14-2240,-5 36 2218,11-26-155,8 6 1,4 0 126,4-4 934,4-1 1,6-1-2145,5-6 1,1-2-1962,20 14 2800,-13-14 0,-3-2 0,-12-8 0,1-1 0</inkml:trace>
  <inkml:trace contextRef="#ctx0" brushRef="#br0" timeOffset="34345">5244 7494 16622,'-37'-45'-179,"8"9"128,28 36-879,1 0 1009,-2 4-63,1-2 52,-1 5 195,1-5 2936,1 0-3188,-3 1 118,-6 8 72,-9 11 23,-10 11-123,3-1 22,7-2 1,2 3-607,-3 21 499,6-11 1,3 1-17,4-2 0,3-1-28,1 2 0,3 0-134,2-1 0,4-2-264,3-3 0,4-2-322,7-4 0,3-4-467,22 9-2868,8-22 0,5-6 4083,-20-7 0,0-2 0,6 2 0,-3-1 0,-4-6 0</inkml:trace>
  <inkml:trace contextRef="#ctx0" brushRef="#br0" timeOffset="34658">6134 7373 21679,'-28'-21'230,"11"4"-157,23 17 56,15 5-61,9 9-29,15 16-25,-21-7 0,0 5-879,2 18 1,-3 5 741,-7-15 0,-3 3-673,-4 10 1,-1 7 0,-4-7-174,-4-13 0,-2 0 969,-3 10 0,0 6 0,-1-11 0,-3-2 0,-6 14 0</inkml:trace>
  <inkml:trace contextRef="#ctx0" brushRef="#br0" timeOffset="38628">1310 9072 20929,'-2'-8'588,"-1"2"-476,-2 8-50,-5 1-12,-7 3-11,-9 2-11,-8 4-11,-6 1 22,-3 1 68,3-3 112,7-4 72,9-4-33,9-7-90,7-2-45,5-3 11,2 2-39,1 1-330,0 4 241,0 17 5,0 6 6,0 8-1,-3 3 1,-1 0-22,-1 0 7,-1 2 1,-1 1-8,-2 0 5,-4 6 17,0-6 11,1-8 145,-1-6-55,5-10 156,-2-5-16,6-5-96,-3-5-22,0-5-84,2-3-45,2 0 1,3-1-24,5 1 12,7-2-5,9 1-34,16 4-6,0 4 6,0 5-40,-2 5-5,-13 7 6,-1 8 5,-11 7-201,-13 17 83,-3-12-414,-14 15-790,0-21-4312,-16 7 526,10-15 5181,-8-3 0,24-12 0,0-2 0</inkml:trace>
  <inkml:trace contextRef="#ctx0" brushRef="#br0" timeOffset="38876">1237 9064 21119,'31'-11'-2447,"-8"3"2447,20 5 0,-29 2 0,8 1 0</inkml:trace>
  <inkml:trace contextRef="#ctx0" brushRef="#br0" timeOffset="39095">1673 9531 12069,'-19'13'0,"4"-2"0</inkml:trace>
  <inkml:trace contextRef="#ctx0" brushRef="#br0" timeOffset="48649">1439 9122 11210,'2'-6'5227,"0"1"-3259,-2 5-1665,-39 5-40,-2 35 1,-5 11-235,12-23 1,-2-2 0,-1 6-1059,-2 12 0,-2 7 0,1 2 0,4-7 1021,6-8 1,2-4-1,0 2-22,-6 11 0,-2 2 1,4-5-25,4-2 0,3-5-265,3-5 0,2-2-2857,-12 23-3320,26-42 6496,3-8 0,3-3 0,2-6 0</inkml:trace>
  <inkml:trace contextRef="#ctx0" brushRef="#br0" timeOffset="48805">883 9455 13750,'5'-57'1507,"0"-1"0,-1 14 0,-1 6-348,-2-3-1036,-1 32 483,0 0-567,8 29 206,2-3-567,11 17 0,5 3-1633,9 7 1319,0-4 1,-2-2 0,-7-12 0,0 0 0</inkml:trace>
  <inkml:trace contextRef="#ctx0" brushRef="#br0" timeOffset="50454">1111 9220 10914,'-7'-3'7242,"2"1"-6525,-25-10 1,-5-1 183,6 6-593,-10-7 0,1 2 45,16 14-185,7 2-84,7 5 39,10 7 118,17 10 17,22 12-160,-9-13 0,3 1-515,7 4 1,1 2 402,5 4 0,-1 2-240,-16-10 0,0 2 0,-1 1-132,1 5 0,-2 2 0,-3-3 0,-2-3 1,-3-3-1,-4 1 0,0-1 0</inkml:trace>
  <inkml:trace contextRef="#ctx0" brushRef="#br0" timeOffset="56142">1480 9072 17188,'34'-25'844,"-1"-1"0,1 2 0,-15 8-620,-28 18-118,-12 3-5,-19 5 0,-19 5-767,22-5 0,0-1 767,-24 6 86,15-5 1,1-2-42,2-3 211,3 0 0,1-2-49,9-3-28,-5-2-151,21-1 140,5-4-134,6 4 1063,0-1-1192,2 3 17,0 3-45,0 1 50,-6 19 0,2-3-11,-6 40 5,4-11-284,2-10 0,0-1 257,-1 16 19,1-12 0,0-1-3,-2 2-87,-1 1 1,-1 0 148,-2-4 33,-3 11-16,7-29 151,2-7 235,4-11 982,0-1-1172,4-9 16,2-6-246,7-11-50,0 2 27,11-12 18,6 2-29,-3 5-27,19-2-18,-17 22 12,14 2 5,-13 9-10,8 11 21,3 16-10,-1 4-7,2 10 12,-17-8-5,-9-8-1,-10 13 6,-8-20 11,-16 23 12,-30-6-306,19-18 1,-2 0 290,-11 3 1,-2-3 5,5-4 0,-1-3 0,3-1 0,0-3-6,3-2 1,3-2 13,-22 0 1,13-8 10,12-3-16,11-2 17,3-8-11,8 7 564,0-4-599,6 6-16,0 4-79,5 1 85,7 1 11,12 2 0,1 0-6,32 3 0,-11-4 20,-10 0 0,-1-2 13,13-2 4,-15-2 0,-2-3 13,8-7-5,11-9 18,-22-1-18,-11 4-17,-6-20 6,-8 5-6,-5-19-6,-5 1 18,-6-3-12,-3 0-5,3 12-6,-11-10 11,8 23-17,-7-9-16,5 18 22,2 6 0,-1 7-11,2 5-6,2 3 0,1 5 6,-1 3-17,-4 9 33,6-3-10,-7 5 5,7-7 17,-4 0-12,5-4 23,-4-4 6,5-1 5,-4-3-11,4-4-17,3-3-5,3-3-29,5-3 1,8-3 22,7-2 11,11-4-11,9-2 0,9-3 14,-12 11 0,2 0-11,3-1 0,1 1-1708,6-3 1,-2 2 1701,-12 6 0,-3 1-8,16-6 22,-17 8-5,-7 5-28,6 0 5,-10 3 17,-1 5-11,-2 0 3375,0 3-3359,-2-2 1,-3-1-17,-2 0 27,-4-3 113,0 1-118,-13-2-27,5 0 10,-13-2 12,6-1-23,-3 0 17,0 2 11,5 1-33,-7 6 5,2 4 11,-12 9-16,-20 11 5,11-7-1682,-4-3 0,-1 0 1716,3-4-17,3-2 0,1 0-385,2-3 408,-1 0-12,13-5 6,10-3-6,3-3 0,3-2 3174,-3-2-3174,2-3 604,0 1-627,0-1 12,3 4-22,0 2-101,2 1 78,0 15 45,2 11 0,3 15 11,2 9-16,3 0 2,-4-16 0,0 0-8,2 13 16,-3-15 1,-1 1-17,5 21 22,-3-18-11,5 9 0,-7-36 34,2 0 16,-2-7 40,3-2-23,2-5-45,13-11 1,-5 1-23,15-11-6,-9 10 6,12-2-11,-12 7 16,6 5-10,-11 10-12,6 6-5,1 7-3398,0 16 3436,-9-8-16,-2 16 12,-13-3 4,-3-5-10,-13 13 16,-10-14 9,-2-8 0,-5-1-14,2-3 0,-1-3 1581,-2 0 1,0-2-1585,-1-4 0,2-3 20,-18-3-40,-7-4-156,16-10-2683,20-13-2762,19 3 4776,17-9 1,-4 19 0,2 0 0</inkml:trace>
  <inkml:trace contextRef="#ctx0" brushRef="#br0" timeOffset="56837">1561 9601 14348,'-2'-3'5948,"0"1"-3797,2 2-2067,-13-35-72,10 27 27,-9-21 6,14 35 134,5 24-118,-3-14 51,3 18 6,-3-15-17,1-5 123,2-2-62,-1-9 197,3-3-85,3-6 90,7-10-230,-6 1 309,1-14-292,-11 17 163,-5-9-151,-11 14-135,1 1-12,-11 13-16,14-2-11,-8 18 0,12-11 11,0 16 22,4-16-16,4 10-6,2-10 22,5 1 1,-3-6 27,1-3-5,-3-4 28,5-14-34,-3 4 95,9-29-5,-7 9-17,1-11-5,-8 7-91,-3 14-10,-3 3-163,1 14-218,-1 8-1261,1 14-1450,1 5 3086,-1 14 0,2-21 0,1 0 0</inkml:trace>
  <inkml:trace contextRef="#ctx0" brushRef="#br0" timeOffset="57618">3192 9724 16364,'0'-62'1977,"0"1"1,0 0-1,-1 8-1126,-1 17-341,0 2-409,-1 17-202,0 15 79,2 8 10,0 40 12,1 15-523,0-9 1,0 2 516,0-11 1,0 1-36,-3 6 0,0 5 0,-1-6-7,1-8 0,-1 1-83,-2 16 1,-2 8-1,1-6-29,1-11 1,0-3 8,1-3 0,0 2 0,-1-4-124,0 1 0,0-5 18,-2 14-107,-4-16 280,5-32 39,-2-6 162,1-51-39,6 23 1,0-3-470,-1-18 0,0-4 500,2-3 1,1 1-43,-1 9 0,1-1 62,0 0 0,0-5 0,0 4-17,1-4 0,1 3-69,-2 10 0,1-1 0,1 0 46,2-1 1,1 0 0,1 3-45,3 0 0,2 2-12,4-17 1,5 3 178,1 17 0,3 4-190,1 6 0,3 3-5,2 4 0,0 4-14,1 4 0,0 5-471,29 4 429,-14 10 984,-7 11-981,-18 13 0,-7 7 30,-8-8 0,-5 2-142,-2 22 1,-8 1 169,-16-10 1,-7-5-23,3-6 0,-3-3 9,-5-3 1,-4-2-1,2-2-4,-1-3 1,0-2-20,-15 6 0,3-4-501,-7-5-2946,28-20 3461,26-10 0,7 1 0,5 2 0</inkml:trace>
  <inkml:trace contextRef="#ctx0" brushRef="#br0" timeOffset="58708">3815 9471 17283,'-3'1'3758,"1"0"-2957,2-1-369,-1 23 167,10-17-123,6 15-230,19-30-100,8-7-12,6-10 51,-3-4 17,-10-3 83,-16-15-245,-13 19-7,-9-7 6,-10 19-11,1 6 23,-20-4-34,5 10 33,-18 5-28,9 18-27,4 9 16,10 15-22,13 4-28,7 8-480,11 5 384,8 1-19,-4-29 0,3-2-120,2-1 0,2-1-166,4-2 0,2-3-230,1-2 1,3-4-70,2-3 0,2-4 69,0-2 1,2-5 95,1-6 0,0-3 316,0-3 1,-2-3 349,0-5 1,-3-2 209,-4-1 0,-3-2 561,13-27 45,-14-2-106,-12 0 88,-7 5-26,-9 7-472,-1 13-2391,-17-3 2201,11 19 423,-15-6-586,20 15-1,-3 0-66,7 5 45,1 7-17,-1 2 3392,1 25-3397,1-7 5,7 14 0,6-11 16,8-8 29,5-8 28,3-9 45,2-10 16,1-9 40,-5-9 33,-8-7-45,-8-5 29,-12-10-135,-5 13-5,-5-3 117,-16 7-96,2 9 7,-20-4-79,19 13 0,-11 13 17,24 1-34,-9 16-17,10 3 17,2 14-22,5 7-45,11 6-151,8 4-32,-2-28 1,4 0-557,11 3 0,2-2-6,16 9-583,-9-22 1,9-4-1,-4-3-218,-3-8 0,0-3 77,25 0 1,-1-5 1336,-22-7 0,-4-4 633,-3-2 1,-4-5 671,-3-9 0,-5-3-164,5-16 161,-13 12 1,-3-2 700,-1-14-953,-5 22 1,0-1 448,0-26-331,-7 12-33,-7 9-706,2 17 56,-4 7-230,9 13 562,-1 3-634,3 10 386,1 10-353,2 18-11,0 16-26,0-21 1,0 2-1954,0 15 0,-1 0 1763,-1-15 0,1 1-960,1 24 0,2-3-74,1-11-1632,6-4 0,4-4-87,1-14 2413,15 5 0,-20-23 0,0-3 0</inkml:trace>
  <inkml:trace contextRef="#ctx0" brushRef="#br0" timeOffset="58958">5533 9442 14073,'2'-8'6632,"0"1"-8838,-7-24 1,-5-4 2463,0 17 631,-5-18 0,-5 5-497,-26 36-201,-3 8-91,-2 3 119,7 13-12,10-1-1392,-9 18 1241,16-13-5,1 14-29,18-14 17,9 19-11,17-10-28,4-4-219,12-21 0,6-6-109,-4-5 0,1-2-44,8 3 0,2-2-1827,8-4 0,-2-3 2199,-15 1 0,-2-1 0,25 0 0,-27 0 0</inkml:trace>
  <inkml:trace contextRef="#ctx0" brushRef="#br0" timeOffset="59443">6337 9191 23342,'-27'-19'35,"0"1"1,-15 25 0,5 14-25,10 26-404,-1 5 0,3 4 384,17-11 1,4-2-3,-1-7 0,4 0-90,6 13 0,7-3-244,7-18 1,2-3-26,0 1 1,5-1-3401,27 4 1,4-5 3148,-19-11 1,-2-3 0,8 4-1,-4-3 1,-6-5 0</inkml:trace>
  <inkml:trace contextRef="#ctx0" brushRef="#br0" timeOffset="59658">7017 9165 25696,'-24'-28'-14,"0"1"0,-9-12 3,64 66 5,11 15-19,-12-12 0,-1 5-393,2 20 1,-4 2-803,-8-15 0,-4 1-728,-11 3 1,-5 4 0,-5-5 1947,-9-2 0,-4-4 0,4-2 0,-2-4 0,-10 6 0</inkml:trace>
  <inkml:trace contextRef="#ctx0" brushRef="#br0" timeOffset="63191">9201 2875 18280,'-17'-19'352,"42"2"-327,10 12 1,7 5-1385,11-3 1,4 0 1374,-2 1 1,0-1-3,2 0 0,-1-1 51,-2-1 1,-2-1-41,-8 0 0,-3-1 377,-8 0 0,-4-2 57,6-12-364,-20 5 17,-25-9 1477,-19 5-1158,-19-6 330,8 7 1,-1-1-207,10 3 0,3 1-97,-3 0 1,4 1-207,8-6-213,18 14-39,16-3 286,24 8-85,1 3-116,-5 5 1,2 3-20,-8 3 1,0 3-399,9 5 0,-1 3 348,-2 4 1,-2 3-44,-4 2 0,-3 2-80,-6 1 1,-5 3-785,-5 9 1,-6 0-141,-3-14 0,-2-1 391,-6 11 0,-1-6 0,1-13 0,-2-1 0</inkml:trace>
  <inkml:trace contextRef="#ctx0" brushRef="#br0" timeOffset="63616">11439 2839 13978,'5'-47'1068,"0"0"0,0-1 0,-1 6 1317,-2 9-1130,-4-2-539,0 18-548,-2 7 96,1 24-264,1 11 769,0 8-2881,6 18 0,2 2-2996,2-5 4429,2 5 1,0-6 0,-3-27-1,1-3 1</inkml:trace>
  <inkml:trace contextRef="#ctx0" brushRef="#br0" timeOffset="64005">11767 2240 14359,'-5'-8'5008,"2"2"-4667,3 6-212,-61-40-78,44 35 7,-17-5 1,3 7-8,29 36-35,2 8 7,15 4 44,19-5 90,12 0-56,-4-12 61,-7-15 415,-15-20-432,-10 0 208,2-26-235,-11 13 218,-12-34-111,-4 24-130,-7-7 116,-15 13-125,8 16-54,-12 3 2,15 9-71,1 11-378,15 15-389,8 5-7,9 2-2625,12-9 0,6-3 3434,10 7 0,5 2 1,-21-20-1</inkml:trace>
  <inkml:trace contextRef="#ctx0" brushRef="#br0" timeOffset="64675">12196 2457 22504,'-19'9'126,"3"17"-129,12 32-38,0 4 21,3-26 0,0-1 4,0 18-10,0-17 145,1-5 307,-1-22-59,1-4-247,2-18 47,4-15-54,1-2 54,8-17 36,13-5-86,3-1-202,-11 25 1,2 3 130,12-6-19,-3 12-5,-10 10 11,7 12-19,-13 5-54,16 24-11,-12 1-23,5 21 43,-13-22 1,0 0-85,2 12 44,4 6 3,-2-20 40,7 0 86,1-7 115,1-7 178,7-22 297,-5-11 79,14-16-31,-8-13-124,-5-7 173,-10 7-580,-9 10 0,-2 0-178,-2-12 14,-1 14 1,-1 1-304,-1-9-57,-2 11-78,0 13 117,-2 8-57,2 8 113,0 1 264,1 9-10,3 9 1,4 14 14,8 12-19,2-6 2,4-6 0,3-1-10,15 12-236,-10-11 1,0-1 161,14 16-42,-14-5-56,-14-4-198,-23-3-639,-17-3-1702,-21-2 2733,13-15 0,1-1 0,-6 0 0,2-3 0</inkml:trace>
  <inkml:trace contextRef="#ctx0" brushRef="#br0" timeOffset="65939">13411 2609 21719,'-29'17'1227,"12"-4"-796,35-14-235,12-7-56,7-6 22,3-7 1,-8-9-62,-10-6-40,-11-5-16,-10-1 0,-10 5-23,-1 12 42,-18 3 108,4 16 114,-12 1 32,6 16 4,3 8-36,8 12-96,6 9-48,8 8-39,9 4-195,7 3-512,12-1 271,8-3 38,7-8 103,3-11 120,-9-15 165,11-11 107,-17-15 150,9-10 1,-15-12 62,-8-20-217,-7 14 337,-4-18-448,-1 22-46,4-5-63,2 8-73,8 8 117,7 7 87,9 7 130,5 5-14,4 8-49,-2 8-54,1 19-145,-15-6-79,0 9-126,-6 6-196,-1-5-1492,0-5 1,1-2 1557,4 5-817,26 6 1029,-22-28 140,24 2 165,11-27 125,-9-7-82,-14-5 0,-3-5 66,-3-9-384,-13 4 1,-2-2 257,2-21-104,-7 19 1,0 0-32,-2-1 1,-1 1-10,-2 1 1,-1 1-41,-2 2 0,-1 2 2641,-4-25-2727,-1 18 206,-8-1 1206,3 20-1401,0 1 5,2 13 98,2 14 986,-4 12-797,1 5-113,0 10 1,0 3-331,3-4 1,1 3 274,-1 5 1,2 5 0,0-3-418,1-2 0,1 0 398,3 16 1,2 0-1656,6-15 0,1-3 1416,-3-5 0,1-2 4,3 1 0,1-1-1842,17 14 1266,-15-23-564,11 11-1898,-24-31-1858,-3-9-727,-12-11 9138,-9-12-3175,-9-6 2534,-3-2 1404,0 2-380,0 4-734,-1 4-851,3 3-366,6 2-977,12 4-572,15 2-93,18 1 181,21 1-32,-1 7 0,2 0-132,20-2 58,-12 4 0,0 0-351,-16 3 0,0 0 291,6-1 1,1 0-92,-4 0 1,-3 0-57,21-6-52,-16-4-295,-20 2 148,-8-6 346,-16 4 162,-8-9 218,1 8 144,-6-7-458,12 14 50,-2-2-142,5 8-53,-1 6 20,-2 18-16,2 0-17,-1 25-12,4-6-107,6 15-242,4 2-551,0-21 1,3-1-1143,0-6 0,1-2-516,14 27-1691,-3-24 3513,-4-12 1,-9-10-1,-1-1 1</inkml:trace>
  <inkml:trace contextRef="#ctx0" brushRef="#br0" timeOffset="66108">15126 2297 17406,'-17'-1'-2458,"-4"-12"0,39 45 1,-15-27-1</inkml:trace>
  <inkml:trace contextRef="#ctx0" brushRef="#br0" timeOffset="66872">15525 2394 17048,'1'-3'5119,"-1"1"-4206,0 2-571,-56-2-264,30 10-17,-18 6 1,1 4-50,19 10-7,4-1 1,4 3 33,10 18-17,4-8 23,18 11 56,20-20 0,4-6-23,4-8 180,7-25-85,-19-9-94,4-6 78,-15-14-23,-13-2-72,-2-16-34,-10 18 0,-2 0 11,-1-15 47,-5 12 1,-2 2-3,-4 3-44,-4-5-18,-2 18-61,7 14-191,-8 6 29,11 6-903,0 17 617,10-6-1210,19 26 885,0-21-1519,31 21-766,-3-12 179,-6-8 0,1 0 991,16 7 1022,-16-12 1,1-3 2758,15-5 1831,-3-9-1595,-11-6 1668,-17-14-274,-8-5-2185,-1-1-794,-3 2 318,-5 5-168,0 9-565,0 2-68,5 12 12,3 13-17,1 4 11,10 21-28,-1 15 2,-13-27 1,-1 2-142,-1 5 1,-1 0 116,-3 17 22,-4-15 34,-3-8 498,1-19 16,-1-5-374,4-41-101,8-6-45,-2 6 0,3-3 28,4 5 0,3 1-319,2 1 1,3 2 330,15-14-170,-8 20 1,1 3 129,12 3-96,-13 6 1,1 4 45,20 12-62,-4 11-6,-11 6-386,-17 4 0,-5 3-1988,-4 23 587,-5-20 1,-2 0 1772,-12 29 0,4-37 1,-2-1-1</inkml:trace>
  <inkml:trace contextRef="#ctx0" brushRef="#br0" timeOffset="67748">9576 4177 15553,'-57'0'841,"1"0"1,-1-1 0,-5 0 0,-1-1 0,11 0 111,-9-3-643,24 2 0,4-1 938,10-1-1359,31 2 960,13 1-756,25 0 0,10 1-71,0 1 0,4 0-539,-15 0 0,4 0 1,1 1-1,-1 0 480,0 0 1,0 0 0,0 0 0,0 1 9,1 0 1,1 0 0,-1 0 0,-2-1-1,3 1 0,-2 0 1,1 0-60,8-1 1,1 0-1,-6-1-32,-11-1 1,-2-1 41,10-1 1,-5-2-323,-13-10-64,-25-6-110,-23-4 2090,-5 3-1635,-8 3 1,-3 1 186,-15-8 492,13 7 1,0 1 22,-6-7 47,14 4-398,14 7-197,8 6-25,25 3 8,2 10-29,25 8 3,-12 6-29,-7 4 0,0 3-53,8 21-46,-12-11 0,-1 2-652,0 17-122,-13-7 1,-3 1-703,-2 3 1605,-3 3 1,-1-5 0,-2-20 0,-2 11 0</inkml:trace>
  <inkml:trace contextRef="#ctx0" brushRef="#br0" timeOffset="70849">12273 4415 29173,'22'-57'509,"-1"1"0,1-4 1,-5 10-933,-9 23-20,-1-7-248,-8 28-67,-4 8 1039,-3 17-500,-1 5-227,2 6 0,1 4-3440,0 24 3628,2-23 1,1 1 197,1 1 1,1 0-1177,-1-3 0,1-1 1255,-1 22-737,-6 5 556,0-32 359,0-7 182,1-23 1912,5-22-2425,2-26 125,0 2 1443,1 11 1,0-5-1492,3-9 0,0-2-18,1-1 0,3-3 9,1 3 1,1-2 0,1 5-62,-2 10 1,1 3-9,7-14 1,3 6 46,15 9 8,-6 19 1,2 3-92,25-4 143,-23 17 0,0 5-23,11 15 34,-12 5-8,-15 4 0,-3 2 8,-4 5 25,-6 2 1,-7 3-313,-15-3 0,-6-2 312,7-4 0,-3-1 6,-18 11 0,-5-2 3,13-17 0,-1-2-90,-10 5 1,1-2 240,-14 3 163,12-9-315,29-13 490,11-3-495,12 0-22,27 5 0,-5-1-9,1 2 1,3 2-65,23 7-254,-21-5 1,2 1 216,-1-1 1,1-1-54,-2-1 1,0-2-4,-1-2 1,-1-2-9,19-2-75,-16-9 0,-1-2 148,1-5 53,1-6 0,-2-2 93,-8 1 420,-5 0 1,-3 0-170,-10 1 248,0-4-460,-14 14 151,-10 1-151,4 7 658,-6 0-737,10 3-10,0 0-1,4 2 50,4 6-21,7 3-7,7 5 12,8-1 17,4-3-12,-5-6 84,15-7-10,-14-8 4,7-10 29,-15-8-22,-8-6-63,-8 6 52,-16-12-63,2 21 12,-27-17-17,9 24-11,-12-2-17,8 13 0,3 9-6,9 1-50,-3 22 0,16 2 0,-2 7-84,12 14-84,9-3-84,-1-9 0,2 2-267,0-7 0,3-1 213,2 4 1,3-4-31,20 9 235,10-21 146,-6-28 0,2-8 86,-11 0 1,-1-4-180,11-11 0,-4-5 244,-16 4 0,-5-2 14,-1-1 0,-3 0 11,-2 1 1,-2 1 181,7-24 17,-6 11 347,-5 11-487,-4 11-168,-1 9-129,-1 7 519,2 5-491,8 17 34,-1-2 0,18 37 0,-12-10 13,-5-11 1,-1 2-20,-2 23 34,-6-6-6,-6-8-5,0-16 151,-4-8 106,5-14-67,-1-4-129,4-13-16,0-11 5,3-13 5,9-25-38,-1 18 5,-1 10 0,2 1 51,6-6-7,4-4-60,1 12 10,-1 11-11,5 10-33,4 5 11,-2 5-40,19 13 29,-16 5-6,12 14-6,-17 2 6,-8 4 0,-8 0 22,-6-9 28,-6 7 6,-2-20 107,1 3 50,0-16-78,2-11-46,0-10-27,3-11-6,6-10-6,7-4 1,8-1-23,4 6-12,3 8-16,-3 12-33,1 9-34,-3 10-23,0 10 0,0 11-10,-1 10-13,0 7-55,0 4-56,3 2-11,2-3 28,4-5 72,2-11 90,0-10 90,2-11-3302,9-18 3341,-15 1 78,13-22 28,-17 3-5,4-10-28,-3 2 33,-7 8 18,-8 10-119,-7 9-122,-5 8 3408,-6 6-3347,-3 8 0,-5 11 0,-2 10-6,1 9 6,5 3 0,7-1 0,9-4 0,9-8 6,10-7 5,-3-10 73,24-7 11,-15-14 40,14-8-6,-19-15-28,-12-11-40,-10-13 1,-13-7-29,2 29 1,-2 0 50,-13-28 34,-3 9-3376,-9 8 3269,10 19-16,-9 5-62,15 18-12,-5 7-33,4 12-89,2 13-113,6 11-196,7 6-369,11 5-393,11 0-72,11-4 4125,0-14-3461,-1-20 0,1-4 360,12-7 500,19-11 363,-22-18-196,-13-3 439,-11-6 1,-4-2-383,-1 0 13,-3-3 1,-1-1 450,-3-2-95,-1-6-460,-2 16 315,-1 6-606,0 18-184,0-1 151,4 30 5,4 6 6,7 27-28,7 4 25,-9-27 1,2-1 2,4 6 0,1-3 5,9 10 1,3-1 55,-8-22 35,-9-11 128,11-14-185,-15-8 6,4-14 33,-5-7-22,1-18-73,-2 9-6,-3 8 1,0 3-157,1 2-34,2-3-454,2 18-94,5 11 5,12 8-202,22 13 444,-13 0 253,-6-3 1,0 1-143,15 6 251,-16-9 1,3 0 89,-1-1 1,1-2 148,6-1 0,-1-2 226,22-1-89,-6-7 286,-17-9 45,-12-5 5,2-8-34,-6-5-50,-7-2 296,-11-3-655,-8 12-55,-19-1-62,-14 18 19,4 8 1,-2 3-15,4 2 1,1 1-6,-1 2 0,2 3-5,-13 17 10,19-2 18,3 7-6,9 7-1,10-16 46,16 10-40,-1-26 107,18 4-22,-1-16-35,10-9 13,2-10 33,-4-13 16,-8-8-22,-8-3-3325,-7-5 3275,-7 19 39,-3-3-50,-6 23-51,-3 0-17,0 8 0,-6 10 12,-2 7 21,-4 23-16,5-8 6,7 21-17,16-16-17,12 9 19,2-19 1,3-3 8,13 7-6,4-11 1,4-7 1112,-16-9 0,-1-3-1105,8 1 1,0-3 5,-1-8 1,-2-5-350,-1-7 1,-3-4 348,2-4 0,-2-4-5,3-10 0,-4-4-3,-8 0 0,-4-1-3,-4 8 0,-2-1 6,2-12 0,-3 0 2,-5 9 1,-2 1 16,1-10 1,-3-1-1,-5 5 1,-3 1 24,-5 1 1,-3 2-31,0 13 0,0 4-45,-13-19 33,8 27-16,8 16 5,-13 27-5,9-1 11,-3 11 0,1 4 601,-1 10-618,6-7 0,-2 7 1,2-3-258,1-5 0,1 2 76,0 5 1,-1 7-1,0 1 1,2-4-1793,0 15 1,1-2 1529,1-12 1,-1 2 0,2-1-2181,3-5 0,1 0 0,2-5 2301,1 0 0,1-3 0,-1-3 1,1-3-1,2 2 0</inkml:trace>
  <inkml:trace contextRef="#ctx0" brushRef="#br0" timeOffset="71791">10571 6230 7649,'-12'0'7556,"3"0"-5753,9 0-313,0 0-380,-61-7-674,42 4-92,-16-1 1,0 0 349,20 2-576,2 1-118,3 2 45,11 1 252,26 5-219,-1-3-22,21 0 0,8-1-728,-9-3 0,2-1 664,0 0 1,5 0 0,-4-1-2,5-1 1,-1-1 11,-2-1 1,1-2 0,-5 0 10,-12 1 0,-2-1 112,27-9 1,-8-2 13,-24 0 101,-8-26-219,-31 23 45,-15-6 1,-6 1-1,-7 2 165,-7-3 1,1-1 287,1-1-296,16 10 0,3-1 39,6-2-151,11 10-100,6 5 1304,9 9-1333,2 2-17,31 23 34,-12-6-14,9 10 0,2 3-14,-3 2-42,1 10 0,-4 3-396,-10-3 300,-6-1 1,-7 3-810,-17-8 1,-6 0 974,-3 6 0,-2-1 0,3-12 0,-1-3 0,-13 11 0</inkml:trace>
  <inkml:trace contextRef="#ctx0" brushRef="#br0" timeOffset="75526">9103 9438 13357,'-49'-8'1349,"-1"0"1,7 0 0,5 2-768,7 4-436,14 1-124,6 1-94,7 0 128,6 4 156,3-1 85,5 3 645,40-3-769,-9-5-747,9-2 0,6-2 610,-6-2 1,1-2-24,-7 2 0,3 0 0,0-1-8,9-2 1,2 0 0,-4 1-4,2-1 1,-2 0 8,-11 3 1,1-2-1,-6 2 123,7-2 342,-7 0 252,-27 3-700,-16 3-22,-24-4 44,-17 0 26,12 2 0,-2 0-77,-3 0 1,-1-1 297,1 0 1,2 0 729,1-3 1,3-1-597,-10-7-257,14 0 22,20 8-112,7 5-118,0 2-95,4 1 538,1 2-403,21 3 89,-3 2-95,35 9-16,0 5-537,-8-2 0,3 2 539,-5 0 0,-2 0 5,0-1 1,0 1-149,1 3 0,-4 0-33,-3 1-96,-6 0 1,-5 1 61,-15-4-1776,-19 29-297,-11-24 1689,-12 3 0,-1-1 0,9-10 0,-16 8 0</inkml:trace>
  <inkml:trace contextRef="#ctx0" brushRef="#br0" timeOffset="76141">11037 9358 18040,'47'-23'-35,"0"-1"1,0 0-1,1 0 1,5-4-1,0 2 1,-2 4-31,12 7 1,-3 4-166,-10 2 1,-3 2-976,-13 3 1,-3 1 454,14-3 1510,-14 5-2631,-53 11 1665,4-3-155,-13 2 0,-3-1 563,-2-1 635,0-3 0,0-1 1146,6-1 234,-5-2-851,24 0-38,7 0-662,3 0-654,1 2 88,0 8 40,-1 13-11,-2 17-90,0 1-8,-2 1 0,-1 3-40,1-8 1,0 1-731,-3 18 0,1 2 462,2-9 0,2-1-353,2-1 0,2-1-734,4-4 0,4-2-146,2-4 1,3-3-1428,3-5 0,2-3 2937,15 9 0,-12-16 0,-10-12 0</inkml:trace>
  <inkml:trace contextRef="#ctx0" brushRef="#br0" timeOffset="76535">11914 9733 10618,'10'-43'3276,"0"0"1,-8 2 0,-1-1-1869,6-4 1,-2 3-1437,-10-11 28,-5 68 17,-1 13-12,-3 18-1712,8-12 0,1 0 1701,0 15 6,13 15-22,14-24 11,5-3 61,7-5 17,-12-19 202,0-7 168,-3-18-314,-4 2 179,-5-18 1,-4-4-197,-4 3 31,-6-11 1,-3 1-71,-6 12 1685,-4 1 0,-3 1-1741,-7 5-78,-12-4-107,7 16 34,10 9-688,-3 18-466,15 9-807,2 17-1147,22 2-2869,16 1 6117,9-10 0,-11-15 0,-9-11 0</inkml:trace>
  <inkml:trace contextRef="#ctx0" brushRef="#br0" timeOffset="76984">12457 9663 12752,'3'-6'8496,"-2"2"-7801,-1 4 459,9-69-667,-7 47 11,2-19 1,-1 5-297,-4 31-802,0-1 539,0 27 100,3 11-22,0 12-15,4-2 1,1 1-3,-2-8 0,1 1-150,2 16 1,0 6 135,-4-10 1,-1 3 0,-2-2-562,-2 6 0,-3 1 582,1-10 1,-1 2 0,-2-5 42,-5-7 0,-1-5 186,-10 7-80,4-26-150,3-30-34,2-27-6,6 9 1,2-3-444,1-11 0,2-3 454,1-8 1,3-2-94,0 17 1,2 0 0,1 0 128,1-1 0,1 1 0,1 0 2,0 1 0,2 1 0,-1 1-449,6-16 1,0 2 444,0 6 0,-1 4-136,-1 7 0,1 4 85,11-19 840,-1 20-912,3 16 28,6 10-22,5 14 0,8 10 5,2 15-73,-2 13 37,-25-18 0,-4 2 1216,7 31-1292,-30-21 0,-7-1 598,-10 14-1080,-11-15 1,-9-5-1932,4-12 1,-1-3 2625,-5 3 0,0-2 0,-14 1 0,25-9 0</inkml:trace>
  <inkml:trace contextRef="#ctx0" brushRef="#br0" timeOffset="79026">14058 9434 20901,'-19'-43'825,"-1"0"0,2 5 1,5 9-904,11 20-158,1 6 136,4 14 128,7 14 0,5 13 0,2 6-26,-3-6 1,-1 1-429,7 19 1,-1 0 419,-8-16 0,-1-3 3,-1-2 1,-1-3 7,4 20 12,-3-17 582,-2-17-257,-3-11 128,2-17-369,5-17-6,5-22-67,-3 15 0,0-3-200,2-5 0,1-1 180,-3 8 1,1-1-9,7-13 0,2 1-73,5-7-98,-3 15 1,0 4-49,2 5 762,3 8-1618,9 23 279,-2 9 51,21 12 261,-24-3 0,-1 1 248,15 10 48,-11-9 1,0-1-302,14 3 433,-21-11 0,1 0 134,18 5 846,-16-8-241,-14-9-207,-12-11-11,-5-9 17,-6-11 39,-4-4 246,-4-2-274,-3 4-101,1 6-134,0 8-197,-1 9-61,-2 7 6,-15 18-12,9 0 6,-15 23-11,16-4 17,3 2-23,5 18-3420,21-12 3420,-2-2 12,20-9 100,-2-24 56,10-8-5,4-15-2140,6-23 2100,-13 7 1202,-12 2 0,-3-1-1028,-4-10-78,-1-2-79,-9 14-162,-2 20-180,0 5 3471,-2 10-3235,0 8-22,1 16 5,1 10-12,9 19 1,4-9 6,6-3 5,7-10-12,1-16 24,10-3 60,3-14 12,3-20-50,-15-7 0,-2-3-6,11-18 0,-11 4 0,-2-5 5,-6-6 1,-2 0-184,-1 8 0,-1-2 159,0-10 0,1-6 1,-2 7-322,-4 15 0,-1-1 321,3-8 1,0-4-1,-2 3 13,-2 5 1,0 1 47,0-14 0,-1 3-54,-2 19 1,-1 3 28,0-26-241,-5 43 56,3 3 219,-4 18-101,0 39 27,1-4 186,0-7 1,0 5-204,-1 14 1,1 2-617,1-6 1,0 2 606,0-4 1,0 4-1,1-3-58,3 11 1,2-3-26,2-6 0,2-2 17,2-9 1,3-3 47,20 16 106,-3-27-34,-1-17 51,17-36-50,-19 4-1,1-3 1,0-4-349,-6 0 1,-2 0 376,14-19 30,-15 17 0,-2 3 59,-6 7 1073,-1 3-1678,-7 12 448,-11 23-11,1 6 828,-3 21-811,5-1 219,8-1-258,14 2 33,8-14 17,3-6 34,10-13 22,-2-9 12,11-9 50,-3-11-9,-21-3 1,-3-4-65,3-7 5,-3-14 102,-19-2-57,-7 5-179,1-5-22,-2 23-880,5 21 471,10 17-789,17 17 105,7 6-123,3-1 1,1-1 767,6 3 240,-5-9 0,2-4 398,18-7 124,-9-3 1019,12-14-650,-40-5 28,5-6 1412,-13-12-1686,-6 10 604,1-17-392,-6 19-346,-1-1 60,-1 8-290,0 4-213,-2 4 190,1 1 62,-1 16-17,1-7 22,3 17-11,8-10 17,7 2 68,18-7-35,2-11 1,-1-7 101,3-13 83,-8-18-95,-5-6-89,-7-1 140,-16-13-124,-5 26 79,-9-19-62,-4 25-50,-17-1-17,0 12-11,-9 12-23,5 14-5,10 4-6,-2 18 6,12 5-110,10-5 1,3 2-432,5-4 1,5 1 231,4 6 1,5-1-118,15 9-364,-6-23 0,2-2-4307,19 11 5108,7-1 0,-21-15 0,-13-11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3:54:10.8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2733 1762 21875,'6'-50'997,"-8"28"-825,-20 80 27,7-20 0,-1 1-81,-1 5 1,0 1-704,-1 1 1,1-2 637,1-1 1,1-2-3,1-4 0,1-1 588,-7 22-738,6-16 380,6-17 126,4-15-265,2-20-212,2-18-64,0-24 37,3 16 1,1-2-83,1-6 1,3-2 190,2-5 1,3-1 143,1-1 1,2 0-275,1 2 0,1 2 175,-4 12 0,0 1-21,7-5 1,1 3-37,7-2-11,12-6-23,-7 29-57,0 15-211,3 13-38,1 15 187,-5 16 108,-12 15 42,-17-21 0,-7 1 99,-7 4 1,-7 0-83,-6 3 0,-6-1 11,-6-3 0,-2-2 20,-2-5 0,0-3 112,4-6 1,0-5 646,-18 5 552,17-14-701,18-8-207,11-2-87,9-4 0,11-1 76,18-1-207,4 3-411,6 3 1,5 1 142,-10 2 0,1 0-226,17 2 1,1 1-132,-10 0 1,-3 0-220,-2 1 0,-1-2-411,-4 0 1,-1-1-2059,26 0-2084,-2-12 4038,-21 0 552,7-22 1255,-29 15 1429,5-17 1522,-16 13-1038,-4-3-955,-8 2-687,-8 4-371,-6 4-222,-4 4-265,2 3-119,5 4-20,9 5 249,6 3-43,9 7-138,6 3-52,11-2 40,9-4-28,8-5 47,5-6 6,2-7-71,-3-8 201,-12-1 467,0-16 317,-20 8-362,-1-11-241,-20 10-461,-10 4-8,-14 4 185,-7 8 78,-3 4-83,3 10-147,7 5 302,5 19 88,13-5 209,6 20-298,11-7-320,3 1-638,19 19-959,16-11 537,0 0-11,-9-23 1,3-5-727,21-6 797,-16-6 1,3-3 735,2-6 0,3-5 530,-4-3 1,3-5 0,-4 1 120,-2 1 0,-2-3 427,16-11 1,-8-1 308,-23 7-34,0-7 1287,-24-9-2064,-4 17 17,-19-17-272,-7 27 78,-11 1-122,0 7 191,3 9 513,4 16-131,11 5 732,7 2-668,9-4-286,11 7-359,12-1-137,5 1-294,11-11-12,-8-15-89,6-8 327,-4-9 221,4-8-2899,-1-11 3354,-12 7 168,-4-5-156,-9 14-197,-1 0-221,-1 8-227,-2 4-157,-5 16 3486,-1 6-3317,-2 7 45,2 9 191,6-8-2,13 11-42,9-10-14,7-7 116,18-14-68,2-13 53,-16-2 1,2-4 47,8-10 1,-1-5-408,-6-1 1,-3-4 425,3-10 1,-3-2 14,-13 10 1,-3-1 14,0-15 0,-4-1-78,-5 8 1,-1 0 52,0-8 1,-3-1 105,-8 1 0,-2 4-318,-4-10 97,-20 4-33,13 36-67,-3 2-28,3 21 153,8 5-64,1 31 1,4 7-82,0 8-536,1-2 0,3 5 48,5-8 1,5 1-1569,3-3 1,2 4-1,1-2 2196,-1-4 0,1-2 0,-1-1 0,7 19 0,0-9 0,0-13 0</inkml:trace>
  <inkml:trace contextRef="#ctx0" brushRef="#br0" timeOffset="773">6627 1742 14325,'0'-9'4667,"0"1"-4023,0 8-202,0 0-184,-72-13-169,42 19-438,-24 3 1,-1 7 437,15 30-44,11-11 0,2 2 9,10-7 1,3-1-21,-5 23 28,22-10-18,5-16 175,30-6-62,-4-14-29,20-7-4,-7-10-29,-10-2 510,1-9 322,-24 11-591,-1-4-42,-35 10-249,-14 9-17,-12 3 28,4 9 0,0 4-314,12-5 0,1 3 340,-12 7 1,2 2 40,-1 9-108,24-9 0,6 2 2,4 12-17,3 7-17,28-1 6,10-22-37,-6-8 0,6-4-777,11-6 0,2-5-188,-12-1 0,1-3 837,27-5 0,-6-3 1,-21 2-1,19-6 1</inkml:trace>
  <inkml:trace contextRef="#ctx0" brushRef="#br0" timeOffset="1450">6981 2149 14409,'-3'0'4661,"0"0"-5048,3 0-1601,43-10 1988,13 1 0,-2-3 0,-9 5 0</inkml:trace>
  <inkml:trace contextRef="#ctx0" brushRef="#br0" timeOffset="2273">8307 1981 16404,'4'-43'1228,"0"-1"1,-2 4-1,-6 9-668,-23 14-101,-11 8-134,-7 10-151,-4 12-90,-1 11-2185,22 0 1,3 4 2111,-9 12-17,14-7 1,5 2 780,6 14-885,13 13-63,13-26 0,4-3 33,15 11 64,-9-20 1,1-4-301,28 1 65,-15-13 1,3-2-124,1-4 1,2-2 405,8-4 0,-1-5 46,-10-5 1,-3-2 1417,-2-3 0,-2-1-1220,-5-2 1,-3 1 86,10-13 565,-12-14-74,-25 16-546,-2 0 169,-22 12 661,2 15-875,-12 10 0,-2 4-126,-9 10 46,8-1 1,2 2-131,6 8-6,11 10 10,15-6-38,11 6-19,13-4-26,16-10 37,11-10 12,5-12 40,-2-13 36,-7-10 63,-8-12 352,-12-5-162,-12-12-172,-11 16 154,-15-19-192,1 32 94,-12-14-35,1 20-151,-3 3-35,2 5-25,-1 14 18,8 7-69,-2 11-562,6 20-589,8 0 228,7-1-2213,14-1-2007,11-14 5260,22 1 0,-22-15 0,3-7 0</inkml:trace>
  <inkml:trace contextRef="#ctx0" brushRef="#br0" timeOffset="2866">9118 2123 22369,'-1'-36'376,"0"-1"0,0-16-377,1 60 11,-2 35-15,-2-5 3,1-5 0,-2 2 2,-2-2 1,0-2-25,-4 12 39,-1 6-71,8-30 221,1-3-125,4-13 88,11-24-76,-3 3 98,16-26 59,-7 8-28,7-11-19,-1 1-3324,3-2 3223,-10 18 12,5 0-2,-11 20-3,4 0-3,5 7 2,2 6-22,14 14 3350,-8 8-3398,0 4-5,-10 10-69,-9-4 2,-3 8 19,-4-10-5,-5-2 60,-1-16 88,1-2-50,0-15-34,6-11 13,4-15 25,7-10-28,0 3 38,8-9 38,-3 9 79,8-8-3481,-5 13 3385,-2 8 4,-1 14 6,5 8-41,4 7-6,0 4-39,8 25-121,-14-2-21,5 8-1164,-9 20-966,-11-17-2446,0 19-1061,-5-27 5494,-2-5 0,0-22 0,1 0 0</inkml:trace>
  <inkml:trace contextRef="#ctx0" brushRef="#br0" timeOffset="3439">9973 2092 15659,'2'-3'5656,"-1"0"-3409,-1 3-2158,17-19-21,-13 42-52,13-23-5,-15 28 1,-8 11-18,0 6 9,0-8 0,-1 0-9,-2 3 23,-2 4-11,8-31 122,-1 0-16,4-16-67,1-4 39,6-17 67,10-22-61,4-6-20,-7 18 0,1 0-297,13-19 350,-6 13 269,5-1-229,-12 21-79,7-5-67,-1 17 5,5 7-27,-2 5 445,19 19-429,-15 1-17,11 18 12,-19-11-1,-9 25 7,-13-25 16,-11 28-51,-9-23 90,3-7 96,2-10-79,14-25-62,3-4 17,13-36-27,7 1 7,-3 10 1,3-1-114,1 5 1,1 2 149,-1 1 0,1 2 44,18-15-3314,-8 14 3242,-10 11 0,5 9-17,-6 8-39,9 9-22,-9 4-2875,8 27 2062,-15-13 1316,2 10 1,-1 0 0,-7-14-1,6 20 1</inkml:trace>
  <inkml:trace contextRef="#ctx0" brushRef="#br0" timeOffset="4916">11007 2165 23651,'-9'-24'191,"9"12"-146,27 33-6,10 3 22,8-1 12,3-7 22,-1-6 6,-2-11 17,-6-10-68,-10-3 129,4-19-78,-16 6-17,2-14-28,-16 6 23,-9 4-7,-8 5-32,-8 8-18,-5 6 0,-5 7 1,0 7-23,0 8-6,3 10 12,3 7-6,7-2-11,-2 22-12,13 1 23,0 0-11,18 8 0,2-29-28,28 18 39,-5-18 0,18 4-17,-8-17-3386,8-12 3408,-18-6 29,11-15 11,-22-6-17,1-16-17,-6-5 22,-4-4 1,-3 4 22,0 7-6,2 9-16,1 8-6,7 7 3386,7 5-3414,6 6 12,5 8-7,7 16-5,-18-2-5,3 20-12,-22-4-34,-2 12-150,-6 1-264,-4 0 95,1-13-1534,3 5-258,9-19-499,10 1-425,13-19 67,9-12 1048,8-10 1270,3-9 347,-11 1 813,-12 3 1,-1-2 1282,9-13-496,-12 11 0,-1 0 1303,5-15-427,-14 5-542,-15 7-365,-15 6-256,-9 6-254,-6 7-458,7 7-2859,-5 6 2662,15 3-311,-11 16 289,14-5-11,-5 11-23,1 15-33,2 2-51,4-10 1,0 1-522,1 27-1013,6-2-1457,15-4-800,15-13-566,18-16 1864,-3-13 3103,-7-12 0,1-6-520,16-11 137,-16 4 0,0-4 1804,-9-1 0,-3-2-211,-1-1 1,-2-1 997,19-23-111,-10 1-634,-10 5-426,-12 9-453,-9 8-376,-9 9-336,-1 6 242,-3 4-528,1 6 203,-2 5-231,-1 8-33,0 6-17,4 4-17,3 1 1,11-1-1,8-5 6,5-7 16,22-4 23,-7-14-5,18-7 16,-8-11 39,-4-10 17,-7-5 1,-11-4 39,-11 0 61,-10 3-34,-13 7 6,-13 8 62,-15 10-62,-9 6-40,-3 15-66,4 7-45,8 10-12,5 18-55,16 1 11,5 2-84,21 6-264,16-6-357,-3-17 0,5-2-1987,17 5 1,4-4 2702,-10-8 0,0-3 0,-1-1 0,-4-4 0,-4-4 0</inkml:trace>
  <inkml:trace contextRef="#ctx0" brushRef="#br0" timeOffset="5533">12326 2004 18719,'14'-52'2475,"-11"9"-1596,-23 41-487,-11 5-3980,-17 14 3678,13-1-9,9 1 0,0 4-264,3 2 1,3 2 193,-14 15 31,13-9 1,4 1-49,6 11-33,4 11-179,26 4 83,0-22-301,29 4-427,-3-26-773,16-2-196,-21-14 1,0-2-174,16-5 2005,-13-6 0,-5 0 0,-15 4 0,9-6 0</inkml:trace>
  <inkml:trace contextRef="#ctx0" brushRef="#br0" timeOffset="5816">12380 1992 8332,'-3'-8'5713,"0"1"-3427,3 7 2558,0 0-4250,-34-29-381,23 23 191,-31-16 94,23 42-296,-2 8-141,0 2-3335,-1 20 3296,11-21 18,-6 30-264,9-6 196,3 1-40,5-5-128,5-16-9635,36 0 7569,-20-17 1,17 7 0,-31-22 0</inkml:trace>
  <inkml:trace contextRef="#ctx0" brushRef="#br0" timeOffset="6775">1819 2720 14197,'51'-7'81,"0"0"1,-1 0 0,-1 1 0,-2 0-1,0 1-36,0 4 0,-1 1 0,-2 1-1384,11-1 0,4 1 1501,-10 0 1,7 1-1,3 0 1,1 0 0,-4 1-570,2 0 1,-4-1 0,2 2-1,3-1 594,-4 0 1,3 1 0,2 0 0,2-1-1,-2 1 1,0 0-179,-5 0 0,0 0 0,-1 0 1,0 0-1,1 0 0,0 0 135,4 0 1,1 0 0,0 1 0,0-1 0,1 1 0,0-1-216,-5 0 1,1 0 0,-1 0-1,1 0 1,1 0 0,0 0 0,0 0 165,3 0 0,1 0 0,1 0 0,0 0 1,0 0-1,0 0 0,2 0-105,-6-1 0,1 0 0,0 0 0,0 0 0,1 0 0,0-1 0,1 1 0,0 0 51,-4-1 0,0 0 0,1 0 0,0 0 0,0 0 0,0 0 0,1 0 0,0-1 0,1 1-13,-4-1 1,0 0 0,1 1-1,-1-1 1,2 0 0,-1-1-1,1 1 1,-1 0 0,1 0-1,0 0-12,3-1 1,0 1 0,0 0 0,0-1 0,1 0 0,0 1 0,0-1 0,0 0 0,0 1-1,0-1-6,-3 0 0,-1 0 0,1 1 1,0-1-1,0 0 0,0 0 0,0 0 1,1 0-1,-1 0 0,0 0 0,1 0 3,0 0 0,1 0 0,0 0 1,-1 0-1,1 0 0,0 0 1,0 0-1,0 0 0,0 0 1,0 0-1,0 0 13,0 0 0,0 0 0,0 0 0,1 0 0,-1 0 0,0 0 0,1 0 0,-1 0 0,0 0 0,0 0 0,0 0 6,0 0 0,0 0 0,0 0 0,-1 0 0,1 0 0,-1 0 0,1 0 0,-1 0 0,1 0 0,-1 0 0,0 0-6,0 0 1,-1 0-1,0 0 1,0 1-1,1-1 1,-1 0-1,0 0 1,-1 0-1,1 0 1,0 1 0,-1-1-8,5 0 1,0 1-1,0-1 1,0 1 0,0-1-1,-1 1 1,0-1-1,0 1 1,0-1 0,0 1-13,-2 0 0,-1 0 0,0 0 1,1 0-1,-1 0 0,-1 0 1,1 0-1,-1 0 0,0 0 0,0 1-15,4-1 0,-1 1 0,0 0 0,0-1 0,0 1 0,-1 0 0,0 0 0,-1 0 0,0 0-119,4 1 0,-1-1 0,-1 1 1,1 0-1,-2 0 0,0 0 1,-1-1-1,0 1-1278,1 1 1,1-1 0,-1 1-1,-2-1 1,-1 1 0,-1-1-1,-4 1 1228,5-1 1,-3 1 0,-2-1-1,-3 1 1,-3-1 0,10 2-1,-4-1 1,-12-1 0,-5 0-1</inkml:trace>
  <inkml:trace contextRef="#ctx0" brushRef="#br0" timeOffset="10583">3972 4419 17143,'16'-44'1193,"-1"1"0,0-2 0,-1 7-381,-5 13-280,0-2-352,-5 13-292,-2 7 72,-2 10 158,-5 28-56,-5 16-32,1-8 1,-1 3-23,-2 3 1,-1 0-573,1 3 1,0-1 563,3-10 0,1-1 11,0 3 1,2-1-133,0 22 105,1-7 116,3-9 96,1-29 336,1-11-190,0-24-275,2-10-39,-1-10 8,2 2 1,0-3-12,-1 8 0,1-1-8,1-7 0,0-1 47,2-11 1,1 2 280,-1 17 0,1 0-295,2-12 1,1 1-12,9-11 124,-4 20-152,15 6-16,-12 21 10,33 3 7,-10 21-32,-9-1 0,1 3-519,-1 7 1,-2 3 473,2 4 1,0 3-37,-1 3 0,-2 2-62,-2 1 1,-2 1-81,-4-1 0,-2-1-242,-3-2 1,-4-2-1177,3 27-803,-11-11 504,-7-16 1960,-11-4 0,8-21 0,-5 1 0</inkml:trace>
  <inkml:trace contextRef="#ctx0" brushRef="#br0" timeOffset="10765">4060 4677 20235,'24'-54'-125,"0"1"0,3 3 0,7 10-253,13 22 0,5 8-1483,-3-2 1,-1 3-582,-2 3 0,-2 2 2442,-8 2 0,-4 1 0,8 2 0,-20 0 0</inkml:trace>
  <inkml:trace contextRef="#ctx0" brushRef="#br0" timeOffset="11239">5096 4574 16185,'1'-4'3871,"0"1"-2953,-1 3-140,7-68-144,-11 42-430,5-13 1,-5 3 2,-19 25-106,-13 7-40,-16 15-50,21-1 1,-2 4-212,-1 4 1,1 2 196,2 3 0,1 1 0,5 0 1,3 2-7,6 3 1,3 1-9,0 8 17,17 8 23,13-25 27,15-4 17,14-12-28,-6-10 17,-2-9 0,1-6-22,-12 2 0,-1-2-220,13-10 0,-3-4 267,-12 2 1,-5-3 7,-3-2 1,-5-1-15,-3-4 1,-4-2-9,-2 0 0,-2-2-1269,-3-7 1,-1 3 1293,0 15 1,1 2 86,-3-6 0,-2 3 147,-1 5-113,-3 1-174,5 16-50,0 17 357,5 6-351,-1 26-18,3 12-8,2-11 1,2 2 1303,-1 8 0,2 1-1517,2 7 0,0 0-772,1 4 1,1 0 147,1-2 0,0-2 260,-2-12 0,2-2-2673,4 4 0,1-5 3281,2-4 0,2 1 0,-12-27 0</inkml:trace>
  <inkml:trace contextRef="#ctx0" brushRef="#br0" timeOffset="12023">5501 4540 21780,'-11'-41'353,"0"0"0,3 2 0,0 14-369,4 24 55,3 10-6,4 11-5,2 14-22,1-2 0,3 13-1,-5 2-5,0-2 0,-3 1 34,-2-18 83,1-14 567,-1-6-309,8-40-258,-3 14 68,10-38-34,-4 17-16,5-12-18,1 4-38,0 5-57,-1 12-33,4 10 17,-5 10-1,3 5-16,11 11 5,-2 8-16,13 15 5,-10 10 17,-9-4-22,-6 22 33,-14-17-3409,-10 21 3398,-1-31 73,-3-3 78,10-22-78,1-2 28,2-20-45,6-5-17,2-17-10,14-11-12,-5 16 11,12-13 0,-7 22 5,5 0-38,-3 9-12,-1 9 0,-1 12 11,1 10 3387,0 12-3420,-2 6 22,1 4 0,-5-9-17,5 9 34,-2-13-5,-1 1-1,1-11 12,-4-12-3370,14-13 3375,-8 1-1672,13-20 1689,-13 3 5,1-7 35,-7 3 55,-7 4-6,-4 9 2539,-4 6-2605,0 7 2447,0 3-2492,3 6-17,16 14-17,2 2-79,14 16 18,-11-12-74,-2 2-465,-2 4-777,-5 4-1172,0 10-3315,-8-6 5892,-4-10 0,-3-14 0,0-9 0</inkml:trace>
  <inkml:trace contextRef="#ctx0" brushRef="#br0" timeOffset="12273">6374 4227 20806,'-20'-10'-954,"-2"-1"0,34 17 0</inkml:trace>
  <inkml:trace contextRef="#ctx0" brushRef="#br0" timeOffset="12666">6726 4422 20095,'2'-7'2862,"-1"2"-2341,-1 5-146,0 0-241,-7 29-16,5-2-23,-4 24 12,5-4-63,1-18 35,0 3 38,0-20 242,0-2 526,1-8-627,3-11-141,7-11-49,2-4 66,16-18 28,3-2-33,-4 11 0,1-1-79,-4 7 1,0 2-29,2-2 1,1 3-3404,9 2 3381,-11 10-17,3 11-302,1 25 61,-6-3-557,-4 12 0,-3 6-2400,-4 19 512,-4-22 1,-2 0 2702,-3 25 0,-4-47 0,0-3 0</inkml:trace>
  <inkml:trace contextRef="#ctx0" brushRef="#br0" timeOffset="13391">8246 4699 17748,'4'-10'2055,"8"-23"1,1-3-1428,-6 16-108,7-16 1,-5 7-375,-10 25-101,-9 41-17,3 7-17,1-3 0,1 3-367,5-4 0,1 2 325,1 2 0,2 1-42,1 1 1,1 0-38,0 0 1,1-2 2,-1-2 1,-1-2 22,2 19-61,-5-5 156,-8-23 56,1-11-56,-4-23 17,3-27-5,2-6 24,0-6 1,-1-4-6,1 7 0,1-1-1374,-1-7 1,-1-3 1359,1 6 0,-1-1 0,1 2 25,-2-3 0,0-1-155,1 3 0,-2-2 0,2 1 163,-3-8 1,2 2-20,0 1 0,3 1-25,2 3 0,3 1-17,-1 11 0,7 2-21,15-2 1,10 1-1,-1 5-1,18-5-187,4 2 0,3 7 195,-17 22 0,-3 6 3,19 5-56,-5 11 0,-3 8-17,-22-2 0,-5 4-9,9 15 1,-7 2 50,-14-13 0,-8 1-45,-16 17 0,-10-2 70,-2-18 1,-5-2 672,1-1 1,-3 1 0,-1-4-707,-16 1 0,0-5-264,1-2 0,0-4-1086,5-4 0,3-3 832,-19 1 0,28-8 1,19-2-1</inkml:trace>
  <inkml:trace contextRef="#ctx0" brushRef="#br0" timeOffset="14250">9294 4362 18240,'-4'-7'3137,"0"1"-2296,4 6-68,0 0-544,-68-48-50,35 36-123,-11-12 0,0 7-11,10 30-11,6 11-12,6 9 12,8 7-1,7 3-10,6 1 5,9-4 39,8-8 39,10-7 40,7-11-51,-5-6 208,14-14-96,-14-8 34,10-15 11,-13-9-17,-8-6-5,-7-1-6,-7 4-22,-8 8-68,-2 10-72,-3 10-74,2 6-16,3 6 12,2 10-18,1 8-78,1 13-157,6 9-263,4 7-381,7 4-538,3-2-465,2-6-133,3-12 133,3-12 650,4-13 930,3-13 639,2-12 498,-3-9-2194,1-21 2127,-15 15 252,-6 4 0,-1 0 208,-4-1 144,3-13-1041,-8 24-90,-4 6-17,-1 12-223,0 1 3369,-2 9-3308,0 8 89,-1 15-106,1 10-6,0 6 7,1 2-7,1-5-16,-1-6 33,0-11 68,0-10 196,2-9 106,0-14-308,3-2 23,0-10 161,9-21-116,3-1-88,-3 11 0,2-1 20,14-18-50,-3 13 5,15 0-39,-11 19-22,12 0-62,-7 15-84,-3 13-174,-2 12-314,-4 16-828,-5 15-233,-11-23 1,-2 1 1716,0 4 0,0-2 0,-1 6 0,-1-9 0</inkml:trace>
  <inkml:trace contextRef="#ctx0" brushRef="#br0" timeOffset="14923">10261 4537 15743,'1'-5'6811,"0"1"-5456,-1 4-829,-6-60-122,2 42-124,-5-43-196,4 59-79,2 2 18,1 5-18,1 1 29,0 10-17,2-1 5,3 4 6,2-5 141,5-4-74,-4-6 50,6-5-38,-1-8-29,5-9-5,0-10 17,-4-8-18,-6-6-21,-5-2-29,-3 9 107,-16-22-95,6 35 5,-22-18-56,18 34 17,-10 1 11,5 5 12,-2 7-12,0 0-11,-3 13-6,-5 16 6,2 8 0,14-14 0,2 3-1702,8 6 1,4-1 1701,5 16-14,6-16 0,5-2-134,20 1 162,-10-16 0,3-2-9,2-5 1,3-2-1,1-3 1,2-4-1,9-7 1,0-5 8,-5-1 0,-1-4-187,-1-1 1,-3-4 178,-2-6 0,-3-4 13,-10 1 1,-1-4-6,3-10 0,-1-5-468,-4-4 1,-3-2 458,-1-5 1,-4-3 7,-4 11 0,-1-2 0,-3 1 26,-3-13 0,-2 2-17,-1 1 1,-2 5 1140,-3 18 1,-2 2-1002,-7-7 1,-1 3 134,-6-11-266,8 17 0,2 4 183,3 10-208,11 17 463,-1 15-458,3 21-8,2 8 0,2 7-23,-1 3 1,1 4-153,1-6 1,-1 3 0,1-3 126,0 6 0,0-1-99,-1-8 0,0 2 1,1-3-790,2 10 1,1-1-351,-1-10 0,1 1 1,0-2 890,5 12 1,-1-5 0,-3-18-1,-1-4 1,3 2 0</inkml:trace>
  <inkml:trace contextRef="#ctx0" brushRef="#br0" timeOffset="19274">14367 4313 20224,'1'-42'832,"0"-1"1,0 6 0,0 8-828,-1 22 1,1 12 50,1 11-11,3 35-28,-1-9-275,-2-3 1,0 1 257,1 18 5,2-18 1,0 0 22,8 18-11,2-12 123,4-25 201,1-16 34,10-11 135,19-25-314,-16 2-14,-8 2 0,-1-3 143,0-14-285,0-14 179,-9 3-40,-9 7-79,-5 10 409,-4 11-643,0 11-276,0 10-256,1 10-527,6 13-3495,15 23 442,-2-6 4246,13 14 0,-18-33 0,-1 0 0</inkml:trace>
  <inkml:trace contextRef="#ctx0" brushRef="#br0" timeOffset="19548">15319 4274 23231,'-30'-32'33,"0"-1"1,2 3 0,12 13 0,33 41-23,17 21-22,-14-18 0,0 1-331,-1-2 1,0 0 307,8 17 34,-6 0-219,-8 0-3767,-6 15 3503,-10-21-2597,-29 2-2101,-1-29 688,-8 0 4014,4-15 0,23 2 0,1-2 0</inkml:trace>
  <inkml:trace contextRef="#ctx0" brushRef="#br0" timeOffset="19749">15142 4328 19742,'9'-43'916,"-1"0"1,-2 4 0,0 12-687,1 22-124,-3 10 12,1 9 33,-3 29-134,-5-6-20,-2-1 0,-3 0-30,-5 6-2199,-5 12 1,-1 2 1598,2-6-927,0 3 1,4-3-1908,11-19-2801,10 2 5701,9-23 0,-8-9 0,-4-1 0</inkml:trace>
  <inkml:trace contextRef="#ctx0" brushRef="#br0" timeOffset="20498">15407 4508 18425,'23'-36'1308,"-1"0"0,1 0 0,6-10 0,-6 8-681,-14 14-386,-7 15 117,-1 3-128,0 5 62,-1-1-270,0 8-16,0-4-6,0 6 17,0-7 229,0 0-268,0 0 44,13 8-22,-4-4 0,20 6 0,-2-7 0,1-1 17,8-2 28,-3-8 5,-2-1 23,-5-9 44,-15-1-72,-6 3 34,-6-7 44,-10-1-90,2 5 57,-16-5-68,12 15 29,-18-3-51,18 8-6,-10-1-27,8 11 21,-2 7 12,3 3 0,-3 22-11,10-16-6,-3 33-5,14-23 11,9 15 0,16-15-17,13-6 16,-2-10 1,-4-11 0,2-4 17,15-9 8,-14 1 0,-1-3 2,16-17 18,-14-5-23,-16 5 40,-12-18-18,-16 11-33,-3-14 39,-5 11 1,5 5-18,6 4-11,6 8 12,23-5-23,0 13 11,18-2-11,-15 9 5,9 17-55,-16 3 44,3 7 18,-7 17-57,-7 2 45,0 0-45,0 9-106,-4-16-499,4 10-2576,3-1 3226,-1-8 0,-5-14 0,-4-12 0</inkml:trace>
  <inkml:trace contextRef="#ctx0" brushRef="#br0" timeOffset="21539">17631 4070 10808,'3'-6'7029,"0"1"-5561,-3 5 520,0 0-1389,-62-39-217,32 28-310,-11-10 1,0 3-45,8 25-28,5 4-11,7 9 34,11 4 21,13 5 12,14 4-16,14 6-24,13 2-135,-19-20 0,2-1 125,0 1 0,0 0-6,23 18 0,-12-3 22,-16-4 28,-16-5-10,-12-7 172,-45 3-116,3-15-40,-2-3 0,-3-4-316,15-4 0,1-2 271,-4-2 0,2-2-106,-8-9-136,21-1-694,24 1-402,21-3-667,22 2-392,17 1 1196,-25 11 0,1 1-147,0 1 0,1 1 292,-3 1 1,0 0 86,27-2 1188,-8 0 1931,-11-3 892,-8-4 218,-8-3-666,-5-2-662,-4-1-1176,-4 3 1188,-1-2-1193,-7 8-270,1-1-318,-3 7-174,-1 2-17,0 7-11,0 6-269,0 23-408,1 3-1,1 5-1977,5 3-4133,5-11 6816,3 2 0,-4-16 0,-4-11 0</inkml:trace>
  <inkml:trace contextRef="#ctx0" brushRef="#br0" timeOffset="21732">18000 4027 18252,'-5'-6'3080,"1"1"-2581,4 5-841,0 0-78,-40-47-2425,44 61-930,-33-45 3775,55 71 0,-16-27 0,0 0 0</inkml:trace>
  <inkml:trace contextRef="#ctx0" brushRef="#br0" timeOffset="21982">18282 3912 18880,'-2'-7'4503,"1"1"-3873,-5-29 0,0-4-362,1 17-170,-2-19 0,0 4 87,2 30-235,3 4 11,-1 11-6,3 16-101,0 23 9,2-15 0,0 3-110,1 6 1,2 2-603,4 14 1,1-1 394,-3-17 0,2-1-1518,9 21 1,2-4-129,0-15 2100,3-5 0,-1-4 0,-8-16 0,5 2 0</inkml:trace>
  <inkml:trace contextRef="#ctx0" brushRef="#br0" timeOffset="22516">18226 4179 14325,'-7'-5'6688,"2"2"-6038,5 3 482,0 0-1071,24-54-66,9 41-4,-12-15 1,2 2-65,36 27-123,-13 3-78,9 1-52,2 1 242,-15-2 67,-6-3 34,-15-3 106,-11-2 124,-3-2 67,-4-2 268,-5-2-352,-1 3 235,-2-1-90,1 5-190,1 1-180,0 2-21,2 6 49,0 3-33,0 4 0,6 7-11,6-3 22,21 5 23,4-7 22,11-4 50,-10-15-27,-10-2 100,-6-13 106,-13-10-139,-9-3-90,-5 0 191,-35-8-174,19 25 36,-7 0 0,-1 4 3,0 7-56,-10 6-73,19 2 23,5 6 5,7 0-5,-3 29-6,7-14-56,4 35-437,27-3 72,-2-9-492,2-14 1,4-1 414,-4-13 1,-1-2 0,10 10-1,-4-8 1</inkml:trace>
  <inkml:trace contextRef="#ctx0" brushRef="#br0" timeOffset="27278">3656 5362 9848,'-53'4'286,"0"1"1,1-1-1,-1 1 1,-1-1 0,3-1-1,2 1-235,-16 1 0,4-1-206,15-3 1,5 0 210,-9 1-20,16-1 1,3 0 19,-1-1 215,7 2-377,18-2 599,3 3-157,9-2 983,21 3-635,10-2-421,-3-1 0,2-1-49,26 0-38,-19-1 0,7 0 1,-1-1-494,-6 0 1,-1 1 0,4-1 358,3-1 0,5 0 0,1 0 0,-4 1-7,1-1 0,-2 0 0,4-1 1,-4 1 0,6-1 0,1 0 0,-2-1 0,-5 2-538,1-1 0,-6 0 1,8 0 522,-1 0 1,6-1 0,5 0-1,1-1 1,-1 1 0,-3 0-472,1 0 1,-2 1 0,-1 0 0,0-1-1,1 1 448,0-1 1,0 0-1,0 1 1,1-1-1,1 0 16,-5 1 0,2 1 1,1-1-1,0 0 0,-3 1 1,-2 0-355,7-1 0,-3 1 0,-1 0 0,4-1 422,-3 1 0,4-1 0,0 1 0,1-1 0,-1 0-108,2 0 1,0 0 0,0 0 0,-1 0-1,-2 0 77,3 0 1,-3 0 0,0 0 0,3-1-24,-4 1 0,1-1 0,2 1 0,0-1 0,0 0 14,-8 0 0,0 1 0,1-1 0,-1 0 0,1 0 0,0 0-26,1 1 1,-1-1 0,1 0 0,1 0 0,0-1-1,0 1-4,-3 0 0,1 0 0,1 0 0,0-1 0,0 1 0,-2 0 0,-2 0-4,10-1 0,-2-1 0,-2 1 0,-1 0 0,-2 1 113,1-1 0,-3 0 0,0 1 0,3-1-119,0 0 0,4 0 1,0-1-1,-2 1 1,-7 1 126,-4 0 1,-4 0 0,3 1-175,10-2 0,5 0 0,1 0 1,-5 1-466,-4 1 0,-5 1 0,1 0-1397,0 0 0,0 1 0,-2 0-579,14-1 0,-5 1 2486,7 0 0,-43 2 0,-9 0 0</inkml:trace>
  <inkml:trace contextRef="#ctx0" brushRef="#br0" timeOffset="28152">14230 4917 9979,'-60'6'327,"1"-1"0,-1 1 0,7-1 0,0-1 0,12 1-265,3-1-56,11 0-12,6 0 191,20-2-12,9-1 248,41-1-107,6 1-773,-9-1 0,4 0 705,2 0 1,2 0 63,7 0 1,3 0-42,-17-1 0,2 1 0,1 0-502,7-1 0,0 0 0,-1 0 395,-8 1 1,-2-1 0,5 0-223,-3 0 0,7-1 0,1 0 0,-2 0 0,-5 0 164,1 1 1,-5-1-1,8 1-295,1-2 1,8 1 0,5-1 0,1 0-1,-2 1 1,-6-1 272,-6 1 0,-5 0 0,0 0 0,0 0 0,5-1-31,-3 1 0,3-1 0,3 1 0,0-1 1,0 0-1,-1 1 0,-1-1-152,2 0 0,-1 0 0,0 1 0,-1-1 0,0 0 0,1 0 151,1 0 1,-1 0-1,1 0 1,0 0-1,0-1 1,0 1-87,-1 0 0,1-1 1,-1 1-1,1 0 1,-1-1-1,0 0 76,0 1 0,-1-1 0,1 0 1,-1 1-1,0-1 0,0 0-55,-1 0 0,0 0 1,0 0-1,-1 1 1,1-1-1,-1 0 30,10-1 1,-1 0 0,1 0 0,-2 0 0,1 0 4,-3 0 0,0 1 1,0-1-1,-1 0 1,0 1-24,-3-1 1,0 1 0,0-1 0,-1 0 0,0 1-22,8-1 0,0 0 0,-2 0 0,0 0-10,-5 1 0,0-1 0,-2 1 1,-1 0-356,11-1 1,-2 1 0,-1-1-1127,-7 2 0,-2-1 0,-3 2 1515,10-1 0,-7 1 0,10-1 0,-34 3 0</inkml:trace>
  <inkml:trace contextRef="#ctx0" brushRef="#br0" timeOffset="31028">8529 4998 13795,'-45'8'1410,"11"-1"-121,46 0-489,9-3-288,23 1-354,-11-6 1,5-2-1352,13-2 1,3-2 1213,-6 1 1,4-1-18,-5 0 0,5-2 0,2 1 1,-3 0-7,6 0 0,-2-1 0,4 1-359,-10 1 0,4-1 1,1 0-1,0 0 1,-1 1 357,6-1 0,-1 0 0,0 1 1,0-1 2,-1 1 0,1 0 0,0 0 0,0 0-292,4-1 0,2 1 0,-2 0 1,-2-1 309,5 1 1,-4-1 0,0 1-6,2 0 0,-2-1 0,-4 1 15,-1 0 0,-6 0-12,-15 2 1,-2 0 28,23-4-28,-32 5 1075,7-2-1456,-20 3 812,0 1-10279,-11 1 9564,-2 2 1,-1 0-1</inkml:trace>
  <inkml:trace contextRef="#ctx0" brushRef="#br0" timeOffset="50475">15690 1071 30557,'0'-5'-2586,"0"2"2936,0 3 1827,-4-57-4166,3 44 536,-4-32 4706,0 74-3701,-4 23-2316,1-16 0,-2 0 2563,2-3 1,-1-1-1253,-4 10 0,0 1 879,3-6 1,0-1 0,-5 15-1,5-9 1</inkml:trace>
  <inkml:trace contextRef="#ctx0" brushRef="#br0" timeOffset="50907">15813 770 24685,'-3'-3'-574,"1"0"668,2 3-325,-45 26 334,33-6-618,-30 22 9,51-14 180,6-5-944,7-6 1287,3-7 529,-4-5-673,-7-5 534,-3-19-223,-8 0-44,0-9 5,-5 8 314,-14-11-274,2 13-50,-9-9-130,11 19-229,4 5-252,5 3 163,0 7 150,1 2-1081,-3 26-441,6 1-1850,8 21 3535,16 0 0,-9-26 0,4-2 0</inkml:trace>
  <inkml:trace contextRef="#ctx0" brushRef="#br0" timeOffset="51531">16095 1073 22145,'-5'-44'-438,"2"21"483,6 46 45,1 33-79,-1-10-11,-4-11 0,-1 1 11,-7 21-11,-5-3 6,0-10 16,4-14 298,5-14 302,5-11-219,7-14-241,7-13 12,8-16-17,4-9-68,-5 7 236,9-12-129,-12 23-39,4-6-107,-12 21-122,-4 8 49,-3 4 6,9 15-5,3 3 5,11 16-5,1 2-1,2 1 12,2 0 0,4-5-6,3-7 28,2-10 12,0-8 5,-1-16 11,-1-12 23,-3-18-32,-18 13 1,-3-1-263,1-7 1,-3-2 247,-1-5 1,-1-2 14,-1-1 0,0-1 36,-1 1 0,-1 2 25,-1 4 1,-1 1 30,-1 7 1,-1 1 196,-1-16-192,-2 19-38,-1 11-348,-1 13 28,-2 9 224,-2 20 12,-1 23-15,3-13 1,2 4-110,-1 6 1,3 2-29,2 3 0,3 1-78,1-1 0,2-1-62,2-3 1,1-1-141,0-4 1,0-2-413,-2-5 1,0-2-3168,3 24 4005,-6-16 0,-4-18 0,-2-11 0</inkml:trace>
  <inkml:trace contextRef="#ctx0" brushRef="#br0" timeOffset="52298">16533 1226 20141,'50'-25'-301,"-1"1"1,1 0 0,0 1 0,1 1 0,-7 8-502,17 14 326,-25 0 0,-1 0-543,20 0 217,-5-2 611,-21 1 365,-1-3 431,-19 3 451,-3-1 109,-4 2 2120,-2 0-3179,-2 2-39,0 1-78,-1 2 22,2-1 6,2 0 73,3 0 100,7 0-33,8-1-6,16-6 17,-4-5-55,1-3 178,-9-8-22,-12 2-45,-3-7-140,-7 6 61,-24-8-100,8 16 0,-26-5-11,14 15-23,-5 6-6,5 6 7,6 9-18,7 8 6,6 5 6,3 6-12,11 1 0,11 10-33,8-8 6,13 4 16,-8-20-22,11-2 5,-7-12 40,16-3-3320,-13-13 3364,-6-3 62,-13-14 6,-12-2-23,0-9 28,-8-4 51,0 0 50,-1 2 3381,4 3-3437,7 3-34,15-1-61,5 7-45,2 3 22,13 10-55,-22 6-18,17 8-10,-18 5-34,2 21 50,-10-8-134,-3 21-611,-6 1 202,0-8-4201,7 23-5070,3-32 8418,1 3 1,-4-18 0,-7-11 0</inkml:trace>
  <inkml:trace contextRef="#ctx0" brushRef="#br0" timeOffset="53889">17996 1158 32767,'0'-10'-448,"1"15"-2744,1 39 2014,1-3 866,-2-6 0,1 1-86,-1 12 313,-2-13 1,0-1-5642,-4 10 4046,0-15 3385,-1-7-482,5-16 1461,-2 1-2270,7-26-231,0 5 25,9-40-279,-5 24-73,3-7 1,2-2-217,9-6 1852,-7 14 0,3 0-1720,16-5-292,0 12 123,0 12-14,-1 12 150,0 11 93,1 13-17,-2 13-112,-2 8-409,-1 5 605,-3-1-30,0-2-7,-1-8 50,-1-10 18,1-11 71,1-10 36,3-16-37,4-10 11,1-17 23,-4-13-34,-10 6 13,-12 5 0,-2-1 19,-2-16-5,-3 17 0,-1 0 423,-6-15-344,-4 11 12,-3 12-74,2 11-223,2 11 129,4 7 39,-3 15 11,0 12 22,-2 16-28,2 13 1,4-8-262,7-8 0,3 1 228,5 14 13,1-16 1,2-1-3,17 13 28,11-13-129,10-14 123,10-16 20,-29-11 0,1-4-356,2-5 1,-1-4 352,-1-5 0,-1-5 0,-2-3 1,-3-3-4,-2-4 1,-4-3 2,-2-4 0,-3-2-3,-2-4 1,-3-1 7,-1-2 1,-3 0 28,-2 0 0,-1 1 39,-3 3 0,-1 2 11,-3 5 1,-3 3 72,-4-24-11,-4 19-84,3 18 294,4 13-473,3 15 215,-1 16-115,2 21 0,0-9 1,1 2-155,0 8 0,1 2 135,0 6 0,1 1-51,1 2 1,0 1-91,1 1 1,1-1-163,0 0 0,1-3 59,-2-11 1,3 0-1264,5 14 0,4-3-316,-2-18 0,2-2-1432,5 10 1,1-2 3279,12 0 0,-14-19 0,-10-12 0</inkml:trace>
  <inkml:trace contextRef="#ctx0" brushRef="#br0" timeOffset="54089">18969 1268 10410,'-8'-3'7948,"2"1"-6071,6 2-192,0 0-1449,13-41-101,29 27-105,-11-8 1,4 0-538,10 17 1,3 6 405,-2-3 0,0 1-429,-3 0 1,-2 1-82,-4 1 0,-3-1 0,4 1 1,-12 0-1</inkml:trace>
  <inkml:trace contextRef="#ctx0" brushRef="#br0" timeOffset="55500">20669 1296 32767,'14'-52'0,"1"-1"0,-1 3 0,-5 14-280,-9 30-1839,0 2 1041,0 30 177,-1 18-249,1 19 156,0-27 1,0-1 257,0 26-6525,4-5 7064,1-11 0,0-20 1,-2-12-1</inkml:trace>
  <inkml:trace contextRef="#ctx0" brushRef="#br0" timeOffset="55690">20908 846 21348,'-3'-6'1018,"1"1"-1741,2 5-1697,0 0-275,-15-14 2623,17 20 0,-15-18 1,19 22-1</inkml:trace>
  <inkml:trace contextRef="#ctx0" brushRef="#br0" timeOffset="56217">21368 1003 21808,'-57'-7'-11,"13"1"50,54 40-16,11-3-18,15 10-66,7 2-107,1 1-129,-8 0-157,-12-2-570,-12 5 581,-12-16-554,-13 8-840,-18-9 1008,4-8-936,-17 0 461,11-21 827,-4-12 522,5-14 179,10-17 336,15 7 0,3-1-323,3-17 606,5 13 0,2 0 977,9-9-722,-5 15 0,-1 1-482,3-7 812,-3-2-1186,-8 31-113,-1 0-68,-3 16 57,-5 14-45,-9 17-59,1-1 0,0 1-188,-8 20 45,4-11 0,0 1-390,7-13 1,0 1-1781,-2 15 0,1 1-2617,4-12 1,3-1 3940,0 24 0,8-37 0,1-19 0</inkml:trace>
  <inkml:trace contextRef="#ctx0" brushRef="#br0" timeOffset="56599">21664 1199 12617,'3'-6'6828,"-1"0"-5977,-2 6 1054,0 0-1877,16-41 22,-12 45-10,14-12-7,-12 52-27,1 1-12,6-11 12,11 5-1,1-11 23,13 8 0,-11-21-3140,9-7 3269,-19-10 325,16-18-208,-18-8-39,3-18-123,-11 10 219,-4-22-208,-3 28 112,0-21-5,-3 23-169,1 3-49,-1 7-264,2 12 3492,1 5-3788,5 10-2572,11 16-3383,4 9 6503,5 5 0,-11-16 0,-6-10 0</inkml:trace>
  <inkml:trace contextRef="#ctx0" brushRef="#br0" timeOffset="57142">22465 1183 22638,'-43'-18'252,"15"13"-174,33 13 57,13 8-35,-2-10 12,6 0-50,-6-4 84,4-3 27,-7-3 68,3-8-62,-7-1-5,-3-4-51,-8 5 17,-7-1-101,1 5 40,-6-1-7,6 4 12,0 1 12,3 0-63,4 2 62,0 1-72,-1 1-807,1 0-319,4 6-1004,4 1 534,3 4-8258,14 1 9710,-9-7 1,2 1 0,-11-5 0</inkml:trace>
  <inkml:trace contextRef="#ctx0" brushRef="#br0" timeOffset="58337">21927 1108 9681,'-1'-5'8554,"1"2"-5918,0 3-2012,-14-40-82,9 26-118,-11-28-224,14 38-173,0 3-284,2 1 296,16 9-6,4 3-33,8 4 12,-1 1-12,3 3 5,3 6-16,8 9-23,-2 5-347,0 9-56,-15-15-1254,-1 10-2174,-18-19 3865,-1 3 0,-3-14 0,-3-5 0</inkml:trace>
  <inkml:trace contextRef="#ctx0" brushRef="#br0" timeOffset="58561">22019 1114 9895,'2'-2'8564,"0"0"-6973,-2 2-690,-51 42-800,29-21-48,-12 11 1,-1 5-85,17-8 0,3 1-291,0 1 0,1 1-98,1-1 0,1-1-1042,1 13-5304,8-6 6766,3-7 0,0-5 0,1-13 0</inkml:trace>
  <inkml:trace contextRef="#ctx0" brushRef="#br0" timeOffset="59194">22432 1116 22806,'0'-11'795,"0"2"-392,0 8-240,0 0-113,0-1 73,0-3-106,0 3 0,0-2 5,1 1-11,0 0 51,2-2 0,1 1 27,0 0-50,-2 2-44,-1 2 10,-3 5 46,-2 12-34,0 0-6,-1 10 6,1-1-1,3 5 7,10 14-29,6-8 29,17 1 5,-4-18 28,17-2-6,0-11 17,-12-5 0,1-3 90,21-9 17,-1-13-106,-27 0 66,-5-15-11,-12-13-72,-3-4-7,-7-8 7,-8 10-51,1 21 0,-2 2-73,3 18-891,3 6 264,-1 1-1832,1 14-4783,-2 11 6467,-1 5 0,1-5 0,2-9 0</inkml:trace>
  <inkml:trace contextRef="#ctx0" brushRef="#br0" timeOffset="59776">22031 1108 26991,'-2'-2'1614,"0"0"-1010,2 2 128,-25-29-1644,18 22 136,-21-22 266,19 36 630,-7 8-1215,-6 9 1079,-1 8-22,3 4-955,9 0 828,12-2 107,14-2-70,17-4-499,18-3-1400,-17-12 0,0-1 1386,24 5 511,-14-3 1,-1-1 54,-4 1 65,-6 1 1,-5 1 47,-15 2-4,-11 8-40,-22-4-44,-6-5-768,-30 9-1059,13-13-509,12-4 0,1-2 2386,-9-1 0,16-5 0,13-1 0</inkml:trace>
  <inkml:trace contextRef="#ctx0" brushRef="#br0" timeOffset="60020">22052 1136 21635,'-39'34'330,"1"0"1,1 0 0,3 0-298,11-4 1,3 0-43,1 0 1,1-1-54,-6 15-454,6 3-3287,13-9 3803,11-3 0,-4-11 0,7-15 0</inkml:trace>
  <inkml:trace contextRef="#ctx0" brushRef="#br0" timeOffset="61018">23106 1140 18472,'-5'-5'5322,"2"2"-3833,3 3-2082,-10-16 244,8 13 174,-5-3 48,13 17 35,10 14-571,-3-8 606,9 4 201,-5-10 108,6-1 17,0-4 11,-2-6 17,-2-8-90,-2-6-56,-4-9-106,-5 2 84,-2-13-17,-4 13 11,-3-7-5,-4 15-90,-5 5-28,-7 6 23,-7 9-18,-12 14-10,9-2 5,-8 18 5,19-8-3420,2 21 3382,11-16-535,13-2 0,5-2-255,9-2 823,17 7 0,2-3 0,-16-13 0,0-1 0,1-1 0</inkml:trace>
  <inkml:trace contextRef="#ctx0" brushRef="#br0" timeOffset="74979">1797 2049 12869,'18'-52'674,"-1"-1"0,-1 2 0,-5 21 56,-7 39-263,-2 21-23,-3 32-1485,-4-15 1,-1 4 1058,0-8 1,-2 1-1,0 2-58,-3 7 0,0 0 0,-1 2-596,0 3 1,-1 2 0,2-1 583,1-2 1,0 0 0,3-1-206,1-6 0,1-1 0,5-3-1750,11 17 1,5-8 764,-5-21 0,4-6 1253,11-3 1,0-7 0,-8-12-1,0-2 1</inkml:trace>
  <inkml:trace contextRef="#ctx0" brushRef="#br0" timeOffset="76662">1724 1730 18818,'-6'-2'-1179,"2"0"-374,4 2 4097,85-64-187,-50 43-1471,16-15 1,2 2 524,1 17-1078,-23 8 1,4-1 252,11-2 1,3-1 1753,5-1 0,2 0-2083,-16 4 1,1 1 0,2-1-244,12 0 0,2-1 0,-3 2-931,4-1 1,0 1 485,-4 2 1,2 0 0,-4 1-238,2 2 1,-3 0 313,-8 2 1,2-1-1,-1 1 10,-1 0 1,0 0-1,2 0 127,12 0 1,2-1 0,-4 0-107,4 1 1,2-1 195,-8-1 0,7 0 0,0-1 0,-8 1-261,1-1 0,0 0-156,-4 1 1,5-2-1,2 1 1,-5 0 290,-3 0 1,-3 1 0,3 0 29,3 0 0,4 1 1,0-1-1,-4 1-572,-3 0 0,-3 0 0,2 1 503,13 0 0,2 0 0,-6 2-139,-4 0 1,-3 0-39,13 2 1,-2 1 185,-15-2 0,-1 2 257,19 2 1,-2 0-92,-29-3 0,1 0 87,23 0 1,10 1-1,-8-1-156,-20-2 1,1 1 62,13 0 0,7-1 0,-5 0-138,-5 0 1,-1 0 100,0 0 1,4 0-1,-1 0 5,-8-1 0,0 1 1,0 0 63,7 0 1,0 0-1,-3 1-51,0-1 1,-2 1 194,9 0 0,0 1 484,-12 1 1,1-1-393,1 1 0,3 0 0,-2 0-115,2 0 0,-1 0 320,-1 0 0,4 0 0,-3 0-351,5-1 0,2 0-409,4 0 0,6 0 0,-4 0 390,3 1 0,2-1 28,-10-1 1,6 0-1,0 1 1,-8-1 5,0 1 0,-1-1 15,4 1 0,10-1 1,-1 1-1,-8-1-7,-3 1 1,1 0 27,3 0 1,10 0-1,0 1 1,-10-1-9,-2 0 0,0 1 0,-7-1 0,6 1 0,0 0 0,-3 0-51,-4 0 1,-4 0 0,5 0 43,3 0 0,4 1 0,0 0 0,-4-1-28,-1 0 1,-3 0 0,3 1 0,-1-1 0,3 1 1,-1-1-1,-3 0-1,-3 0 1,-4 0 0,4-1-102,4 1 1,3 0-1,2 0 1,-3 0 104,9 0 0,-3 0 1,2-1-4,-9 0 0,2 0 1,-1 0-1,-2 0-447,6 0 0,-3 0 0,1-1 455,-1 0 1,0 0 0,-3 0-6,9 0 0,1 0-29,-1 0 0,3-1 1,-7 1 22,-9-1 1,1 1-4,1-1 1,8 1 0,-1-1 0,-7 1-3,-3 0 0,-1 0 9,16 1 0,7-1 1,-6 1 282,-9 0 1,-2 1-284,-3-1 0,3 0 1,-4 0 316,-3 0 0,-2 0-318,15 2 1,-3 0-9,1 0 5,-1 1 1,1 0 2469,1 1-2472,-15-1 0,-1 0 2152,6 0-2053,11 4-25,-9-2-97,-9 0 0,2 1 168,-7-1 1,1 0 146,4 2 0,-1 0 275,8 2-13,5 1 259,-10-3-63,17 0-62,-18-3 118,13-2-253,-25-3-203,6-2 1,2-1 850,-2 0-626,6 0 1,0-1 567,-2 1 57,16 0-311,-14 1-32,-10 1 365,3 0-443,5 0-544,4 0 60,8-2 72,-15 0 40,6-5-410,-10-1-2233,15-5 3047,-10 2-54,3 0-101,-17 5-659,3 0 0,-14 3 0,8-1 0,-2 1 0,5-1 0,2 1 0,16-4 0,-18 5 0,22-4 0,-28 5 0,3 0 0,-13 1 0,-2 0 0,-2 3 0,-2 7-972,0 4-1452,-2 9 27,1 3 26,0 6-169,2-5 158,4 19-305,0-20 2503,5 36-264,-4-22 3,1 8-68,-5 1 296,1 1 36,-1 4 121,3 7 183,5-12-33,6-3 292,1-12 203,8 14 107,-13-16-438,0 13-109,-17-9 334,-8-1 457,-4-7 424,-16 14-123,11-14-250,-9 13-132,12-4-21,10-12-8,2 6-681,7-12-735,0 3 3772,-1 0-4259,-2-4 202,0-4 284,-4 0 865,-6-4 804,-5 1 608,-10-1 560,-5-4 177,-10-2-2288,5-2-2011,-18-2 0,-3-1-4200,0-1 6368,3 1 0,4 0 0,27-1 1,11 2-1</inkml:trace>
  <inkml:trace contextRef="#ctx0" brushRef="#br0" timeOffset="79093">3283 4787 15228,'-46'-39'204,"1"1"0,6 4 0,7 6 346,15 10 97,9 5 44,0-4-450,5 7-286,1 3 20,2 5 43,3 16 220,1 4-57,4 21 7,0 1 1,0 6-69,0 6 1,0 2-378,-2-12 1,1 2 0,-1 0 283,3 20 0,-1-5-32,-2-18 0,-1-2-78,2 7 0,0-3-470,2 6 41,-2-13 1,1 0-239,7 13 0,-5-15 1,1-11-1</inkml:trace>
  <inkml:trace contextRef="#ctx0" brushRef="#br0" timeOffset="80394">10435 4837 7145,'-5'2'3831,"0"-1"-963,5-1-2510,70-21 81,-40 12 1,2 0-654,15-5 0,4-1 486,4 1 0,-3 0-1010,-15 5 1,-1 1 795,8-3 1,1 0 123,8-1 0,-1 0-190,-18 3 1,0 1 52,7-2 0,-2 0 123,19-6-34,-24 5 486,2-2-306,-14 3 1382,-6-1-1444,-8 3 801,-3 0-593,0-3-147,-4 1-66,1-5-40,-5-2-134,1 3 134,-6-13-139,3 12 95,-7-24-38,4 16-59,-1-5 86,0 4 2,2 9-37,0 0-142,0 6-525,4 4-583,1 3-8698,12 18 8769,-5-9 0,7 9 0,-10-12 0</inkml:trace>
  <inkml:trace contextRef="#ctx0" brushRef="#br0" timeOffset="81502">13872 4807 13596,'-4'-41'1106,"-1"0"1,0 3-1,2 8-1036,3 18 649,0-2-75,0 2-216,0 1-455,0 6-77,0 6-49,0 3 379,0 12-52,0 9-3504,-6 25 3381,2-10-114,-8 21-694,3-18-1812,2 9 2056,6-8 0,1-18 0,2-13 0</inkml:trace>
  <inkml:trace contextRef="#ctx0" brushRef="#br0" timeOffset="82751">19528 4231 21197,'-24'-44'-993,"6"11"684,15 25-177,2 6-75,0 0 416,7 18 58,-1 11 39,2 4-663,-3 4 817,-2 12-28,-2-17 122,0 32-17,0-16-15,1 0 12,0-8 20,1-8 78,0-18 321,0 2 73,-1-11-435,0-5 186,0-2-168,0-17-123,0-3-39,0-16 120,-2-19-52,1 17 35,1-11 57,2 27-529,0 11 258,0 6-60,-2 7 400,0 12-357,0 7 70,-1 15-10,0-3 6,0 14-72,0-8-68,0 0-82,6 8-223,0-20 325,6 6 60,-4-16 124,-3-7 319,-2-4 221,-2-8-515,-1-7-66,1-9 57,-2 3-132,0-10-260,0 17 251,-2-5 1,2 13 0,-1 2 0</inkml:trace>
  <inkml:trace contextRef="#ctx0" brushRef="#br0" timeOffset="87786">4008 6834 12920,'-11'-38'-381,"0"0"0,-6-15 431,16 63 0,1 11-4,-1 5-13,1 11 1,-1 5-590,0 2 1,0 3 562,0 0 1,0 4-1,0 0-653,0 1 1,-1 1 0,0 1 663,0 6 1,-1 2 0,0-1-2,1-11 0,-1 0 0,0 4 5,0-6 0,0 4 1,0 3-1,0-2 1,0-2-5,-1-2 0,2-2 0,-1 0 0,0 4 7,-1 3 1,1 5 0,0 1 0,0-1 0,0-1 4,0 4 1,1-2 0,0 0 0,0 0-12,1 0 1,-1 1 0,1-1 0,0 1 27,0-1 1,1 0 0,-1 0-1,1 0-541,0 0 0,0 0 0,0 0 0,0 0 569,0 0 1,0 0 0,-1 1-1,1 0-28,-2 2 1,0-1 0,0 2 0,-1-1-324,1-11 0,-1 1 1,0-1-1,0 1 0,-1 0 276,-1 2 0,0 1 0,0-1 0,-1 1 0,1 0-190,-1 2 0,0 1 0,-1-1 0,1 1 0,-1 0 173,1 3 0,-2-1 1,1 1-1,0 0 0,1 1-68,0-11 1,1 1-1,0 0 1,0 0-1,0 0 1,0 0-12,1 0 1,0 1 0,0-1 0,0 1 0,1-1 0,0 0-129,0 8 1,1 0-1,0-1 1,1 0 0,1 0-276,1-5 1,0 1-1,1-2 1,1 0 0,0-2 104,2 6 0,0 0 0,1-3 1,0-4 393,1-1 0,0-3 0,0-5 0,2 2 0,-1-10 0,-4-15 0</inkml:trace>
  <inkml:trace contextRef="#ctx0" brushRef="#br0" timeOffset="89469">3997 6679 18818,'-19'-7'-1791,"5"2"1577,20 5 910,2 1 180,25 1-453,5-1-267,-6 0 0,3 1-318,2-2 0,2 2 179,5 0 1,3 1-611,6 1 1,0 1 707,-9-1 1,1 1-149,4 0 1,5 1 0,-3-1-694,6 2 0,2-1 671,-2 0 1,4 0 0,-1 0 8,-9-1 0,0-2 1,0 1-740,2-2 0,1 1 0,-1-2 751,-11 1 1,-1-1 0,3-1 48,4-1 0,4-2 0,0 0 1,-2-1-270,0 0 1,-1-1 0,2 0 280,3-1 1,4 0 0,1-1 0,-3 1-244,-6 0 1,-1 0 0,-1 0-1,1 0 231,1 1 0,0-1 1,0 0-1,1 0-4,0 1 1,1 0 0,-1-1 0,-3 2-19,5-1 1,-3 0 0,3 0-55,2 1 1,4-1-1,0 1 1,-4 1 38,-2-1 1,-2 1 0,2 1 125,2-1 0,4 0 0,1 0 0,-3 0-202,7 0 0,-2 0 1,0 1 49,1 0 1,0 0 0,1-1 10,-15 2 0,-1-1 1,2 0-1,-1 0-5,0 0 1,1 0 0,-1 0 0,1 0 5,0-1 0,0 1 0,-1-1 0,1 1 3,-1-1 0,1 0 0,-1 0 0,-3 0 235,4 0 1,-3 0 0,3 0-267,-2 0 1,4 0-1,-1 0 1,-4 0 8,16 0 0,-1 0 13,-5-1 0,4 1 1,-4 0-16,6 1 0,-4 0-80,-1 0 1,-2-1-16,-1 2 0,-1-1 7,1 0 0,-1-1 447,1 0 1,0-1-361,2-1 1,-2-1-12,-12 2 1,1-2 11,18-3 0,0-1 12,-20 3 1,-1 0 539,17-2 1,-2-2-454,-15 4 0,-4 0 3,-5 0 0,-1 1 1745,16-5-1650,-14 3 1575,-13 2-1160,-7 0 964,-6 0-1138,1-4 303,3-2-539,0-2 56,1 1 114,-2 2-161,-5 3-66,-2 4-216,-2 2-486,-1 2 892,3 0 12,1 0 42,13-4 2,3 0 1,4-2-156,14-3-26,-13 5-200,9-1-121,-12 3 41,3 1 25,-7 1-86,12 0 262,-2-2 482,11 0 10,-5 0-37,20 1 15,-19 0-124,13 1-11,-19 1-31,-8 1-257,-10 0-336,-6 0-124,-4-1-36,-1 0-48,2-1 455,2-1 98,4-2 192,1-4 0,1-1 5,-3 0 269,-4 2-3,-1 1-281,-1-2-434,-1 0-484,1 0-1066,-1 3-2160,0 2 3717,0 1 1,0 1 0</inkml:trace>
  <inkml:trace contextRef="#ctx0" brushRef="#br0" timeOffset="90927">10602 6281 18616,'47'-8'2256,"-14"3"-1928,8 0 0,4 0-200,-12 2 1,0 0-641,7 0 0,1-1 541,6 2 0,1-1-494,-4 1 0,0-1 489,15 0 1,3 0 102,-10 1 1,1 0-1,0 0-146,-6 0 1,-2 1 0,0-1 7,-1 1 1,0-1 0,-1 1 52,17-1 0,-2 0 36,-9 1 1,0 0-5,-7-1 1,0 1-1,1 0-13,0 0 1,0-1 0,-1 1-67,21-2 0,-1 0-12,-3 1 1,-2-1-88,-5 1 0,-1-1 65,-8 1 0,-2 0-12,-7 1 1,-3-1-29,15-1 888,-19 1-675,-14 0 1186,-8 0-1164,-1-2 408,4-1-628,14-7 458,9 1 480,-3 3-43,-1 2-129,-12 3-63,-5 2 110,-1 0 205,-6 0-184,-3 1-628,0 3-1309,0 1 26,0 7 98,1-3-21,1 8-61,1-4-103,0 5-15,0 1 240,-2 7 911,-1-6 75,-5 17 108,1-18 122,-5 18 68,3-9-32,-1 8-181,2 4-54,2 11-112,1-15-72,2 17-154,0-15-34,-4 25-44,-1-5-271,0-21 0,-1 0 651,-3 13 26,2-16 1,0 0-15,-6 26 35,5-15 0,1 2 4,1-7 0,2 0-12,0-3 0,2-1-29,3-2 1,1-1-44,3 22 12,0-20 0,0 0-16,0 0 0,0 0-15,1 0 0,-2 2 10,1 7 0,-1 1-284,-1-5 1,0-1 315,-1 0 1,0-1 10,0 0 0,-1-1-1384,1 1 1,1-1 1412,0 26-559,2-14 1,1 1 493,4 10-31,-5-24 1,2 0 54,0-1 0,0 1-12,-1 2 1,0 1-38,2 24 41,-3-8 0,-2 1 3,-3-21 0,-1-1 46,1 7 0,-2 2 9,-1-3 1,-1-2-2,-2 8 25,1-2 1,-1 2 16,1 17-41,1-9 0,2 1-43,0 8 17,1-19 0,1 1-616,-1-5 0,0-2 617,0-6 0,-1 2 52,-4 21 0,-1 1 566,2-23 0,-2 0-610,-2 14 1,-2 1 723,3-10 0,-1-1-707,0-1 0,1-1 47,1 1 0,0 0-53,0 0 0,1-1-14,1 1 0,1 0-37,-1 0 0,2 0 57,0 1 0,1-2-6,-1 22-6,3-23 1,-1 2 2,1 3 1,0-2 2,0 25 13,0-11 1,0-3 30,0-6-5,0 3 1,0-1-34,0-5 0,0-4 0,0 1 314,0 11-292,-1 13 249,-1 2-251,1-24 1,1 0-13,-2 14 45,2-7 0,0-2 35,0-4-1,0 4 1,0 3 37,1 5-1112,0-14 1,0 1 1032,1 6 2183,1 20-2189,-3-18-40,0-12 0,-1 1 2,-2 25 4,-2-13 11,-4 15-22,-1-8-73,1-11 0,0 2-141,2-8 1,0 0-606,1 5 1,0-1-9025,2 16 9415,4-18 1,1-16 0,-1-16-1</inkml:trace>
  <inkml:trace contextRef="#ctx0" brushRef="#br0" timeOffset="93185">3606 12123 17602,'32'-45'1687,"0"0"0,-3 4 1,-4 11-115,-12 25-809,-5 9-2133,-7 7 868,-4 11 477,-1 7 48,-4 5 465,1 12-1014,3-13-126,3 14 53,1-15 1134,-2 13-215,-2 3-236,-2 5-148,-4 4-204,1 4 107,4-3 7,3-3 40,8-5-101,6-3-196,9-2-197,6-3-46,-4-10 186,20 14-90,-10-16 362,-7-8 0,1-2-442,24 8 590,7-9 160,-24-12 0,1-3 135,4-2 1,2-2 81,5-3 1,1-1-570,5-3 0,2-1 658,5-2 0,2 0-170,-19 2 1,2 0-1,-1-1-33,1 2 0,0-1 0,1 0-110,-2 1 1,1-1 0,0 1-354,7-1 1,2-1-1,-2 2 259,-6 0 0,-2 0 0,0 0-43,20-2 0,-1-1-8,-1 1 0,-1 0-28,-8 1 1,1 0 14,-9 1 0,3 0 1,0-1-371,1 1 0,0 1 1,1-2 429,1 1 1,1-1 0,0 0-485,3 1 1,0 0 0,-2 0 417,-10 1 0,0 1 0,2 0 23,3-1 0,3 0 0,2 0 0,-5 1-137,0 1 1,-2 0-1,2 0 128,1 0 1,2-1 0,2 1-1,-4 1-174,5-1 0,-3 2 0,-1-1 103,-2 1 1,0 1-1,-1-1 5,-3 1 0,0 0 0,-1 0 277,17-1 0,-1 1-231,-2 0 0,-1 0-86,-2 0 0,1 0 1,-1 0 0,1 0 362,0 0 1,0 0-277,2 0 0,1 1-9,0-1 0,0 1-19,-1-1 1,-1 2 3,-2-1 0,0 1 9,-3 0 0,-1 0 92,-2 1 0,-1 1-6,-1-1 1,1 0 559,-2 0 1,0-1-556,0 0 1,-1 0-11,-11 0 0,3-1 139,27 0 1,0 0 357,-1 0-461,-19-1 0,5 1 1,-4 0-1,-4 0 0,-1 0 65,10 0 1,2 0-83,-2 0 1,0 1-947,-1 0 1,-1 1 931,-1 0 1,0 1 5,-1 0 0,-1 0-279,-1 0 0,0-1 273,-2 0 1,1 0 124,-2-1 0,0 0-122,0-1 0,1 0 3,-1-2 0,1 1-8,1-1 0,1 0-4,0-1 1,1 1 8,0 0 1,0 0-15,0 1 1,0 0 2,0 1 0,0 0 0,-2 0 0,1 0 5,-1 0 1,-1 0-6,-2 1 0,1-1 14,7 0 0,-1 1-9,16-1-2,-27 0 0,0 0-3,0 0 0,0 0 17,25 0-23,-16 0 1,1-1 7,-1 0 1,-1 0 0,-6 1 0,0-1-1,-2 1 1,0-1 0,-1 1 0,-2 0-3,22 1 5,-21 0 1,1 0-20,5 0 0,-2 1 25,10 1 565,18 0-554,-23-2-22,15-1 6,2-1 13,-20 0 1,-1-1-9,13-1-11,-14 1 0,0-2 6,8 0-6,9-3 402,-4 0-397,-4 0 1,-4 1-1,-2-1 292,-1 1-291,-1-2 3292,2 1-3298,13 0 0,-16 1 0,20-1-11,-19 3 11,7-1 282,-8 0-204,-11 2 135,-13 1-73,-6 1 102,-6-1-180,0-1-34,0-4-23,1-2-16,0-3 22,0-2 6,-1-2-17,-1-4 0,-4-4 28,-7-7-6,-6-3 34,-7-17-33,7 14 22,2-22-34,12 16-45,12-18-330,2 14-576,4 6 940,-3 10 0,-7 21 0,0-4 0</inkml:trace>
  <inkml:trace contextRef="#ctx0" brushRef="#br0" timeOffset="100537">4130 8052 7520,'22'19'1574,"18"-2"-1255,1-11 1,6-2-1513,8 1 0,3 0 1322,-12-1 0,1-1 0,-1 1-54,13 0 1,4 0 1,-13-1 0,5 0 0,2-1 0,-3 1 42,4-1 1,-2-1-1,4 1-522,-9-1 0,4 0 0,2 1 0,-2-1 0,-4 0 496,12 0 1,-4-1-1,6 1 92,-7-1 0,5 0 0,3 1 0,-2-1 0,-2 0-241,-1 0 1,-3 1-1,1-1 1,4 1 162,-6-1 0,4 1 1,1 0-1,1-1 1,0 1-1,-3-1-237,-5 1 1,-1 0 0,0 0-1,-1-1 1,1 1 0,0 0 174,2 0 1,0 0 0,1 0 0,-1 0-1,1 0 1,0 0-108,1 0 1,0 0 0,1 0-1,-1 0 1,1 0 0,-1-1 97,2 1 1,-1 0-1,1 0 1,0-1-1,-1 1 1,1 0 9,0-1 1,0 1 0,0-1-1,0 1 1,0-1 0,0 0 12,0 0 1,1-1 0,-1 1 0,0-1 0,0 0-1,0-1 1,1 1 1,0 0 0,0-1 0,-1 1 0,-1-1-1,-2 0-31,1 0 0,-4 0 0,0-1 1,1 1-1,4-1 5,-2 0 0,3-1 1,2 1-1,1-1 1,-1 0-1,-1 1 1,-4 0-35,6-1 0,-3 1 0,-2 0 0,1-1 0,5 1-10,-12 0 1,2 0 0,3 0 0,0 0 0,1 0 0,-1 0 0,-1 0 0,-2 1-40,7-1 1,0 0-1,-2 1 1,0-1-1,-1 1 1,1 0-122,-2 0 0,1 0 0,-1 0 0,0 0 0,0 1 1,-1-1-789,-1 1 0,0 0 0,0 0 0,-2 0 0,0 0 1,-1 0 957,15 0 0,-2 0 0,-2 0 0,-5 0 0,-3 1 0,-4-1 0,-6 1 0,-6 0 0,-1 0 0</inkml:trace>
  <inkml:trace contextRef="#ctx0" brushRef="#br0" timeOffset="102077">17564 5293 14622,'-7'-45'736,"0"0"1,0-1 0,-3-14-1,3 13-674,3 26-622,2 12 129,1 12 588,3 18 95,3 23-163,-1-9 1,1 2-362,1 9 0,1 2 317,1 5 0,0 0-467,0 0 0,0-1 483,0-3 1,-1-1 5,-1-5 1,-2-2-195,2 18 339,-9-25 1,-4-3 168,-8 3 68,-14 10-35,-4-25-123,-6-8-128,-9-14-96,-6-8-42,15 0 0,1-1-14,-16-7 169,15 6 0,2 1-146,-8-2-40,-6 1 907,12 5-1002,12 4 278,13 4-323,8 6 152,4 3 33,5 8 341,5 3-279,14 9-57,-3-9 119,17 6-68,-14-16 263,31 3-123,-8-10-453,-9-4 1,2-1 273,16-5-9,-5-4 1,3-3-40,-13 4 1,1 0-26,17-5 0,1-1-39,-12 3 0,-2 0-707,3-1 0,-2-1-4153,-11 4 1,-2 0 3958,20-7 1,-32 10 0,-15 6 0</inkml:trace>
  <inkml:trace contextRef="#ctx0" brushRef="#br0" timeOffset="102995">15793 6468 12589,'-4'-39'361,"0"0"1,-4-23-793,5 68 548,0 4 264,0 39-140,1 11-185,1-23 0,1 2-141,1 12 1,2 5 205,-1-9 0,1 3 1,-1 1-1134,1 2 0,0 1 1,-1 1 1044,1-4 1,-1 2 0,0-1-1,0-3-9,0-3 0,-1-2 1,1 0-325,-1 11 0,1 1 0,0-2 363,-1-9 0,0-1 1,0 3 52,0 4 0,1 3 0,-1 1 1,0-1 55,0 8 0,-1-2 0,1 0-77,0-2 0,-1 0 0,1-1 52,-2-2 1,0 1 0,0-2-66,-1-7 0,0-2 0,0 3-41,-1 10 0,-1 3 0,0 2-13,1-8 0,0 2 0,0-1 0,0-3-2,0-2 0,0-3 1,0 4 30,1-3 0,0 6 0,0 0 0,0-2 0,0-6-4,1 12 1,0 0-4,0-6 0,-1 7 1,1 1-1,0-5 13,0-3 1,1-4 0,-1 3 1,0-5 1,0 2 0,1 1 0,-1-1 57,-1 13 0,0 1 0,0 1-313,-1-10 1,-1 3 0,0-1-1,0-5 199,0-1 1,0-3-1,-1 2-11,0-3 1,-2 4 0,0-2 0,1-3-50,-5 12 1,0-2-512,2-3 1,-2 4 0,2-5 468,0 0 1,1 0-481,2-4 0,0 1 0,4-6 247,4 7 326,5-3 0,2-4 0,-1-21 0,8 9 0</inkml:trace>
  <inkml:trace contextRef="#ctx0" brushRef="#br0" timeOffset="105303">15522 6524 6400,'9'1'-420,"-2"0"695,-7-1 201,0 0-191,66-5 493,-23 3-240,5-1 0,6-1 145,-9 2 1,-2-1-539,-12 1 1,2 0 44,8-1 1,4 1-1,-3-1-1799,3 1 0,-2 0 1637,10 0 0,1 1 8,1 0 1,0 1-329,-7 1 1,0 0 310,14 1 1,2 0-5,-19 0 0,-1 0 0,-1 0 1,9 1 1,1-1-378,2 0 1,5-1 0,-3 0 401,-12 1 0,-2-1 0,3 0-18,2 0 1,3 1 0,1-1 0,-2 0-11,9 1 0,-1 0 1,0 0 6,1 0 1,0 0-1,-2-1 4,-12 1 0,-1 0 1,2 0 60,1-1 1,4 1 0,0 0-1,-4 0-14,0 0 0,-3 0 0,2 0-21,2 0 1,3 0-1,0 0 1,-2 1 31,5-1 0,-2 1 0,0 0-6,-1 0 1,1 0 0,0 0-14,-1 1 1,1-1-1,-1 0-204,2 1 0,0 0 0,-2-1 169,10 1 0,1 0 0,-3-1 0,4 1 0,-4 0 459,2-1 1,-1 0-468,-4 0 1,4 0-1,-3-1-7,-13 0 0,-2 0 0,0 0-62,19 0 0,0 0 71,-4 0 0,-1 0-14,-14-1 1,0 0 13,16 0 1,-2 0 514,-18-1 1,-1 0-566,15 0 0,1 0 20,-15-1 0,-2 0 10,-3 0 1,-2 1 824,20-2-799,-14 1 1684,-13 0-1639,-10-1 1075,-4 0-1165,0 0 22,3-1-16,6 0 390,6-1-351,6-1-17,3 1 17,3 0 0,-3 1 34,-6 0 22,-7 1 11,-7-1-39,-4 0-67,1-1-6,9-1 17,-4 2 0,10-3-5,-7 2 10,3-1 57,-6 2 117,-5 0 202,-7 2-381,-3 1-73,-3 4 163,2 1-18,-2 5-4,2 1-12,0 3-34,0 2-11,1 2-16,1 1 21,0 1-10,-1-3 28,-3 11-1,-2-6 13,-7 17-30,3-14-10,0 3 0,2 4 5,3-2-6,-2 18 23,3 6-5,2-16 16,-1 18 6,0-17 16,-2 12 6,1-19 1,-1 1 5,-3 25-1,0-2 52,1-2-57,2-10-22,1 15-1,1 0-22,1-21 1,0-1 0,0 16-7,0-15 1,0 0 22,0 16-218,0-21 1,-1 1 195,-1-2 0,0 1 11,-2 6 0,0 0 5,0-6 1,0-1 0,-4 31 16,5-26 0,0 1 3,0-3 1,1-1-46,0 0 1,0 1 10,-1 14 1,0-3-3,0-4-15,1-10 1,-1 2 20,-2 16 5,-2 4-23,2-21 1,-1 1 19,-1 5 0,-2 0-789,2-7 1,0 0 775,-6 29 60,3-6-21,5-9 16,-1 12-22,4 1-34,0-14 39,-1-4 1,1-1-46,0-1 9,-2 1 0,-1 1 37,-3 7-4,-1-12 1,0 2-18,0-6 1,0-2-3,-9 29 6,1-8 0,8-9 16,-1 11-11,5 0-11,3-21 0,1 0 56,-1 25-39,0-4 73,-1 1-6,-2-8-48,2-10 0,-1 2-25,0-6 1,0 1 13,-1 12 0,1-1-34,1-11 1,1-1-9,0 4 1,-1 1-12,2-3 0,0-1 28,-1 24-26,0-24 1,1-2 1546,-2 7-1543,-2 6 346,0-13-358,-4 14 12,3-16 11,-5 16-28,5-18 11,-1 7 0,0 0-17,-1 6 22,1-6-16,-5 27-6,5-12 6,-2 9-738,4-5 738,2-22-1,2 2 12,0-8-5,1 5-1,0-7 6,-1 10-11,-1-10-6,-1 10 699,-1-7-917,1-4-661,-3-3-291,1-8 1187,-6-4 0,7-5 0,-3-1 0</inkml:trace>
  <inkml:trace contextRef="#ctx0" brushRef="#br0" timeOffset="106876">15412 11385 13796,'6'0'2494,"-1"0"-2809,-5 0 266,8 8-343,2-1 402,14 8 139,3-3 298,8 1-218,9 0 349,10-2-337,-23-5 1,2-2-65,4 1 0,2-1-289,4 0 1,2 0 315,4 1 0,1-1-686,4-1 0,1 1 383,2-1 1,1 0-29,3 0 0,-1-1-35,-13 0 0,2-1 59,-3 1 1,5 0-1,-4 0-73,5 0 1,0 0 56,-3 1 0,3-1 0,-2 1-71,13 1 1,-2 0 133,1 0 0,-1 0 64,-14 0 1,2 0 21,-4-1 0,3 0 0,-3 0 3,0-1 1,1 1-9,16 0 0,0 0-236,-18-1 1,-2-1 241,-6 0 0,-1 0 8,14 1 41,12-2-1,-22 2 5,19-1-2183,-23 0 2167,24 0-29,-16 0 259,-11-1 0,1 0-281,23 2-12,2 0 374,-1 2-360,-21-2 1,-1 0-3,7 1 61,7 1-33,-23-4 22,12 1-44,-7-1 21,16 0 1,-11 0 17,27-1-45,-18 0 1665,-11 1 1,2 0-1664,-3-1 1,-2 1-9,23 0 0,-17 0 0,0 0-5,11 1 11,12 1 0,-3 0 39,-2 0 5,-2-1-27,2-2 5,-1-1-17,5-1-10,-2-1 215,-11 1-227,-13 1 0,-1 1 6,8 0-12,13 1 1,-21 0 16,-7 0 11,-6 0-5,0 0 11,9 0-22,-6-1 16,17-2-16,-6-1-1,12 1-5,0 0-5,-4 2 10,-8 1 1,-9 0 28,-6 0 5,-5 0 6,1-1-12,2-1-16,7-1-6,6-2 0,5 1 12,3-1 10,-3 2 12,-6 0 101,-9 2 263,-9 0-246,-5 1 850,-6 0-951,-1-5-34,0-2-22,1-1-6,1 0-6,0 4-44,0 0-449,0 2-509,-2 2 436,0 0-1819,-6 3 1543,0 3 0,0-1 0,3-1 0</inkml:trace>
  <inkml:trace contextRef="#ctx0" brushRef="#br0" timeOffset="110459">15880 7618 8231,'-8'1'3658,"3"0"-3198,5-1-1167,0 0 831,-26 7 1800,44 1-1424,-25 1 65,50-2 245,13-6-814,-22-1 1,3 0 358,13 0 0,3 0-546,4 0 1,3 0 436,-17 0 1,1 0-1,1 0-553,4 0 0,1 0 0,1 0 477,6 0 1,1 0 0,1 0-557,-10 0 0,1 0 0,0 0 0,2 0 425,4 0 1,1-1 0,1 1 0,0 1-34,5-1 0,0 0 0,1 1 1,-1-1-336,-10 1 1,0 0 0,0 0-1,1 1 1,-1-1 288,1 1 0,0-1 0,0 1 0,-1 0 0,1 0 17,-1 0 0,0 1 0,0-1 0,-1 1 0,0-1-220,12 1 0,-1 0 1,0 0-1,-1 0 205,-1-1 1,-1 1 0,0-1 0,-1 1-24,-2 0 0,0-1 1,0 1-1,-1 0 0,-1-1 1,-1 1-1,0-1 1,0 1-2,-1-1 0,0 1 1,-1 0-1,1-1 31,-2 1 1,0 0 0,0 0-1,0-1-107,-2 1 1,1 0-1,0 0 1,-1 0 66,14 2 1,-1-1 0,0 1 148,-3 0 1,-1 0 0,0 1-159,-5-1 0,0 2 1,-2-1 43,-4 0 1,-1 1 0,-2 0-26,16 2 0,-3 2 629,-8-2 0,-2 0-621,-6-2 1,-3 0 981,-4-2 0,-3 0-844,20-2 11,-12-1 1889,-14-2-1799,-9 0 967,-9 0-1304,-4 0-2108,-2 0 2259,-1 3 0,0-3 0,0 3 1</inkml:trace>
  <inkml:trace contextRef="#ctx0" brushRef="#br0" timeOffset="112631">17154 8870 11390,'-15'-40'1383,"0"0"1,0 1 0,-2 12-1171,-3 22-157,-7 10-34,4 4 29,-9 24 16,0 14-34,6 5 1,0 3-1156,7-14 0,2 2 1159,0 4 1,0 6-1,2-3-26,0 10 0,2-1-255,2-8 0,0 2 0,0 0 195,2-1 1,0-1-1,0 1-17,0 6 1,2 0 0,-1-4 45,1 1 1,0-2 19,1-5 0,-1 2 0,1-9 28,-3 6 30,0-11 1,-3-3 109,-7-11 269,-9-3 571,-6-22-890,10-6-247,-3-25-95,17-6 112,3-18-65,11 19 1,3 0 19,5-16 550,4 17 1,5 1-853,18-10 346,-11 17 1,3 1 390,3-1 1,1 2-268,1-1 1,1 1 5,-1 1 0,0 0-17,3-3 0,-1 1-6,11-8-20,-19 15 1,-1 1-92,5-2-180,8-4 168,-17 11-145,-4 4 150,-16 10 565,-1 0-245,-3 2 22,0 0-425,2 0-672,5 4 493,-3-1-864,5 13 993,-7-5 206,1 3 68,-4-8 745,1-3-67,-1-2-393,1 0-453,2 2 179,1 2-39,3 1 72,4 1 1,0-3 72,9-2 1,4-6 72,25-11 28,-2-4-45,-18 5 1,0 0 878,17-18-620,-18 11-12,-4-3 621,-14-1-638,-4-1-151,1-16-118,-4 9 258,2-20-129,1 17 1,1-3-127,0-2 0,2-1-632,2-10 0,1 2 590,-3 17 0,0 1 140,1-3 0,1 0 138,3-19-127,-3 11 404,-3 2-532,-8 31-393,-2-1-28,-2 13 1484,-5 15-1198,0 3-22,-2 13 0,-1 5 16,4-6 0,0 2 5,-4 19 1,1 0-3,5-15 1,1 0-7,1 21 1,1-1 8,3 4-17,2-20 0,2 5 0,1-5-17,1-9 1,1-1-4,4 12 1,2-2-8,4 1 21,3-9 186,1-21-40,3-6-39,10-17-39,4-17-29,-4-2-1565,-6 2 1,-2 0 1604,1-3 223,-3 1 0,-2 0 12,-7 5-45,0-5-167,-12 19-275,-3 6 61,0 4 3261,0 8-3199,0 4-30,0 12-457,3 5 95,2-4-1097,10 7-5389,14-3 6951,-3-4 0,-1-6 0,-15-14 0</inkml:trace>
  <inkml:trace contextRef="#ctx0" brushRef="#br0" timeOffset="112805">18142 8757 12040,'-30'14'0,"-1"-1"0,-18 9 0</inkml:trace>
  <inkml:trace contextRef="#ctx0" brushRef="#br0" timeOffset="113299">18257 9234 17244,'4'61'278,"1"1"0,-1-2 0,-1-3-189,-4-15 1,-1-3-456,0 1 0,-2 1 424,0-3 1,-2-1 8,1-3 1,-1-2 401,-6 23-166,1-15 408,3-14 286,2-12-123,3-10-550,0-15 102,-8-30-510,-2-20 61,5 27 1,1-3-17,1-3 0,1-4 0,0 2-1158,2-9 1,0 1 1193,-1-11 0,1-1 6,4 3 0,1 3-266,1 14 0,2 2 271,-1 1 1,1 0-127,4-5 1,1 4 56,5-4-113,8-9-11,-2 28 2144,6 11-2105,7 12 725,6 15-674,4 13-34,-1 15-90,-9 11 7,-14 6 194,-21 5-50,-7-32 1,-5-1-76,-6 0 1,-3-4-197,-5-1 0,-2-3-658,-2-4 0,-2-3 997,-1-4 0,2-2 0,-5-1 0,8-6 0</inkml:trace>
  <inkml:trace contextRef="#ctx0" brushRef="#br0" timeOffset="113549">18752 8858 17260,'-10'55'13,"1"0"0,-1 0 1,2-2-160,3-11 0,1-1-694,1 0 1,0 1 192,1-2 0,1-2-316,0 18 226,5-20 1,0-5 0,-2-9 0,5 12 0</inkml:trace>
  <inkml:trace contextRef="#ctx0" brushRef="#br0" timeOffset="115155">19063 9108 8584,'1'-7'5377,"1"2"-4285,-2 5 354,0 0-1043,-61-13-308,29 21-501,-17-3 1,-3 5 612,21 8 1,2 5 77,-6 2 1,0 1-45,5-3 0,4 0-113,-12 14-76,19-6 82,15 1-100,7-12 38,14 7-32,20-7-63,-5-3-16,-2-6 0,3-2-220,19 0 250,-17-5 0,2-1-338,2-4 0,0-2-76,2-2 0,0-2 90,1-2 0,0-2-165,-1-2 0,0 0 408,-2-2 0,-1 0 90,-2-1 0,-2 0 79,0-3 1,-2 0 357,11-12-169,-10 3 326,-20 5-303,-9 11 855,-2-12-598,-7 9 632,-3-4-984,-6 8 37,-5 6-205,-3 2-34,-12 13-16,3 5 16,-7 14 18,14-5-12,3 1-12,0 11-49,7 1-1,0 4 51,10-14 50,8-12 180,3-11 27,8-3-117,6-10-23,7-10 45,5-11 29,-3-7-68,-7 7 268,-2-13-83,-13 18-23,0-6-100,-7 17-241,-1 7-258,0 4 62,0 5 252,-4 11 39,0 5-17,0 15-6,2-6 7,2 9 4,3-6-4,3 9-24,6-3-3385,7 2 3397,-5-14 0,5 0 61,-11-17 147,1-1 44,-1-8-219,-2-3-5,4-7 34,13-27-62,-9 14 17,16-31 50,-15 25 45,2-4 3437,-7 8-3336,-4 5-174,-4 10 40,-2 0-57,0 8 1,-1-3-12,-1 0 17,0-5-11,0 4 16,0-3 62,2 6-89,-1 1 39,1 0 0,-1 1-45,1 1-34,0 0 51,0 1-17,0-3 17,0-3-29,0-1 7,2-5 16,-2 1 11,2-3-22,-1 2-5,-1 5-1,1 0 40,0 1-29,0 1 1,0-7 5,0-3-16,1 2 27,1-12-5,0 12 0,0-6-6,0 9 6,-1-3-12,-2 7 34,1-5 34,-1 4-50,0 1 16,0 0 6,0 4-29,0 1-2027,0 2 219,2 7-1899,5 4 633,0 4 2210,6 1 0,-10-11 0,-1-2 0</inkml:trace>
  <inkml:trace contextRef="#ctx0" brushRef="#br0" timeOffset="115973">19731 8950 15715,'-14'-32'2688,"2"8"-2263,9 21-144,0 2-180,0 1 168,0-1-191,1 1 874,0-1-969,9 6 23,3 3 0,4 3 49,7 5 1,1-4 17,7 0 17,4-4 16,0-4 40,-2-5 33,-4-5 0,-4-6-22,-5-5-6,-4-3-5,-5 0-85,-3 4 276,-2 0-79,-2 9-163,-1 1-123,-1 5-67,0 1 33,0 3 51,-1 5 17,-1 9 16,0 9-16,0 8 10,-1 6 1,0 6-39,1 1 11,0 0 11,3-4 0,4-7 11,2-9 101,6-10 112,3-7-23,6-11-66,7-12-34,8-13-17,4-16-235,-20 16 0,-1-3 176,1-5 0,-2-3-14,-2-3 1,-1-2 7,-1-2 1,-3-1-308,-2 0 0,-2 0 383,-2 2 1,-3 1-15,-3 4 0,-3 2 165,-8-27 62,-5 16-78,-2 15-152,5 12-173,3 11-23,3 9 57,0 13 386,-1 15-364,2 19-14,3-15 0,2 1 44,5 6 0,2 1-67,2 2 1,3 0-48,4 1 0,1 0-45,1-3 0,0-1-84,-1-2 0,-1-2-474,-2-3 1,-1-1-2131,9 20 2856,3-6 0,-12-22 0,2-6 0</inkml:trace>
  <inkml:trace contextRef="#ctx0" brushRef="#br0" timeOffset="116157">20224 8858 19781,'39'-18'-1065,"1"0"1,-1 1 0,5-8 0,-8 7 0,-11 18 0</inkml:trace>
  <inkml:trace contextRef="#ctx0" brushRef="#br0" timeOffset="121282">4775 9510 8737,'2'-8'6187,"0"3"-4488,-2 5-457,15-61-224,-12 36-609,3-11 1,-4 1 185,-14 17-380,-10 8-81,-10 7-28,-10 16 39,-8 14-235,23-7 0,0 2 137,1 3 0,2 1-22,3 0 1,3 0 28,-7 23 93,13-6-82,7-9 90,7-12-162,7-1-129,1-13 516,11 0-335,-7-10 269,13-14 134,-3-15 32,8-19-347,-17 16 0,-1-2-221,-1-5 0,-2-1 265,-2-3 1,-1-1-422,0 1 1,-1 0 368,-2 2 1,0 1-96,1 3 0,-1 2-68,4-26 22,-1 15 73,-4 18-57,-2 13-295,-1 11 315,-1 6-177,-1 13 1069,-3 17-930,1 4 0,0 5-11,0 1 0,1 1-292,0 2 0,3 0 254,3 2 0,3-2-16,3-10 1,2-1-43,3 7 1,4-1-19,7-1 1,2-3-139,11 7 155,-10-21 1,0-4 10,8-10 95,9-14 141,0-17 59,-22 3 1,-1-3-220,1-4 1,-2-2 267,-1-3 0,-2-2 17,-1-1 1,-2 1-33,-4 1 1,-2 0 152,3-26-215,-11 9-324,-4 23-219,-5 8-252,-4 15 544,-1 7-438,-6 9 99,-12 38 64,11-15 215,-6 25 37,17-20 0,3 2 638,3 9-561,10 1 17,-2-19 92,7-2 3,-7-20 98,4-3 74,0-11 154,18-32-84,-4-2-158,-5 7 0,-1-1-1769,-5 2 1,-1 1 1587,3-10-8,-3-19 69,-10 37-6,-1-17-189,-3 19 12,-1 0-49,-1 8 3179,1 6-3101,3 5 283,4 5-160,1 0 16,10 7 18,2-3 44,2-1-16,-5-3 566,-4-3-404,-7-1 67,-1 0-184,-2-4-18,-3-4-66,0 1 21,-1-4-21,1 6-6,1-1-12,1 2 6,0 2 113,1 1 4,-2 1-133,1-2 10,-1 2 7,1-2 10,0 1-16,1 0-6,-1-1-6,-1 0 17,1 0-11,0 0 6,0 1-2253,0 0 2186,0 4 55,-1-2 1,2 3 5,0-1 0,0-2 89,0 2 1155,0-2-1311,-1 1 89,2 9-22,-1 0 28,8 31-33,2-4-40,4 14 51,0-9-18,-3-11-60,-1-8-1441,6 11-4115,-1-11 5628,6 5 0,-10-15 0,-3-7 0</inkml:trace>
  <inkml:trace contextRef="#ctx0" brushRef="#br0" timeOffset="121897">5867 9000 20688,'-25'-27'78,"1"-1"1,-20-14-101,37 47 27,-4 6-10,4 0-12,0 16 50,8-8-10,1 8 16,11-2 0,7-5 0,9 8-39,7-2-16,7-2 16,-6-5-68,15 1-189,1-3 106,-11-2-376,0 6 365,-33-11-370,-17 10-2213,-39-3-419,-14-3 480,10-10 1,0-3 1060,-11-6 1309,24-5 0,5-5 314,5-16 0,3-11 544,15-1 570,7 11 2252,12-11-1428,0 17-1092,4-4 1036,0 9-1406,-7 15-229,1 0 486,-7 18-128,-6 13-482,0 3-56,-2 3 1,0 2-136,-1 19-55,2-14 0,3 1-415,6 25-442,11-7-588,13-11-1849,13-18 3417,13-17 0,-24-9 0,0-5 0</inkml:trace>
  <inkml:trace contextRef="#ctx0" brushRef="#br0" timeOffset="122299">6111 8942 13065,'-19'-50'2287,"-1"0"0,3 5 1,2 4-1504,4 2-208,5 9-262,3 10-370,2 10-112,3 9 185,7 15 39,8 19-28,11 24-535,-11-20 0,-1 3 524,0 3 0,0 1 0,-1 2 0,-1-1-147,-2-2 1,-1 0 140,-1-4 0,0-2-6,-3-3 1,1-3-11,4 18 27,-2-16 280,-2-17 220,0-15-186,2-19 742,0-3-961,1-12 1,1-4-71,-2 6 1,1-1-68,5-15 1,2-1 72,-4 10 0,2 2-17,-1 3 1,1 3-26,12-14-44,-3 16-51,-2 14-62,2 10-100,4 15-152,7 11-179,8 11-625,3 8 603,-21-21 0,2 0-539,0-2 1,1-2-2210,1-3 1,-1-3 3346,22 2 0,-20-7 0,-15-5 0</inkml:trace>
  <inkml:trace contextRef="#ctx0" brushRef="#br0" timeOffset="122765">7074 8641 19812,'-37'-34'-145,"0"0"0,4 10 1,11 14 941,29 30-743,13 32 16,6-1-201,-9-16 0,2 1 133,0 1 1,0 1 4,0-1 0,-1 1-13,-3-2 1,0-2 9,-3-2 1,-2-1-22,2 20 319,-6-16 71,-3-14 399,-2-12-35,-1-15-663,-1-10-17,-2-15 432,-1-12-478,1-8-42,5-3-9,5 7 9,3 13 14,12 3 17,-3 16 31,13 1-23,3 11-42,7 11 13,4 6-46,-3 11-12,-10 4 51,-14 4 39,-19-1-3400,-35 9 3325,3-16 19,-4-7 1,-3-3-213,7-7 0,0-2 113,-9 0 1,1-1-348,4-3 1,2-2-2485,-14-11-4608,28-8 7583,21-3 0,6 7 0,2 5 0</inkml:trace>
  <inkml:trace contextRef="#ctx0" brushRef="#br0" timeOffset="123166">7894 8640 21266,'-38'14'34,"1"0"0,1 7 1,7 3 5,13 22-492,4 2 452,17-5 121,7-10-128,11 2 77,-1-10 178,8-13 1,2-4-162,-3-6 44,4-3 0,-1-3-16,-12-9 374,8-16-247,-15-2 35,-10-26-208,-7 17-18,-7 9 1,-4 2 82,-14-5-44,-12-3-68,-11 8-83,11 14-40,4 5-381,17 9-223,14 3-282,5 6-698,16 5-3558,32 7 1591,-4-6 2973,-7-7 1,-2-2 0,-9-2-1,0-2 1</inkml:trace>
  <inkml:trace contextRef="#ctx0" brushRef="#br0" timeOffset="124666">8538 8587 21153,'-48'-17'37,"0"1"1,-2 6-1,10 12-20,23 28-17,-2 7-17,10 5 6,7-8-23,7 10 12,12-2 61,0-16 140,8-4 476,-5-20-195,-2-10-303,-2-6 95,-5-19 17,-3-15-95,-2-2 10,-2-9 91,-6 19 44,0 11-140,-1 10-162,0 11-191,2 5 74,-1 4-24,2 6 113,0 9-17,0 21 23,4 5-1,5 13-11,3-18 6,17 15-3392,-2-23 3408,6 5 18,7-16 5,4-12-17,-7-4 73,22-15-45,-36 1 62,16-17 39,-23-10-101,-5-6-11,-13-13-2279,-6 19 2301,-11-8 2082,-1 5-2093,5 8-5,1-5-34,11 18-23,9 0 7,4 5 3282,4 9-3283,6 3 341,1 9-347,6 6-3380,4 10 3392,-7 1-73,6 12-45,4 6-72,5 1-241,-15-17 1,-1-2 189,11 5-453,7-2-831,5-11 887,-7-3-278,-2-13 0,1-5-76,14-10 1673,-13 2 0,-1-1-950,13-9 184,-17 5 1,-1 1 157,-3 0 243,-4-2 0,-2-1 345,-11-3 680,-2-12-1011,-15 15 371,-14-4 575,-16 4-559,-6 2-219,-9 4 681,18 11-994,-1 7-95,7 14-57,-4 16-5,6 11-17,8 0-28,9 5 6,4-20-18,12 22 40,-1-26 112,27 12 73,-9-27 56,14-10-135,-16-9 57,2-22 27,-11-26-154,-8 23 1,-3-3-328,-2-12 0,-3-3 313,-4 2 1,-2 0 24,-2-3 1,-1 1 61,-1 1 1,0 2 69,-1 3 0,1 3-76,2 13 1,0 0 184,-1-3 1,1 3-31,-1 3-186,0-4-111,6 24-34,2 8 34,7 19 671,4 13-638,-1-2 1,0 2-12,8 23 11,-4-3 1,1 2-548,-5-14 1,1 0 532,4 18 0,2 0 3,-4-14 1,1-2-1544,5 2 1,0-4 1520,7 12-1,-6-23 1,1-3-28,6-3 11,4-1 28,-4-11 34,-9-6 737,4-9-721,-9-4 3392,3-1-3369,-6-6-17,-6 4-17,-1-3 12,-4 2 27,-1-1-39,-1 3 45,0-8-61,2 7-6,1-6 11,1 5-28,2 0 16,2 2 12,3-1 45,1-4 0,2-7-23,1-8-5,-1-11 0,-3-7 0,-4-3 16,-1 2 12,-7 6 22,-2 8-22,-3 12 78,-5 2-61,6 12-51,-2-2-33,6 9-96,2 0 85,3 2 5,0 6 28,6 4-6,0 3 23,27 21-6,5-2-341,-9-8 0,3 1 319,-2-2 0,-1 0-28,0 1 0,-3 1-197,13 23-576,-19 6-2957,-30 5 2977,-12-5 0,0-18 0,5-14 0</inkml:trace>
  <inkml:trace contextRef="#ctx0" brushRef="#br0" timeOffset="129197">5604 10689 17994,'-24'-21'73,"6"33"-73,15 18 0,5 9-26,1 9 1,0 0-1084,-1-7 1,2-1 1091,4 9 0,3 1-14,2-2 0,3-2 9,-1 0 0,2 0 64,2 1 0,1-3-42,8 11 482,-10-20-443,-4-4 22,-10-20 527,-2 2 801,-7-14-1299,-7-8 493,-9-13-505,-7-15-44,4 1 58,5 3 1,1-1 80,-5-14-81,7 15 1,1 0 103,-5-15-162,8 16-34,3 8-180,7 14 52,1 6-242,1 2-348,0 2 657,3 6-1,1-1-44,1 5-90,1-3-112,-3-1 101,0-3-471,-1 0-2918,3-2 3596,2 0 0,-1-1 0,-1 0 0</inkml:trace>
  <inkml:trace contextRef="#ctx0" brushRef="#br0" timeOffset="130081">5431 10876 11222,'-12'-40'476,"-1"-1"1,1 1-1,3 5 258,5 11-18,2-9-49,15-1-387,2 6 0,11 4 0,3 1-461,21-9 231,-13 8 0,2 3-22,-7 6 0,0 4 0,27-3-16,-6 17 30,-10 13 22,-6 12-24,-7 9-12,-5 3 17,-5 0 163,-8-3 180,-10-1-27,-16-1-215,-4-8 21,-8-7 0,-6-1-56,-22 4-238,14-8 1,-2-2 103,8-5 1,2-3-197,-22 0-1037,18-9-2118,20-7-391,16-2 3765,14-5 0,-5 11 0,2-1 0</inkml:trace>
  <inkml:trace contextRef="#ctx0" brushRef="#br0" timeOffset="130822">6070 10496 17630,'-11'-41'361,"0"-1"1,1 3-1,7 8-277,12 21-28,8 0-7,11 4-9,22 7-12,-9 4-29,12 6-22,-22 5 0,-1 3-417,21 18 416,-16-7 1,-2 2 17,-12-5 1,-3 2 51,-5 2 0,-4 0 1,-2 9 92,-15 5 119,-8-26 132,-6-2-83,2-13-3395,0-23 3110,10 1 262,2-22-267,10 5-16,6-12-29,4 16 1,2-1-13,0 3 0,4 1-1142,6-6 0,1 2 1149,14-9 10,-12 20 1,1 0-23,15-6 9,5-1-6,-11 10 2295,-13 9-2269,-10 6 55,-8 4 74,-3 6-95,-2 0 3439,0 10-3382,-1 2-21,2 10-69,3 4 5,7 5 6,14 6-19,-5-14 47,17 7 19,-7-22 27,7 0 115,-3-8 181,-8-9-154,-9-3-3171,6-29 3076,-13 13 98,10-32 79,-16 15-1316,-6 6 1,-2 0 1045,-3-10-7,-19-14-52,-17 29 0,6 6 8,4 14 0,1 3 2173,-10 10-2637,-8 9 297,23-1-527,17 22 3780,20-17-4211,23 22-538,12-13-253,-3-10 0,1 0 907,-12-6 0,2-2-1896,25 0 0,-1-3 2103,-14-3 1,15-3-1,-49-1 1</inkml:trace>
  <inkml:trace contextRef="#ctx0" brushRef="#br0" timeOffset="131580">7763 10048 17396,'-31'-37'377,"0"0"1,9 3 0,0 11-257,-20 37-84,22-1 97,-2 10 1,1 6 38,-4 14-85,4-6 0,2 2-21,0 10-25,8-11 0,1-1-25,2 2-23,2 1 1,2-2-12,5-8 90,13 19 291,1-36 179,13-5-325,-8-16-42,4-13 1,-1-4-98,4-8 72,4-14 0,-1-3-56,-7 1-597,-11 9 1,0-5 0,-4 4 540,-2-18-11,-4 17 0,-2-6 0,-1 4 8,-2 8 1,0 1 10,-2-14 1,-1-1 61,-1 12 1,1 3 75,-4-14-34,2 6-128,5 28-175,2 8-32,0 9 156,4 22 28,0-2 0,3 18 22,2 7-19,-3-13 0,0 1 2,4 23-5,-2-16 0,0-1-22,5 12 5,-4-22 0,2 1-20,3 1 1,2-2 1702,13 14-1699,6-7 16,-10-23 39,9-10 12,1-16-17,-5-4 0,2-3 5,-4-1 1,0-3-272,4-5 1,-2 0 287,5-7 118,-6-6-79,-18 24-27,1-3-298,-9 15 67,-2 8 169,-1 2-11,-2 20 10,2-8 543,4 21-531,8-20 23,8 5-18,-1-14 63,16-5-40,-15-5 90,25-13 11,-21-3-12,8-13-66,-17 6 72,-5-21-112,-7 19 45,-6-33 6,-3 26-45,-5-11-45,2 20-101,4 9-762,3 7-4800,6 8 5691,3 4 0,-1-1 0,1 0 0</inkml:trace>
  <inkml:trace contextRef="#ctx0" brushRef="#br0" timeOffset="131889">8985 9596 19076,'-44'4'74,"1"1"0,-1-1 0,-15 2 0,11 6-74,24 17 0,8 18 0,11-8-11,1 8-79,6-16 1,3 1-230,6 13 27,0-13 1,3-2-376,23 8-307,16-14-113,-19-20 0,2-4-1785,5-6 1,1-4 2871,-3-1 0,-3-1 0,12-7 0,-21 7 0</inkml:trace>
  <inkml:trace contextRef="#ctx0" brushRef="#br0" timeOffset="132797">9333 9512 10662,'-11'-51'2186,"1"-1"1,0-1-1,3 6-365,6 7-1037,0 3 997,1 2-1064,0 21-538,0-1-397,0 17 218,0 6 67,2 24-44,5 16-23,-1-13 0,1 3-290,3 6 1,1 2 53,7 13 1,1 0-107,0-8 1,0-2 106,0-2 0,1-1-381,0-7 0,-1-3-1076,9 17 549,-11-22 0,-2-1-2430,8 18 2769,-7-14 1,-8-17 0,-4-8-1</inkml:trace>
  <inkml:trace contextRef="#ctx0" brushRef="#br0" timeOffset="132948">9284 9663 17272,'31'-45'-598,"0"1"0,0 3 1,1 7 597,-1 17 0,-2 6 0,4-5 0,-2 4 0</inkml:trace>
  <inkml:trace contextRef="#ctx0" brushRef="#br0" timeOffset="153551">9079 13743 9968,'-1'-8'4525,"1"1"-3757,0 7-589,0 0-62,-20-59-156,15 44-17,-14-45 56,19 60 460,0 0-6,2 1 201,-1 0 1142,1 0-547,-1-1-1642,0 0 398,0 5 50,0 3-28,3 9-12,2 8 12,4 9 17,0 8-11,-2 9-12,-3-6 3,-4-9 1,0 0-4,-3 15-14,1-16 1,-1 1 8,-4 19-1,1-4 1,0-3-11,2-4 5,1-5-5,2-3-12,0-4 17,1-3-11,0-9-11,5 6 11,-3-17 11,3 5 118,2-9 45,5-4-29,13 1-67,14-6-44,18-4-29,-20 1 1,4-1-588,7-1 0,4 0 582,8-1 0,3 0 1,-17 4 1,2 0 0,1 0-2,2 0 0,1 0 0,1 0-540,1 0 1,0 1 0,0-1 540,0 0 1,-1 1 0,0-1 2,-2 1 0,-1 0 0,-1 1-3,-2-1 1,-1 1 0,-1 0-273,16-1 1,-1 1 247,-7 0 1,-2 2-12,-5 0 1,-1 0-18,-4 2 1,-2-1 5,-2 1 1,0 1-38,-2-1 1,-1 1 58,-2-1 1,0 0 0,27 1 5,-9-3 17,-10-1 890,-12-1-879,-7-2 1698,-10 3-1536,-2-3 644,-7 2-755,0-4 110,-7-1-172,-4-4 28,-6-3 22,-5-5-5,-5-7 11,-4-5 56,-5-6 28,0 1-61,5 9 167,-15-7-106,12 15-22,-15-7-12,9 11-16,3 4-18,5 5-4,9 4-80,9 1-111,6 2-56,6 0 101,3 1 106,8 6-28,11 6 0,13 9-12,9 7-321,6 5 289,-2 5-12,-13-6-373,-17 1 1,-4 1-188,-4 2-846,-7 2 0,-5 2 1462,-19 17 0,5-19 0,-2-2 0</inkml:trace>
  <inkml:trace contextRef="#ctx0" brushRef="#br0" timeOffset="154492">12249 13826 9206,'-2'-7'4716,"0"1"-4251,2 6 487,0 0-750,-61-34 95,28 31-283,-7-10 0,2 3 8,12 26 18,3 15-24,11-7 18,-9 36-28,13 2-34,3-24 0,2-1-17,6 23 6,14-7 95,9-17 72,15 4 7,14-10-85,-14-19 1,3-3 2,-4-4 0,1-2-14,-1-1 0,1-5 93,10-8 0,-4-3-758,2-5 774,-5-1 1,-2-2 422,-1-7 567,0-14-673,-21 16 526,-16-5-851,-9 22-39,-10-3-129,1 10 488,-3 1-544,6 5 193,3 12-120,6-3 0,4 21-1,10-4 12,-2-1-5,7-5-1,1-9 51,5-4 101,21-2-68,-11-7 36,-2-7 1,-1-4 98,3-10-3336,11-15 3252,-23 8 145,-8-9 79,-11-2-156,-6-2-7,-10-3-2313,-8 12 2157,1 11 2067,-19 0-2129,18 15-213,-29 5-73,21 15 146,-5 4-386,9 12-264,11-2 3094,-1 7-4556,9 3 381,13-11 858,4-4-2078,19-13 3119,15-10 0,-17 0 0,4-3 0</inkml:trace>
  <inkml:trace contextRef="#ctx0" brushRef="#br0" timeOffset="155110">13174 13822 9509,'0'-4'6228,"0"0"-2850,0 4-3546,-8-46 5,6 39 270,-6-25-34,9 49 95,3 38-51,-1-8-78,-1-12 1,0 1 10,-2 18-33,0-16 11,0 0 22,1-11 68,1-5 459,0-7 526,0-12-308,0-7-632,0-3-6,3-22-107,-3 7 17,4-40-33,-2 17-6,2-10 67,3-6-67,-3 33 11,7-20-44,-4 33-34,5-2-17,-1 13 44,-1 2-27,15 17 17,-11-4-1,23 34 18,-19-9 16,6 19-5,-15-17-6,-6 16 5,-5-27 23,-7 27 11,1-34 191,-1 3 319,4-17-112,2-8-314,1-12-28,2-15 6,7-14-34,6-8-17,9-2-5,4 4-39,1 9-12,2 7-39,-6 15 17,-3 8-61,1 12-46,1 10 40,-1 2-398,15 29-89,-14-7 66,-7-8 1,-2 1-1787,3 20 722,-7-11 760,-1 11 1,-7-33 0,1 9 0</inkml:trace>
  <inkml:trace contextRef="#ctx0" brushRef="#br0" timeOffset="156101">14017 13741 19300,'10'7'380,"1"16"-312,-5 18-29,1 2 39,0 16-55,-4-30 105,0 21 80,-9-16-52,1-4 63,-4-5 548,3-16-426,3-5 231,-2-19-532,1-7-18,-4-20 45,4-10 76,4 14 0,1 0 14,3-14-15,0 15 1,2 3 36,5-1-44,4-2-46,-1 12-44,0 8-56,-4 9-34,9 5 45,-1 7-28,10 8 17,1 12 33,-7 0-50,9 25 6,-14-10 5,6 15 0,-12-15-33,-4-10 11,-5-11 134,-1-9 185,-1-6-6,0-5-167,0-10-96,-1-13-28,2-17 12,4-10-12,8-2 6,8 8-12,4 11-33,3 12-28,1 7-67,3 8-11,2 8-1,0 11-22,-1 11-55,-2 10-147,-2 9 146,-8-6-331,3 8-458,4-7-269,7-2 728,2-9 402,-9-16 46,-7-10-51,7-15 146,-2-8 34,15-16 24,-15 11 1,-2 0 20,11-11 75,-10 13 0,0 3 485,-2 3 95,-3 4-365,-10 10-285,-10 8 0,-9 7 22,-6 11-22,-9 9-16,-1 9-24,4 2 1,9 0 6,9-5-18,6-10 62,14 2 23,2-13 39,10 3 44,1-11 46,1-10 16,0-8-11,-3-14-112,-8 1 236,-1-30-46,-12 11-137,-4 13 1,-3 0 114,-11-16-73,-10 7-84,-8 8-61,-2 10-113,1 8-346,5 9-230,10 13 27,6 2-1948,6 19 2548,10 7 0,-5-11 0,6 0 0</inkml:trace>
  <inkml:trace contextRef="#ctx0" brushRef="#br0" timeOffset="156503">15574 13609 22823,'-36'31'-17,"9"-11"17,17 9 0,4 4-11,-1 11 11,-1 11-6,2-6-11,2-10 17,1-13 107,2-12 234,0-8-22,3-9-190,4-13 34,14-31-317,-3 7 235,-1 3 0,2 0 99,11-14-77,-4 18 1,1 0-59,9-6 5,14 2-61,-9 24-6,-7 4-95,17 13-437,-1 25 174,-8-2-1168,-8 10 0,-2 3-8288,0 15 8797,-12-22 1,-3-2 0,-2 2-1,-11-24 1</inkml:trace>
  <inkml:trace contextRef="#ctx0" brushRef="#br0" timeOffset="158135">12682 15433 10668,'3'-50'1538,"0"1"0,-1 7 1,0 8-105,-1 17-1350,-1 13-364,0 5 392,0 12-22,0 5 72,0 38-134,0-19-23,1 11 1,0 2-263,0 8 271,0-17 0,-1 0 70,1 12 6,-2-19 195,-1-6 874,-2-17-323,0-2-540,-5-13-200,-3-11-68,0-5 22,-8-21 3,10 7 0,1-2-102,-1-3 1,2-2 134,0-10 1,2-1 5,3 9 1,1 2 2,3 3 0,2 1-28,1 3 1,1 2-92,11-23-15,6 10-28,7 8 11,8 8 5,11 11 34,-8 9-25,-4 11 0,1 4-53,15 13 16,-14-3 1,0 4-413,-7 3 1,-5 2 344,14 18-154,-18-8 0,-5 2 233,-5 12 89,-5-15 1,-4-1 517,-15 11-439,-1-16 339,-24-6-193,8-16 624,-8-3-529,-1-20 242,16-2-360,-6-10-11,16 9-90,6 5-140,4 7-134,1 5 39,4 2 101,6 1 33,3 2-39,28 8-27,1 3 13,-9-1 0,0 0-3,15 7-44,7 9-79,-12 7 107,-7 3 67,-13 9-6,-33-7-67,-20-1-321,5-19 0,-3-2 178,-6-1 0,-1-3 39,6-2 1,-2-3-567,-12 0 1,1-4-933,-6-1-2380,-11-9 4038,38-9 0,13 4 0,8-1 0</inkml:trace>
  <inkml:trace contextRef="#ctx0" brushRef="#br0" timeOffset="158586">13725 15239 16437,'-55'-5'408,"0"0"1,8 1 0,4 5-252,-9 16 390,17 8-525,7 8-5,9 4 124,8 3-204,6 0 36,10-3-107,7-3 331,9-7-79,7-8 146,5-9 100,1-15 73,-1-12 375,1-21-555,-13 8 230,-1-15-16,-14 15-22,-3-4-35,-2 6-95,-4 9-212,2 7-1,-2 6-504,2 5 225,0 0-34,4 10 207,0-1-23,8 16-100,3 4-236,6 11-470,3 7-890,0 6-2051,3 0-6015,-1-6 9785,-6-18 0,-7-12 0,-9-14 0</inkml:trace>
  <inkml:trace contextRef="#ctx0" brushRef="#br0" timeOffset="158852">14300 15189 14219,'0'-3'4896,"0"0"-4112,0 3-459,-61-3-334,27 17 143,-8-6 0,-1 3-16,4 30-107,18-12 0,2 0-27,-4 14-32,11-13 0,4 1-187,5 11-207,11 8-453,10-4-2320,28-9 1461,-10-16-1013,-4-12 0,2-7 2672,24-15 0,-19 7 1,-2-8-1</inkml:trace>
  <inkml:trace contextRef="#ctx0" brushRef="#br0" timeOffset="159069">14515 15187 13917,'-1'-58'2285,"0"-1"0,1 15 0,-2 4-1070,-7-12-346,2 30-342,1 2-320,2 9-370,1 7 63,2 4 16,1 10 112,0 14-28,2 20-1780,1-3 0,1 1 1687,-1-10 1,0 1-258,3 18 0,0 2-520,-2-15 0,1-1-447,2 8 1,1 1-485,1-6 0,1-2-1112,1-6 1,1-4 2912,10 9 0,-8-19 0,-6-12 0</inkml:trace>
  <inkml:trace contextRef="#ctx0" brushRef="#br0" timeOffset="160543">14877 15264 10237,'2'-10'7203,"0"2"-6100,-2 8-173,0 0-907,-24-46 27,4 47-3358,-32-17 3330,22 46-2,7-5 0,0 2-19,-10 13 5,-6 10-29,5-6-61,13-7 79,10-15 139,29-1-67,0-15 6,35 0-106,5-11-35,-8-2 1,1-2 1292,-15 2 1,1-2-1302,13-4 1,0-3-37,-11 0 0,-2-1 73,-7 3 0,1-1-12,8-7 1,-2-2 19,5-11 103,-17 8 1,-1 0 252,6-18 151,-10 0-202,-19 21 180,-11 3 100,-18 9-145,-4 2-263,-3 3 139,2 6-273,20 2 812,-3 2-840,13 9-7,1-2-27,5 17 27,2-13-66,14 17 55,-7-18-11,14 8 118,-2-14 6,2-5 5,4-11 34,-6-10-51,-6 0 112,-1-12 45,-9 3 45,-1-8 0,-9 3 56,-11 1-236,1 13 40,-19 0-118,16 15-16,-17 0-85,8 16 79,-2 4-11,3 7-34,6 10-34,8 8-33,4 5 44,7 0-380,16 10-214,4-14-1712,-4-13 1,2-1 1387,11 6-1216,15-4 441,-3-20 1043,-9-8 1,2-5 476,21-15 325,-3-8 195,-8-16 396,-20 7 0,-1-1-148,11-14-73,-10 7 1,-3 3 133,-8 11 1333,7-19-1289,-15 30 3595,2-5-3813,-9 20-482,0 0-157,0 10 264,0 0-11,-1 7 326,1 26-376,1-8 5,2 22 17,2-20-6,5-2 17,-3-9 11,2-2 34,-1-11 100,1-2-27,6-14-68,6-10-27,-1-4 72,17-18 17,-11 13-50,5-5 90,-5 7-102,-10 14-44,1-2-12,-1 8-89,7 3 22,-4 1-320,25 9-38,-12 1 168,8 3-392,2 0-443,10 0 420,8-2 214,-22-7 0,0-1 153,-3-2 1,0-1 63,-2-2 1,0-1 28,29-2 212,-9-4 107,-4-5 67,-5-5 78,-3-6 107,-4-6 168,-6-7-180,-10 6 976,-6-18-343,-15 20-212,-9-10-152,-30 20-357,-10 12-146,-7 7-32,22 6 1,-1 5-37,-2 7 0,0 1-158,7-3 0,0 0 116,-9 10 0,4 3-42,2 8-166,0 10 82,17-6 11,19-6 74,17-10 55,22-10-22,17-14 11,-6-8 22,-10-8 0,-1-6-198,-15 3 0,-1-3 224,12-10 0,-3-5 10,-11 2 1,-5-2-26,-3 6 1,-3-1 56,0-12 0,-4-4 72,-1-7 0,-3-1-228,0 0 0,-1-1 295,0-6 1,-2 3 25,-1 18 0,-1 4 338,-1-18-201,0 18-212,0 16-220,0 12-28,1 10 477,1 13-387,5 18-10,3 26-10,-1-19 1,0 3-35,0 7 0,0 2-105,0 3 0,-2 1-353,-1 2 0,-1 0-1028,-3 3 0,-2-2 906,-2-6 0,-1-4 1,-1 15-1,-1-28 1</inkml:trace>
  <inkml:trace contextRef="#ctx0" brushRef="#br0" timeOffset="368292">15076 2206 19968,'-53'24'506,"0"0"1,0 0-1,-2 0 1,-4 1 0,1-1-1,6-2-210,10-5 1,4-2-1,-4 1-164,-4 3 1,-6 2 0,2-1 0,6-1 107,-1 3 1,3-1 5,-5 5 0,3 0 56,12-5 0,8 0 1400,14 12-1575,22-17-342,16-11 1,8-6 367,4-4 1,3-5-19,-4 2 1,3-2 0,2-1 162,14-7 1,5-2 0,-5 0-270,-15 5 0,-2 1 1,1-2 140,16-6 0,1-3 0,-6 0 351,-6-1 1,-6-2 530,7-5 0,-5-4-1048,-11 4 0,-8-3-4,-10 4 0,-9 0 0,-25-21-398,-5 31 0,-6 3 83,-8 3 1,-5 3 170,-3 3 1,-1 2-129,5 1 1,2 2-280,-18 0 146,28 3 550,29 5 470,12 2 582,23 8-1013,10 6-357,-3 0 1,3 3-355,-4 1 0,-1 2-262,1 0 0,-3 4-1912,-9 7 0,-7 3 2284,-6 18 1,-4-8-1,-11-20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4:00:32.3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4055 2293 17077,'-31'-29'528,"0"0"0,0 0 0,-4-9 0,2 12-394,-17 34-22,21 8-31,1 11 1,-1 4-1332,-7 13 1251,9-1 1,-2 9 0,4 0-694,8-10 0,3 0 0,0 3 672,-2 3 0,-1 3 1,1 2-1,0-1-31,2-3 1,1 0 0,1-1 0,-1 1-34,1 1 0,-1 0 0,1 0 0,-1 0-38,2-1 0,-1-1 0,1 1 0,0-2-89,-3 14 0,2-2 0,-1-1-39,2-6 0,1 0 0,0-2 160,1-7 1,-1-1-1,1-3-5,-4 11 0,0-5 184,-1-11 1,0-4 347,-15 9 75,3-22-148,4-33-308,11-2 22,9-35-56,18-3-89,-2 17 1,4-3 66,6-6 0,4-1 263,4-3 1,3 0-257,-11 17 0,2-1 1,-1 2 11,14-17 1,1 3-1109,-2 3 1,2 1 1102,-2 4 0,2 1-6,-1 4 1,2 1-269,0 3 1,1 2 239,0 2 0,2 2-25,-1 3 1,1 2 103,-1 2 0,0 2-127,-2 3 1,-2 2 75,-4 3 1,-1 1 13,15 0 1107,-20 11-826,-20 7 3007,-22 14-2950,-10 9-19,-10 9-162,2 1 817,8-3-974,10-8 275,12-12-118,11-10-11,9-13-95,3-4 146,23-26-46,-9-2-42,-11 8 1,0-2-85,7-23 317,-12 1 22,-12 2-4,-13 6-69,-8 7-106,-10 9-61,-13 9-112,9 8-68,-11 10-184,19 5-281,2 7-638,12 6-1621,16 9 2758,15 9 0,-10-14 0,4-2 0</inkml:trace>
  <inkml:trace contextRef="#ctx0" brushRef="#br0" timeOffset="1367">4575 3134 22055,'31'-35'216,"-1"-1"1,2-2 0,-1-1-142,1-3 1,-1-2-1116,1-6 0,-1-2 1062,-11 15 1,0-1 0,-1 0 19,10-19 0,-2 0 56,-4 4 0,-2 1 145,-5 7 0,-2 1-53,-5 9 1,-4 2 521,-6-17-588,-5 21 133,-12 8-173,5 16 1059,-8 8-1143,5 18-34,-1 24 6,7-12 0,1 4-52,-1 7 1,2 5-67,3-5 1,0 4-1,1-3 45,-1 4 0,2-1-50,2-3 0,1 2 0,2-5-171,3-6 0,2-3-166,2 7 1,3-2-213,2-8 0,3-2-1222,24 12-555,13-16 992,-20-18 1,1-3 215,6-6 1,1-3 377,4-3 1,0-2 1019,0-5 0,-1-2 459,-3 0 0,-2-2 525,-5 0 0,-3-1 1475,14-18-477,-20 2-216,-14 3-826,-16 3-125,-9 6-288,-15 5 843,-9 10-1051,-11 7-129,-7 14-123,-2 11-132,28-5 1,0 3-230,2 3 1,2 2 170,1 1 0,3 1-6,-11 27-45,14-3-17,17-6 34,18-11 17,17-13 22,17-17 3,-20-9 0,1-4-111,3-5 0,0-3 133,1-6 1,-1-2 5,-2-4 0,-2-3-253,-2-5 1,-5-2 268,-1-4 1,-4-4 2,-2-3 1,-2-3 39,-1-1 0,-1 0 64,-2 2 0,-2 1 28,-1 5 1,-1 3-93,-3 6 1,-2 3 200,-6-17-56,-2 18-117,-3 16 142,1 11-266,1 14 963,-4 17-985,-4 24-22,7-14 0,-1 3-549,-1 9 0,1 3 386,-1 8 1,3 1-85,2-16 0,1 0 0,1 0-188,1 0 0,0 1 0,3-2-297,3 18 1,4-4-34,4-7 1,3-5-484,4-8 0,4-4 40,1-9 1,1-4-238,24 4 1059,-2-24 677,-5-18 548,0-19 601,-3-9 55,-17 16 1,-1 0-505,6-11 1744,1-11-1486,-21 26-58,-4-1-564,-9 8-230,-8 8-223,0 6-51,-2 5-12,5 2 35,-4 16-102,26-4 1,-5 7-17,36-12 22,-1-8-1699,-8-5 1,1-1 1692,13-5-409,-13-3 1,-3-5 447,-6-7-10,3-6 5,-20 1-5,-15 10 16,-10-2 3063,-27 8-3007,-3 12-44,-3 6 6,12 8 66,-8 13-89,9 8-45,-3 8 1238,21 2-1238,13-15-22,15 7-1,8-5-5,18 8 14,-5-17 0,5-1-626,-3-4 1,1-3 633,1 0 1,-1-2-12,29-3 28,-22-6 17,5-6-6,-9-6 23,-5-18 11,-9-2-33,-6-3 1335,-8-6-1224,-4 7 124,6-18-40,2 9-44,7-1-113,-1 20 51,8 1-73,1 10 6,24 0-39,-6 13-3404,8 15 3365,-23 5-1295,-16 8 1,-4 3 896,-3 8-4485,-10 11 1,-5 1 3746,-1-9 0,-9 15 0,14-48 1</inkml:trace>
  <inkml:trace contextRef="#ctx0" brushRef="#br0" timeOffset="1978">8816 2742 20481,'-15'-48'509,"1"0"1,4 6 0,-4 9 84,-45 24-235,15 14-250,11 0 0,2 3-3,-15 21-33,12 11-50,13-3-9,13-6 0,3 1 14,10 11-26,1-12 1,4 0-3,28 12-624,-11-22 1,3-3 612,23 9-14,-5-9 0,2-1-107,-18-6 1,-1 1 136,10 5 1,-3 1-286,-6 11 297,-26-4-3,-26-4 0,-11-2-12,-1-4 1,-4-1-3,-20 7 0,-5-2-268,2-4 0,-1-3 201,0-2 0,0-1-98,6-3 0,3-4-387,9-4 0,4-4-619,-8-6-8480,37-36 9651,23 16 0,2-6 0,-1 22 0</inkml:trace>
  <inkml:trace contextRef="#ctx0" brushRef="#br0" timeOffset="2950">9207 2617 23506,'30'31'64,"-13"-1"1,-5 2-71,-8 21-5,0-13 0,-2 2-15,-3-8 1,-2-1 8,0-1 1,-3-1-29,-9 23 39,-6-10 23,-3-11 33,-2-12 40,1-11 11,4-13-28,8-3 251,3-21-72,8 3-33,7-15-74,11 3-89,13-1-39,9-1 6,8 4-35,-8 8 4,-7 10 0,-1 1-15,9-4-5,12-4 28,-27 11 6,-12 6-40,-9 3 6,-9 3 56,-2 3 34,-3 0 5,1 1 34,6-1 56,2-2-1,6-1-44,6 0-77,3 0 32,17 3-56,-7 7 15,10 9-5,-11 12-31,-6 11-53,-7 8 2,-5 6 28,-5-9 6,-2-14 0,-3-2 67,-3 5-11,-6 9 86,5-29 45,1-10-14,3-17-84,3-11 1,5-16-6,11-9-41,11-3-2,12 1 6,9 7-15,4 7-275,4 8 278,-1 8-39,-1 6-44,-2 6-93,-4 3 54,-12 2-43,6-2 110,-18-1 21,6-6-17,-14 2 128,-2-5 16,-8 5 285,1-3-252,-4 3-16,0 3-74,0 2-38,-4 17 0,1 5-1,-4 17-16,4 5 0,2 3 5,7 0-16,6-4 5,9-6 34,8-10-6,6-10 6,5-11 28,2-13 16,-4-9 34,-6-9 17,-11-3-5,-10-1-46,-8 1-27,-7 5-34,-3 7-118,0 7-285,3 7-387,1 5-1136,10 8-3127,7 6 5053,6 5 0,-5-6 0,-5-4 0</inkml:trace>
  <inkml:trace contextRef="#ctx0" brushRef="#br0" timeOffset="3394">10915 2875 25197,'-57'-24'140,"0"-1"0,3 4 1,6 13-113,-2 43-425,26-14 1,0 3 401,3 2 1,4 2-28,-8 28-12,24-3 100,27-8-76,23-9 55,-14-24 0,3-2 22,5-3 0,2-3-512,4-4 1,1-2 416,2-3 0,0-3 19,0-3 1,-1-3 16,-2-3 1,-2-3-42,-3-3 1,-1-3 34,-3-3 0,-3-4-39,-2-5 1,-3-4-31,-1-5 0,-4-5 145,-7 5 1,-2-4-1,-1 4-331,-1-4 1,-2 0 390,-4 5 0,-1-2 0,-3 5 108,-4 7 1,-3 3-25,-1-5 0,-4 1 238,-10-15-56,2 25-320,-3 13 704,11 20-777,-4 15-11,2 25 0,2-10 0,1 4-142,-1 12 0,0 3 46,0-12 1,1 2-1,0 0-184,-1 5 0,0 1 0,1 0-258,0 0 0,1 0 0,1-1-389,4-3 1,1 0 0,2-2 925,8 17 0,2-6 0,-4-23 0,0-5 1,14 14-1</inkml:trace>
  <inkml:trace contextRef="#ctx0" brushRef="#br0" timeOffset="6784">9175 2928 7492,'-1'-7'5400,"0"1"-2628,3-55-1248,-1 24-1188,0-1 0,-1-1 829,0-7-224,0 12 156,2-15-637,1 12-113,3-3-196,0 17 79,2 0-22,-1 7 10,0 1-106,-2 5-118,-3 7 62,-1 11-28,0 5 23,1 20 50,-1 10-26,0-11 1,-1 3-171,-2 17 0,-1 2 170,0-4 1,-1 0-423,-1 0 0,0 0 411,-2-4 1,-1-1-26,2-2 0,1-3-39,0-6 0,0-1 6,1 11 1,2-3 21,1-7-5,1 3 83,0-20 649,1-11-122,1-7 291,0-13-835,3-16-55,-1-3 16,2-26-36,-3 28 0,0-2-207,1-10 1,1-5 206,1-13 0,1-2-563,-1 8 0,-1 0 565,1-8 1,-1 4-9,-2 22 1,-1 2 22,-3-2 0,-2 1 16,-11-19 4,-1 4-1,-3 11-61,8 24 386,5 10-403,2 14 1206,3 16-1170,0 8 1,-1 5-4,2 3 1,1 2-1244,0 17 0,1 1 1240,-1-17 1,1 0 0,1 10 0,0 2-383,-2-5 1,0 0 379,0-1 0,-1 0-144,-2 1 1,-1-4 154,-5 11-5,0-21 22,-2-8 140,4-17 2174,0-7-2297,0-16 921,2-17-1061,2-18 0,3 4 90,8-14-2774,9 10 2779,0 2 0,-3 16 0,-9 16 0</inkml:trace>
  <inkml:trace contextRef="#ctx0" brushRef="#br0" timeOffset="7102">9197 2876 19484,'-52'0'724,"0"-1"1,4 1-1,6 1-191,4 8-214,10-2-229,13-3 397,10-1 17,15-2-196,12-3-135,20-4-111,18-5-40,-6-2-22,-9 2 0,1-1-382,-14 5 1,-1-1 19,14-3 1,0 0-2798,-11 4 0,-3 2 3159,18-3 0,-20 4 0,-16 3 0</inkml:trace>
  <inkml:trace contextRef="#ctx0" brushRef="#br0" timeOffset="8110">11353 2786 10231,'-4'0'7001,"0"0"-5881,4 0-1024,5-26-91,22 11-78,14-21-53,-10 26 0,2 3-109,20-6-493,-12 5 0,-1 1-1529,17-1 761,-18 3 1,-1 1-448,12 1 1483,-16 2 588,-17 1 1172,-11 0 218,-8 2 247,-3 0-214,-2 2-285,-2 1-314,-2 3-286,0 4-190,0 5-140,4 8-77,3 7-91,11 7-67,8 2-29,12 0-4,10-3 27,8-5 84,6-9 90,-18-15 0,-1-3-23,12 1 176,-11-12 1,-2-3-137,-7-3 207,16-22-156,-23 3-125,-3-12-133,-8 8 61,-11-17-107,-2 21-61,-6-8-156,3 19-287,5 10-196,3 7-946,8 10-4626,7 6 5391,4 4 0,-4-5 0,-4-5 0</inkml:trace>
  <inkml:trace contextRef="#ctx0" brushRef="#br0" timeOffset="8767">12572 2653 15737,'-3'-4'4459,"0"0"-2953,3 4-1445,-2-17-33,13 28-16,6-5 48,18 39 11,2 6-569,-6 3 516,-11 0 20,-12-8 68,-17-6 133,-13-9 154,-14-12 156,-5-8 24,2-14-132,9-9 375,14-11-748,15-7-126,17-6-170,19-2-39,-8 17 0,3 1-535,7 0 1,3 1 159,4 0 1,2 1-222,3 1 0,1 2 75,-2 2 1,0 1 297,-3 3 0,-1 1 239,-8 3 0,-2 1 177,16-1 565,-24 4 550,-15 3 248,-15 1 141,-6 3-167,-7 1 439,-2 2-966,1 0-252,1 5-228,4 3-212,5-1 102,8 12-245,11-7-93,10 8 15,13-10 122,7-6 301,5-6 149,-1-7 173,-1-11 187,-5-8 24,-11-1 258,-5-23-389,-17 9-239,-9-15-517,-14 14-198,-15 9 80,-10 10-14,-7 8-12,-1 15 161,6 10 251,9 15-8,12 13-36,12 13-543,11-25 0,2 2 63,3 3 1,3 1-728,2 3 1,2 0 1014,5 6 1,-1-3 0,3 6 0,0-6 0</inkml:trace>
  <inkml:trace contextRef="#ctx0" brushRef="#br0" timeOffset="12094">3265 5054 14387,'2'-8'6206,"-1"1"-5915,-1 7-134,0 0-118,0-42 28,-6 58-16,-2-14-32,-1 30 1,3 14 2,-1-1 1,0 0-358,0 2 1,2-2 384,0-2 1,2-2 24,0-5 1,1-1 176,-2 19 91,0-17 295,2-17 6,-2-12-381,2-19-173,-1-13-29,0-21-44,2 1-81,2-1 0,1-4 80,1 10 1,1-1 0,2-19 0,3-2 5,1 10 1,2 1-15,3 1 1,2 3-21,0 3 1,3 2 6,-1 7 0,2 3 16,18-16-17,-8 21-38,12 15 21,-14 24 34,11 16-33,-15 24 16,-16-19 1,-3 1 46,-7 6 1,-4 1-36,-6 3 0,-5-1 2,-8 2 0,-4-2 3,-5 0 1,-3-3 18,-1-3 1,-1-3 53,4-6 0,0-4 212,-19 8 24,19-18-96,17-12-118,11-9-67,10-5-22,13-4 0,17-2 5,18 0-25,-19 11 1,2 1 272,3 1 0,0 1-309,2 3 0,0 1-43,-1 2 1,0 1-56,-1 1 0,-1 1-99,-1 2 1,-1 0-168,-2-1 0,0 0-767,27 4-97,-5-6 203,-7-10 499,-4-10 503,-7-14 230,-6-10 174,-8-6 587,-9-7-553,-7 19 284,-12-3-205,-6 24-198,-8 2-89,-1 13-78,-3 12-85,9-1 292,3 9-269,21-10 28,13-2 16,21-6-1715,-5-10 1,1-3 1659,19-4 2,-15-2 1,-1-3-52,5-8 178,0-7 78,-20 2 50,-21-5-212,-11 12 55,-19-4 23,-8 15 0,-14 0-22,-6 4-17,-9 10-45,16 4 3298,5 4-3366,17 7 144,12 4-171,1 10-1,8 8 1,11 4-62,10 6-67,13-1-391,-12-23 0,3-2 295,5 0 1,4-4-34,4-1 1,5-5-161,20-6 0,1-5 342,-17-2 1,-1-3 50,-1-4 1,4-3-1,-6-2 98,-2-4 0,-3-2 78,7-5 0,-2-2 162,-6-5 1,-5-1 190,6-20-236,-14 4 186,-25 10-135,-12 15-123,-11 0-6,-10 9-22,-7 9 33,-10 18-145,16-2 5,-8 21 17,24-2-33,-1 20 5,10-6 783,14 3-794,11-16 0,4-11-6,10-3 79,6-12-11,4-8 27,8-12-21,-16-5 111,2-12 90,-10 1 230,1-15-180,-11 9-73,-7 1-156,-7 18 27,-6 6-61,0 7-50,-4 3-28,-4 15-62,3 6-51,-1 17 23,8-6-218,5 13-304,18 3 58,9-1 217,9-6-509,19-18-179,2-14 440,-17-7 1,2-2 438,13-8 0,0-4-235,-7 0 1,-1-2 503,6-5 0,-3-1 83,-15 2 1,-5 0 79,11-9 324,-12-4 320,-18 0-388,-4 0-105,-11-2-74,-9 10-195,0 10 394,-12 3-355,-10 12-141,-4 8-27,-8 13-11,17 2-12,-2 20-5,20-18-34,-4 31 23,18-33 883,19 21-878,10-31 6,20-1 17,-11-17 10,-8-8 1,-1-5 11,9-16-369,-12 5 1,-2-2 374,3-16 14,-15 2 0,-3-1-9,-1-6 70,-2-9 0,-1-3 17,-3 28 0,-1 0 34,1-13 0,-1 1 8,1-2 179,-2 5-258,-1 29 1,0-4-96,0 19 18,0 12-35,0 17-50,1 23-19,-1-16 0,0 1 141,0-3 0,0 2-540,-1 7 0,0 5 0,-1-1-2096,1 7 0,1-1 1506,-2-9 0,1 0 0,2-1 1081,2 10 0,1-8 0,0-11 0,3-3 0</inkml:trace>
  <inkml:trace contextRef="#ctx0" brushRef="#br0" timeOffset="13044">6123 5184 22554,'5'-48'836,"-1"-1"0,0 6 1,-1 9-518,-3 21-240,0 7-102,0 4 12,0 11 17,0 1-6,0 29-11,1-3 11,1 20 0,0-9 0,-1-7 22,0-11 62,-1-13 146,0-20-135,-1-15-6,1-18 29,1-12 72,5-7-10,3 0-46,6 7-50,0 12-56,0 11-17,3 9-5,-3 10-12,22 10-5,-8 13-11,13 15 5,-17 1 0,-12 0 0,-4 3-16,-3 20 16,-4-14 0,-2 1 6,-3-9 0,-2-2 11,-6 14 33,-3-8 40,7-26-56,0-3 39,5-31-17,4-8-22,2-9 22,4 10 0,4-1 34,9-9-31,-5 12 0,2 0 14,14-10-22,1 9-6,1 8 5,11 11-27,-13 7 16,15 11-55,-16 8 10,6 9-100,-5 7-179,-9 2-303,-8 4-600,-8 0-996,-6-3-1238,-6-8 1479,2-11-2247,3-7 3715,5-9 738,23-14 1092,-3-4 825,14-11 200,-10 4-263,-7 3-346,-6 7-505,-8 7-600,-5 5-240,-2 2-291,-1 6 5,4 0-17,5 7-10,9-1-40,11 0-40,11-4-4,10-3 11,5-6-282,0-4 271,-6-7 49,-8-7 51,-10-7-45,-12 2 152,-5-20-79,-15 13 17,-12-10-23,-16 17 292,-16 10-258,-7 12-73,-1 12-22,5 9-17,11 10-50,11 9-12,10 4-22,7 9-73,5 4-268,10 5-1104,10 0 160,-1-30 0,3-2-1611,15 13 2924,13-6 0,-27-22 0,0-2 0</inkml:trace>
  <inkml:trace contextRef="#ctx0" brushRef="#br0" timeOffset="13816">8692 5043 18123,'4'-44'1071,"0"0"0,0 0 1,-2-13-1,-7 11-718,-19 18-15,-16 32-176,-11 26-114,25-4 0,1 7-656,-1 8 0,4 4 605,0 10 0,3 3-300,6-12 1,1 1-1,1 2 271,0 4 0,1 1 1,0 1-632,0 4 1,0 1 0,1 1 490,-1 1 0,1 1 1,0 0-130,1-1 0,-1 0 0,1-1-293,-1-3 1,0-1 0,0-3 578,0-8 0,1-2 0,-2-4 515,-2 4 1,-2-9-187,-11-6 746,0-45-892,3-30-117,13 12 0,3-5 525,7-17 1,3-2-566,0 17 0,3-1-11,9-19 0,5 2 0,0 19 0,2 3-6,9-10 1,3 0-4,2 4 1,5 1-522,-6 12 0,2 0 0,-1 3 530,1-2 0,2 1-2,-4 5 0,2 0 0,-3 1-233,1 1 1,-2 1 256,7-4 0,0-1 14,-6 3 1,-2 0 52,-5 4 1,-2 0 252,10-10-112,-16 11 1660,-8 5-1632,-16 19-185,1-1 3116,-8 13-3094,-2 16-78,5-1-45,-1 19-11,9-7-79,6-3-268,5-1 813,0-11-2925,7 9-1311,-5-20 3809,8 3 0,-12-17 0,1-4 0</inkml:trace>
  <inkml:trace contextRef="#ctx0" brushRef="#br0" timeOffset="13977">9215 4944 17288,'0'-8'5507,"0"2"-5031,0 6-376,-19-60-161,14 45-174,-13-45-202,20 70-807,5 12-8587,8 32 8042,-5-18 0,0 5 1,-8-33-1</inkml:trace>
  <inkml:trace contextRef="#ctx0" brushRef="#br0" timeOffset="14667">9386 5574 21967,'28'-36'69,"1"-1"0,-1 0 1,-1 1-1,-1 1 1,-2-1 11,3-13 0,-5-1-50,-2-1 0,-2-1-231,-4 8 1,-1-2 0,-2 0 213,0-17 0,-2 3 0,-2 12 0,-2 2 551,0-5 1,-3 3-468,-5 15 0,0 2 87,-6-23 584,-5 19-741,5 27 840,-2 11-851,1 14 5,-7 35-28,11-20 1,1 3 314,-1 15 0,2 2-371,5 2 1,2-1-7,-1-8 1,2 1-140,3 12 0,5 0-253,4-4 1,3-1 100,0-3 1,3-3 19,4 0 0,3-6-108,19-6 200,-1-21 214,-12-16 44,7-18 207,-1-21 113,-2-8-245,-20 18 1,-2-1 462,2-17-219,-8 14 1367,-6 5-1344,-7 21-207,-4-1-107,-4 15-28,0 6-11,2 2 292,9 15-298,5-12-16,25 17 5,2-19 0,9 1 12,7-11 22,-1-16 11,-3-5 33,-4-15-5,-24-5 17,-11-8-6,-8 8 112,-9-6 135,-10 11-101,-3 5-45,-9 10-51,2 18-44,-2 15-39,0 16-23,10 1-20,10 2 1,4 2-104,1 24-140,5-16 0,2 2-616,6-7 0,4-1-3378,5 0 0,3-2 4246,2-5 0,1-4 0,8 7 0,-9-18 0</inkml:trace>
  <inkml:trace contextRef="#ctx0" brushRef="#br0" timeOffset="15617">1174 3050 20543,'45'1'160,"-1"0"1,7-2-1,3-1-158,-10-3 0,3-1 0,-1 0-1002,3-1 0,-1 0 1,1 0 974,-1 0 1,-1 0 0,0-1-45,-1 1 0,-2-1 0,1 1 225,17-5 0,-1 0-411,-4 0 0,-1 0-8,-4 1 0,-3-1 69,-6 2 1,-3 1 104,19-5 674,-27 6-563,-30 5 96,-23 2 145,-18 2 180,-11-1-158,8 0 561,-17-6-454,20-4-112,-19-9 0,11-3 45,1 0 78,3-1 1611,11 4-1729,12 5-11,13 4-241,19 3 18,18 2-40,25 2 3,-20 1 0,3 2-325,4 2 0,2 2 274,2 2 1,0 2-46,-2 4 1,-1 4-123,-5 3 0,-3 1-200,13 18-2187,-32-1 1,-8 3 2590,-11 10 0,0 6 0,-6-32 0</inkml:trace>
  <inkml:trace contextRef="#ctx0" brushRef="#br0" timeOffset="16378">1630 5153 18407,'-55'17'608,"-1"-1"0,1 0 0,9-4 1,3 0-1,7 0-457,-6 7 134,45-10-200,27-1-85,6-9 0,7-5-1012,16-1 0,5-3 1006,-14 1 1,2-2-1,1 0-323,3 0 1,1-1 0,-1-1 332,-1 1 0,-1-1 0,-1 0 3,-4 2 0,-2-1 1,-2-1-99,13-3 1,-5-2 112,-11 4 1,-4 0 106,8-7-39,-26 7 1184,-35 6-1229,-26 4 16,9 2 1,-4 1 111,-6 1 1,0-1 714,7 1 0,0-1-398,-11-2 0,2-1 103,-2-4 202,-7-3-565,36 2-134,15 0-63,15-1-16,15-1-11,18 3-1,12 4-181,-26 6 1,1 3 144,-2 3 0,-1 4-417,19 26 238,-31-9 0,-7 4-574,-11 10 0,-8 3 395,-6-3 0,-5 1 0,2-4 1,1-2-1,-1-4 0,-6 3 1,1 0-1</inkml:trace>
  <inkml:trace contextRef="#ctx0" brushRef="#br0" timeOffset="38089">3154 6092 24575,'26'0'0,"9"0"0,9 0 0,0 0 0,4 0 0,-9 0 0,3 0-593,1 0 0,5 0 0,-1 0 593,-2 0 0,0 0 0,1 0-348,4 0 1,2 0-1,0 0 348,8 0 0,1 0 0,-1 0-1525,-3 0 0,0 0 1,4 0 1524,-11 0 0,3 0 0,1 0 0,1 0 0,0 0-867,3 0 0,0 0 0,0 0 0,1 0 1,0 0 866,2 0 0,1 0 0,0 0 0,1 0 0,0 0-438,-6 0 0,2 0 0,1 0 1,-1 0-1,-1 0 0,-2 0 438,0 0 0,-2 0 0,0 0 0,1 0 0,5 0-208,-7 0 1,3 0-1,2 0 1,3 0-1,0 0 1,1 0-1,-1 0 1,1 0 207,-4 0 0,0 0 0,1 0 0,0 0 0,1 0 0,-1 0 0,1 0 0,0 0 0,-1 0-32,1 0 1,-1 0-1,1 0 1,-1 0 0,1 0-1,0 0 1,-1 0-1,1 0 1,-1 0 31,2 0 0,0 0 0,0 0 0,1 0 0,-1 0 0,-1 0 0,0 0 0,-3 0 0,-1 0 0,2 0 0,-1 0 0,-3 0 0,0 0 0,-1 0 0,0 0 0,1 0 0,6 0 0,-1 0 0,0 0 0,1 0 0,0 0 0,3 0 0,-7 0 0,3 0 0,1 0 0,1 0 0,-1 0 0,0 0 0,-3 0 0,-2 0 0,2 0 0,-4 0 0,-1 0 0,0 0 0,1 0 0,2 0-12,1 0 0,3 0 0,1 0 0,1 0 0,-2 0 0,-3 0 0,-4 0 12,11 0 0,-6 0 0,-1 0 0,0 0 144,1 0 1,0 0 0,-2 0-1,-1 0-144,3 0 0,-1 0 0,-4 0 730,13 0 0,-4 0-730,-13 0 0,-5 0 3038,19 0-3038,-26 0 0,-1 0 4544,3 0-4544,-3 0 0,-23 0 1064,-6 0 0,-3 0 0,-1 0 1</inkml:trace>
  <inkml:trace contextRef="#ctx0" brushRef="#br0" timeOffset="39437">3957 3604 24575,'43'0'0,"1"0"0,6 0 0,3 0 0,-11 0 0,1 0 0,5 0-2458,0 0 0,3 0 1,3 0-1,1 0 2303,-3 0 0,3 0 0,0 0 0,3 0 0,0 0-264,-2 0 1,1 0 0,2 0 0,0 0 0,1 0-1,0 0 419,-4 0 0,-1 0 0,1 0 0,0 0 0,1 0 0,1 0 0,0 0-126,-2 0 1,-1 0-1,2 0 1,-1 0-1,2 0 1,-1 0-1,2 0 1,-1 0 125,-2 0 0,0 0 0,0 0 0,1 0 0,0 0 0,0 0 0,1 0 0,0 0 0,0 0-235,3 0 1,0 0 0,1 0 0,0 0 0,1 0 0,-1 0 0,1 0 0,-1 0 0,1 0 234,-6 0 0,0 0 0,0 0 0,1 0 0,-1 0 0,0 0 0,1 0 0,-1 0 0,1 0 0,0 0-16,1 0 0,1 0 1,-1 0-1,1 0 0,0 0 1,0 0-1,0 0 1,0 0-1,0 0 0,0 0 16,2 0 0,-1 0 0,1 0 0,0 0 0,0 0 0,0 0 0,0 0 0,0 0 0,0 0 0,0 0 0,-1 0 0,1 0 0,0 0 0,0 0 0,0 0 0,-1 0 0,1 0 0,1 0 0,-1 0 0,0 0 0,-4 0 0,-1 0 0,1 0 0,-1 0 0,1 0 0,0 0 0,0 0 0,1 0 0,0 0 0,1 0 0,1 0 0,-3 0 0,2 0 0,1 0 0,1 0 0,0 0 0,1 0 0,-1 0 0,1 0 0,-1 0 0,-1 0 0,-1 0 0,-1 0 0,-2 0 0,5-1 0,-2 0 0,-1 1 0,-1-1 0,-1 0 0,0 0 0,0 0 0,1 0 0,2 0 0,1 0 0,-3 0 0,1 0 0,1 0 0,1 0 0,0 1 0,1-1 0,0 0 0,0 0 0,0-1 0,-1 1 0,0-1 0,-2 0 0,4-1 0,-1 0 0,0-1 0,0 0 0,0 0 0,0 0 0,-1 0 0,-1 0 0,0 0 0,-2 0 0,0 1 0,4-1 0,-2 0 0,-2 1 0,0-1 0,0 1 0,-1-1 0,2 0 0,0 1 0,1-2 0,1 1 0,2 0 0,2-1 0,0 1 0,0-1 0,0 0 0,-2 0 0,-1 1 0,-3 0 0,-4 0 123,11-1 0,-5 1 1,-3 0-1,-1 0 1,1-1-1,3 1-123,-1-1 0,1 0 0,2 0 0,0 0 0,-1 0 0,0 0 0,-2 1 0,2 0 0,0 0 0,-2 1 0,0 0 0,1-1 0,-1 0 0,2-1 0,1 0 0,1-1 0,-2 0 0,-2 1 0,-3 1 0,10-1 0,-3 2 0,-4 0 0,-6-1 0,-7-1 0,-4 0 0,-4 0 1184,1 0 1,-5 1-1185,8-3 3569,-7 2-3569,-24 0 1334,-1 2 0,-6 1 1,-1 0-1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C4BC6-35B9-1A95-B509-6136608B7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3C2DF7-037A-E92C-C08D-2C2ECED428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7F7439-BBC0-6A71-AC6A-3FF077588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D799B-A6EB-8C45-B2C0-DDEE279F72A5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E78B9A-9D0E-2D11-8582-5C0296BD2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A12B6-A6DF-13D6-C4B0-E43B179E7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A845E-BB15-4D4F-A328-4A8EE3053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10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EFB46-92B9-4DF2-8DAB-DE3EED1C9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1E6F1-D781-8B3A-C84A-FF67C9EC1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AFDF1-006E-B85E-8F2D-EE6BEB45A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D799B-A6EB-8C45-B2C0-DDEE279F72A5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A50D3-719B-EA59-8C0A-92C88D411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969D2-E118-613F-2874-2A4DC3795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A845E-BB15-4D4F-A328-4A8EE3053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450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9AC9E-7FE8-5937-0783-F8F5E4F82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21B1B9-BA51-EE9E-FD4E-D76EFB587F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F5A496-1152-75D5-F473-BA5072911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D799B-A6EB-8C45-B2C0-DDEE279F72A5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1B93D0-DC78-19A8-BDBE-5D77889D4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61A6C-D1FB-0EA2-F7BA-431745D83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A845E-BB15-4D4F-A328-4A8EE3053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922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072C9-5310-E2F1-6836-60C0716AF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4711C-1DEB-8752-AB32-7E1F0448D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33E5B7-2BAF-A7BA-C8A7-87B54973B8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276FAA-2BFA-F811-8986-3479A95EC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D799B-A6EB-8C45-B2C0-DDEE279F72A5}" type="datetimeFigureOut">
              <a:rPr lang="en-US" smtClean="0"/>
              <a:t>3/29/26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9E15BB-13D6-5694-38E4-96AF08265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58BBE-F945-137F-00F0-29EF4CA8B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A845E-BB15-4D4F-A328-4A8EE3053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892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643A2-7D8B-D9C7-E369-08F8B4A39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0B1503-B7FB-CF0F-8E4A-C42A3381F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1C4BF3-1E95-35F2-2E45-BCABA041E5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36DB7A-E651-3D47-E152-3E9F4B9C37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ECB898-FCD4-2818-4113-D06F04DCFE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6846AF-27FF-5B35-8EBE-3CAA843DE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D799B-A6EB-8C45-B2C0-DDEE279F72A5}" type="datetimeFigureOut">
              <a:rPr lang="en-US" smtClean="0"/>
              <a:t>3/29/26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F1BA80-8D4D-F642-B899-54C8D07F0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5A47B6-2F18-B9DB-3B5D-BF3792A86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A845E-BB15-4D4F-A328-4A8EE3053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299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24695-B904-360F-7439-5BAC0C0DC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31F181-B5B4-18EC-701D-C4B57A456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D799B-A6EB-8C45-B2C0-DDEE279F72A5}" type="datetimeFigureOut">
              <a:rPr lang="en-US" smtClean="0"/>
              <a:t>3/29/26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E6B4B3-ECF4-52AC-6CFE-6D7008779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1FA27A-E591-E00B-5AF5-8053D6510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A845E-BB15-4D4F-A328-4A8EE3053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07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F41948-389F-74B7-3FAF-FF33DE453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D799B-A6EB-8C45-B2C0-DDEE279F72A5}" type="datetimeFigureOut">
              <a:rPr lang="en-US" smtClean="0"/>
              <a:t>3/29/26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431291-3825-7B0F-B7E2-7BE627A38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A2B12-A0EB-5F01-F3C0-0E338DBA2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A845E-BB15-4D4F-A328-4A8EE3053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68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A882A-17FB-27A8-4330-C4842CB7B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C491D-0192-8432-09C6-C564653173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03BFDC-78DA-A4C2-4B14-1FDE009DBF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67C4FF-CB6E-B951-5155-8C3186A55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D799B-A6EB-8C45-B2C0-DDEE279F72A5}" type="datetimeFigureOut">
              <a:rPr lang="en-US" smtClean="0"/>
              <a:t>3/29/26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839F3C-A5FC-A3BA-F405-4CB18318C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14D3C8-7110-1D96-5C32-29D8CB733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A845E-BB15-4D4F-A328-4A8EE3053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967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B8F7E-6FD9-10DE-060D-A438FAC28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2DA2BA-3C4B-5FE5-43B2-B2FA46D3A1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AE08ED-ADB3-1C2B-A391-16D5F4267E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A06FD3-461C-B6A0-CDFF-7484E7F7A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D799B-A6EB-8C45-B2C0-DDEE279F72A5}" type="datetimeFigureOut">
              <a:rPr lang="en-US" smtClean="0"/>
              <a:t>3/29/26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C53C61-8365-E2A8-801C-14EC95FCE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92FFD6-923A-6542-E4E5-C6FB514BD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A845E-BB15-4D4F-A328-4A8EE3053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7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76DFF-FC0C-6821-AF8C-A1B1698A8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BA496C-826F-A194-F858-B7DF8FFBCD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EC3C49-0B79-3DB3-001B-7C026945D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D799B-A6EB-8C45-B2C0-DDEE279F72A5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CCABF5-08D3-C15B-73C3-42F66BA76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FD2C9-6000-7ED0-365A-A0B40A19B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A845E-BB15-4D4F-A328-4A8EE3053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470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3219E8-0DFA-3B69-8795-145AE8DDCD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ABE56F-0A7D-FD52-0817-F761336BAB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A9C3E-8355-375E-2C74-B548EC75C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D799B-A6EB-8C45-B2C0-DDEE279F72A5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6492C5-A942-424C-6BF9-2CA5BC1BF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4C07E-260A-98B3-D34E-5EF1F630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A845E-BB15-4D4F-A328-4A8EE3053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193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3775D4-463F-56C1-FD18-8025109D3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3FC46D-B1B9-7E5E-A50F-5ADC2A989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12C8B-3D50-7B2F-0B2B-55D8C34CFC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DD799B-A6EB-8C45-B2C0-DDEE279F72A5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ACF86B-B261-CC37-B423-26C88B5881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31707-C763-A7AE-0F14-9BA94BEBB2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5A845E-BB15-4D4F-A328-4A8EE3053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266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white and blue gradient&#10;&#10;AI-generated content may be incorrect.">
            <a:extLst>
              <a:ext uri="{FF2B5EF4-FFF2-40B4-BE49-F238E27FC236}">
                <a16:creationId xmlns:a16="http://schemas.microsoft.com/office/drawing/2014/main" id="{A07C8E19-E75E-F88D-CE30-7074F41FE3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6442728-5A5D-4171-5240-36DC15A15D96}"/>
                  </a:ext>
                </a:extLst>
              </p14:cNvPr>
              <p14:cNvContentPartPr/>
              <p14:nvPr/>
            </p14:nvContentPartPr>
            <p14:xfrm>
              <a:off x="413280" y="723600"/>
              <a:ext cx="7224480" cy="45295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6442728-5A5D-4171-5240-36DC15A15D9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3920" y="714240"/>
                <a:ext cx="7243200" cy="4548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44502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EC04E1-1A22-4AF9-CB60-90E17DB92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50950C8-0038-26CD-D53B-17EAA41C4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white and blue gradient&#10;&#10;AI-generated content may be incorrect.">
            <a:extLst>
              <a:ext uri="{FF2B5EF4-FFF2-40B4-BE49-F238E27FC236}">
                <a16:creationId xmlns:a16="http://schemas.microsoft.com/office/drawing/2014/main" id="{C57A0F4C-EE2E-BF9C-9B57-41C0C5530A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BADC00B-FDE0-2E6D-04EB-EE44E611D1A9}"/>
                  </a:ext>
                </a:extLst>
              </p14:cNvPr>
              <p14:cNvContentPartPr/>
              <p14:nvPr/>
            </p14:nvContentPartPr>
            <p14:xfrm>
              <a:off x="262800" y="722880"/>
              <a:ext cx="5844240" cy="3063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BADC00B-FDE0-2E6D-04EB-EE44E611D1A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3440" y="713520"/>
                <a:ext cx="5862960" cy="3082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5813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2031A1-5118-4DF3-A36A-35FC76AB6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7CCC5AB-8D34-382F-213E-B540699B76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white and blue gradient&#10;&#10;AI-generated content may be incorrect.">
            <a:extLst>
              <a:ext uri="{FF2B5EF4-FFF2-40B4-BE49-F238E27FC236}">
                <a16:creationId xmlns:a16="http://schemas.microsoft.com/office/drawing/2014/main" id="{0C389575-07A3-46C6-9E59-20DA83175F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E5B18F4-ED8C-F701-3DFF-FE7F743DAD4C}"/>
                  </a:ext>
                </a:extLst>
              </p14:cNvPr>
              <p14:cNvContentPartPr/>
              <p14:nvPr/>
            </p14:nvContentPartPr>
            <p14:xfrm>
              <a:off x="617040" y="219960"/>
              <a:ext cx="7775640" cy="5445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E5B18F4-ED8C-F701-3DFF-FE7F743DAD4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7680" y="210600"/>
                <a:ext cx="7794360" cy="546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35010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43CB3A-E909-AE05-0BFD-DE9D9BC14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35BF002-A4D6-A1B9-3166-DCB5F69D8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white and blue gradient&#10;&#10;AI-generated content may be incorrect.">
            <a:extLst>
              <a:ext uri="{FF2B5EF4-FFF2-40B4-BE49-F238E27FC236}">
                <a16:creationId xmlns:a16="http://schemas.microsoft.com/office/drawing/2014/main" id="{0F10CA78-3E7D-40BC-6F83-3A28365A7C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00B442A-CDAE-7D17-B5BA-CB94A2D80EE4}"/>
                  </a:ext>
                </a:extLst>
              </p14:cNvPr>
              <p14:cNvContentPartPr/>
              <p14:nvPr/>
            </p14:nvContentPartPr>
            <p14:xfrm>
              <a:off x="422640" y="771120"/>
              <a:ext cx="5377320" cy="1510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00B442A-CDAE-7D17-B5BA-CB94A2D80EE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3280" y="761760"/>
                <a:ext cx="5396040" cy="1528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86152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0</Words>
  <Application>Microsoft Macintosh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2026-03-29T13:18:20Z</dcterms:created>
  <dcterms:modified xsi:type="dcterms:W3CDTF">2026-03-29T14:03:39Z</dcterms:modified>
</cp:coreProperties>
</file>