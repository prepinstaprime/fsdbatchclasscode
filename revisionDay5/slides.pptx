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7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3:33:05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1164 2521 19557,'-52'10'950,"1"1"1,-1 0 0,-22 1 0,32 0-889,55-6-129,50-6-68,-19-1 1,7-1-1,2 1-506,9 0 1,4 0 0,-3 0 492,-5-1 1,-1 0 0,-2 1 16,-3 1 1,-2 1-1,-7 0 677,10 2-389,-25-7 111,-24-16 176,-16-13-176,4 1 102,-4 4 629,9 18-926,2 6 56,1 3 296,-1 1-307,-3-1-40,-2-2 146,-6-7 73,-5-8-62,-6-6 23,-13-8 135,-2 4-186,10 6-73,9 8-156,20 10 16,17 14-17,8 10 1,4 5 30,4 10 1,1 3-236,7 7 0,-2 3-452,-10 6 1,-6-3 0,2-1-1,-19-5 1</inkml:trace>
  <inkml:trace contextRef="#ctx0" brushRef="#br0" timeOffset="1765">2997 2528 19865,'-43'-13'750,"-1"1"1,1 0 0,-13 1-1,8 13-755,10 49 30,34-11 0,9 4-62,10 10 1,9-1-39,-2-15 1,4-1-1,1-2-12,15 16 1,0-3 147,-5-12 1,-11-1 207,-25 13-222,-30-29 1,-14-7 8,-16-1 0,-6-5-28,20-1 0,-1-3 0,2-1-269,-9-1 0,9-8-5293,9-22 5534,55-5 0,4 5 0,6 12 0</inkml:trace>
  <inkml:trace contextRef="#ctx0" brushRef="#br0" timeOffset="2098">3253 2808 22907,'-24'47'856,"14"5"-764,15-20 1,6 0 204,19 17 347,14-26-196,5-39-235,-23-3 0,-2-6-34,-1-5 1,-3-2 38,8-26-184,-21 20-774,-7 19-6956,13 23 6848,-1 2 0,6 5 0,-10-6 0</inkml:trace>
  <inkml:trace contextRef="#ctx0" brushRef="#br0" timeOffset="2532">3907 2618 20918,'-2'-7'2602,"-10"-26"0,-3-4-2390,8 19-200,-15-32-12,37 100 11,-4-5 0,1 6-11,-2-8 0,0 2 0,0 0 0,-1 0 0,-1-1 0,0-1 17,-1 7 0,-1-5 184,1 2-44,-8-55-34,1-33-11,13-19-84,17 4-11,24 21-23,-20 32 1,2 9-12,1 8 0,-4 8-36,-8 5 0,-12 5-471,-21 4 1,-14-3 38,-18-2 0,-6-6 1,9-6-1,1-5 1,3-5-1,-1 0 1</inkml:trace>
  <inkml:trace contextRef="#ctx0" brushRef="#br0" timeOffset="5364">4687 2457 14146,'-5'0'6514,"2"0"-5831,-14 8-263,59-12-456,-9-1 0,5-2-565,5-1 0,6-1 0,-1-1 601,-1 0 0,0 0 0,-4 1 0,3-1 0,-7 2 0,3 1 0</inkml:trace>
  <inkml:trace contextRef="#ctx0" brushRef="#br0" timeOffset="5582">4929 2389 22207,'2'51'1,"0"-1"1,1 0-1,-1 1 1,0-1 0,-1-1-1,1 1 1,-1-2-3182,2 8 1,0-1-1,0-4 2048,0 7 0,1-6 0,1 11 0,-2-55 0</inkml:trace>
  <inkml:trace contextRef="#ctx0" brushRef="#br0" timeOffset="5948">5324 2685 18778,'0'-6'5943,"0"1"-5926,0 5 11,25-1-17,0 21 0,3 8-36,9-1 0,1 4-17,-1 13 0,-7 2 61,-10-9 1,-12-5 120,-34 3 78,-25-40-94,2-23-208,33-21-124,30 21 1,12 3-658,15-3 0,9 5-622,-9 8 1,3 1 0,1 1 1062,5 1 0,1 2 0,-4 0 0,-2 2 0,-4 2 0,-8 1 0,1 1 0</inkml:trace>
  <inkml:trace contextRef="#ctx0" brushRef="#br0" timeOffset="6315">6078 2649 24659,'-23'-7'611,"5"18"-538,28 28 0,5-5 123,21-10 62,3-47-102,-10-8 1,-9-27-39,-30 20-79,-8 13-17,-24 35-11,17 12 1,3 8 2,3-1 0,4 3-149,2 13 1,14 0-4782,28-5 1,12-4 4701,-13-8 0,2-4 1,9-2-1,-4-6 1,-11-9-1</inkml:trace>
  <inkml:trace contextRef="#ctx0" brushRef="#br0" timeOffset="6799">6507 2581 20991,'-3'2'4571,"2"0"-4331,1-2-206,-4-10 11,16 29 39,13-9 11,24 17 14,-9-24 0,1-7-25,-7-8 0,-3-4 3,1-3 0,-8-4 53,-21-27-50,-34 30-23,-24 23-53,22 19 0,4 10-40,5 16 1,8 5-585,8-5 0,9 1 610,19 10 0,7-7 0,7-7 0,14-11 0</inkml:trace>
  <inkml:trace contextRef="#ctx0" brushRef="#br0" timeOffset="10632">897 4418 21937,'-37'4'773,"0"1"0,57-6-809,26-4 1,21-3 0,4-1-585,-10 0 0,3-1 0,2 0 0,0-2 596,-13 2 1,2 0-1,-1-1 1,-1-1-1,-3 0 67,1-1 1,-1-1-1,-4-1 1,-5-1 491,14-10 1,-22-4-77,-50-20 136,-19 28 0,-9 3-133,-4 1 0,1 2-277,9 5 0,7 2-129,11-1 1244,74 20-1306,-4 5 1,3 7-63,-11-1 1,-1 4 0,-5 6-1640,-10 9 1,-7 7 0,-5-1 1140,-1 10 1,-11-3 0,-14-3-1,-7-8 1,-3-11 0</inkml:trace>
  <inkml:trace contextRef="#ctx0" brushRef="#br0" timeOffset="13882">3068 4283 20901,'-1'-52'1128,"0"1"1,0-1 0,0-13 0,2 28-1034,9 78-82,-4 2 0,0 11 0,-1 5-553,-1-11 1,-1 4 0,-1 2 0,0 2 0,0 0 531,-2 6 0,-1 3 1,0 1-1,-2-1 0,0-2 14,0-6 1,-1-1 0,0-2 0,-2-2 0,0-3 311,-4 17 1,-2-4-1,-4-29-217,-10-41-73,17-26 0,7-19 0,3-4-10,-2-1 0,3-5 0,0-3 1,1-1-179,0 9 0,0-2 0,1-1 1,0 1-1,1 0 152,0 2 0,0-1 0,0 1 1,1 1-1,0 2 1,2-6 0,-1 1 0,2 3 0,2 4-21,3 0 0,2 4 0,5 8 33,13-2 1,7 18 564,4 26 0,-1 17-584,-3 21 0,-11 13 6,-18-9 1,-7 3 0,-7 2-115,-9 3 0,-9 0 0,-7-2 116,-6-4 1,-7-3-1,-2-4-245,0-7 1,-1-4 0,3-7-3261,0-6 1,5-8 3510,2-11 0,38-18 0,5 12 0</inkml:trace>
  <inkml:trace contextRef="#ctx0" brushRef="#br0" timeOffset="14515">4031 4069 24447,'-50'8'203,"0"0"0,0 1 0,-16 8 0,15 9-184,32 11 1,13 3 5,14-5 0,10-5 48,10-8 0,6-9 64,4-14 1,-2-10 58,-5-8 0,-6-6 8,-8-5 1,-7-1 103,-8-21-202,-8 22-89,0 32-23,10 34-11,17 26 20,1-21 0,6-1-31,12-2 0,6-8 0,4-12 0,3-12 28,1-16 0,-4-14 31,-9-18 0,-9-13-11,-15 8 1,-5-6-1,-4 0-76,-3-2 0,-4-1 0,-2 1 181,-2 3 0,-1 2 0,-1 3 12,-1-5 1,-2 9-105,-1 11-21,19 70-21,2 6 1,1 9-88,2-2 1,1 5 0,0 3-1389,-2-7 0,0 2 0,-1 1 0,0-2 1484,2 12 0,0-2 0,-2-3 0,1 8 0,-2-9 0,-4-2 0</inkml:trace>
  <inkml:trace contextRef="#ctx0" brushRef="#br0" timeOffset="15015">4290 4346 23696,'39'-42'191,"1"1"1,-1-1-1,11 1 1,4 2 0,0 6-217,-6 12 1,0 4 0,-1-1 20,6-2 0,0-1 1,-9-3 81,-9-10 1,-9-2 58,-8 6 0,-6 0 586,-13-29-236,-9 38-403,2 30 118,7 54-169,2-19 1,2 6 0,-2 1-31,0-1 1,-1 0 0,0 2 5,1 9 0,0 1 1,-1-6 152,-1-7 1,-1-10 128,0-15-146,11-81-2,3 1 0,3-4-73,1 7 0,3 1-34,7-1 1,7 8-63,-4 23 1,4 8-25,8 11 0,3 10-961,4 14 0,-2 10 1011,-1 13 0,-5 2 0,-11-14 0,-5-2 0,3 24 0</inkml:trace>
  <inkml:trace contextRef="#ctx0" brushRef="#br0" timeOffset="15598">6556 4161 22968,'-33'-35'679,"0"0"0,1 0 0,-17-13 1,4 14-602,2 33-39,8 22-36,34 10 0,11 6-14,9 6 0,8 1-9,5 9 0,5 1 12,-7-18 1,2-1 0,-6 0 26,-3 4 1,-12-3 19,-26 16-25,-18-40 0,-8-11-39,-6-14 0,1-11-303,8-10 0,8-6-557,9-1 1,14-2-3805,22-6 1,13 4 4688,-5 19 0,4 5 0,3 1 0,-1 5 0,-3 10 0</inkml:trace>
  <inkml:trace contextRef="#ctx0" brushRef="#br0" timeOffset="15949">6765 4146 25382,'-11'23'353,"8"5"-345,7 7 1,7 2 64,33 9-6,-6-27 0,3-9 34,1-16 0,-1-11 131,-4-9 1,-6-5-93,-8-2 0,-7-3-28,-9-4 0,-5 2-101,-5-4-190,-6 13-2236,21 45 2415,18 19 0,-8-8 0,5-2 0</inkml:trace>
  <inkml:trace contextRef="#ctx0" brushRef="#br0" timeOffset="16532">7427 4168 26850,'30'28'196,"-19"15"-191,-15-5 1,-5 1 123,-7 15-57,1-40 12,19-47-8,2 0 0,2-3 13,4-6 1,2-1-26,2 1 1,3 3-74,3 7 1,3 5 19,6 7 0,4 9 8,3 12 1,1 7-31,4 10 0,-2 6 11,-6 9 0,-5 4 5,-10-1 1,-7 1 17,-10 18 5,-23-42 11,-2-53-14,14 3 0,3-3-6,4-4 1,6 2-6,6 5 0,8 8-17,15 13 1,7 11 10,18 14 1,4 14-205,-11 0 0,1 5 0,-4 7-181,-13 1 0,-3 5 0,-1 1 0,-2-4 0,17 8 0,-9-1 0,-22 5 0,0 0 1</inkml:trace>
  <inkml:trace contextRef="#ctx0" brushRef="#br0" timeOffset="17366">597 5878 18112,'-9'0'5775,"1"0"-5655,36-4 0,23-3-107,-3 1 0,7-1 1,3-1-486,1 0 0,3-2 1,3-1-1,-1 1 463,-9 0 0,1 1 0,0-1 0,-2 0 0,-2-1 44,2 0 0,-1-1 0,-4-1 0,-7-2 461,7-11 1,-20-3-49,-35-10 159,-27 18 0,-9 4-70,-11-1-430,17 7-85,64 18-59,11 13 1,5 7 27,-1 3 1,-1 8-505,-10 1 1,-2 8 0,-8-1 512,-12 9 0,-8-1 0,0-8 0,-6-4 0,-18 2 0</inkml:trace>
  <inkml:trace contextRef="#ctx0" brushRef="#br0" timeOffset="18865">3613 5826 18285,'4'-55'1795,"-1"-1"0,1 0 1,1-5-1,1 7-1742,-1 11 1,2 18 119,6 41-81,-9 22 1,-6 10-65,-2 12 0,-3 6-12,0-19 1,-2 5 0,1 0 0,0-3-12,0 2 1,1-3 0,2 0-10,0 1 1,1-1-1,9-9-167,15-10 0,10-12-1672,17-18 0,5-13 1843,1-2 0,-2-3 0,-8 0 0,-5 1 0,5-5 0</inkml:trace>
  <inkml:trace contextRef="#ctx0" brushRef="#br0" timeOffset="19198">4807 5653 19417,'0'-4'5780,"0"0"-5494,-17-25 0,-9-5-85,-11 17-148,-5-10 1,-4 8-26,4 34 0,2 15-26,-2 7 1,4 7-11,4 9 0,9 3-132,14 1 0,14-1-508,17-3 1,13-6-1288,16-6 0,9-9-1342,-16-17 0,4-4 0,-4-2 1577,7 0 0,-5-4 1,19-10-1,-55 3 0</inkml:trace>
  <inkml:trace contextRef="#ctx0" brushRef="#br0" timeOffset="19615">5195 5712 22021,'12'-44'1930,"1"1"0,7-17-1869,-20 97 3,1 0 1,-2 5-40,-3 17 1,-2 4-34,2-18 1,0-1-1,0-1 50,-3 8 0,0-6 121,-2-1-74,8-76-53,1-7 1,1-8-32,1 6 1,1-4 0,1 0 29,2-1 1,2 0-1,2 1 12,10-18 1,7 7-17,7 11 0,9 9-31,8 13 0,5 12 14,6 15 0,-2 14-39,-19 2 1,-3 7 0,-4 4-430,-4 7 0,-5 6 1,-4 2 453,-5 8 0,-6 3 0,-2-5 0,-2-3 0,-4-4 0,-4-6 0,0 0 0</inkml:trace>
  <inkml:trace contextRef="#ctx0" brushRef="#br0" timeOffset="19782">5332 5866 22515,'0'-3'876,"32"-23"0,21-5-876,-6 15 0,2 0 0,4-14 0,-2 1 0,-13 20 0,0 0 0</inkml:trace>
  <inkml:trace contextRef="#ctx0" brushRef="#br0" timeOffset="20683">843 7419 18039,'-60'6'2688,"-1"1"1,28-6-2608,61-6 1,25-4-59,-9 2 1,8-1 0,2 0 0,1-1-532,2 1 0,1-1 0,0 0 0,1 0 487,2-1 0,1 0 0,-2-1 0,-2 1 60,3 0 0,-3 0 0,-9-4 349,-10-3 0,-17-3-74,-40-9 279,-18 7 0,-7 1-237,10 2 0,2 0 70,-18-16-331,38 15 1016,42 20-1100,8 16 1,5 8-21,1 1 1,-1 5-123,-7 3 0,-1 5 1,-11 3 130,-18 3 0,-11 3 0,1-4 0,10 0 0,-6-2 0,-24-2 0,0 1 0</inkml:trace>
  <inkml:trace contextRef="#ctx0" brushRef="#br0" timeOffset="23632">3338 7023 24514,'4'45'186,"0"-1"0,0 0 0,-2 0 0,-1 1 0,-1-1-139,-4 22 1,-3-4 67,-1-14 0,-2-7 114,-13-3-167,4-63-31,10-7 0,4-8-1,0-19 1,3-6-9,4 17 1,2-1-1,3 0-11,1-1 1,3 0-1,3 2-8,12-12 0,7 6-1,4 13 1,5 11-6,0 14 1,0 13-15,-1 13 0,-4 13 11,-8 15 1,-9 9 5,-12 8 0,-11 2-3,-8 3 0,-8-2 25,-5-12 1,-3-7 218,-16 5-112,20-43-68,25-29-50,22-10 12,26 5-15,-12 24 1,4 7-29,8 7 0,1 7-8,2 6 0,-5 7 6,-10 7 0,-13 4-12,-21 0 0,-13 0-215,-20-3 0,-13-6-1331,-12-9 1,-5-9 1579,11-7 0,3-5 0,-15-6 0,40-5 0</inkml:trace>
  <inkml:trace contextRef="#ctx0" brushRef="#br0" timeOffset="24032">4622 6866 22923,'-35'-2'1571,"0"-1"1,-7 3-1488,-7 4 0,1 5-73,10 19-6,18 1 1,8 5-12,13 2 1,13 1 8,14-1 1,12 1 0,-2-4-15,3 4 0,4-4 3,3-6 1,6-1-1,-15-3-3,-15 5 5,-59-4-204,-16-17 0,-10-7-3067,8-6 0,-2-3 0,3 0 1638,-2 2 1,4-2-1,4-6 1,12 1 0,28 10-1</inkml:trace>
  <inkml:trace contextRef="#ctx0" brushRef="#br0" timeOffset="24399">4969 7015 25494,'50'-22'-201,"1"0"1,0-1-1,-1 1 1,8-3-1,-2 1 1,-4 7-1,7 8 1,-8 7-1,6 2 1</inkml:trace>
  <inkml:trace contextRef="#ctx0" brushRef="#br0" timeOffset="24583">5389 6878 20509,'-3'0'6626,"1"0"-6581,-19 2-28,22 30 0,6 15-90,-11 1 0,-2 7-353,3 2 1,2 10 0,0 1 0,1-9 0,2 3 0,-2-4 0,-6-7 0,-1-1 0,1 1 0</inkml:trace>
  <inkml:trace contextRef="#ctx0" brushRef="#br0" timeOffset="25715">5458 6880 21607,'-33'-6'1366,"-1"0"1,-1-2-1014,97 6-278,-9-4 1,7-4-54,-13 3 1,3 0-1,-2-2-99,-3 0 1,-1-1 0,-3 1 76,1 0 0,-6 1 0,-3 2 0,-34 7 0</inkml:trace>
  <inkml:trace contextRef="#ctx0" brushRef="#br0" timeOffset="26799">696 9192 22856,'57'-15'41,"1"0"1,-1 0 0,1 0-1,-2 1 1,0-1 0,-1 1-1,-1-1-32,10-1 1,-1 1-1,-6-1 125,9-3 1,-15-2 207,-24-13 201,-61 7-78,-3 8 0,-2 1 34,-10-12-410,16 3-16,41 17-23,36 32-55,11 11-68,-10-1 0,0 5-1445,-4 6 0,-7 4 1518,-10-1 0,-5 0 0,0-12 0,-8-3 0,-21 9 0</inkml:trace>
  <inkml:trace contextRef="#ctx0" brushRef="#br0" timeOffset="27849">3484 8794 24945,'-4'39'78,"1"0"1,-1 15-1,0 2-36,2-7 0,0-1 70,0 1 1,-6-8 251,-18-17-241,3-56-62,11-6 1,3-7-10,4 3 1,3-4-1,2-1-208,3-5 0,4-3 0,2 2 172,3 0 1,2 2 0,5 2-19,2 7 0,3 3 0,5 6 84,20-3 1,4 12-103,2 17 1,-2 14 10,-3 17 1,-7 10-15,-14 2 1,-10 5 16,-14 14 1,-14 1-1,-10-15 1,-6-5 33,-3-4 0,-2-6 112,-14-6 348,18-30-488,31-15-5,25-3 38,27 9-44,-16 18 0,2 7-3,3 7 0,-1 8-17,-7 7 0,-9 7-11,-16 5 0,-13 2-213,-18 1 1,-12-5-923,-12-6 1,-6-9 1176,4-12 0,2-5 0,-11-2 0,26-19 0</inkml:trace>
  <inkml:trace contextRef="#ctx0" brushRef="#br0" timeOffset="28215">4676 8471 21153,'-49'-4'1471,"0"0"1,14 6-1,-2 2-1412,-25 1 0,4 6 8,7 23-39,45 11 17,22-15 0,11 0-31,18 8 0,7-1-13,-12-11 1,3 0 0,-2 0 6,15 12 1,-8 0-23,-21-7 0,-15-3-342,-32-6 0,-14-5-4153,-19-6 1,-5-7 4508,7-3 0,4-3 0,7-2 0,9-1 0,12-2 0</inkml:trace>
  <inkml:trace contextRef="#ctx0" brushRef="#br0" timeOffset="28432">5007 8588 22923,'2'-6'3109,"-1"1"-3221,25-20 0,15-3-1177,-3 12 1,3 0 1288,-1-8 0,3-3 0,-3 4 0,-1 11 0,-5 2 0,7-6 0</inkml:trace>
  <inkml:trace contextRef="#ctx0" brushRef="#br0" timeOffset="28598">5299 8364 15743,'-7'0'9830,"2"0"-8296,-41 5-1355,62 42-162,-28-15 0,-3 5-133,19 10 0,8 8 1,-4 2-311,-9-6 1,-3 2 0,-1 0 0,0-4 0,1-3 0,-1-3 0,0-1 0,-8 22-1,0 0 1</inkml:trace>
  <inkml:trace contextRef="#ctx0" brushRef="#br0" timeOffset="29298">6436 8816 22711,'3'-63'845,"0"0"1,0 0 0,-1 9-1,-1 3 1,3 17-779,2 24-22,7 68-42,-6-6 0,-2 6-13,-2-13 1,-1 1 0,-3-1 28,-2 16 1,-4-6 8,0-14 0,-3-16-11,-13-38 8,14-27 0,6-14 5,0 3 0,1-5 0,2-2-110,4-4 1,2-1 0,2 0 90,4 2 0,2 1 1,3 5-4,6-3 1,10 12 7,17 17 1,6 19-40,-4 29 1,-1 15-1,-10-7 1,-1 3 0,-5 6-197,-1 13 1,-6 7 0,-7 0-1138,-8-2 1,-5 2 0,-4-3 1355,-2 14 0,-4-6 0,-5-14 0,-2-9 0,-3-16 0</inkml:trace>
  <inkml:trace contextRef="#ctx0" brushRef="#br0" timeOffset="29483">6701 8721 17109,'-5'-5'7920,"2"2"-8010,7-35 1,12-6-1087,40 13-938,-20 2 1,6-6-1,2 9 1582,3 18 1,3 8-1,-3 1 1,9-4 0,-5 2-1,-15 3 1,-1 1 0</inkml:trace>
  <inkml:trace contextRef="#ctx0" brushRef="#br0" timeOffset="29931">7472 8525 26351,'1'37'543,"8"27"-539,-3-23 0,1 8 1,1 4-1,-1-1-551,1 0 1,-2 0-1,1 1 1,0 1 550,1 4 0,0 2 0,-1 0 1,-2-2-4,-2 11 1,-2-3 0,-5-8 350,-4-12 1,-6-9-336,-19-4-17,4-64 0,1-24 9,10 11 1,1-3-1,2-3-38,-2-9 0,2-3 0,4-2 32,8 9 0,2-4 0,4 1 0,3 3-7,5-4 0,5 4 0,4 1-13,0-1 1,5 2-1,4 7 22,6 12 1,3 5 0,1 8-32,6 9 1,1 10 5,4 7 1,-8 14 558,-20 26 1,-17 9-549,-24-4 1,-15-2-276,5-10 0,-5-1 1,-5-5-120,-10-7 0,-6-7 0,6-3 0,6-2 1,4-3-1,4-6 0,1 0 0</inkml:trace>
  <inkml:trace contextRef="#ctx0" brushRef="#br0" timeOffset="30583">8182 8862 23293,'16'-48'1314,"0"0"0,-1 6 1,-4 19-1337,-11 49 24,-1 10 1,-1 9-3,0 3 0,0 6 0,0-1 3,0-7 1,0-1 0,-2 0 1,0 4 1,-1-1 0,-2-8 45,-10 6-12,-5-60-51,12-22 1,4-13 9,2 3 0,2-5 1,2-2-226,3-7 0,2-3 0,2 0 245,1 0 1,3-1 0,3 3-27,3 4 1,3 2 0,3 5-12,0 9 1,4 4 0,1 4 7,14-3 0,3 11-26,-2 17 1,-4 12-54,11 36 81,-49-6 1,-13 2 19,-17 4 1,-11-3-236,-14-2 0,-5-7-1375,6-7 0,3-6 1381,14-9 0,5-4 0,4-2 1,25-7-1</inkml:trace>
  <inkml:trace contextRef="#ctx0" brushRef="#br0" timeOffset="31182">8625 8806 26558,'17'-55'86,"0"0"1,0 0-1,0 0 1,0-6-1,0-2 1,-1 0-1,-2 2-70,-1 10 1,-2 1 0,0 1 0,-2-1-188,1-3 1,-2-1-1,0 2 1,-1 2 214,1-4 1,-1 4 0,-2 4 86,-1-5 1,-1 22-126,0 36-15,-1 29 1,-3 16-5,-1-1 0,0 6 0,-1 3-76,1-5 0,0 4 1,1 1-1,1 0 41,1 4 1,3 1-1,0-1 1,1-4-4,0 3 1,1-4 0,5-6 16,13 12 1,7-24 41,1-44 0,0-16 12,5-15 0,-3-10 21,-10 8 0,-1-4 0,-2 0 93,4-13 1,-4 3 152,-7 15 0,-4 6-254,-4 5-27,-6 44 11,2 27 206,1-14 0,1 3-716,2 4 0,2 0 493,4-1 0,1-4 0,2 6 0,1-13 0</inkml:trace>
  <inkml:trace contextRef="#ctx0" brushRef="#br0" timeOffset="31349">9439 8126 24620,'18'37'0,"-3"-7"0</inkml:trace>
  <inkml:trace contextRef="#ctx0" brushRef="#br0" timeOffset="32265">10080 8428 22621,'0'-3'4710,"0"1"-4575,-40-47-158,1 55 0,-2-13 1,0 8-126,8 29 0,7 14-684,0 2 0,8 4-1146,15-2 1,15-4-2939,29-8 1,13-11 1958,4-10 1,5-11 3156,-4-9 0,3-7 1,-4-5 3075,-13-2 1,-4-3 0,-2-3-1573,-1-1 1,-2-3-1,-6 0-363,1-9 1,-13 1-87,-28-18-846,-38 35-356,14 20 0,-3 8-8,-2 10 0,3 8-56,10 6 0,5 4 200,6-4 1,8 0-221,15 3 1,10-6 30,35-14 72,6-14 110,-26-17 0,-4-7 462,7-26-364,-1 0 56,-9 6-212,-16 27-85,-9 24-34,-12 34-44,12 22 56,15-6-6,12-34 0,8-9-5,3-19 0,0-11 16,6-4 0,-4-9 21,-15-4 0,-3-8 0,-5-4 2,-1-13 0,-6-5 0,-1-1-16,-1 5 1,-1 0 0,-1-3 19,-4 6 0,-1-3 0,0 2 0,-1 6-9,1-7 0,-1 6-40,-1 5 0,-1 10 0,-2 22 0,-1 39 0,-1 21 0,1-6 0,2 4 0,2 5-507,0 3 0,3 5 0,1 2 0,2-1-9,4 4 1,2 1 0,3 0 0,0-2-793,1-3 0,1-1 0,1-3 0,1-3 909,2 0 0,1-4 0,-2-5 0,1-3 0,-5-9 0,-11-15 0</inkml:trace>
  <inkml:trace contextRef="#ctx0" brushRef="#br0" timeOffset="32632">10826 8411 25562,'61'-22'-324,"0"1"0,-18 7 1,1 2-1,0 2 290,2 6 1,0 3 0,-2-2 131,14-5 0,-7-8 501,-9-12 1,-9-6 749,-8-24-918,-18 24 1,-6 2-7,-11-2-380,-1 17-34,0 40-33,3 39-326,7-12 1,2 5-1916,7 7 1,2 0 1583,0-10 1,1-6 0,11 13-1,-14-40 1</inkml:trace>
  <inkml:trace contextRef="#ctx0" brushRef="#br0" timeOffset="32831">11440 7992 25517,'31'16'-535,"0"0"0,-4-13 0,14 39 0</inkml:trace>
  <inkml:trace contextRef="#ctx0" brushRef="#br0" timeOffset="33216">12008 8193 21926,'7'-9'5097,"-1"3"-4929,-47 28-106,5 32-48,10-14 0,8 5 0,18 6 0,13-1 11,11-5 0,10-7 50,4-10 1,4-11 53,-2-13 0,-3-12 16,-10-13 1,-6-9-51,-6-12 1,-8-5-80,-10-1 1,-8 0 5,-7 3 1,-6 5-76,-3 11 0,-2 9-367,-24 12-1736,21 42-7675,37 27 9647,9-7 1,12-14 0,-12-30-1</inkml:trace>
  <inkml:trace contextRef="#ctx0" brushRef="#br0" timeOffset="33549">12467 8328 22425,'1'-3'5175,"0"0"-5186,11-23 50,-10 58-39,10 3-11,-12 10 0,-2 6 30,0-7 1,0-3 187,-1 11-45,7-55 12,25-52-104,0 8 0,7-2-50,-6 15 1,3 1 0,2 2-8,0 3 0,2 3 0,1 5-8,13 2 1,-1 13-101,-9 21 0,-7 14 95,-15 7 0,-6 9 0,-1-4 0,1-4 0,-3-1 0,-7 12 0,-1 1 0</inkml:trace>
  <inkml:trace contextRef="#ctx0" brushRef="#br0" timeOffset="230316">7890 2248 24575,'33'0'0,"12"0"0,16 0 0,-23 0 0,1 0 0,4 1 0,1 1 0,7 3 0,3 4 0,7 5 0,1 5-273,-17-2 1,1 3 0,-1 2 272,2 5 0,-1 1 0,0 3 0,-1 2 0,0 3 0,0 0 0,1 5 0,-1 0 0,1 3-467,-9-9 0,1 1 0,-1 1 0,2 0 467,3 4 0,2 0 0,-1 1 0,2-1 0,-1 1 0,2 1 0,-1-1 0,0-1 0,-1-1 0,-1 0 0,0-1 0,-1-1-166,7 7 1,-1-3-1,-3-1 166,-10-9 0,-2-1 0,-1-2 0,7 6 0,-4-1 0,-7-7 0,-1 0 359,-3 2 1,-1 1-360,1 3 0,-2 2 945,-1 5 1,-2 1-946,-1 1 0,-3 4 0,-6 2 0,-2 5 0,-2-1 0,-2-8 0,-1 0 0,-2 2-177,-2 2 0,-1 3 0,-3 1 0,-1-3 177,-7 10 0,-4-2 0,-1-1 0,-5 4 0,-2 0 0,-2-2 0,-2-2 0,-2-2 0,-1-2-194,2-5 1,-1-1 0,0-3 193,4-6 0,0-2 0,-1 1 0,-5 7 0,0 0 0,2-2 0,-3 5 0,1-2 0,7-8 0,0 1 0,2-4 0,2-2 0,2-3 0,-6 4 0,2-2 0,-11 8 1242,-5 8-1242,22-29 618,-21-3-618,-4-9 0,-10-2 0,7 0 0,-6-2 0,-4 1 0,-3-1-789,1 1 1,-4 0 0,-2-1 0,-1 0 0,-1 0 788,4-2 0,-1 1 0,-2-1 0,0-1 0,1 0 0,0 0 0,4-2 0,-1 1 0,1-1 0,1-1 0,1 0 0,2 0-194,0-2 0,1 1 0,2-1 0,3-1 1,2 0 193,-15-5 0,5-1 0,8 2 0,10 1 0,9 1 0,-1-3 0</inkml:trace>
  <inkml:trace contextRef="#ctx0" brushRef="#br0" timeOffset="838978">3641 6473 24575,'26'0'0,"10"0"0,16 0 0,11 0 0,3 0 0,-1 0 0,-11 0 0,1 0 0,2 0 0,1 0 0,3 0 0,2 0 0,1 0-609,-9 0 0,3 0 0,0 0 0,3 0 0,1 0 0,0 0 0,2 0 0,0 0 0,0 0 1,0 0-1,0 0 609,-2 0 0,2 0 0,1 0 0,1 0 0,0 0 0,0 0 0,0 0 0,-1 0 0,0 0 0,-2 0 0,-1 0 0,-1 0 0,7 0 0,-2 0 0,0 0 0,-1 0 0,-1 0 0,-2 0 0,0 0 0,-1 0 0,0 0-2,8 0 1,0 0 0,0 0 0,-2 0 0,-3 0 0,-5 0 0,-6 0 1,19 1 0,-9 1 0,-15-1 0,-3-1 0,-34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4:11:30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3245 8075 24575,'20'-3'0,"15"1"0,13 1 0,1-3 0,10 0 0,6-2 0,3 0-1405,-14 0 1,4 0 0,2 0-1,3-2 1,1 1 0,1-1-1,1 0 1387,-7 1 0,2 0 1,0-1-1,2 1 0,1-1 1,0 0-1,0-1 0,1 1 1,0-1 17,-8 1 0,1 0 0,0-1 0,1 0 0,0 1 0,0-1 0,0 0 0,1 0 0,0 0 0,0 0 0,0 0 0,3 0 0,1 0 0,2 0 0,-1-1 0,1 1 0,0 0 0,-1 0 0,-2 0 0,-1 1 0,-2-1 0,-2 1 0,10-1 0,-3 0 0,-2 0 0,-2 0 0,0 1 0,-1-1 0,1 1 148,1-1 0,2 1 0,1-1 0,-1 0 0,-6 2 0,-6 0 0,-9 2 0,9 0 0,-12 1 0,4-1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3:37:34.10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1857 2272 20711,'-5'-3'2066,"-41"-17"1,-13 3-1832,-4 25-190,12-7 0,-10 2 0,7 9-12,2 26 1,8 12-34,13-13 0,2 3 0,6 0 8,-2 17 1,17-1-1,23-8 1,16-7-19,3-17 1,8-5 0,3-2-219,9 0 1,2-3 0,-1 1 228,-4-2 1,-3 1 0,-7 4 115,0 9 1,-20 4-96,-38 5 1,-20 0-14,-3-9 1,-7-2-1,-3-1-69,-7 1 0,-3-3 0,1-3-463,5-5 1,2-3-1,3-5 523,-5-7 0,7-6 0,-2-5 0,40-13 0</inkml:trace>
  <inkml:trace contextRef="#ctx0" brushRef="#br0" timeOffset="351">2063 2634 15339,'3'-1'9130,"0"-1"-8576,-3 2-122,-3 18-157,-17 30-247,11-15 0,2 2 5,0 6 1,6-1 83,27 19 175,35-39-122,-24-28 1,0-11-14,-2-7 0,-5-8-57,-8-3 1,-7-2 6,-4-23-426,-14 25-3120,-1 32 3439,13 20 0,-4-2 0,7 2 0</inkml:trace>
  <inkml:trace contextRef="#ctx0" brushRef="#br0" timeOffset="834">2971 2472 25438,'-24'-53'457,"1"0"1,3 13-1,4 18-451,15 46 0,4 18 19,-5 17 0,-1 7-31,-1-10 1,-1 3-1,0-1 13,-1 0 1,0 0 0,0-2 6,-1-9 1,1-1 0,1-5 145,0 1 0,3-12 58,3-23-140,14-56-47,-1 8 0,4-4-42,8-6 0,6 3-12,6 7 1,6 7 10,4 14 1,3 11 19,1 18 1,-4 11-48,-6 8 0,-11 7 36,-17 6 0,-15 1-59,-22-3 1,-14-6-359,-15-5 0,-8-11 420,-5-12 0,3-7 0,22 4 0,5-4 0,-13-19 0</inkml:trace>
  <inkml:trace contextRef="#ctx0" brushRef="#br0" timeOffset="1267">3716 2361 26060,'42'-33'-703,"1"0"1,0-1 0,3 3-1,2 1 1,-1 9-4214,10 10 1,-5 6-2063,5-4 11280,-81 9 5528,-36 4-6240,-2 4-2364,26 11-413,17 23-659,11-2 0,3 7-130,1-3 0,0 4 1,1 3-571,1 10 0,2 4 0,3-1 546,2-14 0,4 0 0,-1-1 0,-1-3 0,-1 19 0,2-8 0,8-18 0,0 0 0</inkml:trace>
  <inkml:trace contextRef="#ctx0" brushRef="#br0" timeOffset="2017">4326 2528 25780,'51'16'2,"0"1"1,-1 0 0,1 3 0,-16 7-42,-29 22 0,-21 2 123,-18-20 0,-9-9-42,3-4 0,6-13-20,14-45-22,51 0 0,20-4-62,-20 16 1,1 1-1,4 0-379,11-2 1,3 0-1,1 5-1908,-7 5 1,0 4-1,-3 1-485,4-1 0,-1 2-180,3 2 1,-10 7 12775,-29 8-2754,-13 0-4902,-19 1-751,-9-5-1147,13 6-147,2 7 46,26 24-1,17-3-33,9-1 123,15-35-45,-19-29-134,-5-18 67,-17-10 28,-26 21-67,-12 20-20,-5 26 0,-1 12-28,7 5 0,2 5 0,-4 5 1,12 5-623,32 15 1,16-1-452,0-15 1,6-4-779,3-6 1,4 0-1,0-7 1854,8-3 0,-4-8 0,12 0 0,-22-11 0</inkml:trace>
  <inkml:trace contextRef="#ctx0" brushRef="#br0" timeOffset="2384">5787 2553 23853,'-36'-46'838,"-1"0"1,5 11-1,0 15-771,-21 51-50,34 25 56,44 2-15,0-34 1,6-7 33,6-10 1,1-9 22,-4-9 0,-5-9-37,-7-6 1,-9-5 5,-17-30-12,-41 17-36,6 35 1,-3 11-32,-7 15 1,2 10-17,8 1 0,8 7-297,10 16 0,17 3-1216,26-8 1,13-4 1099,-4-10 0,4-1 0,-1-5 0,4 0 0,0-6 0,-6-6 0,0 0 0</inkml:trace>
  <inkml:trace contextRef="#ctx0" brushRef="#br0" timeOffset="2766">6598 2203 23086,'-5'-4'1445,"-30"-15"0,-9 6-1277,6 31-126,-9-15 0,5 6-23,29 20 1,11 6 81,19 24 112,20-23 5,10-36-44,-12-29-73,-20-20-45,-24 2-129,-14 17-179,-12 36-2073,3 43 1646,19-9 1,2 0 0,-3 17-1,11-10 1</inkml:trace>
  <inkml:trace contextRef="#ctx0" brushRef="#br0" timeOffset="3051">6588 2682 23719,'-3'-3'1456,"-27"-5"0,-6 8-1405,14 23-57,-33 5 68,79 24 5,25-11-6,7-21-55,-15-24-1445,-25-13 1439,-25-3 0,1 6 0,-3 10 0</inkml:trace>
  <inkml:trace contextRef="#ctx0" brushRef="#br0" timeOffset="3417">1212 3706 13041,'-62'10'1443,"0"1"0,0-1 0,0 0 0,-17 6 0,37-5-864,82-11 1,37-4-421,-29 0 1,7 0 0,5-2-1,4 0 1,3-1 0,2-1-514,-13 2 0,1 0 1,3-1-1,2-1 0,1 1 1,2-1-1,0 0 1,2 0-1,0 0 0,1-1 368,-10 2 0,1 0 0,0 0 0,1 0 0,2-1 0,-1 1 0,2-1 0,0 1 0,0-1 0,1 0 0,1 0 0,-1 0 0,1 0 0,0 0-59,-5 1 0,-1 0 0,2-1 1,-1 1-1,1-1 0,1 1 1,0-1-1,0 0 0,0 0 1,1 1-1,-1-1 0,1 0 1,0 1-1,0-1 0,0 0 1,0 1-1,0-1-46,-2 1 0,0 0 0,1 0 0,0-1 0,0 1 1,1 0-1,-1 0 0,1 0 0,-1 0 0,1 0 0,-1 0 1,0 0-1,0 0 0,0 0 0,-1 0 0,1 0 1,-2 1-1,1-1 80,3 0 0,0 0 0,1 0 0,0 0 0,0 0 1,-1 1-1,1-1 0,-1 0 0,-1 1 0,-1-1 1,0 1-1,-2 0 0,0 0 0,-3 0 0,0 0 1,-3 1-1,17-3 0,-1 1 0,-3 1 0,-2-1 1,-1 1-1,-2 0 0,-2 0 0,-2 0 0,-2 1 0,2 0 1,0 0-1,0 0 0,0 0 0,0 0 0,-1 0 1</inkml:trace>
  <inkml:trace contextRef="#ctx0" brushRef="#br0" timeOffset="9467">6682 4898 15698,'-2'-57'1728,"0"0"1,0 0-1,-10 12 1,-6 3-1,-7 8-1501,-11 7 1,-7 7 0,-1 8-300,0 8 1,-2 7 0,1 15 102,10 10 0,-2 13 1,0 9-1,0 5 1,3 2-1,3-3 0,4-7-479,1 3 0,5-5 0,3 3 1,3 7 441,2-6 0,-1 7 1,1 5-1,1 2 1,3 0-1,5-3 0,7-5 1,7-8-45,14 1 1,10-8-1,7-4 1,4-3 0,2 0 39,0 0 1,4-1 0,4-2-1,1-2 1,2-5 0,0-5 27,3-4 1,3-5 0,1-4-1,0-4 1,0-5 0,-3-5 34,-2-4 0,1-5 1,-1-5-1,-2-3 0,-3-3 1,-6-2-30,-1-3 1,-4-2-1,-3-4 1,-6-3 0,-5-5-7,-7 0 1,-4-5 0,-4-3-1,-5-1 1,-4 0 0,-6 2 19,-8-6 0,-9 1 0,-5 0 0,-4 2 0,-1 2-14,3 5 1,-2 1 0,-3 2 0,-3 4-1,-6 3-15,-9 1 0,-6 3 0,-5 4 0,-1 7 0,0 10-61,1 10 1,-2 10-1,0 5 1,1 5 0,1 0-62,6-1 1,1 2 0,1 3 0,2 3 0,2 5-209,-1 7 1,0 6 0,3 4 0,6 2-1,8 1-1219,8 9 1,8 4 0,7 0 0,3-2-861,2 9 1,6-1 0,9-4 1695,12-2 0,10-3 0,6-20 2872,21-29 0,3-22 414,-8-6 0,-4-14-1179,-18-9 0,-4-10 0,-6-2-442,-7 3 1,-4-2-1,-3 3-457,3-12 1,-3 4 398,-1 3 1,-4 24-949,-12 58-104,4 4 1,2 7-2895,2 14 0,3 7 0,0-2 2651,1 7 0,2-4 0,2 3 0,1-9 0,-2-15 0</inkml:trace>
  <inkml:trace contextRef="#ctx0" brushRef="#br0" timeOffset="10151">6665 6103 18078,'0'-7'5909,"0"2"-5732,-23 20 1,-20 24-1,1 5-167,12-4 0,1 4 0,0 4 0,-4 1-512,1-6 1,-3 1 0,-2 2 0,-1 2 0,2 1 0,1 3 354,3 1 1,0 4 0,1 2-1,1 2 1,1-2 0,1-1-1,2-4-175,-1 2 1,3-1-1,0-3 1,3 0-1,0-1-324,-6 15 1,-2 5 0,9-13 0,20-28-477,27-35 0,10-20 1153,-6-8 1,1-12 0,2-6 70,-7 9 1,2-6 0,1-3 0,0-2 0,0-1-1,-1 2 23,-1 1 0,-1-1 1,0 1-1,0-1 0,0 0 1,0-1 236,1-2 0,0-2 0,1 0 0,-1 0 0,-1 2 0,1 2-11,0-2 1,-1 1 0,1 1 0,-1 4 0,-1 2-101,8-10 1,0 6 0,2 9-96,9 6 1,3 18-180,8 29 1,4 18-143,-19-5 0,2 6 0,2 3 0,1 0-1790,2-1 0,2 2 1,2 1-1,-2 0 0,-1-1 1955,2 3 0,-1 0 0,-2-1 0,-1-3 0,11 5 0,-2-3 0,-10-8 0,0 0 0</inkml:trace>
  <inkml:trace contextRef="#ctx0" brushRef="#br0" timeOffset="11082">5867 8073 18341,'-7'-33'1923,"1"1"0,4-5 1,4-3-1647,-1-20 0,5 0-238,6 14 0,6 6-78,30-2 11,8 68-28,-32 15 0,-9 10 31,-11-5 1,-6 3 0,-5 2-43,-5 4 0,-6 1 0,-3-3 100,-2-6 1,-3-2 0,0-4-29,-6 3 1,4-8 67,9-4-23,67-43-84,2-5 1,8-5-44,-5 3 1,5-2-1,0-2-171,-11 4 0,1-2 0,0 0 1,-2-2-99,13-8 1,-2-1 0,-7-6-143,-10-1 1,-5-4-1,-10-4 381,-12-3 0,-9-4 0,-9 1 282,-11-4 1,-11 1-1,-7 4 78,-1 12 1,-6 3 0,-3 3-1,-3 5-231,-5 4 1,-2 4 0,-3 6 0,0 4 52,-3 6 1,-1 5 0,0 5 0,2 7-307,1 6 0,1 5 1,3 6-1,4 6 226,12-2 1,1 3 0,4 5-1,2 2 1,4 1-3,3 6 0,3 2 1,4 3-1,4 1 0,4 0-75,4 2 0,4 1 1,4 1-1,5-2 1,6-3-29,6-2 0,6-1 0,4-3 1,5-3-1,4-5 61,6-5 1,5-4 0,4-4 0,3-6 0,-1-6 92,2-7 1,3-5 0,0-7 0,0-4 0,-2-5 57,-2-4 0,1-5 0,-2-5 0,-3-5 0,-6-4-14,-5-5 1,-4-4-1,-4-5 1,-5-2-1,-4-1-34,-4-5 1,-4-3 0,-6-2 0,-3 0 0,-5 1 2,-4 0 0,-4 0 0,-5 0 1,-3 2-1,-2 2-36,-2 4 0,-3 2 1,-2 1-1,-3 4 0,-3 3-225,-6 1 0,-4 3 1,-2 6-1,1 6 204,-5 6 0,1 8 0,2 3 0,-3 3 0,7 7 0,5 13 0</inkml:trace>
  <inkml:trace contextRef="#ctx0" brushRef="#br0" timeOffset="11749">8194 6992 17944,'-5'-6'2935,"-15"-40"0,2-12-2694,20 0-233,-7-6 0,12 7-42,24 37 1,10 13-60,10 16 1,2 13-157,3 12 0,-7 10 44,-11 10 1,-15 6 190,-18-2 0,-14-2 280,-14-10 0,-10-7 123,-4-14 1,-2-11 360,-17-22-336,31-29-307,32-9-84,26 16-65,0 29 0,5 10-17,12 12 0,1 9-44,-16-3 0,0 3 1,-5 3-108,7 18 0,-19 3-745,-36 0 0,-18-5-2381,-5-16 1,-7-7 2656,-13-3 1,4-9 0,7-9-1,39-5 1</inkml:trace>
  <inkml:trace contextRef="#ctx0" brushRef="#br0" timeOffset="12149">8263 6416 14426,'-36'-21'3019,"1"1"0,-13 16 0,-6 9-2739,-3-1 0,-5 5 0,2 11-922,18 8 1,1 9 0,0 5-1,3 3 1,3 0 639,4-2 1,1 1 0,3 2 0,2 2 0,3 4-13,3 1 0,0 5 0,3 2 0,4 1 0,6-1 0,8-4-84,12 6 1,10 0 0,7-3-1,5-3 1,1-2 36,0-5 1,3-1-1,4-4 1,4-3 0,5-6 71,-4-8 0,5-3 0,4-2 0,2-3 1,1-4-1,-1-5 0,-3-5 42,6-6 0,0-6 0,0-6 1,-1-4-1,-1-2 0,-3 0 8,5-2 1,-2-2 0,-2-2 0,-3-6-1,-6-6-2,-9-3 1,-2-5 0,-3-5 0,-4-3 0,-6-1 0,-5 0-465,-7-8 1,-8-4 0,-6 0 0,-3 0 0,-3 2 460,0 5 0,-2 0 0,-4 2 0,-4 0 0,-6 3-58,-2 7 0,-4-2 0,-4 2 0,-4 3 1,-2 5-1,-3 6-191,-10 4 1,-5 8 0,-4 5 0,0 5 0,0 2 192,-1 6 0,-2 5 0,0 4 0,1 1 0,5-1 0,0-4 0,2 1 0,4 1 0,4 6 0,7 14 0,-1-1 0,1 0 0</inkml:trace>
  <inkml:trace contextRef="#ctx0" brushRef="#br0" timeOffset="12915">5633 9439 12079,'10'-49'1638,"1"0"0,-1 1 1,1-1-1,1-6 0,1 3 1,-2 4-267,-2 2 1,-2 9-1278,3 8 17,-28 73-104,-2 5 1,-6 9-36,3-5 1,-2 5 0,-1 0 15,1-2 0,0 0 0,1-3 95,-7 16 0,8-20 67,20-41-50,20-42 0,14-30-48,-10 22 0,2-5 1,2-2-1,2 1-392,3-4 0,3 0 0,0 1 1,1 2 401,-2 3 0,-1 1 0,2 3 0,1 4-49,8-1 1,2 4 0,2 12-370,-1 14 1,2 10 0,0 7 130,9 11 0,1 9 0,0 8-1741,-10 0 0,1 7 1,-2 1-1,-3 0 1965,-5-8 0,-2 0 0,-3 0 0,-1 0 0,1 7 0,-2 0 0,-8-7 0,-4 0 0</inkml:trace>
  <inkml:trace contextRef="#ctx0" brushRef="#br0" timeOffset="13982">5027 10286 20974,'13'-57'1023,"-1"-1"1,1 1-1,3-15 1,-4 17-990,-8 37 5,-25 75-76,2-3 1,-1 9 19,4-10 0,-1 3 1,3 0 23,0-4 1,2 1-1,3-4 24,1 9 0,11-12 109,26-19-45,-2-42 1,3-14 13,7-8 0,2-4-59,3-1 1,1 4-48,-5 12 0,0 12 13,-6 22 1,-4 12-23,-7 17 1,-7 10-111,-6-6 0,-2 4 1,-2 1-339,0 3 0,-1 1 0,3-2-977,4 13 0,7-9-2176,27-5 2694,-9-65 0,2-21 1183,-10-6 1,-3-10 0,-2-4-99,-3 4 0,-2-4 0,-1-2 1,-3 0 306,-3 10 0,0-2 1,-2 0-1,-3 0 1,-2 2 92,-4-12 1,-3 1 0,-4 1 0,-6 4-368,-4 7 1,-3 2-1,-5 3 1,-5 7-75,-6 5 1,-5 4 0,-3 6-1,-2 6-119,-5 6 1,-3 8 0,-1 5 0,1 6-269,-4 7 0,-1 7 0,2 6 1,2 6 241,11 1 1,0 6-1,3 4 1,3 3-1,3 2-221,7-4 1,2 3 0,2 2 0,3 2 0,3 1-1,3-1 125,3 1 0,4 1 0,2 1 0,4 0 0,3-1 0,5-2-43,5 6 1,6 1 0,4-3-1,6-3 1,5-7 61,7-6 0,5-3 0,5-6 0,3-5 0,1-6 120,4-8 0,2-6 0,3-6 0,0-5 0,-2-5 67,2-5 0,-1-5 1,0-5-1,-2-5 1,-5-4 31,-3-5 1,-3-4 0,-2-5 0,-5-2 0,-4-2 3,-5-1 0,-3-4 0,-4 0 1,-5-2-1,-6 1-33,-5 4 1,-5-1 0,-4 0 0,-5 1 0,-4 3-43,-8-8 0,-7 3 0,-4 2 0,-5 6-78,-2 9 0,-4 4 0,-2 4 0,-1 5-276,-9 1 1,-2 7-1,3 10 297,-5 16 0,8 8 0,2 3 0,37 22 0</inkml:trace>
  <inkml:trace contextRef="#ctx0" brushRef="#br0" timeOffset="14682">7011 9786 19266,'53'-23'1934,"-1"-1"0,-6 5 0,-15 4-1755,-27 11-67,-39 13-8,-1-4 0,-3-1-37,-1 1 1,-2-1-15,-9-1 0,1-1-109,-15 4 34,18 7 50,20 24-28,22-5 0,4 4-9,0-1 1,3 3 8,2 8 0,2 0 22,0-11 1,0-3 72,6 13 526,-5-22-201,5-50-336,5-6-84,2 3 0,5-1-20,4 10 1,3 4 8,9 2 0,4 8-1,4 13 1,0 12-160,2 16 1,-6 11-24,-12-3 1,-11 6-193,-12 15 0,-20-1-1004,-13-28 1,-10-4 0,-3-4 1389,-16 3 0,-2-6 0,6-2 0,5-8 0,-3-20 0</inkml:trace>
  <inkml:trace contextRef="#ctx0" brushRef="#br0" timeOffset="15048">7067 9463 19692,'-42'-36'906,"1"-1"0,-1 1 0,-4 16 0,-4 6 1,-2 11-853,-9 11 0,-2 12 0,2 13-688,17 2 0,1 10 0,1 6 0,5 3 0,5 0 630,7 0 1,4 3 0,5 2 0,2 1 0,2 1-36,0-5 1,1 1 0,1 2 0,4 0-1,6-1 1,8-2-67,10 2 1,7 0-1,7-1 1,4-2-1,4-4 1,1-6 110,7-2 1,4-6 0,3-5 0,3-3-1,1-3 46,-7-5 0,2-1 1,2-3-1,0-3 1,0-7-1,0-7 59,2-8 0,3-9 0,-1-6 0,-2-4 0,-3-5 0,-5-2-2,-1-7 1,-6-7 0,-3-3 0,-3-3 0,0-1-78,-4 5 1,1-2 0,-2-1 0,-3-2-1,-5-1 1,-6-2-25,-6-3 1,-4-5-1,-5-1 1,-6 1-1,-6 4 1,-7 6-695,-12 2 0,-11 6 1,-5 4-1,-3 1 1,3 1 486,3-1 1,0 1 0,0 1 0,-2 6 0,-2 6 0,-11 6 0,-4 7 0,2 6 0,8 4 0,6 5 0,-1 1 0</inkml:trace>
  <inkml:trace contextRef="#ctx0" brushRef="#br1" timeOffset="25713">8033 4025 12528,'-23'-49'864,"0"0"1,1 0 0,-1 0-1,0 0 1,-7-8 0,-1 2-1,-2 2 1,-3 6-592,2 9 0,-2 4 0,-3 4 0,-1 3-460,-3 3 0,-2 4 0,-2 3 1,0 3 251,-4 4 1,-1 3 0,0 3 0,-1 3-187,0 4 0,-1 3 0,1 3 0,0 2 163,0 2 0,0 3 0,1 2 0,2 3 9,-1 4 1,2 3 0,0 3 0,1 1-24,-1 3 0,0 1 0,1 3 0,2 1-7,-2 3 0,2 2 0,0 1 0,1 2-17,8-6 1,0 1-1,1 1 1,2 0 0,2 0-4,-1 3 0,2-1 1,3 1-1,1 2 24,0 7 1,1 1-1,3 2 1,4-1 13,5-6 0,3-1 0,3 2 1,-1 0-21,-1 8 1,1 1-1,1 1 1,2 0-13,0 1 0,2-1 0,1 1 0,2-1 19,2 0 1,1-1 0,3 0-1,1-1 16,2-1 0,2-1 0,1-1 0,4 0-24,2-1 0,4-1 1,2-1-1,1 0-6,1 0 1,2 0 0,2-2 0,1 1 6,2-1 1,1-1-1,2 0 1,0-2 6,2 0 1,0-2 0,2-1-1,0-1 0,3-2 1,0-1 0,2-1 0,0-2 5,2 1 0,2-2 0,0 0 1,0-1-149,2-1 0,1 0 0,1-1 0,-1 1 113,-1 0 0,1 1 0,-1 0 1,-1 1 17,-2 0 0,-1 0 1,-1 2-1,-2 0-3,-1-1 1,-2 1 0,0 0 0,-2 0-134,-2 0 1,0 0 0,-2-1 0,1 1 135,-1-2 0,-1 1 1,1 0-1,0-2-4,0 0 0,0-1 1,1-1-1,0 0 8,0 1 1,-1 0 0,1-1-1,0-1 13,11 11 0,0-2 0,1-1 25,-1-4 1,1-1 0,0-4-8,0-5 1,1-4-1,1-5 19,4-5 0,2-6 1,1-5-22,3-7 1,1-6-1,0-5 19,-13 0 0,-1-4 1,0-2-1,-1-2-9,-1-4 1,0-2 0,-2-3 0,-1-2-27,-2-3 0,-1-2 1,-1-2-1,-2-3-92,0-3 1,-1-4-1,-2-1 1,0-1 65,-5 6 1,-1 0 0,0-2 0,-1 0 0,1-1-81,-1-2 0,1-2 0,-1 0 0,0 0 0,-2-1 86,0-1 0,0 0 1,-2-1-1,0 0 0,-2 0 8,-2 0 0,-1 0 1,-1 0-1,-2-1 1,-2-1-5,-3-1 1,-2-1 0,-2 0 0,-2-1 0,-1-1-5,-3 7 0,-1-1 0,-1 0 0,-2-1 0,-1 0 0,-1 0-119,-1-1 1,-2 0-1,-1-1 1,-1 0 0,0 1-1,-2-1 111,-1-2 1,0 0 0,-2 0 0,-1 0-1,0 0 1,-2 1-10,-1 1 0,0 1 1,-2 0-1,0 0 1,-2 0-1,0 1-4,-2 0 1,-1-1 0,-1 1-1,-1 1 1,-2 0 0,-1 0-12,3 7 1,-1 0 0,-1 0 0,-1 1 0,0 0 0,-2 1-1,0 0-19,-2 0 1,0 1-1,-1 0 1,-2 1 0,1 0-1,-2 1 1,0 1-36,0 0 0,-2 1 1,0 0-1,-1 1 1,0 0-1,0 1 1,-1 1-353,3 2 0,-2 0 1,0 1-1,0 1 0,1 1 1,1 1-1,1 0 426,-7-4 0,1 2 0,1 0 0,2 3 0,3 1 0,-10-6 0,4 3 0,7 4 0,14 9 0,0 0 0</inkml:trace>
  <inkml:trace contextRef="#ctx0" brushRef="#br2" timeOffset="31012">6757 7595 10405,'-13'-53'1859,"0"-1"1,0 0-1,-2-1 1,-1 1 0,-2 2-1565,-1 2 0,-1 2 0,-4 0-77,-3-1 0,-4 1 1,-3 2-462,-3-1 0,-3 3 1,-3 2 307,-3 3 0,-2 2 1,-2 5-59,-3 3 1,-1 5-1,-2 3-11,-2 4 1,-2 4-1,-1 6-10,12 5 0,0 5 0,-1 2 0,0 2 1,-6 4 1,0 2-1,-1 4 1,0 2-287,8 0 0,-1 3 1,0 2-1,1 1 0,-1 2 294,-2 2 1,1 2-1,-1 2 1,1 1 0,0 1-1,7-3 0,1 0 1,0 2-1,0 0 0,1 1 1,0 1-2,1 2 0,0 1 1,0 1-1,1 0 1,1 2-1,0 1-4,0 2 1,0 0 0,0 2 0,2 1-1,-1 2 1,1 2 21,3 0 0,-1 3 0,0 1 0,2 2 0,0 0 0,1-1 0,1-1-189,4-6 0,0 0 1,1-1-1,2 1 0,-1 0 1,2 1-1,-1 2 176,2 0 0,0 1 1,0 2-1,1 1 0,1 0 1,1 0-1,2-2 0,1 0 3,0 7 0,2-1 0,3 0 0,0-1 0,3 1 0,0 1 0,2-6 0,1 1 1,1 1-1,2 0 1,1-1-1,1 1 0,2 0 6,1-1 1,2 1 0,1 0 0,2-1 0,2 1 0,1-1 0,3 1-309,3 3 1,3 0 0,2 1 0,2-1 0,2-1 0,0-2 0,1-1 302,3 2 1,-1-2 0,2-2 0,3-1-1,3-1 1,5-1 12,-5-11 1,4 0 0,3 1 0,2-2 0,1-1 0,2-1 0,-1-2 0,0-2-1,-1-4-119,10 5 1,0-5-1,0-3 1,1-2-1,3-1 1,4-1 133,-10-4 1,4-1 0,3 0-1,1 0 1,1-2 0,1-1 0,-1-2-1,-1-2 1,-2-1 10,2-2 1,-1-3 0,0-1 0,-1-2-1,0-2 1,1 0 0,0-1 0,0 0 2,-2-1 0,0 0 1,0-1-1,1-1 1,0-1-1,-1-1 1,0 0-1,0-2 1,-1-1-7,4-1 0,0-1 0,0-2 0,-1 0 1,0-2-1,-2-1 0,0-1 0,-1-2-9,-3 0 1,-1-2 0,-1 0 0,0-2 0,-2-1 0,0 0 0,0-2 0,-2-1 4,5-4 0,-1-2 0,-1 0 0,-1-2 1,-1-1-1,-1-1 0,-2-1 0,-2 0 0,-2 0 0,0-2 1,-1 0-1,-2-2 0,-1 0 0,-2 0-6,2-5 1,0-2-1,-3 0 1,-1-1 0,-3-1-1,-2-1-1,-5 3 0,-1-1 0,-2-1 0,-3 0 0,-2-1 0,-5 0-15,-1-11 1,-5-1-1,-4 0 1,-3-1 0,-4 0-3,-1 9 0,-4-1 0,-3 0 0,-1 0 1,-2 0-1,-2 0 7,1 5 0,-2-1 1,-2 1-1,0-1 1,-2 0-1,0 1 1,0-1-3,-1 0 0,0 0 0,-1 0 0,-1 0 0,0 0 0,0 0 0,-1 1-4,1 1 0,-1 0 0,0 0 0,0 1 0,-1-1 0,-1 1 0,-2 0-19,-2-3 1,-1 0-1,-1-1 1,-1 1 0,-1 2-1,0 0 1,-1 3-68,0-1 0,-1 2 1,1 2-1,-3 0 0,-2 2 1,-4 0 73,1 5 0,-5 1 0,-3-1 0,-2 1 0,0 2 0,2 1 0,4 3 0,6 3 0,-5-4 0,6 4 0,1 2 0,-4 2 0,-13 2 0,0 0 0,0 0 0,0 0 0</inkml:trace>
  <inkml:trace contextRef="#ctx0" brushRef="#br3" timeOffset="35978">7876 9161 12752,'-37'-46'1041,"1"0"1,0 0 0,0 0 0,-9 6 0,-4 3-1,-3 6 1,-3 9-914,3 11 1,-3 7 0,-2 6 0,-1 3 0,0 3-635,4 1 0,-1 3 0,-1 3 0,1 3 0,0 3 0,1 1 580,-2 5 1,0 4 0,1 2 0,2 2-1,1 3 1,4 3-14,1 2 1,3 3 0,1 2-1,4 3 1,3 1 0,3 2-22,4 1 0,3 2 0,3 2 1,4 1-1,4 0 0,4 0-32,5 0 1,4 1-1,4 0 1,4 1-1,4-2 1,3-2-25,4-2 0,4 0 0,3-1 0,4-2 0,2-2 1,4-3 2,3-1 1,5-1 0,2-3 0,3-2 0,2-3 0,1-3 29,2-3 1,2-2 0,3-3 0,0-3-1,2-4 1,-1-3 29,1-3 1,1-4 0,1-3-1,0-3 1,-1-3 0,-1-4-63,-2-2 0,0-3 0,-1-4 0,-1-2 0,-1-4 0,-3-2 121,5-8 0,-2-5 1,-2-3-1,-4-4 1,-3-2-11,-4-4 0,-4-3 0,-3-3 1,-3-2-1,-4 0-42,-5 0 1,-2-1 0,-4-1-1,-4-1 1,-5 0-31,-3 1 1,-5 0 0,-3-1-1,-5 2 1,-5 2-98,-6 1 0,-4 0 0,-5 2 1,-5 4-1,-3 2-696,-3 9 1,-5 3 0,-3 2 0,-3 2 0,1 2 0,2 1 598,-2 0 0,1 2 1,-1 1-1,2 3 1,-1 3-1,-6-1 1,-1 4-1,3 2 0,9 4 1,8 4-1,1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3:38:31.131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1349 2949 16920,'3'-56'893,"0"0"1,0 0 0,0 1-1,0-1 1,0 0 0,-1-11 0,1 1-1,0 6 1,-1 8-852,2-6 0,-3 28 155,-4 56-197,1 24 0,1 12-62,1-4 1,0 6-1,1 0-158,0-13 0,1 0 0,0 1 0,0-3 225,1 9 1,-1-2 0,1-7 174,2 4 0,-7-22-135,-15-46-42,2-25 0,1-15 2,-1-1 1,1-6 0,1-3-273,3 8 0,1-4 0,1 0 0,3-1 264,1-2 0,1 0 1,3 0-1,2 1-3,3 5 1,2 0-1,3 3 1,4 4-79,7-4 0,6 5 1,6 9 42,1 11 0,5 6 0,1 10-66,21 15 1,-3 19-96,-7 21 1,-14 15 171,-26-9 0,-11 6 0,-7 1-58,-10 5 1,-9 2 0,-5-4-544,-5-2 0,-6-4 1,1-3 630,8-12 0,0-3 0,2-4 0,0 0 0,7-7 0,15-11 0</inkml:trace>
  <inkml:trace contextRef="#ctx0" brushRef="#br0" timeOffset="617">2283 2117 21948,'-47'19'414,"0"0"1,0 0 0,-13 11 0,10 4-376,22 1 0,11 2 303,14 16 251,35-34-145,20-41-204,-26 0 0,-3-5-51,-3-3 0,-4 0 43,1-15-281,-12 25 34,-11 44 16,1 32-30,2-16 0,3 2-1,6 2 1,6-3 19,5-8 1,7-8 30,9-14 1,3-13-10,7-17 1,-1-14 11,-12 0 0,-3-6 0,-1-3-158,0-9 0,-4-5 1,-1-1 179,-3-5 1,-2-1-1,-2 2 58,-5 7 0,-1 2 1,-3 3 31,-1-9 0,-5 11-118,-9 16-38,-15 82-49,15 2 1,5 10-364,3-17 1,3 3 0,1 2 0,2 0 104,2 6 0,3 2 0,0-1 1,0-5-1,0-1 0,0-3 0,1-3 1,5 8-1,0 1 0</inkml:trace>
  <inkml:trace contextRef="#ctx0" brushRef="#br0" timeOffset="1150">2388 2372 21276,'16'-33'1051,"0"-1"0,10 10 1,7 0-1058,1-5 0,4-3 1,2 3-27,2 8 0,3 4 1,-2-3 21,0-8 1,0-3 0,-5-1 25,7-12 1,-8-5 67,-17 8 0,-4-3 0,-4 3 331,-4-7 0,-5 4 402,-1-21-699,-3 43-90,4 67-3,2 8 0,0 11-20,-2-4 1,-1 5 0,-1 2-173,-1-12 0,0 0 1,-1 1-1,0-2 178,-1 8 0,0-1 1,-2-6 181,-3 9 0,5-25 121,5-38-214,5-29 1,2-18-20,7-9 1,3-4-54,4 0 0,2 4 8,-3 13 1,3 9-82,22 6 348,6 58-2759,-15 6 0,1 4 2456,-5-5 0,-2 0 0,-6-4 0,-5-7 0,-12-15 0</inkml:trace>
  <inkml:trace contextRef="#ctx0" brushRef="#br0" timeOffset="1733">4780 2090 19400,'-17'-34'3134,"0"1"0,-10 7-2980,-1-11 0,-4 10-115,1 36 0,2 10-50,-18 20 14,20-1 0,11 5 8,23 0 0,12-1-28,3-4 1,8-3-46,21 4 0,4-2 68,-13-9 0,-6-1 22,1 20-6,-72-2-14,-7-34 1,-6-10-40,-3-6 0,2-7-207,4-4 0,9-7-2255,17-11 1,11-1 1644,22-11 0,5 8 0,5 27 0</inkml:trace>
  <inkml:trace contextRef="#ctx0" brushRef="#br0" timeOffset="2117">5138 2085 18548,'0'-3'7406,"0"0"-7171,0 3-190,-13-3-23,1 45 34,0 0-56,12-7 0,8 0 28,12-7 0,7-8 174,33-14-79,-25-11 0,-2-7 53,-5-16 1,-6-6-9,-5-26-107,-16-4-352,-10 26-2806,8 29 3097,21 25 0,-6-2 0,6 4 0</inkml:trace>
  <inkml:trace contextRef="#ctx0" brushRef="#br0" timeOffset="2684">5727 2134 21780,'0'-3'5030,"0"1"-4962,0 2-68,-21 8 5,4 34 6,-2-16 1,0 2-12,7 6 0,3-1 128,-6 10 35,20-49 50,13-47-141,-6 9 1,0-4-17,1-4 0,0 1-45,-2 5 1,4 5 7,2 11 1,6 8-59,39 10 13,-22 23 1,-1 10 22,1 9 1,-5 7-1,-9 8 0,-8 3 3,-11-3 0,-8-2 45,-19 19 28,-10-43-45,9-50 11,18-30-37,10 24 1,7 2 8,5 4 1,6 4-38,6 9 1,4 7-104,4 10 1,1 7-1231,-1 9 1,-4 5 1358,-7 4 0,-3 1 0,6 11 0,-26-11 0</inkml:trace>
  <inkml:trace contextRef="#ctx0" brushRef="#br0" timeOffset="3250">7044 1863 18285,'1'-37'3489,"0"0"1,-16 3-3327,4-2 0,-5 11 5,-37 53-121,25 5 1,4 6-32,2 7 1,9 2 17,9-3 0,10-3 156,27 10 112,18-43-27,-4-37 10,-20-25-122,-20-10-79,-16 11-174,-7 19-856,-5 39-8885,-8 50 9768,5-3 0,1 4 1,14-38-1</inkml:trace>
  <inkml:trace contextRef="#ctx0" brushRef="#br0" timeOffset="3583">6986 2276 23041,'3'-10'3534,"0"2"-3416,-3 8-141,-36 20-10,37 5 50,-12 11 61,53-13 174,7-28 95,-12-18-89,-29-19-269,-31 3-544,-23 12 555,-11 24 0,22 3 0,10 11 0</inkml:trace>
  <inkml:trace contextRef="#ctx0" brushRef="#br0" timeOffset="4051">917 3187 16591,'-57'15'532,"0"1"1,0-1 0,0 0 0,1 0-1,-1 0 1,-9 1 0,-2 1 0,14-3 0,32-3 799,60 0-1192,1-10 0,16-5 0,12-2 0,5-2 0,1 1 0,-3 0-724,-16 3 1,1-1 0,-1 1 0,2-1 0,1 0 0,2 0 0,2 1 0,2-1 598,-5 1 1,2 0 0,1 0 0,2 0 0,2 0 0,1 1 0,1-1 0,0 0 0,1 0 0,1 0 0,-1 1 0,0-1-53,-9 2 1,1-1-1,1 0 1,0 0 0,0 1-1,1-1 1,0 1-1,1-1 1,-1 1 0,1-1-1,-1 1 1,1 0 0,-1-1-1,0 1 1,0-1 51,-1 1 1,-1 0 0,0-1-1,0 1 1,0 0 0,0 0 0,-1-1-1,1 1 1,1 0 0,0-1 0,0 1-1,1 0 1,0-1 0,2 1 0,0 0-26,-5-1 0,1 1 1,0 0-1,1-1 0,1 1 1,1 0-1,-1-1 1,1 1-1,1-1 0,0 1 1,-1-1-1,1 1 0,0-1 1,-1 1-1,0 0 1,0 0-1,0-1 0,-2 1 1,1 0 9,3 0 0,0 0 0,0 0 0,0 0 0,0 0 0,0 0 0,0 0 0,-1 0 0,0 0 0,0 0 0,0 0 0,-1 0 0,0 1 0,0-1 0,-1 1 0,0-1 0,-1 1-247,3 0 1,-1 0-1,0 0 1,0 0-1,-1 0 1,0 0-1,0 1 1,0-1 0,-2 1-1,1-1 1,-1 1-1,-1-1 1,0 1-1,0 0 1,-1-1 246,6 1 0,1 0 0,1-1 0,-1 1 0,0 0 0,-1-1 0,-2 1 0,-1 0 0,-3 1 0,-3-1 0,-2 1 0,-5 0 0,21 1 0,-6 1 0,-4 0 0,-7 1 0,-8-1 0,1 1 0,-1 1 0</inkml:trace>
  <inkml:trace contextRef="#ctx0" brushRef="#br0" timeOffset="10317">7479 4677 20599,'2'-51'1240,"1"-1"1,-1 1 0,1-3 0,-2 24-1225,-7 43-29,1 20 0,0 16 0,-1 3-382,-1-5 0,0 2 0,-1 3 0,-1 1 8,2-2 1,-1 3-1,-1 1 1,1-2-1,0-4 1,-3 12 0,1-4-1,0-3 1,-1 8-1,1 1 1</inkml:trace>
  <inkml:trace contextRef="#ctx0" brushRef="#br0" timeOffset="10717">7584 4245 18924,'-58'-23'797,"-1"1"0,1 0 0,-1-1 0,9 10 0,2 1 0,-1 4 0,-2 8-700,1 7 0,-3 6 1,0 5-1,2 5 1,5 6-842,2 12 0,4 8 1,3 5-1,3 4 0,2-2 734,2-1 0,1 2 0,3 0 0,5 4 0,4 2-34,7-7 1,1 3 0,4 3 0,2 1 0,5-2 0,5-2 0,4-5-153,8-1 0,5-3 0,5-2 1,4-2-1,4-3 0,3-3 96,0-3 0,4-2 0,4-1 0,2-4 0,2-2 0,1-4 0,1-4 57,4-4 1,2-3 0,2-5-1,2-3 1,-1-4 0,1-3-1,-2-4-10,-6-2 1,2-4 0,0-3 0,-1-3-1,0-2 1,-2-1 0,-2-2 0,-3 0 105,5-4 0,-2-2 0,-2-1 0,-3-3 1,-4-3-1,-4-4-2,-1-6 0,-3-4 1,-2-4-1,-7-1 0,-6-1 1,-10 2-246,-11-7 0,-12 0 0,-8-1 0,-5 3 0,-1 2 186,1 4 0,-3 2 0,-3 2 0,-5 3 1,-6 3-385,-5 6 0,-8 1 0,-4 4 0,-2 3 0,1 5 1,3 5 391,1 5 0,1 7 0,0 3 0,1 3 0,2-1 0,-4-1 0,1 1 0,2 2 0,7 3 0,-4 10 0,1-1 0</inkml:trace>
  <inkml:trace contextRef="#ctx0" brushRef="#br0" timeOffset="11317">7119 5798 24099,'-20'49'349,"1"0"0,-5 3 1,-7 4-353,-2-6 0,-6 5 0,-3 1 0,4-5-400,1-2 0,2-3 0,0-1 423,-2 5 1,0 0 0,15-30 503,20-32-451,25-27 0,15-13-34,-9 6 0,3-4 1,2-1-110,0 2 0,3-1 1,1 0-1,-1 3 115,4-2 0,-1 3 0,3 4-32,6-2 0,3 3 0,2 13-8,-5 16 1,2 10 0,1 8-132,-7 6 0,1 6 0,0 5 0,0 3-937,-3 2 1,1 4 0,0 3 0,-1 0 0,-2-2 735,2 4 1,-2-2 0,-1 1 0,-3-1 0,6 9 0,-2-1 0,-8-8 0,4-1 0</inkml:trace>
  <inkml:trace contextRef="#ctx0" brushRef="#br0" timeOffset="12251">6296 6906 22828,'8'-44'519,"-1"0"1,0 0-1,7-13 1,8 10-501,6 20 1,4 13-26,26 25 17,-39 20 1,-11 10-11,-10 0 1,-9 5 0,-4 1-6,-7 7 1,-5 2-1,-3-1 6,-2-4 0,-3-1 0,2-3 9,-10 6 0,7-7 79,12-2-107,70-46-42,-3-9 0,7-4 12,-6 2 1,2-3-1,1 0-240,5-3 0,1-2 0,0-2-74,1-4 1,-1-2 0,-3-4-81,-2-2 0,-4-4 1,-4-3 154,-6-5 1,-4-4-1,-8-2 269,-10 2 0,-6-3 1,-9 3 169,-10 1 0,-7 1 0,-5 5 18,-9-7 0,-14 9 165,-5 21 0,-13 5 0,-4 7 0,5 4-202,4 6 1,3 6-1,-6 4-275,14-2 0,-6 2 1,-2 2-1,0 2 1,3 3-1,6 4 158,-8 12 0,6 5 0,3 5 0,4 3-17,8-6 0,1 2 0,4 2 0,3 2 0,7 0-203,4 10 1,7 1 0,7 0 0,9-2 108,9-3 0,9-1 1,7-3-1,6-6 21,2-10 0,6-4 0,5-4 1,2-3-1,1-3-197,6-2 0,3-3 0,2-4 0,1-4 0,-1-3 295,-1-3 1,1-5 0,0-2 0,-1-4 0,-3-3 92,-5-2 1,-1-2 0,-3-3 0,-2-3 0,-6-5-51,1-9 1,-6-6-1,-5-3 1,-6-2 19,-6-3 0,-6-2 0,-5-1 1,-6 0 77,-6 1 1,-5 0 0,-6 2-1,-2 1-243,-10-10 1,-7 2 0,-5 9-363,-3 13 0,-5 6 0,0 9 439,-18 10 0,2 11 0,20 0 0,6 6 0,-3 19 0</inkml:trace>
  <inkml:trace contextRef="#ctx0" brushRef="#br0" timeOffset="12918">8543 6676 19210,'-13'-63'1478,"0"0"1,7 1 0,12 4-1491,15 21 1,8 7-37,11 1 1,6 12-51,8 17 0,-1 15-87,-4 15 1,-7 12-1,-10 13 0,-13 6 243,-18-16 0,-6 2 0,-5-4 112,-7 8 1,-6-6 280,-6-7 0,-3-12 288,-3-22-235,14-22-341,28-14-113,28 4-56,1 20 1,6 7-23,16 9 0,3 10-14,-18-3 1,0 5 0,-7 4-127,6 17 0,-19 6-87,-30 1 1,-21-3-372,-9-17 1,-12-5 0,-4-5-1467,7-6 1,-5-5 0,1-2 0,2-1 2091,-4-2 0,4-1 0,2-3 0,-10-4 0,12-2 0,20-1 0</inkml:trace>
  <inkml:trace contextRef="#ctx0" brushRef="#br0" timeOffset="13284">8724 6076 18913,'-50'6'632,"-1"0"0,1-1 0,-1 1 1,4 11-1,-1 5 0,0 3 0,2 4 1,3 2-622,2 3 0,1 2 0,3 3 0,2 4 1,3 3-432,3 5 1,-1 5-1,3 3 1,5 2-1,7-2 1,10-3 400,11 1 0,11-1 0,6-2 0,4-1 0,-1-2-166,-3-1 0,1 0 1,2-2-1,5-4 0,8-6 218,4-10 1,8-4 0,5-3-1,3-4 1,1-4 0,0-3 0,-5-5 107,2-5 1,0-7 0,-1-4 0,-1-2 0,0-2 0,0 1-37,-1 2 1,1 0-1,0 0 1,-2-3 0,-3-4-1,-2-6-34,5-11 1,0-8 0,-6-4 0,-6-4 0,-11-1-73,-12 3 0,-9-4 1,-5-1-1,-5 0 0,-1 3 5,-1-8 0,-4 1 1,-5 1-1,-6 3-168,-4 8 1,-4-1-1,-5 2 1,-4 5-1,-4 10-658,-18 5 0,-8 11 0,-3 8 0,2 1 822,6 1 0,1 4 0,0 2 0,2 2 0,5 1 0,0 2 0,3 1 0,6 2 0,-1 8 0,0 0 0</inkml:trace>
  <inkml:trace contextRef="#ctx0" brushRef="#br0" timeOffset="14383">5936 7340 16471,'1'-6'6833,"-1"1"-6514,-42 10 1,-26 15-216,17 7 1,-3 9-1,-5 3-760,12-12 1,-4 1 0,-3 2 0,-2 1 0,0 3 0,1 1 645,9-3 1,-1 2 0,0 2 0,-1 1 0,1 1 0,-1 0 0,1 1 0,-1-1-279,-1 3 0,-1 0 0,-1 1 0,1 1 0,0 0 0,0-1 0,1 1 0,1-2-863,2-1 1,0 1 0,0-1-1,1 0 1,0 0 0,2-1-1,1-1 1,2-2 1053,-10 10 1,2-1-1,3-2 1,2-2-1,4-4 1,-4 6 0,4-5-1,12-10 1,15-15-1</inkml:trace>
  <inkml:trace contextRef="#ctx0" brushRef="#br0" timeOffset="15017">3549 8963 19882,'2'-48'1173,"-1"0"0,0 0 1,3-15-1,-7 26-1122,-27 82-38,10 3 0,-2 11 0,1 1-17,0 0 0,2 1 1,0 3-116,2-6 0,0 3 1,2-1-1,5-6 161,3 13 0,14-13 174,11-23 0,9-13-65,14-32 0,6-18-43,-10 5 1,0-6-1,-1 1-22,2-2 0,-1-1 0,-1 3-64,8-7 1,-3 11-6,10 25-17,-38 29 0,-9 11-14,-5 19 0,-6 7-214,2-13 0,0 4 0,0-2-889,1-1 1,0-2-1,5-3 1117,15 3 0,2-6 0,2 7 0,20-49 0</inkml:trace>
  <inkml:trace contextRef="#ctx0" brushRef="#br0" timeOffset="15400">4260 9152 9409,'-5'-62'1404,"0"0"0,0 0 0,0 0 1,-7 5-1,-2 2 0,-3 1 1,-6 3-368,-4-1 1,-4 1 0,-6 4 0,-4 9-1266,-5 8 0,-6 6 0,-4 8 0,0 8 269,7 8 1,-2 6-1,-1 6 1,0 5-1,1 3-339,4 4 0,-1 4 0,1 4 0,2 3 0,1 3 0,2 2 290,4-1 1,2 4 0,2 2 0,0 1 0,3 2 0,2 2-1,2-1-12,2 2 1,2 2 0,2 2 0,2 0 0,3 0 0,4 0 0,3-1-73,2 4 0,4 0 1,4 1-1,3-2 1,6-3-1,4-3 38,10 3 0,5-3 1,6-3-1,5-5 0,3-8 14,6-7 1,6-6 0,3-6 0,2-5 0,-1-6 57,2-7 0,2-6 0,-1-6 0,0-4 0,-2-4 18,-9 1 0,0-4 1,-1-2-1,-1-4 1,-2-2-1,-3-2-6,-3-3 0,-1-3 0,-3-2 0,-1-3 0,-3 0 0,-3-1-1,3-8 0,-2-3 0,-4 0 0,-3-1 0,-5 1 22,-2-7 1,-5-1 0,-6 2 0,-8 4-88,-11-6 0,-9 5 0,-10 11-166,-5 17 1,-8 7-1,0 11-40,-1 14 1,-1 9 0,3 1-1,-3 0 1,7 5 0,-1 25 0</inkml:trace>
  <inkml:trace contextRef="#ctx0" brushRef="#br0" timeOffset="15933">6567 7566 20201,'-6'-59'1637,"1"0"0,-1 4 1,5 23-1548,23 90-79,-10-7 0,0 12-600,-5-18 0,1 6 1,-1 3-1,1 3 1,1 0-102,-1-1 0,0 2 0,0 1 0,0 0 1,1 1-1,0-1 480,0-1 1,1 0 0,0 1 0,0-1 0,-1-2 0,0-3-1,2 12 1,-2-1 0,1-5 0,0-7 0,9 5 0,-1 0-1</inkml:trace>
  <inkml:trace contextRef="#ctx0" brushRef="#br0" timeOffset="16600">7361 9094 19882,'0'-44'1163,"1"1"1,0-1-1,0-14 1,-10 16-1086,-21 36 1,-7 13-74,-11 7 1,-4 4 12,12-4 1,-2 0 0,-1 0 11,-7 3 0,0 1 0,3-2-25,3-1 1,3-1-9,4-3 0,7 3-8,15 11 67,17 4-11,3 10 33,4 25-50,-3-2 36,-3-23 1,-2-1 171,-4 18 408,0-22-162,-1-27-292,5-31-145,18-21-6,14-8-45,-9 29 1,3 5-12,32 7-6,-27 22 1,-3 11-12,0 11 1,-8 8-20,-8 14 0,-14 5-112,-10-16 1,-8 1 0,-5-2-337,-7 1 1,-6-3-1,-3-3-754,-3-7 1,-2-3-1,2-6 599,-7-4 0,4-6 1,-7-8-1,41-17 1</inkml:trace>
  <inkml:trace contextRef="#ctx0" brushRef="#br0" timeOffset="17017">7091 8536 15989,'0'-7'2250,"-28"-3"0,-24 1 0,0 10-1952,4 15 1,0 12 0,-5 1-829,2-6 1,-5 0 0,-2 2-1,1 4 1,5 6 539,9 3 0,3 5 1,1 5-1,3 2 0,1 2 1,3 0-191,5-4 0,0 2 1,3 1-1,1 1 0,3 2 1,2-1-1,3 0 167,1 9 0,2 1 0,4 0 0,4 1 0,4-2 0,4-2-53,5-3 1,3 0 0,4-2-1,3-1 1,5-4 0,5-4-44,10 2 0,7-3 0,5-6 1,4-5-1,1-6 109,3-7 0,4-6 0,2-6 0,1-6 0,-1-5 37,-9-5 0,2-4 1,-1-6-1,0-2 0,-2-4 1,-2-3-136,-1-3 0,0-3 1,-2-4-1,-2-3 1,-2-2-1,-4-3 194,-2-4 0,-2-3 0,-3-3 1,-3-2-1,-2-1 0,-3 0-24,-1 0 1,-3-2 0,-1 0 0,-4-1 0,-3 0 0,-4 0 12,-4 3 0,-3-1 0,-3 1 0,-3 0 0,-4 1 0,-3 4-58,-6-4 0,-3 1 0,-5 2 0,-3 5 0,-5 4 78,-11 0 1,-6 6 0,-4 6 0,-2 8-617,-4 9 0,-2 8 0,-2 6 0,4 4 511,7 3 0,1 5 0,2 3 0,4 0 0,-20 10 0,11 3 0,4 13 0</inkml:trace>
  <inkml:trace contextRef="#ctx0" brushRef="#br0" timeOffset="18316">9078 7461 24788,'6'-36'1020,"-28"62"-957,0 15 1,-5 14-1,-2 3-687,1-6 1,-3 2 0,0 3 0,-1-1 607,6-8 0,-1 1 1,0 1-1,1-1 0,0 1-595,1-2 1,-1 1-1,1-1 1,2-1 0,1-2 610,-4 14 0,3-4 0,3-4 0,-1 2 0,7-8 0,6-10 0</inkml:trace>
  <inkml:trace contextRef="#ctx0" brushRef="#br0" timeOffset="18917">8772 9275 19563,'-26'-48'1816,"0"-1"1,-3 12-1,-6 15-1755,-7 29 1,-1 17-36,10 2 0,2 7 1,2 3-22,-3 10 1,3 6 0,3 1-178,4 2 0,3 2 1,4-1 161,5-4 1,4 0 0,5-4 82,7 8 1,9-9 229,22-5 50,11-63-107,-28-6 1,-4-7-65,-1-8 0,-7-2-104,-9 7 1,-7 4 282,-20-3-377,-35 49-262,33 13 1,4 7-894,2-1 1,6 4 1170,14 3 0,7-2 0,1-2 0,19-12 0</inkml:trace>
  <inkml:trace contextRef="#ctx0" brushRef="#br0" timeOffset="19317">8899 8830 21124,'-52'-32'484,"0"1"1,0-1-1,0 0 1,3 14-1,-2 3 1,-2 2 0,1 4-1,1 3-449,-5 2 0,0 5 0,2 5 1,-1 7-358,6 4 1,-2 6 0,1 5-1,4 5 1,7 4 308,7 9 1,6 6 0,5 4 0,3 2 0,2-1-202,1-1 0,2 0 0,4 1 0,4 1 1,4 2 163,4 0 0,4 3 1,4 2-1,4-1 1,4-4-1,5-4-37,10 0 1,6-4 0,5-4 0,3-3 0,-1-3 60,-4-4 0,2-2 0,1-3 1,1-5-1,4-7 64,4-7 0,6-5 0,0-7 0,-2-6 1,-4-7 41,1-9 0,-4-9 1,-3-8-1,-2-5-7,-12 4 0,-1-5 0,-2-5 0,-2-1 0,-2-1 0,-3 1-56,2-6 1,-4 1 0,-3-2 0,-2-2 0,-5-3-223,-3 5 1,-3-4 0,-2-2 0,-2-1-1,-3 1 1,-3 2 0,-3 5-44,-6-4 0,-4 4 1,-4 2-1,-3 1 1,-4 2 247,-5-1 0,-5 0 0,-2 2 0,-1 4 0,2 7 0,-3 1 0,1 6 0,-2 9 0,-16 15 0,0 0 0</inkml:trace>
  <inkml:trace contextRef="#ctx0" brushRef="#br0" timeOffset="23249">13934 4003 20946,'-1'-60'733,"0"-1"1,1 1 0,-1 0 0,-2-1-1,-1 4 1,6 16-638,10 19-71,-3 62 0,-2 30 0,-3-24 0,0 5 1,-1 2-1,0 2-239,0 7 0,-1 2 0,0 1 0,-2-1 218,-2-3 0,-1-1 1,-1-1-1,-2-5 14,1 1 1,-2-5 0,-6-12 242,-26-4-236,19-77 0,4-28-33,6 22 1,1-3 0,2-5-128,3 9 0,1-5 0,2-2 0,2-2 0,2 2 129,4-3 0,3-2 1,3 0-1,0 2 1,-1 2 0,-2 1 1,0 1 0,1 3 0,4-1-16,5-7 0,4-2 1,3 6-1,4 16-187,19 14 0,2 14 198,-12 0 1,-3 11 257,7 36 0,-18 19-296,-34-11 0,-16 5 0,-2-1-17,5 1 1,-1 0 0,-5-1-168,-4-6 0,-5 0 0,0-1 0,4-1-3046,3 0 0,4-2 0,0-3 1310,-5 3 1,5-3 0,8 19 0,18-50 0</inkml:trace>
  <inkml:trace contextRef="#ctx0" brushRef="#br0" timeOffset="23849">14711 3810 22694,'-8'-41'1251,"0"-1"1,-32 2-1193,-11 49 0,-4 20-59,20-1 0,3 7 0,6 1 22,2 10 0,9 2-14,5 3 1,13-3 67,18-13 0,10-12 238,25-26-174,-22-9 0,-3-9 61,-7-16 1,-6-6-12,-2 4 1,-4 1-102,4-17-61,-7 33-17,-5 54 1,7 15-12,9-11 0,8-2 11,2-11 0,5-7 25,9-3 1,2-13 9,-8-16 1,1-12 0,-5-4-14,-5-4 1,-6-6 0,-2-4-69,-2 1 1,-1-5 0,-3 0 0,-4 0 84,-4-12 1,-5-1-1,-4 4 28,-1 8 1,-3 3 0,-1 5-71,-3-3 0,0 20-2,-4 60-3,11 20 0,4 14-315,1-22 0,1 4 0,0 2 0,0 1-265,-1-2 0,1 3 0,-1 1 0,1-1 0,-1 0 278,1 12 0,0 0 0,0-2 0,0-4 0,0-2 0,0-3 1,-1-5-1,-3 0 0,0 1 0</inkml:trace>
  <inkml:trace contextRef="#ctx0" brushRef="#br0" timeOffset="24366">14908 3999 21047,'21'-47'458,"1"1"0,0-1 0,13-5 1,6 0-1,2 5-458,-3 13 0,3 5 0,0-2 9,-5 1 1,1-2 0,-1 0 0,-4-2 122,3-8 1,-5-1 0,-5 1 452,1-13 0,-10 2-137,-12 13 1,-5 5-265,-5 5 24,0 61-119,4 10 1,1 9-74,-1 0 1,0 5 0,-2 1-170,-1-7 0,-1 1 1,-1 1-1,0-1 156,-1 15 1,-1 0 0,-2-5 65,1-12 0,-1-3 0,0-7 234,-8 15-146,25-85-101,3-6 0,5-5-37,8-11 1,6 0-1,7 4 1,5 8-23,-1 10 0,3 13-3,-2 17 1,-3 13-152,-9 13 1,-6 10-4275,-7 12 0,-7 3 4431,-4-11 0,-4-2 0,-2 16 0,-2-37 0</inkml:trace>
  <inkml:trace contextRef="#ctx0" brushRef="#br0" timeOffset="25283">16867 3515 23427,'-16'-42'701,"-1"0"1,1 0 0,-4-14 0,-4 18-635,-23 46-73,12 37 6,21-6 0,8 5-9,10 10 1,8 2-3,10 5 0,6-2-6,4-3 0,0-3 39,-7-8 1,-10-4 0,-31 13-21,-17-40 1,-10-8-110,-10-8 1,0-9-678,5-6 0,11-10-1787,21-7 0,16-3-2345,23-5 1,17 3 3647,-3 12 1,7 1 0,1 3 1178,4-1 0,1 3 0,1 0 3177,-2 2 0,0 2 0,-3-1 74,13-6 0,-5 1-1614,-16 7 1,-6 1-580,-3-5-683,-37 32-168,-9 29-82,7-8 0,5 4-14,6 6 1,7-1 127,11-2 1,8-5-22,7-8 0,6-10 58,1-13 1,0-10 61,-3-11 0,-6-9-78,-9-11 0,-8-4-79,-7 0 1,-6 0-71,-3 7 0,-4 3-358,-6-6-1125,16 38-5395,26 33 6008,0 0 0,1 0 0,-19-23 0</inkml:trace>
  <inkml:trace contextRef="#ctx0" brushRef="#br0" timeOffset="25833">17863 3561 21231,'0'-4'5535,"0"1"-5479,-3-36-73,8 51 28,1-5 8,-1 22 1,-1 9-6,0-3 0,-3-3 266,-8 8-145,-1-35 10,-3-40-84,10-1 1,3-4-51,2 4 1,4 0 10,8-10 1,8 4-26,10 16 0,5 8-8,-3 4 0,2 9-20,10 13 0,-5 14 36,-17 9 1,-10 8-6,-7 7 0,-8 2 11,-8-6 1,-7-7 55,-17-4-39,25-50-14,17-18 0,13-8-7,1 10 1,5-2-1,-1 3-2,6-9 1,2 4 2,17-1 1,2 15-29,-14 28 1,-1 9-29,1 0 1,-1 6-606,11 17 1,-5 8 652,-19-1 0,-5 0 0,0-11 0,-3-3 0,-6 17 0</inkml:trace>
  <inkml:trace contextRef="#ctx0" brushRef="#br0" timeOffset="26067">19462 3421 23797,'-3'-3'1008,"26"-20"1,17-2-1830,0 17 0,5 3 12,2-7 0,5-2 1,-5 4-1,-3 9 1,-3 3-1,23 7 1</inkml:trace>
  <inkml:trace contextRef="#ctx0" brushRef="#br0" timeOffset="26249">19545 3710 26049,'59'-19'-984,"-1"0"1,0 0 0,1 1 0,-10-2 0,-4 1 0,-1 4 0,20 4 0,-16 4 0,-37 5 0</inkml:trace>
  <inkml:trace contextRef="#ctx0" brushRef="#br0" timeOffset="26699">20634 3331 21433,'0'-5'5719,"0"1"-5638,-35-8 0,-14 11-17,16 31 1,-1 10-51,-18-7 0,8 6-22,32 6 1,13 7 0,10-2-6,10-4 0,9-2 0,6-5-1,3-5 1,5-4 0,0-5 24,17 4 1,-3-13-1,-18-18 0,-11-11-17,-24-17 1,-13-10-1,-15-15 1,-10-4 12,4 15 1,-3-2-1,1 1 8,3 2 0,1 1 0,3 0-10,-5-13 1,12 4 30,21 12 1,11 5-23,17 8 0,8 8-11,6 2 0,2 9-23,10 12 0,-4 13-39,-17 10 1,-10 9-1158,-7 19 1,-13 6 791,-12-17 0,-8 0 0,0-3 0,0 4 0,-2-5 0,-2-12 0,0 0 0</inkml:trace>
  <inkml:trace contextRef="#ctx0" brushRef="#br0" timeOffset="27132">18047 4394 20067,'-51'11'2416,"0"0"1,95 1-2288,-4-11 0,12-3 0,10-2 0,5 0 0,-1 0-783,-9 1 0,2 1 0,2-1 1,3 1-1,2-1 0,0 0 1,2 0-1,0-1 667,-11 1 0,1 0 0,2 0 1,0 0-1,1-1 0,1 1 1,0-1-1,0 0 0,0 1 0,1-1 1,0 1-94,-2-1 1,0 1 0,2-1 0,-1 1 0,1 0 0,0-1 0,0 1-1,0-1 1,0 1 0,-1 0 0,1-1 0,-2 1 108,5-1 0,-1 1 0,1-1 0,-1 1 0,1-1 0,-1 1 0,-1-1 0,0 1 0,-1 0 0,-1-1 0,-1 1-20,5-1 0,-1 0 1,1 0-1,-2 0 0,0 0 1,-3 0-1,-1 0 1,-3 1-1,-2-1-31,14 0 0,-3 0 1,-4 1-1,-5-1 1,-4 1-1,9-2 1,-6 1-1,-30 4 1,-26 0-1</inkml:trace>
  <inkml:trace contextRef="#ctx0" brushRef="#br0" timeOffset="34533">12010 3448 19888,'11'-41'327,"-1"1"1,-12 27-160,-6 36 0,-6 31 0,-1 5-132,3-12 1,-1 4 0,0 3 0,0 3 0,0 0-641,1 1 1,-1 3 0,1 2-1,0 1 1,1-1 0,1 0 604,1 1 1,0-1 0,1 1 0,1-1 0,1 0 0,1-2 12,1 7 1,0-1 0,2-2-1,1-2 1,2-4 420,1 13 0,3-6 0,2-10-107,4-6 0,2-23-311,8-86-29,-14 9 1,-2-11 0,0-4-185,-1 11 0,0-3 1,1-3-1,0-1 0,2 0 190,-1 5 1,2-2-1,-1 1 1,2-2-1,1 1 1,0 1-7,2-1 1,-1 0 0,2 0-1,1 1 1,2 1 0,1 1-33,5-6 0,1 0 1,3 2-1,1 3 0,3 1-167,1 6 1,1 2-1,2 1 1,3 3 0,2 1 167,3 3 0,3 1 1,2 3-1,2 1 1,2 3 19,-3 5 1,1 2-1,2 1 1,3 2 0,1 1-1,2 1-99,-2 3 0,2 1 0,3 1 0,1 2 0,1 0 0,1 1 0,-2 0 0,0 1 124,-3 1 1,-1 1 0,-1 0 0,1 1 0,0 1 0,1 0 0,2 0 0,1 0-1,0 2 1,1-1 0,1 2 0,1-1 0,2 1-1,0 0 1,0 1 0,1 0 0,-1-1 0,0 1-1,-4 1 0,0 0 0,0 0 0,1 0 0,0 0 0,-1 1 0,1 0 0,0-1 0,-1 1 0,1-1 0,-1 1-147,-2-1 1,-1 0 0,0 0 0,0 0 0,0 0 0,0 1 0,0-1 0,1 0 0,0-1-1,2 1 1,0 0 153,-1 0 1,0 0-1,2 0 1,0 0-1,0-1 1,2 1-1,-1 0 1,1-1-1,-1 1 1,1-1-1,-1 1 1,0-1 0,0 0-60,-2 0 1,0 0 0,0 0 0,0 0 0,0 0 0,1 0 0,-2-1 0,1 1 0,0-1 0,-1 1 0,1 0 0,-2 0 0,1 0 48,2 0 0,-1 0 0,-1 1 0,0-1 0,0 0 0,0 1 0,0-1 0,0 1 0,1-1 0,0 1 0,1-1 0,1 1-40,-5 0 0,2-1 1,1 1-1,0 0 1,0-1-1,1 1 0,0 0 1,0 0-1,-1 0 1,1 0-1,-1 0 0,0 0 1,-1 1-1,-1-1 43,4 1 0,1 0 1,-1 1-1,-1-1 0,0 1 1,0-1-1,0 1 1,-1 0-1,0 0 0,-1-1 1,0 1-1,0 0-5,1 0 1,-1 0-1,-1-1 1,0 1-1,-1 0 1,1 0-1,-1 0 1,1 0-1,-1 0 1,2 0-1,0 0 0,-2 1 0,1 0 0,1-1 1,0 1-1,1 0 0,-1 0 0,0 0 1,0 0-1,0 0 0,-2 1 0,0 0 1,-2-1 2,11 2 0,-1 0 0,-1 0 0,0 0 0,-2 1 0,0-1 0,0 1 0,-2 0 0,1 0 30,0-1 0,0 1 0,-1 0 0,-1 0 1,0 1-1,0-1 0,0 1 0,0 0-30,1 1 1,1-1 0,1 2 0,-1-1 0,-1 1-1,-1 0 1,-1-1 0,-2 1 85,7 1 0,-3 0 0,-2 0 1,0-1-1,-2 1 0,1 0-74,3 0 1,-1-1-1,0 1 1,-1 0-1,2-1 101,-7-2 0,1 1 1,1 0-1,-1-1 0,-2 0 1,-1-2-103,12 2 0,-3-2 0,-1-1 0,0 0 379,-1 0 1,1 0 0,-2-1-1,-2-1-321,4 0 0,-3-2 1,-6 0 1015,-1-1 1,-8-2-1036,-5-2 1346,-32 1-1368,-19 18 694,-10 7 1,-4 5-706,-4 4 0,-2 7-6,3-1 0,-3 7 0,-2 2 1,3 2-363,-1 4 1,1 3 0,1 2 0,-1 2 341,8-12 1,-1 2 0,0 1-1,0 1 1,1 3 0,1 2-6,2-4 1,1 4-1,-1 1 1,1 2 0,1 1-1,0-1 1,0-1 0,1-1-303,-1 2 1,0-1 0,2 0-1,-1 0 1,1-1 0,-1 1 0,0 0 311,-1 2 1,1 2 0,0 0 0,-1 0 0,-2-2-1,-2-2 1,-3-3 23,-6 2 1,-3-1-1,-2-3 1,-3-2 0,-3-5-1,-1-5-274,-8-2 0,-4-6 0,-2-4 0,-3-4 0,-1-1 264,3-3 0,-1-2 0,-3-2 1,-1-2-1,-2-3 0,-3-3-190,13-3 0,-3-3 0,-1-3 0,-2 0 1,0-2-1,-1 0 0,0-1 0,1 0 0,0 2 188,1-1 1,0 0 0,1 0 0,-1 0 0,0 0-1,0-1 1,-1 0 0,0 0 0,-2 0-42,7 1 0,0-1 0,0 0 1,-2-1-1,1 1 0,-1 0 0,-1-1 1,0 1-1,-1 0 0,-1 1 0,-1-1 30,2 2 1,-2-1 0,0 1 0,-2-1 0,0 1 0,-1 0 0,0 1 0,0-1 0,-1 1 0,2-1-1,-1 1 1,2 0 0,0 0-20,-1 0 0,1 0 0,1 0 0,-1 1 0,1-1 0,1 1 0,-1 0 0,0 0 0,0 0 0,-1 0 1,0 0-1,-1 0 23,5 0 0,1 0 0,-1 0 0,0-1 1,-1 1-1,1 0 0,-1 0 0,0 0 0,0 0 1,-1 1-1,1-1 0,-1 1 0,0 0 0,1 0-25,0 1 0,0-1 0,0 1 0,-1 0 0,0 0 0,0 0 0,0 1 0,0-1 0,0 1 0,0 0 0,1 0 0,0-1 0,1 1 0,0 0 0,2 0 24,-8 0 1,2 1-1,0-1 1,2 0-1,-1 1 1,1 0-1,1-1 1,-1 1-1,0 0 1,0 0-1,-1 0 1,-1 0 0,3 0 0,0 1 0,-1-1 1,0 0-1,0 1 0,0-1 1,0 1-1,-1-1 0,1 1 1,0-1-1,-1 1 0,1 0 1,0 0 3,-1 0 0,0 0 0,0 0 0,-1 0 0,1 0 1,-1 0-1,1 0 0,0 1 0,1-1 0,0 0 1,1 0-1,1 0 0,1-1-1,-6 1 1,2 0-1,0 0 1,2 0-1,0 0 1,0-1-1,1 1 1,-1-1-1,0 1 1,-1-1 2,0 0 0,-2 1 0,1-1 1,-1 1-1,0-1 0,1 0 1,0 0-1,1 0 0,1 0 1,1-1 28,-6 0 0,1 1 0,0-1 0,2 0 0,0-1 1,1 1-1,0-1 0,1 0-25,-6-1 0,1 0 0,1 0 1,0 0-1,1 0 0,-1-1 0,0 1-4,8 0 1,0-1 0,0 1 0,0-1 0,-1 0-1,1 1 1,-1-1 0,0 1 1,-2-1 1,-1 1 0,-1-1 0,0 1 0,1-1 0,-1 1 0,2-1-1,0 1 0,-2-1 1,0 1 0,1 0-1,1-1 1,0 1 0,1 0 0,1-1-163,-2 0 1,0 0 0,1 1 0,1-2-1,3 1 1,2 0 152,-8-2 0,3 0 0,4 0 0,5 0 0,-11-1 0,13-1 0,24-6 0</inkml:trace>
  <inkml:trace contextRef="#ctx0" brushRef="#br1" timeOffset="54666">6266 4641 13732,'0'-4'5282,"-65"0"-4803,28 31 0,-5 14-379,4-12 1,-6 3 0,-1 3 0,1 4-760,5 3 0,0 5 1,0 3-1,0 2 0,-1-1 687,2-4 0,-1 1 0,0 1 0,-1 1 0,1-1 0,-1 0-2,1-1 0,0 1 0,0 0 0,0 0 1,0-2-1,1 0-16,-5 3 1,1 0 0,0-2 0,1-1-1,1-1 42,-1 1 0,2-1 0,1-3 0,1-3 440,0-2 0,1-3 0,2-8-268,-5-6 1,5-16-175,7-25 1,6-14-20,2-18 0,6-8-9,5 15 0,1-1 1,1 1 21,-2-17 1,-1 4 902,2 18 1,-1 6-1088,-6 1 1190,-9 57-1056,10 7 1,2 7 8,-1 15 0,4 5-9,4 6 0,7 1-5,10-4 0,7-4-87,9-8 0,8-8-799,11-7 1,6-9 411,9-9 1,-2-6-1,-21-5 1,-3-1-1,-4-6 1,0 1-1</inkml:trace>
  <inkml:trace contextRef="#ctx0" brushRef="#br1" timeOffset="59316">14237 7315 17456,'7'-59'2195,"0"1"1,-2 10 0,-9 11-2106,-23 26-76,1 33 0,0 18 21,4-1 1,0 7-1,2 2-227,-1 10 0,2 3 1,6 0 181,3 2 1,6 1 0,8-4-25,7-8 0,7-3 1,8-7 18,7-9 0,7-6 0,2-8 81,1-8 0,2-7 0,-2-7 20,18-14 1,-9-14-34,-15-13 1,-15-7-21,-19-9 1,-14-1 3,-4 17 0,-5 2 1,-4 0-1,-4 0 0,-3 0 1,1 1 8,3 3 1,0 0 0,4 0-33,-3-15 0,10 3-34,16 8 1,10 6-4,13 10 1,8 10 221,7 14 1,2 14-239,4 14 0,-4 12-93,-7 16 1,-9 7-467,-11-15 1,-5 2 0,-3 0 119,-5-2 0,-3 0 0,-2-3 0,0 0 0,-3-5 0,-7 9 0</inkml:trace>
  <inkml:trace contextRef="#ctx0" brushRef="#br1" timeOffset="59866">15155 7466 19014,'-7'0'4811,"1"0"-4380,6 0-218,-48 4-39,58-3-135,-13-4-182,30-2 0,19-1-512,-3-3 0,-1-2 655,0-3 0,-4 0 0,6-2 0,-14 2 0</inkml:trace>
  <inkml:trace contextRef="#ctx0" brushRef="#br1" timeOffset="60116">15951 7065 22515,'0'-3'3730,"0"0"-3596,-1-1-16,2 63-124,-5-12 1,-1 6-2908,-1 4 0,0 7 1,0-3 2304,0-10 1,1-3-1,-1-2 1,-4 13 0,2-11-1,5-17 1</inkml:trace>
  <inkml:trace contextRef="#ctx0" brushRef="#br1" timeOffset="61183">16801 7300 24424,'40'-25'-660,"1"1"1,-1-1-1,12-3 1,3 10-628,6 19 1,5 10 0,-16 11-389,-23 15 0,-17 7 1815,-18 0 0,-16-1 786,-17-2 0,-14-2 1,-1-3 29,8-6 1,-2-3 0,4-2-363,-12 7 0,13-3 476,26 5-1051,61-39 1,23-14-40,-5 4 1,4-5-73,-6-2 0,4-6 0,-7-5 129,-17-2 1,-5-4-1,-6-2 105,-9 0 0,-5-1 0,-6 0 166,-6-23 0,-12 3 263,-13 10 1,-4 7-175,-2 0 88,11 19-513,49 66-3,-9-3 1,1 6-96,6 14 0,-3 6-1088,-14-7 0,-5 5 0,-3-4 660,-4 2 0,-6-4 0,-2 0 1,-3-9-1,-5-14 0</inkml:trace>
  <inkml:trace contextRef="#ctx0" brushRef="#br1" timeOffset="61499">17883 7114 25870,'31'-31'71,"0"1"0,1-1 1,18 1-1,2 18-102,1 36 1,-4 20-445,-16-3 0,-4 7 0,-3 2 396,-3-1 1,-4 3 0,-6 2-567,-8-6 1,-4 3 0,-3-1 0,-2-3 644,-1 0 0,-4-4 0,0-1 0,-6 9 0,-1-7 0,-3-3 0</inkml:trace>
  <inkml:trace contextRef="#ctx0" brushRef="#br1" timeOffset="61666">17916 7485 23791,'57'-26'-72,"0"0"0,1-1 0,-1 1 0,-2-3 0,-4 1 0,-6 8 0,14 8 0</inkml:trace>
  <inkml:trace contextRef="#ctx0" brushRef="#br1" timeOffset="68583">8829 4537 22218,'40'32'32,"0"0"0,-5 5 0,-1 6 1,2 5-30,-6-5 0,0 4 1,2 3-1,-1 1 0,-1-2-415,0 0 0,-2 0 0,1 1 1,0 0-1,0 2 387,-2-5 1,0 3 0,1 0 0,-1 0-1,0-2 1,-1-4-2,5 4 1,-1-2 0,0-3 0,-1-1 42,7 10 0,0-2 0,-3-8 568,2-8 0,-16-14-484,-28-22 294,-30-13-398,-6 1 1,-6 1 66,1 3 1,-3 0 123,10 2 1,-2-2-1,1-1 204,-17-9 0,4-3-37,9 1 1,4-2-294,14 3 0,5 3-146,5 1 1177,33 32-1082,21 17 33,-3-10 1,6 0 11,13 2 0,5-4-163,-10-7 0,3-2 0,1-2 114,5 0 1,2-3 0,-1-2 10,-2-4 1,-1-2 0,-1-2-14,12-5 1,-6-6-650,-17-3 0,-7-4 644,-1-15 0,-21 15 0,-11 10 0</inkml:trace>
  <inkml:trace contextRef="#ctx0" brushRef="#br1" timeOffset="72100">10522 6237 19652,'-9'-9'1235,"19"-24"1,13-3-1211,5 20 0,6 4-96,14-23 1,7 6-291,-8 28 1,2 10 0,-3 6-713,5 11 1,-6 9-553,-3 6 0,-12 4 496,-22-1 0,-16-1-171,-18-6 1,-12-2 0,1-3 1901,0-1 0,1-4 1824,-10 4 1,10-13 423,24-24-470,47-47-2142,-12 20 0,2-1-1871,11-7 0,0 2 1633,-9 9 0,-1 3 0,20-12 0,-30 30 0</inkml:trace>
  <inkml:trace contextRef="#ctx0" brushRef="#br1" timeOffset="73250">10804 6197 17809,'-20'-26'1971,"0"0"1,-11-16-1422,27 27-354,7 5-39,14 1-17,21 0 16,25 8-92,-23 8 1,0 6 66,3 10 1,-4 8 78,-3 10 0,-6 7-17,-5 8 1,-7 5-108,-5-1 1,-5 1-123,-2-4 0,-1-2-3429,2-7 1,0-3 3464,6 10 0,0-21 0,-9-27 0</inkml:trace>
  <inkml:trace contextRef="#ctx0" brushRef="#br1" timeOffset="74200">4556 6731 13519,'-44'6'4792,"0"1"0,-19-12-4311,96-40-400,-12 21 1,4 0-40,14-8 0,5 7-31,1 15 0,0 10-14,-1 5 0,1 9 5,-3 9 0,1 7 0,-4 3-77,-8-1 0,-3 1 1,0 3-776,3 6 1,-1 3-1,-5-1 850,-4 10 0,-7-4 0,0 12 0,-13-26 0</inkml:trace>
  <inkml:trace contextRef="#ctx0" brushRef="#br1" timeOffset="74384">4764 7114 17652,'-4'-3'2086,"14"-35"1,17-11-7003,25 14 1,5 0 3276,-19-16 1,0 1-1,17 19 1,-9 12 0,-34 15-1</inkml:trace>
  <inkml:trace contextRef="#ctx0" brushRef="#br1" timeOffset="78684">5816 6070 18672,'-18'-44'718,"0"0"1,3 5 0,9 16-579,33 60-112,7 9-11,-5-2 0,2 4-6,-1-1 0,-1-2 8,-4-4 1,-2-1 142,-1-3 1,-8-4 768,-19-6-595,-30-19-112,-14-19-68,13-5 1,1-2 78,-13-12-190,8 3-286,24 24 247,22 27 0,21 14 19,-5-12 0,5-2 28,8-4 0,3-4 20,-1-5 0,0-6 109,10-12 0,-3-8 0,-12-2 0,-4-3-48,0-2 1,-4 0 55,-5-10-453,-14 21 179,-3 12 67,2 15 23,-2 0 33,-11 12-5,-28-1-20,1-9 0,-4-2 5,-2-2 1,-3-2 10,-11-3 1,0-5 0,14-9 0,2-4-12,1-2 1,2-2 8,-11-18-11,19 9-118,15 11-56,13 11 141,22 21 38,17 11-5,-8-11 0,3-1 33,1-3 0,1-4 76,1-8 0,-1-8-22,1-11 0,-2-7-1,-3-7 1,-4-5-82,-3-3 1,-3-2-351,-8 6 0,-3 2 328,-2-5 0,-6 18 0,-2 15 0</inkml:trace>
  <inkml:trace contextRef="#ctx0" brushRef="#br1" timeOffset="81917">2469 6487 11127,'-1'-5'8441,"1"1"-8065,4-45 200,-5 50-94,-12-16-376,-6 40 1,-5 17-43,-9 0 0,-2 0-28,-4 1 1,1-3 36,7-10 0,3-4 134,-2 3 56,19-21-190,11-8-129,0 1 112,0 11 18,1 20-2,0 28-33,-1-15 1,1 1-1,0 3 0,-1-2 3,2-4 0,0-3 277,2 8 219,12-41-465,6-30-51,0-4 1,3-4-15,6-4 0,4 0-19,10-6 0,5 3-68,7 5 1,2 9-121,-1 10 1,-4 14-116,-15 18 0,-10 12-288,-23 16 0,-14 7-741,-7-11 1,-8 1 0,-1-1 857,-2-2 0,-2-1 1,2-4-1,-2 0 1,4-5-1,0 2 1</inkml:trace>
  <inkml:trace contextRef="#ctx0" brushRef="#br1" timeOffset="82183">2372 6602 14790,'-2'-7'2355,"10"-39"1,8-13-1835,3 24 0,4-2-327,-2-11 0,1-7 0,2 5-99,9 5 0,-1 6-501,-9 9 1,-2 7 405,3 4 0,-19 17 0,-4 11 0</inkml:trace>
  <inkml:trace contextRef="#ctx0" brushRef="#br1" timeOffset="92500">7700 7641 19815,'-38'3'461,"-1"1"0,-2 3 0,-1 1-274,3 4 1,2 0-62,0 0 0,2-1-31,-11 3-95,21-3 95,27 3 7,9 10 77,1 16 45,-7 16-95,-9 0-23,-3-6 320,2-21 386,5-19-493,2-20-123,0-7-106,4-8-118,8 3 0,17 9-23,24 16 23,-20 5 0,0 5-14,1 5 0,-3 4-70,-7 4 0,-6 4-694,-7 34-821,-19-32 0,-5-1 1627,-18 17 0,7-20 0,10-18 0</inkml:trace>
  <inkml:trace contextRef="#ctx0" brushRef="#br1" timeOffset="92766">7636 7595 18352,'2'-3'5574,"0"0"-4701,-2 3-548,46-51-700,-34 38 375,13-15 0,-4 8 0,-20 20 0,-1 3 0</inkml:trace>
  <inkml:trace contextRef="#ctx0" brushRef="#br1" timeOffset="96950">7723 7321 9050,'-2'-7'6373,"1"1"-5191,-12-42-174,-7 29-644,-3-10 0,-4 2-168,-17 19-89,-19 9-85,27 16 0,0 7 6,-2 5 0,-2 8-207,9-5 1,-2 4 0,-1 4 0,1 1 204,1-2 1,1 3 0,-1 1 0,1 1 0,-1-1-255,2 0 0,0-1 0,0 0 0,0 1 0,-1 2 277,-4 7 0,-2 2 0,1 1 1,0 0-1,2 0 67,3-2 1,0-1-1,2 1 1,0 0-1,0-1-55,2-2 1,1-1 0,0 1 0,0 0-1,0 2-33,2-3 0,-1 2 0,-1 1 0,2 0 0,1 0 0,2-1-8,0 3 0,3 0 1,1 0-1,1-1 0,1-2-6,-2 6 0,0-2 0,3-1 0,4 0-14,3 1 0,3 0 0,5-2 0,4-3-92,9 0 1,7-4 0,1-2 74,2-1 0,3-2 1,1-2-11,0-3 1,1-3 0,4-6 83,19 3 0,5-15 44,0-25 0,3-14-111,-13 5 1,2-4 0,1-6-51,0-5 1,2-6 0,0-3 0,-3 1 77,-5 5 0,-1 0 0,-1-1 1,0 0 3,3-2 0,1 0 1,0-1-1,-4-2 10,-2-3 0,-2-3 1,-2 0-1,-2 1 7,-3 2 0,-2 1 0,-1 0 1,0-2-17,3-3 1,-1-2 0,-1 0 0,1-2 46,0-2 0,1-2 0,-2 1 0,-2 2 34,-1-5 1,-3 2 0,-2 0 292,0-2 1,-2-1 0,-4 0-301,-8-2 0,-4-1 0,-1 2-39,1 8 0,-1 1 0,0 0 94,0-2 1,0 0 0,-1 1 5,1 5 1,0 1 0,-4 4 48,-7-4 1,-4 4-108,-3-1 1,-6 3 69,-15 5 1,-6 6-157,5 10 0,-2 3-26,-4 0 1,-2 8-34,-9 18 1,-1 11 49,2 5 1,-1 4 200,7-1 1,-2 4 0,-1 1-235,11-7 0,-1 2 0,0 1 0,0 2-2122,-6 6 1,0 3 0,0 1-1,3-3 2150,-5 3 0,3-1 0,3-1 0,6-2 0,2 0 0,7-6 0,-3 7 0</inkml:trace>
  <inkml:trace contextRef="#ctx0" brushRef="#br1" timeOffset="99500">8276 4741 18296,'-59'-3'277,"0"0"1,9 8-1,-2 5 1,0 6-218,6 6 0,-1 5 0,0 4 1,0-1-445,-7 4 0,0 2 0,-1 0 0,1 2 453,12-7 0,-1 1 1,2 1-1,0 0 1,1 1-10,-7 7 0,2 1 0,1 1 1,2 1 6,3 0 0,1 2 0,2 0 0,0 1-8,0 2 0,0 0 0,0 1 0,2 0-33,0 0 1,2 1-1,0 0 1,1 0-15,2-2 1,0 0 0,2-1-1,3 0 28,-3 8 1,3-1 0,3 0-6,5-5 1,3-1-1,2 0 56,2-2 1,1 0 0,0 0 10,-1 1 1,0 0 0,-1 1 20,2-2 1,-1 0 0,1 0-96,-2 16 1,4-3-7,7-11 0,7-2 3,5-8 1,4-3 445,3-1 0,3-2-432,-1 5 1,-2 0 217,-1 4 0,-2 1-229,0 3 0,0 2 70,0 1 1,2 1-74,2 2 0,0 1-3,0 4 1,-2 1 38,-2 4 1,-4 2 24,-9-18 0,-2 2 0,-3-1-188,-3 4 1,-2 0 0,-1 0 134,-1 1 1,-1 1 0,-1-1 1,-1 2 1,-1-1-1,1 1-11,0-2 0,0-1 1,0 1 23,-2-1 1,-1 0 0,0-1-20,1 0 1,0-2 0,0 1-2,0-2 0,1 1 0,1-1-25,2-1 1,2 0 0,3 0 1,1 1 1,4 1 0,1-1 7,2 1 0,2 0 0,2-1-79,2 0 0,1 0 0,1-1 10,6 17 0,3-4-608,4-11 1,5-9 663,7-16 0,1-8 0,5 2 0,6-27 0</inkml:trace>
  <inkml:trace contextRef="#ctx0" brushRef="#br1" timeOffset="102300">13559 3324 11049,'-2'-61'1023,"-1"0"0,1 0 0,0 0 0,-1-4 0,1 3 1,1 12-173,4 2-291,-3 75 1,-4 22-486,-1-7 1,-3 7-1,-1 4 1,0 3-773,-2 2 1,0 5 0,-1 2-1,-1 1 1,1 1 704,0-7 0,-1 1 1,1 1-1,-1 0 1,1 0-1,1 0-6,0-3 0,1 1 0,0 0 0,1-1 0,0-2 0,2-1 157,1-1 1,1 0 0,1-2 0,1-3 0,1-2-32,3 9 1,3-3 0,1-9 1184,10 17-1201,1-103-146,-10-10 1,-2-14-1,1-1 6,1 14 0,-1-1 0,1-2 0,2-3-221,-1 4 1,0-3-1,2-2 1,0 0-1,2 0 1,0 2 236,3-5 1,2 2 0,0 1 0,3 0 0,2 1-20,-1 6 0,1 0 0,2 1 1,1 0-1,3 1 0,2 3-1,1 1 0,3 2 1,2 1-1,2 2 0,1 1 1,3 3-2,5-1 0,3 3 1,2 2-1,1 1 0,3 3 1,1 0-70,-2 4 1,2 2-1,2 1 1,1 2 0,1 1-1,2 0 1,-1 2 84,-2 2 0,0 0 0,1 2 1,1 0-1,1 2 0,0 0 0,2 1 1,0 0 16,-7 3 0,1 0 0,1 0 0,1 1 0,0 1 0,1 0 0,-1 0 0,-1 1 0,0 0 0,-2 1-216,7-1 0,-1 1 1,-2 1-1,0 0 0,0 0 1,1 1-1,0 1 0,2-1 226,-1 2 1,0-1 0,2 1-1,0 1 1,0-1 0,1 2-1,-1-1 1,0 1 0,-1 0-14,-1 0 1,0 0-1,-1 1 1,0 1-1,1-1 1,-1 1-1,-1 0 1,1-1-1,-1 1-152,-2 0 0,-1 0 1,0-1-1,-1 1 1,1 0-1,-1 0 0,2 1 1,0-1-1,2 1 157,-4-1 0,1 1 0,2-1 0,0 1 0,1 0 0,0 0 0,-1 1 0,0-1 0,-1 0 0,0 0 1,-3 0 1,12 1 0,-2 0 0,-1-1 0,-1 1 1,-1 0-1,1 0 0,0-1 0,1 1-22,-6 0 1,1-1 0,0 0 0,0 1 0,0-1 0,0 0-1,-1 0 1,0 0 0,-1 0 18,1 0 0,0 0 1,-1 0-1,0 0 1,-1-1-1,0 1 1,-1-1-1,1 1-32,5-1 1,1 1-1,-1-1 1,0 0 0,-2 1-1,0-1 1,-3-1 27,10 2 1,-3-1 0,-2 1 0,1-1 0,1 0-9,-7-1 1,1 0 0,1 1 0,-1-1-1,-1 1 1,-1-1 86,3 2 1,-2 0 0,0 0 0,-1 0 0,-1 1-77,8 2 0,0 0 0,-1 2 0,-3 0 313,-6-1 0,0 1 0,-3 1 0,-4 2-295,-1 2 1,-4 2 0,0 0 40,17 7 0,-1-2-37,-4-3 1,3 0 3,-3-4 0,4-1 0,-3 1 13,1 1 0,-4 0 639,1-1 0,-10 5-353,-15 24 2388,-30 5-2683,-1-17 1,-1 3 75,1 26 1,-1 6-76,-1-15 1,-1 1 0,-1 3 189,0-5 1,0 1 0,-2 2 0,-2 3-214,1-6 0,-2 2 1,-2 3-1,0 0 1,-1 0-1,1-3-283,-4 8 0,0-2 1,-1 0-1,0 0 0,-1 1 281,2-6 1,0 1 0,0 0-1,-1 0 1,-1-1 0,-2-2 7,-3 3 1,0-1-1,-3-2 1,-2-3-1,-5-4 2,-3-6 1,-4-4 0,-2-2 0,-1-3 0,1-1-9,-1 2 1,0-2-1,-1-2 1,-8-5 8,7-8 1,-5-2-1,-4-2 1,-1-2 0,-2-2-1,1-1 1,2-1-403,-6-1 1,0-2-1,1-3 1,-1 0 0,-1 0-1,-1 0 387,4 1 1,-1 0-1,0-1 1,-2 0-1,0 0 1,-1 0-1,0-2-5,9 1 1,-2-1-1,1-1 1,-2 1-1,1-1 1,-1-1 0,0 1-1,-1-1 1,1 1-177,-1-1 1,-1 1 0,0-1 0,0 0 0,0-1 0,-1 1 0,0 0 0,0 0 0,0-1 180,2 1 0,1 0 0,-1 0 1,0 0-1,0 0 0,-1 0 0,1-1 1,-1 1-1,1 0 0,-1-1-68,0 1 0,0-1 0,0 1 0,0-1 0,-1 0 1,1 0-1,-1 1 0,0-1 0,0 0 0,-1 0 71,3 1 0,-2-1 0,0 0 0,0 0 0,-1 0 0,0 0 1,1 0-1,0 1 0,1-1 0,1 1 0,0 0-55,-4-1 1,1 1-1,1 0 1,1 0-1,0 0 1,0 0 0,0 1-1,-1-1 1,-1 1 51,4 0 0,0-1 0,-1 1 1,0 0-1,0 0 0,0 0 0,0 0 1,-1 1-1,1-1 0,-1 2-5,0-1 1,-2 1 0,0 0 0,0 1 0,0-1-1,1 1 1,0 0 0,0 0 0,2 0 0,1 0 13,-6 0 0,2 1 0,1-1 0,1 1 1,0-1-1,0 1 0,-1 0 0,0-1 54,-2 1 1,0 0 0,-1 0 0,0 0 0,0 0 0,1 0 0,0 0 0,1 0-28,3 1 1,0-1-1,0 0 1,1 0 0,0 0-1,2 1 1,1-1 0,3 1 23,-14 0 1,4 0 0,1 1 0,2-1-1,-1 1 185,1 0 1,0-1 0,1 1-1,2 0 1,3 1-203,-14 1 0,4 0 0,8 1 719,7-1 1,6-1-7458,-21-4 7267,51-5 1,13-1 0,4 2-1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3:56:31.8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23313 3835 9509,'-4'-6'4915,"-4"-32"0,6-9-1504,19 5-3047,-16-7 0,4 9 218,22 40-229,-15 58-289,-9-5 1,-2 7-56,-1-13 0,0 2 1,0-1-3,2-2 1,-1-1-1,0-2 66,1 8 0,-1-7 352,-2-6-285,-25-64-95,4-16 1,1-11-37,4 3 0,1-4 1,3-4-324,5 6 0,2-4 1,3 0-1,1 3 308,2-7 1,2 1-1,3 2 6,4 2 0,3 2 0,3 8-31,2 12 0,4 11-8,35 16-3,-19 28 0,2 14-16,-4 2 0,0 6 0,-4 2-118,-7-5 1,-3 0 0,-11 4-1900,-17 13 1,-14 5 0,-6-9 2074,-13-4 0,-7-8 0,-5-3 0,6-9 0,21-17 0</inkml:trace>
  <inkml:trace contextRef="#ctx0" brushRef="#br0" timeOffset="1051">27694 8794 19294,'-21'-47'1251,"1"0"0,-1 9 0,-4 14-1173,-8 32 0,-2 15-36,-13 19 0,3 8-62,10-5 1,2 3 24,-1 6 1,10-3 420,25-8 190,26-37-213,15-38-207,-20 5 0,0-3 6,12-20-202,-12 21-6,-10 51 25,-8 9 1,-3 7 2,-3 22 1,-3 7-17,0-16 0,-1 2 0,-1-1-6,-1-2 0,-1-1 0,2-3 36,-5 9 0,10-8 65,28-8-292,12-44 1,10-15 190,-1-1 0,4-4 0,-3 2 0,2-2 0,-3 1 0,0-2 0,0 1 0</inkml:trace>
  <inkml:trace contextRef="#ctx0" brushRef="#br0" timeOffset="2387">27578 8848 18252,'23'-52'1658,"0"0"0,0 1 0,-5 8-561,-11 17-985,-8 5 56,-48 35-151,20-4 13,-5 10 0,-8 7 0,3 3 3,-2 13 1,1 2-27,9-13 1,-2-1-1,3 3-1,-9 24 0,13-5 10,25-17 147,38-5-51,1-41 0,5-12 0,4-3 0,-1-4 84,0-12 0,-5-4-45,-16 11 1,-5 0-71,-6 1 0,-4 4-98,-3 4 40,-2 44-25,-15 19 1,-11 19 0,-4 6-1,6-9 10,4 6 1,0 2-8,-2-11 0,-6 9 0,0 2 0,4-5 1,8-14 121,12 12-73,14-2-43,24-59 1,18-20 0,-4 0-3,-5 5 1,1-1-6,4-2 0,9-4 0,-1 1 0,-12 5 0,-15 7 0,-3 2 0,13-7 0,0 1 0</inkml:trace>
  <inkml:trace contextRef="#ctx0" brushRef="#br0" timeOffset="8451">3627 1115 20334,'-53'1'1966,"1"-1"0,0 1 0,-2-1 0,0 1 0,8 1-1842,-15 4-462,13 4 394,79 10-529,9-9 1,7-2 255,14 3 1,6-2-357,-6-4 1,4-1 0,4-2 294,-18-1 1,2 0-1,2-1 1,0-1-1,0 0-205,1 0 1,-1 0 0,1 0 0,2-1 0,3 0 293,-6 0 1,2-1-1,2 1 1,1 0-1,1-1 1,-1 1 0,1-1-345,1 0 1,0 0-1,1 0 1,0 0 0,1 0-1,-1 0 1,2 0 365,-7 1 0,0-1 1,1 1-1,0-1 1,0 1-1,1 0 1,0-1-1,1 1 109,-4 0 0,2 0 0,0-1 0,0 1 0,1 0 0,-1 0 0,1 0 1,-1 0-1,-1 0-249,6 0 1,-1 0 0,0 0 0,0 0 0,0 0 0,0 0 0,1 0 0,0 0 259,-4 0 1,1 0 0,0 1 0,0-1 0,1 0 0,0 1 0,-1-1 0,2 1 0,-1-1-17,1 0 1,1 1-1,0-1 1,0 1 0,1-1-1,-1 1 1,0 0-1,1-1 1,-1 1 9,0 0 1,0 0-1,0 0 1,0 0-1,0 0 1,0 0-1,-1 0 1,1 0-1,-2 0-3,-2 0 0,0 0 0,-1 0 1,1 0-1,-1 0 0,-1 0 0,0 0 1,-1 0-1,-2-1-96,8 1 1,-2-1-1,-1 1 1,-1-1-1,0 0 1,0 0-1,0 0 147,2 0 0,1 0 1,1-1-1,-1 0 1,-2 1-1,-5-1 0,-5 0 1,14-1-1,-8 0 1,0 1-1,4-1 1,0 1-1,0-1 0</inkml:trace>
  <inkml:trace contextRef="#ctx0" brushRef="#br0" timeOffset="14733">13599 9254 17664,'7'-40'3360,"1"-1"1,2-11-3062,-1 7 1,0 5-154,-2 21 146,-14 67-194,-5 2 0,-4 8-84,3-9 1,1 4 0,0 0-4,0 6 1,1 1-1,5-3-39,1 5 0,12-6-846,19-12 0,9-12 874,-1-24 0,1-8 0,25 0 0,-27-9 0</inkml:trace>
  <inkml:trace contextRef="#ctx0" brushRef="#br0" timeOffset="15500">14554 9158 19484,'-8'-42'2425,"-1"1"1,-10-17-2359,-6 73 0,-3 18-20,-1 7 1,3 5-56,5-8 1,0 2 0,5 2-143,5 8 1,4 1 0,7-3-613,13 3 1,8-4-1018,8-1 1,8-11 1778,10-20 0,0-10 0,2-3 0,-4-15 0</inkml:trace>
  <inkml:trace contextRef="#ctx0" brushRef="#br0" timeOffset="15917">14921 9255 14365,'2'-5'8978,"0"1"-8759,21-26 50,-18 57 33,14 6-199,-19 13 1,-4 6 33,1-4 1,0-3 517,0 16-184,2-49-320,1-50-109,2-2 0,1-5 56,7-13 0,2-3 73,1 0 0,3 2-96,1 8 1,4 5-104,15-7-11,5 60 50,-16 17 0,0 10-39,5 14 0,0 5-157,-9-12 0,0 2 1,2-1-911,2-1 1,2-2 0,0-2 528,7 5 1,0-5 0,-8-12 0,-1-5 0,3-9-1</inkml:trace>
  <inkml:trace contextRef="#ctx0" brushRef="#br0" timeOffset="16084">14986 9351 22615,'45'-18'135,"-1"-1"0,0 0 0,6 0 0,0 0 1,-5 5-1,18 0 0,1 1 0</inkml:trace>
  <inkml:trace contextRef="#ctx0" brushRef="#br0" timeOffset="16568">16103 8860 25746,'0'51'176,"0"0"1,-4-5-1,-1 3 1,1 4-238,1 1 1,0 5 0,3 0 0,5-2-1177,4-3 0,4-1 0,3-2 1,4-4 1236,9 1 0,6-4 0,1-7 0,9-1 0,0-11 0,-9-19 0,-1 0 0</inkml:trace>
  <inkml:trace contextRef="#ctx0" brushRef="#br0" timeOffset="18753">27061 921 9374,'12'-34'4915,"1"1"0,-7 42-3694,14-42-1143,-21 73 1,-6 28-22,2-25 1,1 1 0,-2 2 147,-2 4 1,-1 0-1,-1-1 162,-1 15 0,-6-13 37,-29-20-370,20-43 19,-3-16 0,-1-9-8,7 3 0,1-1 22,-6-7 0,0 2-118,10 6 1,1 7-314,-3 15 471,14 47-49,4-3 1,4 3 109,7 11 0,8 0 316,9-4 1,6-5-169,-1-6 1,6-12-92,8-25 1,7-16 0,-6-1-232,-13 5 1,-3-3-64,5-9 0,2-5 0,-6 8-1398,-3 8 1467,8 20 0,-17 2 0,3 10 0</inkml:trace>
  <inkml:trace contextRef="#ctx0" brushRef="#br0" timeOffset="19868">16786 9166 19994,'9'-56'732,"0"0"1,-1 0 0,3 8-1,1 1 1,7 9-719,12 5 0,6 11-23,2 12 1,1 11-34,2 14 0,-2 10-6,-4 9 1,-6 7 89,-6 5 0,-8 2 154,-12-6 0,-7-2 358,-26 12 163,-9-34-279,6-23-282,17-12-234,16-4 61,22 10-44,27 21 35,-11 5 1,3 6 36,4 8 1,-2 3 32,-7 0 1,-10 2 17,-27 26-82,-28-39 1,-11-8-281,-15-2 0,-3-8 300,7-5 0,3-2 0,-14-3 0,38-3 0</inkml:trace>
  <inkml:trace contextRef="#ctx0" brushRef="#br0" timeOffset="20134">17797 9350 26318,'-5'45'-81,"0"0"0,0-20 1,1 17-1,1 0 0</inkml:trace>
  <inkml:trace contextRef="#ctx0" brushRef="#br0" timeOffset="30485">18408 8983 11144,'13'-9'9707,"11"-15"-9394,-21 21 471,2-6-447,-21 20-35,-22 8 118,-6-4 90,-3-5-185,13-9-174,15-2-89,5 6-68,-5 24 28,3 16-5,7-13 0,2 2 28,0 22 78,5-6 258,0-26 639,2-11-690,17-32-274,7-2-22,29-15-43,-20 23 1,2 5-12,0 2 1,1 4-12,8 8 0,-2 9-101,-11 7 1,-7 5-318,1 26-111,-37-21 0,-14-3-2361,-22-8 0,-7-7 2921,5-4 0,1-2 0,5-3 0,6-3 0,10-7 0</inkml:trace>
  <inkml:trace contextRef="#ctx0" brushRef="#br0" timeOffset="30685">18415 8910 22509,'49'-33'-181,"0"0"1,-1 5 0,-8 8 0,-21 19 0,-1 4-1</inkml:trace>
  <inkml:trace contextRef="#ctx0" brushRef="#br0" timeOffset="30973">19037 9355 21131,'3'2'3439,"0"-1"-3439,-5 26-527,-3 18-182,-8 4 1,-2 2-1,4 3 1,-2-22-1,1 0 1</inkml:trace>
  <inkml:trace contextRef="#ctx0" brushRef="#br0" timeOffset="31738">19682 8973 15417,'12'-42'2351,"-1"0"0,0 0 0,2-2 1,-3 8-2352,-1 14 28,-14 62-9,-3-5 1,0 5 4,1 1 0,1 5 1,2-3 22,2 8 1,4-2 126,-1-1 0,9-14 218,46-44-174,-14-17 1,0-6-183,-9 9 0,-2 1-36,5-7 0,-6 13 34,-11 34-300,-13 21 0,-4 10 266,3 4 0,0 1 0,-2-5 0,-1-4 0,1 18 0</inkml:trace>
  <inkml:trace contextRef="#ctx0" brushRef="#br0" timeOffset="32404">20540 8699 17714,'-14'-44'3935,"-1"-1"0,12 20-3980,49 59 48,-22 1 0,-3 13-827,-1 1 0,3 14 0,0 4 0,-4-1 0,-7-8 402,-5-5 0,-7-6 0,-6 5 422,-7 3 0,-6 8 0,-4 1 0,-1-5 0,3-12 0,-4-3 0,-4-8 0,-9-2 0,0-1 0,0 0 0</inkml:trace>
  <inkml:trace contextRef="#ctx0" brushRef="#br0" timeOffset="39018">16028 10503 23075,'-16'-45'1041,"1"0"1,-10-9-1266,30 112-4692,1-4 1,0 5 4848,-1-6 0,0-1 0,1-4 0,-1-7 0,-4-11 0</inkml:trace>
  <inkml:trace contextRef="#ctx0" brushRef="#br0" timeOffset="40218">9767 11232 10102,'-4'-3'2711,"0"1"-1823,38-20 0,23-4-376,-4 16 1,9 3-980,-13-2 1,8-3 0,3 0 0,2 1-1,-2 2 567,-5 3 1,-2 3 0,2 1 0,1 0 0,5-1-243,-10 0 0,3 0 0,2 0 1,1-1-1,2 1 0,1-1 1,1 0-1,0 0 180,-4 0 1,2 0 0,1 0-1,1-1 1,0 0 0,1 1-1,1-1 1,-1 0 0,0 0-1,-1 1-128,1-1 0,-1 0 0,0 1 0,-1-1 0,1 0 0,1 0 0,0 0 0,1 0 1,2 0-1,1 0 100,-9 1 0,1-1 0,0 1 0,2-1 0,1 1 0,0-1 0,1 1 0,0-1 0,0 0 0,0 1 0,0-1 0,0 0 0,0 1 0,-1-1 3,4 0 1,0 0 0,1 1 0,-1-1-1,1 0 1,-1 0 0,1 0 0,-1 0 0,0 1-1,0-1 1,0 0 0,-1 0 0,0 0-120,2 0 1,-1 1 0,0-1 0,-1 0 0,0 0 0,0 0 0,0 0 0,0 0 0,1 0 0,0 0 0,1 0 0,0 0 107,-3 1 0,1-1 1,0 0-1,2 1 1,-1-1-1,1 0 1,0 1-1,0-1 0,0 0 1,-1 1-1,-1-1 1,0 1-1,-2 0 1,-1 0-37,5 0 1,-1-1-1,-2 1 1,0 0 0,-1 0-1,0 1 1,-1-1-1,0 0 1,1 1 0,0-1-1,1 1 49,1-1 0,1 1 0,0-1 1,0 1-1,0-1 0,0 1 1,0 0-1,0 0 0,-1 0 1,-1 0-1,0 1 21,0-1 1,0 1-1,-1-1 1,0 1 0,-1 0-1,0 0 1,0 1 0,-1-1-1,0 0 1,0 1-28,2-1 0,0 1 1,0 0-1,0-1 0,-1 1 1,-1 0-1,-1 1 1,-2-1-1,-2 0-14,10 0 0,-3 1 1,-2-1-1,-2 1 1,-1-1-1,1 1-693,6 0 0,1-1 0,-3 1 0,-3 0 1,-9-1 697,13 1 0,-11-1 0,-11 0 0,-10 0 0,-18 1 0</inkml:trace>
  <inkml:trace contextRef="#ctx0" brushRef="#br0" timeOffset="43450">4611 2187 21685,'-61'-5'2686,"46"1"-2205,47 3 1,24 2-434,-7-3 1,5-1-1,4 1-473,-2-1 1,3 1 0,3-1 0,1 0 413,-3 0 0,1 0 0,2 0 0,1 0 0,0 0-223,-9 0 0,1 0 0,1 1 1,0-1-1,-1 0 0,-1 1 228,8-1 0,1 0 0,-2 0 0,-2 1 1,-2-1-27,1 1 0,-2-1 0,-3 1 0,-5 0-2390,14-1 0,-11 1 2396,-9 3 0,-36 1 0,-8 1 1</inkml:trace>
  <inkml:trace contextRef="#ctx0" brushRef="#br0" timeOffset="55250">6996 2118 9459,'-8'-3'4630,"2"1"-3566,34-3 1,20 2 242,-3 2 0,5 0-945,-4-1 1,5-2 0,3 1 0,-1 0-498,5 1 1,0 1-1,1-1 1,2 1 206,-5-1 1,0 1 0,2-1-1,1 1 1,-1-1-244,3 0 1,1 0 0,0 0-1,0 0 1,0-1 366,0 0 0,1 0 1,0 0-1,-1-1 1,0 0-19,-4-1 1,0 1-1,-1-1 1,0-1-1,-2 1-162,9-3 0,-1 1 0,-1-2 0,-3 1 51,-7 1 0,-2 0 1,-1 1-1,-2 0 90,4 0 1,-3 0 0,-4 2 78,3 0 1,-6 2 1185,7 2-1407,-31 0 452,-12-1 0,-5 0 0,0-1 0</inkml:trace>
  <inkml:trace contextRef="#ctx0" brushRef="#br0" timeOffset="61199">16992 8339 18868,'16'-57'392,"-1"1"0,1-1 0,0 10 0,1 0 0,2 0 0,2 1-317,3 2 1,3 1 0,1 1 0,3 1-376,1 0 1,2 0-1,2 1 1,1 4 321,13-8 1,2 5-1,1 5-30,-2 8 1,1 6 0,1 6-19,-4 8 1,1 5-1,-1 7-2,1 6 0,-1 6 0,-2 6-11,1 9 0,-2 7 0,-4 4 20,-1 5 0,-4 5 1,-3 1 12,-4 3 0,-4 1 1,-4 0 20,-5-6 0,-4 0 0,-3-2 52,-5 12 0,-6-6 217,-5-16 1,-4-5-49,-17 5-68,-13-23-78,-10-17 730,-9-11-612,-1-11 354,6-9-445,13-2-38,11 5-29,12 10-33,10 8-163,5 6-72,3 7 218,9 17-11,11 17 67,16 12 14,-13-23 0,4-4 19,6-5 1,3-6-9,9-8 0,2-8 20,4-8 0,0-8 16,1-5 1,-5-5 19,-9-1 0,-5-1 82,4-19-124,-24 18-201,-12 18-443,-1 10 549,-8 38 0,6-24 0,-7 24 0</inkml:trace>
  <inkml:trace contextRef="#ctx0" brushRef="#br0" timeOffset="64850">10472 2053 15855,'-57'-11'1467,"3"4"-1193,34 14 608,5-1 145,16 0-246,24-1-32,31 0-534,-11-3 1,5-1-34,-7-1 0,2 0 0,2 0-289,11 1 0,3 0 0,2 0 166,-7 1 0,2 1 0,1-1 1,2 2-393,-6-1 0,2 0 1,0 1-1,1 0 1,-1-1 285,2 1 0,1-1 0,-1 1 0,0-1 0,-1 1 75,-4-1 0,0 0 0,-1 0 0,-2-1 1,-2 0-37,18-2 1,-3-1 0,-5 0-39,3-3 1,-6-1-179,-17-2 0,-3 1-3205,-3 0 0,-1 2 3396,12-2 1,-10 4 0,-23 2 0</inkml:trace>
  <inkml:trace contextRef="#ctx0" brushRef="#br0" timeOffset="70784">16919 8427 8114,'0'-5'4458,"1"-34"1,-1-14-3796,2 13 1,-1-4-304,2-12 1,0-9 0,2 1-454,1 9 1,1 0 0,4 1 247,4-5 0,3 0 0,4 1-118,5 0 1,5 2-1,5 2-21,-4 16 1,2 2 0,4 1 0,1 3-2,2 1 1,3 2-1,1 2 1,2 2-1,3 3 1,1 1-1,2 3 1,0 1-219,0 2 1,1 2 0,1 2 0,0 1 204,0 1 1,1 1 0,-1 1 0,0 1 1,-2 1 0,-1 1 0,0 0 1,-1 2 5,12 0 0,-2 2 0,-1 1-23,-7 3 0,-1 2 0,-1 3 1,-2 2 1,-1 2 0,0 2-1,0 4 1,1 2 0,-1 1 9,1 2 0,-1 2 1,-1 1 1,-3 0 0,-2 1 0,-1 0-21,-5-2 0,-1 0 0,-4 1 21,9 11 0,-6 2 310,-7 2 1,-3 3-286,-5 8 0,-2 2-25,-2 4 0,-2 0 62,-4 4 0,-2-1-9,-1-14 0,-2-2 511,-5 0 0,-3-2-500,-1-9 1,0-1 439,-1 26-454,16 2 69,10-18-35,-4-11 382,-4-9-164,-21-18-240,-8-2-1,-18-8 1,-24-6 5,6 0-5,-4-5-12,34 6-33,11 1 5,11 5-106,0 2 84,3 1 23,12 4 16,26 8 28,10 1-17,-11-3 1,3-2 204,-1-6 0,-1-5-51,-1-7 0,-2-5-81,-3-2 1,-4-6 147,-6-6 1,-5-1 109,2-10-241,-5 9-258,-17 20 57,-9 19 44,-4 7 28,-24 30-3,12-23 1,-3-1-4,-5 4 1,-3-3 47,-10-4 1,0-7-4,-19-9 1,4-14-6,22-22-23,11 11-28,-2 1-285,16 15-1854,44 6 2145,20 1 0,-3 0 0,-7 1 0</inkml:trace>
  <inkml:trace contextRef="#ctx0" brushRef="#br0" timeOffset="75652">15121 1986 8500,'-13'-43'2373,"0"0"1,1 1-1,-13-8 1,-8 12-1999,-6 17 0,-4 17-235,-6 28 1,2 21-151,13 4 1,4 9 0,2 7-512,10-13 0,1 3 0,2 4 0,1 2 0,1 0 71,2-2 1,2 1-1,1 2 1,0 1 0,0 0-1,0-1-102,-1-1 0,1 2 0,0 0 0,0-1 0,0-2 1,-1-2 695,1 0 0,1-1 1,-1-2-1,-2-4 1,-4-5 221,-7 10 0,-5-7 0,-5-20 26,-14-29 0,0-23 69,13-12 0,3-14 0,6-2-275,3 3 1,4-3 0,7-2-289,7 4 0,5-3 0,5 0 0,4 4 122,13-5 1,7 4-1,8 2-41,2 6 0,6 1 0,4 3 0,-1 2-7,-5 6 0,0 3 0,2 1 0,1 2-5,-1 2 1,1 2 0,2 0-1,-1 2 1,-1 1 32,3 0 0,-1 2 0,-2 1 0,-1-1 50,8-1 1,-3-1-1,-2 1 291,-5 2 1,-2-1 0,-10 0 588,-4-10-690,-44 11 660,-17 15 1,-6 9-845,-5 14 0,0 6-25,5-3 0,4 4-1,3 11 1,11 1 272,20 10 954,9-18-580,25-36-397,-12-21 0,-1-7 235,17-24-215,-15 16 0,-2 3-272,-4 3-168,-7 12 146,-10 41 5,-13 41-14,7-26 0,2 2 3,-5 5 0,5-2 129,26 16 78,25-47-95,-4-21 0,3-13-56,-10-4 0,-2-7 0,0-4-273,3-9 1,-1-6-1,-3-1 252,-3 1 1,-2-1 0,-4-4 13,-7 6 0,-2-4 0,-2 0 0,-2 4 14,-1 1 1,-4 2-1,0 0-2,-2 0 1,-1 0 0,-2 6-208,-7-21 113,-8 76 102,-6 44-76,10-11 1,1 9 0,1 1-17,0 0 0,2 0 0,2 3-226,2-7 0,2 2 1,1 1-1,3-4 221,2 3 0,3-3 0,5-3 165,6-2 0,5-3 0,2-7-106,2-5 0,3-11 61,12-15 1,-2-15-49,-20-14 0,-6-9 29,3-7 1,-6-4 5,-10-6 1,-5 2 878,-2-10-1003,-3 11 186,13 35-197,17 34-17,20 22-11,-14-9 0,-1 4-134,0 2 0,-6 4-1093,-12-1 0,-10-1 1311,-13-6 0,-6-5 0,-12 9 0,-9-22 0</inkml:trace>
  <inkml:trace contextRef="#ctx0" brushRef="#br0" timeOffset="76217">16721 2246 20005,'-40'29'1333,"13"1"-796,34 9 47,21-14-64,21-21-10,6-26-73,-13-22-157,-25-15-62,-37 2-184,-22 17-40,-8 26 1,7 39-63,21 37-86,25-17 0,8 4-1832,13 9 1,7-2 1419,3-9 1,1-4 0,-5-10 0,-2-6 0,4-3-1</inkml:trace>
  <inkml:trace contextRef="#ctx0" brushRef="#br0" timeOffset="77546">3138 1610 11793,'5'-5'6542,"0"1"-4501,-5 4-704,-9 40 231,-35-10 0,-8-2-709,24 1 1,-1-2-322,-14-9 0,-6-3 0,9-6-155,7-9 472,5-4-213,37 33-773,-1 14 432,-10 9 0,-4 15 1,-2 5-306,2-23 1,-2 5 0,-1 2 0,0 1 0,-1-2 0,1-1-266,0 1 0,0-2 0,0 0 0,0 1 0,-1 2 146,-3 2 0,-2 4 0,-1 1 1,2 0-1,6-5 0,8-6-1245,17 12 0,11-9 0,-6-2 657,-19 9 0,11-7 542,31-24 1,21-6-1,3-7 1,-17-7-1,-2-11 1,-1-3 0,0 0-1,0-1 1</inkml:trace>
  <inkml:trace contextRef="#ctx0" brushRef="#br0" timeOffset="84818">25809 2123 15076,'-47'9'711,"0"0"0,6 5 1,-1 3-1,-3 6-597,-5 7 1,-2 8 0,-3 2 0,2-2-714,1-1 0,1-1 0,-1 1 0,-3 1 626,12-8 0,-3 1 0,0 1 0,-1 0 0,1-2 0,2-2 19,-10 5 0,2-1 1,1-3-1,0 0 6,0-1 0,0 0 0,1-3 0,3-2 366,-3-2 0,3-2 0,3-5-21,-3 1 1,7-9 325,-2-22-600,32-25 51,17-13 56,1 7 1113,2 18-1668,-7 23 387,-13 33-6,-5 24-20,6-12 1,2 2 7,4 4 1,7-1 28,9-2 0,9-5-118,9-8 0,9-7-2106,4-12 0,6-5 1,-3-3 2150,3 0 0,-2-3 0,6-3 0,-8-2 0,-21 3 0</inkml:trace>
  <inkml:trace contextRef="#ctx0" brushRef="#br0" timeOffset="87867">14075 4670 7845,'-10'-1'4588,"3"0"-4000,-23-2 16,21 8-251,-21-1 806,39 15-374,12-3-326,14-4 0,7-2-302,-1-3 0,4-3-94,2-1 1,4 0-1,2-1-255,4-1 1,2 0 0,-1-1 200,-2-1 1,-1 0-1,3 0-1,-8 1 1,3-1-1,0 0 1,0 1-1,-1 0 0,1-1 1,-1 1-1,-1 0-18,14 1 1,-2-1 0,2 2 2,-7 0 0,3 0 0,-1 1 0,0 0 4,-7 0 0,1 0 1,-2 0-1,-1-1 12,10 2 1,-1-1-1,0-1 28,0-1 1,0-1-1,-6-2 142,-3-3 0,-6-1-19,-7-2 0,-5-2-71,12-6-128,9-5 0,-8 11-85,-11 3 1,0 2-4273,8 3 4396,-18 4 0,-15-1 0,-13 1 0</inkml:trace>
  <inkml:trace contextRef="#ctx0" brushRef="#br0" timeOffset="89633">16094 3614 7570,'3'-6'4723,"0"0"-4814,-11-8 714,-9 18 222,-23-5-476,10 10 1,-3 4-59,-7-1 0,-2-2 56,0 0 0,2-3 546,-20 2-353,27-8-370,24-2-173,10 0 73,0 4 89,0 12 23,-1 14 16,-3 13 51,-2 5 33,1-9 578,2-15 318,2-15-906,13-22-175,19-11-81,-4 8 1,4 0-32,13 1 1,2 4-3,-7 2 0,-1 6-3,3 5 0,-4 8-62,-4 24-123,-22 19-44,-31 6-449,-14-8-2632,-7-17 2462,10-16 0,13-13 0,10-4 0</inkml:trace>
  <inkml:trace contextRef="#ctx0" brushRef="#br0" timeOffset="89900">16109 3593 14342,'54'-25'883,"1"0"1,-1 1 0,-6 1 0,0 1 0,-7 4-511,-8 6 0,-5 1-4642,4-2 4269,-27 8 0,-7 3 0,0 2 0</inkml:trace>
  <inkml:trace contextRef="#ctx0" brushRef="#br0" timeOffset="92097">7643 11994 15894,'8'-44'1391,"1"-1"1,-1 0 0,0-8 0,0 10-1252,3 18 129,-37 79-188,3-3 0,-3 10-60,6-15 0,-2 5 1,0 1-1,2-2-141,-1 7 0,2-2 0,3 0 120,3 2 0,2 1 0,12-8 34,18-9 0,8-8-90,0-7 0,6-8-1459,17-9 1,3-10 1514,-8-9 0,-3-4 0,-7 4 0,-3-1 0,14-10 0</inkml:trace>
  <inkml:trace contextRef="#ctx0" brushRef="#br0" timeOffset="93154">8488 11832 11256,'0'-3'8122,"0"0"-7568,-52-13-139,9 40-267,-3-7 0,1 7-84,10 24 1,8 9-73,9-15 1,3 2 0,3-1-130,1 20 0,11-2-169,11-7 1,12-8-135,8-14 1,8-11-150,8-15 1,2-12 266,7-21 0,-3-11 532,-10-3 0,-4-7 212,-10 8 0,-1-4 1,-2 1 475,6-14 1,-2 3-432,-7 10 1,0 4-179,-3 6 0,-1 10-138,-5 21-28,-8 44-95,-6 0 0,-3 5-34,-2 15 1,-2 3 19,0-2 0,-3-3 106,0-10 1,-2-6 304,-5-4-329,6-57-80,7-16 1,6-9 8,5-17 1,4-4 7,-1 14 1,2 0-1,2 0 6,1 4 0,1 1 1,2 3-29,8-10 0,5 8-47,2 17 0,4 11-37,-4 13 0,0 10-210,12 18 0,-3 11-641,-9 13 0,-7 7-90,-10-14 0,-3 2 0,-5 0-753,-7 17 0,-9-3-944,-7-13 0,-8-9 1098,-4-14 0,-3-11 1613,-25-18 0,2-16 409,4-6 3993,2 8 1048,6 4-2570,14 1-2292,26-7-728,36-4-1586,0 11 1,5 1 1725,1 1 0,0 1 0,21-3 0,-26 8 0</inkml:trace>
  <inkml:trace contextRef="#ctx0" brushRef="#br0" timeOffset="93423">9536 11647 16392,'0'-4'6979,"0"0"-6732,0 4-158,-28 2-69,8 35 0,1 17-22,-2-11 0,-3 2 0,3 6-153,6-1 0,2 5 1,4 1-1,4 0-783,7 0 0,5 2 0,4-2 0,4-5 791,10 3 0,5-5 1,2-4-1,8 5 1,3-11-1,-7-25 1,0 0-1</inkml:trace>
  <inkml:trace contextRef="#ctx0" brushRef="#br0" timeOffset="94348">9988 11630 20918,'-30'14'537,"-1"0"1,-21-2-221,15 4 0,1-2-233,1-9-28,19-6-23,30 25 1,2 4 8,2 24 0,0 5-20,-2-5 84,-10-8 1,-2 7-1,-6-10 869,-15-5-404,0 3-476,34-60 0,11-13-92,1 11 0,7 5-72,15 3 0,7 5 0,-17 18-1293,-31 44 1,-15 12 1361,11-26 0,-7 0 0,-18 3 0,-11 2 0,-1-16 0,-23-28 0</inkml:trace>
  <inkml:trace contextRef="#ctx0" brushRef="#br0" timeOffset="94623">10063 11737 13637,'1'-3'2828,"38"-32"1,13-7-5114,-18 20 2285,13-5 0,12-6 0,-14 11 0,-18 17 0,32-1 0</inkml:trace>
  <inkml:trace contextRef="#ctx0" brushRef="#br0" timeOffset="94822">10741 11998 20016,'-5'56'483,"-1"0"0,0 0 1,4-17-1,-5 18 1,0 1-1,0-1 0</inkml:trace>
  <inkml:trace contextRef="#ctx0" brushRef="#br0" timeOffset="96586">11433 11699 7531,'1'-5'9388,"-1"2"-8151,4-25-962,-13 21-113,-19-10-5,-34 35-64,22-5 0,0 0-4,3-1 1,2-1-118,-11 4 95,28-4 11,15 5 90,7 11 12,2 17-18,2 11-56,-1 4 34,-2-5 280,-2-13 527,-2-20 151,-1-15-499,-2-23-532,3-1-100,13-11-12,19 12-56,27 9 53,-19 11 1,1 6-26,0 4 0,-2 6 25,-4 2 1,-7 4-115,-10 28-382,-54-1-1288,-1-29 1,-5-3 1831,3-4 0,2-3 0,-19 3 0,35-12 0</inkml:trace>
  <inkml:trace contextRef="#ctx0" brushRef="#br0" timeOffset="96817">11808 12099 15014,'6'56'271,"0"0"1,-2 3 0,0-8 0,0-17 0,-4 0-1</inkml:trace>
  <inkml:trace contextRef="#ctx0" brushRef="#br0" timeOffset="97979">12171 11857 11743,'12'-49'4136,"0"0"1,2 1-3583,0-7 1,0 11-292,-8 39 6,-16 51-244,0-4 0,0 5-31,-2 14 1,4 1 10,6-2 1,6-3 11,3-12 0,7-7 302,37 0-88,-2-45 23,-8-22 1,-1-9-3,-10 5 0,-2-2-107,4-4 1,-2 4-129,2 3-22,-15 33-138,-1 33 0,-2 10-120,0-3-1017,3 17 0,-3 3 1280,-5 2 0,-2-10 0,-2-14 0</inkml:trace>
  <inkml:trace contextRef="#ctx0" brushRef="#br0" timeOffset="98266">13023 11491 18364,'-2'-3'4957,"23"-22"-4923,15 41-36,-5 12 0,3 11 0,-3 1-21,-1 7 1,-6 7-1016,-11-8 0,-1 8 0,-3 3 0,-3-1 0,-5-7 1038,-9-2 0,-7-5 0,1 1 0,3 6 0,1 0 0,-4-8 0,-23 11 0</inkml:trace>
  <inkml:trace contextRef="#ctx0" brushRef="#br0" timeOffset="119601">11202 12860 13665,'0'-4'6183,"0"1"-5841,8-13-84,2 46-152,6 8-84,-8 3 1,-3 5-15,0-4 0,-1-1 194,1 17 156,-6-33-206,-9-38-102,-6-37-5,6 1 0,2-6-12,1 3 1,2-2-12,3 5 1,2-2-1,2 2 31,4-11 0,3 3-31,2 1 1,3 4-40,1 14 1,4 7-57,20 5 28,13 52-39,-17 15-73,-20-4 0,-13 1-271,-28 1 0,-15-4-567,-1-5 1,-7-6 509,0-7 1,-4-3-1,5-4 1,9-3-1,4-3 1,-29-3-1</inkml:trace>
  <inkml:trace contextRef="#ctx0" brushRef="#br0" timeOffset="120516">9835 12657 11452,'-4'0'1759,"0"1"-1625,30-16 1,18-6-12,-12 9 0,1 0 8,18-12 1,0 2 204,9 2 320,-50 20-628,-29 13-17,-10 2 0,-8 2 123,-14 7 1,-3 0 131,5-3 0,2-1 42,-3 1 0,12-6 185,32-13-280,58-27-160,0 5 0,6-2 10,-16 6 1,2-1 0,-2 0 120,14-3 1,-5 2 667,6-3-791,-68 23 60,-16 7 0,-8 3 136,-9 2 1,-1 1-26,6-2 1,3-1-228,-6 3 18,65-21-376,26-9-1339,1-1 1,2-1 1691,-8 2 0,-2 0 0,-7 3 0,-4 1 0,3-2 0</inkml:trace>
  <inkml:trace contextRef="#ctx0" brushRef="#br0" timeOffset="126316">9761 2665 10455,'-51'-16'3101,"1"0"0,7 8 1,15-2-3057,40-21-163,46 15-101,-14 8 1,6 2-138,12 5 0,2 4 0,-2 4 1,-5 6 206,-11 2 1,-14 8 479,-28 34-91,-34-21 1,-14-2-45,-7 3 0,-2-1-174,6-6 1,7-1 185,11 8-208,70-26-45,-1-13 0,5-7 84,6-5 1,0-6 77,-7-10 1,-8-6 19,-12-6 0,-12-2 53,-16-2 1,-9 2 44,-6 4 1,-4 4 55,-18-8-498,22 28 195,34 28-50,8 5 1,5 7-230,13 17 0,-1 6-107,-6-3 1,-7 4-1519,-14-5 0,-5 4 1,-6-4 1349,-7-1 1,-7-5 0,-4-2-1,-2-7 1,1-8 0</inkml:trace>
  <inkml:trace contextRef="#ctx0" brushRef="#br0" timeOffset="127216">11646 2615 18252,'-60'-8'241,"-1"-1"0,10 5 0,-3 2 0,4 3-51,-2 6 0,4 2-168,-5-1 1,6-1 44,4 1 107,46 5-101,14 6 22,18 21-45,-17-10 1,-1 3-26,-2-2 0,-1 3 62,-3 10 0,-4 0 226,-9 9 538,-4-9-347,-6-30-122,5-34-320,12-9 5,8-10-6,33 4-40,-15 26 1,3 5-22,5 2 1,2 5-105,10 12 1,-4 6 21,-15 1 1,-6 3-101,-4 6 0,-12 1-1336,-46 20 1510,-3-29 0,-4-6 1,-12 5-1,2-12 0</inkml:trace>
  <inkml:trace contextRef="#ctx0" brushRef="#br0" timeOffset="127450">11763 2533 12197,'4'-4'3825,"29"-22"1,9-3-3355,-12 11-625,11-14 0,-4 11-6629,-27 33 6783,-12 1 0,-2 5 0,0-10 0</inkml:trace>
  <inkml:trace contextRef="#ctx0" brushRef="#br0" timeOffset="127817">10877 3525 13015,'60'-15'-162,"1"-1"0,0 1 1,-1-1-1,-1 2 0,0 0 1,-1 0-1,-3 3 162,6-1 0,-4 3 0,-4 0 0,1-1 0,-6 2 0,8 5 0</inkml:trace>
  <inkml:trace contextRef="#ctx0" brushRef="#br0" timeOffset="128031">11190 3633 20028,'60'-22'18,"0"0"1,0 0 0,0 0 0,0-1 0,-3-4 0,-8 1-1,2 5 1,0 12 0,0 1 0,0 0 0</inkml:trace>
  <inkml:trace contextRef="#ctx0" brushRef="#br0" timeOffset="134567">19483 4281 12920,'-8'-2'5556,"3"1"-5439,38-44-322,17 33 1,13 6 17,-9-8 1,2-4-1,2 7-88,6 9 1,0 5 0,-5 4-34,10 1 0,-25 8 515,-54 22 11,-35-14 1,-17-5-1,14-4 1,-2 0-1,0-1-44,-15 5 0,5 0-155,18-3 1,13 1 209,24 7-206,60-9-35,-8-13 1,4-5 157,3-5 0,-1-5 81,-9-4 0,-8-6 87,-6-33-43,-36 24 1,-8 1 142,-4 1 1,-1 2 88,-12-17-402,22 16-112,30 18-51,18 25-16,-12 4 0,-1 6-191,3 7 0,-3 5-392,-2 3 1,-4 2-2376,-7-1 0,-4-3 3036,-3 14 0,-12-20 0,1-24 0</inkml:trace>
  <inkml:trace contextRef="#ctx0" brushRef="#br0" timeOffset="135200">21211 4051 18880,'-63'-9'201,"-1"1"1,0 0-1,7 0 1,1 2 0,7 4-149,6 8 0,6 4 42,-9 10 157,29 6 28,18 4 17,3 8-79,1 5-111,-8 7-40,-7 7 11,-8-2 34,2-10 695,4-18-151,18-26-444,26-22-148,-4 7 1,4 0-60,6-1 1,2 5 0,7 8 0,0 6-20,-8 5 0,-2 6-26,3 10 1,-6 5-14,-13-2 0,-8 2-70,-16 31-387,-40-18-1311,10-28 1,-3-6 1820,-24-3 0,25-7 0,21-4 0</inkml:trace>
  <inkml:trace contextRef="#ctx0" brushRef="#br0" timeOffset="135450">21179 4083 17434,'53'-28'1148,"0"0"0,-1 0 1,-2 2-1,0 1 0,-5 4-893,-4 4 0,-4 4-804,9-4 549,-56 25 0,0-4 0,-19 11 0</inkml:trace>
  <inkml:trace contextRef="#ctx0" brushRef="#br0" timeOffset="138834">7180 4669 5991,'-5'1'1789,"-24"3"1,-7 2-1213,3 2-314,-6 0 1,2 0-96,13 0-68,14-3 582,10-3 125,14-1-118,31 1-282,14-2-180,-10-3 0,5 0-36,3 0 1,2 0-70,-10-1 0,2 0 0,1 1-304,7 0 1,1 1 0,1-1 205,-12 2 0,1-1 0,1 1 0,-1 1-22,2 0 0,0 1 0,1 0 0,-1 0-5,1 1 0,0 1 0,0 0 0,-1 0-7,-1 1 1,0 1 0,-1 0 0,0-1 10,0 0 0,0 0 1,0 0-1,0-1 1,0-1 0,-1 1 1,1-2-1,1 0-23,-1-1 1,1 0 0,0-1 0,1 0-5,4 0 1,1 1 0,0-1 0,-2 1 3,7 1 0,-3 1 0,2 1 17,-11 1 0,1 2 0,0-1 0,-1 2 11,10 2 1,-1 1-1,-1 0-19,-5 0 1,0-1 0,1 0-82,7 1 0,2-1 0,-1 0 91,-9 0 0,-2-1 0,-1 0 20,-4 0 1,-1 0 0,0 0-4,3 0 0,0 2 0,0-2-6,0-1 0,1 0 1,-1-1-16,-2-1 1,-1-1-1,3 0 17,11-1 0,3 0 1,-1-1-16,-4-1 0,-1 0 1,-1-1-137,-6 1 1,0-1 0,1 1 122,7 0 0,1 0 1,1 0-33,-2 0 1,1 0-1,-1 0 4,-4 1 0,1-1 1,1 1-89,9 0 1,3-1-1,-3 1 112,-13-1 1,-1 1-1,-1-1 17,0 0 1,-1 0-1,0 0-2,15-2 1,1 0-158,-11 0 1,2-1 0,-3 0-12,12 0 1,2-2-121,-4 1 1,4 0 0,-5-1 225,-2-1 1,-4-1-840,2-2 0,-5-2 907,7-8 0,-32 7 0,-8 2 0</inkml:trace>
  <inkml:trace contextRef="#ctx0" brushRef="#br0" timeOffset="140118">5925 3371 22533,'-3'45'-35,"-6"7"153,-1-11 1,-3 2 463,-2-7 1,-4-3 33,-4-4 0,-4-4 112,-7-5 0,-4-4-314,-2-4 0,0-4-196,1-4 1,1-4 374,-17-9-151,25-3-699,18 2-479,16 17-482,7 14-302,14 15 294,22 2 1012,-6-22 1,6-6 316,15-6 0,5-7 20,-17-3 1,2-3 0,-2-2 282,-1-2 1,-2-2-1,-2-2 484,9-9 1,-8-1 133,-17 6 1,-6 1-572,-3 0 1,-18 10-1,-2 14 1</inkml:trace>
  <inkml:trace contextRef="#ctx0" brushRef="#br0" timeOffset="142453">18762 10543 11010,'0'-4'7875,"0"0"-7836,-1-16 124,3 63-214,6 7 45,-3 1 1,2 5 8,1-3 0,1 0 30,-2-8 1,-1-3 1114,4 12-247,-6-23-229,-12-56-352,-3-27-250,3 15 0,-1-3 179,0-5 1,1 2-93,-2-4-477,-1 18 281,8 53 45,2 24 16,6-13 1,2 0 16,-1 13 958,7-9-768,-10-50-38,-5-45-144,2 21 1,0-2-6,-1-2 0,1 1-104,3-9-83,-2 46-835,-1 50 980,4-10 0,0 2 0,-2 20 0,6-9 0</inkml:trace>
  <inkml:trace contextRef="#ctx0" brushRef="#br0" timeOffset="144934">17060 11858 21091,'-36'-7'319,"3"44"1,4 21-320,15-19 0,3 4 0,1 2-21,-7 14 1,1 5-1,7-5-575,15 5 0,9-6-2412,3-17 0,6-5 3008,6-4 0,1-6 0,7-8 0,-13-18 0</inkml:trace>
  <inkml:trace contextRef="#ctx0" brushRef="#br0" timeOffset="145433">17573 11995 17260,'-3'-35'1266,"2"7"-1008,1 32 465,0-2-314,4-6-191,3-2 555,7-9 117,-6 0-184,-4-1-252,-13 4-426,0 6-34,-6 8 6,-2 19 56,-9 28-20,8-8 1,0 4-34,1 6 0,3 2-34,2 0 0,9-1-132,10-7 1,9-5-530,7-12 0,8-7 13,14-11 1,0-6 0,7 0 0,-3-16-1</inkml:trace>
  <inkml:trace contextRef="#ctx0" brushRef="#br0" timeOffset="146033">18014 11884 15692,'0'-3'6671,"0"0"-6183,4-27-393,-3 22-45,2-15 40,-3 50-12,1 29-31,0-13 1,1 4-12,1 8 1,-1 1 13,0-1 1,0 0 55,-1-6 1,-2-4 162,-4 15 358,0-28-252,0-33-274,2-39-90,2 0 0,0-7-2,2 5 1,1-3-1,1-1 30,1 0 0,1 0 1,0 1-40,6-18 0,3 6-17,0 19 0,3 6-44,23 2 21,17 44 6,-20 9 1,-1 7-107,8 14 0,0 6-265,-14-14 0,-2 2 0,-1-1-1500,6 14 1,-5-2 1904,-11-12 0,-4-5 0,-2 1 0,-18-22 0</inkml:trace>
  <inkml:trace contextRef="#ctx0" brushRef="#br0" timeOffset="146218">18061 12184 20588,'31'-31'-182,"-1"-1"0,1 1 1,12-12-1,-1 9 1,11 16-1,-17 8 0</inkml:trace>
  <inkml:trace contextRef="#ctx0" brushRef="#br0" timeOffset="147225">16885 12178 7106,'-2'-3'9830,"1"0"-7265,1 3-1171,21-68-464,-9 46-742,0-15 0,2 4-37,-1 28 73,-3 14 230,3 19-141,-1 32-190,-6-18 1,-1 5-21,0 8 1,-1 3-65,0-1 0,0-1-3,0-4 1,1-3 2,0-8 1,1-3 4,10 12 225,11-21-67,21-29-130,-15-8 1,1-4-23,3-5 1,1-1-1,-3-1 1,-3 1 162,11-8-28,-22 12-129,-17 8-112,-29 10 100,-7 4-50,-4 3 1,-4 0 28,-24 5 22,12-6 0,1-2-17,-4-4-9,20-7 1,5-1-42,13-2-6,4-5 5,18 5 40,1 1-34,12-2-230,16-2 247,0 0 0,1 1 0,3-1 0,12-1 0</inkml:trace>
  <inkml:trace contextRef="#ctx0" brushRef="#br0" timeOffset="147972">19020 11978 14661,'15'53'1154,"0"0"0,0 0 0,-1 0 0,17-70 0,1 1-1154,-13 41 0,-3 28 0,-2 17 0,0 6 0,1-3 0,0-15 0,4-24 0,36-24 0,-4-9 0</inkml:trace>
  <inkml:trace contextRef="#ctx0" brushRef="#br0" timeOffset="157183">28696 1632 13390,'-58'14'500,"1"-1"1,0 0 0,-1 1 0,3 0 0,0 2 0,1 1 0,2 2-290,3 2 1,2 2-1,0 0 1,-1-1-303,-5 1 1,-1-1 0,1-1-1,1-3 210,-4-2 1,3-3 0,-1-2 5,1 1 0,1-2 1,3-4 501,-1-7 1,9-6-303,3-17 45,20-13-219,14-3-258,0 13-33,-2 21 943,-2 23-668,11 27-99,8-10 0,7 2 0,11 10 1,7 1-13,-7-16 1,4 0-1,0-2 91,16 8 0,1-6 41,-2-10 1,0-10-90,-4-12 1,-2-7-10,-3-3 1,-2-3-166,-6 0 1,-3 0 106,6-4 0,-22 10 0,-11 8 0</inkml:trace>
  <inkml:trace contextRef="#ctx0" brushRef="#br0" timeOffset="160901">19169 11813 7643,'3'-10'8044,"-1"2"-6583,-7-11-145,7 13 96,-6-13-465,7 19-505,-7 6-145,-5 6 5,-3 12 35,-2 9-63,0 6-16,-3 4-34,-4 4-129,3-3-44,4-1-51,9 0 11,8 2-6,3 0 12,5-1 22,-1-7 29,-2-5 44,-5-4-90,-2-2 17,1 0-11,7 3 51,6 3 21,6 0-4,0-1-24,-2-7 35,2-4 22,5-9-107,10-2 23,11-1-23,12-2 40,-2 0 11,1-4-34,-10-8 34,-5-5-62,-6-2-6,-8 2 12,-9 3 17,-7 4-40,-5 1 51,-3 1 39,-2 0-11,-2 1-56,-9 1-34,-8 4 39,-11 4-5,-5 1-39,-5-3 38,-5-4-32,-7-8 27,-4-5 0,2-6 0,5-6-22,6-6 11,4-7 22,4-5 6,7-2-16,9-10-7,14 18 1,4-2-1,7-6 1,4 0 22,1 0 0,2 1-3,-1 6 0,1 3-8,1-6-1467,-12 16 1450,-9 8 0,2 9 0,-2-1 0</inkml:trace>
  <inkml:trace contextRef="#ctx0" brushRef="#br0" timeOffset="163319">19663 11745 19916,'25'32'1685,"-4"18"-1596,-13 4 1,-3 4-20,-1-14 0,1-4 297,-2-2 1,1-8 539,-1-15-538,-7-37-133,-8-33-166,3 12 0,-1-3-6,0-1 0,0 1 3,3 4 1,2 4-107,-1-10-1,12 39 52,6 40-24,8 29 9,-8-21 1,0 0 16,-2-3 0,0-3 165,5 10 107,-8-29-113,-6-40-72,-7-28-70,1 17 0,0-1-6,0 3 0,-1 2-143,-1-11 6,4 40 45,4 46-597,0-5 1,0 6 663,0 10 0,0 0 0,0-17 0,-1-3 0,0 19 0</inkml:trace>
  <inkml:trace contextRef="#ctx0" brushRef="#br0" timeOffset="163568">20312 12110 23506,'-14'51'-1441,"1"1"0,1-9 1,4-10-1,4-21 1</inkml:trace>
  <inkml:trace contextRef="#ctx0" brushRef="#br0" timeOffset="164194">20843 11620 19423,'0'-4'3887,"0"0"-3467,-9-42-314,-6 36-5,-25-25 0,-6 50 33,-7 5-50,11 1-73,19-1 34,6 16-34,12 6-5,1 14 22,5-3-6,1-9 130,1-15 413,3-21-419,-1-12-12,7-21-105,6 0-18,12-3-22,24 18-7,-13 13-35,-5 11 0,-2 8-40,-12 3 1,-7 5-479,-1 13 0,-9 2-2031,-11-4 0,-7-2 1923,-4-3 1,-3-5 0,-14 0-1,18-20 1</inkml:trace>
  <inkml:trace contextRef="#ctx0" brushRef="#br0" timeOffset="164418">21146 11793 23153,'10'48'-1015,"-1"1"0,0-13 0,-3-4 1,-11 2-1,2-25 0</inkml:trace>
  <inkml:trace contextRef="#ctx0" brushRef="#br0" timeOffset="164941">21424 11414 20464,'0'-3'3792,"-20"63"-3778,10-16 0,2 3-28,-6 8 0,4 2 75,10-1 1,6-7 45,9-16 49,15-42 1,4-13 62,1-17 78,3-13 0,-1-1-6,-1 4-210,-14 17 1,0 6-38,6 17 40,-5 59-1270,-18-7 1,-5 10 0,1-2 1185,3 6 0,-1 0 0,-5-10 0,-1 1 0,1-11 0,2-10 0</inkml:trace>
  <inkml:trace contextRef="#ctx0" brushRef="#br0" timeOffset="165146">21856 11046 21237,'27'58'239,"0"-1"0,0 1 1,-1 0-1,1 0 0,-32-8 1,-13-3-1,-1 1 0,12 4 1,19 0-1,11 5 0,7 3 1,-2-1-1,-8-5 0,-14-8 1,-33-3-1,1 0 0,-1 0 1</inkml:trace>
  <inkml:trace contextRef="#ctx0" brushRef="#br0" timeOffset="174267">18347 13012 15698,'-4'-3'2733,"1"0"-2217,7 22 117,10 24-325,-8-4 0,0 4-180,1 10 1,-1 1-31,-3 0 0,-3 0 131,-2-9 1,-1-5 863,-2 9-527,-3-46-270,1-44-212,1 3 0,-1-6 11,-1-7 1,1-3-4,-1 0 1,1 2 5,2 9 0,0 5-149,0-6 85,8 52-23,4 45 3,-1-11 0,2 4-17,2 4 0,2-2 25,-2-6 1,0-5 364,7 8-141,-13-46-162,-20-42-42,4 8 0,-2-4 14,-3-2 0,0 2-34,3 6 1,1 4-230,-1-3-219,12 43-7555,13 35 7981,-2-1 0,1-2 0,-7-28 0</inkml:trace>
  <inkml:trace contextRef="#ctx0" brushRef="#br0" timeOffset="175484">16100 13891 6949,'-8'1'2716,"-37"4"1,-4 0-286,23-2-902,-36 9-924,91-10 0,22-3-376,1 0 1,8-2-128,-6 0 0,7 0 0,2-1 1,-3-1-325,-9 0 1,-2-1-1,1 0 1,5-1 269,1 0 1,6 0-1,2-1 1,1 0 0,-1 0-1,-4 1-315,-1 0 1,-4-1 0,0 1 0,1 0 0,3 0 268,-5 1 1,3-1-1,2 0 1,0 0-1,0 1 1,-1 0-1,-3 0-5,12-1 1,-3 1 0,-1 1 0,0-1 0,0 0-3,3 1 1,-1-1-1,1 0 1,-1 0 0,-2 1-194,-4-1 0,-1 1 0,0 0 0,-1-1 0,-1 1 194,-3-1 1,0 1-1,0-1 1,-1 0 0,0 0 0,10-1 0,0-1 0,0 1 1,-1-1-128,-3 0 0,0 0 1,-2-1-1,0 1 149,-5 0 1,-2-1 0,0 1 0,-2-2 45,11-2 0,-2-2 1,-3 0 1,7-4 0,-2-1 22,-13 4 1,1-1 0,-1 2 93,-3 1 1,0 0 0,0 1-173,7 0 0,2 0 0,-2 2 17,14-4 0,-4 4 705,-15 3 0,-9 3-733,-14 0 0,-20 4 0,-14 0 0</inkml:trace>
  <inkml:trace contextRef="#ctx0" brushRef="#br0" timeOffset="178684">13327 14064 15395,'-30'14'1162,"-1"1"1,-4 12-407,72-14-470,-1-7 0,7-2-110,19-1 0,6-2-126,-9-2 1,5-1 0,2 0-422,-8 0 0,3 0 0,2-1 0,1 1 381,-8 1 0,1-1 0,1 0 1,0 0-1,1 2-227,2 0 0,1 1 0,1 0 0,-1 0 0,0 1 190,-1 0 0,-1 0 0,0 1 0,1 0 0,-2-1-8,-1 1 0,0 0 1,-1-1-1,0 0 1,0-1-104,-1-3 0,-1 0 0,0-1 0,0-1 0,0-1-1055,2-1 0,1-2 0,0 0 0,-2-1 1,-2 0 1192,-1-1 0,-2 0 0,-3 0 0,-1-1 0,6-1 0,-2 0 0,-10 3 0,2 1 0</inkml:trace>
  <inkml:trace contextRef="#ctx0" brushRef="#br0" timeOffset="179516">19533 13678 12377,'29'-20'1375,"-1"-1"1,5 1 0,3 2-1026,9 6 0,4 3-162,13-4 0,3 0-536,-13 3 0,1-1 0,3 1 412,-9 2 1,2 1-1,0-1 1,2 1-18,3-1 1,0 1 0,2 0-1,0 0-32,4 0 1,1 0-1,1 0 1,0 0-178,-10 1 0,0 0 1,1 0-1,0-1 0,0 0 244,1-2 0,0 1 0,1-1 0,-1-1 0,0 1 68,0-1 0,-1-1 0,0 1 0,-1-1 0,-1 0 68,6-2 1,0 0-1,-1 0 1,-3 0 95,8-2 0,-3 0 0,-4 2-146,7-3 0,-6 1-636,-17 4 1,-5 0 467,2-3 0,-19 6 0,-16 5 0</inkml:trace>
  <inkml:trace contextRef="#ctx0" brushRef="#br0" timeOffset="183383">12500 10419 12836,'0'-3'5847,"0"0"-5225,-8-31-465,-20 37-23,-16-19-58,4 32 0,-3 9 55,-1-6 1,-1-1 66,-2 2 1,4-3-42,-14 3 61,28-12-111,27-7 128,4 5 95,1 14-44,0 12-68,-1 18-38,-3 8 39,-1-2 16,-3-8 219,2-20 453,1-15-655,10-22-224,17-10-34,26-8 0,-14 14 1,3 5-26,6 6 0,0 6-59,1 6 1,-3 6-74,-6 6 1,-8 4-28,-10 2 0,-10 3-314,-16 1 0,-11-1-2560,-16 0 0,-8-6 3064,-1-3 0,-1-5 0,8-3 0,4-5 0,-4-4 0</inkml:trace>
  <inkml:trace contextRef="#ctx0" brushRef="#br0" timeOffset="183634">12444 10423 11026,'3'-3'4892,"29"-24"1,9-3-3840,-11 10-832,10-10 1,-4 4-900,-23 20 678,-9 10 0,-4-3 0,2 5 0</inkml:trace>
  <inkml:trace contextRef="#ctx0" brushRef="#br0" timeOffset="186334">13286 14274 19182,'6'-37'1416,"0"0"1,4 11-1257,-7 53 0,-4 22-112,-3 12 0,-1 5-15,1-19 1,0 1-1,0-2 107,-3 15 0,0-6 874,0 5-633,6-74-286,1-17 0,2-9-31,-2-19 1,1-3 16,0-1 0,-1 3-22,1 10 0,-2 7-104,1-5 51,11 62 11,8 40-17,-3-15 0,0 2-12,0 1 1,-2 0 78,-4-8 1,-6-3 66,-16 10-61,-17-22-90,2-11 11,10-1-240,27 6 246,13 14 0,-5-12 0,0 3 0</inkml:trace>
  <inkml:trace contextRef="#ctx0" brushRef="#br0" timeOffset="189567">12082 15410 16051,'1'-54'1840,"-1"-1"1,0 7 0,3 10-1432,6 22 101,-3 42-309,-8 23 1,-6 13-169,-1-9 1,-2 4 0,-1 2-239,2-9 1,-1 1 0,1 0 0,0-1 206,-2 12 0,1-1 0,4-4 3,4 6 1,10-10 8,10-23 0,8-9-972,12-20 1,6-11 957,7-9 0,-3-6 0,-13 7 0,-3-1 0,20-16 0</inkml:trace>
  <inkml:trace contextRef="#ctx0" brushRef="#br0" timeOffset="189917">12819 15431 12309,'0'-3'9298,"0"1"-8329,3-57-190,-6 42-583,-9-27-90,-17 74-25,3 12 0,0 6-64,5 2 0,3 1-28,-3 7 0,7 1-141,14-1 1,10-5-662,10-18 1,6-6-1442,5 1 0,6-8 2254,3-16 0,0-6 0,6-2 0,-16-8 0</inkml:trace>
  <inkml:trace contextRef="#ctx0" brushRef="#br0" timeOffset="190333">13178 15478 22867,'1'-28'572,"2"44"-536,0 30 0,0 13-2,-4 2 0,-1-1 2,-2-9 0,-1-5 205,0-7 0,-4-13-79,-3-22-106,5-45-28,7-5 0,3-8 63,1 10 1,2-1 0,1 1 48,5-19 0,4 2-59,8 0 0,8 7-62,-3 24 1,4 9-14,7 5 0,2 11-90,-1 18 0,-4 13-608,-2 16 0,-6 9-1711,-7 5 0,-6 4 1918,-8-14 1,-3 0-1,-2-4 1,-2-5-1,-2-4 1,-2 18-1</inkml:trace>
  <inkml:trace contextRef="#ctx0" brushRef="#br0" timeOffset="190533">13289 15685 21545,'51'-40'-409,"1"1"0,0-1 0,-2 7 1,4 9-1,-10 5 0</inkml:trace>
  <inkml:trace contextRef="#ctx0" brushRef="#br0" timeOffset="190783">13890 15222 16549,'0'-3'8530,"0"0"-8154,11-36-146,-15 61 27,-4 23-237,2-2 1,-2 10 0,1 2-347,-1 6 0,2 3 1,6-1-682,9-1 1,7-2 0,3-4 580,0-12 0,2-4 1,3-5-1,7 0 1,1-9-1,13-9 1</inkml:trace>
  <inkml:trace contextRef="#ctx0" brushRef="#br0" timeOffset="191984">14522 15417 13233,'0'-3'8777,"0"0"-8127,-38-17-123,11 43-351,-5-6 0,-1 5-72,11 25 0,6 9-76,1 3 0,6 1 2,10-3 1,11-4 0,13-13 0,8-10 125,8-10 1,3-15 470,9-39 1,-5-12-564,-18 23 1,-5-5 49,-9-18 0,-7-11 0,-8 7 0,-13 12 1,-8 4-70,-17-18 0,-9 8-45,8 29 0,-1 6 0,3-4 0,3 8 0,-1 28 0</inkml:trace>
  <inkml:trace contextRef="#ctx0" brushRef="#br0" timeOffset="192705">15223 15697 23215,'-5'58'-550,"0"0"0,0-7 0,-2-6 0,-3-5 0,1-18 1</inkml:trace>
  <inkml:trace contextRef="#ctx0" brushRef="#br0" timeOffset="198217">15856 15201 12763,'6'-5'6324,"-2"1"-5717,-30 14 1,-13 6 131,3-7-414,-9 6 0,-3-3 235,2-15-268,11 0-1,10-2-112,18 6 45,3 11 73,-3 23-84,-6 25-180,5-22 1,1 2-15,0 0 1,2-2 187,-1 16 168,8-27-106,10-40-67,5-18-79,14-14-106,-1 15-23,21 10-39,0 29 6,6 12-51,-29 1 1,-6 7-611,-13 5 0,-9 3-2723,-4 0 1,-6-2 3422,-5-1 0,-3-5 0,-10 1 0,17-20 0</inkml:trace>
  <inkml:trace contextRef="#ctx0" brushRef="#br0" timeOffset="198449">16086 15487 23506,'6'61'-146,"0"-1"0,1-17 1,-2-7-1,-10-3 1</inkml:trace>
  <inkml:trace contextRef="#ctx0" brushRef="#br0" timeOffset="198867">16403 15168 18246,'0'-5'5842,"0"2"-5248,0 3-342,11 5-194,-10 25 1,-2 10-34,8-8 1,2 0-12,-3 18 0,4-3 8,10-17 1,7-12 2,3-20 0,4-10 28,2-3 0,-1-7 210,3-17 1,-4-3 201,7-8-196,-11 11-79,-21 60-100,-12 37-107,2-22 0,-1 4-512,0 14 0,0 0 529,3-15 0,0-4 0,0 26 0,4-35 0</inkml:trace>
  <inkml:trace contextRef="#ctx0" brushRef="#br0" timeOffset="199116">17106 14787 26609,'38'24'82,"0"0"1,1-1 0,-1 15 0,-4 6 0,-5 5-296,-10 2 0,-4 5 1,-6 3-1,-5 1-259,-7-8 0,-5 1 1,-4 1-1,0-1 0,2-5 1,3 9-1,1-5 0,-6-3 1,-14-10-1,0-1 0,0 1 1</inkml:trace>
  <inkml:trace contextRef="#ctx0" brushRef="#br0" timeOffset="223933">13519 16507 16644,'-13'-62'1702,"0"1"1,1 4 0,3 17-1462,8 34-39,1 55-180,0-4 1,0 5 8,2 11 0,1 1-9,1-4 1,1-4 198,0-17 0,-1-6 524,4-6-404,-18-55-184,-4-23-28,-1 6 0,0-2-1,5 12 1,0 2-84,-9-27-56,14 51-28,16 50 28,3 23-936,-2-6 1,0 3 946,-5-10 0,-1-4 0,-1-5 0,-1-4 0,-3 3 0</inkml:trace>
  <inkml:trace contextRef="#ctx0" brushRef="#br0" timeOffset="224733">11380 17239 14521,'63'-5'1453,"-11"-2"1,8-2-1423,-11 0 0,5-2 0,3-1 0,1 0-513,-6 3 0,2-1 1,1-1-1,1 1 0,0-1 501,-4 1 1,1 0 0,0 0 0,1-1-1,0 0 1,1 0-244,2 0 1,2 0-1,-1-1 1,1 1 0,0-1-1,0 1 229,1-1 1,-1 0 0,1 0 0,0 0-1,-1 1 1,1-1-9,-3 1 0,0 0 0,0 1 1,0-1-1,-1 1 0,1 0-62,7-2 1,0 1 0,-1 1 0,0-1 0,0 0 75,-2 1 0,0-1 0,-1 0 1,0 1-1,1-1-2,0 0 0,1 0 0,0 0 0,-1 0 0,0 0-3,-1-1 1,0 0 0,0 0-1,-1-1 1,-1 1-81,-2 1 0,-1-1 0,0 1 1,-1 0-1,-2-1 95,7-1 0,-2 0 0,-1 0 0,-2 0 29,7-2 0,-3-1 1,-1 1 254,-8 3 0,-1 0 0,-2 0-283,-2 2 0,-2 0 1,0 1-74,17-2 1,-1 2-1188,-7 2 1,-3 1 1237,15-1 0,-32 4 0,-27 2 0</inkml:trace>
  <inkml:trace contextRef="#ctx0" brushRef="#br0" timeOffset="225735">11252 17538 9408,'-3'-2'9830,"-13"-37"-9052,15 32-397,-6-18-67,19 50-51,1 26-146,-8-19 1,-1 1 263,-2 24 812,-4-16-381,-10-48-632,0-23-74,3-2 0,-1-4 9,3-4 0,0 0-90,2 7 0,0 1 37,1-18-40,12 50-27,5 25-26,-2 5 0,1 6-28,2 12 1,0 2-575,-3-5 0,0 1-46,-1 4 1,-2-5 0,-2-8-1,-3-10 1</inkml:trace>
  <inkml:trace contextRef="#ctx0" brushRef="#br0" timeOffset="226392">10911 18240 7251,'-2'-3'9830,"-57"-5"-7561,24 34-2230,-6 12 0,-6 13 1,23 0-466,44-4 1,23 1 0,-13 2 0,-34 5 0,-11 2 0,16-9-1,41-21 1,0 1 0,-1-1 0</inkml:trace>
  <inkml:trace contextRef="#ctx0" brushRef="#br0" timeOffset="227538">10966 18283 12556,'-44'-12'4032,"2"15"1,5 12-3983,21 21 1,5 6-32,-12-7 1,3 3 5,13 20 0,14 2 210,16-16 1,6-5-169,-12-6 0,5-8 151,23-13 1,12-9-1,-10-5-195,4-9-555,-5-9 0,7-8 0,-15 2 532,-18-6 0,16-10 0,-33 26 0</inkml:trace>
  <inkml:trace contextRef="#ctx0" brushRef="#br0" timeOffset="228336">10005 18496 9800,'0'-5'8435,"-1"0"-8273,1 5 230,3-12 63,10 72-321,-4-28 81,-1 21 1,-2 7-143,-2-14 0,-2-2 44,2 1 1,1-1 136,2-2 1,1-5 160,11 8-34,11-24-146,8-24-45,22-18-929,-2-7 60,-16 6 1,-3 1 0,-5 3-1,4-2 1</inkml:trace>
  <inkml:trace contextRef="#ctx0" brushRef="#br0" timeOffset="229218">11477 18399 16756,'-11'-46'1727,"-1"0"0,0 10 0,7 6-1682,14 16 0,12 41-62,13 24-3,-14-10 1,0 4-18,0 0 1,0 1 78,-4-2 0,-1-2 272,3 10 364,-12-19-281,-20-43-268,-9-33-51,8 4 1,3-6-9,1-11 0,5-2-25,5-2 0,4 2-43,3 10 1,5 5-31,27-10 11,17 45-25,-18 18 0,2 8-193,8 8 0,0 6-1129,2 3 0,-3 3-3552,-6 3 1,-5 1 3999,-10-14 0,-5-2 1,0 13-1,-18-29 1</inkml:trace>
  <inkml:trace contextRef="#ctx0" brushRef="#br0" timeOffset="229685">11744 18433 12561,'-3'-2'4755,"1"0"-4962,20-32 0,18-10-146,0 20 0,4 0-204,3-13 1,4-6 0,2 3-1388,3 10 1,2 3-1,-2 1 958,-11 1 1,-2 0-1,-2-1 986,1-3 0,-2-1 0,-7 1 0,-10 0 0,-7-1 4750,-11-26-40,-10 22-313,-10 5-2106,14 11-1333,3 7-180,1 26-313,-4 41-409,2-6 0,1 7-75,2-10 1,1 4-1,4-1-148,5 1 0,5 1 1,7-5-550,8-4 1,7-5 0,3-5 305,7-8 1,3-6-1,-2-4 1,6-1-1,-4-7 1,-11-8-1,-1 0 1</inkml:trace>
  <inkml:trace contextRef="#ctx0" brushRef="#br0" timeOffset="233283">12988 17941 9710,'-2'-4'9158,"0"1"-8142,-2-32 1,0-7-250,4 23-200,-4-43-355,8 88 1,2 18-199,-1 3 0,0 3-31,1 8 1,1 2 100,-2-5 0,0-5 616,1-3-308,-1-29-45,-7-69-221,1 11 0,1-3-40,1-9 1,2-3 5,5-6 1,5 3-88,1 19 1,3 4-14,2 0 0,5 9 86,36 27-145,-30 15 0,-1 8-73,5 6 0,0 4-406,4 9 0,0 0-320,-10-15 0,1-6-108,30-2 957,-18-63 165,-25 5 1,-3-4 78,-1-3 0,-2 1 86,-3 10 1,-1 3-112,2-1-11,-7 49-135,-1 30-70,2-11 0,3 0-28,4 0 0,3-3 120,23 11 140,11-46-67,-20-17 1,-3-8 35,-1-11 1,-4-5 41,-2-4 1,-5 0-121,-3 7 1,-4 3-217,-4-12-2430,7 26 2537,15 24 0,-6 0 0,5 7 0</inkml:trace>
  <inkml:trace contextRef="#ctx0" brushRef="#br0" timeOffset="233867">14175 17899 22229,'21'-59'375,"1"1"0,0 0 0,-4-2 1,-2-1-1,-4 3-155,-6 10 0,-4 2 1,-2 1 45,-6-18 0,-5 5-95,-1 14 0,-2 6-3,-14-3-157,7 35-11,10 52-25,9-4 0,5 6-1,3 14 1,5 3 17,0-18 1,3 0 0,3-1 20,2-3 0,4-2 0,2-4-64,14 8 1,3-9 22,-3-14 0,-1-13 39,-2-22 1,-4-14 18,-5-20 1,-7-12-7,-8 4 1,-3-5-1,-2 0-97,-1-2 1,-2-1-1,-2 2 166,-2 8 1,-3 0-1,-1 6 10,0-3 1,-3 13-81,-5 26-34,12 64-9,6-1 0,4 6-96,0-10 1,2 3-1,3-1-832,5 5 1,3 0 0,3-2 947,2-5 0,2-1 0,-2-6 0,2-1 0,0-6 0,17 10 0</inkml:trace>
  <inkml:trace contextRef="#ctx0" brushRef="#br0" timeOffset="234083">15166 17621 21780,'4'-7'2751,"0"2"-4799,4 50 1,-2 23 2047,-10-19 0,11 13 0,-2-5 0,-12-36 0</inkml:trace>
  <inkml:trace contextRef="#ctx0" brushRef="#br0" timeOffset="235355">15671 17273 11357,'0'-7'9141,"0"1"-8122,24-54-161,-18 44-556,7-37-207,-44 77-33,-21 13-37,23-17 0,1 1-19,-12 11 11,23-4 61,23 3 34,2 9 6,3 4 50,-3-5 61,-2-5-33,0-9 28,-3-8 258,-1-8-12,-2-6-414,6-17-78,15 1 33,12-11 11,18 10-22,3 10-33,-2 23 44,-13 26-31,-27-7 1,-9 4-141,-9 2 1,-6-1-505,-3 1 0,-4-5-9167,-26 7 9713,19-32 1,10-12 0,15-5 0</inkml:trace>
  <inkml:trace contextRef="#ctx0" brushRef="#br0" timeOffset="235698">16081 17155 18196,'1'-3'5556,"0"1"-4783,-1 2-331,10-22-346,-14 44-52,5 12-36,-7 8 1,-2 6-130,3 6 1,0-1-3325,2-18 1,1-3 3444,1 16 0,1-43 0,0-5 0</inkml:trace>
  <inkml:trace contextRef="#ctx0" brushRef="#br0" timeOffset="236473">16460 17110 15648,'5'-50'4760,"-1"-1"1,-10 37-4705,-3 72-43,5-13 0,0 7 0,0-5-10,-1-6 0,6-4 5,22 15 1,8-13 13,-6-30 140,26-27 1,1-17 279,-27-3 1,-5-4-340,10-4 1,-2 2 260,-3-8-350,-21 77 0,-3 18-134,1-5 0,1 4 120,0 14 0,2 6 0,-1-6 0,-1-15 0,-1-3 0,2 7 0,1-1 0</inkml:trace>
  <inkml:trace contextRef="#ctx0" brushRef="#br0" timeOffset="237041">17116 16845 21803,'-9'-13'3372,"-1"6"-2526,5 8-745,1-2 72,-1-7 130,1-1-281,3 2 174,20-5-161,8 40 0,8 33 0,-1 14 0,-13-6-1573,-20-13 1,-12 0-1,-1 1 1,8 3 1228,13 1 1,9 3 0,2 2-1,-5-3 1,-12-5 0,-16-4-1,-10-1 1,-3-8 0,4-10-1,-4-4 1</inkml:trace>
  <inkml:trace contextRef="#ctx0" brushRef="#br0" timeOffset="241200">6210 1256 16734,'-45'-28'605,"-1"0"1,0 3 0,-2 6-494,5 14 0,-1 5-66,-9 2 0,-3 2-27,13 2 1,-2 1-1,-1 2-279,-8 0 0,-1 2 1,-1 1 274,-2 2 1,0 0 0,1 1-17,2 0 1,2-1-1,2 2 9,7-2 0,2 0 1,2 2 139,-10 8 0,3 3-127,4 4 0,2 4 36,-2 6 1,3 3-7,3 4 0,4 3-15,5 3 0,7 3 100,8-2 1,9 1 87,10-3 0,7-2-123,7-4 1,5-3-17,8-6 1,6-5 57,6-6 1,6-8-42,-8-9 1,2-4-1,2-3-36,11-4 1,4-4 0,1-3 9,-10 0 0,2-1 1,1-2-1,0-1-48,4-2 1,1-1 0,0-1 0,-1-2 28,1-2 0,0-2 1,-1 0-1,-3-1 151,5-1 0,-4-1 1,0-2 78,-11 2 0,0-2 0,-2-1 0,-5 1 304,8-10 1,-4-3-195,-8 6 1,-1-4-1,-7-1-362,-2-14 1,-11-3-33,-11 9 0,-5-2 0,-7 2-82,-5 4 0,-7 3 1,-6 3-140,-12 0 0,-9 5 0,-2 6-732,-1 10 1,-2 6-1,-2 5 368,-3 5 0,0 5 1,5 1-1,2 0 0,7 2 1,-16 10-1</inkml:trace>
  <inkml:trace contextRef="#ctx0" brushRef="#br0" timeOffset="242383">7409 3005 12410,'54'1'423,"1"-1"0,-1 1 0,1 0 1,3-1-1,1 0 0,1 0 1,-1-1-335,2-1 1,1-1 0,-1 0 0,1-1-267,2 0 0,0-1 1,0 1-1,-2-1 171,-4 0 1,-1 0-1,-3 0 1,-3 0 162,-1 0 1,-4-1 0,-7 4 843,8 10-632,-88 6-276,-14 1 1,-9 0-56,14-5 1,-3 0 0,-4 1-377,-1 0 0,-4 0 0,0 0 0,1 0 476,7-2 0,2-1 1,0 0-1,-1 0-4,-9 2 0,-2 1 0,1-1 0,5 0 146,1-2 0,4 0 0,2-1-46,-13 2 0,9-2 124,10-1-85,71-15 0,20-4 347,8-1 1,9 0-631,-13 4 1,5-2 0,2 1-1,0 1 69,-1 1 0,-1 2 0,2 0 1,2 1-161,-3 2 1,3 0 0,1 1 0,-3 0 0,-5 1 0,3 0 0,-5 0 0,-1 1 0,-3 1 0,0 1 0,0 0-1</inkml:trace>
  <inkml:trace contextRef="#ctx0" brushRef="#br0" timeOffset="246267">9859 17111 17238,'16'-16'1927,"9"70"-1868,-12-20 0,-2 4 28,-1 5 1,0 4 0,-3-5 371,-3-7 0,-2-4 538,4 22-44,-5-34-578,-4-53-269,2-11-70,-1 3 1,4-3-57,6 6 1,5 2-82,15-21-72,16 31-511,14 49-711,-7 13 23,-24-13 0,-1-1-4745,17 13 4930,-17-21 1181,2-17 354,14-35 77,-19 14 1,1-1 53,3-4 0,0 2 1240,22-16-341,-23 26-274,-7 12 896,-11 10-360,-5 0-699,-1-1-347,-3-4-140,-2-2-213,0-4 0,-3-2-157,1 0 5,2 3 34,1-2 17,1 0 34,1-6-17,-3 2 16,0 1-145,1 5 0,0 3 17,1-1 28,1 0-84,0 1-34,0 3 79,0 21-18,1 21-44,6 19-5,11 1 78,11-19 16,15-38 14,-14-26 1,-1-11 2,-6 1 1,-4-4 47,4-15 0,-7-1 65,-12-13-152,-9 15-403,-3 26-1479,10 25-7988,22 22 9505,-2 0 0,3 0 0,-17-16 0</inkml:trace>
  <inkml:trace contextRef="#ctx0" brushRef="#br0" timeOffset="246783">10961 17118 8780,'0'10'9830,"0"-2"-7494,29-66-1267,-15 4-813,-3 13 0,1-5 0,-3 2-35,-4 1 1,-3 2 128,-1-4 0,-1 4-70,-2 7-269,-1 34 11,-2 43-36,3-9 0,3 2-3,4 4 1,4-1 4,5-4 1,5-7 56,40 0-20,-22-31 1,1-11 30,1-10 0,-5-9 22,-4-13 0,-10-7 17,-11-6 1,-11-1 44,-6 3 0,-7 3 76,-4 8 0,-3 5-26,-7-3-190,14 42-6,19 46-5,7-5 0,5 3-429,9 12 0,5-1-126,9 1 1,0-5 0,-13-16 0,0-4-1,16 7 1</inkml:trace>
  <inkml:trace contextRef="#ctx0" brushRef="#br0" timeOffset="247926">15433 16362 7794,'-6'2'7842,"0"0"-7046,-21 2-46,31-8-173,-10 2-230,30-5 0,17-1-160,11-1 1,7-1-145,-5 1 0,4 0 1,3-1-202,-6 1 0,3 0 0,1-1 0,4-1 146,-8 2 0,3-2 0,1 1 0,1-1 0,-1 0 0,-5 1-320,10-1 1,-5 0 0,0 1 0,4-2 275,-8 1 1,4 0 0,1-1 0,0 0 0,-2 1 0,-4 0-152,4-2 0,-4 1 0,-1 0 0,4-2-1036,0 1 1,1-2 0,3 0-1,2-1 1,3-2 527,-12 4 1,4-2 0,3 0 0,0-1 0,1 0 0,-2 1 0,-2 0 0,-4 0 714,10-2 0,-5 2 0,-2-1 0,1 0 0,4-1 0,-6 2 0,4-1 0,1-1 0,1 0 0,-3 0 0,-3 1 0,-6 0 0,3-1 0,-6 0 0,-4 0 0,2-1 720,10-4 1,0-1 0,-2-1-103,-2-1 0,0 0 0,-2 1 440,-6 3 1,-1 0 0,0 2-6,13-4-1,-1 4-951,-2 1 0,-1 3 498,-11 5 1,-5 3-516,-1 0-409,-18-5-5035,-13 7 5360,0-5 0,0 8 0,-1 0 0</inkml:trace>
  <inkml:trace contextRef="#ctx0" brushRef="#br0" timeOffset="256133">19391 15633 14062,'-3'-4'7147,"1"0"-6724,-8-25 0,0-7 619,5 9-701,-6-11 1,2 0-17,9 17 22,-2 2-84,-1 6-268,0 10 44,2 32-22,5 10 0,0 6-17,1 0 0,2 4-103,0-3 0,3 4 1,0-2 102,5 16 0,1-5 0,-5-19 0,0-3 0,8 23 0</inkml:trace>
  <inkml:trace contextRef="#ctx0" brushRef="#br0" timeOffset="257283">18468 17182 8450,'0'-6'4772,"8"-30"0,6-7-2951,1 10-1387,-2-11 0,2 8 467,-3 34-206,-9 40-491,-6 0 1,-1 7-54,-2 17 1,-1 4-95,2-18 1,0 1 0,1 0-6,0-2 0,3 0 1,2-3 0,6 10 0,10-8-3,9-16 1,8-10-85,15-16 1,6-14-300,-10-2 1,1-5 0,-1-2 88,0-4 0,-1-1 0,-4 0 0,5-1 0,-6 1 0,3-7 1</inkml:trace>
  <inkml:trace contextRef="#ctx0" brushRef="#br0" timeOffset="258185">19452 16950 22083,'-24'-31'1036,"-9"33"-1008,13 32 0,3 14-50,-1 4 0,3 3-32,5 2 1,8-1-196,10-7 0,9-5-550,9-10 1,8-8-1465,9-13 1,3-11-94,3-14 1,-2-13 3096,-14-6 0,-3-9 1,-4 0 1677,2-15 1,-5-1-2076,-4 1 1,-5 2 422,-11 16 0,-1 7 1049,5 12-1682,-1 2 124,5 28-146,1 32 0,-3 10-115,-2-22 0,1 0-1,1 13 0,1 5 1,-2-7 188,0 18 67,-20-54-241,5-2 52,-6-37 1,0-33-1,4 3 18,6-4 1,2 2-75,-5 16 0,-1-1 1,10 4 11,26-14 1,9 19-20,-7 38-51,8 15 1,10 12 0,-10 1-208,-1 26-3019,-7-3 0,4 11 0,-7-9 1310,-8 3 1,-3-6 0,-7-18 0,-10-31 0</inkml:trace>
  <inkml:trace contextRef="#ctx0" brushRef="#br0" timeOffset="258353">19889 17180 16157,'46'-29'572,"0"0"0,1 0 0,-1 0 0,1-3 0,-3 2 0,-8 7 0,3 7 0</inkml:trace>
  <inkml:trace contextRef="#ctx0" brushRef="#br0" timeOffset="260103">20498 16584 12892,'-2'-43'4231,"0"0"1,7-17-3596,-4 9 0,1 7 288,6 27-342,-8 73-498,-3-11 0,-2 8-408,0 4 0,1 6 0,2 0 314,1 1 1,3 0 0,5 0-246,5-10 0,5 2 0,3-2 0,2-5-765,6 4 1,3-4 0,5-7 1019,10-6 0,6-7 0,-5-6 0,-8-8 0,-4-7 0,23-7 0</inkml:trace>
  <inkml:trace contextRef="#ctx0" brushRef="#br0" timeOffset="260768">20904 16550 16902,'-3'-3'5147,"0"0"-4810,-8 14-24,17 34-184,-7-11 0,-1 3-48,8 13 0,1 1 160,-3-6 0,-2-2 554,-3 17-168,-3-40-352,-5-48-185,6-4 0,0-5-29,0-10 1,1-2 2,4-1 1,5 1-40,4 5 0,6 4-19,23-6-15,-6 32 1,3 9-71,-2 12 1,-2 8-309,5 6 1,-2 5-2718,-4 6 1,-5 2 3103,7 18 0,-16-17 0,-13-25 0</inkml:trace>
  <inkml:trace contextRef="#ctx0" brushRef="#br0" timeOffset="262086">21464 16523 11077,'-2'-3'9046,"0"1"-8425,2 2 51,-14-17-336,20 36-95,-1-10-67,31 34 134,8-13 572,-7-20-74,-12-33-190,-19-29-473,-8 14 0,-3-1-65,0 2 0,-2 1-156,-5-19-1249,5 29 1327,15 34 0,-6-4 0,8 12 0</inkml:trace>
  <inkml:trace contextRef="#ctx0" brushRef="#br0" timeOffset="262671">21726 16658 17356,'7'2'3296,"17"-30"0,4-17-2952,-14 15 1,-1-4-224,7-11 0,2-7 1,-5 0-33,-8 7 1,-4 0 0,-2-1 27,-3-2 1,-3-1 0,-2 1 89,-5-17 1,-6 5-96,-4 14 0,-3 7-68,-17 4-60,9 46-1,18 40-17,16-10 1,7 3 21,7 7 1,8-1-20,9-1 1,7-4-7,1-8 1,2-7 47,-3-13 0,-2-10 17,18-28-3,-40-10 1,-7-9 4,-3-16 1,-6-4 22,-3-1 1,-5 2 4,0 7 1,-2 6-20,-8-9-27,7 57-12,16 41-23,7-5 1,5 4-242,9 13 1,3 5-2065,-4-10 0,0 2 0,0-2 2328,5 10 0,-2-4 0,-5-6 0,-6-7 0,-7-11 0</inkml:trace>
  <inkml:trace contextRef="#ctx0" brushRef="#br0" timeOffset="262856">22492 16227 23763,'12'39'-28,"0"1"0,6 0 0,-17 3 0</inkml:trace>
  <inkml:trace contextRef="#ctx0" brushRef="#br0" timeOffset="263821">22730 15706 8136,'5'-9'9830,"-2"1"-6990,-3 8-818,5-6-1669,-5 4-23,-55 22-268,29-8-26,-12 5 1,4 0-20,21-6 33,3 5 112,11 12-61,3 16-78,0-1 301,8 5 18,-3-31 443,9-31-741,-11 5 18,2-21-73,8 35 11,10 5-56,9 19 0,0 7-242,-5 7-671,-7-3 1,-11-2-4869,-30-4 5837,-7-8 0,11-14 0,5-6 0</inkml:trace>
  <inkml:trace contextRef="#ctx0" brushRef="#br0" timeOffset="264060">22970 15992 22554,'12'64'-157,"-3"-33"0,-6 5 0</inkml:trace>
  <inkml:trace contextRef="#ctx0" brushRef="#br0" timeOffset="264491">23086 15680 17994,'0'-5'6453,"0"2"-6311,-10 40 1,3 22-160,31 1 67,-26-1 1,7-15 310,31-49 1,3-15-250,-14 4-112,-1-17 0,-2 11-22,-5 61-513,-1-11 0,2 4-4381,3 5 1,0 1 2480,13 14 1,-15-24 0,-17-26-1</inkml:trace>
  <inkml:trace contextRef="#ctx0" brushRef="#br0" timeOffset="264774">23285 15431 19490,'-2'-2'4609,"0"0"-4189,2 2-246,23-18-96,11 31 12,3 9 0,1 10-34,-2 13 0,-2 10-178,-11-13 0,1 5 1,-2 4-1,-5 0-279,-4 3 1,-5 3 0,-3 0 0,-1-1 77,-2-5 0,-2-1 1,-1-1-1,-1-2 1,-1 6-1,-2-2 1,-4-9-1,-8-13 1,0-1-1</inkml:trace>
  <inkml:trace contextRef="#ctx0" brushRef="#br0" timeOffset="265953">19937 15709 18100,'8'-47'1516,"1"0"0,-2 5 1,1 18-1209,5 46-162,-2 38-107,-6-14 0,-1 2 3,0 4 0,-2-1 101,-2-9 0,-1-3 456,-2 6-358,-4-53-90,4-45-107,5 11 1,3-2-28,3-3 0,4 2-34,6 6 0,4 6-22,33-3-157,7 46-353,-30 8 1,0 6-4012,10 7 1,0 0 4559,-9-7 0,-1-3 0,22 10 0,-28-28 0</inkml:trace>
  <inkml:trace contextRef="#ctx0" brushRef="#br0" timeOffset="266235">20622 15636 21125,'25'19'414,"0"-6"-313,16 34 522,-1-48-366,-9-11 104,-14-16 1,-4-8-152,-7 0 0,-2 0-224,0 2 0,0 2-1589,1-21 1603,7 46 0,-6 6 0,5 8 0</inkml:trace>
  <inkml:trace contextRef="#ctx0" brushRef="#br0" timeOffset="266804">21075 15712 24133,'21'-46'220,"-1"1"1,1 0 0,-2-13-1,-2-2 1,-4 4-106,-8-3 0,-4 3 81,-1-6 0,-4 5-8,-4 19 0,-3 10-177,-8 16-95,-2 31 78,14 17 1,7 8 5,7 4 0,4 3-9,1 8 1,8 0-11,2-18 0,6-1 1,1-6 26,10 1 1,2-9-1,5-2 0,0-17-14,-10-25 1,-2-16 0,-5-2 21,-1-14 1,-6-8-6,-2 2 0,-1-5 1,-7-1 53,-10 1 0,-8 0 1,0 4 46,0-2 0,-3 4-23,-2-10 1,-4 24-62,4 45-17,24 59-22,1-12 0,4 8-496,-1-9 0,4 5 0,0 3 0,-2-5 83,1 4 0,-2-2 0,1-1 0,1 0 0,0-1 0,-4-7 0,-1 16 0</inkml:trace>
  <inkml:trace contextRef="#ctx0" brushRef="#br0" timeOffset="270551">3057 6219 16532,'6'-36'-38,"0"0"1,8 2 0,8 6 45,20 13 1,6 7-32,-6 0 1,-2 1 308,16-1 274,-39 16-269,-38 10-128,-23 9 41,-13 1-118,24-14 0,-1-1 84,-4 2 0,-2 0-4,-5 0 1,-1-1-19,-1 1 0,2-1 113,8-4 0,3-2 398,-8 1-372,31-15-135,18-11 412,4-6-400,0 6-22,-4 8 187,-3 19-404,0 9 157,0 18 19,0 15 45,-3-18 1,-1 3-206,0 7 0,-1 3 61,1 8 1,0 3-64,0 3 1,1 2-15,2 3 0,1-1 219,0-1 1,0-1-24,0-6 1,0-1 45,-1-3 1,-1 0-90,-1-3 1,-1-1-2,-1 4 1,-1 1-74,-2 0 0,0 0-8,-1-2 1,1-1-21,1-7 1,3-2-25,4-8 1,3-2-147,17 25 98,-7-29 1,4-1-129,6 0 0,6-5-2173,19-8 0,4-6 2377,-9-5 0,-2-2 0,-6-4 1,-7-1-1,-16-1 0</inkml:trace>
  <inkml:trace contextRef="#ctx0" brushRef="#br0" timeOffset="277517">4858 6400 14661,'-50'-3'418,"-1"0"1,4 0-1,18 5 249,41 11-359,20 2-182,6-6 0,6-1 30,7-2 1,6-3-92,1-5 1,6-3-1,-1-1-58,-3 0 1,0-1 0,3-2-256,-12-1 0,3-1 1,2-1-1,-3 0 0,-4 0 281,7-1 1,-5 0 0,-1 1 236,4-2 1,-1 1 0,-16 1-388,-22 1 61,-45 15 0,-22 8 53,0-1 0,-7 1-345,3 1 0,-8 2 1,-2 1-1,5-2 344,2 1 1,3-1-1,-1 1 5,1-2 1,-2 1-1,0 0 1,7-1-109,-16 5 1,10-1-73,2 6 1397,51-10-1134,35-13 0,17-6-40,14-4 1,3-3-23,-3 0 1,1-1-42,-7 1 1,1 0-1,-3 0-527,2 1 0,-4 2-2776,4 0 1,-5 2 2603,6 3 1,-34 5 0,-19 0 0</inkml:trace>
  <inkml:trace contextRef="#ctx0" brushRef="#br0" timeOffset="279218">9646 5820 9946,'-3'-6'8294,"1"1"-7767,10-33-224,23 20-118,14-26-101,18 35 11,-4 11-17,-3 8-50,3 11-6,-26-4 1,-1 3-1,0 7 1,-2 5 8,-1 10 0,-4 6-23,-4 10 0,-6 3-71,-5-16 1,-3 0 0,-1 1 62,-1 4 0,0 0 0,-1 1-15,-1-1 0,1 1 0,0 1-2,2 3 0,0 1 0,2-1-13,0 1 0,0 0 1,1 0-22,2-1 1,-1 0 0,0-2 23,-1-4 1,-1-1 0,-2-2-13,1 15 0,-5-2 39,-5-8 0,-5-3 61,-5-4 1,-6-4 13,-9-4 1,-6-4-20,-10-5 0,-8-6-630,5-8 1,-4-4 0,0-1 158,1-2 0,-1-2 0,3-1 0,-8 0 0,6-3 0,17 0 0,0 0 0</inkml:trace>
  <inkml:trace contextRef="#ctx0" brushRef="#br0" timeOffset="285185">8081 9380 15894,'40'-8'797,"1"-1"0,14-3 0,7 0-768,-9 5 1,6 0-1,3 0 1,-2 0-460,-2 1 1,-2 0 0,2 0-1,3 0 420,-3 2 0,4 0 0,0 1 0,-1 0 0,-4 1 7,-5 0 0,-3 2 0,-1-1 1,-1 1 89,21 0 1,-2 1 0,-14 1 993,-8 2-963,-66-2 43,-9-1 1,-7-2-196,-9 3 1,-7 0-1,0 1-19,3 0 1,0 2 0,-5 0-136,7 0 1,-4 0 0,-2 1 0,-1 0 0,2 0 193,1 1 1,-1 0 0,0 1 0,2 0-1,0 0-44,-5 1 0,1 0 1,1 0-1,3 0-47,-7 0 1,2 0 0,22 2 1104,27 4-995,37-17 1,19-8-32,-9 4 1,4-1 0,5-2-317,-2 0 0,4-3 0,4 0 0,0 0 0,0 1 32,1 1 0,-1 1 0,2 0 0,0 0 0,2 1-1083,-4 0 0,2 1 0,1 0 0,0 0 0,-1 0 0,-2 2 1373,5 0 0,1 0 0,-3 1 0,-2 1 0,-5 1 0,3 0 0,-4 1 0,-5 1 0,-1 0 0,1 0 0</inkml:trace>
  <inkml:trace contextRef="#ctx0" brushRef="#br0" timeOffset="296400">13466 13743 16969,'-1'-50'1874,"1"0"1,1 6 0,0 7-1668,1 8 73,5 35-61,0 54-194,-3-26 0,0 2-8,3 19 0,1-1 5,-2-15 0,1-4 130,10 24 262,-7-31-78,-3-37-162,-1-47-124,1-6-31,-1 17 1,3-1-20,2 13 0,3 3-45,13-10-61,12 25-286,-3 45-367,-15-3 0,1 3-1163,5 8 1,2 0-2882,6-4 1,2-5 1458,22-1 3344,-1-48 3492,-43-10 1,-6-7-1516,1 1 0,-2-1-591,0-8 1,2 3 164,11-15-1310,-4 18-1,-1 35-139,-9 54-56,4 9-45,-5-23 0,4-2 17,17 9 190,11-38-28,1-19 37,-18-12 0,-5-5 53,-1-29-151,-11-4-163,-14 13-986,3 27-3265,11 6 4296,10 24 0,-2-3 0,-1 6 0</inkml:trace>
  <inkml:trace contextRef="#ctx0" brushRef="#br0" timeOffset="296950">14523 13790 21903,'17'-59'469,"-1"-1"0,-2 4 0,-4 1-142,-4-3 1,-5 3 109,-5 10 0,-2 3-113,-4-18-346,-7 38 28,6 55-40,10 31 28,7-19 1,6 1-4,7 3 1,7-3-15,8-5 1,7-6 22,1-8 0,3-9 22,-3-11 1,-1-13-1,-5-14 1,-6-11 5,-7-8 0,-7-8 5,-5-3 1,-4-7 0,-2 3 96,-2 8 1,-1 2 0,-2-1 132,-2-6 0,0 0 1,-2 4-38,-1 4 1,-2 8-266,-5 5 78,5 67-61,9 8 0,6 9-623,2-3 1,3 5 0,2 0 267,0-8 0,1 0 0,1 0 0,-1-4 0,7 19 0,-1-7 1,0-14-1,0 0 0</inkml:trace>
  <inkml:trace contextRef="#ctx0" brushRef="#br0" timeOffset="321283">21126 13244 20705,'-21'62'440,"0"0"1,3-6 0,7-3-329,12-14 0,5-4 532,3 11 336,0-29-408,-4-50-315,-5-9-75,0 7 0,-2 1 132,-1-6-280,-5 23-28,-2 48 5,1 32-11,5-23 0,1 2 0,4-4 0,2-2 129,3 8 78,7-48-56,0-45-98,-7 9 0,0-3-11,0 2 0,0 1 20,0-17-101,-9 40-869,-14 53 908,4-6 0,0 2 0,-7 17 0,3-6 0</inkml:trace>
  <inkml:trace contextRef="#ctx0" brushRef="#br0" timeOffset="322317">18863 14226 14851,'30'-37'271,"0"0"0,-2 6 0,-9 14 2409,-25 37-2523,0 7 1209,-1-4-1092,3-9 926,4-11-674,0-3 2149,2-5-2496,3-4-5,2-4 44,0 1-117,-3 5-68,-4 21 12,-7 42-31,2-8 0,0 6 4,1-9 1,1 1 0,0 1-12,1 1 1,2 0 0,1-2 9,4 11 0,4-5 41,1-15 1,4-7 137,20-5-100,6-36-214,12-25-952,-19 10 0,1-1 1070,1-1 0,-2 2 0,12-8 0,-15 16 0</inkml:trace>
  <inkml:trace contextRef="#ctx0" brushRef="#br0" timeOffset="323108">19757 14187 22929,'-26'-38'476,"1"0"0,-1 8 0,1 12-409,-7 40-31,9 5 1,2 8-32,0 7 1,1 5-34,1 9 0,4 2-308,7 0 0,11-2-863,13-10 1,11-10-2810,21-15 1,6-14 192,-2-9 1,-1-11 3814,-9-5 0,0-7 0,-6-4 3086,1-18 0,-7-5-300,-5 9 1,-4 0-650,-8-4 0,-3 5-624,-4 6-1054,-2 11-39,0 35-112,6 40-224,0 13-31,-1-9 0,-1 2 6,-3-16 0,-2-2 11,2 1 0,-3-4 327,-6 0-133,-9-51-157,-1-23-51,3-16 0,3-8-20,7 9 0,2-1-2,2-8 0,6 4-23,6 14 0,9 10 0,10 17 0,4 11-36,2 10 0,-1 8-40,1 3 1,-3 8-995,5 25 1,-6 9-2555,-11-8 0,-3 0 3613,1 3 0,-2-2 0,-8-15 0,-4-6 0,-5-10 0</inkml:trace>
  <inkml:trace contextRef="#ctx0" brushRef="#br0" timeOffset="323373">20153 14364 12533,'-3'0'8967,"1"-1"-9866,36-22 1,21-10 898,-18 16 0,1-1 0,14-13 0,-2 1 0,2 9 0</inkml:trace>
  <inkml:trace contextRef="#ctx0" brushRef="#br0" timeOffset="323605">20815 13883 15249,'-9'55'1966,"1"1"0,0-1 0,2-5 0,2-1 0,10-1-1909,21 2 1,12-1-1,-5-6 1,-15-5-1,2-6 1,25-10 0,0 0-1</inkml:trace>
  <inkml:trace contextRef="#ctx0" brushRef="#br0" timeOffset="325735">21473 13808 21439,'-14'62'1518,"5"-3"-1479,7-8 0,8 1-19,14-12 0,6-3-23,-3-3 0,5-6 17,25-9 0,0-14 109,0-24-33,0-14-17,-71-26-29,-5 34 1,-5 1-17,-7-3 0,-5 1 17,-4 3 0,-1 2 142,4 0 1,3 0-90,7 3 0,5-4-8,2-35-79,51 15 11,21 2-25,-15 31 1,1 8-7,0 11 1,-3 9-15,-2 10 1,-5 8-205,-3 8 0,-6 3-1591,-5 6 1,-5 0 1817,-5-10 0,-1-4 0,-3 11 0,2-28 0</inkml:trace>
  <inkml:trace contextRef="#ctx0" brushRef="#br0" timeOffset="326135">22074 14044 16779,'0'-3'6452,"0"0"-6194,0 1-180,-8 40-1360,0 18 1282,1-12 0,1 0 0,0 15 0,3-22 0</inkml:trace>
  <inkml:trace contextRef="#ctx0" brushRef="#br0" timeOffset="327118">22511 13445 12841,'2'-7'8015,"0"1"-7214,2-13-555,-8 17 30,-13-7 88,-24 26 112,-10 4-275,6-4-111,19-5 16,17 2 29,11 12 33,-1 19-12,2 14-103,-3-25 1,-1-1 35,0 25 303,-1-21 510,1-18-571,5-28-191,4-15-45,9-12-33,14 2-73,0 15-34,14 16 34,-5 24-6,-1 16-112,-14 13-1165,-22 0 1294,-29-8 0,8-18 0,-7-12 0</inkml:trace>
  <inkml:trace contextRef="#ctx0" brushRef="#br0" timeOffset="327335">22778 13754 23747,'10'55'-185,"0"-1"0,-2-7 0,-2-12 0,-3-24 1</inkml:trace>
  <inkml:trace contextRef="#ctx0" brushRef="#br0" timeOffset="327805">22954 13425 20016,'0'-4'5187,"0"0"-5059,0 4-9,15 27-47,-10 12 4,7 12 0,12-10 310,18-53 0,3-7 208,6 42-580,-8-66 0,-3 5 14,-8 73-1297,-4 5 1,0 6 1268,0 1 0,1-1 0,0-3 0,-2-7 0,-5-12 0</inkml:trace>
  <inkml:trace contextRef="#ctx0" brushRef="#br0" timeOffset="328093">23231 13106 21875,'27'59'232,"1"0"1,0 0 0,0 0-1,0 0 1,0-1 0,0 1-1,0 0 1,10-5 0,6-4 0,0-2-1,-4-2 1,-9-2 0,-16-1-1,-35 13 1,1 0 0,-1-1-1</inkml:trace>
  <inkml:trace contextRef="#ctx0" brushRef="#br0" timeOffset="334534">21231 12945 14678,'0'-4'5462,"0"0"-4964,0 2 17,6 29-196,-3 7-72,4 24 111,-6-8 169,-4-16-34,1-16 313,-2-11-279,3-14-264,3-15-134,6-36-107,7 1-19,-3 20 0,5 5-37,23-1-16,2 24-129,13 37-334,-29-4 1,-2 3-234,0-2 1,1-2-1420,3 2 1,2-7 2164,27-15 0,-21-1 0,-2-15 0</inkml:trace>
  <inkml:trace contextRef="#ctx0" brushRef="#br0" timeOffset="334867">21811 12821 19630,'8'9'694,"4"-1"-576,19 41 218,0-23 560,4-22-330,-9-24 358,-7-32-84,-11-9-677,-8 7-505,-1 17-2616,5 28 2958,24 34 0,-14-12 0,12 12 0</inkml:trace>
  <inkml:trace contextRef="#ctx0" brushRef="#br0" timeOffset="335416">22254 12972 21898,'19'-50'366,"0"1"0,0-1 1,-3 1-1,-1 0 1,-2 1-127,3-12 1,-3 2 235,-9 0 0,-4 4 1,-6-9-443,-4 18-79,1 53 62,3 45-17,3-16 0,2 5-17,1 1 0,2 5 0,4-3-56,7 10 1,6-3 12,6 4 1,7-8 23,3-24 0,2-12 33,2-16 0,-3-13 67,-4-16 1,-7-11-5,-9 4 0,-5-5 0,-2-1 53,-3-3 1,-3-1 0,-3 1 180,-3-18 0,-4 5-132,0 16 1,-1 8-174,-4 13 5,7 59-173,11 2 0,5 5-3434,7 18 1,2 1 3046,-1-10 1,0-4 0,0-7-1,-2-7 1,-5-12 0</inkml:trace>
  <inkml:trace contextRef="#ctx0" brushRef="#br0" timeOffset="370750">19479 10387 16594,'3'-52'2005,"0"1"0,-1 7 1,0 7-1799,1 12-89,-3 38 10,-7 41-120,3-11 1,0 3-6,-1 3 0,-1-1 55,2-8 1,1-5 843,2 5-292,1-39-402,0-36-172,3 3 0,2-4-5,3-5 0,2-1-40,3 2 1,3 2-20,20-12-5,2 36-96,1 38-104,-17 1 1,-1 6-387,3 6 0,0 1-275,1-1 1,3-4 322,1-10 0,2-7 577,20-17 97,-24-18 1,-3-7 100,-5-4 0,-2-2 31,-1-1 1,-1 1 10,4-10-268,-6 28 50,-8 42-6,0 25-50,0-19 0,2-1 90,10 21 251,9-31 80,12-50-77,-18 0 1,-2-5 13,2-8 1,-4-3-130,-4 2 1,-2 0-68,-2-18-503,-9 25-606,2 34-1736,5 38-1994,0-3 0,1 4 2243,5 9 1,2-1 2461,-1-4 0,0-4 0,7 10 0,-8-30 0</inkml:trace>
  <inkml:trace contextRef="#ctx0" brushRef="#br0" timeOffset="371267">20441 10599 11794,'4'0'4915,"23"-30"0,4-16-4310,-15 8 0,-1-3-471,10-10 0,3-6 1,-3 0 141,-10 10 0,-3 1 1,-2 0 137,5-18 1,-5 3-149,-5 13 0,-4 6-115,-8-6-257,-11 35 100,-4 52 3,12-3 1,4 6-7,-1 12 1,6 2-6,6 1 0,7-2-20,8-8 0,10-6 20,13-13 0,5-9 19,-6-11 1,0-10 31,12-17 0,-6-15 16,-14-17 0,-9-11-144,-8 13 0,-2-4 0,-4 0 251,-5 0 1,-4-1-1,-4 3 106,-4-15 0,-5 7-205,0 21 1,-3 10-129,-6 13 34,26 56 7,10 3 1,6 5-79,-1 1 1,2 7-221,-4-1 0,3 9 0,-2-1 0,-2-10 0,-1-11 0,-2-2 0,-2 11 0,0 0 0,-1 0 0</inkml:trace>
  <inkml:trace contextRef="#ctx0" brushRef="#br0" timeOffset="393633">20064 5268 15737,'-30'-44'2643,"29"10"-2637,57 35-48,-21 2 0,-2 4-87,22 15 168,-52 16-17,-26-12 1,-12-1-23,-16 6 0,-5 0-17,-1 0 1,2 1-10,10-4 1,9 2 171,15 17 27,66-20-53,-5-21 1,4-8 182,6-9 0,-3-10-46,-7-9 1,-8-9-68,-12-9 1,-10-5 156,-11 1 0,-5 1 84,-2 6 0,-1 4-296,-5-6-146,20 32-12,22 40 0,-6 0 1,1 6-87,4 10 0,-4 4-454,-7 12 1,-8 1-1010,-7-10 1,-8-2 1571,-14 4 0,-4-6 0,-4-6 0,-1-9 0</inkml:trace>
  <inkml:trace contextRef="#ctx0" brushRef="#br0" timeOffset="394450">20489 5297 15042,'0'-4'5170,"0"1"-4940,0 3-45,43 55-101,-38-4-42,12 2 0,-3 4 0,-19-14 0,-5-2 434,-3 18 162,9-27-357,26-64-147,7-23-98,-8 18 1,1-2 30,2-4 0,1 3-67,9-4-61,-1 13-6,-14 48 5,-9 41 31,-6-25 0,0 2-104,2 17 1,3-2-202,9 8 263,9-11 34,9-55 28,-3-32 64,-16 10 0,-1-4 36,-3-1 1,0 0 33,9-23-151,-7 26-61,4 25 50,-8 46 39,1 3 8,-1-4 0,3 0 93,18 5 113,13-16-85,-6-37 89,-2-43-117,-18-6-99,-11 24 1,-1 1-479,-2-11-3143,3 27 3619,3 22 0,-3 4 0,-1 3 0</inkml:trace>
  <inkml:trace contextRef="#ctx0" brushRef="#br0" timeOffset="395069">21340 5715 7789,'-3'3'9830,"1"-1"-5932,39-35-3769,-17 7 0,-1-5-59,15-21 0,-1-7-29,-15 15 0,-2-2 0,-2-1 86,-3 0 0,-2 0 0,-2 1 215,1-11 0,-3 6-239,-2 13 1,-3 10-199,-7 19 111,-11 60-22,5-4 1,1 5 3,3-10 0,1 1 1,2 2-5,3 0 0,2 0 1,4-2 24,1 9 1,14-10 15,23-18 1,17-11-1,-4-19 4,-18-23 0,-3-19 1,-2-10-1,1 2 0,3 12-21,19 8 1,3 9 0,-10-12 117,-19-15 1,-4-17 0,-6-3 0,-8 9 0,-8 21-53,-15 13 5,-33 11-181,25 59 1,7 34 0,2 3 91,5-25 0,0 2 0,2 1 0,-1 0 0,-1-1 0,-3 6 0,-2-1 0,1-1 0,3-2 0,7 6 0,-1 1 0,0 0 0</inkml:trace>
  <inkml:trace contextRef="#ctx0" brushRef="#br0" timeOffset="398767">27909 2482 9285,'-1'-5'3898,"0"1"146,1 4-2588,94 45-1296,-54-22 1,1 2 0,5 3-532,-3-1 1,4 2-1,3 2 1,0 1-1,-2 2 381,2 2 0,0 2 0,0 2 0,-1 0 1,0 1-12,-8-4 0,0 0 0,0 1 0,-1 0 0,-1 1 0,-1-1 3,4 6 0,-1 0 1,-1 1-1,-2-1 0,-3-1 65,0 2 1,-1 1 0,-4-2 0,-3-3 147,8 18 1,-12-7 602,-21-9-622,-35-60-168,4-7 0,-3-5-14,-12-7 0,-4-1-7,10 12 1,-3 1-1,-1 2 4,-1 1 0,-2 1 1,2 2 5,-16-4 0,4 4 634,15 5 0,6 6-639,0 17 395,53 37-321,1-19 1,7 0-27,7-3 0,6 0 0,4-5 35,11-3 1,5-6 0,-1-2-124,-4-2 0,0-3 0,0-6 210,5-4 1,1-6 0,-10-9-19,-5-23 0,-12-8-87,-6 7 0,-8-1-41,-14-9 1,-6 5-955,-6 6 899,6 34 1,1 8-1,8 17 1</inkml:trace>
  <inkml:trace contextRef="#ctx0" brushRef="#br0" timeOffset="399683">29301 2486 20218,'35'24'69,"0"0"0,-8 0 0,-4 6 6,-7 29 1,-9 4 221,-6-16 0,-4-7 1053,-2-6-1159,-7-29-74,11-53-112,6 13 1,3-3-6,3-7 0,4 0 8,12-2 1,4 5-18,-6 16 1,3 6-51,4 4 1,0 9-26,19 33 8,-24-2 1,-2 5-32,2 8 1,-2 3 30,-2-3 1,0 2-97,2 5 1,1-2 87,15 4 238,9-23 12,-4-54-62,-22-3 1,-2-5-7,0-9 1,-3-1 51,-4 5 1,-2 2 10,1-21-421,-13 37 209,-2 26 199,14 16-273,4 6-1911,23 10 2042,-12-12 1,-3-4 0,-16-10-1</inkml:trace>
  <inkml:trace contextRef="#ctx0" brushRef="#br0" timeOffset="400327">30198 2565 9111,'-3'-3'9830,"2"1"-8491,-1-32-1155,10 29-94,-1-6 27,8 56-75,-9-12 0,2 1 330,6 5 1,3-4 720,21 7-670,2-43 0,1-12-323,4-10 20,-8-14 1,-6-10 29,-20-4 0,-7 2-114,11-14-693,-15 15 0,-2 17 664,1 80 1,-4-35-1,6 38 1</inkml:trace>
  <inkml:trace contextRef="#ctx0" brushRef="#br0" timeOffset="400973">30730 2828 24464,'20'-31'3,"0"0"1,4-4 0,2-3 0,-2-4 16,-6-4 1,-3-5 0,-2 0 0,-1 5-138,-1-15 1,5 18 245,28 35 220,13 8 1,15 8 0,-9 11-314,-27 19 1,-7 9 0,5-24 110,4-34 0,8-20 1,3-14-1,-2-6 1,-8 0-1,-14 6-97,-16-6 0,-14-1 1,1-2-41,8-8 1,1-10 0,0 12-1,-3 35-56,-5 52 0,-3 35 1,-1 13-1,4-11-212,5-17 0,3-5 0,0 10-40,-2 0 0,-1 11 1,0 7-1,1 1 1,-1-3-1,2-8 0,0-13 1,6 2-1,0-7 1,-1 17-1,1 1 0</inkml:trace>
  <inkml:trace contextRef="#ctx0" brushRef="#br0" timeOffset="402969">30801 2832 6848,'-4'-2'5332,"1"0"-2229,3 2-1327,-11-2 1013,8 1-1882,-3-6-190,24-10-566,2-1 11,7-4 1,3-4 30,3-7 1,0-3-76,10-12 0,-1-2-85,-5 4 1,-2-2 31,-10 6 0,-2-3 1,-3 1 2,-2-6 1,-3-2-45,-3 9 0,-1-2 1,-3 1 29,-1-17 1,-5 5-32,-1 16 0,-2 2 5,-1-4 1,-1 4-50,-4 0-32,1 7-211,2 17 455,-7 26 1161,0 2-61,-28 35-634,11-14 0,0 4-113,1 11 1,2 3-86,0 4 0,9 3-462,19-7 0,9 2 1,4-3 127,5 4 0,6-3-2389,0-7 1,4 0-1,0-5 2253,-1-9 1,-2-5-1,11 9 1,-23-23-1</inkml:trace>
  <inkml:trace contextRef="#ctx0" brushRef="#br0" timeOffset="416718">10869 6096 18392,'0'-3'997,"0"0"-835,-19 24 1,-12 21-158,4-2 1,-1 7 0,-3 1-307,2-6 1,-2 1-1,0 1 1,1 2 169,-4 9 1,1 4 0,0-2 0,3-5-1295,2-7 0,2-4 1,1-2 1424,-5 11 0,5-9 0,8-18 0,8-19 0</inkml:trace>
  <inkml:trace contextRef="#ctx0" brushRef="#br0" timeOffset="416884">10201 6401 13726,'-1'-4'6464,"-1"0"-6335,2 4-124,70 27-390,-31-6 1,4 4 0,4 2 29,-1-4 1,6 1 0,2 0-1,-2 0 1,-5-1 0,6 7 0,-4-2-1,-1-1 1,3-2 0,0 0 0,0 0-1</inkml:trace>
  <inkml:trace contextRef="#ctx0" brushRef="#br0" timeOffset="419618">6316 9322 13709,'53'2'624,"-19"-4"1,7 1-566,18 0 1,9 1 0,-1-2-19,-10 0 0,-2-2 1,-4-1 14,12 0 0,-8-2 543,7-1-498,-72 14-59,-22 4 0,-12 2-39,3 0 1,-5 2 0,-2 0-199,-8 2 1,-2 0 0,0 0 263,4-1 0,0-1 1,3 0-20,-7 0 1,10-2 72,21-5 11,81-24-115,5 4 1,8-2-11,-11 2 1,4-1-1,1 1-164,-11 4 1,1-1 0,0 2 0,-1-1 139,11 0 0,-2 0 0,-5 1 308,9-2 0,-16 7-231,-33 12-74,-46 3 1,-24 2-19,6 0 0,-7 1 1,-2 0-52,7-2 1,-2 0 0,-1 0 0,0-1 99,0 1 1,-2-1 0,3-1-1,2 0-42,0-1 1,4 0 0,3-1-138,-10 1 1,24-3 911,52-7-724,31-9-11,6-2 0,8-2 18,-9-1 1,3-2-1,-1 0-130,-5 2 1,0-1 0,-1 0 172,6-2 0,-1-1 1,-8 3 354,-11 2 0,-7 2-1581,1-4 1148,-42 20 0,-11 6 0</inkml:trace>
  <inkml:trace contextRef="#ctx0" brushRef="#br0" timeOffset="420469">6581 9922 16364,'-14'-15'1148,"-37"18"-946,16 9 0,-4 3 234,-11 1 1,2-3 102,-6-2-304,11-6-106,26-4-23,14 10-22,2 1 162,2 37-27,-6 14-135,2 0 75,-1-21 1,-1-3-9,2-10 823,-1 4-256,12-47-410,9-21-162,16-15-132,-13 24 0,3 3-48,32-5-5,9 32-9,-30 11 1,-2 6-43,-5 7 0,-6 6-28,-9 6 1,-11 1-46,-8-4 1,-9-1-3154,-17 0 0,-4-6 3316,-11 1 0,0-10 0,38-21 0</inkml:trace>
  <inkml:trace contextRef="#ctx0" brushRef="#br0" timeOffset="420756">6451 9915 15524,'37'-22'1071,"1"-1"0,-1 1 1,19-10-1,-9 9-1127,-25 15-806,0 6-8969,-25 12 9000,2-5 1,-2 6 0,2-10 0</inkml:trace>
  <inkml:trace contextRef="#ctx0" brushRef="#br0" timeOffset="421733">6504 10152 11502,'-51'-21'632,"1"1"0,-1 0 0,-24 6 1,21 13-1,45 9 0,-2 27 1</inkml:trace>
  <inkml:trace contextRef="#ctx0" brushRef="#br0" timeOffset="423334">6717 9721 6092,'-4'1'4601,"-36"-11"0,-14-3-3301,-8 6-974,16-1 1,-8-1 0,2 4-2095,-10 9 1,4 4 1787,20-6 0,0 3 88,-19 10 0,6 1-57,26-5-9,-19 15 0,-4 10-20,6 10 0,1 4-11,-3-5 1,0 2 20,10-3 0,-1 3 0,5-3 4,3-2 0,4-1 14,-6 12 1,5 5 7,12-12 0,3 2 0,3-2-16,0 5 0,4-1 2,7 16 1,10-3 5,8-19 1,8-4 36,9 5 0,5-2 876,-12-15 0,3-1 0,4-4-850,18-1 1,7-4 0,0-5 86,-2-4 0,0-5 0,2-2-140,-10-1 0,1-3 1,0-2-1,2-4 28,-5-5 1,2-3-1,1-4 1,-3 0-1,-4 0-30,10-7 0,-5 0 0,1-5 6,-2 0 1,2-5-1,-2-1 1,-7-1 30,-8-2 0,-5-1 0,-4-2-974,1-9 0,-3-4 0,-4 3 966,-1-6 0,-7-2-46,-12 12 1,-3-6-1,-4 1 1,-4 5 78,-13-11 1,-7 2-90,5 4 1,-2-2 0,-5 5-12,-4 14 1,-4 5-1,-4 4-43,-2 4 1,-3 4 0,-1 3-3,1 2 1,1 3 0,-3 3 18,-5 3 1,-2 3 0,-1 5-2,8 5 0,-1 3 0,0 2 0,3 1-16,-7 1 1,3 2-1,-1 4-165,2 1 1,-2 4-1,2 2 1,6 1 187,-6 16 0,8 0 0,4-9 0,7-1 0,13 13 0</inkml:trace>
  <inkml:trace contextRef="#ctx0" brushRef="#br0" timeOffset="432367">6169 11067 8388,'-57'25'1966,"-1"1"0,1-1 0,14-6 0,2-1 0,3-2-1793,-8 3 1,19-11 11,71-48-169,-6 16 1,9-3 0,4-1-606,-8 5 1,4-2 0,2-1 0,1 1-1,0-1 524,6-1 0,1 0 0,0-1 0,1 1 1,-1 2-103,-3 1 0,0 0 0,0 1 0,-2 1 0,-2 2-57,2-1 1,-3 2 0,-2 1 0,-5 3-668,12-3 0,-22 12-1484,-66 46 1813,-6-10 0,-11 3 1,-6 2 315,11-6 1,-4 3 0,-2 1 0,-2 0 0,0 1 451,2-3 0,-2 2 1,-1 0-1,0 0 1,1-1-1,1 0 89,5-2 0,0-1 0,0 0 0,1-1 0,1 0 0,2-1 133,-16 9 1,1 0-1,5-3 1,12-6 1268,-6 6-1246,71-50 0,24-14-407,-4 5 1,8-4 0,5-3 0,2 0-257,-12 7 1,2-2 0,2 0 0,0 0 0,1 0 0,-1 0-10,0 2 1,0 0 0,0 0 0,0 1-1,1 0 1,-1 1-932,3 0 1,2 0 0,0 1 0,-2 1 0,-2 2 0,-5 2 862,8-2 0,-5 4 0,-1 0 0,21-8 0,-20 12 0,-42 19 1</inkml:trace>
  <inkml:trace contextRef="#ctx0" brushRef="#br0" timeOffset="432584">6017 11538 9789,'-53'37'1593,"-1"0"1,1 1-1,-1-1 1,1-1-1,4-3 1,26-19-1017,47-37 0,23-16-471,-7 8 0,7-2 1,4-3-1,2-1-570,-11 8 1,2-2 0,1 0 0,2-1-1,0 0 1,-1 2 417,3-2 0,1 1 1,0 0-1,1 1 0,-1 0 1,0 2-1594,7-5 0,0 2 0,0 0 0,-2 2 1,-3 2 1316,-4 2 0,-2 2 1,-3 2-1,-2 1 0,18-8 1,-11 8-1,-21 10 0</inkml:trace>
  <inkml:trace contextRef="#ctx0" brushRef="#br0" timeOffset="434637">5218 10701 10623,'-14'-50'1106,"1"1"0,0-1 0,0 0 1,0-6-1,0 1 0,2 3-787,2 6 1,1 1-1,1 6-341,1-16 290,21 95-233,-5 0 1,0 10 0,2 7-56,-1-7 0,2 7 1,0 4-1,1 2 1,-1-2-1,0-3-141,0-3 0,-1-3 1,-1 0-1,2 3 0,2 4 154,-1-8 0,0 5 0,2 4 0,1 1 1,0 1-1,0-1 0,0-4 0,-2-4 1,-1-6 51,3 7 0,-2-7 0,1-3 0,1 4 133,3 3 0,2 5 0,2-1 1,-3-6-1,-3-12-83,12 10 4,-21-73 0,-5-31 0,-4-2-29,-4 12 0,-4-1 0,-3-3 0,0-6-103,1 7 0,-2-4 1,-1-3-1,0-2 0,0-2 1,1 1-1,1 0 42,1-1 1,1-3 0,0 0-1,1 0 1,0 1 0,1 1-1,0 3-22,-4-7 1,-2 2 0,2 2 0,7 0 0,9 1-25,11 4 1,7-3-1,6 1 1,6 3 0,3 5-1,3 7 43,1 11 1,3 7-1,5 4 1,2 3 0,2-1-1,2-3-12,-5 1 1,3-1-1,3 0 1,2-1-1,0 0 1,1 0-1,-1 2 1,-2 0-1,-3 2 13,3-1 0,-1 2 0,-1 1 1,0 0-1,-2 1 0,0 1 0,0-1-5,7-3 0,0-2 0,0 1 0,-2 2 0,-3 4 0,-6 6 46,11 5 1,-6 8-1,-7 4-34,-9 3 0,-4 7-37,9 15 0,-3 13 28,-14-2 1,-3 7 0,-1 3-1,0-4-9,1-3 1,-2-3-1,2 8 5,-2-1 0,5 6 1,1 6-1,-4 1 0,-7-1 1,-10-4 56,-15 3 0,-12-2 0,-6-1 1,-1-1-1,6 0-229,11-3 0,4-1 1,0-1-1,-6 0 0,-11-2-307,-9-8 1,-9 0-1,-8 0 1,-5-1 0,-1-2-1,2-4 1,3-3-1,7-5 208,-14 6 0,6-9 0,-4 1 0,-5 3 1,-5 2-1,4-3 0,16-8 0,6-5 1</inkml:trace>
  <inkml:trace contextRef="#ctx0" brushRef="#br0" timeOffset="436470">13987 7895 15457,'35'-40'351,"0"-1"1,0 1 0,9 0 0,3 3 0,3 4-448,-5 12 1,3 4 0,1 3 0,-3 1-142,3-2 0,-3 2 0,-4 7 35,7 10 0,-19 11 263,-47 11 1,-25 9 0,-1 1-16,9-5 1,0 1 0,-3 0-28,-2-2 1,-4 1 0,2 0 0,6-1 114,-4 11 0,14-3 589,27 8-314,47-18-239,7-31 1,8-15 73,-17 1 1,1-4 0,-3-4 44,-4-2 1,-3-2 0,-6-5-33,3-23 1,-19-2-191,-23 14 0,-14 3 126,-12 1 1,-6 7 295,4 10 1,1 4-490,-3-1-5,43 15-23,19 16 0,9 12-98,6 6 0,0 5-82,-2 6 1,-5 5-566,-8 10 1,-8 5 772,-15 3 0,-6-3 0,3-21 0,-1-3 0,-5-3 0,0 1 0</inkml:trace>
  <inkml:trace contextRef="#ctx0" brushRef="#br0" timeOffset="437069">15894 7343 9128,'0'-6'9443,"0"1"-8726,0 5-364,-70-53-90,7 50-203,23-9 0,-4-5 0,2 7 4,-2 18 0,4 6-28,5-4 1,4 2 86,-10 15 17,17 13 213,11 20-51,13-1-229,6-23 0,2 0 39,8 13 196,1 3 846,-9-28-302,-5-7-438,-1-35-341,2-4-84,12-10-57,19 12 7,31 22 19,-22 7 0,3 7-104,9 6 1,-2 5-329,-5 3 1,-8 5-617,-12 2 1,-16 1-3827,-27-2 1,-13-4 4806,1-6 0,-3-6 0,-6-3 0,3-6 0,8-5 0</inkml:trace>
  <inkml:trace contextRef="#ctx0" brushRef="#br0" timeOffset="437285">15665 7405 10013,'34'-51'1942,"0"0"1,1 0-1,-2 3 1,1 1-1,-1 4-1794,10-8 1,0 6-340,-2 7 1,1 5-3686,-1 9 0,-2 5 3876,13 0 0,-18 15 0,-24 5 0</inkml:trace>
  <inkml:trace contextRef="#ctx0" brushRef="#br0" timeOffset="437745">16359 6659 11464,'-56'-10'699,"-1"-1"0,0 1 0,0 0 0,1-1 0,-5 6 0,-1 0 0,0 3 0,0 2 0,1 6-466,0 3 0,0 5 0,1 3 0,0 4 0,2 3-676,8 0 1,0 3-1,1 2 1,1 4-1,3 2 1,2 2 514,1 6 1,1 4 0,3 2 0,3 3-1,3 2 1,5 2-45,5-5 1,2 3 0,3 2-1,3 1 1,4 1 0,2 0-1,4-1-63,3 1 0,3 1 1,4 1-1,3-1 0,3 0 1,4-2-1,4-2-186,5 0 1,4-1 0,4-1-1,3-1 1,4-4 0,2-2 0,3-4 253,5-3 1,4-2-1,3-3 1,3-4-1,1-3 1,2-4 0,-2-3 130,2-4 1,2-4 0,1-3 0,0-3-1,0-4 1,-1-4 0,-2-3 78,-4-2 0,0-3 0,0-3 0,-2-3 0,-2-4 0,-3-5 0,-4-4-164,-3-6 0,-2-6 0,-4-5 0,-2-4 0,-3-1 0,-3-2 0,-3 1-73,-4 0 1,-3-1 0,-3-2 0,-3-1 0,-1-1 0,-2 0 0,-1 0-2,-1-2 1,0 0 0,-2-1-1,-2 0 1,-3 0 0,-2 0-1,-4 0-77,-5-4 0,-4-2 0,-4 0 0,-1 1 0,-2 2 0,2 5 0,1 5 7,3-2 1,3 7 0,-5 2 0,-10 2 64,-12 4 0,-13-2 0,-6 1 0,-1 5 0,6 6 0,11 10 0,6 9 0,1 6 0,-25 2 0,0-1 0,1 0 0</inkml:trace>
  <inkml:trace contextRef="#ctx0" brushRef="#br0" timeOffset="449750">26192 5030 16740,'-23'-43'1420,"0"0"0,7-9-1415,41 67 1,12 20-8,-7-2 0,1 6 0,1 4-342,-2-2 1,0 4 0,2 3 0,0 1 339,-1 0 1,1 2 0,1 2 0,0 0-1,-1-1-248,-2-2 0,1-1 0,-1 0 0,-1-1 0,0 1 228,5 7 0,0 1 0,-2-2 0,-4-2-8,-1 2 1,-3-2-1,-9-4 250,-13 2 0,-9-4-215,-1-13 0,-8-5-65,-12-7 1,-4-8-68,-8-10 723,-21-16-547,31-3 1,0-5 709,-5-5 1,0-3-638,1-2 0,1 0-11,8 5 0,2 3-198,-5-5 111,15 26 180,14 23 279,27 9-271,2-11 0,7-3-129,15-2 1,6-6 18,6-4 1,-1-6-14,-2-5 0,-4-4-3,-13-2 0,-6-4 17,2-16-678,-22 7-4469,-18 8 5046,-6 7 0,1 6 0,-1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4:11:44.7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1388 2437 10982,'6'-58'3276,"0"1"1,-1-2 0,-1-3-2252,1 2 0,1-5 0,-2 6-530,-2-3 1,-3 10-345,-4 6-67,-9 91-65,5 4 1,1 9-11,3-9 1,1 4-1,0 0-6,1-1 1,-1 1 0,2-3 35,-1 12 1,1-8 257,0 4-213,-4-71-53,1-23 0,1-12-22,1 1 0,0-5 1,2-2-158,1-6 1,1-2 0,2 2 145,1 2 0,2 1 0,3 4-4,9-9 1,8 11 10,9 19 1,7 13-14,8 17 0,3 14-20,-12 7 0,0 8 0,-4 1-14,7 12 0,-10 6 61,-14 14 1,-19 0 2,-25-16 1,-13-6-1,-8-4 0,-5-9 23,3-8 0,2-10 56,-12-20 385,51-17-519,47 2 2,0 21 0,6 7 8,11 8 1,2 8-6,-16-1 0,-1 3 0,-4 4-31,8 16 1,-13 6 27,-18-7 0,-15-1-143,-25 0 0,-14-5-697,-9-12 1,-4-11 870,1-13 0,3-4 0,-12 3 0,32-24 0</inkml:trace>
  <inkml:trace contextRef="#ctx0" brushRef="#br0" timeOffset="366">2768 1856 17725,'4'1'2523,"-31"-4"1,-19 2-2208,7 8 1,-4 3-168,-3-2 0,-5-1 1,4 5-105,-5 9 0,9 6-17,15 1 0,14 2-3,28 2 0,14-2-22,3-5 1,7-2 0,3 1-93,7 2 1,3 0 0,-1-1 123,-3 0 1,0 0-1,-7 0 135,5 7 1,-18 2-120,-39 16-228,-20-32 1,-9-8-1950,-8-6 1,1-7 2125,7-6 0,5-4 0,-8-8 0,29 1 0</inkml:trace>
  <inkml:trace contextRef="#ctx0" brushRef="#br0" timeOffset="583">2969 2014 20890,'51'-22'-200,"0"0"0,0 1 0,1-1 0,-1 2 0,1 0 0,-1 2 0,-1 2 200,9-2 0,-2 3 0,-4 2 0,4 0 0,-8 3 0,3 1 0</inkml:trace>
  <inkml:trace contextRef="#ctx0" brushRef="#br0" timeOffset="783">3540 1837 19574,'-5'3'4912,"1"-2"-4666,4-1-229,-15 99-1090,14-47 1,0 5 599,-2-9 1,-2 5 0,2 0-1,0-5 1,3 7 0,1-5-1,-1-10 1,0 1 0</inkml:trace>
  <inkml:trace contextRef="#ctx0" brushRef="#br0" timeOffset="1083">1580 3169 17339,'-51'9'1844,"0"0"1,0 1 0,-6 3-1277,100-18 1,38-6-466,-36 5 0,5 0 0,4-1 0,4-1 0,4 0-643,-10 2 1,3 0 0,5-1 0,1-1 0,3 1 0,2-1 0,-1 1 0,1 0-1,-1-1 1,-2 1 549,-1 1 1,0-1 0,1 0-1,-1 0 1,1 1 0,-1-1 0,1 1-1,1-1 1,-1 1 0,1 0-94,-1-1 0,0 1 0,1 0 0,0 0 0,1 0 0,0 0 0,-1 0 0,0 0 0,-1 0 1,-1 0-1,-2 1 83,6-1 0,1 0 0,0 0 0,-1 1 0,-2-1 0,-1 1 0,-4 0 0,-3 1 0,-3-1 0,17 0 0,-6-1 0,-5 2 0,-3-1 0,2 1 0,-1 0 0,0 0 0</inkml:trace>
  <inkml:trace contextRef="#ctx0" brushRef="#br0" timeOffset="2783">5063 1773 23332,'42'-20'-127,"-1"0"1,1 0-1,5 3 1,3 2-1,0 6-71,6 7 0,1 6 0,-5 3-7,15 1 1,-22 9 249,-57 29 31,-18-23 1,-14-2 0,-4 1 87,-8 3 1,-6 0-1,3-1-63,5-1 0,2 0 0,7 0 95,1 3 0,22-5-51,77-7-145,-13-15 0,7-6 0,2-1-116,9-3 1,2-3-1,-3-4 136,-3-2 1,-3-4 0,-8-5 32,-2-15 0,-19-6 157,-27-1 0,-16 1 137,-15 5 1,-8 6-192,6 10 1,1 7-201,-3 7 116,62 41-89,6 0 1,7 5-126,-5-2 0,1 4 0,-3 2-971,-4 3 0,-3 2 1,-5 0 605,-3 13 0,-8-2 1,-7-15-1,-6-5 1,-23-2-1</inkml:trace>
  <inkml:trace contextRef="#ctx0" brushRef="#br0" timeOffset="3651">7104 1998 19591,'2'-47'2862,"1"-1"0,-2 6-2801,0-9 1,3 17 17,8 54-46,6 42-13,-5-19 0,0 2 16,-3 1 0,-3-3 99,-4 10-51,-16-38-45,-8-53-17,11-4 1,4-8-10,3 6 0,2-2 0,3-2-2,2-5 0,2 0 1,3 2-26,2-12 0,7 6 30,7 11 1,8 12-26,3 22 1,5 10 2,12 10 1,1 9-18,1 11 1,-6 9 19,-12 9 1,-11 6 2,-15-9 0,-11-2 16,-19 1 1,-10-8 14,-1-19 0,-2-7 81,-28-14-22,23-26-62,23-9-17,30 9 0,37 20-25,-6 21 0,5 8 8,-8 0 1,1 4-1,-1 3-9,-1 1 0,-2 3 0,-10 3-16,-10 17 1,-17-1-71,-28 10-86,-15-38 1,-16-7-1,3-6-1076,-8-10 0,1-8 697,-1-1 1,6-2 0,18 2-1,9-1 1,8-10 0</inkml:trace>
  <inkml:trace contextRef="#ctx0" brushRef="#br0" timeOffset="3884">8103 1773 25298,'-7'45'-1067,"-1"-1"0,0 0 0,-4 12 0,4-5 1067,20 7 0,-9-33 0,-3-11 0</inkml:trace>
  <inkml:trace contextRef="#ctx0" brushRef="#br0" timeOffset="4067">8128 1635 16908,'0'-6'7186,"0"1"-7410,0 5-8464,-14-13 8688,13 22 0,-12-19 0,16 23 0</inkml:trace>
  <inkml:trace contextRef="#ctx0" brushRef="#br0" timeOffset="5667">8446 1744 22117,'0'-3'3652,"0"1"-3591,27-3-16,-4 64-12,-8-30 1,-3 3-26,-7 17 1,-8 1 69,-6-11 1,-5-8 111,-5-15-128,6-31-20,20-19 0,10-7-34,0 5 1,2 0 5,4-5 0,4 5-9,5 11 1,2 10-56,29 21-26,-28 4 0,-2 7-470,0 13 0,-4 6-328,-7-7 1,-1-1-421,1 3 0,4-5-3143,18-8 1,5-8 3151,2-8 0,2-5 2461,10-5 0,-2-8 1916,-16-7 0,-7-8-1124,-10-3 1,-6-4-961,-6-1 1,-4 0-351,-3 4 0,-2 3-8,-7-10-555,-19 30-33,-32 36-51,21 1 0,2 6-11,-2 8 0,5 2 0,7-1 0,9-2 11,20 21 6,33-38 16,-12-26 1,0-10 42,0-8 0,-4-7 44,-2-4 0,-5-2 40,-8 3 0,-5 1 125,-2-10-234,-7 25-29,-1 33-33,3 27 16,5-9 1,4 2-3,3 2 0,6-1-6,3-5 0,5-7 3,34-2 56,1-40-37,-37-8 1,-4-8 5,-3-8 1,-5-5 2,-5-3 0,-5-1 30,-2 6 1,-2 2-3,0-15-101,9 29 45,21 35 12,26 13-15,-14-5 0,3 0-6,2-2 1,1-5 36,-8-7 0,-2-5 28,14-20 23,-31-15 16,-15 3-11,-6 11-67,0 14-45,0 59-34,2 8-241,2-3 1,4 3-572,6-8 1,7-4-502,11-8 0,8-7 299,9-9 1,4-12 1184,0-17 0,-3-11 1011,-9-8 1,-7-6 72,-11-4 0,-9-1-524,-11 3 0,-4 3-221,-4-7-425,-2 36-51,9 41 50,9-7 1,4 2-29,5 6 0,5-3 3,2-7 1,3-9 58,36-26 33,-20-28 82,-22-1 0,-4-3 372,1-12-280,-6 18-173,-14 56-79,0 12 1,1 13 0,-1 1-41,-1 9 1,-1 3 0,0 8-1191,0-14 0,0 7 0,0 3 0,0 0 1,0-1-1,0-5 1219,0 7 0,0-4 0,0-2 0,-1 1 0,0 2 0,-1 3 0,0-6 0,1-10 0,1-13 0,0 0 0</inkml:trace>
  <inkml:trace contextRef="#ctx0" brushRef="#br0" timeOffset="6250">12570 1792 16101,'14'-42'2173,"-1"0"0,0 0 0,-2-16 1,-14 7-1827,-22 23 1,-9 9-304,3 4 1,-2 8-25,-9 12 0,6 13-18,21 13 1,10 7 5,7 2 1,9 3-11,12 5 0,8 3 0,-2-4 5,-2-3 0,-2-3 5,12 12 1,-17-6 41,-53-16-42,-8-25 1,-6-9-23,-3-2 0,-2-5-297,-11-8 0,4-4-1963,23 2 0,7-1 2274,-5-15 0,28 17 0,17 13 0</inkml:trace>
  <inkml:trace contextRef="#ctx0" brushRef="#br0" timeOffset="7317">12992 1817 24827,'-32'8'364,"1"1"1,3 18-113,68 1-202,-8-18 1,4-8 21,8-14 1,-2-10 33,-8-12 1,-5-5-26,-3 5 1,-9-1-24,-13-5 1,-14 5 70,-49 9-121,27 23 1,-1 8-4,-15 16 1,5 12 2,16 3 1,8 4-26,2 3 0,11 1-87,18 0 1,14-5-472,24-7 1,13-9-1,-13-10 0,3-3 1,2-3 146,5-3 0,1-3 1,0-5 374,1-8 1,0-5 0,-6-3 402,-2-8 0,-7-5 84,-4 0 0,-11-5 280,-25 2 1,-12 3-172,-23-5-386,-16 9-93,12 34 1,-1 12-60,6 4 1,2 6-1,-1 7 1,7 4 117,12 6 1,11-2-119,24 6-11,2-32 1,4-10 2,3-15 0,-1-11 28,-1-11 1,-5-4 13,-6 2 0,-5-1 92,-8-1 1,-6 3-25,-7 1-51,-11 23-45,-6 39-5,6 29-23,14-22 0,7 0 11,10 4 1,8-4-1,8-7 1,3-7 2,-1-8 0,-1-8 20,23-25 11,-32-38-20,-16 14 1,-1-3-7,2-2 1,2 1 19,1 5 1,4 4 16,23-12-28,-6 34-11,-6 28-5,0 25-15,-13-9 1,0 4-203,1 2 1,0 1-695,0-2 0,1-3-8915,26 12 8009,-17-22 1,0-14 0,-22-8-1</inkml:trace>
  <inkml:trace contextRef="#ctx0" brushRef="#br0" timeOffset="7917">14896 1718 19714,'-2'-4'5533,"1"1"-5314,-37 2 0,-14 11-141,28 12 1,1 4-65,-32 7 0,7 7-118,36 10 0,16 4-364,9-5 1,11-5-698,11-12 0,7-10-412,6-14 1,3-14 1394,-12-11 1,-1-8 0,-3-5 463,-3-1 0,-2-5 0,-1-4 426,4-13 0,-2-6 1,-4 1 144,-9 6 0,-3 1 0,-2 0-381,0 0 1,-2 1 0,-3 4-132,-3-4 1,-4 8-197,-5 1-38,0 67-99,3 13 1,1 9 11,0-2 1,1 5-1,-1 1-91,-1 6 1,0 2-1,-1-2 80,-2-6 1,0-2-1,-2-3 347,-1 6 1,-3-14-233,-5-28-80,37-56-36,12 5 1,8-2-6,4 7 0,4 3 0,-9 11 1,3 2 0,-1 7-4,6 9 0,-2 12-311,4 10 0,-3 10 311,-13-1 0,-1 5 0,-4-1 0,-2-1 0,-3-1 0,1 1 0,0 0 0</inkml:trace>
  <inkml:trace contextRef="#ctx0" brushRef="#br0" timeOffset="8417">17232 1793 17988,'10'-60'964,"0"0"1,0 1 0,0-1 0,0 0 0,-3-1 0,-2 1 0,-1 3 0,-2 4-795,1 1 0,-1 3 0,-7 17-120,-13 19-28,12 54 1,7 31-93,-1-24 1,1 6-1,1 3 1,0 2 0,-1-1-683,1-1 1,-1-1-1,1 2 1,0 0 0,0 3 751,0-6 0,0 4 0,1 1 0,0 1 0,-1-3 0,0-4 0,1-5 0,-1 12 0,0-7 0,1-1 0,0 0 0,0-1 0,0 0 0</inkml:trace>
  <inkml:trace contextRef="#ctx0" brushRef="#br0" timeOffset="9333">17038 1974 23125,'-4'-58'400,"1"0"1,25 21-1,10 3 1,6 6-398,6 9 1,4 7 0,4 1-208,-1 0 1,4 2 0,-1-1 0,-4 0 184,-3-3 0,-4-1 1,-5-2 81,6-8 0,-17-3-41,-36-21 298,-31 17-163,-1 20 157,31 15-141,55 21-153,-7 0 0,4 5-7,-7-2 0,2 2 1,-3 3 126,-2 2 1,-2 1 0,-9 2-119,-11 17 1,-15-4-4,-8-15 1,-9-8 86,-22-9 1,-3-16 223,-5-38-229,32-14-42,37 12 0,15 1-59,6 9 0,6 4-6,7 0 1,3 3-99,1 6 0,1 2-339,-4 2 1,-2 1 27,-10 3 1,-2 0 28,20-3 912,-43 6 90,-14 2 6,-4 0-510,0 4-16,2 9-40,6 14-17,23 18 6,8-10-9,-5-17 0,3-8 68,-2-16 0,-1-8 52,19-18-33,-28-3 1,-9-3 178,-19-14-167,-26 3-102,-22 41-28,23 17 1,1 8 5,4 7 1,5 6-29,5 7 0,10 4-330,11 4 0,10 1-1280,9-1 0,9-5 1627,11-7 0,1-6 0,-16-6 0,-1-6 0,19-7 0</inkml:trace>
  <inkml:trace contextRef="#ctx0" brushRef="#br0" timeOffset="9717">19008 1686 20453,'3'-44'1872,"-1"1"1,-1 3 0,-6 14-1744,-18 31-73,-3 20-56,13 5 0,5 4 11,11 26-5,18 0 11,26-41-1,9-39 40,-13-28 59,-23 3 0,-7-3 70,-12 13 0,-8 2-62,-9-5 0,-8 9-53,-7 19 0,-4 12-42,-6 12 0,2 10-34,5 11 1,9 9-667,14 13 0,10 4 672,8-5 0,6-3 0,-1-11 0,3-6 0,12 4 0</inkml:trace>
  <inkml:trace contextRef="#ctx0" brushRef="#br0" timeOffset="63784">2399 4583 10013,'11'-47'3276,"0"1"1,-1 11 0,0-1-2519,2-16 1,1 4-496,-1 11 129,-8 76-299,-6-3 0,-4 7-45,0 2 1,-2 5 0,-1 0-10,-2 5 0,-2 0 0,0-2 28,-5 12 1,1-5 486,2-7 0,-1-21-425,0-46-90,5-48-28,9 17 0,3-9 1,3-2-278,3 4 1,2-3-1,3 0 1,0 1 265,0 4 0,-1 1 0,3 1 0,2 1-16,3-2 1,2-2-1,3 5 1,3 10 20,18 3 1,3 17-3,-3 14 0,1 15-78,-7 13 0,-2 13 1,-2 5-823,-8 0 1,-2 6-1,-3 2 1,0-1-960,-2-4 1,-1 1 0,-1 0-1,-2 0 1856,5 14 0,-3 0 0,-5-8 0,-5-12 0,-4-8 0,-2-8 0</inkml:trace>
  <inkml:trace contextRef="#ctx0" brushRef="#br0" timeOffset="63967">2347 4819 21198,'37'-44'-1639,"0"0"1,0 0-1,4 10 1,4 0 0,1 3-1,-4 7 256,11 5 0,-2 7 0,17-6 0,-14 6 0,-41 9 0</inkml:trace>
  <inkml:trace contextRef="#ctx0" brushRef="#br0" timeOffset="64699">4584 4595 18218,'8'-51'1400,"-1"1"0,1-1 1,1-18-1,0 28-1260,-1 56-109,-1 21 0,-2 11-13,-2-1 1,-1 4 0,-1 2-192,-2 8 1,-1 1 0,-2-1 226,-3-5 0,-2 0 1,-2-5 255,-6 8 1,-2-10 443,-13-15-530,13-64-210,20-4 0,8-5-3,4-9 0,7 0-5,7 3 0,7 4-15,2 8 1,5 10 214,1 12 1,2 11-297,4 15 1,-2 10-38,-1 10 1,-5 6 101,-7 3 0,-12 3 53,-18-4 0,-14-3 14,-20-11 0,-11-9-39,-15-10 0,-5-12-370,2-9 0,6-11-3109,19-8 1,9-5 3475,6-20 0,34 14 0,-1 30 0</inkml:trace>
  <inkml:trace contextRef="#ctx0" brushRef="#br0" timeOffset="64917">5460 4712 25163,'-30'37'-991,"0"1"0,4 6 0,7 3 991,17 7 0,7-2 0,-4-15 0,1-5 0,2 7 0</inkml:trace>
  <inkml:trace contextRef="#ctx0" brushRef="#br0" timeOffset="65117">5473 4463 22257,'12'45'-2564,"-5"-20"1,-2-5-1</inkml:trace>
  <inkml:trace contextRef="#ctx0" brushRef="#br0" timeOffset="65484">5784 4797 23175,'-9'51'89,"-1"1"1,0-1 0,-2 14 0,3-8 823,6-7-275,10-54-301,11-45-245,-4 12 0,4-1-39,3-3 1,5 2-57,3 6 0,4 6-73,2 8 1,2 8-466,-1 11 1,0 9-2547,-1 11 1,-3 7 3086,-6 4 0,-4 1 0,3 14 0,-11-17 0</inkml:trace>
  <inkml:trace contextRef="#ctx0" brushRef="#br0" timeOffset="66484">6765 4878 17188,'5'-42'3520,"-1"0"0,-13-6-3229,5 2 1,-9 8-29,-43 40-224,18 17 0,0 11-50,-1 12 0,5 7-1,4 3 1,9 1 5,14-5 1,11-4 22,27 10 39,30-56 39,-28-16 0,-1-10 17,-1-16 1,-5-4 16,-5 9 0,-4-1 97,-5 0 1,-4 4 8,-8 5-223,-11 34-40,-4 46 42,12-5 0,6 4-42,5-4 0,7-1-31,19 4 0,7-9 62,-8-24 0,1-9 16,10-9 1,-3-13-1,-17-14 1,-8-9 22,0-17 0,-7-2 19,-6 16 1,-3 2 8,-2-3 0,-4 8-31,-2 18-78,19 29 11,23 9 0,2-2 0,5-2 22,5-6 1,2-6 16,-5-6 0,-2-8 3,-6-4 0,-7-8 45,-11-12 0,-8-2 36,0-14-44,-4 3-18,-1 44-44,5 30 5,-3 6 1,2 7-1,4 13 1,2 1-15,1-6 0,2-2-25,4-1 1,7-13-18,7-31 1,2-11 61,-1-3 0,-1-8 33,8-15 1,-6-6 106,-15 5 0,-5-1 117,2-23 236,-26 2-263,-1 35-185,-4 26-29,-5 54-68,4-2 0,-3 11 0,2 4-1154,6-10 1,2 4-1,0 1 1,2 0 1205,0-11 0,2 1 0,-1 0 0,2-1 0,0-4 0,0 15 0,1-4 0,4-8 0,8-15 0,0 0 0</inkml:trace>
  <inkml:trace contextRef="#ctx0" brushRef="#br0" timeOffset="67800">7592 4698 7554,'-3'-11'9516,"1"1"-7426,2 10-562,6-50-615,-5 34-762,5-34 12,-5 63-63,5 24-122,10 26-334,-2-21 1,1 1 355,1 2 0,0-3 0,7 9 0,-10-13 0</inkml:trace>
  <inkml:trace contextRef="#ctx0" brushRef="#br0" timeOffset="69484">9660 4780 15939,'0'-6'5365,"0"1"-5281,-9-31 286,-11 77-236,-6-8-129,11 14 1,7 8 16,6-2 1,8-5 184,11-16 1,6-6 56,29 1-24,-11-37 1,-2-12 16,-12-3 1,-4-4 84,1-3 0,-4 0-141,-9-6-156,-33 48-51,-1 31-2,9-7 0,7 1 2,12 0 0,9-3 9,12-5 0,7-7 30,5-8 1,3-10 120,11-16 0,-4-12 42,-17-6 0,-6-7-11,-4-15 0,-10-3-107,-12 12 1,-7 3-57,-6 2 1,-4 6-236,-5 8-583,5 37-2682,30 32 2630,10 13 0,0-13 0,-2-21 0</inkml:trace>
  <inkml:trace contextRef="#ctx0" brushRef="#br0" timeOffset="70450">10639 4599 23607,'13'-45'235,"-1"36"-205,0 56 1,-7 28-18,-5-28 0,-3 1 1,0 1-11,-1 1 1,-1 1 0,-2-3 133,-4 10 0,-1-9 434,-4-3-391,24-65-1,25-33-107,-8 16 1,4 1-65,5 4 1,1 4-1,-2 6 1,0 8-15,21 22 1,-16 36-15,-21-10 1,-2 2 7,3 4 1,2-2 2,5-8 1,4-6 25,7-11 0,3-10 14,4-14 0,-1-11 11,1-12 0,-5-8 45,-4-5 0,-6-3 69,-9 4 1,-6 1 123,-11-17-274,-12 33 0,-21 51-40,11 20-3,6 6 1,4 6 16,8-15 1,5 0-4,8 12 1,9-6 27,7-19 1,6-10-9,11-6 1,3-10 30,0-11 0,-2-11 8,-1-10 1,-6-8 66,-8-3 1,-8-2-4,-10 1 1,-6 1 67,-10-23-123,-4 25-62,24 18-5,38 14-3,-13 8 0,1 6 22,2 6 0,-3 6 0,-4 8 0,-6 5-5,-9 6 0,-7 3 16,-5 1 0,-3-1-2,1 22 50,2-25-146,16-35 90,20-19 0,-17 2 0,3 0 0</inkml:trace>
  <inkml:trace contextRef="#ctx0" brushRef="#br0" timeOffset="70934">12323 4889 22800,'-5'0'3070,"1"0"-3048,2 1 28,24 12 68,15-4 11,28-1-12,-30-13 1,-2-5 134,19-26 134,-25-14-16,-32 2-180,-20 14-150,-12 25-12,1 38-45,23 4 0,7 6-286,5 15 1,9 4-2628,5-12 1,5 1 0,1-2 2363,5 8 1,1-5 0,2-9-1,-3-7 1,-6-14 0</inkml:trace>
  <inkml:trace contextRef="#ctx0" brushRef="#br0" timeOffset="74017">9255 7231 18481,'-3'-35'2941,"0"0"0,-2 19-2712,-11 3-184,5 54 0,4 27-79,-1-10 0,1 5 1,0 4-676,1-7 0,0 3 0,0 2 0,1-2 195,1-1 0,0 1 0,0-2 0,0-3 549,0 7 1,1-4 0,-4-7 359,-2-2 1,-4-23 366,-18-69-548,16 2 1,3-10 0,2-3-131,2 0 0,1-4 0,3-2 0,1-1-252,3-5 0,3-2 0,1-1 1,3 0 219,1 12 1,0-1 0,2 0-1,2 1 1,1 2-30,6-8 1,2 1 0,2 2 0,3 5-82,6-6 0,3 6 0,3 7 59,-4 12 1,3 6 0,0 12 368,12 17 1,-4 18-416,-7 26 1,-13 14 32,-15-12 1,-7 4 0,-7 0-122,-7 6 1,-7 0-1,-7-3 28,-6-2 1,-6-2 0,-2-5-959,1-7 1,-2-3 0,2-4 662,-1 0 0,4-5 0,-4 1 0,42-27 0</inkml:trace>
  <inkml:trace contextRef="#ctx0" brushRef="#br0" timeOffset="75100">10147 7183 16656,'0'-4'3329,"-32"-21"1,-15 1-2999,-7 32-312,0-18 1,2 7-1,21 33 1,9 13-34,13 0 0,8 1 42,2-7 0,6-2 117,13-3 1,6-10 258,28-30-197,-25-9 0,-2-8-8,-2-14 0,-3-4 2,-3-1 1,-2 2 25,-4 5 0,-2 5-31,3-5-168,-30 53-17,-7 22-14,5-1 1,3 3-7,8-3 1,7-1-6,11 2 0,9-5 14,11-7 0,7-7 28,7-6 0,1-9 5,-4-9 1,-1-8 27,-7-6 1,-4-6-17,-9-4 0,-5-3 44,1-30-72,-9 20-22,-7 10 10,0 21 1,2 3 11,-1 2 55,-1-4-66,0 2 22,-1-6-6,0 6-16,0-4 16,-1-1 34,-1-2-28,-2 2-50,-3 1-51,-1 10 45,2 8 34,2 7-17,13 10 22,3-7-22,48 0 13,-27-16 1,2-2 11,6 0 0,0-2 17,-5-2 0,-5-3 159,0-8-27,-15 5-141,-14 3-44,-6 16 22,0 20-12,-1 13-383,2 0 1,1 4-889,3-7 0,2-1-1403,3 1 1,5-5 2685,18 3 0,-6-30 0,-3-7 0</inkml:trace>
  <inkml:trace contextRef="#ctx0" brushRef="#br0" timeOffset="76017">11087 7251 24934,'-37'-34'218,"21"9"-213,44 29 1,13 6-11,16-14 41,-14-2 1,-5-7 310,-6-44 51,-30-3-244,-6 27 0,-6 2 115,-27-7-258,8 38-28,-9 40 11,26-6 1,7 6-219,4 10 0,7 1-390,10-4 1,8-6-76,7-9 0,6-10 667,4-18 0,0-11 257,-3-12 0,-4-8 126,-2-5 0,-2-1-42,-5 3 1,-1 4 11,12-7-253,-2 28-22,-8 29 11,-9 30-61,-10-16 0,-4 3-15,-2 0 1,-1-1 277,0 20 89,12-41-162,18-44-45,-6 1 0,1-4-14,3-2 1,2 1-60,-4 4 1,0 5-63,16 0-16,-9 34 6,-2 26-9,-10-14 0,2 0 3,4-3 0,3-5 20,7-7 0,2-11 2,4-16 0,-2-11 0,1-17 1,-5-10 10,-14 12 1,-3-3 0,-2-1 59,-4 1 0,-3-1 1,-3 2 57,-1-8 0,-4 6-78,-5-5-90,-6 54 17,-4 57-98,6-11 0,2 5-399,2-8 1,2 2 0,2 0-2019,2 0 0,3-1 0,0-3 2515,3 6 0,1-6 0,11 11 0,-16-43 0</inkml:trace>
  <inkml:trace contextRef="#ctx0" brushRef="#br0" timeOffset="76184">11938 7174 23595,'63'-9'36,"0"0"1,-1 1 0,-12 2-1,1 1 1,-2 0 0,-3 2 0,11 1-1,-5 2 1,-6 1 0,1-1 0</inkml:trace>
  <inkml:trace contextRef="#ctx0" brushRef="#br0" timeOffset="77267">13088 7063 22873,'31'-39'440,"0"0"1,-2 0 0,-9 17-374,-17 26 157,-5 4-56,-2 2 17,-3-2-40,2-4-61,1-3-28,2 0 39,2-1-89,3-2-12,3-2 46,3-3 72,2-4 56,0-2-33,-2-1-23,-2 1-45,-2 3 0,3 1 62,0 3-34,-2 1-95,-2 5 106,-26 26-61,0-4 0,-4 1-12,-6 4 1,-2 0 39,-8 4 0,-2-3-9,3-6 1,2-3-46,9-3 1,1 0 2,-22 16-39,36 8-5,28 3-51,18-9 0,14 0-1604,4-8 1,7-2-1,-1-2 1253,-11-3 0,-2-1 0,0-2 0,4 1 0,0-2 0,-9-3 0,-7-5 0</inkml:trace>
  <inkml:trace contextRef="#ctx0" brushRef="#br0" timeOffset="79100">14389 7196 16493,'1'-3'7248,"-1"1"-6761,26-11-39,-13 42-173,13 14-189,-25 0 1,-8 6 16,-1-2 1,-4-3 109,-3-8 1,-2-7 200,-12-4-218,9-56-121,16-5 1,6-7-35,3 1 0,3-2 0,3-2-34,1-3 1,3-1 0,2 1-5,2-1 1,3 2 0,2 2-32,12-9 0,4 8-39,-1 15 0,2 11 27,-3 17 1,-2 13 19,-7 13 1,-8 11-9,-13 10 0,-12 5-9,-15 7 1,-11-2 58,-11-4 1,-6-5 58,0-9 0,1-7 11,13-11 1,4-4-132,0-1-17,46-3 45,30 15 22,-7-3 0,5 0-36,9 4 0,2-1 25,4-4 0,-1-6 22,-6-9 1,-3-9 13,-8-11 0,-6-8 9,-9-8 0,-6-4 50,-6 1 0,-5 1 169,1-19-214,-6 26-117,-6 30 56,-3 29-113,2 23-405,2-17 0,2 2-3457,3 0 1,2-3 3985,5 16 0,0-21 0,-8-27 0</inkml:trace>
  <inkml:trace contextRef="#ctx0" brushRef="#br0" timeOffset="79267">15342 7086 22834,'-23'39'0,"4"-8"0</inkml:trace>
  <inkml:trace contextRef="#ctx0" brushRef="#br0" timeOffset="80333">15854 7251 25035,'-59'-15'80,"0"0"1,1 0 0,6 5 0,2 3-1,9 13-106,8 25 1,13 10 22,14-2 1,11-2 100,11-6 0,9-7 118,12-12 0,4-10 106,1-12 0,0-8 19,-5-7 1,-5-4-132,-6 2 0,-5 0-188,0-7-67,-23 40 45,-7 22 0,-4 13-142,-2 12 0,-1 8 1,-2 3-205,1-9 0,0 2 0,-2 1 1,-1 0-208,2-9 0,0 1 1,-2 0-1,-1-1 1,-1-4 423,-5 5 0,-2-1 0,-1-6 1,-2-12 220,-12-8 1,3-19-65,8-21 0,10-16-98,20-19 1,17-16 0,9 0-277,-4 22 1,6-1 0,4 1-1,0-1 1,0 2 324,6-8 0,-1 1 0,3 1 0,4 1 28,-1 5 1,4 0 0,2 1 0,-1 3 0,-4 3 85,7-2 1,-3 5-1,-1 1 79,-2 2 0,0 0 0,-6 3 292,-2 0 1,-7 5-325,-5 5 771,-13 27-714,-21 46-158,0 1 0,-1 6-31,0-1 1,0 2-19,4-12 1,1 1 0,2-5 76,5-4 0,4-6 84,13-1 1569,23-64-1628,-12-8 0,1-4-19,0 3 0,1 2-20,4-1 0,4 6-25,-3 18 0,1 9-25,3 9 0,-1 9-3,4 7 0,-3 7-6,-4 6 1,-3 2 16,-3-5 0,-1-4 40,16 2-15,-15-43 0,-2-13 17,-2-14 1,-3-9-13,0 1 0,0-5 0,-1 0 31,-2 0 1,0-1 0,-2 1 56,-1 6 0,-1 1 0,-1 4-29,4-4 1,-8 12-145,-18 23 16,-7 35 0,-3 19-34,3-6 0,0 6 1,3 3-324,0 11 1,4 4-1,5 0-2030,7-1 1,5 0 0,2-4 2414,6 8 0,4-7 0,2-18 0,-1-9 0,-6-17 0</inkml:trace>
  <inkml:trace contextRef="#ctx0" brushRef="#br0" timeOffset="80518">16632 7159 24223,'58'-8'-38,"-1"0"0,1 0 1,-10-4-1,-4 3 1,-2 10-1,-1 1 0</inkml:trace>
  <inkml:trace contextRef="#ctx0" brushRef="#br0" timeOffset="81550">18250 7301 16465,'3'-9'3257,"2"-34"0,-4-7-2008,-20 13-1115,8-9 1,-7 9-90,-12 41 0,-6 16-23,-8 16 0,1 10-52,10-6 0,3 4 1,2 1-113,4 2 0,4 2 0,6-1-99,6 14 1,16-7 100,18-20 0,11-14 89,17-19 1,4-18 94,-16-4 1,0-8 0,-1-5-151,4-8 1,-2-5 0,-1-2 224,0-2 1,-2-2-1,-1 0 39,-4 3 1,-2-1 0,-1 4-58,4-8 0,-2 7-85,-11 16 1,-3 13 62,-1 31-21,-15 16 1,-7 10 8,-3 18 1,-5 5-52,1-14 1,-1 2 0,-1-2-38,0-3 1,1-1-1,0-3 63,-5 6 0,8-9 723,21-11-715,28-47 9,-9 1 1,2-1-58,0 1 1,1 3 8,26-1-11,-16 30-16,-7 21 16,5 8 25,-15-22 0,4-6-6,10-12 1,1-9 53,-6-4 0,-1-7 89,5-15 1,-6-5 89,-15 6 0,-5 1 190,7-23-492,-14 28 38,-13 36 24,-4 28-628,-3 25-2361,8-27 0,1 1 2977,4 15 0,1-18 0,2-26 0</inkml:trace>
  <inkml:trace contextRef="#ctx0" brushRef="#br0" timeOffset="81718">19395 7196 23271,'-1'-9'0,"1"1"0</inkml:trace>
  <inkml:trace contextRef="#ctx0" brushRef="#br0" timeOffset="82084">19504 7760 25612,'32'-45'164,"0"-1"1,0 1 0,0-6-1,0-2 1,1 1-150,-6 11 1,1 0-1,-1 0 1,0 0-3,6-15 0,-1 0 0,-3 1 15,-5 7 0,-3 2 0,-1 4-39,5-5 0,-15 16-57,-33 35 63,-17 43-27,16-14 0,-1 7 1,2 1-119,4 2 1,4 3 0,4 1-543,4 6 0,6 1 1,7 0-1018,8-2 1,9-1 0,6-5 1708,13-5 0,7-6 0,-2-3 0,-2 0 0,-2-6 0,3-15 0,-1 0 0</inkml:trace>
  <inkml:trace contextRef="#ctx0" brushRef="#br0" timeOffset="82450">20463 7597 18828,'-15'-49'2192,"1"0"0,-8 9 1,-7 14-2151,-11 27 0,-2 14-40,6 1 1,7 8-39,4 17 0,14 4-40,18-12 0,9-3 17,5 1 0,6-10 81,18-23 1,4-18 137,-7-16 0,-5-11-277,-6 5 1,-2-4 0,-3-4 309,-5 3 0,-2-3 0,-2-2 1,0 1 69,-2 3 0,-1 0 0,-1 0 0,0 2-138,2-7 0,-1 2 1,-1 3-65,2-14 1,-6 28-113,-9 52 20,-4 16 1,-3 10-301,-1-1 1,-1 7 0,-1 3-1,-1 1 46,-2 6 0,-3 3 0,1-1 0,1-3 0,0 2 1,1-3-1,-1-2 0,1-10 0,0 0 0,0 0 1</inkml:trace>
  <inkml:trace contextRef="#ctx0" brushRef="#br0" timeOffset="83751">7955 7244 12606,'7'0'8676,"-2"0"-7892,-8-9-173,-10 5-45,-44 9-412,25 4 0,-3 4 8,-22 12 0,1 6-120,20-4 0,4 2 6,0 1 0,9 3 58,27 29-22,29-19-149,-1-21 1,6-5-642,7-6 1,6-6 281,1-2 0,5-3 0,-6 0 0,-10-1 0,-1 1 0,10-1 0,0 0 0</inkml:trace>
  <inkml:trace contextRef="#ctx0" brushRef="#br0" timeOffset="84867">4035 7618 21159,'12'-48'759,"-1"0"1,1 0-1,0-3 1,0-1-1,0 1-698,1 0 1,-1 1 0,0-1-10,0-5 0,0 0 1,-2 1 35,-1 6 0,-1 1 0,-1 3-13,1-8 1,-5 11-177,-9 18 90,-5 45 0,-1 20-3,0 0 1,0 7 0,0 3-353,1-1 0,0 4 0,0 2 0,3 1 142,0 4 0,1 3 0,3-1 0,5-1-318,3-6 0,4 1 0,4-4 1,6-5-1424,11 3 1,7-7 0,6-11-1102,7-16 1,6-11-1,-2-9 3157,1-10 1,-2-10 0,-4-5 2021,-6-6 1,-5-4-1,-4-2 1387,1-18 1,-9 2-2389,-13 14 0,-6 4 395,-9-15-1171,-5 43-297,-3 30-11,8 25 798,21 14-874,3-30 1,8-5 116,8-8 1,4-10 25,3-13 0,-3-10 84,-5-8 1,-6-7 16,-10-7 0,-9-4 8,-11 4 1,-7 3 114,-24-16-235,-16 35-89,-9 50-9,28 4 0,3 9-263,9-3 1,3 3 0,3 4-2294,4 12 0,3 4 0,3-3 2570,1-13 0,2-2 0,1-1 0,4 16 0,1-10 0,1-20 0</inkml:trace>
  <inkml:trace contextRef="#ctx0" brushRef="#br0" timeOffset="85101">5595 7438 19490,'-1'-5'5819,"0"1"-5755,-36 9 1,-11 17-62,28 17 0,2 10-58,-11 3 1,-6 6 0,7 5-627,17-15 1,4 3 0,2 3 0,1 0 0,-3 1-1287,-4 5 1,-2 2 0,-1 1 0,1-2 0,-1-3 1343,0 2 0,1-2 0,-1-3 0,-2-4 0,-4 6 0,-3-4 0,3-11 0,-5-3 0</inkml:trace>
  <inkml:trace contextRef="#ctx0" brushRef="#br0" timeOffset="85233">4909 8787 14292,'-4'-50'946,"0"0"1,0 1-1,0-1 1,8-4 0,4 0-1,3 0 1,4 0-981,5-2 0,5-1 1,4 2-1,2 2-739,5 1 1,2 3-1,4 2 1,1 4-576,-1 7 1,2 3 0,1 3 0,-2 3 881,2 2 0,-1 4 1,-3 3-1,3 3 1,-7 5-1,-7 7 1</inkml:trace>
  <inkml:trace contextRef="#ctx0" brushRef="#br0" timeOffset="85550">5747 7905 16353,'3'8'7489,"-1"-2"-6722,-2-6-420,65-108-283,-44 60 1,-1-4-290,1 2 1,4-6 0,-1-3-1,-5 3 339,-3-3 0,-5 2 0,-2 0 110,0 3 0,-2 1 0,-2 4 119,0-7 0,-3 8-276,-4 2-78,-5 58-9,-2 23 1,0 14-69,1 2 0,0 7 1,0 3-708,1-4 0,1 3 0,0 2 0,0 1 795,2-11 0,0 3 0,0-1 0,1-1 0,0-5 0,0 11 0,1-5 0,0-4 0,2 3 0,-1 0 0</inkml:trace>
  <inkml:trace contextRef="#ctx0" brushRef="#br0" timeOffset="85734">5863 7776 23159,'17'-40'568,"0"-1"1,0 0-1,19-13 1,10 11-1961,-6 28 1,6 9 0,-2 1 447,9-3 1,-3 4 0,-10 1 0,-7 2-1,-13 0 1</inkml:trace>
  <inkml:trace contextRef="#ctx0" brushRef="#br0" timeOffset="88500">6956 7184 16947,'4'-51'2186,"-1"0"0,-4 4 1,-10 13-1717,-52 36-213,20 12 1,-3 11-132,9 4 0,-4 9 0,1 4 0,5-2-102,1 1 1,5 1-1,3 3-20,1 2 0,0 4 1,7 0-1,11-5-18,24 15 0,19-8-385,-3-19 0,7-4 0,4-7 399,11-8 0,5-8 0,-5-2 0,0 2 0,-5-5 0,-5-10 0,-1-1 0</inkml:trace>
  <inkml:trace contextRef="#ctx0" brushRef="#br0" timeOffset="93868">13472 4878 15642,'0'-4'5993,"0"0"-5371,-17-34-672,6 37 55,-17-15-5,17 43 51,6 9 156,19-21-39,11-14 269,16-29-135,-15-11-156,-4-4-387,-21 13-678,-9 25-890,-7 24 1809,-5 41 0,7-26 0,3 13 0</inkml:trace>
  <inkml:trace contextRef="#ctx0" brushRef="#br0" timeOffset="94150">13475 5246 22032,'0'-22'270,"7"5"430,17 15-62,-9-5-291,-15-3-358,-14 0-1506,-8 8 1517,5 19 0,6-7 0,8 8 0</inkml:trace>
  <inkml:trace contextRef="#ctx0" brushRef="#br0" timeOffset="95450">194 9152 14409,'-4'0'-349,"34"0"0,37 0 0,2 1 631,-19 2 1,0 1 0,4 1 0,5-1-884,-5-1 0,5 1 0,3-1 0,3 0 1,2 0-1,-1 1 0,1 0 655,-5 0 0,0 0 0,1 1 0,1 0 0,0 0 0,1 0 0,2 0 0,0 0-153,-10-2 0,0 1 1,1-1-1,1 1 0,0-1 1,1 0-1,1 1 0,0-1 1,0 0-1,2 0 0,0 0 142,-4-1 1,2 1 0,0-1 0,1 1 0,0-1 0,0 1 0,2-1 0,-1 0 0,2 0 0,-1 0 0,1 0 0,1 0 0,0 0-28,-6 0 0,0-1 0,1 0 1,0 1-1,0-1 0,1 0 1,0 0-1,1 0 0,0 0 1,0 0-1,1 0 0,0 0 0,0 0 1,1 0-1,0 0 0,0 1 36,-5-1 1,0 0-1,0 0 1,1-1-1,0 1 1,0 0-1,1 0 1,0 0-1,0 0 1,0 0-1,0 0 1,1 0-1,0 0 1,0 0-1,1 0 1,-1 0-1,1 0 1,0 1-1,0-1-67,-2 1 0,0-1 0,0 0 1,1 1-1,0-1 0,0 1 0,0-1 1,1 1-1,-1-1 0,1 1 1,0 0-1,0-1 0,0 1 0,1 0 1,-1 0-1,1 0 0,-1 0 1,1 0-1,0 0 0,0 0 0,0 1 46,-4-1 1,1 0 0,0 1-1,0-1 1,0 1 0,0-1-1,1 1 1,-1-1 0,1 1-1,0 0 1,-1 0 0,1-1 0,0 1-1,0 0 1,0 0 0,0 1-1,1-1 1,-1 0 0,0 0-1,0 0 1,0 1 0,1-1-1,-1 1-8,1 0 0,1-1 1,0 1-1,0 0 1,-1 0-1,1 0 1,0 0-1,0 0 1,0 0-1,0 1 1,1-1-1,-1 0 1,0 1-1,0-1 0,0 1 1,1-1-1,-1 1 1,0-1-1,0 1 1,0 0-1,1 0 1,-1-1-1,0 1-9,-3 0 1,1 0 0,-1-1-1,1 1 1,0 0 0,-1 0 0,1 0-1,0 0 1,-1 0 0,1 0-1,0 0 1,0 0 0,-1 0 0,1 0-1,-1 1 1,1-1 0,0 0 0,-1 1-1,1-1 1,-1 1 0,0-1-1,0 1 1,1-1 0,-1 1-2,2 0 1,0-1 0,0 1 0,-1 0 0,1 0 0,0 0 0,0 0 0,0 1 0,-1-1-1,1 0 1,0 0 0,-1 1 0,1-1 0,-1 0 0,1 1 0,-1-1 0,0 1 0,0-1 0,0 1-1,0-1 1,0 1 0,-1-1 0,1 1 2,0 0 1,1 0 0,-1 0 0,1 0 0,-1-1-1,0 1 1,0 0 0,1 0 0,-1 1 0,-1-1 0,1 0-1,0 0 1,0 0 0,-1 1 0,0-1 0,0 0 0,0 0-1,0 1 1,-1-1 0,1 1 0,-1-1 0,-1 1 3,7 0 0,-1 0 1,0 1-1,1-1 0,-2 1 1,1-1-1,0 1 0,-1-1 1,0 1-1,0 0 0,0-1 1,-1 1-1,0 0 0,0 0 1,-1-1-1,0 1 0,0 0 1,-1 0-1,0-1-24,4 2 1,0-1-1,0 1 1,0 0-1,0-1 1,-1 1-1,0 0 1,-1-1-1,0 1 1,-1 0-1,0-1 1,-1 1 0,-1-1-1,-1 0 1,0 1-1,-1-2 4,7 3 0,0-1 0,-1-1 0,0 1 0,-1 0 0,-1 0 0,-1-1 0,-2 1 0,-1-1 0,-2-1 0,-2 1 0,-3-1 0,21 4 0,-3 0 0,-4-1 0,-3-1 0,-4 0 0,-5-1 0,7 0 0,1 0 0,-1-1 0</inkml:trace>
  <inkml:trace contextRef="#ctx0" brushRef="#br0" timeOffset="108768">1957 11438 21881,'-11'-14'751,"4"39"-634,4 24 1,0 13-40,-1-11 1,0 3 0,-1-1 21,-1 12 1,-2-1 131,-4 1 1,-2-8 685,-3-12-442,3-50-206,10-59-189,3 13 0,-1-4-6,0-3 1,1 2-14,-1 11 0,0 4-29,-2-3-83,1 31-29,3 13 12,2 0-78,0 3-30,4 4-558,-1 8-4252,1 5 4985,-4-3 0,-1-4 0,-1-10 0</inkml:trace>
  <inkml:trace contextRef="#ctx0" brushRef="#br0" timeOffset="111086">1973 11678 7761,'1'-9'3607,"-1"2"-1193,0 7-913,1-15-151,0 8-891,0-10-1310,0 13-527,0 4 124,0 4-393,-2 4 34,-1 0 414,0-2 336,1-4 3261,1-2 55,0-11 432,0-1-752,3-13-474,2-3-287,2-2-476,0-1-296,-3 5-270,-3 9-375,-1 9 112,3 43 23,-3 3-31,1-2 0,-3 3 53,-5 21-40,-3-8 29,2-18 196,5-17 134,2-12-257,1-8-146,0-6-28,0-6-56,-1-4-73,0 0-28,-2-2 124,2 5 27,0-1-5,1 8-107,-1-1-207,1 7-2263,1 3-649,0 8-4005,1 4 3781,1-2 2105,5-2 1356,-3-7 0,4-1 1400,-6-1 3731,0-4-516,-1-10-4335,-1 6-364,2-4-145,-10 14-91,2 0-4995,-4 2 5315,3-3 0,5 0 0,-1 0 0</inkml:trace>
  <inkml:trace contextRef="#ctx0" brushRef="#br0" timeOffset="112300">1932 11631 7895,'5'-22'9830,"-3"13"-7438,3-8-1888,-5 17 420,0 0-330,3-5 67,0-3-588,1 0-62,-1-1 73,-1 5 387,7-7-203,-5 4 40,4-5-252,-6 32-16,-2 18 67,-6 2 1,-4 13 0,-1 3 0,1-6 329,3-5 0,-1-4 0,0 2-391,-6 16 1,-2 0 0,7-32 23,11-68 0,8-31-54,1 27 1,4-5 0,1-1 0,-1 0-19,-2-3 1,-2-1 0,2 1-1,3 4-22,9-10 0,5 4 0,2 24-49,3 35 0,0 9 67,13-7-5,-37 31 0,-10 23 0,-6 5 0,-2-13 22,-5-16 0,-4-1 41,-8 28 0,-3 8 1,7-37 8,12-64 1,7-14-84,6 11 22,9-19 0,10 14-54,24 64 1,2 20 31,-8-10 16,-10 7 1,0 12-1,-23-7 11,-43-14 1,-23-6 0,8 1-37,22 12 0,-2-5-966,-17-22 0,-14-6 0,1-9 0,17-8 997,11-38 0,-2 18 0,7 0 0,26-4 0</inkml:trace>
  <inkml:trace contextRef="#ctx0" brushRef="#br0" timeOffset="112987">2521 11933 24430,'33'-29'211,"1"0"0,-1 0 1,-4-1-1,-3-1-6,4-15 0,-12 2-71,-27 10-111,-24 33-12,-1 29-23,12 5 1,2 6 3,6-1 0,5 2-12,-1 14 0,13 0-30,29-4 0,12-7 55,-13-12 1,5-10 13,28-8 1,1-23 82,-33-22 1,-7-13 0,-1 1-39,4-2 1,-5-2-21,-2-14 1,-9-1 238,-11 21 0,-4 5 47,-4 4-341,0-12-34,3 52 34,29 38-34,7 5 1,2 6-4,-2-2 0,-3 4 35,-5-8 0,-2 3 0,-11-3-43,-18 8 0,-16-5-372,-1-17 1,-8-3 0,-4-4 328,-7-8 0,-5-6 0,4-1 0,-4 1 0,5-4 0,9-12 0,0 1 1</inkml:trace>
  <inkml:trace contextRef="#ctx0" brushRef="#br0" timeOffset="113371">3444 12105 25494,'29'-44'83,"0"0"0,0 0 0,0 0 1,-2-3-1,-2-1 0,-2 0 1,-6-1-12,-5-13 1,-7 0 0,-2 4 33,0-10 1,-6 6 69,-10 6 1,-6 18-132,-5 40-17,-10 53-34,23-9 0,4 7-270,0 2 1,2 6 0,3 0 8,4 0 0,3 0 1,4 1-1101,2-10 0,2 2 0,2-2 1,0-4 1366,0-2 0,0-3 0,2-4 0,9 10 0,-2-12 0,-11-24 0</inkml:trace>
  <inkml:trace contextRef="#ctx0" brushRef="#br0" timeOffset="113548">3415 11905 21095,'52'-18'-155,"-1"0"0,1 1 1,-1-1-1,1 0 0,0-6 1,-5 0-1,-1 7 1,10 11-1,0 1 0</inkml:trace>
  <inkml:trace contextRef="#ctx0" brushRef="#br0" timeOffset="114023">4403 11606 19462,'9'-49'1762,"-1"0"0,1 0 1,-5 2-1727,-14 71 1,-4 21-17,0 2 1,-3 8-1,-2 6-469,0-10 0,-2 4 0,-2 3 0,-1 4 1,0 3-645,6-14 1,-1 5 0,-1 2 0,0 3-1,0 0 1,0 0 0,0-2 0,2-1-1,0-5-546,-2 8 1,1-4-1,1-2 1,1 0 0,-1 0-1,0 2 1405,-1 3 0,-2 5 0,-1 2 0,1-2 1,4-5-1,4-11 0,7-15 0,11 1 0,-2-28 1</inkml:trace>
  <inkml:trace contextRef="#ctx0" brushRef="#br0" timeOffset="115099">5255 11678 21282,'-45'44'533,"1"1"0,-1 0 0,0-1 0,1 1 0,-16-20 0,5 8-773,32 0 0,0 12 0,-1 8 1,2 8-1,0 4 0,1 1 1,2 1-1,1-4 0,2-5 1,3-7-1942,-3 19 0,6-8 0,1-1 0,-2 2 2485,1-1 1,0 5-1,-1-1 1,-3-7 0,-4-13-413,-20 4 1,2-27 387,12-44-139,8-24 0,2-24 0,3-5 0,8 13-12,10 12 0,9 1-128,-2 3 0,3-7 1,3-3-1,4 3 0,4 9-52,17-1 1,7 11 0,4-1-97,-3 1 0,3 0 0,3 1 0,0 2 74,-7 6 0,3 1 0,0 2 0,-2 1 1,-3 2 312,9-2 1,-5 2 0,0 1 153,3-1 0,0 0 0,-16 4 3159,-15 1-2926,-20 0 2886,-60 46-3499,23-14 0,1 5 110,-1 11 1,0 7 0,7-2-114,8-1 0,10-2 53,9 5 1,10-12 178,22-35 1,7-14-110,-8 4 1,-2-6 344,7-28 0,-8-3-277,-14 16-141,-1-18-55,-26 79-23,-3 12 6,3-3 0,2 3 5,0 0 0,5 0-19,10 9 0,10-4 39,16-19 0,5-5-9,-11 3 1,3-9 1,16-26 1,6-20 0,-4-8 13,-15 0 0,-5-8 0,-1-2 0,0 2 28,1 5 0,1 2 0,-2 0 0,-3-4 95,0-11 0,-2-5 0,-6 3 0,-8 10 4,-14 6 1,-5 7-160,-11-19-23,-5 88-5,29 5 39,5 0 0,5 9 0,3-2-4,6-3 0,4-1 1,-1 1-23,5 4 0,-1 1 0,-12 1-3251,-21 4 0,-13 2 0,2-8 1310,-1 15 1,-36-21 0,14-17 0,42-23 0</inkml:trace>
  <inkml:trace contextRef="#ctx0" brushRef="#br0" timeOffset="115532">6624 12466 22666,'21'-60'493,"0"0"1,0 0-1,1 0 1,-1 0 0,-3 11-1,-1 3 1,0 1-1,-3-1-304,0-8 0,-1-4 0,-2 4 0,-4 13-26,-4-5-174,-18 43 5,1 52 0,4 28-46,2-18 0,1 3 0,2 3-609,1-8 1,1 2 0,1 0 0,2-2 660,4 12 0,2-3 0,1-8 0,-1-5 0,2-8 0,10 9 0</inkml:trace>
  <inkml:trace contextRef="#ctx0" brushRef="#br0" timeOffset="115699">6718 12192 21108,'-2'-3'706,"33"-28"0,19-3-706,11 15 0,-14-14 0,-1 4 0,-6 25 0</inkml:trace>
  <inkml:trace contextRef="#ctx0" brushRef="#br0" timeOffset="116065">8259 12392 22543,'-5'-59'3455,"-4"52"-3945,-15 43 0,4 24 490,25-2 0,8-4 0,-2-6 0,32-9 0</inkml:trace>
  <inkml:trace contextRef="#ctx0" brushRef="#br0" timeOffset="116421">8625 12091 12791,'-5'-52'2457,"0"0"1,0-1-1,5 3 1,-7 9 79,-42 3-2484,24 57 0,3 14-17,-1 12 1,4 4-60,1 2 1,4 2 25,7-3 0,9-3 30,25 3 7,16-50 16,5-31-59,-27-1 1,-3-4 30,-3 0 0,-5 1-12,-9-16-38,-20 45-169,-5 28 1,0 14-2989,0 10 0,3 3 3179,0-6 0,2-2 0,9-6 0,3-6 0,7-13 0</inkml:trace>
  <inkml:trace contextRef="#ctx0" brushRef="#br0" timeOffset="116790">8961 12231 25590,'0'38'41,"-1"1"0,-4 4 0,-3 3-30,-8 9 0,-2-3 106,4-17 1,5-8 45,12-16 24,12-32 1,7-16-20,9-5 0,5 0-86,-4 9 0,5 1 0,1 4-18,20-5 1,1 10-62,-8 5 0,-3 15-73,2 27 0,-11 15-793,-25-5 0,-8 5 184,0 14 1,-5-1 0,-13 2 0,-7-19-1</inkml:trace>
  <inkml:trace contextRef="#ctx0" brushRef="#br0" timeOffset="117335">10889 12335 19244,'3'-2'3021,"0"-33"1,-8-10-2495,-28 5-471,15-9 0,-5 14-56,-26 57 0,8 28-17,40 7 0,17 10-13,-5-20 1,2 4 0,3 0-1,3-5 34,8 1 0,4-4 0,-5-3 1,-1 4 1,-16-14-856,-48-40 1,-28-25-1,4 4-2239,13 15 1,1-2 3088,-9-12 0,-2-5 0,29 9 0,35 17 0,2 4 0</inkml:trace>
  <inkml:trace contextRef="#ctx0" brushRef="#br0" timeOffset="118338">11343 12493 20722,'33'22'3190,"0"1"0,8 0-3134,17-50 0,-12-22 42,-54 0 0,-14 2-98,4 11-701,-10 59 1,-6 27 0,22-5-2577,46-18 0,27-5 0,-7 7 98,-25 23 0,-7 7 0,13-18 5145,9-32 0,11-14 0,5-8 0,-3-7 0,-11-1 1260,-3-14 0,-9-7 1,-3 1-3085,16-2 1,-18 2 98,-39 6 0,-13 13-228,-10 44 0,-8 28 0,2-3-38,-6-11 0,17-1 33,40 6 0,15-11 79,2-39 0,5-13 40,12-4 0,4-5 0,-15 0 254,-21-22-365,-12 23-22,-19 50 1,-1 16-12,31 28 17,-22-23 0,7-4-1710,33-12 0,9-13 1733,-2-22-4,-2-8 1,1-7 33,-4-14 0,-3-2-42,-10 15 1,2 2 7,24-16 1,-3 21-65,-28 48 0,-2 10-3,12-17 1,-1 2-592,-18 28 1,-4 5 638,13-20 0,-1-4 0,-6 8 0,24-2 0</inkml:trace>
  <inkml:trace contextRef="#ctx0" brushRef="#br0" timeOffset="118961">13104 12508 25394,'-63'6'224,"0"0"0,17 15 0,2 9 0,9 2-250,8 8 1,9 4-145,-1 1 0,4 4 1,16-9-2761,38-9 1,11-11 1562,11 3 1031,-1-19 0,4-18 532,-24-20 0,-2-16 0,-3-6 0,-3 8 356,-6 11 1,-2 3 0,1-4-72,7-12 1,4-7 0,-3-1 0,-8 5 925,-10 7 1,-7 3 0,-1 5-1100,7-22-162,-7 4-62,-11 108-73,0-3 0,0 11 0,-1-5-8,1 0 0,0 0 53,-2 4 0,-1 5 0,3-21 140,2-30-118,52-52-39,-18 0-22,3 2 0,6 11 8,1 39 0,-3 12-58,1 6-82,-4 3 0,-7 6 115,-27 1 0,-7-3 0,4-2 0,-11 15 0</inkml:trace>
  <inkml:trace contextRef="#ctx0" brushRef="#br0" timeOffset="120752">14732 12454 22722,'46'-23'-671,"-1"-1"0,-2 10 0,4 4 1,3 4 39,1 6 1,5 5 0,0 3 0,-3 1-74,6 1 0,-2 2 0,-19 8 699,-24 41 512,-41-36 1,-19-3 0,-5-2 87,3-2 0,-5-2 1,-1-1-1,1-1-275,2 0 0,0-1 0,2 0 0,4-2-21,-25 6 1,17-2-106,33-4-488,52-14 0,26-6 100,-9 2 0,6-3 0,0 0 12,8-4 1,2-1-1,-4-3 195,-9-1 0,-2-3 0,-13-6 214,-10-17 0,-19-3 333,-32-3 0,-17 1-75,9 18 1,-4 2 0,0 2-87,-10-3 0,7 7-354,19 9-59,42 29 0,17 13-89,-7-3 0,4 5 1,-2 3-783,5 10 0,-1 4 0,-6 3 499,-10 2 1,-5 2 0,-2-4 0,3 1 0,-8-4 0,-20-12 0,0 0-1</inkml:trace>
  <inkml:trace contextRef="#ctx0" brushRef="#br0" timeOffset="122561">17007 13008 14941,'25'-59'2506,"1"0"0,0 4 0,2-5-2371,-2 8 1,2-6 0,2-3 0,0 3-586,-3 7 1,1 0 0,0 1 0,-1 1 531,-2 5 1,-2-1 0,1 2 0,-3 0 174,6-9 1,-1 1-1,-8 5 148,-10 7 1,-9 7-350,-27 0-12,-20 58 1,-8 25-38,19-12 1,0 5 0,1 5-371,2 0 0,-1 5 0,3 3 1,4-1 265,5-3 0,4 1 1,4 1-1,5-2-96,6 11 1,8 0 0,9-6-139,10-10 1,8-5 0,7-8 169,9-10 1,7-8-1,2-8 150,5-8 0,1-8 0,0-7 91,-2-6 0,-1-7 1,-4-4 77,-4-4 1,-3-5 0,-5-1 85,-9 0 1,-4-2-1,-6 2-79,0-4 1,-11 4 778,-20-11-883,-39 72-72,16 7 0,2 7-31,-1 12 0,7 5 809,10 0 0,10-1-843,14-7 1,11-6 292,12-13 1,8-12-120,6-13 0,1-14 145,0-17 1,-7-12-70,-12-3 0,-8-3-46,-9-1 1,-10 1 6,-18 7 0,-7 7-220,-12 7-66,-16 25-639,22 53-336,21-13 1,8 3-1071,13 5 0,14-3-1081,15-12 0,12-5 0,1-5 2549,-1-7 1,2-6-1,1-2 640,4 0 1,1-4 0,-4-6 3363,-11-8 1,-2-4 0,-9-4-399,-9-4 1,-8-4-1736,-4-5 0,-11 1-79,-44-18-880,-3 39 1,-5 9-185,5 7 0,1 7-3,-3 13 0,8 7 255,16 28-185,38-6 62,11-40 0,4-9 42,0-7 0,-1-8 249,7-13 0,-5-4-45,-4-12-313,-10 4-133,-29 67 0,-14 33 0,2 0-172,10-18 1,1 0-1,-1 8-628,1-5 0,-1 9 1,-1 4-1,-1 3 1,1 0-1,-1-3 1,0-6-1097,-1 0 1,0-3 0,-1-2 0,0-1 0,-2 1 2822,-2 6 1,0 6 0,-1-3 0,-3-11 0,-3-19-31,-19-19 1,5-25-827,25-19 0,11-19 0,5-7 0,-2 7 0,-4 1 0,2 2 0,5-1 0,16-10 0,0 0 0,0 0 0</inkml:trace>
  <inkml:trace contextRef="#ctx0" brushRef="#br0" timeOffset="122970">19329 12691 24749,'-4'53'56,"0"0"0,0 0 0,0-1 0,0 1 0,2 12 0,2-4 0,-3-8 8,-9-4 1,8-22 266,33-61-141,-4 1 1,6-8-1,2 3-78,3 4 0,3 3 0,3 3-103,5 0 1,3 4-1,-2 9-60,1 12 1,-6 15-575,-6 31 1,-12 11 624,-20-11 0,-5-2 0,5-7 0,-2-2 0,-12 13 0</inkml:trace>
  <inkml:trace contextRef="#ctx0" brushRef="#br0" timeOffset="123661">17425 11596 9290,'-28'-30'4915,"0"0"0,-2 12-3414,-21-1 1,-13 17-1285,21 24 0,-4 15 0,-1 12 1,4 7-1,6 1-328,11-6 1,3 7 0,3 3-1,3 3 1,3 2 0,4-2-1,2-1-1294,5-3 1,3 0 0,4 0-1,2 0 1,2 0 0,1 0-1,1-1 1038,0 0 1,-1 3 0,2 0 0,2-1 0,4-5 0,4-6 0,6-7 0,16-5 0,9-8 0,4-6 0,-3-6 0,-11-2 0,-8-4 0,0-1 0</inkml:trace>
  <inkml:trace contextRef="#ctx0" brushRef="#br0" timeOffset="124210">19941 12158 17596,'53'5'1222,"1"0"0,-1 1 1,1-1-1,9-8 0,-13 18-2436,-31 20 1,-7 19 0,-4 14 0,-5 9-1,-3 3 1,-3-2 0,-1-8 0,-1-13 777,-4-3 1,-3-9-1,-3-1 1,-2 6-1,3 2 1,-3 10 0,-1 4-1,-1-1 1,1-5-1,-1-11 1,2-15 0,-26 2-1</inkml:trace>
  <inkml:trace contextRef="#ctx0" brushRef="#br0" timeOffset="124704">16262 13379 14729,'-50'4'784,"0"0"0,1 0 0,21 0 549,62 4 1,38 1-1136,-32-6 0,8 0 0,8 0 0,5 0 1,4 0-1,1-1 0,1 1 0,-2 0 1,-2 0-1,-6 1-838,6 0 1,-4 0 0,-3 1-1,0-1 1,4 2 0,5 0-1,8 0 629,-24-1 1,4 0 0,3 0-1,4 1 1,2-1 0,3 2-1,1-1 1,2 1 0,1 0-1,1 0 1,1 0 0,-1 0-1,0 0 1,-1 0 0,-1 0-1,-2 0 1,-2 0 0,-2 0-1,-3 0 1,-3-1-103,15 3 0,-3 0 0,-2-1 1,-3 1-1,-1-1 0,-2 1 0,1 0 1,-1-1-1,2 1 0,0 0 0,3 0 113,-3-1 0,2 0 0,1 1 0,2 0 0,0 0 0,0 0 0,0 0 0,-1 0 0,-2-1 0,-3 1 0,-2-1 0,-3-1 0,-5 0 0,19 4 0,-3-1 0,-3 1 0,-7-2 0,-7-3 0,-10-2 0,-7-6 0,0 0 0</inkml:trace>
  <inkml:trace contextRef="#ctx0" brushRef="#br0" timeOffset="127350">4336 5618 17479,'-47'-13'854,"0"1"1,57-11-846,25 14 1,21 7 0,12 3 0,-1-1-65,-9-2 1,3 1 0,4-1 0,1 1 0,2 0 0,0 0-666,-7 0 0,0 1 1,3 0-1,0 0 1,1 1-1,-1-1 1,1 0-1,-2 1 693,-1-1 1,-1 1-1,0 0 1,-1 0-1,1 0 1,0 0-1,1 0 1,0 0-20,-4 0 1,1 1-1,2-1 1,0 1-1,-1-1 1,-1 1 0,-1-1-1,-4 1 1,-2 0 122,14 0 1,-3 0 0,-4 0 0,-2 1 0,-2 0-211,8 0 0,4 0 0,-15 1 0,-30 0-12,-83 11 159,14-10 0,-12-1 0,-6 0 0,-2 0-231,10 0 1,-2-1-1,-3 0 1,-2 0-1,0 1 1,-1-1 244,2 0 0,0 0 0,-2 0 0,-1 0 0,0 0 0,0 0 0,0 0 25,6-1 0,0 1 0,0-1 0,0 1 1,-1-1-1,1 1 0,1-1 0,0 1-160,-4 0 1,-1-1-1,1 1 1,1-1 0,0 1-1,3-1 1,0 1 164,-9 0 0,0 0 1,2 0-1,4-1 0,5 1 523,-15 0 0,6-1 1,27 5 247,34 0-676,38-5 0,37-7 0,6-1-139,-23 3 0,4-1 0,3 1 0,3-1 0,3 1 0,0-1-201,-11 1 0,2-1 0,1 1 1,2-1-1,1 0 0,0 1 1,1-1-1,1 1 0,-1 0 106,0 0 0,2 0 1,0 0-1,0 0 0,2 1 1,-1-1-1,0 1 1,0 0-1,0 0 0,-1 0 81,-1 1 0,0-1 0,1 1 0,0 0 0,0 0 0,-2 0 0,0 0 0,-2 1 0,-3-1 0,-2 1 0,13-1 0,-3 1 0,-2-1 0,-3 1 0,-2 0 0,-3 0 0,3 1 0,-1 0 0,0 0 0,1 0 0</inkml:trace>
  <inkml:trace contextRef="#ctx0" brushRef="#br0" timeOffset="153301">2079 14974 17893,'5'-49'1065,"0"0"1,0 1 0,2-15 0,-4 27-898,-11 86-144,-3-4 0,-5 10 1,0 2-24,3-12 1,0 1-1,-1 2 1,-1 2-135,-1 1 1,-2 4-1,0 1 1,0-2-1,2-4 198,-2 10 1,0-4-1,2-4 159,-7 22 0,9-33 138,15-56-319,5-29 0,5-23 0,2 0-20,-2 16 1,1 0 0,2-2 0,1-2-164,2-4 0,2-4 0,1-1 0,2 0 0,0 5 170,5-2 1,2 2 0,1 2 0,-1 4-27,3-5 0,1 3 0,2 9-64,16-3 0,-1 25 18,-16 45 0,-2 18-91,-8-5 1,-1 5 0,-1 5-751,-3 6 0,-1 7 0,-2 2 1,0 0 882,0 4 0,0 1 0,-2-1 0,-1-3 0,-1-2 0,-1-3 0,-1-2 0,-1-9 0,0 0 0,0 0 0</inkml:trace>
  <inkml:trace contextRef="#ctx0" brushRef="#br0" timeOffset="153519">2164 15474 16639,'-5'-6'1828,"-3"-39"1,13-10-1980,26 27 0,10 0-454,-11-11 0,2-6 0,9 8-1346,10 16 1,9 8-1,4 3 1,-6 2 1487,0-1 1,-2 1 0,-2 2 0,1 0 0,-1 0 0,-9 3 0,5 2 0</inkml:trace>
  <inkml:trace contextRef="#ctx0" brushRef="#br0" timeOffset="154234">2969 15103 23041,'7'-26'-6,"11"27"-93,4 25 0,5 19 1,-1 1 16,3 9 1,-2 2 89,2 3 1,-7-3 383,-20 8-123,-24-68-157,-4-25-188,19-6 1,10-3-245,12 6 1,9 2-191,4-3 0,7 4-887,3 11 1,6 4 0,-1 2-2307,14-4 1,-1 2 1795,5-1 0,-5-2 4265,3-11 3971,-50-4-1596,-28-2-2364,-2 1-1551,10 6-812,10 8-180,17 22-122,20 35 43,-9-2 1,2 6-10,-7-5 1,-1 2 0,-1 2 141,-1-2 1,-2 2-1,-4-2 263,-4 14 0,-11-5 719,-28 4 91,-17-59-594,17-37-396,33 11 1,12-1-191,13 1 0,9 5-384,13 4 1,7 6-1065,-13 8 0,2 3 1,2 1 1361,10 3 1,2 2 0,-5 0-1,-5 0 1,-3 1 0,-1 2-1,0 0 1</inkml:trace>
  <inkml:trace contextRef="#ctx0" brushRef="#br0" timeOffset="154925">4728 15194 20783,'-44'3'26,"0"-1"1,-1 0 0,-13 8 0,9 11-257,24 18 1,14 8-79,9-8 0,12-4 157,43 3 212,-12-39 1,3-11 103,1-11 0,-3-6 104,-7-4 0,-5 0 464,3-20-537,-31 32-106,-27 42-79,4 20 0,2 6-11,-6 9-32,54-32 1,21-5-1,-7-14 1444,6-41-1416,-6 37 0,11 9 1,-1-5-167,-2-17 0,0-5 0,-8 11 226,-13 25 0,0-1 337,15-30 1,12-17-1,-5 3 1,-22 22-103,-37 42 0,-22 20 0,12-15-352,26-28-182,-15 14 1,-12 21 0,-8 13-1,-4 5 1,0 0 0,4-9 0,7-15-1,4-2 1,2-4 0,-3 14 0,0 0-1,0-1 1,0 1 0</inkml:trace>
  <inkml:trace contextRef="#ctx0" brushRef="#br0" timeOffset="155802">6810 15347 12489,'19'-52'1834,"0"-1"1,0 0 0,-1 0 0,4-4 0,-3 11-1807,3 5 32,-24 69 0,-11 38 0,-4 17 0,0-4-1501,4-21 1,-2 3 0,-1 3 0,1 0-1,-1 0 1,2-2 1223,1-3 0,1 0 1,1 0-1,0-1 0,-1 0 1,0-1-1,-4 11 1,-2 2-1,1-2 0,2-9 1,4-13-1,2 8 1</inkml:trace>
  <inkml:trace contextRef="#ctx0" brushRef="#br0" timeOffset="156288">6613 16051 10097,'50'-33'702,"0"-1"0,1 1 0,-1-1 0,0 1 0,0-1 0,0 1 1,0 0-1,1-1 0,7-4 0,5-4 0,-1 1 0,-8 7 0,-15 11 1,-22 18 732,-30 31-1413,-23 8 1,2 5 200,26 7 0,18-11 118,29-38 1,22-22-1,-1-6 1,-28 5 900,-36 3-1452,44-21 0,-9 4 210,-73 29 0,-22 16 0,1 18 0,13 10 0,34 10 0</inkml:trace>
  <inkml:trace contextRef="#ctx0" brushRef="#br0" timeOffset="157176">9388 15657 15098,'7'-59'4178,"1"-1"1,-3 5-4179,-11 76 17,-4 33 0,-5 11 83,-5-14 1,-4-1 0,9-28 465,14-54-398,24-9 0,10-8-168,-13 6 0,-1-7 0,3 1 0,9 7-14,24-2 0,13 3 0,-2 13 0,-22 28-147,-32 42 1,-19 27-1,10-6 161,26-27 0,7-4 0,-18 2 119,-35 11 0,-22 8 0,-6-9 0,10-25 195,-5-55-205,32 0 0,15 0-115,25 13 1,14 12-44,-1 13 1,5 10 0,-6 6 3,2 15 0,-18 10-6,-34 21 1,-21-3 2,5-30 1,-10-9-1346,-21-3 0,-13-8 1,12-10 1392,2-29 0,9 14 0,11-2 0,32-8 0</inkml:trace>
  <inkml:trace contextRef="#ctx0" brushRef="#br0" timeOffset="157505">10707 15494 17568,'-40'-3'2876,"1"1"1,-16 16-2715,5-7 1,3 6 106,11 32-124,59 6 1,17 3-158,-15-20 1,2-1 13,15 5 0,6 2 0,-12 0-2080,-21 1 0,-6-2 2089,12 8-9,-40-18 1,-16-10-1579,-8-25 0,-7-15 1,4 2 1575,10 6 0,2 0 0,-33-13 0,15 0 0,43 12 0</inkml:trace>
  <inkml:trace contextRef="#ctx0" brushRef="#br0" timeOffset="157840">11346 15667 18392,'-4'0'5276,"0"0"-5223,27-21 1,18-6-127,-2 19 0,4 1-149,2-9 0,3-3 0,0 6-487,9 9 0,-4 5 1,-17-1-1,-4 1 1,-3 0-1</inkml:trace>
  <inkml:trace contextRef="#ctx0" brushRef="#br0" timeOffset="158039">11627 15464 17820,'-5'-4'6419,"1"0"-5763,-9 55-595,-3-6 1,-7 9-1,-2 4-2519,3-2 0,-1 3 1,-1 1-1,0-1 1880,3-7 1,1 0 0,-1-1-1,1-3 1,-5 9 0,0-2-1,8-15 1,13-17 0</inkml:trace>
  <inkml:trace contextRef="#ctx0" brushRef="#br0" timeOffset="159323">13858 16243 18442,'-56'-2'525,"0"1"0,0-1 0,-3-1 1,26 1-482,64 0 1,37 0 0,6 0-61,-21 1 0,5-1 1,3 1-1,2-1 1,0-1-119,-2 0 0,2 0 1,1 0-1,0-1 0,-1-1 1,-2-1 191,3 1 0,1 1 0,-2-2 1,-7-4-1,-12-8 313,-5-15 1,-11-8-1,-13 2-38,-12 3 1,-15 0-12,-18 0 0,-13-1 0,10 7 445,12 4-619,26 22-168,40 26 1,15 20-30,-26-14 1,-1 4-1,-4 6-1536,-4 11 0,-4 9 0,-3 2 0,-3-7 1585,6 8 0,-11-3 0,-13-7 0,-8 0 0,-2-16 0,-5-20 0</inkml:trace>
  <inkml:trace contextRef="#ctx0" brushRef="#br0" timeOffset="160205">16434 16376 18733,'13'-50'1264,"0"0"1,0 0 0,1-12-1,0 17-894,-3 34-275,-15 34-62,-11 34 1,-7 11-34,-1-8 0,-3 0 89,7-11 1,0-1 0,0-20 185,-2-30-225,25-39-3,9-4 1,8-16 0,4-3-1,4 7 0,0 12 1,5 3 0,1 2 0,-2-1-48,-5-2 0,-2-2 0,2 3 0,5 7-15,22-2 0,7 10 0,-10 16-24,3 36-94,-21 14 1,-2 14-1,-15 0 110,-24-7 1,-13 0 0,-3 0 96,1 5 1,-2 0 0,-5-5-47,-17 8 0,-1-26 75,10-52 1,13-15-81,40-1-14,16 8 0,14-1 1,1 17-50,-2 28 1,1 17 0,1-2-4,1-13 0,1-3 0,-7 11-75,-8 25 1,-8 11-1,-14-8 40,-23 4-283,-27-22 1,-18-2 0,4-17 360,9-29 0,0-7 0,-25 25 0,6-5 0,40-21 0,1-1 0</inkml:trace>
  <inkml:trace contextRef="#ctx0" brushRef="#br0" timeOffset="160574">17993 16115 18795,'-59'-20'1859,"0"0"1,1 15 0,5 7-1793,2 14 17,29 20 0,14 11-64,25-6 1,14 3 0,-2-1-19,-4 6 1,3 1-5,11 1 0,6 2 1,-12-10 6,-14-4-226,-45-10 0,-17-10 221,4-29 0,-5-14 0,0 5 0,-17 15 0,4-3 0,12-24 0,1 0 0</inkml:trace>
  <inkml:trace contextRef="#ctx0" brushRef="#br0" timeOffset="161090">18489 16165 20078,'55'-11'356,"1"-1"1,-1 1 0,0-1-1,-8 0 1,-4 1 0,2 3-668,11 5 1,2 3 0,-12 3-3739,-7 5 1948,-92-8 3972,9-4-1406,2 2 0,3-1 1778,20 1-944,22 54-1187,-11 10-150,-6-14 1,-5 9 0,-2 0 37,2-12 0,-1 2 0,0-2 0,0-2 0,-1 1 0,0-2 0,2-1 0,-6 14 0,0-1 0</inkml:trace>
  <inkml:trace contextRef="#ctx0" brushRef="#br0" timeOffset="162222">20332 16632 12869,'-50'-9'2194,"0"0"0,1-1 1,-10 0-1,22-5-1684,46-7-474,27 12 1,18 7-134,-3 1 1,12 2-1,5 1 1,-2-1 0,-8 1-22,-3-1 1,-6 1-1,7-1 129,-4 0 0,9 1 1,3-1-1,-2 0 0,-9-3 1,-15-2 72,4-17-28,-4-28 153,-64 24 0,-24 1 1,3 1-12,4 0 1,13 2-70,22-3-118,68 44 36,-11-3 1,12 4-1,2 5 1,-9 4-814,-9 10 1,-8 6-1,0-2-1533,3-8 1,0-2 0,-8 3 1619,-3 24 1,-20-9 0,-26-29 0,7-11-1</inkml:trace>
  <inkml:trace contextRef="#ctx0" brushRef="#br0" timeOffset="162690">22057 16377 20050,'0'-6'1719,"-19"44"1,-9 27-1661,12-25 1,1 1 0,-3 4-62,-2 6 1,-3 6 0,-1 1 0,2-2 38,2-6 1,-1 0 0,2-2 0,1-5 48,-4 21 1,2-26 272,8-44-320,24-36 22,0 0 1,5-9 0,3-4 15,-2 9 0,4-4 0,0-2 1,1 2-1,-2 4-161,2-9 0,-1 4 0,5-4 158,-1-1 0,5-9 0,1 0 0,3 10 0,0 19-24,20 25 1,1 13-74,-5-16 1,-4 14-78,-13 30 1,-2 20-1,-4 9 1,-6-4-516,-5 0 1,-7 1 0,-2 4 614,-1-9 0,-1 4 0,0 2 0,-1-3 0,-2-6 0,1 21 0,-4-9 0,-6-11 0,-1 0 0</inkml:trace>
  <inkml:trace contextRef="#ctx0" brushRef="#br0" timeOffset="162922">22065 16687 22251,'57'-10'-60,"-1"0"0,1 1 0,-1-1 0,-3 3 0,3 0 0,0 0 0,-3 2 0,-6 1 0,18 2 0,-5 2 0,-15-1 0,0 1 0,-1 0 0</inkml:trace>
  <inkml:trace contextRef="#ctx0" brushRef="#br0" timeOffset="163292">22879 16535 16852,'0'-3'7130,"43"-23"-7091,9 63-62,-16-33 1,-1 5-262,-5 30 0,-4 16 1,-17-2-14,-34 2 0,-9-1 412,28 6 0,-6-12 436,-37-35 1,4-21-199,39-30-238,8-1 0,11-1-140,20 6 1,15 3 0,-4 4-189,-5 3 0,3 3-832,7 1 1,11-2-1,-1 3 1,-8 6-2628,-6 6 0,-2 5 3672,4-1 0,3 2 0,-11 0 0,-4 3 0,-9 1 0</inkml:trace>
  <inkml:trace contextRef="#ctx0" brushRef="#br0" timeOffset="164306">23650 16558 11508,'34'-31'9830,"13"64"-8657,-23 12 1,-5 11-1443,-2-5 0,-3 3 1,-12-8 461,-21-13 0,-4-4-64,1 25 263,-10-85 0,13-17-2304,53 15 1,15 0 1743,-19-8 0,2 3 56,20 11 0,13 13-1855,-17 14 1,8 6 0,2 4 0,-2 0 0,-8-2-2123,12-1 1,1 1 4142,-3 1 1,12 4 0,2-2 0,-7-4 0,-16-9 4860,-16-14 0,-5-3-2994,14 14 1,-14-2-844,-43-24 0,-20 5-879,-11 34 0,-4 10-197,7-14 1,0 5-199,2 19 0,1 11 0,9-5 12,6 6 1253,45-1 1,15-10-476,19-47 990,-7-3 0,7-7 1,-7-1-1045,-6-8 1,-6-2-477,2-10 1,-9 16-9,-21 34-306,-23 37 1,-13 16 106,12-20 1,2 1-153,1 24 1,18-12 190,43-46 1,12-13 156,-26 14 0,1-3 177,27-22 0,-9 3-180,-38 21-39,-4-3-174,15 21 1,11 4-1062,13-15 0,9-8 0,-1 0 1283,7 9 0,0-9 225,-14-13 1,4-9 0,-3-5 0,-14 1-69,-14-2 0,-10-3-34,-1-12 0,-11 9-166,-15 27-70,-20 33 0,-13 29 0,3 8-1913,17-15 1,2 6 0,1 3 0,0-1 0,-2-4 1133,-5 1 0,-1-4 0,0 1 0,3 1 0,0 10 0,0 7 0,6-9 0,11-21 0,10-26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4:20:47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1328 3060 21007,'58'-19'-110,"0"0"0,-1 0 0,1 0 0,-6 5 1,1-1-1,0 2 0,1 0 0,0 2-262,3 1 0,0 2 0,1 1 0,-2 0 0,-1 1-331,7 0 1,-1 0 0,-4 2 0,-7 3 844,9 2 1,-27 6 470,-65 15 1,-31 6-275,22-11 1,-6 0-1,-4 1 1,-2 0-1,1 1-253,-6 3 1,-1 1-1,-1 1 1,1 0-1,2 0-9,5-1 0,0 0 1,2 0-1,4 1 0,5 0 251,-6 5 1,6 1-1,21-2-120,39 11-238,16-35 1,17-11-1,6-6 1,-2 1-15,-5 0 1,-1-1 0,1-3-1,3-2-157,4-4 0,5-4 0,0-1 0,-3-2 0,-7 0 289,4-6 0,-8-2 0,-6-6 151,-11 2 0,-4-5 0,-5-1 0,-9 3 380,-16-18 0,-11 3 116,-3-2 0,-5 6-564,-1 22 0,10 10-165,18 16-34,39 34-51,-6 2 1,7 8 0,-3 2-141,-8 0 0,-3 3 1,-2 2-179,3 8 1,-3 2-1,-15 0 397,-20-3 0,-12 0 0,-2-6 0,1-7 0,-4-5 0,-9-3 0,-1 1 0</inkml:trace>
  <inkml:trace contextRef="#ctx0" brushRef="#br0" timeOffset="433">4860 3078 20817,'3'-55'1414,"1"0"0,0 0 1,1-12-1,-2 15-1402,-6 33-57,13 80-770,-3 0 0,1 8 283,0-14 1,1 2-1,-1-4 1,-1 5-1,-1-5 1,-1-14-1,0 0 1</inkml:trace>
  <inkml:trace contextRef="#ctx0" brushRef="#br0" timeOffset="1268">6630 2911 22436,'61'-19'36,"0"0"1,0 0 0,0 0 0,0 0-1,1 2 1,1-1 0,0 2 0,-1 0 0,1 3-74,-4 2 0,2 1 0,-2 1 0,-1 2 0,-2 0-109,3 1 0,0 0 0,-5 3 1,-9 4 142,7 8 0,-24 6 79,-56 8 0,-27 3 10,12-7 1,-6-1 0,-4 0 0,-1 0-133,-4 1 0,-4 0 0,1 0 0,3-1 113,7-1 0,1 0 1,3 0-1,5 0 31,-20 10 0,29-4 70,93-5-171,-4-19 0,9-7 20,-12 0 0,5-2 0,0-3 0,-3-3 27,4-4 1,-4-3 0,-4-5 72,-5-2 1,-3-5 0,-12-3 360,-9-16 0,-15-3-36,-17 5 1,-8 3-183,-1 11 1,0 7-216,3 0-67,51 53-6,-2 9 0,0 8-148,-9-4 1,-3 4-1,-5 3-1114,-7 3 1,-5 2 0,-6 0 1289,-7 15 0,-9-6 0,-4-17 0,-1-7 0,-6 1 0</inkml:trace>
  <inkml:trace contextRef="#ctx0" brushRef="#br0" timeOffset="2185">9646 2935 21119,'-3'-6'2168,"-5"-47"0,4-16-1888,10 36 0,2 0-224,-6-14 0,-1-4 0,9 14-17,33 20-25,-21 38 0,-4 14-3,-4 16 1,-7 7-7,-8-10 1,-4 2 0,-3 0-14,-3-4 1,-3 0-1,0-4 41,-7 9 1,1-12 17,1-20-34,54-72-26,-3 6 1,7-5 9,-7 15 1,2 0 0,1 3-13,15-11 0,0 8-20,-10 14 0,-2 12 26,15 36 5,-31 13 0,-5 8 5,0 0 1,1 2-14,-2-8 1,2 3 0,3-5-21,11 0 0,5-7 19,7-7 1,4-12 8,6-16 0,-1-14 14,-4-12 0,-4-8-3,-4-4 0,-6-2 73,-12 7 0,-6 3-50,-1-9-57,-24 52-10,1 22 10,4 31-16,27-9 6,24-12 49,-14-36 1,1-11 47,2-13 1,-5-10-15,-7-1 1,-7-5 21,-8-9 1,-11 0-25,-14 13 0,-7 4-9,-10 2 0,-5 8-59,-2 11 1,-1 9-60,1 9 1,5 10-1001,8 9 1,11 6 399,17 5 1,6-1 0,0 13 0,23-15-1</inkml:trace>
  <inkml:trace contextRef="#ctx0" brushRef="#br0" timeOffset="2967">11591 2876 19451,'-7'-42'3111,"0"-1"1,-30 3-2925,-2 3 1,-8 13-116,6 32 1,-3 16 0,3 4-71,5 2 0,2 4 0,5 3-4,0 3 0,4 3 0,14-2-9,23 14 0,20-12 8,21-25 0,8-16 17,-3-7 0,-1-14-128,-12-10 1,-3-11 0,-5-6 159,-14 2 0,-6-7 0,-2-1 0,0 1 14,3-8 0,-2 0 0,-1-1 36,-6 10 1,0-1-1,-2 1 1,-1 7 37,-1-3 1,-4 10-124,-6 9-6,-7 51 1,-2 20-85,2 15 1,2 7-243,0-11 0,1 4 0,5 0-718,4 5 0,5 0 1,9-5-359,10-12 1,7-5-1,3-5 1186,10 6 1,5-16 1247,15-24 1,-1-19 454,-21-19 1,-6-8-698,-8 7 0,-4 0-123,-3-1 1,-12 8-348,-20 17-275,-9 26-89,-9 35 252,41-7-196,44-13 5,4-31 34,-14-29 0,-7-12 47,-20 1 1,-8-3 61,1-9 1,-7 0-49,-13 13 1,-9 9 5,-29 9-84,-4 47-17,21 22 1,9 12-303,10 5 0,11 4-2233,7-7 0,7 4 0,3-5 1947,5 4 1,5-6 0,2-11 0,0-9-1,-6-16 1</inkml:trace>
  <inkml:trace contextRef="#ctx0" brushRef="#br0" timeOffset="4651">6896 713 32767,'16'0'0,"14"43"0,-8 12 0,-2 11-529,-6-17 0,-2 1 1,-5-1 195,-6-2 0,-5-1 1,-6-4 35,-13 6 1,-8-12 248,-4-22 1,1-15-124,-3-50-924,45 7 1,17-2 680,2 12 0,8 3 1,4 2 347,10 0 0,5 3 1,2 4-190,4 2 0,2 4 1,-1 1 150,-2 3 1,-1 0 0,-3 2 129,10-4 1,-7 1 5,-21 3 1,-11-3 68,-22-4 23,-30 13-68,-9 26-28,6 20-6,21 21 200,20-28 1,8-3-212,18 10 95,20-24 74,-28-58-68,-28-19-82,-8 21 1,-5-1 22,-9 1 1,-1 3-60,-4-1-5,22 12-28,67 32-12,-15-1 1,7 0-254,3 1 0,5-1 0,0 1 281,-5-2 1,0 0 0,-2 0 40,-4-1 1,-1 0 0,-6 0 51,1 0 0,-13-1 92,-24 1 1,-43 9-146,2 6-1,4 30-4,40-3 698,21-4-680,-2-32 1,4-11 33,3-15 1,-3-8-4,-5 1 1,-7-7 11,-9-17 0,-13-2-37,-14 14 1,-9 4-49,-4-3 1,-5 7-28,-30 8-1496,26 57-8296,34 24 9814,6-25 0,5-1 1,15 13-1,-11-27 1</inkml:trace>
  <inkml:trace contextRef="#ctx0" brushRef="#br0" timeOffset="4985">9420 1283 25180,'-10'-43'349,"-1"1"1,1 0 0,1-14-1,3-3 1,4 0-313,5 6 1,3 1-1,2-2-313,-3 5 0,2-2 1,-1 0-1,0 3 287,2-4 0,-1 2 1,-4 4 174,-2-11 0,-10 18-113,-25 44 21,10 15 1,2 12-143,9 8 0,4 11 1,2 4-1,3-3-232,2 5 0,4-1 0,3 4-522,2-9 0,1 3 1,3 2-1,2-3 0,3-4-2475,13 7 0,4-5 0,0-4 1966,4 10 1,-1-8 0,-2-20-1,-7-11 1,-18-14 0</inkml:trace>
  <inkml:trace contextRef="#ctx0" brushRef="#br0" timeOffset="5151">9237 1027 18722,'-9'-5'2182,"-4"-31"0,16-6-3000,29 24 0,19 8 0,2-3 818,-5-9 0,3-5 0,1 1 0,-1 6 0,9 6 0,0 7 0,-1 1 0,-2 1 0,0 0 0,0-1 0</inkml:trace>
  <inkml:trace contextRef="#ctx0" brushRef="#br0" timeOffset="5351">10262 748 21791,'-3'0'2112,"0"0"-3260,38-16 0,25-1 1148,-12 21 0,2 1 0,8-20 0,-2 2 0,-19 22 0,0-1 0</inkml:trace>
  <inkml:trace contextRef="#ctx0" brushRef="#br0" timeOffset="5501">10382 1001 24542,'49'-17'-696,"1"1"0,3-1 0,0 3 0,-5 6 0,-3 2 0,-10 1 1,-1 0-1</inkml:trace>
  <inkml:trace contextRef="#ctx0" brushRef="#br0" timeOffset="6200">11235 659 24447,'-12'-39'862,"0"0"1,-9 6-838,16 58 0,3 17-11,-7 14 0,-2 4-20,2-15 1,-1 0 0,-1-2 47,-4 12 0,-1-7 154,-7 0-112,29-80-73,9-6 0,6-5 42,8-10 0,4 0-14,1 3 1,2 5-49,-4 12 1,2 10-37,23 15-90,-30 25 1,-3 9-480,2 11 1,-2 4-574,-1 8 0,3 0-3729,13-1 1,5-7 3257,-7-12 1,2-11 3158,11-16 0,-3-16 1893,-17-14 1,-8-9-1785,-2-8 1,-7-3-645,-9 4 0,-3 2-199,0-10-683,-12 43-39,-7 57 67,6 12-87,12-15 1,9-1 18,10-15 1,7-7 16,9-6 1,4-10 2,2-15 1,-2-10-26,-3-11 1,-5-7-40,-6-5 0,-5 0-23,-6 4 1,-2 5-1323,3-5-7695,-4 56 9040,-6 8 0,-1 11 0,-4-23 0</inkml:trace>
  <inkml:trace contextRef="#ctx0" brushRef="#br0" timeOffset="6700">12441 1087 24458,'24'-40'402,"-1"-1"0,0 1 0,0-3 1,-1-2-1,-3-1-345,-1-2 1,-4-1 0,1-3-405,1-8 0,-1-4 0,-1 1 347,0 0 0,-1 1 0,-1 2 17,-2 9 0,-1 3 0,-1 6 299,-1-19-310,-44 103 7,18-7 0,-1 7 0,3 4-21,-2 11 1,2 5 0,7 1-71,7-13 1,3 1 0,5-1 0,5-1 69,11 12 1,7-2 0,8-9 14,6-12 1,6-7-1,2-12-63,-2-13 0,2-10 0,-5-11 73,-1-16 0,-5-13 0,-3-6-17,-10 3 0,-3-7 0,-2-1 0,-2 0 12,-2 1 1,-3 0-1,0 0 1,-2 2 52,1-8 1,-2 3-1,-2 7 189,1 2 0,-5 23-243,-13 56 0,-1 20 1,-2 12-374,3-15 1,0 4 0,-2 2 0,1 2 74,-1 7 1,0 4-1,0-1 1,0-4-1,0-3 1,1-3-1,0-3 1,3-8-1,-1-1 1,1 1 0</inkml:trace>
  <inkml:trace contextRef="#ctx0" brushRef="#br0" timeOffset="8202">10982 5385 20744,'9'-46'2117,"0"0"1,5-16-1838,-11 116-262,-2-15 1,-1 7 0,-1 2-62,1 3 0,0 2 0,-1 5-1924,1-2 1,0 6 0,0 2 0,1-2 0,1-6 1920,2 3 1,1-6 0,-1 1-1,-2 11 1,-1 0 0,4-14 0,10-9-1</inkml:trace>
  <inkml:trace contextRef="#ctx0" brushRef="#br0" timeOffset="8584">11295 5032 19333,'-44'-47'803,"0"-1"1,0 1 0,-1 18 0,-3 3 0,-2 6-1,0 10-730,-10 11 0,0 14 0,1 11-970,13 3 1,-2 10 0,2 6-1,2 3 1,6 0 891,5-2 1,3 2-1,3 3 1,4 1-1,2 4-6,2 3 1,2 4 0,3 3 0,3 1 0,5-3 0,5-3-24,6 0 0,5-2 0,5-1 1,5-3-1,5-3 24,6 1 0,6-2 0,5-3 0,4-6 0,4-5 1,-3-12 1,5-4-1,2-4 1,3-4 0,0-4-1,0-4 31,3-4 1,1-5-1,1-4 1,0-4-1,-1-4 1,-3-3 14,-2-2 0,-1-5 1,-1-3-1,-2-3 0,-3-3 1,-4-3-24,-6-2 1,-1-4 0,-4-2 0,-4-2 0,-3-2 0,-6 1 24,-4-8 0,-5-2 1,-5-1-1,-7 0 0,-5 3-28,-5 1 0,-6 1 1,-6 2-1,-4 2 0,-4 5-217,-4 5 0,-6 3 0,-4 4 0,-1 3 0,-2 5 206,-1 4 0,-4 6 0,0 2 0,0 3 0,5 0 0,-9-2 0,5 4 0,1 3 0,-7 10 0,0-1 0</inkml:trace>
  <inkml:trace contextRef="#ctx0" brushRef="#br0" timeOffset="12983">17976 2936 19568,'5'-58'551,"0"-1"0,-1 1 1,10 4-1,3 1 0,10 10-551,26 8 0,10 12-23,-2 3 1,0 14 2,0 20 1,-15 18 22,-39 14 0,-18 8-233,-3-9 1,-8 1-1,-7 1 234,-7-1 0,-8 0 1,-3 0-1,3-3 7,0 1 0,2-3 1,1 0 14,-3-1 0,2-1 0,18-4 529,35 13-549,27-46 0,13-11-98,-7 1 1,4-2-1,4-3-645,5-6 0,5-4 0,1-3 0,-2 0 91,-3 1 1,-2-1-1,1-2 1,-1-1-302,-5 2 1,2-1-1,-1-2 1,-3-1-1,-5-1 130,-3-3 0,-2-1 0,-6-2 1,-10-2 674,-8-9 0,-11-2 0,-12 3 678,-19 1 1,-14 2 0,-8 6 55,0 9 0,-7 5 0,-3 4 1,-2 2-96,6 6 0,-2 2 1,-1 3-1,-1 3 1,0 3-267,-2 4 0,-1 4 0,0 3 0,1 3 1,0 4 26,9 0 1,-1 3-1,1 2 1,1 3-1,1 1 1,2 3-87,-7 7 0,1 3 0,3 3 0,3 2 0,5 2-199,6-3 0,2 3 0,4 1 1,5 0-1,7 1-31,4 8 1,7 1 0,8-1-1,11-5-1,13-2 0,11-4 1,9-3-1,4-5-16,-4-11 0,5-3 1,5-3-1,1-2 1,3-2-1,0-1-112,-2-2 1,2-3 0,1-1-1,2-2 1,0-1 0,1-2-1,-1-1 227,2-2 0,1-2 0,1-1 0,0-2 0,-1-2 0,-2-1 0,-1-2 72,1-2 0,0-2 0,-2-1 0,-2-3 0,-4-3 0,-5-3-127,8-12 1,-4-5 0,-10-4-1,-14-3-41,-18-1 0,-12-5 0,-9 0 0,-8 4-57,-10 6 1,-10 3-1,-6 1 1,-1 2-1,6 2 1,-5-10-1,3 4 1,-4 5-1,-8 13 1,0-1-1,0 1 1</inkml:trace>
  <inkml:trace contextRef="#ctx0" brushRef="#br0" timeOffset="28350">10455 8859 22649,'52'-36'-132,"-11"36"1,1 18-237,-8 26 0,-4 18 0,-4-2 310,-4-17 0,-3-1 0,-9 3 246,-12 16 1,-12 4 0,-11-17 452,-22-26 1,-6-16-371,6-2 1,10-12-149,20-30 1,19-10-121,27 9 1,19 1 0,2 1-17,-2 0 0,3 2 0,3 2-142,0 5 1,3 0 0,1 2 0,-5 2 193,-4 3 1,-3 2-1,-4 1 45,9-5 0,-13 5-84,-27 8 22,-34 25 1,-13 14-9,11 1 0,3 4-34,-3 9 1,13 1-12,29 0 0,16-7 62,9-13 0,7-10 19,9-4 0,1-14 432,-3-23 0,-9-15-295,-24-2 1,-11-7-34,-7-6 0,-13-1-20,-11 19 1,-8 0 0,0 6-91,-5 0 1,-2 5-118,0-2 1,3 13-438,7 32-1333,50 15 571,-1-11 1,6-2-351,21-3 1,7-9 975,-13-7 0,1-6 0,-2-1 842,15-1 0,-5-4 1322,-3-6 0,-10-3 330,-20-6-957,-25 8-432,-22 15-89,8 28 196,2 28-415,12-10 0,5 3-81,3-6 0,3-1 36,4 0 1,8-6-48,30-14 0,11-11-50,-15-3 0,2-2 1,2-3-14,9-1 0,2-3 1,-5-2 356,11-3 0,-23-10 100,-41-12 1,-19-2-124,-31 0 1,-17 5-223,10 3 0,-4 2 0,1 2-101,9 6 1,1 3 0,4 2-266,-3-1 1,11 9-2667,22 18 2924,55 8 0,-18 1 0,19-7 0</inkml:trace>
  <inkml:trace contextRef="#ctx0" brushRef="#br0" timeOffset="28702">12508 9136 23635,'33'-48'418,"1"0"0,-1 0 0,-9 6 1,-2-1-1,-2-2 0,-2-2-382,-2-7 1,-3-2-1,-2-1 1,-2 0-287,-2-1 0,-3-1 1,-2 1-1,-1 1 394,-3 5 0,-1 1 1,-2 2-1,-1 3-46,-4-21 0,-5 15 229,-10 22-333,17 54 1,4 18-53,4 3 0,3 6 1,2 4-372,-1 1 1,2 3-1,1 2 1,1 0-1021,1-9 1,0 1 0,1 0-1,1-1 1,0-2 1448,2 4 0,0-1 0,1-3 0,-1-4 0,6 19 0,-1-12 0,3-14 0</inkml:trace>
  <inkml:trace contextRef="#ctx0" brushRef="#br0" timeOffset="28867">12408 8776 24575,'48'-29'-1563,"0"-1"0,0 1 1,2-11-1,-6 11 1,-6 26-1</inkml:trace>
  <inkml:trace contextRef="#ctx0" brushRef="#br0" timeOffset="29069">13264 8726 24161,'-4'0'2823,"1"0"-3008,3 0-6553,-31-29 5675,27 25 0,-28-26 0,34 32 1</inkml:trace>
  <inkml:trace contextRef="#ctx0" brushRef="#br0" timeOffset="30171">13705 8577 22593,'-15'-40'1061,"0"1"0,1 18-1061,22 54 0,9 22 0,4 6 0,2 1 17,0-5 0,1-5 196,-5-13 0,1-16 22,12-41-117,-16-16 0,-3-10-32,8-12 1,1-2-93,-1 0 1,3 5-234,-1 12 1,4 11-1570,36 21-290,-20 24 1,4 9 384,-6-5 1,2 2 0,2-1 1043,3-1 1,2-1 0,-1-5 2020,17-2 1,-4-12 1254,-12-16 1,-8-10-1575,-18-1 1,-9-4-121,-7-11 0,-12 1-303,-30-6-537,-14 35-57,9 26 1,1 14-14,5 16 0,5 6-6,4-6 0,6 2-11,10 3 0,13-7 143,37-15-12,-2-34 1,2-12-9,-5-2 1,-3-8 75,2-13 0,-7-3 190,-9-3-336,-27 26-33,-21 74-17,17-15 0,4 2 8,1 10 0,10-3-6,21-7 1,13-9 2,14-15 1,6-14 23,-12-8 1,3-7 0,-4-9 53,5-14 1,-5-11 0,-6-6-628,-14 7 1,-5-5-1,-4-2 1,-2 0 590,-4-4 1,-2-2-1,-5 0 1,-3 0 86,-5-1 0,-4 0 0,-2 2 0,-2 4 13,-1 1 1,-2 3-1,-1 5-128,-3-14 1,-1 25-104,-1 55 42,16 25 1,8 19 0,1 4-413,-2-14 0,2 2 1,0 2-1,1 4 264,1-7 1,2 5 0,0 2 0,0-1-1,0-3 1,0-7 0,-1 12 0,0-7-1,2-2 1,3-3 0,0-1 0,0 1 0</inkml:trace>
  <inkml:trace contextRef="#ctx0" brushRef="#br0" timeOffset="33119">16206 8130 21730,'0'-7'3568,"0"1"-3507,-35-28 35,-4 54-46,-13-5 1,-5 7-40,22 5 0,2 7 1,-2 4 0,-2 0 1,-3 4-1,1 1 1,5-4-13,-8 11 0,8-1 19,4 10 1,21-8-127,38-31 1,17-10-863,1-5 0,8-4 0,-1-3 545,1 0 0,0-3 0,-2 0 0,12-4 0,-6 0 0,-27 4 0,1 0 0</inkml:trace>
  <inkml:trace contextRef="#ctx0" brushRef="#br0" timeOffset="34536">16806 8218 19664,'-2'-5'2363,"0"2"-2116,0 62-211,12-7 1,4 5-21,-1 6 1,5 0 169,2-15 1,3 0 0,4-12 630,5-11 1,2-16-347,10-31 0,-3-17-303,-7-7 0,-6-9-180,-3 0 0,-2-6 0,-1 2 36,-4 15 0,-2 2 1,0 2-140,5-14 0,2 9-4159,17 8 4274,-14 49 0,-7 5 0,-9 4 0</inkml:trace>
  <inkml:trace contextRef="#ctx0" brushRef="#br0" timeOffset="38417">13486 10386 22123,'-55'9'-555,"0"1"0,45 0 597,49-7 0,35-7-75,-30 2 0,8-2 0,6 0 1,3-2-1,2 0 0,0 0 0,-2 0-727,0 0 1,0 0 0,1-1 0,0 0-1,1-1 1,0 1 0,1-1 767,-4 0 0,1 1 1,2 0-1,-1-1 1,0 0-1,-1-1 1,-3-1-1,-3 0 36,16-5 1,0 0 0,-5-1 0,-8-3 0,-13-3 823,0-13 1,-25-2-601,-34-2 1,-21 4 98,-6 16 0,-12 6 0,-5 3 0,6 0-147,2 1 1,2 1-1,0 1 39,-2 0 0,0 2 0,15 0-237,19 0-44,58 11 22,23 2 19,-20-2 1,1 1-9,-9-2 0,-1 2 1370,5 3 1,-1 4-1374,-5 3 1,-2 5 2,1 5 1,-1 4-15,-3 1 0,-2 0-14,-4-3 0,-5-1-1994,2 18 2011,-23-10 0,-2-18 0,-6-5 0</inkml:trace>
  <inkml:trace contextRef="#ctx0" brushRef="#br0" timeOffset="38802">16583 10298 21226,'-3'-52'1057,"-1"1"0,1-1 1,1-15-1,-1 29-1062,-9 87-343,9 7 1,3 9-1830,1-8 0,1 5 0,1-1 1569,1-5 1,1 0-1,0-5 1,0 8 0,1-9-1,5-5 1</inkml:trace>
  <inkml:trace contextRef="#ctx0" brushRef="#br0" timeOffset="39184">16970 9926 19781,'-49'1'872,"0"1"0,5 9 0,9 9-861,20 11 0,11 7-19,9 5 0,10-2 30,12-2 0,9-9 264,11-16 0,1-14 16,-7-10 0,-7-11 166,-4-21 0,-15-8-127,-19 1 1,-13 0-171,-4 0 0,-7 6-188,-3 10 0,-2 12-202,-20 22-1237,27 51-2737,31-5 1,8 4 4192,-3-8 0,3-3 0,5-4 0,0-6 0,-5-10 0</inkml:trace>
  <inkml:trace contextRef="#ctx0" brushRef="#br0" timeOffset="39769">17422 10172 24727,'26'22'35,"0"0"0,-4 6 1,-6 5-17,-11 15 1,-7 2 378,1 14-17,8-52-129,19-57-135,-6 13 1,3-1-82,4-2 1,3 3-46,-1 7 1,2 8-8,27 13 7,-28 15 1,-1 7 2,-2 6 1,-1 3 13,-2-1 0,1-1-24,19 4 10,6-44 51,-26-9 0,-4-7 33,0-14 0,-6-4 70,-5 0 1,-6 2-76,-5 8 0,-3 4-68,-6-6-44,12 68 6,17 26-15,4 2 0,2 6-38,-8-21 0,1 1 1,-2 0-240,6 22 0,-10-3-963,-16-14 0,-13-8 1288,-10-17 0,-4-8 0,-22-4 0,11-18 0</inkml:trace>
  <inkml:trace contextRef="#ctx0" brushRef="#br0" timeOffset="40621">18448 10250 24032,'40'1'427,"0"0"1,0-7 0,-4-8-288,-12-13 0,-5-5 92,-4 0 1,-8 0 215,-23-21-431,-36 35-12,-6 42 3,28-2 1,4 5-18,8 14 1,9 6-54,14 9 1,9-1-40,1-6 1,9-5 55,9-14 0,7-4 0,0-14 120,7-27 1,-1-17 60,-7-2 1,-1-7-1,-6 0-119,-7-11 0,-1 3-45,11 3 0,0 18 39,0 46-49,8 21 1,10 12 0,0-18 73,2-43 1,-1-3-36,-13 35 1,0 9 0,-4-21 119,-9-39 0,-1-26 1,-3-16-1,-3-6 1,-4 5-1,-4 16 137,-2-5 0,-6 3-253,-2-8 1,-1-13-1,3 11 1,7 38-1645,7 47 1,7 30-1,4 19 1,0 9 0,-5-4-1,-7-15 974,-11-5 1,-7-5 0,8 5 0,12 5 0,9 13 0,5 4 0,0-5-1,-4-15 1,-10-22 0,-5-23 0</inkml:trace>
  <inkml:trace contextRef="#ctx0" brushRef="#br0" timeOffset="40877">19077 9950 19652,'56'-14'0,"-1"1"0,1-1 0,-1 1 0,1-1 0,0 1 0,-1 0 0,1-1 0,-1 1 0</inkml:trace>
  <inkml:trace contextRef="#ctx0" brushRef="#br0" timeOffset="41792">20205 9924 19602,'28'52'571,"-29"-3"0,-2 4 1,16-11-1,-1-2 0,-18 7 1,1 0-1</inkml:trace>
  <inkml:trace contextRef="#ctx0" brushRef="#br0" timeOffset="42206">20640 9541 21847,'-52'27'508,"1"0"0,3 2 0,8 4-477,15 5 0,15 0 1151,37 13-1026,-14-26 483,41-58-219,-57-20-263,-3 19 0,-3 0-196,-11-9-1261,-15 67 650,24-2-1576,6 17 0,7 3 2226,16-1 0,-4-3 0,2-15 0</inkml:trace>
  <inkml:trace contextRef="#ctx0" brushRef="#br0" timeOffset="42569">20917 9786 24318,'-1'48'57,"0"0"0,0-1 1,-2 18-1,-1-6 324,0-18 0,1-7 45,-1-9 17,22-63-208,4-5 0,6-5-148,4 0 0,4 2-57,1 2 1,1 6-45,-4 16 0,0 10-53,21 34-1152,-29 14 1,-5 9 1218,-4 3 0,-3 1 0,-4-6 0,-4-3 0,-6 8 0</inkml:trace>
  <inkml:trace contextRef="#ctx0" brushRef="#br0" timeOffset="43537">22020 9853 25203,'-1'56'-10,"0"0"1,-1-5 0,-2-2 149,-4-4 0,-2-4 67,-5 3 12,-11-73-158,16-13 2,7 0 1,3-9 0,4 0-59,8 4 1,5 1 0,0 0-16,0-6 1,0 0 0,5 3-8,5 3 0,4 2 0,0 8-11,1 7 0,2 10-70,9 12 0,-3 14 53,-2 31 62,-31 15 0,-13 6-12,-6-17 1,-9-1-1,-10 6 1,-7 4 0,3-9 11,10-13 0,2-4 8,-14 9 0,15-5 14,39-17-33,14-8-12,13-1 1,5-2 52,-5-2 1,0-2-6,2 1 0,-1-4 140,1-12 0,-8-6 148,-12-2 157,5-15-475,-29 29-113,-5 16 56,-1 27 17,3-1-513,11 11 1,5 3-2697,11 7 3237,-3-16 0,0-3 0,-3-7 0,-7-15 0</inkml:trace>
  <inkml:trace contextRef="#ctx0" brushRef="#br0" timeOffset="43723">22805 9734 20520,'-1'-3'3092,"0"0"-3764,1 3-9159,7 36 7373,-2-22 0,3 24 1,-5-33-1</inkml:trace>
  <inkml:trace contextRef="#ctx0" brushRef="#br0" timeOffset="44166">23211 9810 22632,'-59'19'569,"0"-1"1,0 1 0,-15-10 0,21 8-525,48 22 0,17-4 84,14-25 154,11-7 0,3-6 115,4-22 16,-11-1 0,-3-4 214,-2-6-718,-7 12 62,-22 52 17,-5 3-17,-3 11 0,-4 11 0,-1 1-473,0-4 1,-2 1 0,-1 2-417,-2 1 0,-1 3 0,-1 1 0,-1-5 364,-2 4 0,0-3 0,-2-7-4363,-9-2 1,1-16 4321,2-27 1,13-25 0,18 8 0</inkml:trace>
  <inkml:trace contextRef="#ctx0" brushRef="#br0" timeOffset="44752">23300 9694 13827,'7'-7'9830,"48"-23"-8839,-49 49-904,9 9 0,-2 8-82,-21 24 1,-7 6 85,6-17 1,1 1-1,1-4 130,-1 4 1,9-16-59,19-29 66,4-41 1,4-15-87,6 6 0,4 1-110,1 0 1,3 8-29,-1 23 1,1 13-31,-4 20 0,-2 8 22,-4-2 0,-1 1 34,2 6 0,-1-5 69,1-16-58,-8-40 0,-4-15-22,-7 1 0,-3-6-9,2 0 0,1-5 0,-1 1 99,-2 5 0,-1 2 1,0 4-142,3-6 0,-8 20-19,-14 32 50,-1 24-34,-6 17 0,0 3-447,10 9-1135,7-15 0,3 1-2056,1-10 1,2-2 2823,11 26 0,-6-43 0,-6-13 0</inkml:trace>
  <inkml:trace contextRef="#ctx0" brushRef="#br0" timeOffset="44900">23864 9649 16661,'-6'-3'8306,"1"1"-8412,21-19 0,17-3-703,18 16 0,4 2 1,-19-17-1,0 1 0,11 21 1,0-1-1</inkml:trace>
  <inkml:trace contextRef="#ctx0" brushRef="#br0" timeOffset="52284">10510 12778 15956,'-2'-4'5343,"1"1"-4615,7 31-580,5 9 1,4 8-136,0 1 0,1 5 0,0 0-203,1 0 1,0 1 0,-1 1 189,2 5 0,-1 1 0,-8-5 90,-12-1 1,-9-7 49,-3-11 0,-7-11 156,-16-18 1,-2-17-26,13-20 1,9-11-233,8-2 1,13-2-55,13 5 0,10-2 0,6 4-114,14-1 0,8 5 1,1 1-112,-4 3 1,1 2 0,2 1 197,-8 6 0,3 1 0,-1 2 0,-5 2 103,12-4 1,-6 3 217,-10 5 1,-7 2-134,-13 1 263,-47 40-274,-4 13-88,10-2 1,6 4-57,17-1 1,9-3 267,6-5 0,10-6-299,12-12 1,9-6 0,-1-7 61,10-10 1,-2-9 94,7-5 1,-10-8 22,-28-2 0,-14-5 81,-29-10 1,-16 1-29,-5 6 1,-3 3-43,-7-3 0,2 4-151,13 12 0,9 4-73,15 4-84,45 13-165,18 1 0,9 0 124,-17-3 0,2-1 0,0 0 145,7 0 1,1-1 0,-2 0 46,14-7 1,-9 4 196,-11 12 49,-37 20-125,-27 10 0,-8 7-112,10 0 0,5 1-9,1 4 0,12-2 0,27-5 1,13-9-18,2-14 1,4-8 39,6-2 0,-3-12 198,-9-17 1,-11-12 8,-19-3 1,-11-4-60,-3-5 0,-10 1 0,-17 0 1,-8 7-124,7 15 0,-1 7-121,-4 5 1,2 10-2269,-8 31 2347,21 11 0,12-7 0,9-15 0</inkml:trace>
  <inkml:trace contextRef="#ctx0" brushRef="#br0" timeOffset="52518">12541 12586 21192,'0'-4'4577,"0"1"-4283,-9 31 0,-3 22-216,5 2 1,0 6-182,-2 1 0,-2 6 1,3 0-3130,5-1 0,2 0 0,0-4 3232,1 6 0,1-7 0,1-14 0,2-10 0,0-16 0</inkml:trace>
  <inkml:trace contextRef="#ctx0" brushRef="#br0" timeOffset="52701">12323 13056 18632,'-5'-5'6173,"1"2"-6064,-13-26 0,9-6-467,59 10-2698,-13-13 1,6 1 3055,10 25 0,2 9 0,-2-3 0,-8 1 0,-16 2 0</inkml:trace>
  <inkml:trace contextRef="#ctx0" brushRef="#br0" timeOffset="53292">13004 13018 19176,'-4'-31'1174,"1"36"1,5-39 0,-1 45 0</inkml:trace>
  <inkml:trace contextRef="#ctx0" brushRef="#br0" timeOffset="53779">13291 12916 20184,'18'43'918,"-1"0"1,0 0 0,6 10 0,9-11-496,11-26 1,11-10 0,-6-11-236,-4-21 0,-2-11-166,3 2 0,2-4 1,-8-2-603,-10-15 0,-7 5-2781,10 12 2513,14 33 0,-24 13 0,2 7 0</inkml:trace>
  <inkml:trace contextRef="#ctx0" brushRef="#br0" timeOffset="54487">14312 12847 24077,'-38'-11'433,"1"1"0,-17 20 0,4 12-428,23 3 1,4 4-3,-12 16 1,13-1 18,45-4 398,24-73 0,6-15-386,4 28-32,1 43 1,-3 12-20,-8 5 17,0-28 0,11-8 0,-7-17 17,-17-23 0,-8-17 0,0-8 11,-2 12 0,3-8 0,0-3 0,-2-1 0,-3 4 0,-7 5-943,-6-11 1,-8 6 0,0 2 918,2-3 0,0 2 0,-2 31-159,-6 45 1,-3 31 0,-1 16 0,3 3 0,5-13 154,13 1 0,7-5 0,-5 6 0,-13 1 0,-5 8 0,-2 2 0,3-6 0,9-14 0,22-8 0,-1 0 0</inkml:trace>
  <inkml:trace contextRef="#ctx0" brushRef="#br0" timeOffset="56468">15698 12343 21203,'-38'-19'657,"-1"0"1,3 2-1,7 8-405,13 17 23,5-1 369,5 0-224,1-6-342,-3 0-44,-5 0-17,0 2-1,1 0 91,-6 0-102,10-2 1,-6 2 28,11-3-46,3 0 35,-1 12-6,3 3 16,14 15 6,28 5-19,6-11 0,5-2-23,-11-4 0,1 1 3,0-2 0,2 2 0,-13 7 70,-21 17 0,-13 4 8,-4-3 1,-11 1-36,-15-1 0,-10 0 0,-1-4-35,-8 1 1,3-4-9,12 0 0,7-3 0,5-4 0,39-14 0</inkml:trace>
  <inkml:trace contextRef="#ctx0" brushRef="#br0" timeOffset="58215">16612 12525 21752,'32'44'737,"-17"-7"0,-1 7-702,-1 1 1,-1 6-1,0-3 82,1 7 1,3-7 182,6-8 0,4-19-51,4-41 0,0-18-56,1-8 0,0-6-128,-4 7 1,0-4-1,-1 2-48,6-12 0,-1 4-82,-9 14 1,0 9-457,13 9-487,-11 46-2036,-3 10 0,3 4 3044,10-3 0,0-1 0,-13-2 0,0-4 0,26 2 0</inkml:trace>
  <inkml:trace contextRef="#ctx0" brushRef="#br0" timeOffset="59193">17728 12621 21534,'-11'-52'999,"1"0"0,-12 18 0,-7 14-943,-4 28 0,-3 16-34,-11 17 0,5 5-16,18-11 0,5 1-1,4 7 1,11-3 27,30-5 12,37-29 78,-21-25 1,-1-10 75,-2-1 0,-4-4 39,-3-6 0,-7 0 3,-3-10-230,-26 38-11,-9 35 19,1 12 1,3 7-43,9 2 1,5 0 5,2 1 1,11-5-15,36-9 0,11-15 31,-24-13 0,2-9 3,12-11 1,6-11 0,-10-6 14,-22-1 1,-7-4 0,-1-5 13,1 1 0,0-4 1,-2-2-1,-3-1-664,-4-4 0,-4-1 1,-2 0-1,-1 3 677,-1-1 0,0 2 0,-2 1 29,0-2 1,0 0 0,-1 10 48,0 3-185,-18 68 62,6 2-4,-5 17 1,-4 18-1,3-1-131,8-7 1,3-1 0,1 1-361,-2 5 1,2 1 0,5-3 170,5-3 1,5-2 0,8-12-16,11-13 0,7-13 157,5-13 0,1-16 421,-3-16 0,-1-13 0,-3 2 1469,0 2 0,-4 1-1571,3-10 1,-16 15-132,-20 30-20,-15 32 0,0 19 42,22 11 487,8-26 1,8-11-175,19-34 1,5-13-306,-13 13 1,-4-5-1149,8-29 0,-14 2 1112,-23 31 0,-1 0 0,1 9 0</inkml:trace>
  <inkml:trace contextRef="#ctx0" brushRef="#br0" timeOffset="60205">19169 12566 22117,'47'0'1392,"0"-1"1,-14-31 0,-7-9-1334,-6 12 0,-11-2 100,-29-21 1,-15 19-124,6 52 1,0 20-161,-6 10 1,13 7 123,25-13 0,11 2 0,0-3 0,-4 10 0,6-8 0,19-20 0,-1 0 0</inkml:trace>
  <inkml:trace contextRef="#ctx0" brushRef="#br0" timeOffset="61775">14201 14500 17507,'-31'2'3349,"25"0"-3334,42-1 0,40-1 0,1-1-19,-16-1 0,1-2 1,4-1-429,-6 0 0,6-2 0,2-1 1,-2 1-1,-8-1 480,5-1 1,-7 0 0,0-2 305,11-2 1,-1-2-1,-23-5 145,-33-18 887,-41-7-426,-1 13 1,-3 2-771,-12-4-95,21 4-72,63 53 562,-5-3 1,6 7-774,-3 3 1,5 8-1,1 1 1,-6-4 7,6 2 1,-3 2-1188,3 7 1,1 6-1,-18-10 519,-26-11 0,4-3 0,-5-22 0</inkml:trace>
  <inkml:trace contextRef="#ctx0" brushRef="#br0" timeOffset="62206">16279 14343 23909,'-14'31'164,"0"0"0,-1 5 1,6 5-1198,12 8 1,9 6-1,-1-5-1392,-2-6 0,3 0 1481,3 8 1,2 3 0,0-14-1,3-18 1,-2-7 0</inkml:trace>
  <inkml:trace contextRef="#ctx0" brushRef="#br0" timeOffset="62606">16561 14249 19843,'-47'5'1000,"-1"1"1,1 19 0,20 6-979,74 12 34,-11-24 0,2-7 31,2-7 0,-3-13 266,1-33 0,-18-13 106,-35 11 0,-10 1-440,16 0 1,-5 5-26,-19 3 1,0 20-1566,22 56 0,7 14-704,-8-11 2275,12-2 0,5 10 0,2-14 0,3-16 0,7 11 0</inkml:trace>
  <inkml:trace contextRef="#ctx0" brushRef="#br0" timeOffset="63291">16965 14435 16824,'-3'-46'2667,"0"1"1,-1 2 0,3 18-2522,6 56-140,-1 23 13,-1 2 1,0 6-4,-4-9 1,0-1 59,0 9 0,0-5-26,-1-6 449,49-86-328,-17-8 0,0-6-155,3-2 1,2 3 0,-1 5 0,-1 19-1702,-7 46 0,-1 12 1652,16 4 44,-7 15 0,7-11 14,11-56 0,-1-17 17,-18 19 0,-4-5 81,6-26 1,-3-13-1,-11 3 179,-17 13 1,-7 1-287,3-9 1,-1 20-28,-4 59-4,29 4 0,17 7 0,-6 1-7,-10 5 0,-10 5-2971,-9 6 0,-8 6 0,-7-16 2993,-26-11 0,-23-1 0,1-11 0,38-25 0</inkml:trace>
  <inkml:trace contextRef="#ctx0" brushRef="#br0" timeOffset="64187">17953 14424 25539,'46'-29'204,"0"0"1,-1 1-1,1 0 1,-11-3-113,-22-7 1,-15 4 7,-43 14-92,10 8 1,1 11 8,-4 37 0,17 18-44,35-4 1,18 5 0,-4-2 20,-17 14 1,9-9-3,29-21 1,16-10 0,-12-17 12,-7-35 15,-13-16 1,3-13 0,-9 8-32,-4-4 27,6-2 1,3 12-17,-9 37-44,10 25 1,12 21 0,3-2 0,-8-21 68,-5-32 0,2-13-1059,20 8 1,9-3-1,-15-10 1060,-30-9 0,-11-8 1,-4-5 117,2-11 0,-1-8 0,-5 4 1,-7 18 51,-17 6-202,-7 76 0,20 27-543,19-11 0,11 14 0,5 7 0,1-4 1,-5-11-752,3 2 1,1-3 975,3-1 0,7 8 0,-2-4 0,-11-17 0,-11-13 0,-5-11 0</inkml:trace>
  <inkml:trace contextRef="#ctx0" brushRef="#br0" timeOffset="64325">18755 14297 20089,'53'-23'0,"-1"1"0,1-1 0,-1 1 0,1-1 0,-1 1 0,1-1 0,-1 1 0,0-1 0</inkml:trace>
  <inkml:trace contextRef="#ctx0" brushRef="#br0" timeOffset="65046">19950 14451 19384,'-3'-49'2593,"1"-1"0,-14 82-3305,6 12 1,6 11 711,5 5 0,4 5 0,3-14 0,8-16 0,17 3 0</inkml:trace>
  <inkml:trace contextRef="#ctx0" brushRef="#br0" timeOffset="65426">20248 14118 21523,'-54'18'312,"-1"-1"0,7 0 0,13 5-340,31 31-2618,31-30 1,9-8 2802,-1-12 1269,14-36 1,-10-17-1016,-40 12 1,-9-2 18,16-15 0,-10 13-794,-52 46-4552,46 42 1,8 12 3276,-8-19 1,1 0-1,10 13 1,3-11 0,-2-34-1</inkml:trace>
  <inkml:trace contextRef="#ctx0" brushRef="#br0" timeOffset="65825">20578 14281 24032,'-17'40'211,"1"-1"0,0 12 0,3-1-63,2-4 1,12-13 960,32-36-930,-10-9-82,3-25 0,7-16 1,0 9-59,3 18 0,0 5-28,-1-11 0,-2 13-355,2 40 0,-7 16 344,-14 7 0,-7 4 0,3-9 0,-2 0 0,1 25 0</inkml:trace>
  <inkml:trace contextRef="#ctx0" brushRef="#br0" timeOffset="66740">21928 14291 20173,'16'-47'955,"0"-1"0,0 1 0,0-1 0,3-10 0,-1 2 0,-8 32-882,-16 54 0,-7 26-94,5-11 0,0 8 0,-1 2 0,0-4-4,-1 0 1,-1-2 0,6 3-359,3 7 1,2 8 0,7-7 0,12-22-1209,21-33 0,11-19 1,-1 3 990,7 21 1,1-8 784,-6-23 0,7-14 0,-5-5 0,-14 2 2528,-17-5 1,-5 0-2496,21-8 0,-16 12 438,-57 29-611,36 54-6,-4 1 14,41-34 1,9-12-4,-14-14 79,2-23 0,-9-6-107,-29 7 67,-12-6 1,-6 6-84,-3 27-32,-18 31 1,4 18-752,30 1 1,11 8-1,-4-1-219,-20 13 0,8 0 996,26-10 0,11 1 0,-2-16 0,-4-20 0,20 9 0</inkml:trace>
  <inkml:trace contextRef="#ctx0" brushRef="#br0" timeOffset="67126">23293 14161 19512,'-35'26'1285,"-1"1"0,1-1 0,-4 20 0,2 7 0,9 6-1617,15-11 0,7 5 1,3 3-1,0-1 1,-1-5 286,-5 13 0,1-4 0,-5 2 8,0 2 1,-3 6 0,-3-10 0,-5-30-174,-16-41 1,-5-26 0,17-3-57,34-2 0,9-6-690,-19-5 0,-4-5 1,17 5 578,27 14 0,19 5 0,5 4 0,-10 7 0,-6 3 0,-4 6 0,-2 0 0,-1 0 1</inkml:trace>
  <inkml:trace contextRef="#ctx0" brushRef="#br0" timeOffset="67501">23399 14551 14650,'40'-33'1638,"-1"1"0,1 0 1,-1-1-1,6-7 0,-4-1 1,-3-4-1233,-12 4 0,-2-3 0,-3-2 1,-4 1-773,-3-11 0,-5-1 1,-3 2 460,-1 7 0,-2 2 0,-3 1 248,-7-20 0,-7 26-341,-13 82 1,0 24-8,4-19-160,16-7 1,1 16 0,3 9-1,1 3 1,2-3 0,3-9-103,3-5 1,4-4 0,2-1 0,-3 2 0,0 10 0,-2 3 0,1-1 0,1-8 0,8 6 0,-1 0 0</inkml:trace>
  <inkml:trace contextRef="#ctx0" brushRef="#br0" timeOffset="67664">23604 14265 21108,'51'-17'-88,"0"0"1,-1 0 0,1 1 0,6-5 0,-3 2 0,-9 6 0,4 8 0,-31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4:32:34.1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2959 2615 20806,'-2'-5'3456,"1"1"-3339,7-4-100,7 68-1126,-8-18 1,-1 6 1108,-2-1 0,0 3 0,-1-2 0,-1 3 0,-2-4 0,-4 15 0</inkml:trace>
  <inkml:trace contextRef="#ctx0" brushRef="#br0" timeOffset="385">3215 2323 22783,'-44'37'76,"0"1"1,19 2 0,15-1 113,43 8-2,1-33 0,2-12 176,7-32 2,-27-9 1,-9-3-221,-6-11-23,-13 14 0,-8 8-123,-18 22-84,2 12-2448,15 38 1,9 11 2531,13-17 0,2 0 0,-7 12 0,4-5 0,14-9 0</inkml:trace>
  <inkml:trace contextRef="#ctx0" brushRef="#br0" timeOffset="1057">3630 2505 24788,'-23'-16'39,"4"65"-28,18-10 1,3 4 4,-2 13 1,3-4 566,10-12-532,-4-27 22,9-58-15,-6 15 1,1 0-36,19-22-35,8 2 7,-7 43 16,-4 38-28,-4 25 17,-3-1 23,2-6 33,11-50 22,-6-26 0,-2-10-16,-7 8 0,-2-1-32,6-10 1,-7-2 198,-14 5 1,-7 4 235,-5-9-470,1-9-57,11 54 39,14 19 1,9 9-45,13 15 0,3 4-158,-7-10 1,1 1-1,-3 2-212,-4-1 0,-2 0 0,-10 1-4479,-15 16 1,-12-4 3082,-8 7 1,-12-38 0,2-9 0,20-13-1</inkml:trace>
  <inkml:trace contextRef="#ctx0" brushRef="#br0" timeOffset="1977">4582 2572 24441,'43'12'1210,"-20"-5"-840,17-53-40,-60 1-319,14 6 20,-23 46 0,-2 15-20,17 14 0,8 7-3,0 21 1,13 3-6,13-25 1,11-2 0,4-4 13,2-3 0,5-5 0,2-8 92,21-7 0,-3-12-67,-18-5 0,-9-12 19,-17-25 1,-11-5-28,-8 7 11,-5 5 0,7 2-34,31 6-14,1 22 0,5 8 0,-3 10 1,-1 9 13,7 26 0,-8 10 0,-17-10 0,-6 0-19,-7 1 0,5-6 30,16-19 0,8-10-8,21-19 0,5-11 11,-7 5 1,-1-7 3,-7-9 1,-1-8 0,-9-6-12,-16-4 1,-9-6 0,-1-1 14,1-4 1,-2-1 0,-3-2-71,-5-8 0,-2-1 0,-1 7 118,3 7 1,-3 7-18,-2 3 0,-2 19-64,-8 79-39,12-4 0,3 10 0,5 3-762,9-6 0,6 3 0,1 1 0,-3-2 382,-8-8 1,-3 0-1,2-2 1,6-3 418,17 14 0,7-5 0,-9-20 0,-15-25 0,2-1 0</inkml:trace>
  <inkml:trace contextRef="#ctx0" brushRef="#br0" timeOffset="2174">5502 2751 21108,'57'-19'374,"0"0"1,1-1 0,-1 1 0,-27 3-1,0 0 1,26 3 0,-1-1 0,1 0 0,-1 0-1</inkml:trace>
  <inkml:trace contextRef="#ctx0" brushRef="#br0" timeOffset="2666">7155 2630 18330,'-11'-17'922,"28"7"1,-19-2 0,20 8 0</inkml:trace>
  <inkml:trace contextRef="#ctx0" brushRef="#br0" timeOffset="3652">6497 2371 11217,'3'-8'4915,"8"-28"0,-7 5-2339,-17 32-1937,-27 15-583,18 15 0,2 15 0,1 3-62,1 2 0,0 6 1,3 0-1,3-3-50,-2 2 0,5-3 0,10 0-763,15-1 0,10 2 0,6-4 0,4-12-2458,6-15 0,6-11 0,-1 1 2022,4 8 0,-1 0 0,-2-7 0,8-15 0,-14-6 0,-30 3 0</inkml:trace>
  <inkml:trace contextRef="#ctx0" brushRef="#br0" timeOffset="4237">7434 2464 22755,'-51'24'418,"1"0"0,-7 0 1,1 2-235,10 0 1,2-1 70,-4-5 0,0-6 47,10-8 1,3-4-45,-4-12-213,31-7-12,23 11-16,-2 12 6,12 50-1,-17-15-11,-3 4 0,-4 0 51,-10 5 425,1-4-319,-1-28 163,9-39-236,9-2-73,4-9-16,42 10 11,8 13-9,-7 7 0,5 7-81,-2 11 1,-5 8-26,-16-4 0,-9 5-222,-11 9 1,-15 1-1546,-31-5 0,-11-4 1865,4-5 0,0-4 0,-22 11 0,34-21 0</inkml:trace>
  <inkml:trace contextRef="#ctx0" brushRef="#br0" timeOffset="4471">7532 2365 22184,'0'-6'4178,"0"0"-4133,39-15-26,-13 46 1,3 27 0,1 9 0,-3-10-96,9-5 0,-8 6-228,-21-8 0,-5 13 1,-3 7-1,-4 2 0,-1-1 1,-1-7-1,1-11 1,-5 16-1,-8-7 0,-10-9 1,-1 1-1,0-1 1,1 0-1</inkml:trace>
  <inkml:trace contextRef="#ctx0" brushRef="#br0" timeOffset="2.49649E6">6399 5492 11267,'-7'0'9651,"2"0"-9287,-24-26 0,5-14-233,37 13 1,7-3-59,-15-20 0,7 1-42,39 18 0,13 14-37,-6 13 0,-5 16-11,-14 18 0,-14 13-9,-22 0 0,-12 7 0,-7 2-208,-3-4 1,-7 1-1,-4 1 1,-2-1 262,-5 3 1,-4 0 0,-1-1-1,2-2-6,4-5 1,0 0 0,2-2 0,6-2 194,-9 18 1,24-12-188,46-28 0,18-12-495,-7-8 0,6-7 1,3-4-1,-1 1 156,3-1 0,1-1 0,0-1 0,-3 0 0,5-2 0,-2 1 0,-5 1 0,-9 3 0,1 1 0</inkml:trace>
  <inkml:trace contextRef="#ctx0" brushRef="#br0" timeOffset="2.49729E6">8062 5324 16784,'-10'0'4615,"3"0"-4553,7 0-583,131-60 202,-76 52 0,2 7 0,2-3 163,-8-7 1,1-4-1,0 3 1,-5 9-75,6 13 0,-5 9 1,-22 5 366,-43 17 1,-26 5 170,0-7 0,-10 0 0,-2-2-242,10-8 1,-4 0 0,1-2-1,3 0 61,-7 1 0,3-1 0,18 0 467,23 10-652,37-36 0,21-14 0,4-5 49,-1-1 1,5-5 0,0-3 0,-3-1-69,-6 1 0,-1-1 0,-3-2 0,-3-3 141,-3-4 1,-1-4-1,-7-1 1,-13 2 162,-20-17 0,-19 4 187,-16 4 1,-9 9-348,7 17 0,0 12 177,0 15 1,11 12-234,28 20 0,13 8-50,1 1 0,7 1-73,1-6 0,4 1 0,1-1-1594,11 10 1,0-4 1705,-8-8 0,-2-5 0,10 12 0,-28-31 0</inkml:trace>
  <inkml:trace contextRef="#ctx0" brushRef="#br0" timeOffset="2.49768E6">9624 5123 22243,'31'-46'135,"1"1"1,-1-1-1,10 7 1,4 3-1,2 11-188,16 10 0,-1 20-3,-18 14 0,-2 10 0,-15 7 35,-22 7 1,-14 7-1,-5 1-334,-1-4 1,-5 2 0,-2 0 0,-2-2 391,-12 9 0,-4-3 1,7 0 296,8-6 0,4 0 0,17-10-315,25-9 1,16-9-358,10-7 0,10-6 0,5-6 91,-2-6 0,6-6 0,-1-2 0,-6 2 0,-7 2 1,-4 0-1,0-1 0,1 0 0,-1-1 0,1 0 1</inkml:trace>
  <inkml:trace contextRef="#ctx0" brushRef="#br0" timeOffset="2.49908E6">6399 7689 12472,'-8'-56'4915,"-1"0"0,-5 11-3806,-6-8-1109,11 90-2,9 3 0,5 9 0,1 2 41,0 4 0,3 0 1,2-17 1276,8-23-1244,4 33 42,-21-71 1,-5-33-1,-4-15 1,0 1-1,1 17-61,-1 13 1,1 3-110,-10-40 0,9 27-3221,21 82 0,12 40 0,-4-4 2171,-9-15 0,0 0 0,10 9 1,5 4-1,-9-25 0,-13-34 0</inkml:trace>
  <inkml:trace contextRef="#ctx0" brushRef="#br0" timeOffset="2.49933E6">8091 7328 21506,'59'-10'0,"0"-1"0,0 1 0,0 0 0,0-1 0,0 1 0,-2 0 0,-1 0 0,1 0 0,0 0 0,-1 0 0</inkml:trace>
  <inkml:trace contextRef="#ctx0" brushRef="#br0" timeOffset="2.49968E6">8216 7512 9912,'56'-8'2457,"0"0"1,0-1-1,-20-4 1,2-6-2308,9 1 0,14-6 1,8-3-1,-1-2 0,-8-1 0,-16 1 15,7-25 1,-31 0 873,-53 3 0,-21 7-742,16 18 0,-4 4 13,-16-2 1,7 6 462,32 9-722,33 16-63,10 6-55,20 19 0,3 7-17,-16-13 0,-5 7 84,-13 14 0,-5 14 0,-4 2 0,0-13 0,4-14 0,-5-2 0,-16 19 0,0-1 0,0 0 0</inkml:trace>
  <inkml:trace contextRef="#ctx0" brushRef="#br0" timeOffset="2.5003E6">9910 7323 13637,'3'-48'2358,"1"1"0,-1 0 0,1-15 0,-5 1-1739,-4 16 1,-3 0 0,-1 5-385,2 4 1,0 3-228,-3-10 1,6 17-9,10 43-6,6 18 1,2 9-7,-2-4 1,-1 3 0,1 3 20,2 12 1,-1 3-1,-1-4 10,1 2 1,-3-4 145,-3 0 1,-6-22 52,-14-62-140,3-9 1,1-10-1,2-5 1,0-7-1,1 4-22,-2-3 0,1 5-112,3-11 0,4 26 51,4 53-130,4 21 1,2 13 134,-3 7 0,-1 6 0,1-5 0,3-4 0,-1-2 0,-5-5 0,0-1 0,0 0 0</inkml:trace>
  <inkml:trace contextRef="#ctx0" brushRef="#br0" timeOffset="2.50213E6">6568 9557 20699,'-45'3'400,"1"0"0,-1 0 0,2 10 0,2 5 0,7 9-404,11 16 1,10 11-1,7 0 22,3-5 1,7 1 0,7-5 9,21 7 0,12-13 112,11-17 0,3-17 103,0-21 1,-6-17-17,-11-15 0,-11-12-138,-16 12 1,-6-3 0,-7 1-6,-6 2 0,-7 1 0,-5 4 14,-13-11 0,-7 10-177,0 16 1,0 14-958,-11 28 1036,82 40 0,-18-16 0,13-16 0,0 0 0</inkml:trace>
  <inkml:trace contextRef="#ctx0" brushRef="#br0" timeOffset="2.50233E6">7642 9451 22655,'48'-23'-525,"1"0"0,0 0 0,0 0 0,4-2 0,-2 1 0,0 6 1,14 6-1,-6 7 0,0 3 0</inkml:trace>
  <inkml:trace contextRef="#ctx0" brushRef="#br0" timeOffset="2.50249E6">7845 9725 20632,'-26'25'1652,"0"1"1,74-14-2426,-7-18 0,11-9 0,4-3 0,-1 0 207,-1 1 0,1-1 0,-1 0 0,-3 1 0,4-1 0,-3 1 0,-7 1 0,-11 1 0,-1 1 0</inkml:trace>
  <inkml:trace contextRef="#ctx0" brushRef="#br0" timeOffset="2.50301E6">10029 9323 16476,'26'-47'1535,"-1"0"1,0 0 0,-5 0 0,-3 1 0,-16 11-780,-60 7-697,24 27 0,-2 9-34,-17 23 0,12 16-19,32 15 0,15 5-15,-3-15 1,12-5 26,20-9 1,13-6 0,3-12 102,-7-18 1,1-11-1,-1-3 64,20-4 0,-8-10-20,-8-20 0,-23-8-397,-49-1 0,-20 4-592,11 13 1,-6 7 257,-10 10 1,-6 5 0,7 6-1,-12 11 1,3 7 0</inkml:trace>
  <inkml:trace contextRef="#ctx0" brushRef="#br0" timeOffset="2.51948E6">17741 5475 18576,'-4'-36'2624,"-1"-1"1,-38 33-2407,-19-10-192,30 39 0,-1 18 1,7 4-48,9 3 1,7 4-1,5 0-2,3-5 1,5-1 0,11-4 7,20 2 0,13-5 0,4-14-256,-6-19 0,3-11 1,0-4 382,6-3 0,1-5 0,-7-11 160,-7-18 1,-7-12-1,-10-1-28,-10 10 1,-7-1 0,-5 0-131,-3-4 0,-4-1 0,-11 8-38,-14 9 1,-9 6 0,-1 9-209,-9 5 0,-1 12-801,-3 11 1,5 12 932,21 9 0,9 5 0,3 13 0,11-9 0</inkml:trace>
  <inkml:trace contextRef="#ctx0" brushRef="#br0" timeOffset="2.51991E6">19556 5591 18739,'3'-58'1816,"-1"1"0,1-1 1,-3-7-1,-1 6-1682,2 5 1,-4 23-124,-8 46-20,3 28 1,2 16-399,-1 0 0,0 7 0,1 1-19,1-10 1,1 3 0,-1-2 0,1-3 0,-1-1 0,0-4 0,1-2-1,1 5 1,1 1 0</inkml:trace>
  <inkml:trace contextRef="#ctx0" brushRef="#br0" timeOffset="2.52041E6">21510 5594 17725,'14'-49'1265,"0"0"1,0 0 0,0 0 0,-2-4 0,-3 2 0,-2 2-854,2-15 0,-8 14-311,-18 27-101,1 53 0,-2 27-640,3-7 0,-1 8 0,0 3 0,1-1 253,1-4 1,1 1-1,1-2 1,-1 0-1,-1-2 1,-1 1-1,2-3 1,2-7-1,3-1 1,-1 0-1</inkml:trace>
  <inkml:trace contextRef="#ctx0" brushRef="#br0" timeOffset="2.52242E6">23453 5492 16023,'-2'-36'2027,"0"-1"1,24 7-1,10 1-1943,4-4 0,6-3 1,1 9-77,26 2 1,-13 27 24,-43 45 1,-20 26-1,-9-5 58,-5-21 1,-7-3 0,4 4-181,2 8 1,0 8 0,10-4 0,18-15 88,35-18 0,20-16 0,0-4 0,-11-1 0,1-5 0,2-2 0,2-6 0,0 0 0,0 1 0,1-1 0</inkml:trace>
  <inkml:trace contextRef="#ctx0" brushRef="#br0" timeOffset="2.52385E6">25552 5204 11463,'1'-10'3276,"23"-29"1,17-15 0,3 19-2650,7 46 1,1 5-656,11-52 0,-16 13 106,-42 59 1,-18 26-1,-6-7-2,-4-14 0,-5-7 486,-8 2 1,16-11-529,40-25-18,29-7 1,7 6-6,-19 17 1,-2 10-24,11 8 1,-7 8-56,-17 7 0,-16 2-387,-26 0 1,-20-5-1179,-6-16 0,-11-6 0,1-3 1208,7-5 0,0-2 0,1-3 0,0-3 0,1-2 0,9-3 0,0-1 0</inkml:trace>
  <inkml:trace contextRef="#ctx0" brushRef="#br0" timeOffset="2.52606E6">28145 5131 14628,'4'-3'6312,"0"2"-5791,-51-21-292,16 19 1,-4 1-77,-7-4 1,-5-3-1,1 3 34,-17 3 1,2 3-59,1-1 0,5 1-12,14-2 1,6 2-56,-1 8 95,12 21 44,14 24-128,4-19 0,0 4 55,-3 11 1,0 1-45,1-9 0,0-1-3,-1-1 1,1-3 170,-5 8 734,9-27-706,12-23-190,34-29-74,0 11 1,7 0-17,-3 2 0,4 5-9,14 4 1,1 12-3,-12 20 0,-7 12-14,-7 4 0,-9 6-54,-8 6 1,-16 3-497,-33 5 1,-19-6-2112,-5-16 1,-6-8 2119,-1 2 1,3-7 0,15-12 0,7-4-1,13-4 1</inkml:trace>
  <inkml:trace contextRef="#ctx0" brushRef="#br0" timeOffset="2.52626E6">28298 5067 20168,'44'-16'-964,"-1"1"1,1 0-1,16-6 1,-6 2 963,-1 2 0,-20 7 0,-30 8 0</inkml:trace>
  <inkml:trace contextRef="#ctx0" brushRef="#br0" timeOffset="2.53133E6">17658 7695 16208,'-3'-49'1251,"0"1"1,0-1 0,1-9 0,-3 25-1247,-22 89-2,21-1 0,7 9 2,2-11 1,2 3 0,-1-1 55,1-2 1,0-1-1,-4-2 219,-6 13 0,-11-9-64,-14-18 0,-10-12 58,-20-17 1,-3-11-9,12-1 0,3-6-98,3-8 0,8 4-246,16 19 89,15 43-8,7-14 0,5 2 111,9 15 1,9-4 58,4-17 1,9-10-73,19-14 0,13-11 0,-4-3-85,-16 0 1,-2-3 0,1-3 12,-1 0 1,3-3-1,-3-1 1,-6 3-16,0-1 0,-9 3-862,-4 1 0,-23 10 0,-8 4 0</inkml:trace>
  <inkml:trace contextRef="#ctx0" brushRef="#br0" timeOffset="2.53213E6">17630 9347 16846,'5'-40'2744,"1"-1"1,-4-9-2207,-7-2 0,-10 10-387,-40 43-140,10 21 0,1 12 6,3 16 0,10 9-17,12 4 0,17 0 19,20-10 1,15-9 55,15-15 1,7-14 106,3-20 0,-3-15 11,-8-13 1,-12-13 10,-18-13 0,-14-4-159,-8 13 0,-11 4-2906,-27-2 0,-5 11 83,3 11 2778,-19 14 0,60 13 0,1 2 0</inkml:trace>
  <inkml:trace contextRef="#ctx0" brushRef="#br0" timeOffset="2.53289E6">19599 7369 17288,'-1'-48'1295,"0"1"0,0-1 0,-1 75 0,-1 30 0,-3-10-1317,-12-8-1081,7 9 0,-1 21 0,-1 9 0,1-8 0,0-22 1176,-9-7 1023,-26-40 1,-7-9-845,6 13 172,15-38 0,17 4-434,39 46 1,25 22 0,1-13-1150,7-36 0,4-5 1159,-5 26 0,3 7 0,-9-14 0,-5-35 0,-20 3 0,-24 27 0</inkml:trace>
  <inkml:trace contextRef="#ctx0" brushRef="#br0" timeOffset="2.53345E6">19671 8860 21595,'7'44'948,"-10"9"1,-3 9 0,7-30 698,8-44-1605,-12 46 0,-1 0 14,6-68 0,3-30 0,-2 30-611,-5 71 1,-1 24 554,5-21 0,0 2 0,-4 12 0,-2 6 0,3-9 0,9 7 0</inkml:trace>
  <inkml:trace contextRef="#ctx0" brushRef="#br0" timeOffset="2.53788E6">19991 7490 8142,'18'-50'1157,"-1"0"1,1-1 0,0 1 0,0 0 0,-10-16 0,-7 4 0,-19 9-869,-16 19 1,-14 7 0,-9 7 0,-5 8-852,13 9 0,-4 5 0,-4 5 0,-4 3 0,-1 3 0,0 1 0,0 2 0,1-1 600,5 1 0,-1 0 0,0 2 0,0 2 0,-1 1 0,1 0 0,-1 2 0,0 0 0,-1 2-21,6-3 0,-1 1 1,-1 0-1,0 1 0,0 1 1,0 0-1,0 2 0,1 1 1,0 2-1,2 1 1,0 2 4,3 0 0,-1 3 1,0 1-1,1 1 1,0 2-1,1 0 0,1 2 1,2 0-1,0 0 1,3 1-1,1 0 0,3-1-154,-5 7 1,4 1 0,2 1 0,1 0 0,3 1 0,1 0 0,1 0 0,1 1 0,1 1 131,0-1 0,-2 2 0,0 0 0,1 1 0,3-1 0,4 1 0,5-1 0,6-2 0,9-1 171,9 9 0,9 1 0,7-1 1,7-2-1,5-3 0,5-6 1,2-5-215,6-7 1,6-6 0,5-5 0,4-4 0,4-3-1,1-3 1,2 0 35,-13-5 0,3-2 1,2-1-1,2-2 1,1-2-1,1-1 1,1-1-1,1-2 1,-1-2-1,0 0 0,-1-2-72,-2-2 1,0-1 0,1-2 0,0-1 0,0-2 0,1-1 0,-1-1 0,0-1-1,0-1 1,-1-1 0,0 0 0,-2-1 108,0-1 0,-1 0 1,1-1-1,-1-2 0,0 0 1,-1 0-1,0-2 1,-1-1-1,-1 0 0,-1-2 1,-2 0-1,-1-1 54,4-3 0,-1-2 0,-1 0 0,0-2 0,-2 0 0,-2-1 0,-2-2 0,-2 0 1,-4-2-1,-3 0-93,6-10 0,-2-2 0,-3-2 0,-5-1 1,-5-1-1,-7 0 0,-9 1-42,-8-5 1,-8-1 0,-7-1-1,-7 2 1,-6 1 0,-6 5-66,-6 6 1,-8 2 0,-6 2 0,-4 2 0,-4 3 0,-2 2-1,0 1-977,5 8 1,-3 1 0,-3 2 0,-2 2-1,0 1 1,-1 2 0,2 0 0,1 1-1,3 1 905,-3-1 0,1 1 1,2 2-1,0 0 1,2 2-1,0 0 1,1 2-1,-14-1 0,-2 1 1,3 3-1,9 1 1,16 2-1,2 2 1</inkml:trace>
  <inkml:trace contextRef="#ctx0" brushRef="#br0" timeOffset="2.53876E6">21529 6888 19524,'13'-47'890,"1"1"1,-1-1-1,6-17 1,-10 26-863,-16 50-42,-7 25 0,-3 13-5,2-5 0,0 5 1,0 0 16,-1 3 0,-1 1 0,0-3 101,3-6 0,-2-2 0,-1-6 156,-4-5 0,-4-13 97,-30-38-173,26-11 1,2-7-32,1-4 1,4-1-158,7 7 1,1 9-104,-3 21 78,7 62 25,11-13 1,7 2 25,11 6 0,12-6 19,17-8 1,10-11-19,-12-16 1,4-7 0,1-3-31,2-6 1,1-4 0,-3-3-402,-7-2 1,-2-1 0,-4-1 412,-1-1 0,-5 0 0,-2-2 0,-29 18 0</inkml:trace>
  <inkml:trace contextRef="#ctx0" brushRef="#br0" timeOffset="2.5393E6">21662 8409 19036,'-19'-40'1695,"0"0"0,-1 85 1,6 23-828,11-13-855,2 3 0,1 8 0,3-34 160,5-63 1,4-40 0,-3 0 0,-9 37-196,-15 51-155,23-57 0,3 3 177,-14 65 0,-8 37 0,-2 11 0,4-18 0,5-21 0,1-2 0,0 27 0,0 1 0</inkml:trace>
  <inkml:trace contextRef="#ctx0" brushRef="#br0" timeOffset="2.54064E6">23973 6795 14437,'-25'41'2253,"1"0"1,0 0 0,-20-46-1822,16 45 1,-1 32 0,0-4 0,3-35-55,-1-57 0,0-16-137,-17 3 0,3 3-258,7 0 76,64 44 1,31 19 0,-3 2-13,-9 3 1,6-4-333,-4-16 1,11-3-1,4-3 1,-3-3 0,-10-5 284,7-10 0,-6-7 0,11-6 0,-13 2 0,-31 13 0</inkml:trace>
  <inkml:trace contextRef="#ctx0" brushRef="#br0" timeOffset="2.54182E6">23654 8150 18005,'24'-50'1083,"1"0"0,-14 12 0,4 8-1078,26 15 1,3 18 2,-18 15 1,-8 13-15,-7 9 1,-7 9-1,-8 0 157,-15 4 0,-9 0 1,13-1-399,26-2 1,12-1-1,-2-5 247,-11-5 0,6-9 0,44-21 0,9-14 0,-31-3 0,0 1 0</inkml:trace>
  <inkml:trace contextRef="#ctx0" brushRef="#br0" timeOffset="2.54288E6">25887 6793 15300,'1'-51'1725,"0"0"0,0-1 1,-1-20-1,-1 31-1762,-5 72 1,-1 20 41,1-18 1,1 5-12,-1 11 1,0 12-1,0 2 1,0-9 83,-3 7 1,-1-5-2344,1 5 1,-3-14 2387,-3-34 780,9-64 0,7-28-746,1 26 0,2-2-34,0 0 0,0-3 0,1 8-162,0 13 0,0 6 865,4-10-829,-1 84 0,0 23-47,1-4-491,-3-17 1,1 11 0,-1 0-1,-2-10-2333,-2-8 1,-1-4 2419,0 18 1,-3-8-1,-2-25 1,0-14-1</inkml:trace>
  <inkml:trace contextRef="#ctx0" brushRef="#br0" timeOffset="2.5432E6">25497 7033 22335,'-1'45'344,"-1"1"1,22-7-1,10 0 1,-1-9-222,23 5-30,-9-17 1,10-1-1,0-10-119,-4-16 0,0-10 0,-3 1-352,8 4 0,-2-2-331,0-8 0,2-5 1,-13 6-1,-12 2 1,0-5-1</inkml:trace>
  <inkml:trace contextRef="#ctx0" brushRef="#br0" timeOffset="2.54395E6">25535 7984 14191,'-12'-63'3932,"35"35"0,8 0-3870,-3-17 0,5 4-74,7 22 1,6 9 0,-3 12-15,5 25 1,-13 18-34,-23 15 0,-13 7 92,-1-2 1,-9-2 221,-20 0 1,-5-19 729,11-42-856,10-2-34,32-31-134,24 47 0,10 14 39,-15-18 0,-3 6-107,3 26 1,-4 14 0,-16-9-169,-34 3-102,-29-19 0,-20-2 0,7-10 0,19-16 1,1-5-1,-12-3 0,1-1 0,0 1 0</inkml:trace>
  <inkml:trace contextRef="#ctx0" brushRef="#br0" timeOffset="2.5451E6">27618 7022 7067,'10'-60'1966,"-1"1"0,1-1 0,-1 0 0,1 0 0,-15 103 4396,-9-91-6263,8 75 1,0 39 0,0 14 0,-1-7 0,-3-31 527,-5-31-451,22-47 1,4-20-211,-16 18 1,-1-1 16,16-28 0,4 25 17,-11 69 0,-1 37 0,-2 12 0,2-16 0,2-12 0,1-1 0,-6 5 0,1 1 0,-1-1 0,1 1 0</inkml:trace>
  <inkml:trace contextRef="#ctx0" brushRef="#br0" timeOffset="2.54553E6">27385 6989 11278,'-4'-4'4915,"-19"23"0,0 9-4086,16-6-311,8 27 1,15-3 18,37-36 1,13-12-467,-21 9 0,0 1 0,2-8-34,3-11 1,3-6 0,-1-5 0,-6 1-265,12-11 0,-6 1-624,0 6 1,-7 2 0,-9 1 0,-35 32 0</inkml:trace>
  <inkml:trace contextRef="#ctx0" brushRef="#br0" timeOffset="2.54611E6">27601 7945 13390,'8'9'9830,"-13"17"-9574,-4 11 0,-4 14 1,0 5-1,4-7-150,4 19 1,8-8 35,2-20 1,10-13 251,31-37 0,17-26 1,-9 3-306,-23 16 1,-2-3-53,18-23 0,5-7 1,-17 30-36,-30 49 1,-8 14-31,-1-9 0,-1 6-787,0 7 0,-1 11 0,0 1 1,1-6 814,1-7 0,1-3 0,-1-1 0,0 5 0,0 1 0,1-8 0,3 7 0</inkml:trace>
  <inkml:trace contextRef="#ctx0" brushRef="#br0" timeOffset="2.55246E6">30096 5336 11570,'21'-35'4662,"-1"1"1,-22 2-3587,0-26-810,-26 63 0,-7 16-140,-8 13 0,2 10-83,12-4 0,2 5 0,3 1-173,2 5 1,3 2 0,6 1 127,6-3 0,5 0 0,7-2 33,13 13 0,13-10 0,17-18 0,10-16-16,-15-14 0,2-8 0,-1-6 7,-2-7 1,-2-6-1,-4-3 23,8-19 0,-16-5-23,-26 2 0,-18 1 0,-21 6 1,-13 6 29,11 15 1,-3 2-1,1 2 96,-17-4 1,7-3-74,16-2 1,12-5-76,24-7 0,13-2-3,17-3 0,9 4 3,8 0 0,4 9 177,-3 11 0,-3 14-197,-8 20 0,-7 14-212,-11 17 0,-11 11-1111,-7-6 1,-7 5 0,-2 0 881,-1-4 1,-2-1-1,-1-3 1,-4 9-1,0-8 1,-9 3 0</inkml:trace>
  <inkml:trace contextRef="#ctx0" brushRef="#br0" timeOffset="2.55373E6">29801 6793 21657,'11'63'132,"-7"-23"1,-1 7 0,-2-1-137,1 0 0,-2 0 0,-2 2 45,-5 16 1,-2 3-1,-4-12 66,-18 0-23,-6-24 0,-5-13-9,6-29 1,2-14 148,2-16 0,0 6 241,-25 33-432,46-5 129,28 50 1,27 10-142,0-47 0,13-14 0,4-6 0,-6 6-1599,-6 10 1,-3 3 0,2-7 1092,6-12 0,6-8 1,-5 0-1,-19 7 1,-17 6-1,-13 8 1</inkml:trace>
  <inkml:trace contextRef="#ctx0" brushRef="#br0" timeOffset="2.55629E6">29975 8165 10662,'0'-3'9713,"-8"-27"-8582,-9 23-742,-32-3 1,-8 4 2,-5 15-319,7-2 0,6 3 162,24 11 36,-1 28 1,2 9-113,10-23 1,0 1 11,-12 20 0,1-5 904,9-18-1081,16-33 1,0 1 5,-2 5 56,1-3 12,-7 15 116,6-14-10,-3 9-196,5-13 733,0 1-683,3-4-17,2-1-59,29-11 1,11 0-48,8 12 75,6 20 0,-4 10 4,-13 20 46,-20 17 1,-21 0-98,-33-33 0,-9-6-247,13 6 1,-4-7 313,-31-27 0,1-12 0,19 2 0,0-24 0</inkml:trace>
  <inkml:trace contextRef="#ctx0" brushRef="#br0" timeOffset="2.5655E6">6634 12305 11626,'15'-58'1404,"-1"0"0,0 0 0,0 0 1,-2 8-1,1 0 0,-1 2 1,-3 5-224,2-9 1,-3 8-1002,1 7 44,-14 88-210,-4 7 0,-1 11-20,2-11 0,0 2 1,2 1 48,1-1 0,2-1 0,2-4 41,3 11 0,11-15 268,36-23-265,-11-46 0,1-14 87,4-10 0,-1-5-37,1-2 0,-3 2-115,-11 11 1,-3 13 78,3 33-90,-25 23 0,-7 11-299,2-3 1,-2 5-1,1 0-197,2 2 1,2 0-1,-2-3 1,-2 2-1,0-4 1,11 12-1</inkml:trace>
  <inkml:trace contextRef="#ctx0" brushRef="#br0" timeOffset="2.56605E6">9235 12335 16812,'4'-49'1991,"0"1"0,0 0 1,-1-14-1,-12 14-1700,-45 27-260,18 36 0,0 13-20,-5 13 0,5 8-19,14-10 1,2 2 0,6 2-49,5 20 0,17-3-62,21-12 1,14-6-1,10-6 0,4-5 62,-4-5 0,-10 3 45,-18 29 16,-46-30 1,-15-3-230,-14-2 0,-6-9-2577,2-11 1,4-9 2800,14-5 0,6-5 0,0-12 0,26 6 0</inkml:trace>
  <inkml:trace contextRef="#ctx0" brushRef="#br0" timeOffset="2.56689E6">9878 12017 25057,'-3'63'-110,"1"1"0,0-8 0,1 5-505,0-12 0,1 5 1,-1 1-1,1-4-778,1 1 0,-1-4 0,1-1-3523,-1 16 1,2-14 2396,2-34 7434,-18-52 0,-8-23-1025,6 24 0,12 1-4137,36-11 1,24-1 0,-5 12 232,-20 20 0,4 5 400,22-10 0,17-4 1,-8 5-1,-34 17 130,-70 45-494,55-51 48,-31 42 0,2 1 31,41-47 280,10-8 0,-5 12-275,-32 42 1,-7 8-141,12-12 59,16 34 1,8-15 298,12-78-876,-3 22 1,-4-3 551,-18-51 0,-26 60 0,7 2 0</inkml:trace>
  <inkml:trace contextRef="#ctx0" brushRef="#br0" timeOffset="2.56783E6">10653 12461 14527,'2'53'1217,"0"0"0,-1 0 0,1-25 0,0 32 0,-1 1 0,0-1 1</inkml:trace>
  <inkml:trace contextRef="#ctx0" brushRef="#br0" timeOffset="2.56806E6">10756 12203 18156,'-21'2'0,"5"0"0</inkml:trace>
  <inkml:trace contextRef="#ctx0" brushRef="#br0" timeOffset="2.569E6">11034 12433 16639,'18'62'3836,"0"-1"1,0-107-3815,8 87 1,11 4-23,-3-60 0,6-25 0,4-7 0,-3 13-23,20 12 1,2 6 118,-16-1 1,5-3 0,-3 0 0,-11 1 844,7-20-756,-28 11-224,-45 11 50,36 68 0,15 22-20,-4-35 1,0 3-67,-6 11 1,-1 12 0,-6 0 0,-10-15-430,-14-15 0,-8-6-62,-16 14 1,-6-10 0,4-28-1,2-12 1,-15-21 0</inkml:trace>
  <inkml:trace contextRef="#ctx0" brushRef="#br0" timeOffset="2.56919E6">12432 12348 23366,'64'-14'-1405,"0"1"1,-1-1 0,-8-1-1,-4 0 1,-14 9 0,-18 12-1</inkml:trace>
  <inkml:trace contextRef="#ctx0" brushRef="#br0" timeOffset="2.5695E6">12440 12606 25158,'45'-28'-157,"-1"-1"0,1 1 0,0 0 0,0 0 1,8-6-1,-4 2 0,-13-4 308,-13-12 1,-18 0 1256,-30 4 1,-5 8-1347,17 17-6,-12-16-1404,41 64 1,18 32 0,-5-6 871,-15-20 0,-2 2 476,3 13 0,1 11 0,-2-1 0,-8-14 0,-12-2 0,-5-10 0,-1 0 0</inkml:trace>
  <inkml:trace contextRef="#ctx0" brushRef="#br0" timeOffset="2.57098E6">10301 12598 17402,'19'-55'1714,"1"1"0,-2 4 0,-6 6-513,-14-1-769,-4 13-67,-2 18-284,-22 31 0,-5 11-598,6-3 533,-12 13 1,-2 5 108,18-13 1,5 4-123,9 19 0,5 1-6,-2-16 0,5-2 3,13 7 0,9-8 84,23-25 314,4-46-286,-8 2 41,-16-8 0,-1-12 1,-3 7-96,-6 16 1,0 1-3,10-29 0,0 10 163,-7 37 467,-7 17-641,-4 19-26,1 23 1,1 6-266,9 5-239,6-16 0,8 4 1,-4-10-1,3-8 1,3-11-1,0 1 1</inkml:trace>
  <inkml:trace contextRef="#ctx0" brushRef="#br0" timeOffset="2.57306E6">10989 12500 10550,'-3'-3'9830,"2"2"-7527,-11-27-1413,5 20-336,-9-20-470,11 26-67,2 2-39,3 0 139,10 13-89,13 17 3,15 13 0,3 5-26,-16-16 1,-1 1-4,4 1 0,1 4 0,-12-2 132,-22 8 1,-10-3 61,-3 13-34,-8-16 0,2-18 191,17-54 1,11-18-321,3 22 1,4-2-18,3-12 1,2-5 0,8 2-535,7 8 0,7 1 0,2 2 0,-4 5 518,1-3 0,1 2 0,2-3 0,2-1 0,-10 12 0,-15 20 0</inkml:trace>
  <inkml:trace contextRef="#ctx0" brushRef="#br0" timeOffset="2.57698E6">15460 12480 17395,'7'-49'1540,"0"1"0,0 0 1,2-16-1,-5 26-1375,-13 64 1,-4 21-213,3-8 0,-1 4 1,0 3-1943,-3 13 1,-1 4 0,1 0 1988,1-2 0,1 1 0,1-6 0,0-4 0,3-6 0,-2 14 0</inkml:trace>
  <inkml:trace contextRef="#ctx0" brushRef="#br0" timeOffset="2.57743E6">16391 12502 17132,'0'-7'6844,"0"1"-6614,0-8-177,-5 47 0,-1 21-325,2-19 1,0 3-596,1 17 1,0 8 0,2-2-3407,5 3 0,1-5 4273,-2-8 0,2-7 0,6 1 0,-10-33 0</inkml:trace>
  <inkml:trace contextRef="#ctx0" brushRef="#br0" timeOffset="2.57761E6">16073 12841 15552,'-5'-3'8049,"1"0"-7388,4 3-549,74-61-370,-18 44 1,10 3-1060,-17-4 1,5-4 0,1 1 0,0 4 1316,-3 7 0,2 3 0,-2 2 0,-4 0 0,-1 0 0,-2 0 0,-5 1 0,-3 0 0,0 1 0</inkml:trace>
  <inkml:trace contextRef="#ctx0" brushRef="#br0" timeOffset="2.57806E6">17703 12496 19798,'14'-53'1936,"1"0"0,-2 5 0,-6 21-1796,-15 64-129,0 5 1,-2 8-364,2-3 1,-1 4 0,1 1-1836,1 4 1,2 2-1,1-3 2187,2-8 0,1-1 0,2-4 0,-1 1 0,4-7 0,7-7 0</inkml:trace>
  <inkml:trace contextRef="#ctx0" brushRef="#br0" timeOffset="2.57846E6">17432 12758 13301,'-7'-2'8082,"2"1"-7623,26-21-448,-11 17-336,28-17-296,-38 24-477,17-3 1098,-13-3 0,4 1 0,4-2 0</inkml:trace>
  <inkml:trace contextRef="#ctx0" brushRef="#br0" timeOffset="2.57932E6">17458 12715 8338,'60'-16'2457,"1"1"1,-1-1-1,-3-1 1,3-1-2056,-3 2 1,10-3-1,-2 1 1,-11 2-1,-8 1 1,-9 2 0,3-3-1</inkml:trace>
  <inkml:trace contextRef="#ctx0" brushRef="#br0" timeOffset="2.57972E6">17145 12770 7651,'8'-55'1404,"0"0"0,0 0 0,0 1 1,0-1-1,-3 1 0,0 5 1,3 7 1367,8 3 1,-1 20-3296,-11 49 1,-8 41 0,-2 13 0,3-9 522,5-24 0,0-3 0,0 1 0,-1 2 0,-2 14 0,-2 6 0,-1-5 0,3-11 0,2-15 0,0 0 0</inkml:trace>
  <inkml:trace contextRef="#ctx0" brushRef="#br0" timeOffset="2.581E6">18492 12688 13547,'5'-59'3276,"1"-1"1,0 24 0,0 0-2731,0-33 0,1 24-462,-1 56-95,-10 44-1751,4-12 0,1 14 0,1 5 0,0-2 0,0-11 1762,3 3 0,0-1 0,-2 4 0,-1 11 0,0-7 0,4-21 0,4-23 0</inkml:trace>
  <inkml:trace contextRef="#ctx0" brushRef="#br0" timeOffset="2.5813E6">19451 12436 20268,'0'-4'4128,"0"1"-4137,-9 31 1,-2 24-2029,7-1 0,2 6 0,-1-1-211,-3-7 0,-2-1 1,1 2 1538,4 10 0,3 1 1,0-13-1,0-13 1,0-18-1</inkml:trace>
  <inkml:trace contextRef="#ctx0" brushRef="#br0" timeOffset="2.58152E6">19028 12740 22957,'59'-12'-869,"-1"0"1,1 0 0,-1 0 0,1 0 0,6-1 0,1-2 0,-7 3-1,-12 5 1,5 7 0,-25 0 0</inkml:trace>
  <inkml:trace contextRef="#ctx0" brushRef="#br0" timeOffset="2.58173E6">20188 12296 25371,'-2'55'-534,"1"0"1,-2 4-1,0 6 1,0-3 533,1-14 0,0-2 0,0 0 0,0 3 0,-1 1 0,1-8 0,-4 11 0</inkml:trace>
  <inkml:trace contextRef="#ctx0" brushRef="#br0" timeOffset="2.58446E6">15074 14181 19204,'-12'-47'833,"0"0"0,0 0 1,17-22-1,19 12-769,29 27 1,13 16-62,-17 6 1,3 6 0,-3 6 40,-3 5 1,-3 7 0,-10 7 22,-11 29 1,-21 8-70,-18-10 0,-14 0 0,-3 0-235,4-11 1,-4-1 0,-1 0 0,1-2 251,-8 6 0,1-2 0,5-3 212,-4 4 1,19-8-65,55-9-1051,21-26 0,12-10 888,-8 1 0,4-3 0,-4 1 0,5-2 0,-4-1 0,-6 2 0,1 0 0</inkml:trace>
  <inkml:trace contextRef="#ctx0" brushRef="#br0" timeOffset="2.58493E6">16820 14065 23971,'13'43'210,"-5"-10"0,1 6-838,3 6 1,0 5 0,-1 1-81,-2 2 1,-2 0-1,-1-5 1,1-2-1,-2-5 1,-5-8-1,0 0 1</inkml:trace>
  <inkml:trace contextRef="#ctx0" brushRef="#br0" timeOffset="2.58513E6">16675 14408 14717,'-6'-5'8783,"1"1"-8601,-19-29 0,11-6-165,49 21 0,14 0-465,-14-25 0,8 1 93,1 29 1,12 6 0,4 5-1,-1 1 1,-8-2 0,-5 0 0,-5-1-1,1 2 1,9 0 0,0 1 0,0-1-1</inkml:trace>
  <inkml:trace contextRef="#ctx0" brushRef="#br0" timeOffset="2.58556E6">17804 14029 17244,'-5'0'5164,"1"0"-5108,27-29 0,22-10-20,1 24 1,5 4-24,-3-8 0,4-2 0,-3 11 6,8 16 1,-12 18-12,-27 29 1,-22 12-22,-16-19 0,-12 1 0,-4 1-228,5-4 1,-3 2-1,0 0 1,0-4 258,-6 4 1,0-4 0,10-1 618,8 7 0,20-9-436,36-26 1,16-10-189,-7-3 0,5-4 1,4-3-1079,7-3 0,5-3 1,2-2-1,-4 2 1065,3-1 0,-3 0 0,-1 1 0,-3 1 0,-1-1 0,-8 3 0,-12 3 0,0 0 0</inkml:trace>
  <inkml:trace contextRef="#ctx0" brushRef="#br0" timeOffset="2.58718E6">14923 15617 16101,'-1'-48'4601,"1"-1"0,0 1-4545,-1 2-382,0 67 0,-2 31 0,0 12 0,0-5 326,-2-6 0,-1 1 0,0 1 0,0 0 0,2 4 0,1 2 0,-1-2 0,0-5 0,-6 7 0,0 1 0</inkml:trace>
  <inkml:trace contextRef="#ctx0" brushRef="#br0" timeOffset="2.59009E6">15844 15656 18828,'0'-7'5927,"0"2"-5804,-18-13-34,11 51-341,-8 14-1025,17 8 1,6 8-2001,-6-19 0,1 2 0,0-3 2498,1 8 0,-1-4 0,-2-11 0,-2-7 0,-4-12 0</inkml:trace>
  <inkml:trace contextRef="#ctx0" brushRef="#br0" timeOffset="2.59029E6">15568 16052 22162,'-23'-41'627,"0"0"0,29-1 0,18 6-847,17 20 0,14 11 0,2-1-409,6-5 0,2 1 0,-3 0 0,-16 2 0,-1 1 0,-5 1 0,2 0 0,-1 0 0</inkml:trace>
  <inkml:trace contextRef="#ctx0" brushRef="#br0" timeOffset="2.59248E6">16769 15716 10349,'-4'0'9830,"0"0"-8881,0-40 0,12-15-879,14 28 1,7 2-60,-3-12 0,0-4 0,7 10-17,26 18 1,4 19-9,-4 17 0,-10 13-6,-19 2 1,-15 8-6,-24 3 1,-15 5-1,-3-4 27,2-14 0,-3-2 0,-2-1 5,-10 7 1,-3 0 0,7-5 45,5-9 1,13-4 220,30 2-482,24-23 1,14-9-3070,-1 2 0,5-3 0,-1 0 2751,-7 1 1,0 0 0,-4 0 0,12-1 0,-12 1 0,-25 6-1</inkml:trace>
  <inkml:trace contextRef="#ctx0" brushRef="#br0" timeOffset="2.59297E6">18232 15750 15564,'1'-49'2275,"0"0"0,0 0 1,1-6-1,-4 9-2225,-9 10-5,5 81-62,10-5 1,4 7-285,-2 0 0,2 3 1,1 2-518,3 4 0,2 2 0,-1-1 818,-3 0 0,0-1 0,-1-5 0,3 1 0,-2-6 0,-6 15 0</inkml:trace>
  <inkml:trace contextRef="#ctx0" brushRef="#br0" timeOffset="2.5932E6">18025 15933 14096,'32'-31'1753,"0"0"0,1 0 0,14-2 1,5 2-1,2 6-3454,1 9 0,3 7 0,1-1 892,3-2 0,2 1 1,-5 0-1,9-1 1,-8 2-1,2 1 0</inkml:trace>
  <inkml:trace contextRef="#ctx0" brushRef="#br0" timeOffset="2.59343E6">19141 15232 16331,'6'63'0,"-1"1"0,1-1 0,-1 0 0,1 1 0,0-1 0,-1 1 0,0-5 0,1 0 0,-1 0 0,0 1 0,0-1 0,1 0 0</inkml:trace>
  <inkml:trace contextRef="#ctx0" brushRef="#br0" timeOffset="2.59815E6">15195 17293 10847,'4'-50'1966,"1"0"0,-1-1 0,-1 4 0,0 0 0,-1 5-73,2-2 0,-2 6-1680,-1-14-179,0 77 39,0 37-133,-1-20 0,0 7 0,0 1-2982,0 9 1,0 2 0,0-3 2433,1-10 1,1-2 0,-1-2-1,-1 14 1,1-11 0,4-27-1</inkml:trace>
  <inkml:trace contextRef="#ctx0" brushRef="#br0" timeOffset="2.59871E6">16170 17110 17132,'3'-54'2264,"-1"0"1,-3 13 0,3 8-2024,7 15-96,-2 69-176,-5-12 1,0 5-583,0 7 1,0 7 0,0-2-1116,0-10 1,0 0 0,1-1 1242,-1 4 1,0 1-1,1-7 1,1-7-1,0-6 1,2-2-1</inkml:trace>
  <inkml:trace contextRef="#ctx0" brushRef="#br0" timeOffset="2.59888E6">16047 17385 20336,'23'-59'58,"0"0"1,3 21 0,6 3 0,4 5-59,9 10 0,6 6 0,-2 2 0,3-3 0,-3 3 0,-10 6 0,0-1 0</inkml:trace>
  <inkml:trace contextRef="#ctx0" brushRef="#br0" timeOffset="2.59934E6">17510 17063 19025,'-3'-51'1522,"0"0"0,0 0 0,2-14 0,-4 15-1438,-5 34-17,6 67-112,1 3 1,0 9-817,1-4 0,-1 6 1,1-1 252,-1-4 1,1-1 0,0-3-1,-2 11 1,1-10 0,3-2-1</inkml:trace>
  <inkml:trace contextRef="#ctx0" brushRef="#br0" timeOffset="2.6002E6">18308 17140 19372,'0'51'-43,"-1"0"0,1-1 0,0 1 1,1-4-1,1-4 0,0 2 1,0 10-1,-1 2 0,1-9 1,6 5-1</inkml:trace>
  <inkml:trace contextRef="#ctx0" brushRef="#br0" timeOffset="2.60043E6">18214 17426 9302,'51'-33'0,"0"0"0,-1 0 0,1 0 0,0 0 0,0 0 0,-2 2 0,0-1 0,0 0 0,-1 1 0,1-1 0</inkml:trace>
  <inkml:trace contextRef="#ctx0" brushRef="#br0" timeOffset="2.6014E6">19467 17011 11351,'-14'-45'3276,"0"-1"1,56 16 0,6 0-2227,-41-26 1,1 12-2966,40 52 0,15 27 0,-22 4 1859,-48 0 0,-8 8 410,19 7 0,7 12 1,5-2-1,5-15-382,6-17 0,10-9-101,16 1 0,12-2 0,-2-13 0,-14-15 0,-1-9 0,0-1 1,-2 3-1,0 1 0,0-1 0</inkml:trace>
  <inkml:trace contextRef="#ctx0" brushRef="#br0" timeOffset="2.63435E6">22544 12253 13569,'16'-36'5719,"0"46"-5637,-7 21 1,-5 20 0,-2 10 0,0-1-783,1-6 0,-2 2 1,1 3-1,-2 1 0,0 2 703,-1-10 0,0 1 0,0 2 1,-1 0-1,0 3 0,-1 1 1,1 4 74,-1-8 0,1 4 1,-1 2-1,-1 3 1,1 0-1,0 2 0,-1-2 1,1 0-1,-1-2 1,1-2-1,0-4-318,-1 9 1,1-4 0,0-2 0,-1-2 0,1 1 0,0 2-1,-1 3 286,1-3 0,0 3 0,-1 1 0,1 2 0,0 0 0,0-1 0,0-1 1,0-3-1,1-3 32,1 6 0,0-4 1,0-1-1,1-2 1,-1 2-1,0 2-149,0-1 0,0 2 1,0 1-1,0 0 0,0 1 1,0-1-1,0 1 86,0 0 0,0-1 0,0 1 1,0 0-1,0 0 0,1 1 0,-1 1-249,0-5 1,0 2 0,0 1 0,0 0 0,0 0 0,1-2 0,-1-2 0,1-4 233,1 13 0,-1-4 0,1-2 0,0-3 0,0-3 0,0 0 0,-1-2 0,1-4 0,-1-5 0,3 10 0,-1 0 0</inkml:trace>
  <inkml:trace contextRef="#ctx0" brushRef="#br0" timeOffset="2.6351E6">24420 12545 17305,'-7'-62'1564,"1"0"0,0 0 0,-5 0 1,11 9-1560,18 11 1,5 21-27,2 54 1,-2 36-1,-13-3 32,-20-25 0,-9-1 1,2 4-1,11 11 0,6 6 0,-2 1 1,-7-8 17,-15-4 1,-6-6 0,7-7 71,5 16-101,51-43 0,31-12 0,13-6 0,-1-2 0,-18 2 0,-10 3 0,0-2 0,13-4 0,0-1 0,0 1 0,0 0 0,0 0 0</inkml:trace>
  <inkml:trace contextRef="#ctx0" brushRef="#br0" timeOffset="2.63559E6">25858 12344 14404,'-11'-43'4915,"1"1"0,-3 20-4658,18 55-1736,2 13 0,3 17 1,2 4-1,-2-10-2470,0-7 1,0 0 3340,0 0 1,1 8 0,0-4-1,-3-15 1,0-13 0,-4-15 0</inkml:trace>
  <inkml:trace contextRef="#ctx0" brushRef="#br0" timeOffset="2.63576E6">25613 12702 16768,'50'-27'0,"-1"0"0,0-1 0,1 1 0,-1 0 0,0 0 0,-1 1 0,-1 0 0,1 0 0,-1 0 0,1 0 0</inkml:trace>
  <inkml:trace contextRef="#ctx0" brushRef="#br0" timeOffset="2.63663E6">24195 12482 18778,'-23'-37'770,"0"-1"1,0 0 0,18-8 0,8-3 0,7 10-726,21 4 5,22 19 1,17 7-1,-12 11-44,-3 28-3,-14-10 1,6 3 0,-16 7 7,-28 27 0,-22 8 1,1-21 1,-6 2 0,-4 1 0,2 0 6,-1 4 1,-1 0-1,2 0 1,5-3 146,7 0 0,3-3 1,4-5-204,-5 0 1,13-12-304,37-31 1,29-22 0,5-7 0,-16 8 0,-25 10-1,-2 1 1,23-9 0,0 0 0,1 0 0</inkml:trace>
  <inkml:trace contextRef="#ctx0" brushRef="#br0" timeOffset="2.63745E6">26784 12438 10881,'8'-36'3276,"0"-1"1,-2 5 0,-1-1-1583,3-17 0,-1 0-1139,-1-4-561,-6 40 3,2 54 1,1 24-150,-1-26 1,0 3-226,3 15 0,1 11 0,0 1 0,-1-13 0,-1-17 1,-1-2-1,5 28 0,0 0 0</inkml:trace>
  <inkml:trace contextRef="#ctx0" brushRef="#br0" timeOffset="2.63773E6">27787 12115 24721,'-8'47'-1217,"1"0"1,0 0 0,4 4-1,4 4 1,0 0 0,2-5 1216,4 10 0,2-2 0,-1-13 0,1 2 0,-2-7 0,0 10 0</inkml:trace>
  <inkml:trace contextRef="#ctx0" brushRef="#br0" timeOffset="2.63794E6">27599 12549 15457,'-40'-24'1635,"-1"0"1,1 0-1,-9-9 1,25 6-1390,55 19 1,25 5-2214,-11-2 1,8-3 0,5 1 0,-2-1 0,-7 2 1099,1-1 0,-4 2 0,3-1 0,9-2 1,7-1-1,-6 1 0,-23 3 0,-25 4 1</inkml:trace>
  <inkml:trace contextRef="#ctx0" brushRef="#br0" timeOffset="2.63818E6">28604 12011 21080,'-1'-5'4128,"0"1"-3914,1 4-170,6 36-19,-1 2 1,0 11-26,-1 1 0,0 8 0,0 1 0,0-6 0,2 8 0,-1-2 0,-2-4 0,0 0 0,0 0 0</inkml:trace>
  <inkml:trace contextRef="#ctx0" brushRef="#br0" timeOffset="2.65023E6">19502 4905 8941,'-54'-11'162,"1"1"0,0 0 0,0 0 0,-1 0 0,0 3 0,-2 2 0,-1 0 0,-2 1 1,-1 2-1,-1 1-16,5 2 1,-1 0 0,-2 1 0,-1 2 0,0 0 0,-1 1 0,0 2 0,0 0-588,4 1 1,-1 2-1,-1 0 1,1 1-1,-1 1 1,0 1-1,0 1 1,1 1-1,1 1 492,-1 1 1,0 1 0,0 1 0,1 1 0,0 2 0,0 0 0,2 1 0,0 2 0,0 0 52,-3 4 0,0 1 1,0 2-1,2 1 0,0 1 1,2 1-1,2 1 0,1 2-17,3 0 1,1 1-1,1 1 1,2 2-1,1 0 1,2 2-1,3 0 1,1 1-8,1 4 0,0 1 1,2 1-1,4 2 0,2-1 1,5 2-1,5-1 82,3 7 0,4 1 0,5 1 0,5 0 1,6-2-1,7-3-54,7 0 1,7-1 0,6-2 0,5-1-1,6-4 1,3-4-22,-3-9 1,5-2 0,4-3-1,3-2 1,2-2 0,2-2-1,2-1 1,0-2-134,-4-4 1,2-1-1,2-1 1,1-2 0,1-2-1,1-1 1,1-1-1,1-1 1,0-1 0,-1-1 75,-5-1 1,0-2 0,1 0 0,0-2 0,1 0 0,0-1 0,1-1 0,-1-1 0,1-1 0,-1 0 0,0-2 0,0 0-122,0 0 1,0-2 0,0 0 0,1-1 0,-1-1 0,1-1-1,-1 0 1,0-2 0,-1 0 0,0-1 0,0-1 0,-2-1 83,4-2 0,-1 0 0,0-2 0,0 0 0,-1-1 0,0-2 0,-1 0 0,-1-2 0,-1 0 0,-2-2 1,0 0 16,-1-3 1,1-1-1,-2-1 1,-1-1-1,0-1 1,-2-1-1,-2-2 1,-1 0-1,-1-1 1,-3-1 50,6-7 1,-1-2 0,-2-2-1,-2 0 1,-2-2 0,-4-1 0,-3 0-1,-4-1 33,-3-2 0,-1-2 1,-4-1-1,-3 0 0,-6 0 1,-5 0-1,-6 2-164,-8-6 1,-6-1 0,-7 0-1,-7 3 1,-5 3 0,-7 5-45,-1 11 0,-5 3 0,-6 3 0,-4 2 1,-3 3-1,-3 2 0,-2 2 0,-1 2 114,5 5 0,-5 2 0,-2 3 1,-3 2-1,-2 1 0,0 1 1,0 2-1,1 0 0,2 0 0,2 0 1,5-1-1,-10-2 0,4 0 1,2 1-1,2 0 0,0 2 1,0 1-1,-1 2 0,-2 7 0,0 0 1,0 0-1,0 0 0,0 0 1,1 0-1,-1 0 0</inkml:trace>
  <inkml:trace contextRef="#ctx0" brushRef="#br0" timeOffset="2.65234E6">21291 4438 9173,'-2'-50'1614,"1"0"0,-1 0 0,0-26 1,1 32-1066,3 64-484,0 10 1,3 6 14,3 10 1,5 1 361,11 7 0,12-11 240,18-27 1,9-17-409,-19-5 1,1-6 0,1-4-360,5-8 0,0-5 0,1-6 215,-5 0 0,1-6 1,1-1-1,1 1 24,-7 7 0,2 0 0,0 0 1,0 0-1,1 1-261,-1-1 0,1 0 1,0 0-1,0 1 1,-2 2 223,6-5 1,-1 2 0,-1 3 0,-5 9-2378,8 7 1,-11 13 2257,-16 14 0,-16 21 0,-13-16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E4AE-CCAB-4742-6C13-1237EB242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EE0D9-EF03-385F-9C32-5F45C2635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10351-D831-1E9C-8E82-71D6CB2B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88CEA-3686-E331-9791-FBCAB030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CA510-0D94-3B32-6434-45E78EF9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8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3926-1F72-3907-A2DE-79D5F9CA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95E08-D09E-CCFC-2579-E6FA0915F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7F77-B09A-5CC9-7180-DBDCE6B4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8A3EC-F763-161F-105C-73CE7B41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6C28F-A80E-7160-528B-9FA82D6B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5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3B76-04B7-04B2-6C63-0D96DF90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0331B-D36F-0BF7-8603-34A766D77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68EF-BB81-6840-D2F6-B92740A8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66B80-6612-4C35-977B-22FB3C4C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0240C-B579-6F10-DEE8-DD4FC140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87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47AD-31BA-5F7D-4C99-C5A865D0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1391-20DA-552D-3CE6-4E8B72BD3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1DE31-7C5E-F2FA-715C-8E88882C1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BF5DC-F54E-7F7E-6730-5A02BE43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83B5E-56F9-EEC4-6614-7DABAD81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D8FD7-93B8-AA0F-4D01-8CE23D69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0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BEC5-A03F-8611-50C1-58C8088B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B09CC-E3B3-39F3-BAF8-711ACF99F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DF176-78B1-417F-7C0A-738931F17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C0A97-8743-0D1C-7797-129EDC011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61A71-38D3-9FCA-7CB7-4CD950771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9EAA5-74C2-3812-C757-825FC323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EBE63-5596-0599-5FCE-F22BE1A7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66E39-4C02-9E75-95DD-671DDDD1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77A6-2086-C87F-9286-519627C0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30898-A9EA-FD35-A993-70351B5B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E515E-32F2-2364-1570-21481CF0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7A9C3-C118-2E2B-5360-9ED143A3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983210-7973-D1C6-AE97-4E9F6AD6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291F9-D8D0-1193-1883-3BB321DC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92BAE-F807-CD26-D99D-C387E27B8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0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023A-E474-F1E5-6DA4-553C024C8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8A12-DCEF-C93E-57E6-1FA0F184F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F8FF8-3153-7587-13BB-DC0CD4F39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99521-DC1B-00F2-AC9C-EC7D6B93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24326-D48E-F5D5-A39A-4908437D3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A5330-8170-B17E-FDFD-9D69492B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2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3241-F1C4-3D4C-5DD2-4F896712D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C4358-8CCF-41D3-FBF3-5D4CEF306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115C6-5B7A-5FBA-82F3-2585A4D6E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4C2EC-4DA2-77A6-63C4-B2AC054B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7BD0B-6471-1A1E-9B6C-59508BE5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CDA54-DE75-E369-4140-3974E294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2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DC9E-8F7B-E8F9-D253-8C01D173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53234-1970-D70B-63E6-1B12903C6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EC899-8050-AEB3-9D63-A96F05EE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525AD-27AD-7D7B-6FED-795E20E5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751FE-BED3-1366-5553-1243D1CD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5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2E9914-81DA-9043-5449-AA7EED2B7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6618C-1679-FDAA-77BD-AA96BB5C4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7C8A8-097D-2D80-0F93-16188846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CAD38-8E4F-5A1D-D0EF-0B44FACB6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165C9-E371-E9FD-1FB8-576E97C3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0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DA3BB-FB63-C3C0-4EB8-568A7001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57863-A0B2-F0D9-DE27-D47855FB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73F35-9919-7347-B653-94F73DBF6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95510-D33C-A34A-B613-66E282EA32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D252B-7C85-7848-CC49-7891C120E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71CFF-E4DD-64F0-4259-4B54F1AEF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979DD-92BD-2640-8E37-64F4E45C7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5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AF657-D4FC-EBD3-DC2A-84C4C8C9D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514E998-F7B0-5AC6-4F73-0A832EA9E4BA}"/>
                  </a:ext>
                </a:extLst>
              </p14:cNvPr>
              <p14:cNvContentPartPr/>
              <p14:nvPr/>
            </p14:nvContentPartPr>
            <p14:xfrm>
              <a:off x="208800" y="809280"/>
              <a:ext cx="4485960" cy="2638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514E998-F7B0-5AC6-4F73-0A832EA9E4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440" y="799920"/>
                <a:ext cx="4504680" cy="26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AC1D908-8147-589B-FFB8-50C5B2B9CFA6}"/>
                  </a:ext>
                </a:extLst>
              </p14:cNvPr>
              <p14:cNvContentPartPr/>
              <p14:nvPr/>
            </p14:nvContentPartPr>
            <p14:xfrm>
              <a:off x="1168200" y="2738160"/>
              <a:ext cx="1321560" cy="169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AC1D908-8147-589B-FFB8-50C5B2B9CF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8840" y="2728800"/>
                <a:ext cx="1340280" cy="1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9303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292B6A-EE43-C22C-1CE9-2A28A11E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CDEC01-400B-5D9C-D8B9-8C5FD43F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8FB50-1B67-B309-398D-37AB51689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0F1478-987C-FD00-4D77-1951605B291C}"/>
                  </a:ext>
                </a:extLst>
              </p14:cNvPr>
              <p14:cNvContentPartPr/>
              <p14:nvPr/>
            </p14:nvContentPartPr>
            <p14:xfrm>
              <a:off x="303480" y="775440"/>
              <a:ext cx="3237120" cy="336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0F1478-987C-FD00-4D77-1951605B29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120" y="766080"/>
                <a:ext cx="3255840" cy="337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657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35971-337F-EDF7-95AB-BAADE0B6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76DC75-A361-7D1C-E7F4-1D02EAE0F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869C8-63BE-3576-E88F-55177878D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F5ED82-504C-5BD4-61E8-B0C359FDD1E6}"/>
                  </a:ext>
                </a:extLst>
              </p14:cNvPr>
              <p14:cNvContentPartPr/>
              <p14:nvPr/>
            </p14:nvContentPartPr>
            <p14:xfrm>
              <a:off x="131760" y="583200"/>
              <a:ext cx="8710200" cy="3124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F5ED82-504C-5BD4-61E8-B0C359FDD1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400" y="573840"/>
                <a:ext cx="8728920" cy="314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8111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2F88D-E208-B83D-1149-0C954C4D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8E9378-4BC9-4479-7D71-2B21BAB84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2349A-031B-9246-B12D-D632874D0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20827D-0400-AC85-AD32-F9A771357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54900" cy="381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5EA2D5-D179-EF53-45E3-5D3E479E2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804" y="279400"/>
            <a:ext cx="3924300" cy="3251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389DC7-4F4F-4702-00DA-AD901F659C3D}"/>
                  </a:ext>
                </a:extLst>
              </p14:cNvPr>
              <p14:cNvContentPartPr/>
              <p14:nvPr/>
            </p14:nvContentPartPr>
            <p14:xfrm>
              <a:off x="947160" y="298800"/>
              <a:ext cx="10420560" cy="6542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389DC7-4F4F-4702-00DA-AD901F659C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7800" y="289440"/>
                <a:ext cx="10439280" cy="65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349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51EA5-66E4-A141-DF09-75AAA0E1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C8DF47-2F84-6C6B-CC9D-C274ACEF9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C16C6-D504-E173-4862-8FB049FAB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348066-35DE-4BE5-F90E-A0A0C8A7B4EB}"/>
                  </a:ext>
                </a:extLst>
              </p14:cNvPr>
              <p14:cNvContentPartPr/>
              <p14:nvPr/>
            </p14:nvContentPartPr>
            <p14:xfrm>
              <a:off x="68400" y="402120"/>
              <a:ext cx="9162000" cy="591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348066-35DE-4BE5-F90E-A0A0C8A7B4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40" y="392760"/>
                <a:ext cx="9180720" cy="592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772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D1C78-1972-EC0A-06E1-187E8CC99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EAE5C6-B070-8805-DB9D-1B2A5268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E6CAB4-EC94-14CD-F16B-336CF66F1B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565AD0-1247-95A3-142A-E7A52F201F9A}"/>
                  </a:ext>
                </a:extLst>
              </p14:cNvPr>
              <p14:cNvContentPartPr/>
              <p14:nvPr/>
            </p14:nvContentPartPr>
            <p14:xfrm>
              <a:off x="478080" y="39240"/>
              <a:ext cx="8224920" cy="5383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565AD0-1247-95A3-142A-E7A52F201F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720" y="29880"/>
                <a:ext cx="8243640" cy="540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4736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4DA2C-B096-46B1-020B-40619143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E873D5-C952-61BE-FC34-33BD393E8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F60D6-395A-7C5B-A3FE-12FA46AC0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5CFA96-92AB-EF19-A883-89E30B937B90}"/>
                  </a:ext>
                </a:extLst>
              </p14:cNvPr>
              <p14:cNvContentPartPr/>
              <p14:nvPr/>
            </p14:nvContentPartPr>
            <p14:xfrm>
              <a:off x="1064160" y="803880"/>
              <a:ext cx="9853920" cy="556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5CFA96-92AB-EF19-A883-89E30B937B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800" y="794520"/>
                <a:ext cx="9872640" cy="558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572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2026-04-10T13:29:19Z</dcterms:created>
  <dcterms:modified xsi:type="dcterms:W3CDTF">2026-04-10T15:19:50Z</dcterms:modified>
</cp:coreProperties>
</file>