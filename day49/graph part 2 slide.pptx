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3:37:10.7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2106 2011 18677,'0'-5'4118,"0"2"-2158,0 3-1826,-16-22 51,-7 41 11,-25 1-120,20 13 0,1 11-19,3-7 0,-2 7 1,1 0-1,2-4-46,-4 6 1,3 1-5,-2 11 1,0 6-1,8-12-13,14-5 9,7-7 0,4-4-3,10-9 17,10-5 0,5-4 11,26-5-556,-13-7 1,1-3 555,-7-8 0,-1-4 5,-3-1 1,-2-4-77,-5-5 1,-4-2 187,2-11-38,-12-9 78,-29-4-57,3 12 18,-6-9 1020,13 19-1121,2 8 399,11-3-444,-2 9 11,8-3 23,23 1-34,-15 5 28,32-3-28,-21 11 0,7 7 0,-5 11-22,-7 11-12,-9 8-112,-6 7-369,-2 0-617,2 0-1371,9-4-3580,13-8 6083,17-10 0,-21-12 0,0-6 0</inkml:trace>
  <inkml:trace contextRef="#ctx0" brushRef="#br0" timeOffset="1157">2721 2453 20274,'-2'-5'4542,"1"0"-2833,1 5-1681,-4-43 5,14 35-27,10-29-12,27 49 0,-2 3 1,2 5-71,0 9 1,-3 5-649,0-2 1,-5 4 619,-12 6 1,-11 1 19,-15 6 44,-24 2 130,-19-19 11,0-7 56,-1-15 39,22-21-6,11-11-33,7-6-73,12-5 1117,9 0-1207,16 0-1685,-4 12 1,2 1 1679,17-8-14,-7 7 0,2 2-348,-10 6 0,1 1 202,9-4 0,3 0-1204,8-3 0,-1 2 1276,-18 5 1,-1 0-54,9-3 1,-4-1 39,-4-2 96,-3-3 2145,-15 3-2023,-11 5 590,-12 2-253,-18 6 3251,-4 3-3436,-15 7-113,7 8-44,-1 9-34,2 9-44,5 8 5,8 6-17,10 1-22,17 4 11,9-14 0,6-7 22,9-17 12,-3-10 38,7-11 197,12-29-39,-15 0-43,-12 4 1,-4 0-76,-5-2 118,-4-13-1,-6 24-122,1 2 83,-3 6 13,0 11-203,0 2 0,-2 7 0,-1 17-52,1 18-166,2 14-43,4-21 1,3 2-905,12 27-205,-4-27 0,4-1-1229,7 3 0,2-2 1249,11 9 347,-7-23 1,-1-7 1081,-5-12 1461,13-17 947,-20-7-214,1-10-587,-4-2 68,-1-7-892,-3 11-188,-2 3-349,-3 15-73,-4 9 179,0 3-342,0 9 46,2 22-102,-1-2 12,4 31 0,-2-2-34,-1-18 0,-1 3-518,0 15 1,-2 2 478,0-9 0,-1 0-153,-2 10 0,-2-3 197,-3 5 7,0-19-1,5-37 23,2-39-45,0 3 8,1-16 1,0-4-1208,0-6 1205,0-3 0,1-5-4,3 4 1,2-1 169,-1 14 0,0-1 1,2 0-160,1-3 0,1-1 0,1 3-8,4-8 1,1 5 2,4 2 1,1 7-3,5 0-23,16 0 228,-19 32-239,20 2 28,-14 11-12,4 9 1,1 7-9,-3 8 1,-3 3-176,3 4 0,-4 2 173,-8 5 0,-8-1-40,-15 10-187,-23-15 0,-7-4-177,-11 1-1540,6-12 0,-6 2 0,3-4 1661,6-5 1,3-3 0,-8 3-1,5-1 1,5-4 0</inkml:trace>
  <inkml:trace contextRef="#ctx0" brushRef="#br0" timeOffset="1797">4874 2062 19675,'-5'-44'1615,"0"-1"1,-1 0 0,1-10 0,-1 10-1285,-1 21-253,5 19-44,2 13 5,2 2 45,11 40-39,1 7-550,-2-11 0,-1 4 527,-3 0 1,-2 2-23,-3-7 0,0 3 0,-3-1 9,-1-3 0,-3 0 1,1 0 1,-2 16 0,-1-3 14,-2-15 0,0-8 199,-2-7 0,5-17-117,2-17-29,1-13 1,4-43-21,7 23 1,4-1-14,-2-2 0,2 2 422,8 2 1,2 4-378,14-2-51,1 12-6,2 9-16,2 8-17,3 12 6,2 10-57,1 13-459,1 11 188,-24-15 0,-2 0-406,14 18-4188,-13-8 1,-1 0 4587,3 7 1,1 4 0,-17-27-1</inkml:trace>
  <inkml:trace contextRef="#ctx0" brushRef="#br0" timeOffset="2364">1162 3831 22954,'58'-17'51,"0"0"0,0 0 0,0 1 0,0-1 0,-5 0 0,-4 1 1,2 1-1,7 0-585,-9 5 1,5 1-1,5-1 1,2 2-1,1 0 1,-1 0-1,-2 0 1,-4 1 538,4 0 1,-4 0-1,-1 1 1,1 0 0,1 0-1,4-1-101,-8 2 0,1-1 0,2-1 0,2 1 0,1 0 0,0 0 0,1 0 0,1 0 1,0 1 96,1 0 1,1 1 0,2-1-1,1 1 1,0 0 0,0 0-1,-1 0 1,0 1 0,-2-1-1,-2 1-47,2-1 1,-1 1 0,-2 0 0,-1 0 0,0 1-1,0-1 1,2 0 0,3 0 42,-5 1 1,2-1 0,2 0 0,1 0 0,0 1-1,0-1 1,-1 1 0,-2-1 0,-1 1 0,-4 0-127,4 0 0,-2 0 0,-2 1 0,-1-1 0,-2 1 0,1 0 0,0-1 126,6 1 0,0 0 0,0 0 1,-1 0-1,-1 0 0,0 0 32,6 0 1,-1 1-1,0-1 1,-1 1-1,-2 0-135,-5 0 1,0 1 0,-1 1 0,-2-1 0,0 1-608,4 0 0,-1 1 1,-2-1-1,-2 2 713,8 2 0,-3 1 0,-5-1 0,-6 0 0,-5-1 0,10 6 0</inkml:trace>
  <inkml:trace contextRef="#ctx0" brushRef="#br0" timeOffset="2907">2233 4916 19686,'-40'2'1896,"-1"1"0,-22 1-1616,60-5-79,28-10-128,23-8-469,-20 7 1,4-1 387,18-6 0,4-1-553,-2 2 1,1 0 373,-8 3 1,2 0-1,0 0-261,-1 1 0,0 1 0,-1 0-888,16-4 1,-1 1-1405,-11 4 1,-4 2-5309,16-1 7344,-30 6 0,-21 5 0,-9 0 0</inkml:trace>
  <inkml:trace contextRef="#ctx0" brushRef="#br0" timeOffset="3090">2609 4832 24419,'-27'21'263,"0"0"0,2 2 0,7 3-151,15 24-87,3-17 1,2 2-444,1 7 1,2 1 218,1 6 0,2 1-1206,3 3 1,3 1-2568,0 0 1,2-1 3465,-1-8 0,-1-3 1,5 10-1,-7-25 0</inkml:trace>
  <inkml:trace contextRef="#ctx0" brushRef="#br0" timeOffset="3489">3113 5301 26435,'-21'-27'-50,"10"13"44,32 63-11,5-9-11,6-7 12,5-10 16,3-10 5,2-11 23,3-15 6,1-11 44,0-12 73,-5-6 124,-9 0-90,-12 11 442,-7 0-325,-9 18-100,-2 0-197,-2 10-10,-4 9 27,-4 14-11,-9 22-11,6-13 0,-1 3-330,-2 6 0,0 2-104,-2 13 0,2 1 70,5-16 0,1 0-1194,-1 17 1,6-1 1557,9-14 0,2-4 0,-4 17 0,11-11 0</inkml:trace>
  <inkml:trace contextRef="#ctx0" brushRef="#br0" timeOffset="3981">3962 5480 22240,'0'-8'4285,"0"1"-3955,-5-23 1,-2-2-275,5 19-45,-10-43-4240,12 68 4386,8 41 28,-1 5-154,-2-11 0,0 3-17,-3 8 0,-2-1-20,-1-17 0,-1 0 12,-1 4 0,-2 1-164,-5-2 0,-1-4 286,0-2 68,-7 17-145,13-56 2798,0-41-2838,2 12 0,0-3 3,-1-13 0,0-2-163,-1-8 1,1 1 151,1 14 0,1 0 5,-2-12 1,1-1 222,1 13 0,1-1-218,1 0 0,1-2 0,1 1-19,4-4 1,3 1-12,3-4 1,6 5-7,21 0 12,10 19 0,5 16 2,-18 16 1,2 7-12,-2 6 1,-1 4-9,-2 3 0,-6 5 8,-13 17 1,-12 3 7,-9-18 1,-7-1-261,-18 14 1,-5-5 249,-13-6-23,12-17 0,0-4-218,-7-7-493,-6-10-4464,20-27-4611,27-10 8682,9-2 0,10 15 0,-10 20 0</inkml:trace>
  <inkml:trace contextRef="#ctx0" brushRef="#br0" timeOffset="4597">4594 5112 25713,'4'42'1517,"5"-16"-1388,24-39-34,1-13-50,-5 1 0,-9 0 0,-2-3 16,4-13-39,-9 11 1,-2 1 61,-2-11 45,-8 12-84,-3 12 5,-11 7-39,3 10 17,-26 16-5,9 6-34,-9 9 11,6 11 11,10 1-23,9-10 1,2 3 11,5-1 0,4 0-17,3-2 1,3-2 10,22 19-11,24-22 17,-3-17 20,-14-14 0,0-7 22,-5-7 0,-3-3-26,-1-4 1,-3-3 11,-2-9 0,-5-3 0,-7 1 0,-4-2-219,0 2 0,-3-1 266,-2 3 1,-3 2 121,-2-11-197,-2 16 0,-4 1 0,6 17 0,-2-1 0,5 12 450,4 5-450,20 34 0,-5-14 0,2 3 0,7 9 0,2 2 0,2 0 0,-1 2 0,-1 2 0,-3-1-280,-8-13 1,-2 0 279,1 3 0,-8 1-1406,-21 2 0,-8-2 1406,-22 10 0,22-16 0,-1-3 0,-12-8 0</inkml:trace>
  <inkml:trace contextRef="#ctx0" brushRef="#br0" timeOffset="5241">6551 2360 22509,'-24'-57'1032,"1"0"1,2 7-1,4 10-791,10 26-207,4 21 50,5 21-28,3 13 0,2 6-202,-1-11 0,2 1 168,2 15 1,4-2 69,5-13 1,3-5 80,16 7-70,-9-20 1,3-6-3,12-13-14,7-13 0,7-7-45,-5 0 0,3-3-629,-15 6 1,4-2 0,0-1 0,0 1 590,0-1 0,-1 0 0,0 0 0,-2 0-6,6-2 0,-2 1 1,3-2-1,2-1 1,5-1-1,-2 0 1,-6 3 1,3-1 0,-1 0-218,-4 4 1,5-3 0,-1 2 0,-8 3 1,-7 4 1,-3 2-656,8-5 0,-4 6-7430,-15 13 8301,-14 8 0,-6-1 0,0-2 0</inkml:trace>
  <inkml:trace contextRef="#ctx0" brushRef="#br0" timeOffset="5741">6406 5293 20828,'-17'-60'1475,"-1"1"0,3 9 0,1 6-808,-1-1-477,6 25-44,4 15-124,2 16 40,0 19-12,-2 28-25,3-18 1,0 2-431,1 4 1,1 1 401,4 0 1,2-3 16,3-3 0,3-3-63,5-6 1,3-4 127,30 11-7,-20-27 1,2-5 5,4-8 1,3-6-18,6-6 1,2-5-798,8-8 1,1-5 746,-14 8 0,2-2 0,-1-1 0,4-2 0,0 0 1,-1-1-7,2 0 1,0 0 0,-1 0-8,-2 1 0,1 1 0,-1 0-471,2-1 0,1 1 1,-3 3-506,10-5 1,-3 4-1316,-10 5 0,-4 4 2293,0 6 0,-30 10 0,-8 2 0</inkml:trace>
  <inkml:trace contextRef="#ctx0" brushRef="#br0" timeOffset="8336">555 7096 17736,'51'-13'161,"-1"-1"0,1 1 1,3 1-1,1 0 1,-4 4-62,3 6 1,2 2-1247,-5-1 0,8 0 1,2 0-1,-3-1 1332,-6 1 0,-1-1 0,1 0 1,4-1-86,-3 1 1,3 0 0,3-1 0,1 1-1,0-1 1,-1 0-210,2 0 1,-1-1-1,0 1 1,2-1-1,0 0 1,1 0 163,-3 0 1,1 0 0,0 0 0,2 0 0,0 0-1,1-1 1,0 1-77,-3 0 0,0 0 0,1-1 1,1 1-1,0-1 0,1 1 0,0-1 1,0 1 48,-3-1 0,1 1 0,0 0 1,0-1-1,1 1 0,0-1 0,1 0 1,0 1-1,0-1-111,-4 1 0,0-1 0,1 1 0,0-1 0,1 1 0,-1-1 0,1 0 1,0 1-1,0-1 0,0 0 94,-4 1 1,0 0 0,1-1 0,0 1-1,0 0 1,0-1 0,0 1 0,0-1-1,0 1 1,0-1 0,0 1-9,2-1 0,-1 0 1,0 1-1,1-1 1,-1 0-1,1 0 1,-1 0-1,1 1 1,-1-1-1,1 0 1,0 0 3,-1 1 0,-1-1 0,0 1 0,0-1 0,0 0 1,1 1-1,0-1 0,0 1 0,2-1 0,1 0 0,2 0-10,-7 1 0,1 0 0,1-1 0,1 1 0,1-1 1,1 0-1,0 1 0,1-1 0,0 0 0,0 1 1,0-1-1,0 0 0,0 1 0,-1-1 0,0 1-165,-1-1 0,0 1 0,1 0 0,-1 0 0,0-1 0,0 1 0,0 0 1,1 0-1,-1 0 0,0 0 0,0-1 0,1 1 0,-1 0 0,0 0 1,0 0 166,1 0 0,0 0 0,1-1 0,0 1 0,1 0 0,-1 0 0,0-1 0,0 1 0,-1 0 0,0 0 0,-2 0 0,-1 0 0,-1 0 0,-2 1 0,-2-1 0,15 0 0,-2-1 0,-1 1 0,-1 0 0,-3 0 0,-2 0 0,-3 1 0,-3-1 0,-4 1 0,9 0 0,0-1 0,0 1 0,0-1 0</inkml:trace>
  <inkml:trace contextRef="#ctx0" brushRef="#br0" timeOffset="9820">2169 8237 12954,'-1'-9'4323,"0"2"-2654,-7-25 0,-1-3-1125,3 14 195,-4-15 0,1 4-733,5 27 647,3 9-662,1 23 1,4 11-427,-2 7 1,-1 5-1426,1-3 1,-1 4 0,0-3-1895,0 7 0,0-5 3754,-2-7 0,0-8 0,0-18 0,1-7 0</inkml:trace>
  <inkml:trace contextRef="#ctx0" brushRef="#br0" timeOffset="10160">1873 8162 19714,'-6'0'3685,"2"0"-1982,4 0-1692,5-39-17,10 24-226,17-13 0,6 1-520,16 14-340,4 1 0,4 2-2729,-16 5 1,-2 2 3820,6-1 0,-3 1 0,14 0 0,-30 3 0</inkml:trace>
  <inkml:trace contextRef="#ctx0" brushRef="#br0" timeOffset="10412">1912 8596 16616,'-3'2'4195,"0"-1"-3248,3-1-701,6 2-127,36-11-411,13-2-764,-10-1 1,4-2 44,-3 1 0,2 0 1011,-6 1 0,3 1 0,-6 0 0,-7 2 0,-2 1 0,6-1 0,-1 1 0</inkml:trace>
  <inkml:trace contextRef="#ctx0" brushRef="#br0" timeOffset="11036">2617 8397 25466,'-19'-19'-50,"8"11"56,16 31 5,7 7 0,-2-3 11,4 13-22,-6-14 0,1 6 28,-6-16 112,-2-7 124,0-6 21,-1-4-106,0-7-16,-1-10-23,0-12-17,0-9 23,4-22-90,3 30 0,1 0-17,8-30-50,3 18 16,9 11-16,-11 19-17,27-4 22,-10 18-19,0 10 0,1 4-25,11 16 10,-16-6 1,-5 4-11,-2 19 11,-11 2 16,-16-1 34,-8-6 12,-7-10 16,2-14-28,6-11 45,1-21 6,5-6-12,0-20 29,3-6 47,12 3 0,3-1-31,6-12-48,3 14 1,4 4-37,1 14 12,27 2-7,-16 19-47,1 10 1,2 5-15,10 14-152,-17-3 0,-4 4-296,-1 24-795,-13 8-1603,-11-25 1,-2 0 2061,-4 26 0,-1-21 1,1-18-1</inkml:trace>
  <inkml:trace contextRef="#ctx0" brushRef="#br0" timeOffset="11693">3640 8661 23976,'15'-54'797,"0"-1"1,-2 7-1,-3 9-377,-6 17-308,-4 12-174,0 11 68,2 20 16,1 22-22,0 4-3380,1 13 3382,-6 0 1,-2 5-14,-1-16 0,-2 2-288,1 2 0,0 4 0,-1-4 268,-2 2 1,1-5-90,2-7 1,1-2 103,0 15 55,5-27 22,1-21 2844,-1-45-2860,1-5-42,-2 4 0,-2-3 321,-1 2 0,0 0-313,-2-8 1,-1-1-217,0-6 1,0-1 193,0-4 0,1-3 37,3 7 0,0-3 0,2 3-29,2-8 1,3 2-369,0 12 0,1-2 1,4 7 370,7 2 0,4 6-12,14-17 6,-9 29 1,5 4-26,10 7 1,0 4 319,19-3-303,-14 13 0,-2 9-31,-2 26 31,-17-8 0,-3 4-14,-5 4 0,-5 2 14,-5 3 0,-5 1-3,-10 1 0,-5-2 6,-6 0 0,-5-2-9,-5-3 1,-4-4 2,-2-3 0,-2-4-8,-1-5 0,-1-3 293,2-6 1,0-3-513,2-5 1,2-4-1001,-23-16 1244,37-16 0,5-3 0,-4 5 0,14-27 0</inkml:trace>
  <inkml:trace contextRef="#ctx0" brushRef="#br0" timeOffset="13035">4125 8641 24247,'36'-40'229,"1"0"1,-1 0 0,-2 1 0,-1-1-1,-6 1-125,-7-5 0,-4-1-992,1-6 0,-2-2 930,0-5 0,-3-2-24,-4 19 1,-2-1 0,0-1 31,1-20 1,-3 1 19,-4 6 0,-2 3 314,-2 8 0,-3 5-216,-10-15 404,-1 25-499,4 18 97,2 14-165,-1 17-1096,0 29 1,1 8 1078,5-24 1,1 2 11,-2 15 0,1 6 0,3-3-31,6-4 1,2 0-2,0 0 1,1 4-1,0-4-267,2 3 1,1-2 227,1-7 0,1 2 0,1-6-64,2-5 1,3-5-3,4 5 0,3-3-99,29 6 1,7-25 112,-27-14 0,0-6 1421,2-4 1,-1-3-1296,-3-4 0,-1-3 33,-5 0 1,-2-2 63,9-23 183,-14 3-93,-10 5 866,-5 10-748,-6 10-79,-1 11-117,-1 5 302,2 3-392,3 4-3365,1 4 3365,6 6 1,4 5-23,10 0-6,9-1 28,6-5 1,4-4-1,-3-8 3415,-5-6-3381,-8-8-6,-6-6 18,-9-5-7,-5-2-10,-12-9-29,2 12 45,-11-7 23,2 17-12,-7-1-11,-3 9-16,-11 8-40,13 4-17,-12 14 1,17 4-6,-2 13-23,8 16-28,10-4 12,7-4-135,15-4-95,7-12-45,5-11 1,5-2 88,-1-8 1,2-2-1,0 0 0,-1-4 138,1-8 0,-3-4 59,4-10 50,-2-3 135,-6-17 5,-19 10 135,3-20-174,-8 24 17,-1 0 263,1 11 135,-3 6-415,2 1-84,1 12-16,0 3 10,9 15-11,-5 8 0,0 4-16,2 19-311,-4-11 1,-2-1 310,-6-1 5,-2-3 22,1-19 62,-1-4 11,0-12-11,5-21-67,-1 2 614,4-26-603,1 3 11,4-14 6,5 1 61,7-2-22,-1 17-73,-1 8 6,0 13-17,-7 10 11,33 3-11,-13 12-11,24 9 11,-26 3-6,2 11 12,-13-2-6,1 7 22,-9 3-44,-7-13 33,-5-4 40,-1-14 33,-2-6-51,0-8-5,-1-15-11,1 0 11,0-19 84,12-1-28,8-8 0,14 0-84,2 17 0,2 11 6,-11 15-23,16 5 17,-19 6-168,30 17-146,-22 2-251,10 15 128,-17-9-1160,1 10-2822,-8-4 4419,4 11 0,-10-21 0,-2-4 0</inkml:trace>
  <inkml:trace contextRef="#ctx0" brushRef="#br0" timeOffset="14010">6534 8215 26452,'-6'-22'174,"5"4"-141,12 18 46,12 0-7,10-9-21,2-1 27,-1-10-22,-12-1-33,-7 3 55,-7-9 28,-12-1-66,-7 1 16,-11 0-17,-5 14-3364,-2 7 3347,6 3-205,-9 13 205,18-2-44,-9 18 10,17-7 35,2 28-51,9-7 28,2 8-79,12-1 3017,9-2-3056,-2-8 9,-2-12 0,2-5 478,-3-7-296,34-11-67,-36-10 61,20-22 39,-23 1 152,3-27-157,-8 15-3303,-1-13 3275,-8 35 28,0 3-34,-3 13-61,0 0 10,5 6-10,4 6-12,9 9 3393,3 8-3404,-1 5 17,-5 1-6,-7-8 29,-5 9 16,-3-17-39,-2 3 22,1-12 169,0-6-163,5-15 11,3-3-5,10-14-1,4 3 1,5 3 5,4 7-28,3 6-11,0 8 0,-1 11-5,-2 5 10,-7 3 1,22 15-6,-18-15 25,7 2 0,4-2-14,10-4-25,-12-4 0,-1-1-8,18-5 50,-8-9 123,-4-31-106,-16-7-468,-13 9 1,-3-4 447,-4 2 1,-3-1 2,1-5 0,-2-1-192,0-2 0,0 1 164,0 11 0,-1-1 0,0-18 0,-1 4 0,-2 8 0,2 8 0,-2 4 0,-1 20 850,1 7-850,-4 14 0,-6 18 0,-2 9 0,3 0 0,0 4-351,0 1 1,-1 4 0,3-1 350,0 17 0,5-1 0,5-19 0,3 1 0,3-1-98,2 0 1,2 0-1,4-2-152,4 1 0,2-2 0,5 1-532,2-3 1,5 0 0,0 0-1,-2-4-1025,0 0 0,-2-2 0,2-1 1321,5 3 0,1 0 1,-6-6-1,0-2 0,-18-15 1</inkml:trace>
  <inkml:trace contextRef="#ctx0" brushRef="#br0" timeOffset="15226">7614 8282 20338,'-11'-8'3948,"2"1"-3436,9 7-288,0 0-112,60-34-79,-17 25-157,5-8 0,7 0 157,6 15 1,0 3-528,-13-3 1,0-1 498,-5 1 1,3-1 0,-4-1-9,2-3 0,-3-2 13,-1 0 0,0 0 7,-3-1 0,0-1 0,-5 1 0,-1 0 106,16-10 278,-19 2-183,-15 4 1075,-19 3-1164,-11 4 11,-13 2-12,-10 4 46,-6 6-23,-2 7-44,-1 9-23,3 6-34,5 7 0,9 5-38,12 2 10,10-1-5,15-3-34,8-7 56,10-8 28,3-9 40,4-9 22,0-11-12,3-9 46,-3-9 27,-3-5-3302,-5-13 3190,-9 13 51,-3-8 45,-6 20-156,-2 3-18,-1 7 0,-1 5 0,0 3 3392,1 4-3392,2 8 0,2 9 0,4 8 0,6 5 0,24 8 0,-3-16 0,18-3 0,-16-22 0,-2-13 0,-6-12 0,-2-10 0,-6-10 0,-4-9 0,-12 22 0,0-2-479,-3-5 1,0-2 478,-1-3 0,-1-1 0,-2-3 0,-2 1 0,0 2 0,-2 3-353,-6-22 353,2 31 0,-1 2 0,-1 3 0,-3-2 0,9 29 0,3 21 921,4 22-921,3 19 0,-1-23 0,0 1-317,3 4 0,1 1 317,0 2 0,2 1 0,0 1 0,2 0-177,1 0 0,2-1-16,2-3 0,3-2-76,0-4 0,3-4-320,0-5 0,3-5 7,-1-4 0,2-4-2273,7-5 1,0-4 1582,11 2-1417,8-15 785,-39-10 1277,-10-14 868,-20-8 487,-17-4 498,-10 2 416,-7 4 77,1 6 7,20 14 1,1 1-293,-10-7-801,7 3-224,22 8 3168,9 5-3516,6 0-61,6 0-5,18 2-6,-4 1-12,23 2-10,-8 0 21,13-3 20,-20-2 1,-2-1-9,12-5 17,14-11 5,-22 2 1,3-7 313,-5-19-79,-17 21 23,-8-8-22,-12 25-51,-1 4-100,0 3-74,-2 4-38,0 2-7,-7 13 7,2 7-40,-1 27-56,6 2-358,7-19 1,3 0 267,5 15-1703,3-19 1,3-2 694,12 17-981,-7-19 0,1 0-2328,7 4 4012,2-7 1,-26-21 0,0-1 0</inkml:trace>
  <inkml:trace contextRef="#ctx0" brushRef="#br0" timeOffset="15402">9354 7587 21114,'-4'-6'2465,"1"2"-1939,3 4-8535,0 0-763,-5 19 8772,7-8 0,-7 10 0,9-15 0</inkml:trace>
  <inkml:trace contextRef="#ctx0" brushRef="#br0" timeOffset="15801">9959 7862 26077,'-58'-4'104,"1"0"1,0 1-1,8 10-76,13 34-5,6 6-15,19-16 1,4 2 7,17 25-16,4-10 0,10-13 0,4-3 0,19 7 0,-20-14 0,3-4 31,1-6 0,0-6 25,6-6-39,7-4 67,-11-16 50,-6-17-55,-4-4 10,-5-13-5,-12 5-11,-12 2-56,-1 8 72,-25-11-49,0 15-29,8 10 0,0 1 17,-8-3-62,0 3-615,21 18-398,7 10 66,12 8-8850,34 28 9817,-10-16 0,5 3 1,-20-18-1</inkml:trace>
  <inkml:trace contextRef="#ctx0" brushRef="#br0" timeOffset="16185">10410 7967 26844,'2'17'73,"1"-1"-68,-5 40-10,4 5 10,3-20 23,5 14-5,5-19 178,-5-18-128,1-8 28,-1-19-11,8-9 16,12-12-33,14-8-79,-4 4-271,-5 8 0,0 1 349,15-7-109,-12 11 0,1 2 65,11 3-39,-10 16-28,-16 19-51,-12 17-128,-6 14-297,-9 12-20,-1-27 0,-1-1-351,-7 25 886,3-16 0,0-3 0,2-10 0,-2 15 0</inkml:trace>
  <inkml:trace contextRef="#ctx0" brushRef="#br0" timeOffset="17360">599 8526 20352,'-7'-59'1215,"-1"0"1,2 9 0,1 6-931,-2 2 208,2 12-118,3 15-184,0 3-214,1 6-10,0 20 33,1-1-40,2 45-77,1-4-421,-1-13 0,1 3 45,1-4 1,0-1-755,1 1 1,2 0 1246,7 9 0,0-4 0,-1 3 0,9 0 0</inkml:trace>
  <inkml:trace contextRef="#ctx0" brushRef="#br0" timeOffset="17594">952 8487 25012,'44'-42'140,"5"5"-123,-17 27 0,-1 3-12,17-5-44,-1 2-655,-17 5 83,-6 1-4693,-4 7 5304,-16 3 0,1-1 0,-5 0 0</inkml:trace>
  <inkml:trace contextRef="#ctx0" brushRef="#br0" timeOffset="18435">634 9959 29616,'22'7'-1969,"-5"5"641,-12 8 1043,-8 14 372,-2-16 251,-16 19-108,5-22 219,-7 2-184,0-29-89,8-5 25,-1-19-193,10-1-203,4-2-154,5-1 125,4 5-152,6 5-113,7 6 346,6 5 115,11 6-17,7 8-72,6 16 5,-9 2 1,-14 10 0,-4 5-174,-2 25 141,-19-13 0,-7 8 0,-4-3-716,-9 6 1,-7 0 840,0-5 0,-4 2 1,-1-5 46,-10 0 0,-1-6-1390,4-6 1,1-5 1503,5-8 1,2-5 188,-16-6-185,16-11 207,2-26-169,15 1-44,-1-14 967,11 8-1096,5 10 3415,20 0-3398,7 16-22,26 2-29,-22 11 1,1 4-527,7 1 0,1 3 294,4 4 0,0 0-415,0 2 1,1 0-1532,-1 0 0,-1 0 2201,-6-3 0,-4-1 0,10 4 0,-22-10 0</inkml:trace>
  <inkml:trace contextRef="#ctx0" brushRef="#br0" timeOffset="18634">1271 10257 19584,'59'-21'0,"0"0"0,-11 3 0,-1 1 0</inkml:trace>
  <inkml:trace contextRef="#ctx0" brushRef="#br0" timeOffset="19501">2395 10196 23629,'5'-48'810,"-1"0"1,0 5-1,-3 9-552,-9 19-197,0 9-10,-1 13-12,-3 12-56,1 6 25,1 4 1,1 3-4,1 18-11,2-14 1,2 0-17,8 21 33,5-7 0,3-8-11,-2-14 34,-2-7 89,-5-15 11,-1-6 18,-5-18-96,-5-19-6,-4-13-11,4 18 0,0 0 6,1-1 0,1 0-26,0-2 1,1-1-3,1 1 0,2 0 8,-1 2 0,2 1 42,6-24-33,5 10-40,9 8 12,8 9 22,10 6-28,7 11-6,9 6-27,4 14-243,3 13 270,-32-5 1,0 3-21,-2 2 1,-2 3-37,-3 2 1,-4 2-56,6 31 27,-20 3 73,-10-31 0,-4-1 0,-5-1 1,-2-2 13,-3-3 0,-2-2 9,-21 10 5,12-13 73,-5-10 11,19-12-3319,-6-9 3252,15-1 164,3-10-119,12 6-68,6-7-21,13 2 32,9 2-4,8 5-1,6 7-34,5 6 7,4 11-1130,-22 2 1,-2 3 1128,12 7-33,1 18 2171,-41 4-2172,-6-6-1126,-16-1 1,-7-2 1120,-6-3-9,-2-3 1,-2-1-104,-17-3 22,20-12 1,-3-1-315,-4-5 1,2-2 2084,-14-4-4616,-9-12 2439,30-12 1,7 9 0,8-3 0</inkml:trace>
  <inkml:trace contextRef="#ctx0" brushRef="#br0" timeOffset="19735">3281 9859 24351,'15'59'216,"0"0"1,0 2 0,-3-6-284,-6-1-576,-1-22 1,0 1-159,10 27-952,-2-27 0,1-2-6304,13 14 8057,5-3 0,-20-28 0,-8-10 0</inkml:trace>
  <inkml:trace contextRef="#ctx0" brushRef="#br0" timeOffset="19951">3261 9976 17848,'-3'-6'6072,"0"1"-5764,-1-30 0,5-9 79,16 6-284,0-17 1,8 2-107,11 28 0,5 7-92,1-1 0,1 3-283,2 4 0,-2 3-1098,-7 5 1,-3 3-1157,16 5 1858,0 15 1,-33-11 0,2 7 0</inkml:trace>
  <inkml:trace contextRef="#ctx0" brushRef="#br0" timeOffset="20128">3336 10237 23016,'43'-32'-96,"0"-1"1,-1 1 0,-6 3 0,-1 2 0,-2 5-639,5 6 0,0 3-4182,5-3 1,1 1 4756,-6 1 1,0 2-1,-4-1 1,-4 3-1,-8 2 1</inkml:trace>
  <inkml:trace contextRef="#ctx0" brushRef="#br0" timeOffset="20477">4365 9714 18649,'-5'-1'4644,"1"0"-3826,-57-8-482,37 7-12,-17-2 1,2 2-134,19 7-51,-4 6-11,11 2-45,3 4-45,3-1 28,4 8-5,16 12 13,9-4 1,4 0-62,1-2 0,3-1-143,2 1 0,4-2 154,5-2 0,-2-3-13,1 1-18,-5-1 0,-3 1 18,-15-2 32,-12 8-44,-20-15 6,-14-3 0,-6-3 16,-7 0-1561,-13-2 0,-4-2 1508,22-3 1,1-1-164,-18-1 1,2 0-334,-11-3-4389,28-3 1,4-1 3215,6 0 1,-4-4-1,25 9 1</inkml:trace>
  <inkml:trace contextRef="#ctx0" brushRef="#br0" timeOffset="21619">748 11799 12146,'-1'7'5641,"1"-1"-3731,0-6 235,0 0-1131,-13 3-235,9-7-499,-9 2 285,12-17-38,9-16-376,0-2-84,4-5-17,4 8-16,7 3-23,5 3 0,8 3 6,4 15-45,-2 15 6,13 18 5,-13 10-22,1 14-23,-18 1 12,-11 5 44,-11-10-11,-9-8 1,-3-1-202,-15 12 226,7-15 1,-2 0 19,-14 7 16,2-12 35,6-12-29,9-8 276,-6-17-203,17 0-39,-6-11 201,21 4-263,1 4 1,28-6-23,3 11 0,24-2-12,-15 11-126,-8 5 0,0 4 132,14 10-11,-16-5 0,-2 3-55,5 15 16,-17 4 5,-23 4-3350,-21 2 3222,-18-1 44,-1-11-360,5-12 1,0-4-856,-13 0-401,15-6 1,0-1-3336,-3-6 4578,8-6 0,18 2 1,3-1-1</inkml:trace>
  <inkml:trace contextRef="#ctx0" brushRef="#br0" timeOffset="21795">1367 11906 16460,'45'-2'0,"1"-1"0,-10 1 0,0 0 0</inkml:trace>
  <inkml:trace contextRef="#ctx0" brushRef="#br0" timeOffset="22168">2908 11880 19983,'-43'17'1245,"-1"1"0,6-4 1,7-8-843,19-13 678,6-25-510,6 2-123,3-16-89,1 7-118,1 5-57,-1 8-83,-2 10-84,2 13-34,1 15 6,4 21-28,2 21-68,-5-20 1,-2 3-152,-1 4 1,0 2-772,0 1 0,0 3 1,-1-4 31,0-3 0,2 1 997,3 4 0,3 5 0,-1-11 0,0-11 0,11 17 0</inkml:trace>
  <inkml:trace contextRef="#ctx0" brushRef="#br0" timeOffset="22485">2815 12084 14561,'-21'-36'2999,"0"1"1,-4-16-2488,1 5 1,2 1 1611,5-6-1867,8 17 756,9-2-946,12 16-28,14-8-28,21 10-6,-15 11 1,1 2 0,27 0-338,-13 14 0,0 6 318,-14 0 0,-1 3-17,14 10 1,-1 4 112,-10-1 0,-5 4-292,-1 7 0,-7 5 10,-12 1 1,-9 0 90,-6 0 0,-8-3-20,-12-2 0,-6-5-56,-1-11 1,-2-4-122,0-3 1,0-4-227,2-4 0,-1-2-2121,-27 1 2653,4-12 0,25 1 0,8-5 0</inkml:trace>
  <inkml:trace contextRef="#ctx0" brushRef="#br0" timeOffset="22828">3684 11799 23019,'-1'-8'1383,"-1"-26"1,0-3-852,0 11-339,-1-11 0,0 4-53,1 22-190,0 6 10,2 16 40,4 15-22,5 24-17,3 1-191,-1-4 1,2 3-836,-5-13 1,1 0-219,3 18 1,0 2-3634,-2-4 1,-2-3 2948,-3-17 1,0-3 0,3 24 0,-7-45 0</inkml:trace>
  <inkml:trace contextRef="#ctx0" brushRef="#br0" timeOffset="23018">3663 11771 19882,'-2'-58'720,"0"0"1,4 7-1,3 3-723,2 14 1,6 4-91,9 3 1,6 4-166,5 5 1,3 5-214,1 1 1,2 4-1182,-1 6 0,-1 6-4151,18 16 4895,-15 7 1,-18-6 0,-13-7-1</inkml:trace>
  <inkml:trace contextRef="#ctx0" brushRef="#br0" timeOffset="23168">3785 11949 22508,'35'-37'-1033,"0"1"0,1-1 0,5-1 0,2 0 1,-4 6-920,-4 9 1,-1 3 1951,11-5 0,-5 4 0,-15 8 0,-3 2 0</inkml:trace>
  <inkml:trace contextRef="#ctx0" brushRef="#br0" timeOffset="23501">4703 11410 23332,'-54'-15'674,"0"0"0,10 2 0,8 3-590,15 10-39,18 4-11,6 1 61,16 18-67,-5-5 11,8 6 0,2 3 23,11 13-318,-8-9 0,0 0 234,11 13 27,-9-10 1,0 0 5,1 1-11,-2-1 0,-4 4 17,-16 12 5,-8-1-22,-20-10-11,-24-19-39,-18-11-32,29-5 1,-3-2-1627,-21-8 0,2-5 1708,23 4 0,2-2 0,-4-1 0,6-1 0,14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3:39:16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2054 2141 21086,'-11'-51'795,"0"0"1,2 6-1,-5 10-582,-13 21-7,-3 18 444,-3 17-10,-5 21-892,16-11 1,-1 4 382,-2 8 0,0 3-324,-2 8 1,2 2 364,8-16 0,1 2 1,2-1-24,1 1 1,2 1-1,2 0 29,-1 16 1,5 0-528,8-7 1,6-4 179,6-7 1,5-5-53,7-8 1,4-6 138,3-6 1,3-6 109,0-5 1,1-6-70,4-9 1,-1-5 236,-10-1 0,-2-2 26,-2-1 0,-4-2 385,5-25 471,-15 10-423,-2-10-278,-6 4-198,-3 1 568,2 3-1316,0 10 714,10-3-596,0 15 599,7-3-288,-4 12 82,11 10-259,-7 12 143,9 12 157,-10 11-20,-2 8-247,1 2-194,7 0-873,16-1 439,-13-24 0,3-2-1157,6 0 1,4-3 2070,6 0 1,-2-4 0,8 3 0,-9-7 0</inkml:trace>
  <inkml:trace contextRef="#ctx0" brushRef="#br0" timeOffset="692">2827 2520 24732,'57'-24'118,"-31"0"-127,15 41 0,1 15-14,-9 6-5,-1 15-2,-17 4 41,-20-22 0,-6-1 34,-3-5 1,-4-2 96,-23 18 60,2-25 103,15-30-243,12-1-17,5-20-26,17 3-83,9 1 1,8-1-1756,6 3 1,2 2 1762,0-1 1,2 2-72,8 3 1,1 4-373,-13 4 1,1 1 230,10-2 1,1 0-190,0 0 0,0 0 173,4-2 0,-2-1 303,-13 3 1,-3-1 74,20-11 203,-33 4 95,-14 6 2951,-8-2-2943,-4 5 831,-7 3-937,-5 4 549,-12 14-765,9-2 23,-18 27-95,20 1 23,0 0-60,19 25 11,7-38-24,13 27 20,8-29 37,4-4 45,7-14-21,-11-10 97,6-17-3368,-3-5 3422,6-14-58,-14 12 1,0 0-38,6-12 57,-7 9 0,-2 3-29,-5 8-2063,3-10 2004,-13 27-13,-3 2-69,-6 17 2259,-7 14-2339,-7 18 0,3 0-101,5-13 0,2 4-883,3 9 1,2 0 630,-1-9 0,2 3-1845,5 4 0,2 4 0,1-5 2297,9 19 1,-5-25-1,-1-4 1,3-9 0</inkml:trace>
  <inkml:trace contextRef="#ctx0" brushRef="#br0" timeOffset="1134">4124 2826 18937,'17'-42'1199,"0"1"1,0 0 0,1-2-1,0 0 1,-4 10-460,-1 5-416,1-3-44,-11 23-249,-3 14-14,0 3 89,-2 35-67,-3 4-23,1-9 1,-2 4-11,-2-1 0,-3 2 1,-1 1 1,-3 3-1,1-2-390,-1 3 1,0-1 387,-6 12 1,3-7 27,6-13 85,7-21-68,3-18 29,2-27-29,2-14-36,-1 7 0,0-5-323,1-4 0,0-1 317,0 5 0,0-2 6,2-14 0,0-2 20,3-3 0,1 1-167,1 0 0,0 0 150,-1 6 0,3 2 11,3 5 0,2 6-2815,8-5 2815,-7 15 0,5 4-40,10 12 1,3 9-17,20 20 25,-22-9 1,-3 6-12,-5 18 0,-8 6 263,-7 13-277,-10-13 0,-4 1-53,-10-7 0,-5-1-143,-7-1 0,-4-1-493,-3-3 0,-3-2-3324,-1-4 0,0-2 3746,5-5 0,2-2 0,-8 0 0,19-8 0</inkml:trace>
  <inkml:trace contextRef="#ctx0" brushRef="#br0" timeOffset="1683">5050 2348 19996,'3'-58'1097,"0"-1"1,0 13 0,1-1 0,-1 5-235,6-17-406,-3 20 1,0 1 142,4-5-137,-2 19-309,1 23 259,-2 10-276,12 45 66,-6 3-564,-4-10 1,-3 3 436,-6 0 1,-4 2-17,-4 6 0,-4 1-20,1-18 0,-1 0 1,-1-1 25,-7 18 1,-2-2-123,3-8 1,-1-4 196,5-9 1,2-5 174,-6 6-4,10-20-298,5-26-164,8-17 131,6-10 0,4-3-67,-2 7 0,3 0 243,7-13 0,4 2-282,-5 16 0,1 3-170,24-16 43,0 14 143,-1 13 92,3 14 11,-9 7-64,-8 6 0,0 4-120,10 16-29,-14-8 1,-3 3-650,-2 29-255,-21-22 0,-6 1 1123,-9 11 0,-3-3 0,-4 7 0,-8 1 0</inkml:trace>
  <inkml:trace contextRef="#ctx0" brushRef="#br0" timeOffset="1976">1859 3838 22564,'59'-17'190,"1"0"0,0 0 1,-9 4-1,1 0 1,2 1-1,1 0-1149,-3 3 1,0 0 0,2 1-1,1 0 1,1 0 995,-5 0 0,1 1 1,2 0-1,0-1 1,0 1-1,1 0-168,5 0 0,0-1 0,2 1 0,-1 0 0,2 0 1,0 0 149,-6 1 0,1 1 0,1-1 0,0 1 1,0 0-1,0 0 0,1 0-41,2 0 1,0 0 0,0 1 0,1-1 0,0 1 0,2 0 0,1 0 22,-7 1 0,2 1 0,1-1 1,1 1-1,1 0 0,-2 0 1,0 0-1,-3 1 0,-3-1-190,10 0 0,-5 0 1,-1 0-1,-1 0 0,1 0 1,3 2 6,-6-1 1,2 1 0,2 0-1,1 0 1,-1 0 0,-3 1 0,-2 0-1,-4 0 205,15 3 1,-5 0 0,-3 0 0,-3 0 0,7-1 0,-3 0 0,-4 1 0,4 2-1,1 1 1</inkml:trace>
  <inkml:trace contextRef="#ctx0" brushRef="#br0" timeOffset="4908">6136 6059 19484,'-5'-62'1643,"-1"0"0,1 13 0,1 7-1352,3 2 34,1 25-297,0 11-73,-1 3 45,3 21 62,3 17-51,-1 9-11,0-8 0,-1 3-564,-2-2 0,0 0 561,-3 13 0,0 0 0,-1-3 0,-1-2-124,-3 0 0,0-5 127,-3 9 39,1-10 393,7-33 201,0-2-572,2-39 1050,0 11-1092,2-21 1,0-4-400,1-1 400,1 8 1,1-7 0,1 3-4,0 0 0,0 1-17,4-20 0,0 1 16,0 16 1,0 5 6,7-17-19,11 5 13,-4 31 0,33 3-29,-11 26 7,9 9-23,-28 3 0,-2 3-6,7 11-679,-1 6 1,1 7-288,-8 2 0,-2 2-625,-5-10 0,0 2 0,-1-2-434,1 14 1,-3-3 2058,-6-5 0,-2-6 0,-1-8 0,-1-2 0</inkml:trace>
  <inkml:trace contextRef="#ctx0" brushRef="#br0" timeOffset="5092">6143 6327 18806,'-3'-4'2422,"4"-26"1,6-9-2204,16 2-203,-11-3 1,5-1-25,18 13 0,5 7-1159,-8 5 0,3 1-206,17-7 1,1 0 1372,-10 8 0,-4 3 0,13-5 0,-22 8 0</inkml:trace>
  <inkml:trace contextRef="#ctx0" brushRef="#br0" timeOffset="6651">13401 5730 15959,'0'-6'5646,"1"2"-2690,-1 4-3029,8-39 500,-6 43-365,4 9 152,-10 41-208,2-13 0,-1 1-1,-5 20-5,2-6 11,0-11 17,1-13 813,2-16-483,0-9-117,1-13-174,-2-10-22,-1-15-6,-1-15 1,0-15-29,5 24 0,0-2-240,2-3 0,1-2 237,2-1 1,2 0 7,1 1 1,3 1 0,1 4 0,3 1-15,0 6 1,3 2-1618,8 2 1,2 3 1597,11-4-39,-8 14 1,2 6 50,10 8-12,13 11 6,-3 14-23,-4 13 12,-9 11 22,-13 6-17,-14 8 6,-13-11-12,-12-12 1,-5-1-6,-16 11 31,10-16 0,-2-2 30,-15 4 197,6-14-118,15-17 319,7-16-291,16-20 3282,9-1-3344,22-14-44,3 19-29,14 5 12,-6 16 141,14 22-175,-29-2 1,-1 3 2,-1 3 0,-4 2-31,10 26-115,-44-9 1,-9 0-4,-7 4-1360,-6-14 1,-9 2-1,3-6 1077,10-11 1,-3-2-1226,-8 2 0,-5 1 1,3-3 1216,2-3 0,4-1 1,-27 4-1,27-7 0</inkml:trace>
  <inkml:trace contextRef="#ctx0" brushRef="#br0" timeOffset="7451">6635 8721 19071,'0'-3'5311,"0"1"-2938,0 2-2140,-29-34-465,6 31 49,-36-12 146,30 30 0,1 8-426,-9 5 0,-1 5 328,-3 6 0,0 1 78,7-7 1,2 3 19,5 0 1,1 4 0,5 1-83,2 12 1,5 0 102,-5 0 0,6 1-52,20 10 1,10-6-30,12-13-69,11-9 1,10-6-214,-2-18 1,4-7-1229,-6-3 0,4-1 1,2-4 1605,8-5 0,1-3 1,-5 0-1,-4 1 0,-4 0 1,-3-4-1,0 0 1</inkml:trace>
  <inkml:trace contextRef="#ctx0" brushRef="#br0" timeOffset="8392">13774 8857 25175,'-20'-40'-152,"5"62"-156,18 39-159,1-22 1,0 6-1,1-2-1614,3 12 1,0-2-826,0-1 1,-1-1-395,-3-5 1,-3-6 1401,-15 8 2114,-4-22-216,-19-13 0,4-19 2537,-16-19-347,18 0 790,9-8 0,3-3-1881,5-3-105,2-3 1,4-4 77,6 0 1,4-2-267,4-8 1,4-2-477,0 15 1,2 0-1,1 3-137,9-8 0,2 5-145,-5 11 0,3 5 44,8 4 0,1 6-62,4 2-14,2 4 1,3 5 0,2 11 0,1 6-337,2 3 1,0 3 316,1 3 0,-3 4 0,0 9 1,-5 6-413,-5 8 0,-3 1 378,-3-9 1,-6 3-41,-8 2 1,-5 6-1,-8-5 35,-14-6 0,-7-2 34,1 10 0,-7-3-50,-6-14 0,-8-4 0,-4-4-1223,-9-2 0,-4-4 1,0-1 1280,6 1 0,0-1 0,2-2 0,0-2 0,1-2 0,9-4 0,-3-5 0</inkml:trace>
  <inkml:trace contextRef="#ctx0" brushRef="#br0" timeOffset="9267">10380 11208 13648,'2'-6'7764,"0"1"-4860,-2 5-2769,1-50 177,-14 47-262,-38-19-50,22 35 0,-3 7-349,-15 6 1,-3 0 337,7-5 0,-1 0 19,1-1 1,-1-1 227,-3-4 1,3-2 251,-6 3-416,9-10 18,37-6-90,5 0 11,6 7 6,3 7 854,6 17-854,-2 12 5,-4 15-8,-7-24 0,-1 3-9,0 22 1,-2 1-498,1-14 0,-1-1 483,3 14 1,2-3 2,1-23 1,4-3-17,17 17-32,1-30 1,6-6-277,24-7-478,-14-9 1,1-6-773,-7-5 1,0-4 1579,4-3 0,-3-1 0,7-3 0,-10 3 0</inkml:trace>
  <inkml:trace contextRef="#ctx0" brushRef="#br0" timeOffset="9474">10008 11682 20851,'-4'0'3876,"1"0"-2834,3 0-1154,28-34-236,19 12-260,-6-4 1,4 1 607,9 7 0,-2 4 0,-20 5 0,-3 1 0,24-6 0</inkml:trace>
  <inkml:trace contextRef="#ctx0" brushRef="#br0" timeOffset="12057">6592 5480 15939,'-36'-36'1102,"0"0"0,1-1 0,2 8 1,0 3-1,-4 6-891,-7 9 0,-4 8 0,0 6-1224,1 7 1,0 6 0,0 2 1081,-2 2 0,1 3 0,2 2-43,7-2 0,3 2 1,1 4-694,-3 13 1,2 6 0,3-1 703,11-10 1,2 0-1,0 4-26,-1 0 0,-1 4 1,1 1-1,3-1-42,1 8 1,3-1-1,3-1 31,-3 8 0,5 1-197,8-6 1,3 3 0,5-6 179,8 0 1,5-2-3,1-3 0,3 1 1,2-5 4,5-3 0,7-6-7,9-5 1,9-4-1,-2-4 10,-8-8 0,-1-4 0,4 0 6,1 0 1,4 1 0,1-3 0,2-4 34,-6-6 0,2-4 0,1-3 1,-2-1-1,-3 1 16,14-5 1,-4-2 0,1-3 25,-6 0 0,1-2 1,-2-3-1,-7-1 4,-9-1 1,-6-1 0,-2-3 48,1-7 0,-2-3 0,-4 1-66,1-2 0,-3-1-1,-1-8 1,-5-3 652,-8-6 1,-7 1-595,-5 9 1,-3-1-18,-1 4 1,-2-2 0,-4 3 31,-13-5 0,-7 6-45,-6 4 0,-4 5-65,8 10 1,-3 5 430,-11-1 1,-2 6-533,11 6 1,-1 3-704,-17-2 1,0 2 781,8 5 0,4 0 0,12 2 0,4 0 0,-6 3 0</inkml:trace>
  <inkml:trace contextRef="#ctx0" brushRef="#br0" timeOffset="12917">13678 5306 18267,'3'-42'1057,"-1"-1"1,0 0-1,-8-8 1,-3 0-1,-5 11-709,-21 7-234,1 5 1,-5 6-26,1 20 1,0 8-45,6-2 0,-4 5 33,-13 12 1,-7 8-1,1 3-611,8 0 1,1 3 0,-3 4 538,9-7 1,-4 2 0,0 2 0,1 2-1,3 0-431,-3 9 1,2 2-1,3 0 1,3 0 424,5-5 0,3-1 0,2 1 0,4 0 3,-2 12 1,5 1 0,7-2-19,9-9 0,5-1 0,4-2-135,4 1 0,4-1 1,4-3 106,8 0 0,4-3 0,5-2 18,8-2 1,4-2 0,4-4 13,-8-7 0,3-3 0,2-3 0,0 0-456,5-2 1,2-2-1,1-1 1,-1-2 468,3-2 1,0-1 0,0-3 0,-1 0 11,0-3 0,-1-2 0,0-1 0,-4 0-132,4-1 1,-4-1-1,2-4 181,-6-1 0,1-4 0,0-2 0,-4-5 56,-6-3 0,-2-4 1,-3-3-1,2 1-86,1 0 1,0 1 0,-1-3-1,-2-2-16,-3-6 0,-1-4 0,-4-1 0,-5 2 3,-4-5 1,-5 0-1,-4 1 131,-2-3 1,-4 1 0,-2 1-141,-2-9 0,-7 0-13,-10 9 0,-8-1 1,-3 6-123,-9 6 1,-6 4-96,1 4 1,-5-1-1,-1 8-476,1 9 1,-2 7 0,-2 3 676,-10 3 1,-2 4-1,6 0 1,5-1-1,4 1 1,0 4 0,0 1-1</inkml:trace>
  <inkml:trace contextRef="#ctx0" brushRef="#br0" timeOffset="13751">6773 8478 17651,'-40'-29'919,"0"-1"0,1 1 1,-14 1-1,-3 3 0,2 7-684,-3 8 1,0 7-669,7 3 1,-3 3 0,2 5 713,-7 9 1,3 8-101,18-7 0,0 4 1,-1 4 2,-1 8 1,-2 6 0,1 3 0,3-1-66,-2 4 0,2 1 0,1 3-588,1 2 0,-1 3 0,1 1 0,7-4 586,5-7 1,5-3-1,1 3-82,4 4 1,0 4 0,3 0 0,4-3-468,5-3 0,3-2 1,2 2 371,0 0 1,2 3-1,3-1 1,4-4-99,10 0 0,5-4 0,6-5-280,7-3 1,6-4-1,0-5 268,-6-4 0,0-3 0,7-5 87,0-4 0,6-3 0,4-2 0,1-3 0,0-3 39,-2-3 1,1-4 0,2-2-1,-1-1 1,0 0 0,-1 2-183,3 2 0,-1 1 0,-1 0 0,1-3 0,2-4 252,-6-1 1,5-4-1,1-3 1,-1 0 0,-2-2-1,-5 1 1,-8 1 59,7-10 1,-9 1 0,1-4 115,-1 1 0,3-4 1,-2-1-1,-9 3-121,3-13 1,-11 1-21,-7 4 1,-11-3 18,-13-4 1,-11-5-1,-3 3-65,0 12 0,-4 3 0,0-3-8,-4-14 1,0-3-1,-10 5 155,-1 18 0,-8 4 0,-1 3 0,0 5-174,-1 3 1,0 4 0,-3 2-91,-2-1 0,-4 1 1,0 1-1,1 5-78,-7 6 1,1 6 0,1 4-400,1 1 1,1 4-1,1 4 579,-2 5 0,1 5 0,5-3 0,6-3 0,5 0 0,5 3 0,0-1 0</inkml:trace>
  <inkml:trace contextRef="#ctx0" brushRef="#br0" timeOffset="14574">14000 8441 16387,'-1'-52'1768,"0"0"0,-10-1 0,-9 11-1365,-27 25-212,-12-1 22,19 19 0,-1 6-538,4 3 0,-1 4 476,-12 7 0,-1 6-366,16-5 0,0 4 0,1 1 300,-3 5 1,1 3 0,1 2-277,-1 5 1,0 2-1,2 2 249,-2 4 0,1 2 0,2 0-497,1 3 0,2 1 0,2 1 457,2 0 1,3 0 0,4 2-25,8-10 0,2 1 1,2 0-1,4-2-19,4 5 1,4-2 0,3-2-51,-1-2 1,2-2-1,9-5 28,18-5 1,9-6-1,-1-6 27,-5-6 1,5-5-332,11-4 1,11-3 0,2-2-1,-8-2 353,-15-4 0,-4-2 0,5-2 8,4-1 0,5-1 0,3-2 0,0-2 0,-3-3 26,-6-1 0,-1-2 0,-2-2 0,1 0 0,-1 0 5,1 0 0,1 0 1,-1-1-1,-1-1 1,1-1-140,1-1 0,1-2 0,-1-1 0,-1-2 1,-5-1 217,4-10 0,-4-3 1,-4-1-1,-3 2 10,-4-3 0,-4 1 1,-3-3-106,-6 4 0,-2-5 0,-2 2 0,-6 3 3,-6-9 0,-11 2 18,-6 3 1,-6-1 0,-4 6-41,-10 2 0,-7 5-3,2 3 1,-6 0 0,-1 5-27,0 11 1,-1 5 0,-2 4-106,-4 1 1,0 4 0,1 1-2,9 3 0,1 0 1,-1 4-513,-8 4 1,-2 3 0,2 3 640,4 4 0,2 2 0,3-1 0,-6-1 0,3 0 0,6 3 0,-1 0 0</inkml:trace>
  <inkml:trace contextRef="#ctx0" brushRef="#br0" timeOffset="15307">10280 11120 15991,'9'-53'1779,"-1"-1"1,0 1 0,-7 8-953,-19 14-428,-18 0-265,8 20 0,-5 4-658,-7 2 1,-3 3 632,-6 5 1,0 3-71,8-2 1,0 3 25,0 3 1,-3 3-1,1 2-7,5 2 1,1 3 0,-2 2-20,0 1 0,-3 3 0,-1 2 0,1 4-282,2 0 0,0 4 0,1 3 1,0 1-1,1 2 296,1 4 0,1 2 0,1 2 0,2 0 0,1-1-296,3-3 0,0 0 0,2 0 0,3 1 0,2 0 262,0 10 0,2 1 0,5 0 1,8-5-24,9 0 0,7-4 0,5-1-6,4-1 1,4-2 0,8-2-20,3-8 1,7-2-1,5-2 1,2-4 10,-1-7 1,4-3-1,3-3 1,-1-1-1,-1 0-432,5 3 1,-2-1 0,2-3 0,5-4 443,-11-6 0,5-2 0,3-3 0,1-2 0,-1-1 1,-2-1-1,-5 0-304,13-3 1,-6-3 0,-1-2 0,5-1 325,-8 1 0,3 0 0,2-2 1,0-1-1,-2-1 0,-4 0-13,-2-2 0,-3-1 0,-1-1 0,-2-1 0,-2-1 82,6-4 1,-2 0-1,-3-3 1,-3-4 109,-4-7 1,-2-4-1,-4-1 1,-5 1-150,-2-2 1,-5 1 0,-5-2 196,-5 4 1,-3-3 0,-4 0-1,-7 1-212,-11-3 0,-8-1 0,-4 2 0,0 4-20,-4-3 0,-3 4 0,-3 1 301,0 1 0,-4-1 0,-3 2 0,-5 9-395,2 11 0,-5 7 0,-2 3 1,0 2-1,2 2-337,-2 0 1,2 3-1,0 2 1,-5 2 419,7 1 0,-6 2 0,-1 1 0,1 1 0,4 1 0,8 0 0,-2 2 0,6 0 0,2 2 0,-18 6 0,0-1 0</inkml:trace>
  <inkml:trace contextRef="#ctx0" brushRef="#br0" timeOffset="16251">14889 4867 21119,'-20'-51'806,"0"-1"0,15-6 0,16 5-708,28 17 0,12 5-924,-12 4 0,3-2 0,1 0 847,9-3 1,3-1 0,0 1-348,-4 3 0,0 1 0,2-1 332,-7 4 0,2-1 0,-1 0 0,-3 2-6,-3 1 1,-2 2 0,1 0 16,8-5 1,0-1 0,-6 2 399,-10 2 0,-5 1-220,14-17-2484,-30 1 2276,-40 20 383,-26 2-339,19 9 1,-2 1 19,-3 0 0,0 2 23,1-1 0,0 0 872,-23-1-779,22 2 204,20 2-390,14 1 3015,6 1-2976,8 1 726,19 5-715,30 5-22,-21-2 1,2 2-186,8 3 0,0 3 171,-5 2 1,-2 4-10,5 13 1,-3 4-17,-14-12 0,-2 2-157,4 18 0,-5 4-471,-13-13 1,-4 0-1826,2 12 0,-1 0 2481,-3-6 0,-1-4 0,0 12 0,-2-25 0</inkml:trace>
  <inkml:trace contextRef="#ctx0" brushRef="#br0" timeOffset="16817">16758 3950 20789,'-10'-54'1357,"0"-1"0,1 2 1,2 10-972,4 22-313,1 3-179,2 11 89,20 29 28,5 7 0,-2-2 1,3 2-7,-2-2 1,2 1-1705,13 13 0,-1-1 1699,-14-16 0,-1 0 0,10 10 0,-3-3 11,-13-14 51,0 1 426,-11-11-40,-2-5-196,-5-17-174,-1-10 3348,-1-8-3404,1-14-27,4 5-29,7-11-324,12-2-500,6 16-94,2 8-4122,10 14 5074,-10 9 0,-3 2 0,-11 4 0</inkml:trace>
  <inkml:trace contextRef="#ctx0" brushRef="#br0" timeOffset="17625">17540 3859 25225,'36'-22'160,"0"1"1,-5 2 0,-2 0 24,21-20-28,-17 6 196,-9-12-174,-12 14-34,-15-4-128,-4 23-11,-8 4 11,-21 10-6,0 14-6,-11 5-21,13 13 16,14 0-12,7 4 1,6-8-22,11 18 5,10-15 16,15 12 7,1-19-18,0-10 1,2-4 11,2-2 5,-2-3 1,1-1 61,7-10 22,1-8 6,-10-7 50,-10-25-61,-9-3-17,0-8 11,0 7 23,4 10-28,2 11-51,3 7-6,4 12-10,2 16 10,4 9-5,-6 5 6,6 15-12,-2 10-5,3 3 11,-14-21 0,4 0-3,16 2 1,5-6 16,-6-12 0,2-4-244,12 1 0,0-7 238,-19-9 1,-2-7 66,9-18 1,-6-8 5,-13 1 0,-4-3-695,7-14 0,-4-4 659,-12 0 0,-8-1 5,-4 5 1,-3 0-454,-5-6 1,-3 1 480,0 7 1,-1 3-153,2 7 1,0 3 163,-8-10 362,13 31-441,4 11 1114,2 8-1159,4 12 51,0 18-17,9 26-1119,-1-19 1,1 4 1070,4 7 1,2 3-88,3 4 1,2 1-381,1 3 0,1-1 282,-5-13 1,0 1-405,-2-6 0,1 2 1,-2-4-896,0-2 0,0 0 1532,6 14 0,-1-4 0,-1-6 0,-4-12 0</inkml:trace>
  <inkml:trace contextRef="#ctx0" brushRef="#br0" timeOffset="18475">18571 3645 23159,'51'-26'-1104,"1"1"1,-1 0-1,0 4 502,-4 11 0,0 2-268,-3-2 1,-1 0 782,-5-1 1,-3 0 399,18-8 2252,-18-2-5,-24 10-1448,-10 1-468,-12 10-196,-1 4-106,1 3 498,-1 15-739,8-5 11,8 7 61,12-11 46,12-3-1,8-5-27,7-11-107,-5-1 201,13-22-72,-24 3-56,4-18-12,-20 4-21,-10-1 44,-22 0-140,-2 17 11,-18 5-22,6 19 5,-1 9-5,-11 26-23,12 4-3,15-8 1,2 3-8,3 26-18,7-10-328,14-11 1,7 0-176,18 12 89,-3-15 0,4-3-104,4-10 0,3-6-412,5-3 1,4-4-1048,4-3 1,2-4-914,3-5 0,1-4-913,0-3 0,-2-3 3293,-3-5 1,-3-3 543,-5-3 0,-4-4-142,-7-2 0,-4-2 2463,-5-2 1,-3-1 699,-5 2 1,-2 0 1101,5-27-1575,-10 14-952,-7 11-324,-7 14-869,-1 11-291,-5 8-67,-4 10 1354,-7 12-1377,-8 14-22,-5 9-39,-1 5-75,0 3-10,16-25 1,0-1-87,-3 0 0,-1-2 61,-2-2 1,-1-3 184,-3-4 1,-1-4 159,-13-8-72,10-8 200,17-24 57,10-2 17,4-12-68,10 2 246,8 6-431,9 9-100,-3 12 17,28 13-51,-3 18-42,-10-2 0,3 5-283,-1 4 1,1 4 313,-2-1 0,3 3 0,-5-4 0,-7-4 0,-1-1 0,6 4 0,0 1 0</inkml:trace>
  <inkml:trace contextRef="#ctx0" brushRef="#br0" timeOffset="28211">6920 5991 17843,'-23'-3'1227,"5"1"-1020,19 2-11,-1 0-173,3 0-113,0 0 152,2 0 218,19 0-168,0-1 5,7-1 1,3 0 5,20-3-76,-15 1 1,0 1-15,-5-1 1,0 1 2,20-2 1,2 1-637,-13 0 0,1 1 616,13-2 1,2 1 19,5 1 1,-2-1-1511,-12 2 0,0-1 1487,-5 0 0,2 1 1,-3 0-6,6-1 0,1 0-312,-2 1 0,2 0 0,-1 0 295,8 0 1,1 1-73,-10-1 1,2 1-1,0 1 79,1-1 0,0 1 0,-2 1 2,9-1 0,0 0 2,-9 0 0,2 0 0,-1 0 11,-2 0 0,-1 0 0,-3 0-8,9-1 1,0 0-2,-11 1 0,2-1 0,0 0 3,-1-2 1,0 0-1,-2-1 1,8 1 1,1-1-22,-8 0 1,3 0 0,-3 0 17,5 0 1,-2 0-6,1 1 0,1 0 1134,-1 0 1,1 0-1135,-6 0 0,3 1 0,0-1 7,-2 1 1,1-1-1,1 0 0,8 0 1,3-1-1,-3 1 636,8-1 1,-4 0-636,-4 0 1,-1 1-9,-4 1 0,0 1 0,1 0 0,0 1-9,13 0 1,-1-1-165,-16 1 1,-2 0 177,-2 0 1,-3 0 11,12 0 1019,1 0-1025,3-1-5,1 1-12,1 0 6,-23 0 0,0 0 5,1 1 1,-1-1-6,30 2 12,-5-1 149,1 0-155,-22-1 10,24-1 1,-15-1-23,-14 1 1,3 0 19,3 0 0,1 1-6,-8 1 1,1 0-12,9 1 0,-2 0 9,8 1-1,13 0 40,-20-2 786,3-1-847,1 0 119,-12 0 1,0 0-110,8 0-8,-6 0 0,-2 0-14,-2 1 0,12 1 51,-4 2-29,-13 0 12,7-1 5,-14-2-6,-3 0-10,10-1-1,-9-1 6,24-1-5,-17 1-7,15-2 35,-16 1-29,25-1 12,-18 1 22,29-1-34,-35 2-5,3 0 11,-21 1 11,-4 0 191,-1 0-3507,1-1 3305,-2 0 0,2-1 0,-2 1 0</inkml:trace>
  <inkml:trace contextRef="#ctx0" brushRef="#br0" timeOffset="29792">6422 6678 20957,'-1'-64'398,"-1"16"-354,2 54 29,0 9 28,3 15 117,4 25-564,-2-13 413,0-8 0,0-1 74,0 11-12,1 14 0,-2 5-6,-3-15 0,0 1-70,0-12 0,-1 0-339,0 13 1,0 0 313,0-16 0,-1 1-1492,1 9 0,0 0 1509,-1 16 102,1-26 0,0 1-60,0 12 0,-1 0-34,1-10 0,-1 1-22,0 17 0,0 2 16,-1-5 1,0-3-20,1-11 0,0 0 88,-1 9 1,1-1-89,2 18-28,0-18 12,1-5 3286,-1 9-3287,0-12 6,-3 12 6,2-27-29,-2-5 62,2 12 344,0-12-372,-1 16 12,1-13-29,-1-3 45,0 4-56,0-13 5,1 5 1,0-12 5,0-1 6,0 1-34,0 4-67,-1 2-5,1 0-85,-1 0-3248,1 0 3422,0-2 0,0 0 0,0-4 0</inkml:trace>
  <inkml:trace contextRef="#ctx0" brushRef="#br0" timeOffset="30952">13968 6424 8746,'0'-7'5215,"0"1"-3254,0 6-987,4-60 1157,-1 35-1239,0-11 0,0 2 800,-1 16-1051,-1 9-306,-1 3-231,0 5-74,0 2 74,0 4-56,0 5-5,0 10 13,0 9 17,0 9-2,2 6-17,-1-6 27,4 14 42,-1 9-65,-2-28 0,-1 0-68,1 0 0,0 0 59,-1 7 0,1-2-51,-1 3 36,2 5 1,0 2-279,1 9 229,-2-24 1,0 2 31,1 5 1,1-2-11,0 14 13,1 9 37,-1-27 1,0-2 10,0 12-50,0-12 0,-1 1 52,2 18-21,-2-1-26,0 0 1,-2-10 29,0 22-25,-3-16-18,1-13 0,0 2 15,-3 21-32,1-12 22,2-12 1,0-1 2,0 11 6,0 17-36,1-26 44,0 10-31,0-14 11,0 11 16,1-17 28,0 20 204,1-19-255,-1 19 1,0-19-17,-1-5 16,2 2 29,-2-7-28,0 3 10,0-5-27,1-3-50,-1 2 5,1-2-432,1 4-2884,0-3 3372,2-1 0,-1-3 0,-1-3 0</inkml:trace>
  <inkml:trace contextRef="#ctx0" brushRef="#br0" timeOffset="32201">6823 9692 27564,'-7'-31'-948,"4"11"897,8 23-397,9 8 265,5 0 167,10 4 22,8 2-19,-7-4-201,26 10 251,-10-4-72,-12-5 1,1 0 137,-4 0 0,-1-1-9,2 2 0,-1 1-77,1 0 0,-1 2-246,1 1 0,1 0 166,0 1 1,1 1-11,2 1 0,-1 0-10,1 1 1,1 0-9,-1 2 0,0-1-2,0 1 1,1-1 14,-2 1 1,3 2 78,-3-4 0,2 1 0,0-1-500,5 3 1,0 0 534,-5-5 0,2 0 1,-3-2-6,6-1 0,-3-2-261,3 0 1,-2-2 215,-7-3 0,-1 0 30,14 6 0,0 0-14,-17-5 0,1 2-12,10 4 0,0 2-16,12 13 310,-10 0-245,-10-2 44,4 10-63,-8-13 17,9 4 23,2-11-12,5-2-4,4 1-6,-3 0 983,-7 1-988,-5 1 554,-1 2-576,-6 0 129,-1-1-123,-4-2-6,0-1 17,0-4 28,18 1-22,-5-5 0,14 0-6,-15-4-23,-4-2 6,-6 2 1,-11-3-1,-4 1-6,-6-3-16,0-2 28,1 2-11,1 1-1,1 0-5,5 2-22,-2-1 11,5 1-90,-3-1-460,1-1-4418,2 1 4979,0-2 0,-5 0 0,-3-2 0</inkml:trace>
  <inkml:trace contextRef="#ctx0" brushRef="#br0" timeOffset="33325">13423 9531 20867,'11'-21'476,"-2"5"-184,-13 27-119,-4 4-10,-7 10-85,1-2 45,-10 4 1,-3 2-51,-9 8-37,3-4 1,-2 0-9,8-9 0,2-3-380,-19 15 368,15-13 1,-1-2-28,-19 17 25,8-10 0,-1 1-11,6-5 0,-1 0 13,-13 8 1,-3 1-4,15-10 0,1-1 0,1-2-338,-5 5 0,0-1 336,-13 7 0,4-2 6,8-4-25,2-3 1,-7 6-1,6-4 8,13-7 0,-1 0 2,-11 7 0,-6 3 0,5-4-5,11-6 0,2-1 9,-15 8 0,-2 1-1,10-5 1,0 0-1,2-2 1,1 1 11,-21 15-28,11-6 5,11-7 0,0 1 10,-21 15-4,22-16 0,1 0 17,-16 12-11,0 0-6,4-3 17,2-4-12,4-2-10,2-3 669,-5 6-659,12-9-5,0 1 45,6-3 329,3-4-329,-8 6 5,1-1-38,3-3 44,-10 6-17,10-6 123,-12 7-27,18-10-12,-1-1-67,12-7 101,-3 2-23,-4 6-84,0-1 18,-3 4 21,7-7-50,1-3 68,4-2-813,1-2-5998,5-4 6704,1-1 0,0 1 0,-1 0 0</inkml:trace>
  <inkml:trace contextRef="#ctx0" brushRef="#br0" timeOffset="34408">12330 5467 15788,'-47'-28'2371,"1"1"0,9 6 0,6 3-1453,7 1-626,18 13-197,0 0-140,5 3-17,1 2 62,1 6 34,12 21-12,3 3-5,13 18-11,-6-17-1,-3-6 1,1 0 0,11 13-107,-9-12 1,2 1 117,16 17 8,-12-16 0,1 0-13,13 13 4,-17-16 1,-3 0 6,-3 7 5,-14 2 44,-17 2-21,-15 3-29,-13 3-16,-6 2-34,4-3-95,8-3-404,13-6-1820,10-7 2347,12-3 0,-1-12 0,5-3 0</inkml:trace>
  <inkml:trace contextRef="#ctx0" brushRef="#br0" timeOffset="35235">13636 8221 11138,'-10'-52'2814,"0"0"0,2 6 0,0 6-1342,1-1 433,0 9-1412,2 15-308,0 5-163,4 22-5,-1-1-3387,5 19 3404,2-2 5,7 11 6,7 2 0,8 2 33,7-3 40,9-5 16,6-8 59,-10-15 0,1-3-36,23 0-172,-22-7 1,-1-3 120,13-6-5,-4-3-2136,4-6 2108,-19 7 2226,2-4-2126,-5-4-55,-6 0-79,6-4 175,-1-6-197,-12 13 3381,6-7-3499,-11 12-196,-3 5-661,-1 3-2890,3 7 3848,4 5 0,-7-3 0,-1 2 0</inkml:trace>
  <inkml:trace contextRef="#ctx0" brushRef="#br0" timeOffset="36009">11021 10924 9615,'0'-49'2128,"-1"0"1,0 5-1,1 4-224,0 1 393,2-7-1099,1 4-694,1 9 410,0 15-774,-3 13-84,1 1 442,-2 40-206,-11 16-208,3 11 8,-5-15 0,-1 0-8,3 8-70,4-17 0,4-1 3,17 12 11,7-26 0,5-4-197,2-5 0,2-2 174,1-1 1,1-2-17,20 0-219,-15-5 0,-1-1-391,4 1-4295,7-2 1,-1 0 3229,-18-2 0,10-1 1,-31 0-1</inkml:trace>
  <inkml:trace contextRef="#ctx0" brushRef="#br0" timeOffset="37134">9358 10676 7352,'-4'-6'9648,"0"2"-7251,4 4-842,0 0 904,-34-59-1861,23 44-398,-8-18 1,1 7-107,14 27 233,-4 9-271,0 9-45,-1 11 2,4 7 4,24 20 17,4-12-26,-1-15 1,2-1-9,19 13 5,-2 2-5,-10 1 23,-15 0-1,-15-10-3,-14-7 1,-6-1-14,-20 10-1739,2-6 1,0-1 1665,-9 2-491,9-9 1,2-3-9274,5-6 8456,-6 4 0,24-14 1,11-4-1</inkml:trace>
  <inkml:trace contextRef="#ctx0" brushRef="#br0" timeOffset="37942">6082 8183 23865,'-17'-27'-136,"0"-1"1,-6-6-9,30 49 182,10 20 21,1 4-37,6 16-2112,-3-8 1,3 1 2129,-6-18 1,1-2-687,10 12 1,1-7 816,5-17 62,17-13-22,-16-17 1,2-5-105,4-1 0,1-2-205,1-5 1,0-1 192,2-4 0,-2 0-8,-12 9 0,-1-1 45,7-6 0,-2 1 1989,7-7-2255,-15 10 1973,-23 24-7020,-10 17 4466,-3 6 1,0-3-1,2-5 1</inkml:trace>
  <inkml:trace contextRef="#ctx0" brushRef="#br0" timeOffset="44283">6217 2202 17445,'-1'-4'2168,"0"1"-947,1 3-1109,-55 15 61,23 10-120,-7-1 1,2 2-26,12 18-6,8 1 129,31-13-44,-5-15 279,17-1 225,-14-14 325,4-10-500,-8-4-133,-2-12-74,-11-3-83,-4-3-84,-4 6 66,-9-6-100,11 17-212,-11-7-80,15 18-20,-3 7-399,9 16-3034,0 31 3741,4 11 1,-3-24 0,2-12 0</inkml:trace>
  <inkml:trace contextRef="#ctx0" brushRef="#br0" timeOffset="44584">6120 2839 19342,'6'-10'2334,"-2"2"-1411,-4 8-499,0 0-276,-50 42 261,48-19-316,-19 4 1,6-1 108,41-6-77,-1-6 278,-5-6 24,-8-4 1461,-6-4-1072,-5-2-247,-2-7-143,-6-9-494,-2-2 129,-7-5-422,6 13-381,0 3-5512,0 13 6351,0 6 1,2-3-1,2 1 1</inkml:trace>
  <inkml:trace contextRef="#ctx0" brushRef="#br0" timeOffset="46476">9451 5200 21261,'-26'-42'196,"0"0"0,-1 0 0,-8-10 0,10 2-168,20 8 0,10 0-784,9-11 0,6-1 763,-5 15 1,1 0-1,3-1-2,7-8 1,3 0 0,3 1-1,4 1 1,3 1 0,-1 1 10,-1 3 1,0 0 0,-2 3 278,-4 6 1,-2 2 0,-1-1-95,9-15 1,-8 5-112,-15 17 508,-6-18-614,-43 32 328,2 3-267,-23 4 17,18 5-29,9 1 1439,-11-1-1394,24-2-44,-7 0-51,19 0-5,5 0 44,7 0 17,10 1-27,15 2 10,16 3-14,-13 1 1,3 2 2,3 5 0,-1 1-401,-6-3 0,0 3 359,8 12 0,-4 2-14,-8 0-133,-3 1 1,-3 2-680,-2 16-1720,-11-10 1,-2 2 1798,1 18 1,-7-9-1,-4-30 1</inkml:trace>
  <inkml:trace contextRef="#ctx0" brushRef="#br0" timeOffset="48385">10580 3401 17524,'-4'-3'5495,"0"0"-3894,4 3-1618,-23-18 45,20 18 12,-12-11 16,33 23 39,11-1-6,10-4 7,8-6 16,2-9 28,-3-7 34,-6-6 72,-10-5 12,-11-2-157,-9 4 44,-8-20-89,-9 8 0,-5-13 17,-6 14-23,-2 9 18,2 10-102,2 8-72,1 10 55,-16 34 46,5 4-7,6-5 1,2 0-11,-1 13-65,10-13 0,4 0-215,11 12-12,1-15 0,5-2-672,32 9 56,-3-23 1,7-4-962,10-2 1,6-6-742,-5-6 1,4-3 0,-3-2 2278,-12 1 0,-2 0 0,0-6 374,8-12 0,0-6 1,-10 2 498,-15 7 1,-7-1 496,4-17 0,-8-1 767,-17 0-289,-6-10-347,-5 2-291,-8 5-241,-4 10-246,-4 11 1223,-3 11-1526,-3 13-28,-6 15-22,7 3-9,5 6 1,1 3-4,-7 21 1456,10-13 1,2 3-1468,8-8 1,3 1 24,0 26-126,30-2 141,5-28 44,24-11 29,-1-34-49,-22-1 1,-1-4-95,1-5 1,-1-3 152,0-4 1,-3-2-15,-3-4 1,-4 0-54,-3 8 1,-3-2-250,-2-21 0,-3-3 261,-3 16 0,-2-1 11,0-18 0,-2-1 25,-2 15 0,0 3 14,-2 5 0,-1 3 527,-5-17-532,4 23 63,1 12-366,4 14 106,0 5 284,3 16-194,4 17-22,4 25-232,-1-22 1,2 3 125,1 4 0,2 1-202,2 3 0,1-1-202,-2-10 0,2-1-591,12 13 0,6-2 257,-6-21 1,4-2-73,13 8 0,5-5 232,-4-15 0,3-9 500,-6-11 0,2-7 0,-3-2-489,5-8 1,-3-5 1044,1-1 0,-6-3 312,-20 0 1,-7 0 485,-8-8-131,-7-10-180,-7 7 213,-3 12-254,-12 2-153,7 18-530,-13 3 3337,5 17-3400,-3 11-3,3 9-44,3 7 7,8 2 0,8 0-38,6-3 15,10-5 50,6-8 127,8-9 447,18-23-270,-10-7 223,11-27-351,-24 16 119,-5-11 159,-10 20-81,-1-2-112,-3 7-146,0 9-176,0 3-164,1 10 289,3 15-13,4 23-139,0-10 1,0 4-624,3 11 0,1 2 613,-1-11 1,0 0 0,2 4-48,3 5 0,2 4 0,2 1 0,-3-3-21,1 2 1,-2-3 0,1 3 85,-1-2 1,1 3 0,-1-1 0,-5-7-14,-6 0 0,-6-6 3,-1-6 0,-6-8-103,-33-12 86,0-32 73,16 1 0,2-5-14,0-10 0,5-7-526,8-2 1,2-5 0,2 2 508,-2-4 0,4-3-26,5 0 0,3-4 0,4 0-79,6 1 1,6 0-1,-1 2 79,-1 5 0,0 2 0,1 0 29,3-3 1,0-1 0,2 4-57,8-5 0,-2 6-408,7-10 494,-12 20 1,-1 1 1041,0-3-907,-9 12 89,-8 10-151,-3 7 1757,-2 4-1813,0 2 506,0 6-545,-1-2 45,6 16-22,-1-9-3370,17 16 3381,-9-15 28,17 6 16,-6-13 141,9-4-57,-6-9-16,-1-10 174,-6-27 3195,-10 8-3414,-5-13 106,-12 18-89,-3 12-28,-4 7-45,1 9-11,-6 10-17,0 7-11,0 4 5,-2 19 0,1 18-5,7-6-20,5-13 1,6 2-315,10-5 1,5-2-535,7 22-3339,9-16 0,5-4 3370,18 1 0,-7-5 0,-16-15 0</inkml:trace>
  <inkml:trace contextRef="#ctx0" brushRef="#br0" timeOffset="64033">16955 9354 15670,'-11'-7'5349,"3"1"-4498,8 6 292,0 0-1009,-15-18-218,11 15 51,-10-11 50,18 25 5,7 11 0,-1 3-22,0-1 73,-11 8 0,-12-8 0,-14 11-28,-2-11 16,0-4 1,-1-1-12,-2 1 37,-2 3 0,2 1-42,14-7 123,-6 10 112,35-20-163,3-2 79,29-2-145,-6-1-29,15 1-22,-16 2 0,-11 3 17,-11 0 28,-8 2 11,-4 0 11,-7 3 34,-15 14-73,-4-1 0,-14 14-6,3-7 0,0 2-5,1 0 0,7-2-17,9-6-11,10-5 28,10-6 33,9 0-5,11-1-17,10 2-23,6 3-10,5 10-169,-18-6 174,0 18 0,-21-27 0,0 6 0</inkml:trace>
  <inkml:trace contextRef="#ctx0" brushRef="#br0" timeOffset="65960">17009 9038 8853,'4'-3'6352,"-1"1"-2397,-3 2-3082,13-12-78,-9 9-112,9-8-134,-13 11 930,0 0-1406,-3 1-34,-4 2 6,-5 4 28,-4 1 5,-2 2-22,0 0-5,1 1-29,4-2 12,-3 3-1,7-2 7,-3 3-12,5-1-17,2 2 6,0 0-12,2 1 6,1 0 1,2 0 4,0-2-4,2-3 133,9 4-78,-3-8 57,11 5-35,-4-7-22,4 2-33,-2-1-6,-4 0-11,-4-1-6,-5 0 62,-3-1-3079,-9 6 3062,2-4 11,-13 6-16,2-3-28,-7 3-6,1 0-6,2 0-6,1 0 3410,2 1-3393,0 2-5,-1 0 5,-1 1-10,0 0-12,-4 6 5,8-6 1,0 3-12,9-10 17,3-2-11,2-3 6,0-1 16,1 0-16,1 0-17,0 0 11,0 0 5,0 1 1,0 1-17,0-1 28,0 0 5,1-3-11,1 2 23,1 0-34,-1-1 17,0 0 167,-2 0-251,2-3-678,4-4-2840,10-4 3585,12-7 0,-11 8 0,2-1 0</inkml:trace>
  <inkml:trace contextRef="#ctx0" brushRef="#br0" timeOffset="67469">16919 9427 19630,'-13'19'2644,"-5"-1"-2252,1-9-84,-7 1-174,6-3 101,-6 2-27,2-1 413,-37 16-481,25-10-28,-21 9-67,38-14 56,2-2-56,9-4-1,0 1-4,5-3 705,0-1-700,6 0 28,3 0-45,6 0 22,10 0-22,-2 1 0,6 1 0,-9 0-17,-3 0 45,6 0-28,0 2-28,2 0 11,-4 1-33,-9 0 11,-2-1 22,0 1 6,1 0-6,0-1 6,1 1 22,-3-2-28,-3-1-44,0 0 33,-1-2-6,-1 2-5,0-1 28,-1 1-17,1 0 28,-1-1-23,-1 0 6,1-1-33,-1 1 61,0-1-39,1 0 45,-1 0-17,0 1-28,0 0 11,0 1 0,1-2-22,0 1 22,3 1-5,0 1-6,1 0 17,-2-1-6,-2 1-5,0-1-12,0 1 0,-2-2 594,2 0-548,-2 1 44,-3 0-34,-3 1-28,-6 3-5,2-1 22,-9 5-33,6-3 16,-5 4 18,2-2-18,2 1-16,0-1 5,0-1-11,3 1-11,-1 0 27,0 2 12,-2 1-16,1 1-18,2-2 6,3 0 6,3-2-12,2 0-11,2 0 23,1 2-1,0 3 7,1 3 16,0 3-23,2 3-10,1 0 21,0-4-4,4 9-24,-1-10 18,4 8 22,0-7-28,-2-4 22,8 6-16,-3-7 5,4 3 79,6-2-29,-4-9-49,11 2-707,3-7-9136,8-4 8340,-9 0 1,-7-1 0,-18 2-1</inkml:trace>
  <inkml:trace contextRef="#ctx0" brushRef="#br0" timeOffset="69410">17390 15973 14432,'0'-3'5915,"0"1"-3479,0 2-1747,-29-25-510,22 18-100,-22-18-40,30 25 23,4 0 22,8 0-6,11 0-61,1 0 11,20 2-28,-18 2-23,4 3 29,-19 2 50,-8 3 11,-11 4-5,-9 5-6,-16 7-6,-10 5-33,-7 1-11,4 3 10,5-3-38,9-3 22,11-5-11,8-6-6,6-5 39,10-3-16,6-3 5,12-1-5,5 1-12,6 2 6,-2 2-11,-9-1 22,-3 8 23,-13-4-34,-1 11 11,-10-1 0,-8 10 28,-8 5-44,-2 0 5,2-2-3387,7 1 3387,6-14 0,2 12-28,5-15 28,3 5-5,3-1-12,5-2 39,12 7 3387,-6-11-3386,10 9-23,-13-12 11,-2 5-11,-16 2-56,-16 0-67,-18 0-337,-11-4-1040,-4-6-6387,2-11 7887,13-9 0,16 0 0,12-2 0</inkml:trace>
  <inkml:trace contextRef="#ctx0" brushRef="#br0" timeOffset="78341">17785 10443 20599,'4'-52'1230,"1"-1"0,-1 9 1,-1 9-1069,-2 20-207,-1 11-16,0 7 117,0 16 0,0 23-28,-4 13-182,0-21 1,-2 1 170,-11 26-11,-5-5 11,0-9 5,2-10 45,6-14 280,7-11 231,3-8-237,3-10-245,1-8 339,0-15-379,3-15-6,4-16-331,-1 22 1,1-2 308,1-3 0,2-2-3,1-1 0,0 0-14,-2 12 1,1 0-64,3-7 0,1 4 97,4-1-57,4-4 18,9 17 11,-5 16-34,14 0 628,-2 16-611,3 10-16,2 15-7,-11 3 1,0 4-65,-8-8 0,0 2-102,7 13 1,-1 3-1011,-6-1 0,-4-1 37,-7-13 0,-1-1-1054,1 7 1,-7-2 2215,-16 0 0,4-18 0,-6-7 0</inkml:trace>
  <inkml:trace contextRef="#ctx0" brushRef="#br0" timeOffset="78518">17803 10526 22817,'5'-46'56,"0"0"0,2 5 0,6 8-476,45 10-1206,-23 14 0,2 2-2446,5 1 0,1 1 4072,-2 1 0,-4 1 0,13 0 0,-23 3 0</inkml:trace>
  <inkml:trace contextRef="#ctx0" brushRef="#br0" timeOffset="79518">17861 11770 19048,'-7'-55'1293,"0"0"1,1 5 0,1 6-919,2 11 588,1 2-610,2 19-297,-2 0-151,2 13 106,3 26 23,0 4-1,1 27-16,-1-5-6,-3 1-5,-4-5-17,-1-7 33,-3-10 40,2-11 145,2-11 236,2-5-51,0-6-202,-1-6-89,-1-8-28,-4-12-28,0-12-23,1-13 0,4 19 1,1-1-233,1-3 0,2-1 224,1-1 0,2 0 5,0 3 1,2 2-80,12-27 65,6 13-5,9 10-11,7 10 6,4 9-12,2 9 6,-2 9 5,-4 10-11,8 30-5,-18 0 8,-14-9 0,-3 2 420,-8 18-440,-16 4 18,-12-4 16,-2-12 2,3-14 1,-1-3 25,-8 6 80,-9 3 43,19-16 84,8-9-61,8-8-79,2-8-39,2-7-11,1-3-23,6 0-3374,7 4 3374,-1 7-16,8 4-29,-1 6 12,11 7 5,9 8-16,8 11 0,2 9 5,-6 5-6,-13 1 29,-21 8 11,-25-21 0,-7 0-395,-9 12 347,-6-15 0,-5-5-333,-16-1-1846,11-8 1,-1-4 2209,14-5 0,3-2 0,-27 1 0,40-9 0</inkml:trace>
  <inkml:trace contextRef="#ctx0" brushRef="#br0" timeOffset="80225">17962 13003 20839,'17'-44'902,"0"0"0,-7 6 0,-9 9-790,-26 23 0,-24 19-56,6 5-9,11-1 1,-1 3-411,5-1 0,1 2 399,-6 3 1,2 2-23,3-1 0,5 1 67,5 5 1,5 1-82,9 11 6,24 7-57,7-33 1,4-3-379,16 5-563,1-6 1,4-2-1247,-18-6 1,0-2 2237,20 2 0,-2-1 0,-3-1 0,-7-3 0</inkml:trace>
  <inkml:trace contextRef="#ctx0" brushRef="#br0" timeOffset="80735">17825 14280 15121,'-4'-35'4147,"1"-1"1,0-4-3706,-1 0 1,0 2 179,3 12-253,-1 11-302,2 8-156,-1 7 61,1 12 28,0 19 0,-2 9-373,-1 11 1,0 2-341,1-1 1,0 1-481,-1 10 0,0-6-683,2-7-3040,2-3 1,1-1 3944,1 1 1,1 5 0,-1-36 0</inkml:trace>
  <inkml:trace contextRef="#ctx0" brushRef="#br0" timeOffset="81008">17734 14519 14521,'-5'-53'2580,"-1"0"1,1 3 0,3 3-1489,7-13-448,6 7-292,10 10-133,5 10-90,7 11-40,7 9-38,8 7-35,-7 8-2,-6 5 0,0 5-416,15 14 379,-14-4 1,-2 3-40,-8 0 1,-5 2-26,-3 3 0,-7 1 3,-8 1 0,-7 0-64,-6 1 0,-9-1-351,-25 11 1,-8-3-589,12-11 1,-1-1-1816,4-6 1,-3 1 0,5-4 2901,3-5 0,4-2 0,-7 2 0,19-9 0</inkml:trace>
  <inkml:trace contextRef="#ctx0" brushRef="#br0" timeOffset="81758">18167 15101 13172,'2'-5'6956,"-1"1"-4261,-1 4-2651,0-39-21,-13 31 22,-10-23-26,-11 36 1,-4 11-9,7-7 0,-1 2 3,-24 6 0,1 0 76,-6-2 120,23-6 0,3-3 109,9-4-5,4-5-68,19-1-72,1 1-57,2 2-117,0 0 11,-1 5 6,1 6-11,0 10-3370,-1 10 3392,-1 11-78,-2 8 84,0 6 5,1 2-11,4-1-11,5-5 0,0-13-6,12 5-11,0-20 11,10 4-45,3-15-89,9-7-286,7-9-576,8-7-1043,-1-6 515,-7-4 1513,-10-6 0,-19 13 0,-8 0 0</inkml:trace>
  <inkml:trace contextRef="#ctx0" brushRef="#br0" timeOffset="81951">17691 15380 15062,'50'-12'-464,"0"-1"0,3 1 0,-6 3 0,-8 5 0,-2 1 0</inkml:trace>
  <inkml:trace contextRef="#ctx0" brushRef="#br0" timeOffset="89252">19109 9939 14180,'-43'-8'286,"2"12"2322,23 22-2524,-8 23 1299,15-24-1383,-3 25 843,15-31-479,6 3 3058,2-15-2745,10-8-195,3-11 207,17-14-448,-12 3 269,7-21-376,-25 24 197,0-20-259,-8 25 63,-9-11-102,0 16-49,-7-2-7,3 8-150,-8 3-208,5 8-925,-9 7-2463,5 11 3769,1 12 0,8-16 0,4 1 0</inkml:trace>
  <inkml:trace contextRef="#ctx0" brushRef="#br0" timeOffset="89601">19116 10369 21937,'-23'35'765,"1"0"0,-2 21-564,52-55 230,24-8-67,-17-3 84,11-8 57,-20 1 61,-12 0-314,-7 4 106,-12-3-268,-10 6-29,-12-2-27,-9 7-96,-1 2-111,8 4-6173,-3 11-3485,18-4 9772,-4 7 0,14-10 1,2-3-1</inkml:trace>
  <inkml:trace contextRef="#ctx0" brushRef="#br0" timeOffset="92186">20136 9748 22884,'-3'-12'370,"-16"5"-342,0 10 45,-35 7-12,16-3-22,-7 3-3285,1-4 3302,25-4 90,-14 0 16,10-4-95,1 0 68,-1 0-68,13 1 22,5 1 3343,4 0-3516,1 0 61,0 3 34,0 1 40,0 12 55,-3 8 163,-7 28-39,-5 4-373,4-18 0,0-1 221,-5 16-22,6-19 0,2-1 28,0 21-64,2-16 0,4 3-144,4 0 1,3-1 128,0-6 1,2-3-40,12 20-269,7-29-4603,32-14 4906,-2-6 0,-2-3 0,-26-4 0</inkml:trace>
  <inkml:trace contextRef="#ctx0" brushRef="#br0" timeOffset="95659">20573 10248 17804,'5'-60'1589,"-1"1"0,0 4 0,-1 8-710,-2 7-196,0 10-224,-1 14-291,1 7-224,-1 8-33,0 1-68,0 9 202,-2 9-1,-2 16-16,-4 9 6,-5 14-56,5-18 27,-4 10 12,7-25-6,-1 0 17,3-10 123,1-8 17,1-5 589,1-1-404,0-4-252,-1-6-73,-2-13-12,0-13-1704,1 5 1,0-3 1687,1-16 19,2 11 1,2-1-3,7-12-23,-3 21 1,3 0-1143,13-8 0,1 4 1136,5-3 4,-1 12 0,2 5-15,5 12 1,9 2 2257,-1 9-2297,5 13 51,-18 0-28,5 16 16,-20-3 12,-3 10-6,-8 4 6,-7-9 22,-20 17 12,-2-17-12,-14 11 6,3-18 61,-2-9 3359,14-8-3269,-5-9-118,20-3 57,-6-12-63,12-1-32,0-5-63,13 0 18,-2 11 10,19-1-33,23 14 62,-3 4-15,-14 1 1,0 3-26,11 14 1,-7 4 22,-12-5-29,-6 12 24,-13-12 55,-15 18-28,-3-20-5,-33 11-18,0-14-144,-9 0-460,6-9-3743,13-13-1914,15-4 5425,4-8 0,14 7 0,2-1 0</inkml:trace>
  <inkml:trace contextRef="#ctx0" brushRef="#br0" timeOffset="95869">21542 10211 19461,'-24'45'-165,"0"0"1,0 0-1,-2 4 1,0-1-1,6-12 1,10-15-1,-7 11 1</inkml:trace>
  <inkml:trace contextRef="#ctx0" brushRef="#br0" timeOffset="98226">22173 9844 21534,'1'-54'913,"-32"26"-868,6 40 2,-7 5 1,-1 2-3,0 4 19,-2 6 1,0 1-31,1 3-15,1 5 1,3 3-26,9 5 0,8-13 1,4 1 5,10 16-6,19-6-66,17-7-164,19-7-339,-23-19 0,1-3-899,3-2 1,0-3-3382,21-1-4976,-9-4 9427,-22-2 1,-13 2 0,-6 0-1</inkml:trace>
  <inkml:trace contextRef="#ctx0" brushRef="#br0" timeOffset="99136">22659 9656 4926,'-5'-3'9035,"1"1"-3344,4 2-5400,-12-6 301,9 5-704,-8-4 406,15 5-47,7 1 782,2 0-743,35 0-168,-1 0-54,-11-2 1,1-1 58,25-2 23,-10-2-3197,-12 0 3225,-19 2 139,-9 2-128,-12 1-28,0 1-157,-2 3 45,-2 2 11,-3 6 3392,-3 6-3392,-1 7-6,0 6-33,3-5 45,0 21-18,4-10 1,0 22-48,5-14 1,2 1-1,1-7 0,2 1-414,2 14 1,3-1 416,0-13 0,2-2 0,0-2 0,0-1-6,6 26-5,-10-12-252,-25-21 0,-10-3-1177,-26 9-1328,5-13 1,-4-3 2767,9-8 0,5-2 0,-3 1 0,26-6 0</inkml:trace>
  <inkml:trace contextRef="#ctx0" brushRef="#br0" timeOffset="110293">19084 11219 19302,'8'-48'180,"-5"17"1745,-15 47-1869,-8 13 717,-4 9-754,9-8 1,1 1-3,0 6-2574,4 5 2658,20-28 888,5-9-815,9 0 240,8-14 533,-1-20-673,-10 0 6,-9-22-117,-18 16-102,0 3 3354,-4 9-3387,2 11-84,2 5 5,0 5-1013,-18 26 134,12-9-3259,-17 32 4189,17-7 0,4-13 0,2-1 0</inkml:trace>
  <inkml:trace contextRef="#ctx0" brushRef="#br0" timeOffset="110611">19111 11618 22419,'-22'44'194,"1"0"0,-3-7 1,12-7-5139,48-13 5191,-20-13 1682,12-1-898,-16-12 254,-3-1-848,-2-10-185,-9-1-157,-1 1 3331,-4 0-3510,1 7-258,1 5-9489,-4 2 7833,4 4 1,-1 0 0,4 2 0</inkml:trace>
  <inkml:trace contextRef="#ctx0" brushRef="#br0" timeOffset="113985">20124 11147 15648,'0'-8'4648,"0"1"-3713,0 7 74,0 0-326,-5-14-520,-1 8-113,-11-10-33,3 13 39,-30 2-34,15 0 17,-10 3 1,-2 1 16,-7 2-26,15-1 1,2 1 20,-1 1-34,14-3-12,12-1-16,4-1 0,1 2 67,-1 5 28,-5 12 39,-5 13-28,-3 9 40,-3 8 16,0 0-73,4-10 45,4-8 1,1 0-40,0 2 25,1 5 0,2 1-3,3 5-39,4-4 1,3-1-7,5 8-16,10 5-28,-4-29 22,11-3-1360,22-11-2270,-16-8 1,1-2-1278,0-1 0,0-1 4868,24-9 0,-37 6 0,-8 2 0</inkml:trace>
  <inkml:trace contextRef="#ctx0" brushRef="#br0" timeOffset="125136">20551 11588 14605,'0'-8'4319,"3"-32"0,1-6-3356,-1 15-552,2-15 1,-1 4 65,-2 28-326,-2 8-364,0 5 151,0 13 74,2 8-24,1 20-33,0 10-381,-1 12-268,-2-29 0,0 2-3538,-4 14 0,-1 0 4232,1-12 0,-1-1 0,1-2 0,-1-3 0,0-6 0</inkml:trace>
  <inkml:trace contextRef="#ctx0" brushRef="#br0" timeOffset="125434">20487 11706 14312,'-5'-50'1781,"0"0"0,0 1 0,0 4 1,0 1-1,2 6-1053,7-13-324,2 11-236,8 9-4335,18 2 4179,-6 13 875,26 2-882,-10 23 1,2 7-9,-6-2 1,2 4-57,-4 0 0,2 4 1,-2 4 26,-2 8 0,-2 4 1,-4-1-275,1 6 1,-5 1 221,6 14 0,-12-1 39,-22-21 1,-9-5 7,-5-1 1,-6-4 1341,-6-2 0,-4-4-1507,-1-3 1,-2-2-368,1-3 1,1-4-555,2-2 0,2-4-6197,-21-13 6577,17-8 0,17 1 1,11 5-1</inkml:trace>
  <inkml:trace contextRef="#ctx0" brushRef="#br0" timeOffset="126019">21400 11286 23730,'30'-33'101,"7"3"-65,-6 20 0,2 4-8,24-5-11,-2 2 34,-1 4-4269,-27 4 4212,5 1 877,-17 4-849,-3 12-11,-2-2 68,6 18-2163,-3 11 2163,-1-6 83,2 24 1830,-5 0-1913,-1-9-1052,-4-5 0,0 0 1006,-2-6 12,0 5 0,-1-1-23,-2-7 42,-3 0 1,-1-1 3,-4-8 61,-15 20-68,-6-24-428,1-8 0,-4-2-2069,1-4 0,-1-2 2436,-5 0 0,3-2 0,-4-2 0,18-3 0</inkml:trace>
  <inkml:trace contextRef="#ctx0" brushRef="#br0" timeOffset="128343">18852 12823 10086,'3'-8'8104,"-1"2"-7358,-2 6 1561,0 0-1002,12-41-1176,-9 31-174,9-31 23,-21 54 61,-4 5-17,-6 13-16,4-6 5,3 6-11,9-14 28,5 4 151,3-13 135,7-5-34,5-9-22,7-5 44,4-8 96,-1-6-202,-7 4 364,-2-13-269,-12 12-61,1-7-45,-9 12-118,0 7 45,-2 4-168,0 4-118,1 1-33,0 1-28,-2 4-712,-3 7-1994,-2 9-240,2 3 2333,2 4 0,5-15 0,0-1 0</inkml:trace>
  <inkml:trace contextRef="#ctx0" brushRef="#br0" timeOffset="128677">18921 13131 21147,'-9'52'441,"1"0"0,-1-7 0,7-10 320,17-21-100,3-10-224,4-9-258,-2 1 443,12-16 577,-12 1-785,1-3-184,-18 3-96,-12 8-67,-11 3-123,-21 3-554,7 6-3680,-13 8 3442,21 2 0,13-3 0,9-6 0</inkml:trace>
  <inkml:trace contextRef="#ctx0" brushRef="#br0" timeOffset="130928">19980 12568 22727,'6'-14'1176,"-2"2"-935,-5 12-101,-2 1-4313,-30 4 4184,12-1 871,-34 5-882,19 0 23,-7-1 44,7-1 22,9-3 63,9-2 16,9-1 3369,4-1-3436,4 0 67,1 0-190,0 3 33,-1 6 11,1 10 1,-1 9-12,0 14 40,1 12-26,-1-22 0,0 2-376,-1 4 0,-1 1 407,-2 1 0,0 0-31,0-1 0,-1-2-63,-1-2 1,1-3 65,-2 23-33,3-11-6,10-9-12,6-9-66,15-7-500,18-9-910,-12-8 1,3-3 1599,11-3 1,-3-2 0,11-1 0,-5-2 0</inkml:trace>
  <inkml:trace contextRef="#ctx0" brushRef="#br0" timeOffset="133044">20831 12631 21657,'5'-31'1535,"-2"7"-1160,-5 24-319,-5 0-50,-38 7 11,5 0 0,-4 1-15,0 1 1,-3-1 47,-15 2 1,3-1 593,0-2-426,9-4-195,37-3-34,13-1-157,0 1 78,0 5 129,0 14-5,-1 8-6,-2 18 5,-4 2-10,2 4-4,2-14 1,0 1-42,3 17 27,2 5-5,10-13-5,1-18-1,11 11-72,2-14-146,9-5-241,12-11-723,-1-13 1,5-6-3468,5-7 1,1-4 4088,-3 2 1,-3-1 0,-10 1-1,-8 2 1,-15 5 0</inkml:trace>
  <inkml:trace contextRef="#ctx0" brushRef="#br0" timeOffset="133277">20401 12943 19960,'50'-16'-284,"0"0"1,0 1-1,-3 3-641,13 6-3991,-14 2 1,-1 0 4102,-5 0 1,13-2-1,-44 6 1</inkml:trace>
  <inkml:trace contextRef="#ctx0" brushRef="#br0" timeOffset="133733">21533 12621 14558,'-19'-22'134,"14"5"2506,42 15-2584,12-2 0,5-2 1403,-2 0-1336,-8 0 28,-10 1 891,-11 1-756,-11 3 3073,-6-1-3286,-5 2-51,-1 1 6,0 2 79,0 4 27,0 7 62,3 11-134,0-4 55,5 14-5,0-5 6,1 14-12,-1 5 6,-2 7-11,-7 4-51,-4-29 1,-1 0-12,-3 1 0,-2-2-22,-11 16-54,2-15 1,-3-3-608,-13 5-628,10-10 1,-3-2 1271,-27 3 0,26-12 0,1-6 0</inkml:trace>
  <inkml:trace contextRef="#ctx0" brushRef="#br0" timeOffset="134800">19008 13966 23091,'-6'-42'191,"-19"33"-174,4 37-12,-10 17 1,18-10-1,7-14-10,7 0 341,11-14-196,-2-3 224,21-13-84,-9-3 274,14-17-375,-17 11 119,0-10-52,-16 12 90,-3-10-246,-5 10-85,-1 2-66,-1 10-124,1 3-73,-4 8-476,-6 6-3209,-8 23 683,6-8 2412,-5 29 0,17-39 0,-2 9 0</inkml:trace>
  <inkml:trace contextRef="#ctx0" brushRef="#br0" timeOffset="135101">18987 14328 16129,'2'5'5069,"0"0"-4369,-2-5-588,-20 50 157,22-27 107,-16 36-113,25-46 493,-2-6 565,-3-5-1024,0-3 365,3-13-444,-5-2-72,3-14-107,-7 6-50,-1 4-1552,-6 3-8268,1 10 9198,-1 0 0,3 4 1,4 2-1</inkml:trace>
  <inkml:trace contextRef="#ctx0" brushRef="#br0" timeOffset="138519">20274 13918 8242,'0'-9'6649,"0"2"-4229,0 7 1685,0 0-3326,-1-44-163,1 33-145,-2-33 122,-1 44-553,-3 0-113,-6 0 17,-8 0 28,-11 3 22,-11 4 12,-6 7 5,-4 2 73,-8 1 28,19-7-62,5-4-5,25-5 0,8-1-84,3 0 5,0 3 79,-1 7 11,-3 9 11,-3 10 6,-6 10 5,-3 8-10,-2 4-12,3 2-17,3-1-28,7 7 23,10-4-23,4-3 11,7-11 1,0-14 21,3-7 7,4-8-253,29-10-867,-2-8-2068,-10-1 0,0-2 3137,20-10 0,-20 6 0,-17 4 0</inkml:trace>
  <inkml:trace contextRef="#ctx0" brushRef="#br0" timeOffset="139402">21033 13893 7001,'4'-7'6083,"-1"2"-2127,-3 5-2097,0 0-839,0-11-627,0 8 397,1-8-526,-2 11 1310,-5 2-1568,-13 4 16,-7 3-5,-14 2-6,1 0 17,-13 0 11,10-3-11,3-3 40,10-3-18,15-2 236,-4-2 33,12 0-146,0 0-105,6 0 156,0 0-252,-3 10 112,-12 34-51,3-4-22,-6 17 34,6-10-22,5-17 16,-7 32-6,8-13-27,-1 7 11,8-17 5,7-12-5,8-9 22,17 4-28,4-8-27,26-4-152,-11-11-45,0-2-1949,-15-6 0,-2-3 2162,7-7 0,7-1 0,-31 8 0</inkml:trace>
  <inkml:trace contextRef="#ctx0" brushRef="#br0" timeOffset="139651">20801 14180 14628,'-8'0'6615,"2"0"-5523,6 0 437,0 0-1299,-6-3-247,18-3-677,31-12 206,-1 5-1963,8 1 1,3 1 2450,-17 4 0,-4 1 0,31-5 0,-25 5 0</inkml:trace>
  <inkml:trace contextRef="#ctx0" brushRef="#br0" timeOffset="140128">21595 13813 22632,'50'-19'143,"0"1"1,-2 0 0,-5 4-82,-2 3 95,13 0-68,-21 5-10,7 1-51,-20 3 28,-5 1 11,-10 2 258,2 13-140,-6 1-29,1 17-10,0 1-12,0 5 34,3 11-1749,-3-14 0,1 2 1648,2 24-36,-2-23 0,-1-1 8,0 13-17,-1 0 17,-12-12 1,-8-2-614,-1-12 0,-4-1-1048,-3 5 1,-3-5 1167,-3-13 0,3-5 1,5-3-1,3-2 0</inkml:trace>
  <inkml:trace contextRef="#ctx0" brushRef="#br0" timeOffset="142518">18999 15016 12230,'0'-3'7198,"0"1"-3865,0 2-2991,2-32-247,-3 26-28,-4-17 11,-11 41-16,-8 11-23,-1 5-28,3-2 1,10-9 4,9 0 35,8-12 100,5 0 34,9-7 33,5-10 34,5-4 67,-1-7 107,-3-3-33,-7 0-91,-8 0-78,-4 2-45,-4 3 17,-7 2-162,0 6-79,-7 1-61,-2 8-68,-4 6-375,-3 6-1003,0 9-1898,2 5-5193,3 7 7795,4-4 0,5-11 0,3-9 0</inkml:trace>
  <inkml:trace contextRef="#ctx0" brushRef="#br0" timeOffset="143035">18927 15501 20397,'20'8'336,"-2"-1"-67,-8-3 123,0-1 313,0-3 164,-2-3-264,-3 2-129,-4-1-381,-12 2 40,0 0 55,-8 0 51,5 0 28,3 0-17,4 0-61,2 0-63,2 0-44,1 0-56,-2 1-5,-2 3-6,-1 2-17,2 1-6,0 2-5,3-5-6,0 1 34,7-4-6,5-2-11,14-7 34,-2 1 117,4-6 56,-16 0-162,-7 3-40,-11-2-5,0 6-50,-6 2-146,6 3-947,0 1 1143,0 5 0,5-4 0,0 3 0</inkml:trace>
  <inkml:trace contextRef="#ctx0" brushRef="#br0" timeOffset="143759">20240 15041 21859,'-7'-26'588,"-6"4"-414,-8 25-12,-8 2-50,-8 3-28,-8 4 0,-7 2-5,-5 1 50,1-3 27,9-2 18,13-5-6,16-3-95,11-1-34,5-1-17,2 0-22,0 2 34,3 5 5,0 8-5,1 17-17,-1-6 67,-4 20-6,-2-8-39,1-3 0,0 3-19,1-5 0,1 0-20,1 30 5,9-9-5,1-24-73,25 16-862,-7-28 0,4-4-2631,3 0 1,0-2 2886,5-5 1,-4-4 0,1-3-1,-15-1 1</inkml:trace>
  <inkml:trace contextRef="#ctx0" brushRef="#br0" timeOffset="144272">21072 15025 13116,'-3'0'7074,"0"0"-4660,3 0-2179,16-20-72,4 10-107,8-14 50,25 13-39,-19 5-39,14-2 56,-11 3-5,-9 1 38,9 0-61,-14 2 79,-5 1 50,-14 6 16,-3 5 57,-4 12-124,-2 4-44,-3 9-62,3-9 0,-1 8-6,4-4 29,1 23-1,5-3-16,2 13-324,3-9 318,-4-13-4,-1-4 138,-19 14-128,-5-16-68,-10 14-3237,-18-17 3271,19-17 0,-4 0 0,21-10 0</inkml:trace>
  <inkml:trace contextRef="#ctx0" brushRef="#br0" timeOffset="713136">18215 10842 9662,'-46'8'600,"0"0"1,0 0-1,1-1 1,0 1 0,5-1-335,4 0 0,1-1-149,-20 4 1,1 0 249,17-2 0,0 1-115,-14 2 0,0 0-62,16-1 1,1-2 661,-18 8-645,15-4 450,27-4-327,21-4-96,28-9-268,9-4 1,3-1 5,-18 3 0,1-1 107,5-1 0,4-2 1,0 1-219,4-2 1,1 1 0,-3-1-295,6-1 0,0 0 459,-5 2 0,2-1 1,-9 2 45,-1-1 68,-21 5-100,-40 8 4,-15 7-24,3-2 0,-3 1-168,-5 2 0,0 0 168,5-1 0,0 0-134,-14 3 0,-1 1 352,-2 1 0,1 0-48,1 0 1,1-1 11,-2 2 0,6-2 739,-1 0-913,24-5 51,17-6 212,21-2 162,10-4-425,9-1-36,4-3 0,2-2-20,9-1-52,-8 2 1,6-2-1,-4 2 52,-10 2 0,0 0-367,15-4 1,6 0 0,-4 0 340,-6 3 1,0-1 8,16-3 1,-2 1-120,5-1 248,-11 3-28,-38 6-39,-15 6-54,-26 5 1,-11 2 36,3-1 0,-3 1-35,0 1 1,-4 1-1,3-1 49,-1 0 0,-1 0 45,-12 3 0,-2 1 86,3-2 1,1 0-73,4-1 0,1 1-48,3-3 0,6 0 963,9-2-938,20-6 111,53-16-167,3 0-5,-12 3 0,4-1-255,13-2 0,2 0 238,-14 3 0,1 0 8,17-4 1,2 0-7,0 2 1,-4 0 25,-21 5 0,-3 1 36,12-1 1,-17 2 954,-26 6-1019,-53 17 45,21-8 0,-4 1-594,-20 7 0,-3 2 625,8-4 0,0 1 64,7-3 0,-2 1 0,2-1-20,-1 1 0,2-1 37,-1 0 0,8-2 781,23-8-596,31-10-152,14-6-111,1 1 2,-2 0 1,1 1-32,17-6 435,-13 4 1,1 1-1096,22-8-6173,1 1 6811,-11 3 0,-18 6 0,-15 4 0</inkml:trace>
  <inkml:trace contextRef="#ctx0" brushRef="#br0" timeOffset="718211">21392 4636 19440,'5'-44'1081,"-1"1"0,1 7 0,-3 7-773,-4 17-314,-1 11-5,-1 12 50,-4 13-33,-3 21-18,-2 17-30,6-25 0,1 2-599,-1 3 1,1 1 161,2 0 0,1 1-2355,1 13 0,2-1 2834,2-17 0,0-1 0,0-2 0,0-4 0,3-8 0</inkml:trace>
  <inkml:trace contextRef="#ctx0" brushRef="#br0" timeOffset="719228">21752 4614 17686,'-56'3'426,"0"0"0,9-4 0,6 6-250,11 14 0,3 4 118,-1 1 0,1 2-42,-5 8 0,0 1-188,7-5 1,3-1-26,-9 21 73,26-22 140,15-4 129,32 1-347,-8-9-18,1-9 1,4-5-354,20-9 219,-19 1 0,3-1-114,2-4 0,-1-1 78,-8 1 0,0 0-758,16-8 0,0-2 113,-13 1 1,-1-1 663,1 3 1,-2-3 137,-5-5 0,-7 2 126,-12 5 55,1-9 606,-20 9-471,2 8 751,-12-9-454,4 14 108,-5-1-444,3 5 374,6 2-626,2 5 17,5 2 28,13 12-62,-4-7 50,35 8-27,-11-15 5,24-7-16,-21-5 72,6-14 246,-8-8-201,-9 4 292,-4-21-185,-19 19-130,-4-7-5,-5 13 213,-22-1-196,-13 16-107,-6 2-16,5 16-6,15 15 50,7 23-134,9 7 53,10-23 1,4 0-15,10 14-17,8-15-167,26 3 119,-15-23 1,4-2-158,5 2 1,2-3 210,3-8 0,0-6 31,-7-4 0,-3-2 36,20-13 42,-22 2 1,-3-2 80,1-10-11,7-17 95,-22 12 90,-7 6 73,-4 8 179,-3 9-403,-3 9 189,0 3-396,0 7 39,2 6 0,1 3 13,4 9-30,5-2-28,16 9 16,3-6 29,4-2-6,7-6-3319,7-9 3415,0-2 44,3-10 34,-21-8 16,-8-6-72,-8 3 157,-4-5 224,-5 10 3224,0 1-3522,-4 5-150,0 5-45,-5 3-3404,-2 7 3399,-4 10-52,-3 12-296,-1 28-182,10-17 0,1 2-1134,3 5 1,4 2-3237,2 4 1,3-3 4558,-1-17 0,1-4 0,5 12 0,-9-33 0</inkml:trace>
  <inkml:trace contextRef="#ctx0" brushRef="#br0" timeOffset="720046">24546 4466 20274,'1'-55'1157,"1"-1"1,-1 8 0,0 9-783,-1 22-364,0 9-78,0 11 61,1 4 51,5 32-34,1 7-306,-2-10 1,0 3 297,-2-1 0,0 1-3,-2-1 0,0 0 2,-2-1 1,-2-1-149,-5 26 152,-3-11 39,-1-15 16,3-12 175,3-13 55,3-7-162,2-11 485,0-31-608,4-7 2,-1 7 0,2-3-340,1-1 1,2 0 345,1-6 0,1-1 8,-1-2 1,1-1 30,-1 2 1,1 1-18,-2 4 0,1 3-78,0 5 1,2 3 91,9-19-39,4 16-27,2 14-35,3 12-33,24 23-17,-7 13 0,-12-2 1,-2 5-71,-6 1 1,-2 3-113,1 4 0,-2 1-235,-2 1 0,-2 3-2585,-1 13 0,-3 1 3103,-6-15 0,-2-2 0,0 0 0,-2-4 0,-4-9 0</inkml:trace>
  <inkml:trace contextRef="#ctx0" brushRef="#br0" timeOffset="720240">24624 4561 14773,'-1'-3'5529,"-1"1"-4006,2 2-1439,70-71-2327,-21 42 1978,-14 2 0,4-4 0,-1 6 265,6 12 0,-4 6 0,5-4 0,-2 3 0</inkml:trace>
  <inkml:trace contextRef="#ctx0" brushRef="#br0" timeOffset="720722">25907 4654 23909,'-8'53'-179,"2"-19"0,-1 1-877,0-5 0,-1 2-77,-4 14 1,0-1 0,-2 5 0,1-3 0</inkml:trace>
  <inkml:trace contextRef="#ctx0" brushRef="#br0" timeOffset="721488">26621 4115 22055,'-4'52'219,"1"9"-180,3-15-394,0-9 0,0 1 433,-2 23-11,1-6 559,-8-14-469,4-25 601,-6 6-456,7-18 163,-1-1-73,1-34-246,4-32-138,1 26 1,0-3 13,5-19 0,1-1-244,0 18 0,1 2 236,0-7 0,2 0-91,1 4 0,1 4 72,2-5-18,13-3 6,-13 39-11,24 0 0,-8 7-11,17 7 11,-10 8 0,-2 13-1258,-15 0 1,-3 2 1274,2 8 61,-9-5 0,-4 0-72,-17 11 16,-4-3 62,-15 1 40,6-22-40,3-7 78,4-9 3420,2-13-3503,2 3-6,-1-10 101,5-9-129,5 12-57,3-14 24,6 20-1,18-3-11,5 8 11,21 5-26,-4 10 1,1 5 0,-9-1 0,0 1-121,7 3 0,-3 4 73,-8 5 1,-8 1-40,-6 12-59,-9 18 143,-23-24-67,-14-12 0,-9-3-546,-13-3 0,-4-4-575,0 2 1,-2-3 1086,9-5 1,-2-2 0,8-2 0,-12-2 0,7-2 0</inkml:trace>
  <inkml:trace contextRef="#ctx0" brushRef="#br0" timeOffset="721951">23988 5532 18056,'-51'12'205,"0"-1"0,8-1 1,19-2 528,52-4-420,13-3-8,-2-4 0,8-2 0,0 0-1148,-3-1 1,1 0 0,4 0 981,4-2 0,5-1 0,2 0 0,0 0-480,1 0 1,1-1 0,1 1 0,1-1 400,-8 2 1,1 0-1,2 0 1,0 0 0,0 0-321,-5 1 1,0 0 0,1 0-1,0 1 1,-1-1 0,-1 1 273,1-1 1,-3 1 0,0 0-1,2 0 1,4 0-141,-3 1 0,4-1 1,3-1-1,0 1 1,0 0-1,-3 0 0,-3 1 173,2-1 0,-3 1 0,-2 0 1,0 0-1,5 0-20,3 0 0,4-1 0,1-1 0,0 1 0,-3 1 0,-6-1 11,-1 1 0,-4 0 0,-3 1 1,1-1 243,2 0 0,1-1 1,-3 1-1,-6 0-70,0-2 0,-5 0 702,9-1 1,-7-2-1089,-19-5 488,-26-1-10146,-15-1 8480,-1 5 1,3 4-1,12 6 1</inkml:trace>
  <inkml:trace contextRef="#ctx0" brushRef="#br0" timeOffset="759605">14367 10288 15389,'-5'-3'3899,"2"1"-2348,3 2-1209,-61-32-62,15 37-255,3-12 0,-1 5-8,14 19 0,4 7 2,2 1 1,2 2-15,-4 7 1,2 1-56,-7 20 39,7-7 33,28-19 23,5-18 196,44-2-79,-6-19-181,-8 0 0,1-2 159,9-16 120,-21 7 1,-2-2 546,4-15-264,-3-12-446,-15 12 345,-16-13 45,-10 20-144,-3-2-394,2 20-10,8 20 317,11 33-245,8 15-11,-5-22 0,1 1-679,6 11 1,0 2 681,-1-2 0,-2 2-9,-2-7 0,-1 3 1,-2 2-20,-3 11 1,-3 4 0,-3-1-668,-2-5 1,-3-1 0,-2-1 687,0 0 0,0-1 1,-4-1-1,-4-3 0,-3-2 1,-1-2-1114,-11 8 1,-2-5 1152,4-5 1,-2-4-7,0-6 1,1-14 3,-4-40-40,33-16 1,11-13-1,1 3-39,-5 1 0,4-3-207,4 9 1,6-8 0,2-2 0,1 2 0,-1 6-141,4 1 0,-1 6 0,3-2-426,0-1 0,1-3 0,1 0 1,0 3 752,5-5 0,1 3 1,-4 4-1,-3 5 0,-2 2 1,-4 5-1,0 0 0</inkml:trace>
  <inkml:trace contextRef="#ctx0" brushRef="#br0" timeOffset="760371">14770 10026 23999,'-60'-8'39,"14"0"0,75 37-45,2-6-5,9 7 17,-4-3 2,-12 2 1,-2 4-459,2 17 450,-4-10 0,-8 1-1501,-19-8 1,-6-3 1668,-14 9 101,-20-4 22,8-28-56,7-12-72,7-9-84,10-7 130,8-6-276,14-3 1648,12 4 0,8 0-1934,13-3 0,7 1-174,-5 4 1,4 0 0,-1 2-158,-5 3 0,0 2 0,-1 2 180,16-6 0,-2 1 143,-14 2 1,-4 1 411,5-3 408,-2-14 28,-34 20 73,-6-6-297,-4 9 1461,-17-3-1461,7 9 506,-24-2-517,12 11-123,-12 6-78,10 11-29,6 8-33,6 5-3376,9 2 3376,8-1-39,22 5 44,-5-18 45,26 3 34,-20-21-11,5-5 229,-5-15 3336,-9-7-3352,3-10 38,-8 2-32,-5 4 195,-1 0-336,-4 13-163,-1 6-44,-1 17 17,0 3-353,0 23-2616,8 21-3826,5 3 6166,-2-25 1,1-4 0,3-2-1,-4-14 1</inkml:trace>
  <inkml:trace contextRef="#ctx0" brushRef="#br0" timeOffset="760838">15585 10224 12354,'1'-6'9830,"0"2"-8875,4-27 0,1-5-289,-4 18-554,4-22 0,-2 13-84,-4 29 28,0 14 28,4 44-45,-1 1-451,0-13 1,1 1 413,0-10 1,-1-1-3,1-1 0,-1 0 0,0-4 0,0-1 28,0 18 124,-2-18 167,-3-15-95,-1-12-84,-10-29-107,3-7 1,1-6-14,-2-4 0,1-3-113,0-17 0,1-2 107,4 6 0,1 1 8,1-2 1,1 2-21,1 3 1,0 3 14,2 6 0,1 3-6,0 7 0,1 3-22,6-14 11,-2 18 17,1 9-34,4 11-44,4 5 44,7 11 11,-5 4 6,2 9 998,5 31-1026,-12-11 0,-3-8 0,-4 3-137,-18-1 0,-5-3-480,-15 17-52,5-20 0,-2-4-2081,-12-2-4705,9-14 7483,13-12 0,10-1 0,6-3 0</inkml:trace>
  <inkml:trace contextRef="#ctx0" brushRef="#br0" timeOffset="761240">15849 9462 15020,'0'-8'6133,"0"1"-4116,0 7-1127,0 0-649,-12-5-23,9 30-117,-10-8 28,14 23 0,5 5-56,-3 3-1146,1-7 0,0 6 0,-1-6 1084,0 12-194,-2 9 0,-3-1 217,0-21 235,-4 15 302,5-43-50,5-32-347,5-5 3210,6-25-3213,0 16 0,3 1-1426,1 3 1,0 0 1277,15-22 49,4 17-77,-19 29-23,10 3 5,0 12-27,9 15-17,-11-3 3134,7 18-4013,-17-7-2023,0 10 2969,-9 3 0,-4-19 0,-4-6 0</inkml:trace>
  <inkml:trace contextRef="#ctx0" brushRef="#br0" timeOffset="761846">13455 11791 19245,'46'-31'483,"-1"1"1,1-1 0,-1 3-1,3 0 1,-1 1 0,-2 2-397,-3 3 1,-3 3 0,3-2-603,6-1 0,2-3 0,4 0 1,1-1 622,-1 0 1,2 0 0,1-2-1,1 0 1,1 1-321,-6 1 0,1 1 0,0-1 0,1 0 0,1 0 0,1-1 234,-4 2 0,2-1 1,1 0-1,0-1 1,0 1-1,0 0 1,-1 0-166,0 1 1,0 0 0,1 0 0,-1 0 0,-1 1 0,-1 1 0,-2 0 199,7-3 0,-2 1 0,-2 1 0,0 0 0,-2 1-7,-3 1 1,-1 0-1,0 1 1,-3 0-1,-3 2-55,7-3 0,-4 1 0,-8 1 358,14-14 718,-38 17-1362,-19 3 774,-10 11-2191,-10 6 1677,-9 12 0,26-11 1,-4 3-1</inkml:trace>
  <inkml:trace contextRef="#ctx0" brushRef="#br0" timeOffset="764821">7064 14571 18593,'-24'-37'1018,"-1"0"0,1 0 0,-14-8 1,-2 14-924,6 28 0,0 9-39,-20 12 34,24 15 16,5 19-504,2 6 398,2 2 6,12-16 92,13 7-48,7-25 101,14 10-39,-2-32 303,23-28-43,-18-4 0,0-3-168,-1 1 1,0-2-14,2-8 0,-5 1-7,-5-1 481,-7 1-531,-8 22 68,-1-2-219,-2 19 34,4 16-1,2 26-13,-1-8 0,-1 6-592,1 12 0,0 8 0,-1-1 566,0-9 1,-1-2 0,0 5-460,-1 0 0,1 4 1,-1 0-1,-1-2 427,-1 5 1,-2-3 0,-1 1 0,-1 4 0,-3 0 0,-1 0 9,-2 0 0,-3-1 1,-1-1 36,-2-5 1,-1-1-1,-3-4-191,-8 11 0,-5-10 227,4-16 0,-3-13-30,-20-25 16,29-19 0,5-9-3,3-15 0,6-7 12,4 10 1,2-2 0,3-2-39,2-5 0,3-2 0,5-3-296,3 1 0,4-5 0,2 1 0,3 1-2147,2 4 0,2 2 1,2 1-1,-1 1 2263,-1 1 0,-1 1 1,1 1-1,-1 6 1,2 3-1,0 5 1,-5 7-1,0 3 0</inkml:trace>
  <inkml:trace contextRef="#ctx0" brushRef="#br0" timeOffset="765979">7425 14339 20218,'-3'-3'3394,"1"1"-2918,2 2-476,-3-9 11,17 21 1,2 3 4,15 31 1,-8-5-362,-11-3 1,-4 2 367,-5 17-158,-2-23 0,-2 1 168,-9 0 1,-3-3 101,-7 1 122,-10 7 398,3-36-402,11-12 583,1-14-763,17-4 262,12-5-340,12-2-29,14-2-50,11-2-249,-22 18 1,2 1 253,2-1 1,1 1-24,21-10-94,-6 5 0,1 1 61,-11 5 1,1-1 39,16-7 0,0 0 53,-14 4 0,-3 1 36,16-9 107,-15-5 28,-28 17 140,-23-7-224,-1 16-6,-20 2 151,-5 19-55,-9 12-102,13 0 1,2 1 519,-11 12-558,10 6-6,25-5-12,15 8 12,9-2 28,17-9 39,24-39 6,-14-15-12,-14 0 1,-4-2 27,0-12 241,-3-21 1,-16 18 21,-1-13-55,-11 18-73,-1 8-73,-2 7-118,1 8-61,4 10 28,0 9-12,3 14-78,3 10-16,0-3-779,11 27-600,0-12 174,-1-12 0,2 0-109,0-6 0,5-4-849,9-3 0,4-7 891,2-9 0,0-7 1770,2-5 0,-3-5 724,-3-7 0,-5-4 2065,5-19 662,-13-2-2410,-13 10-901,-7 7-96,-4 12 556,-4 3-595,3 4 354,-1 0-684,6 11 76,1 1-93,3 17-28,3 10-5,1 19-12,-3-9 0,-2 3 9,-1-4 0,-3 2-9,-3 16 1,-2-2-253,0-19 0,0-4 266,-1-1 0,0-4 32,1-7 49,4-20-72,2-10 33,0-29-30,0-2 0,0-6-6,-1-13 0,1-2-249,-1 5 1,1 0 248,0 5 0,1 2 31,-1 3 0,1 3-3,0 9 0,1-1-23,-1-11 1,1 0 8,7-12 490,15 2-518,5 27 0,4 3 0,15-9-14,-6 17 0,1 6-2,10 12-4,-13 5 0,-3 7-5,-8 8 0,-3 4 14,10 16-6,-32-10 0,-11-1-56,-23 5-8,9-13 0,-5-1-1863,-23 3 1,-3-3-990,23-10 1,0-2 2355,-20 4 1,5-5 0,26-9 0,1 0 0</inkml:trace>
  <inkml:trace contextRef="#ctx0" brushRef="#br0" timeOffset="766721">9313 14137 12309,'-12'-45'1380,"0"-1"1,1 1-1,-1-2 1,1 4 205,-1 2 0,1 7-1440,6 14 1223,-2-4-1307,19 34 641,8 25-664,5 21-28,-10-3 1,-3 4 555,-5-6 0,-3 2-560,-3-8 1,-1 1-1,-2 0 1,-2 15 1,-3-3-260,0-11 0,-1-2 256,0 2 1,-1-3 5,-4 17 39,3-12 135,3-16 90,6-28-175,3-9 1169,5-16-1151,11-27-85,-2 5-197,1-6 1,1-3 180,-5 18 0,1 1-1513,5-15 1,1 2 1529,6-8 27,7 4-38,-13 28-29,9-1 0,-4 17 6,4 12 298,-1 7 0,1 5-548,0 7 1,0 3-160,1 0 1,-3 2 1168,-5 3 1,-6-2-2862,-6 3 2101,-6 7 0,-3-29 0,-1 5 0</inkml:trace>
  <inkml:trace contextRef="#ctx0" brushRef="#br0" timeOffset="767230">10398 13712 16180,'0'-3'5757,"0"1"-3382,0 2-2268,-38-42-57,10 37-45,-4-12 1,-1 3-4252,-16 35 4257,-5 3 12,2 1 855,5-4-850,13-6 28,13-6-11,10-5-28,8-1 17,7 8 3392,0 5-3370,5 15 17,-3 6 11,-1 9 14,-2-7 0,0 0-47,1 12-342,1-3 0,0 1 313,4 5-25,-2-15 0,0 1-120,0-8 0,0 0 78,10 27-179,-2-29 0,3-4-918,15 3-1608,18-18-5047,0-35 7797,-2-9 0,-17 10 0,-14 8 0</inkml:trace>
  <inkml:trace contextRef="#ctx0" brushRef="#br0" timeOffset="767738">10639 13939 11486,'0'-4'9830,"0"0"-5960,0 4-3450,4-50-280,2 45-11,5-28-11,0 65-34,-5 3 0,-2 4-31,-4 6 0,-3 1-28,1 1 1,-3 0-10,-4 3 1,-2-5 0,-6 6 39,4-14 67,6-21-39,5-22-61,1-2 5,0-30-6,0-3-5,0 10 0,1-5 8,1-19 0,1-3-17,-1 12 1,1 0-372,-1-7 1,2 1 384,2 6 1,2 4-12,6-6-1577,6 10 1,2 5 1576,3 5 28,29 6-33,-24 30 5,15 12-1085,-21 3 0,-3 3 1079,8 12 85,-11-7 1,-3 3-124,-3 16 21,-5-19 1,-1 1 11,0 28-39,-2-9-73,1-8 2084,0-11-2157,-1-11-1132,0-5 449,-2-11 1693,0-2 0,-1-3 0,1-2 1</inkml:trace>
  <inkml:trace contextRef="#ctx0" brushRef="#br0" timeOffset="767930">10548 14096 20668,'44'-26'-1114,"0"0"0,-1 0 1,0 2-1,3-1 1,-1 2-1,-8 4 1114,-4 5 0,-3 2 0,16-8 0,-8 4 0,-23 8 0</inkml:trace>
  <inkml:trace contextRef="#ctx0" brushRef="#br0" timeOffset="768429">11210 13518 9855,'-4'-6'5389,"0"0"-2360,4 6-1813,0 0 327,28-30-1263,-6 17 410,24-23-522,-16 27 1644,1 2-1672,-1 3-11,3 0 5,1-1-16,2 1 212,12-2-252,-23 3-44,4 0 16,-27 3 152,-1 7-51,-1 4-10,0 9-7,0 5 62,0 13-134,2-11 55,4 17-21,5-10 10,7 26-84,-4-16-2,0-1 0,2 4-23,-2-10 0,1 1-382,1 7 1,0 1 378,-1-5 1,-4-2 5,-2 17-11,-18-6-17,-6-16-750,-31 2-422,16-23 571,-6-3 1,4-2 0,19-5 0,-10 0 0</inkml:trace>
  <inkml:trace contextRef="#ctx0" brushRef="#br0" timeOffset="770613">19364 10689 7783,'-5'-2'3456,"1"1"56,4 1-2022,90-12-2374,-52 10 0,2-1 1003,12-1 1,8-2 0,1 2-34,-13 2 1,1 0 0,1 1 0,-1-1-58,-1 0 0,0 1 1,0-1-1,2 0-480,10 0 1,3 0-1,1-1 1,-2 1 462,-4 0 1,-1 1 0,0-1-1,0 0-365,3 0 0,2 1 0,-2-1 0,-2 1 353,-10 0 0,-2 0 0,0 1 0,5-1 5,0 0 1,6 0 0,2 0 0,-1 1-1,-3-1 1,-6 0-153,3 1 1,-7-1-1,11 1 156,-7-1 0,10 1 0,6-1 0,4 1 0,0-1 1,-4 1-1,-5-1 0,-10 1 2,9-1 0,-9 1 0,4-1-6,3 1 1,8 0 0,2 0 0,-6-1-1,-11 1 449,2-2 0,-13 0 505,-10 1-30,9-1 686,-36 2-1497,-2 0 3198,2 0-3047,4 0 809,5-1-1044,2 0 50,14-3-79,-17 2-49,10 0-68,-19 1-1003,-1 1 1115,7 6 0,-5-4 0,4 4 0</inkml:trace>
  <inkml:trace contextRef="#ctx0" brushRef="#br0" timeOffset="776321">12075 13954 8125,'8'0'6223,"-2"0"-5938,-6 0 572,-17-3 258,12 2-348,-12-2-537,17 3 380,0 1-246,-3 3-60,-1 4-47,-4 5-212,2-5 269,1 1 1472,4-9-1691,2-7 291,1-2 270,-1-6-482,0 7-196,-1 3 33,-3 14 6,2-2-17,0 11 22,5-10-11,3 0 56,8-6 79,-2-2 22,2-3 101,-8-6-157,-5 0 336,-2-7-123,-3 8-219,0-1 191,-13 6-247,5 3-16,-8 2-23,8 3-5,3-1-1,3 0 1,2-1-17,1 1-45,1-2-303,0 2-1338,2 1 1697,7 2 0,-5-2 0,5-1 0</inkml:trace>
  <inkml:trace contextRef="#ctx0" brushRef="#br0" timeOffset="777321">12717 13666 20151,'-25'-29'400,"0"-1"0,-14-16-293,39 50 190,0 15-124,3 9-33,0 21-33,3 8-77,-4-22 1,0 2-485,0 4 0,-1 2 470,0 2 1,0 1 5,-2-1 1,1 1-9,-1-4 0,1-1-9,-1-5 1,0-2 17,3 21 106,2-12 773,-1-21-684,1-8 51,-8-20-207,-2-6-18,-6-14-22,0-4 1,1-5-15,2 3 1,0-3 37,0-6 0,1-5 1,0 3-39,3 3 1,0-1-4,2-6 1,0-4-1,1 6 7,2-15-10,0 8 1,6 0 14,11 9 0,3 5-17,5-15 0,2 16 0,6 5 14,-1 16 0,2 4-42,26-6 2,-21 8 1,-1 6-53,16 31 50,-25 3 33,-18 4 1,-7 1 278,-14 9-284,-7-9 0,-5-1 0,0-9 0,-3-2 0,-6 8 0,-3-1-37,1-3 1,0-1-48,4-5 0,0-1-774,-16 6 113,22-15 745,29-39 0,-2 19 0,15-23 0</inkml:trace>
  <inkml:trace contextRef="#ctx0" brushRef="#br0" timeOffset="777753">13147 13429 15529,'0'-3'3995,"0"1"-2786,0 2-901,-9 27-230,6-10 146,-6 46-28,10-14-59,7-11 1,3-1 199,9 8 88,11-10 219,-3-44-481,-11-2-18,3-14 364,-4-11 1,-2-4-252,-2-4-163,1 0 0,-3 1-11,-13 13 34,-4 3-12,-2 8-89,1 5-140,-1 2-151,6 10-936,4 5-997,7 4 57,3 4-2085,5 1 3387,0-1 0,-7-6 0,0 0 0</inkml:trace>
  <inkml:trace contextRef="#ctx0" brushRef="#br0" timeOffset="778071">13672 13273 13788,'0'-3'7494,"0"0"-6424,0 3-784,-44-32 151,16 41-376,-22-33 118,32 57-134,18-21-6,4 8 12,7-10 30,17 0 0,5 1-58,16 3-23,-5-1 0,2 0 0,12 3-28,-6 5-51,-25 4-649,-40 23-292,-19-5 519,8-20 0,-4-1-178,-14 5 1,2-4 0,13-8-1,-28 13 1</inkml:trace>
  <inkml:trace contextRef="#ctx0" brushRef="#br0" timeOffset="778296">13653 13258 21747,'-36'40'924,"19"-30"-921,0 29 0,3 6-3,8-12-345,1 2 0,2 5-2514,2-4 0,1 2 2859,2 4 0,1-1 0,3 7 0,2-33 0</inkml:trace>
  <inkml:trace contextRef="#ctx0" brushRef="#br0" timeOffset="778929">13987 12957 21002,'-3'-39'513,"0"0"1,0-1 0,2 8-274,4 17 309,-2-12-174,-1 8-195,-2-3-7,-1 5-33,-1 3 17,0-3 0,1-2 173,1-5-195,1 9-63,1 1-60,-1 11-18,1 5 17,0 2 0,5 31 1,1 1 10,4 18-5,7 1-211,-5-22 0,0 1 199,8 20 3,-4-7 1,0 1-4,-5-8 1,-2-2 2,0 3 1,0 0-12,-3-2 1,-1-3 69,-5 11 17,-1-21 23,0-6 16,1-17 157,-2-13-213,-1-6 360,1-13-371,3-6-16,6-4-7,5 0 23,8 2-39,4 6-11,3 5-6,-4 10-23,18-1 29,-7 12-6,18-3-6,-6 12-61,-3 5-510,2 20-275,-21-2 136,-2 7-1990,-22-2 1858,-7-4 0,3-8 0,-3-4 0</inkml:trace>
  <inkml:trace contextRef="#ctx0" brushRef="#br0" timeOffset="779263">14646 12747 17977,'-12'-56'1910,"0"1"0,1 0 0,0 9-1417,3 22 34,0 1-505,4 18 17,1 12-5,0 2 41,-2 19 1,-2 10-6,1 13 0,1 4-42,-2 4 0,2 1-281,3-15 0,1 1 1,2-5 252,1-7 0,4-2 2,7 8 1,7-3-211,10-9 1,8-3-986,2-4 0,3 0 0,0-3-1661,8 2 1,0-4 2232,14-3 0,-7-4 1,-26-4-1,-1-1 0</inkml:trace>
  <inkml:trace contextRef="#ctx0" brushRef="#br0" timeOffset="780004">15036 12641 4081,'-4'-7'8200,"2"2"-4971,2 5 446,0 0-1832,-13-63-1070,9 46-498,-2-19 1,0 10-276,5 31 1680,1 31-1657,1 4-29,1-7 0,2 2-285,6 8 0,2-2-283,-2-9 0,1-1-866,4 9 1,2-2 1439,12 13 0,-14-26 0,0-1 0</inkml:trace>
  <inkml:trace contextRef="#ctx0" brushRef="#br0" timeOffset="780313">15016 12643 15070,'-3'-6'3159,"-3"-26"0,0-5-2206,7 12-794,-6-11 1,3 2 283,14 16-270,2 7-61,14-2-48,9 11 1,2 4-54,7 1-11,1 4 0,0 4 11,3 13-1710,-16-3 1,-1 1 1681,8 10-39,-4 17 39,-31-24-8,-21 7 0,-10 2-76,-18 8 42,11-12 0,-4 0-4472,-11 0 0,3-5-3843,10-6 7920,2 0 0,6-5 1,21-12-1,3 0 1</inkml:trace>
  <inkml:trace contextRef="#ctx0" brushRef="#br0" timeOffset="780871">15494 12187 10142,'-2'0'9830,"-1"0"-7601,3 0-689,-33-40-616,21 25-655,-22-27-129,43 37-73,12 4-22,21 7 5,14 6-39,-23-1 1,1 2-758,24 12 748,-11 1 1,-1 3-8,3 5-3,-16-7 1,4 7-1,-6-2-6,-8 2 0,-4 1-34,9 16 1,-9 6-1691,-22-8 0,-10 3 0,-1-4 1738,-2 4 0,-1-4 0,-9 8 0,1-7 0,1-19 0</inkml:trace>
  <inkml:trace contextRef="#ctx0" brushRef="#br0" timeOffset="788654">19422 9538 9837,'4'4'1897,"0"0"-834,-4-4-419,0 9-420,0 1 82,1 7 724,0-6 153,1-6 979,-2-3-2051,1-8 285,-1-5-28,-1-14-147,0 3-106,1-1 264,5-9-75,-1 6 232,7-30-227,-6 19-195,1-3 143,-1 12-111,-2 9-62,4-4 1,1 5-36,-1 8-3,0 4 73,-3 6-59,11 9-76,0 0-20,10 7-32,18 0-66,-3-7 66,-8-3 0,1-3-106,30-7-115,-26 1 0,1-2 192,-7 1 1,1-1 44,9-2 0,0 0 3,1 2 1,-1-1 42,1 1 1,0 0 2,3 1 0,-2 1 3,-10 2 0,-1 1 0,25 0-107,1 0 107,-15 0-1612,-6 0 0,0 0 1623,20 0-11,-23 0 0,1 0-124,9-2 1,-1 1 134,15-1-17,-11 0 1,1 1 16,-13 0 0,-1 0-5,29 1 105,-27 1 1,0 0-118,1-1 1,0 1-1,2 0 1,1-1-69,3 0 1,-2-1 73,13 0 5,-14 0 1,-1-1 6,0 0-10,1 0 1,0 0 3112,-3-1-3115,12-1 349,-17 0-366,-1 1-22,22-4 39,-7 2 179,-4 0 1,1-1-177,-8 1 0,-2 0-3,0 0 0,-2 0 48,15-3-76,-23 3 23,-4 1 10,-4 0 6,11-1 6,0 1-6,13-3-11,1 3-16,16 1 10,-9 2 17,-3 0-22,-14-1 39,-16 0-17,2 0-16,1-2 10,5 1 12,4-1-39,24-1 22,-2 2 22,-1 0 56,-18 2-10,-22 0-40,-5 0-12,1-1-10,4-2-40,4-1 29,5-1 22,3 2-12,7 0 1,-8 2-17,0 0-17,-13 2 16,-4 0 18,-1 0 61,4 0-56,6-1-11,-1 0 17,7-2-6,-8 2 1,7-1 38,-7 1 17,2 0-39,-8 0 62,-1 1-34,1-1 5,2 0 1,2-1-40,-1 1 1,1-1 122,6-2 57,-3 2-135,2-2 113,-6 3 503,-5 1-683,1 6 0,0-1-11,7 26-134,-2-7-489,8 22 35,-3-17-8351,16 22 8102,-7-20 0,1 4 0,-11-22 0</inkml:trace>
  <inkml:trace contextRef="#ctx0" brushRef="#br0" timeOffset="1.01246E6">18870 9350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3:42:26.7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5196 3500 18235,'4'-46'1635,"1"-1"1,-1 0-1,1-8 1,-1 6-935,2-6-265,-5 36-368,-1 12-136,0 9 40,0 12 45,0 18-3,-1 14 0,0 7-81,-1-7 0,0 2-473,-1-2 1,1 4 0,0 1-2738,-1 7 0,1 1 0,-1-4 1753,1-6 1,0-2 0,0 15 0,1-12 0,1-35 0</inkml:trace>
  <inkml:trace contextRef="#ctx0" brushRef="#br0" timeOffset="400">5302 3016 17092,'-38'-33'1095,"0"0"0,0 0 0,0 0 0,-3-2 0,2 4 1,-3 9-948,-19 14 0,2 16-1232,13 12 0,3 8 1143,-3 10 0,3 7-506,13-8 0,1 3 1,1 3 453,1 5 1,1 3-1,2 2-7,7-9 0,1 1 0,2 1 0,1 0-7,2 3 0,1 1 0,1-1 0,2-1 3,-1 4 1,1-1-1,4 1-12,6-1 1,2 3 0,4-2 0,3-5-44,11 13 0,7-5 1,0-5 0,5 2 0,10-11-18,8-18 1,9-8-1,3-6 1,-6 0 67,-7 0 1,-2-2 0,5-5-136,-7-5 0,6-3 0,3-3 0,-1-1 0,-3-2 0,-7-2 188,5-7 0,-7-3 0,1-4 20,0 2 1,3-4 0,-2-2 0,-6-1-304,-4-6 1,-6-3 0,-5-2 313,-5-2 1,-4-2-1,-4-1-13,-3-3 1,-3-1 0,-4-1-12,-3-1 0,-4 0 0,-5-2 4,-6 5 0,-5-2 0,-3 1 0,0 5-15,-2 0 0,-3 4 1,-6 2-52,-10 3 0,-9 0 0,-2 4 0,4 8-160,7 11 0,1 6 1,-2 2-729,-13 1 0,-3 3 0,6 5-4018,3 7 1,6 4 3969,13-3 0,5 2 1,-7 5-1,27-11 0</inkml:trace>
  <inkml:trace contextRef="#ctx0" brushRef="#br0" timeOffset="2298">9766 3557 21573,'10'-9'459,"-2"2"-122,-9 10 234,0 1 6,0-1-202,-1-1 829,0-2-570,1 0-433,-2-2 118,-5-10-257,2 0 44,-15-35-50,9 4-31,4 10 1,1 0 2,2-22-45,10 11-33,8 13-6,9 12 5,10 11 51,10 17-17,-3 6-22,-6 10 0,-1 5-272,-1 7 291,-2 12 1,-10 8-48,-26-4 0,-9 2 22,6-13 0,-1 2 0,-6 0-1088,-13 6 0,-8 1 0,2-6 1133,1-4 0,0-5 36,-12 6 1,1-9 204,-2-15-124,5-15 63,6-33-63,22-15 100,10-3-239,29 6-40,21 28 34,2 6-34,-11 11 1,0 4-587,25 8 269,-20-6 1,2 1-412,3 0 1,1 0-732,3-2 0,0 0-2907,2-3 0,-1 0 4428,-6-2 0,-4-1 0,12 0 0,-25-2 0</inkml:trace>
  <inkml:trace contextRef="#ctx0" brushRef="#br0" timeOffset="2684">10276 2941 10585,'-58'-18'506,"-1"0"0,0 0 0,1 0 0,-1 0 0,2 2 0,-1 1 0,0 1 0,2 3 0,2 5-291,0 6 1,3 5 0,1 3-1,-1 1-19,-2 1 0,1 2 0,-1 2 0,2 2-435,1 3 1,0 3-1,2 1 1,2 0 290,-3 2 0,2 2 1,2 6 10,2 7 0,1 7 0,2 4 0,6-3-30,4 3 1,5 0 0,2 4-25,0 2 1,-1 5 0,2 0 0,6-5-5,4-3 1,5-4 0,7 3 12,6-1 0,7 4 1,3-2-1,4-5 4,4-4 1,4-6-1,4 2-18,1 1 0,2 2 1,4-2-1,7-5-193,4-9 0,6-4 0,4-3 0,0-3 1,-2-2 196,4 1 0,-2-4 1,1-2-1,2 0-6,-7-2 0,1 0 1,1-1-1,1-3 0,-1-4-20,1-5 1,2-4-1,0-3 1,-3-2-1,-4-1 57,-5-1 0,-3 0 1,-1-3-1,2-1 13,2-1 1,4-2 0,0-1 0,-3-1-1,-4-3-4,-5-2 1,-3-1 0,-4-3 0,-2-1 42,6-12 1,-5-3-1,-5-2-15,-5-2 1,-5-2 0,-4-1-7,-2-1 1,-5-1 0,-4 0-2,-4 1 0,-4 0 1,-4 2-1,-3 3 0,-3 1 0,-6 3-23,-4 3 1,-5 3 0,-1 3-47,-8-4 0,-6 5-43,5 12 0,-5 2 0,-3 4-234,-7 4 1,-3 5 0,-1 1-663,-2-1 1,0 1-1,-3 3-1519,11 3 0,-3 2 1,1 2-1,6 0 1816,-16 3 1,8 1 0,15 1 0,8 1 0,14-2 0</inkml:trace>
  <inkml:trace contextRef="#ctx0" brushRef="#br0" timeOffset="3697">13450 3619 20957,'7'-56'209,"-1"0"0,3 4 0,6 10-5875,33 16 5666,9 7-5,5 6 1386,1 9-1432,-24 12 1,0 3 27,7 5-5,-10 7 0,-3 4 854,-8 8-848,4 18 111,-24-8 1,-11-11 386,-31 9 415,-7-19-146,-7 1 241,6-15 2859,25-12-3526,5-4 12,10-5-280,3 5-29,2 0-78,3 4-39,7 0 28,12 2 50,15 7-11,13 9-11,6 9-6,-2 4-17,-13 2-61,-15 3 78,-14-11-45,-20 6-72,-19-12-135,-24 4 6,17-11 0,-3-1-191,-6 0 0,-2-2-728,-2 0 0,-1-1-59,2-2 1,1 0-2507,5-2 0,3-2 3775,-17-5 0,25 3 0,18-3 0</inkml:trace>
  <inkml:trace contextRef="#ctx0" brushRef="#br0" timeOffset="4074">13693 3109 15322,'-1'-6'4028,"-1"1"-3628,-39-13 1,-19 4 38,14 21 1,-4 4-1201,-4-11 0,-6-1 0,3 8 815,9 14 0,3 8 1,2 2-406,4 2 0,2 2 1,2 3 389,-1 3 0,3 4 0,2 3-3,8-4 1,2 4-1,2 2 1,3-2-4,-1 10 1,4 0 0,3-1-21,1-2 0,2 0 0,7 0-13,6-4 0,6 0 0,4-3-69,4-9 0,3-3 0,7 0-136,5 2 1,8 1 0,2-2-1,1-3-150,-1-5 1,1-3 0,2-3 0,0 0 312,1-1 0,1-1 0,1-2 0,1-3 14,2-4 0,1-4 0,1-2 0,-3-3 80,5-3 1,-2-4-1,1-2 58,-8 1 1,2-2 0,-1-2-1,-2-5 150,-1-6 1,-2-5-1,-2-1 1,-3-1-164,-3 3 0,-4-1 1,-3-7 40,-4-9 1,-2-8 0,-4 0-1,-5 4-77,-3-2 1,-6-1-269,-1 4 1,-1-6 0,-2-1 0,-2 3 256,-4 2 1,-3 3 0,-3-3-263,-3-1 0,-3-3 0,-1 1 1,0 4 218,0 1 1,-1 5-1,-4-1-11,-11-8 0,-5 1 1,-3 8 87,-7 9 0,-5 7-183,9 4 0,-3 2 0,-2 3-179,-1 3 0,-1 3 0,2 2-286,-12 2 1,0 4 563,5 6 0,-1 2 0,12-1 0,8-1 0,-21 8 0</inkml:trace>
  <inkml:trace contextRef="#ctx0" brushRef="#br0" timeOffset="4974">5371 6938 9541,'2'-10'2341,"6"-37"0,3-7 468,-2 6-2454,2-11 1,0 1 1744,-5 17-1490,-3 14 454,-1 12-1014,-1 14 2843,-1 39-2849,-1 11-41,-1-6 0,-1 5-1406,-1 15 0,-2 0 1400,2-18 1,1 0-10,-1-1 1,1 2 0,1-5-65,2-6 0,1-3 65,2 30-6,6-20 57,-1-27 111,5-6 124,12-32-147,-6-1 1,1-3-20,3-6 1,0-3 55,4-10 0,0 1-50,-11 16 0,-2 2 3389,11-20-3493,-17 32 169,-6 19-169,-5 16 0,1 6 17,-8 28-37,4-18 1,-1 4-17,-2 14 0,0 1-314,1-9 1,1 1 139,0 8 0,3-1-20,5-17 1,3-2-334,2 8 0,4-1-378,2-3 1,5-3-1068,1-6 0,2-3-3413,12 6 5410,-2-15 0,-23-15 0,-2-2 0</inkml:trace>
  <inkml:trace contextRef="#ctx0" brushRef="#br0" timeOffset="5380">6042 6642 10179,'-26'-40'1203,"-1"0"0,1 1 0,-3-2 1,-2 2-1,-3 8-343,-18 7 0,-4 9-1397,15 5 1,-2 1 0,-1 4 875,-13 3 1,-4 4 0,2 5-351,3 5 0,1 4 0,1 4 130,11-2 0,-1 2 0,2 2 0,0 3-51,0 4 1,0 2 0,2 2 0,1 0-45,-3 4 0,2 0 1,1 7-268,6-2 1,0 5 0,0 4 0,2 0 0,3-3 239,2 0 0,4-2 1,0 1-1,0 4-10,-2 3 1,-1 4 0,0 2 0,3 0 0,2-2-391,3 4 0,4-1 1,2-1-1,1-2 364,-1 4 0,3-3 0,4 3-117,7-5 0,4 4 1,4-3-1,3-6 44,3-8 0,5-6 0,4 0 67,1 0 0,4 1 1,3-3-1,7-9-139,13-10 1,8-11-1,2-5 1,-4-1 170,3 1 0,-3-4 0,4-4 3,-15-2 1,4-2 0,2-3-1,0-1 1,-1-1 0,-5-1 10,10-4 0,-5-3 1,0-1-1,1-2 23,-1 2 1,0-2 0,2-2 0,-1 0-1,-2-1 27,-4-1 0,0 0 0,-2-1 0,-1-1 1,-1-1 4,-5 1 0,0-1 0,-2-1 0,-2-1 0,-2 0 105,3-9 0,-3-2 1,-2 1-1,-3 0-115,-1-2 1,-3 2 0,-4-5-14,-7-1 0,-3-5 0,-4 0 0,-3 5 15,-5 3 1,-4 4 0,-2-3 182,0 1 1,-1-4 0,-2 2 0,-5 4-219,-7 2 0,-5 4 0,-1 4-10,-8-5 0,-4 7-24,5 11 1,-3 3-1,-3 3-218,-1 4 0,-3 4 0,1 0-672,1 0 0,-1 2 0,-1 1 911,-6 2 0,-2 3 0,8 0 0,-18 2 0,14 7 0</inkml:trace>
  <inkml:trace contextRef="#ctx0" brushRef="#br0" timeOffset="6199">10082 6565 23047,'8'-37'490,"-1"-1"0,1-23-350,-26 50-79,-5 4-33,-6 6-5,-21 14-12,12-1-3,6 1 1,-1 1 7,-12 9 12,-9 5-16,11-6-24,13-3 12,13-4 12,9 0 4,6 5 1,1 6 28,3 7 22,-1 7 28,1 5 29,-6 4-1,-3-4 11,-5-4 12,1-10 55,3-9 80,3-10 72,3-7 481,1-3-67,1-2-683,-1-7-50,1-1-3387,3-14 3353,2 7 11,17-13 6,9 5-11,18-6 22,7 5-34,3 9-27,1 9 33,-14 9-37,-11 7 1,-2 6-15,6 16 29,-13-5 0,-5 4-214,-11-1 1,-7 2 201,-8 4 1,-5 0-32,-6 2 1,-5-2-101,-7 2 0,-4-2 50,6-8 0,-3 0-535,-17 7 1,-2-2-259,14-14 1,0-1-1516,-13 3 1,0-3 2422,-13-4 0,25-11 0,19-3 0</inkml:trace>
  <inkml:trace contextRef="#ctx0" brushRef="#br0" timeOffset="6616">9824 6209 17048,'-3'-1'3903,"0"-1"-3841,-28 7 0,-10 5 173,-12 16-1379,10-5 1,-6 4-1,5 1 1208,9 1 1,2 5 19,0 3 0,-1 6 0,3 1-191,8-5 1,3 1 0,-1 2 186,-5 13 0,0 3 1,1 4-374,6-4 0,0 4 0,2 0 1,2-4 305,-1-1 0,2-4 0,4 6-11,6-5 0,2 7 0,2 2 1,1-5-1,3-9-760,5 4 1,4-3 751,1 6 1,2 4-1,7-10 51,14-10 0,6-10-17,8 0 0,8-5 51,-10-12 1,6-1-1,3-4 1,-3-2-57,-3-4 1,0-4 0,0-1 0,0-1 52,1-1 0,1-1 0,-1-2 1,-1-3-28,-2-5 0,0-4 0,-2-1 0,-4-2 51,4-3 1,-5-1 0,1-5 20,-2-4 1,1-4 0,-1-2 0,-5 3-81,-2 1 0,-3 2 1,-4-5 12,-4-1 1,-2-5-1,-3 0 1,-5 2 155,-4 0 1,-6 3 0,-3-5-143,-6-7 1,-4-4 0,-3-1-1,-2 4-29,-4 2 0,-2 4 1,-5 0-117,-1 6 1,-5-2 0,-2 3 0,-2 9 87,-6 7 0,-2 8 1,-2 2-16,0 2 0,-3 3 0,1 2-47,1 2 1,-1 3 0,1 1 88,2 2 0,1 1 1,0 3-1594,-16 4 1,2 4 1912,2 8 1,4 1-1,-4 4 1,11 5 0</inkml:trace>
  <inkml:trace contextRef="#ctx0" brushRef="#br0" timeOffset="7764">14472 6982 22201,'1'-33'773,"0"1"0,1-20-404,-4 51-302,1 1 2096,0 0-2007,-1-2-88,0 2 16,0-1-62,-5 2-16,-18 15-6,-10 9 8,7 0 0,0 2-196,4-4 1,0 1 187,-8 14 0,-1 4-461,9-7 1,2 3 0,0 0 462,-1 1 0,0 1 0,1 2-8,-2 6 1,1 3-1,3-2-8,0 9 0,6-1-11,8 2 0,7-2-191,5-15 0,8-3 241,13-1 1,8-8 21,-5-17 1,2-8-104,6-5 1,0-8 128,-8-8 0,-3-3-6,12-18 61,-18 6 1,-5-2 56,-3-9 256,-7-16-351,-22 21 1284,-13 11-1385,-13 12-6,-7 7 6,-4 15-40,-1 8-89,4 12 498,13-1-1282,15-4 0,3 3-3361,4 12 4285,3 21 0,11-33 0,8-3 0</inkml:trace>
  <inkml:trace contextRef="#ctx0" brushRef="#br0" timeOffset="8175">14660 6496 13017,'-55'-14'663,"0"1"1,0 0 0,-5-4 0,-2 9-270,11 18 0,-5 8 0,0 6 0,5-1-301,6 2 1,4 1-1,-3 4-69,4-3 1,-4 2 0,-1 1 0,2 2 0,4 1-24,2 3 0,4 1 1,2 2-1,1 1-6,0 3 1,1 2 0,3 1 0,1 1 1,1 3 0,2 1 1,3 2-1,0 0 0,3 3 0,1 1 0,3 0 0,0-1-5,0 4 1,2-2-1,5 3-20,4-1 0,4 4 0,4-1 0,3-7 155,6-7 1,3-6-1,2 2-165,0 9 1,1 2 0,10-9-87,6-16 1,9-6 0,3-5 0,-2-3 58,6-4 1,1-5-1,3-2 6,-9-1 1,3-1 0,3-1 0,-1-2 0,-2-3 39,9-4 1,-2-4 0,-1-3 0,1-1 0,-2-3 0,1-3 0,-2-1 0,-1-3 74,-3 0 0,-2-3 0,-1-1 0,-3-3 201,-5 0 1,-2-3 0,-2 0 0,-3-1-200,0-1 0,-2 0 0,-6-6 12,-6-5 0,-3-5 0,-4-2 0,-3 2-130,-2-2 1,-4 2 0,-2-4 78,0-2 1,-2-3 0,-1-1-1,-3 3 5,-2 9 0,-2 2 0,-1 2 0,-3 0-2,-4-10 0,-3 1 1,-3 3-3,-1 7 1,-2 2-1,-2 3-9,-1 6 0,-2 2 1,-1 4 445,-18-9 0,-2 6-894,0 5 0,-2 5-2016,-1 5 0,1 3 2355,8 4 1,4 2 0,-13 0 0,27 5 0</inkml:trace>
  <inkml:trace contextRef="#ctx0" brushRef="#br0" timeOffset="8831">17602 5088 22324,'-23'-10'1770,"7"-3"-1613,20 5 100,16-14-150,8 3-7,22-10-27,5 7-28,5 5-23,-3 7-16,-6 18-12,-6 14 12,-8 23-552,-20-14 0,-2 3 546,-2 7 0,-2 4 25,-3 4 0,-3 3 11,-4 3 1,-4 0-26,-3 1 1,-3 2-31,0-8 0,-1 3 1,0-4-78,1 6 1,0-1-122,2-10 1,1 0 0,3-3-532,3-6 0,3-4-540,1 12-7332,3-11 8620,-5-23 0,0-2 0,-2-7 0</inkml:trace>
  <inkml:trace contextRef="#ctx0" brushRef="#br0" timeOffset="9016">17656 5647 18084,'-46'-24'1353,"1"-1"1,1 3 0,18 1-1337,39 2-12,25-4-47,-4 8 0,4 1-1250,11-2 0,4 0 1071,-12 5 1,0 1 0,1 0-247,2 0 0,0 0 1,2 1-2413,6-1 0,3 0 0,-4 1 2396,7-1 1,-5 1 0,-5 2 0,-6 0 0,-12 2 0</inkml:trace>
  <inkml:trace contextRef="#ctx0" brushRef="#br0" timeOffset="9441">18352 4568 17272,'-45'-22'942,"0"1"0,1-1 0,1 2 0,1 1 0,2 4-704,-5 2 1,2 5-976,-2 2 1,-1 5 825,-3 7 1,-1 5-6,-4 9 0,-1 5-570,14-1 1,1 3-1,-2 6 553,-1 4 0,-1 4 1,0 5-1,0 1-19,6-2 0,1 2 0,0 2 1,0 1-1,2 0-282,-1 1 1,1 0-1,1 1 1,1 1 0,3 0 222,3 0 1,0 2 0,3 0 0,3-1 0,5-3-29,4 0 0,3-2 0,4-1 0,5-1-4,7 10 0,6-2 0,7-3 44,7-5 1,7-4 0,5-4 8,-2-11 0,3-3 0,3-3 0,3-2-16,6-1 0,3-2 1,3-3-1,1-2 2,-6-2 1,1-2 0,1-2 0,1 0-1,1-1-333,3-1 1,0 0 0,2-2 0,-1-1 0,0 0 340,1-2 1,0 0-1,-1-2 1,2-1 0,-1-1 9,-6-2 1,2-1 0,0-2 0,-1 0 0,-2 0 0,-4 0 3,6-1 0,-5 0 1,-1-1-1,2-3 24,7-5 0,2-4 0,-4-2 0,-9-1-223,3-13 1,-10-5 213,-9 8 1,-2-4 0,-5-4-12,-5-12 1,-7-4-1,-4-1-17,-6 5 1,-4 0 0,-2 0-1,-1-1 1,-1 1 0,-5 0-14,-6 0 1,-5 0-1,-3 3-69,3 11 1,-3 2 0,-4 0-384,-5 1 1,-6-1 0,-1 1 0,2 4 40,0 3 1,2 2 0,-6 4-2040,-4 3 0,-6 1 1,0 3-1,7 5 2003,-2 3 0,4 5 1,-6-2-1,6 2 0,15 4 1</inkml:trace>
  <inkml:trace contextRef="#ctx0" brushRef="#br0" timeOffset="10641">9322 10425 23635,'-33'-53'252,"-6"27"-244,16 45 0,1 14-14,-4 2 1,-1 3-608,-1 6 0,1 2 610,0 3 0,3 2-8,2-1 0,4-1-1,3-2 1,8-1 196,13 6 0,12-4-171,11-13 0,6-4-402,0-1 0,4-5 399,17-11 0,2-10 11,-14-6 1,-1-4 13,10-1 1,-1-4 19,-5-4 0,-4-3 2,-9-1 0,-4-3 77,9-25-40,-23-1-45,-23-4 278,-19-1-323,6 25 1,-4 0 2,-4-1 1,-1 1-314,-3-1 0,-1 1 330,-1 0 0,0 0 34,2 3 0,2-1 500,2 4 0,3-1-380,-11-17-78,17 5-44,15 1-35,16 4 250,12 5-266,14 7-6,10 9-11,4 15 5,2 17 221,-28 0 0,-3 3-226,11 24-374,-17 1 0,-6 3 387,-6-12 1,-3 1-34,0 18 1,-3 2-200,-3-12 1,-1-2-491,0-1 0,0-2-784,1-5 1,2-1-2329,3-5 1,1-3 3831,3 12 0,1-20 0,-2-15 0</inkml:trace>
  <inkml:trace contextRef="#ctx0" brushRef="#br0" timeOffset="11058">9761 10066 15457,'-36'-34'904,"-1"0"0,1-1 0,0 5 0,0 2 0,-1 7-1429,-8 11 1,-2 9 837,-7 4 1,-2 7-507,14-1 1,1 4 0,-1 2 319,-3 4 0,0 3 1,1 3-275,-2 3 0,1 3 0,1 3 188,-1 5 0,2 3 0,3 0-30,6-8 0,3 1 1,2 3 4,-5 10 1,2 3 0,3 3-17,5 4 0,4 2 0,2 2-439,4-15 1,1 1-1,1 0 1,2 2 428,1 6 0,1 2 0,2-1 0,5-3 2,5 6 1,4-4 0,5-1-92,3-4 1,3-2-1,5-3 45,6-4 0,4-4 0,4-4-27,5-2 1,5-6-1,2-2-278,7-4 1,4-3 0,1-5 297,-11-4 1,2-2 0,0-3 0,1-1 53,3-2 0,-1-2 0,2-3 0,2-4-52,-10-2 0,2-3 0,1-2 1,-1-1-1,-1-2 0,-4 1 174,7-5 0,-3 0 0,-2-3 0,0-3-10,-4 1 0,3-4 1,-2-2-1,-4-1 1,-8-1 169,-3-12 0,-9-2 0,-4-2-197,-3-3 0,-5-2 1,-3 0-20,-5-3 1,-4 0 0,-3 0-185,-4-1 0,-2 1 0,-5 1 194,-2 3 0,-5 1 1,-2 3-18,-2 4 0,-3 2 0,-2 3 262,-1 5 0,-3 3 0,1 4-297,-7-4 0,-4 6-14,2 8 1,-4 3 0,1 5-94,-1 1 1,-2 7-1958,-7 7 1,-7 5 0,7 3 2046,8 2 0,4 3 0,-4 5 0,9 1 0,18-3 0</inkml:trace>
  <inkml:trace contextRef="#ctx0" brushRef="#br0" timeOffset="11898">16349 10450 15922,'13'-49'1373,"1"1"0,0-1 1,-4 0-1,-2 1 1,-5 7-892,-19-15-2954,-7 24 0,-4 4 2573,-5 5 513,-10 16 0,-3 8-583,15 9 0,-1 5-7,-9 7 0,-5 5 1,5 2-37,0 5 1,4 2 189,-7 6 1,6 1-193,18-9 0,7 1-8,9 23 40,13-6-6,10-10 35,10-30 1,3-6 2,6-3 28,-1-6 1,3-3 179,11-17 25,-16 0 0,-2-3-59,9-11 56,-16 3 0,-5 1 174,-7 5-130,6-17 548,-15 27-642,-1 3-147,-4 9-105,-1 6 3341,0 31-3285,-2 26-328,0 6 285,-1-17 1,-1 3-586,-2 4 0,0 2 465,-1 5 1,-1 1-18,1 1 1,-1-1-362,1 1 0,-1-2-1170,4-8 0,1-2 1001,-1-9 1,1-2-4241,2-1 1,3-7 3753,1-19 0,1-3 0,-3-9 1</inkml:trace>
  <inkml:trace contextRef="#ctx0" brushRef="#br0" timeOffset="12298">16690 10245 12612,'-21'-46'1437,"-1"-1"0,1 0 0,-1 2 1,-1 1-1,-2 3-1314,-10-9 1,-4 4 299,6 14 1,-3 2 0,-1 3-940,-12-4 1,-4 6 761,4 10 0,-4 5 1,1 5-57,-11 9 1,2 6-116,0 2 1,0 6 9,8 10 1,-1 8 0,6-2-66,7-4 0,1 6-8,8-4 0,-5 7 1,-1 3-1,2 1 0,4-2-377,0 9 0,5 0 0,-1 1 360,2-6 1,-1 2 0,1 0 0,4 1 1,4 0 0,2 1 1,3-1-1,2-1-3,2 4 1,3-2-1,4 3-6,4-1 1,4 4 0,2 0 0,4-3-514,7 4 1,4-4 0,4-2 527,2-2 1,2-2 0,7-6 9,11-7 0,7-7 1,1-5-3,-2-6 0,2-4 0,4-3 5,-6-3 1,4-2 0,3 0 0,-1-2 0,-4-1-5,-4 0 1,-3-1 0,1-1 0,1-3 20,4-3 1,2-1-1,2-2 1,-3-3 0,-6 0 53,4-8 1,-6-2 0,-1-1-27,1 2 1,-1-1 0,-2-5-113,-8-4 1,-1-4 0,-3-3 0,-5 1 122,-5-1 1,-5-1 0,-1-3-36,0-1 1,1-5 0,-2-1 0,-4 1-7,-3-10 1,-6 0 0,-5-2-27,-5 8 1,-4-2 0,-3 1 0,-2 2-97,-6-7 0,-5 4 0,-2 1 55,0 3 1,-3 1 0,-6 5-260,-6 10 0,-5 5 0,-2 4-1096,4 7 0,-1 3 0,-1 2 1391,-4-2 0,-2 0 0,4 3 0,-5 0 0,7 4 0,-9 1 0</inkml:trace>
  <inkml:trace contextRef="#ctx0" brushRef="#br0" timeOffset="14840">5260 4314 13877,'-3'-9'7343,"2"2"-7007,1 7-263,0 0-56,-6-31 16,5 25 7,-4-22 105,6 37 136,6 12 10,0 3 68,4 14-7,-2 5-200,-3-4 21,-2-1 1,0 9-1,-1 1-72,0 6 0,0 2 0,-1 2-637,1-6 1,-1 3 0,1 0-1,-1-2 560,0 11 1,0-2-1,0 0 21,-2-3 0,0-1 0,0 2-252,-2-13 1,0 1 0,-1 1 0,0 3 227,1 1 0,-1 2 1,0 3-1,0-1 0,0 1-14,1 0 1,-1 1 0,0 1 0,0-3 0,0-2-7,0 1 1,0-3-1,0-1 1,1-2-19,0 12 0,2-3 1,1-10-1681,8 10-6056,4-5 7179,7-29 0,-12-23 0,-5-2 0</inkml:trace>
  <inkml:trace contextRef="#ctx0" brushRef="#br0" timeOffset="16707">5735 3717 10221,'-41'6'687,"-1"1"0,4-1 1,10-2 1986,24-3-2676,2-1 1312,2 1-1086,6 1 1161,9 1-943,17 2-463,3-2 147,5-1 1,3-1 1179,-8-1 1,1 1-1271,19-2 1,2 0-2,-4 0 1,1 0 60,6-2 1,0 0-43,-11 0 0,4 1 53,-3-1 1,6 1 0,3-1 0,-2 0-21,-6 1 0,-1 1 0,0-1 0,1 1-457,6-1 1,0 0 0,1 0 0,0 1 441,0 0 0,1 0 0,-2 0 0,-1 1-549,9-1 0,-3 1 0,0 0 561,1 0 0,-1 0 0,2-1-18,-14 1 1,1-1 0,-1 1 0,-3-1-254,1 0 0,-3 0 0,-1 0 124,16-1 1,-3 0-2,-4 0 1,-2 0 1,-5-1 1,-1 1 105,-4-1 1,0 1-101,-3-1 0,-2 1 602,-4 0 1,0-1-664,18 0 1890,-12 0-1596,-14 1 1438,-4 2-1163,-10-1 533,7 1-577,-9 0 90,3 0-47,-7 0 182,-2 0 540,0 0-1119,-10 0-81,2 0 12,-13-1-95,5 0-158,2-1-245,4 0-405,10-1 713,0 2 165,9-1-42,-5 1 34,4 0 77,-2 0 126,-4 1 101,3-1-9,-2-3-47,6-1-119,6-6 66,6-1 108,1-3 264,-4 1 60,-7-1-261,-7 1-286,-12-5-379,-29-19-233,8 14 512,-5-2 1,-2 1-195,0 0 10,-15-10-13,14 10 19,1 4 127,6 6 497,-23-3-35,11 10 11,-16-1-52,16 7-17,18 1 45,10 4 222,24 5-561,13 7 16,17 6-150,13 5 32,-24-10 1,-1 1-240,-1 2 1,0 2 154,-3 1 1,-3 3-44,-3 0 0,-2 3-136,-4 1 0,-3 1 253,-3 1 0,-2 0-12,-2 1 1,-3 0-214,-2 1 0,-1-1-650,-2 19 991,-2-6 1,0-3-1,2-13 1,-2 25 0</inkml:trace>
  <inkml:trace contextRef="#ctx0" brushRef="#br0" timeOffset="17573">4907 6318 10175,'-29'-46'3276,"0"1"1,-3-9 0,8 8-2011,16 24-897,-5-14-111,12 33-258,1 2 61,0 6 40,3 9 18,4 15 32,10 24-112,-3-12 6,-2-11 0,3-1 67,12 4 67,17 3 73,13-10-289,-24-17 0,2-3 188,3-2 1,1-4-7,1-4 1,1-2-26,-1-2 1,0-3-23,0-3 0,-1-2 0,-2-1 0,-1-1 2,-2 0 1,-2-2 5,-4 1 1,-2-1 123,12-16-51,-13 6-83,-13 8-130,-7 11-319,-4 6-924,0 8-5735,4 11 6252,1 3 0,0-1 1,-1-6-1</inkml:trace>
  <inkml:trace contextRef="#ctx0" brushRef="#br0" timeOffset="18790">10898 3690 18152,'-12'8'1137,"38"2"-1104,21-1 70,10-3 1,5 0-61,-16-2 1,-1-1-23,10 0 0,3 0-1033,-7 0 1,2 0-1,-2-1 1033,8 1 1,0-1-24,-2 0 0,5 0 0,-2-1 17,-9 0 0,0 0 0,1 0 0,-3 0 1,1-1-1,1 0 1,-1 0-1,8 0 0,-2-1 0,3 1-1,-3-1 0,3 0 0,0 0 0,-5 0-5,-3-1 0,-3 1 1,0-1 4,2 0 1,0 0 0,-6 0 486,-8 0 1,-4 0 24,16-1 879,-33 0-839,-4-1-549,-10 1 50,-7-6 1677,2 4-1642,-3-5-12,5 6-47,1-3 34,1 2 63,-1-1-42,-2 1-89,-13-5 173,2 1 19,-39-11 4,7 4-477,11 3 0,-1 0 495,-12-5-107,16 4 1,3-1 71,0-1 11,2 0 1,0-4 143,-12-15-221,0-1-35,1-1-21,17 17-76,7 8 962,4 4-997,7 5 69,4 2 10,11 2 115,15 7-63,19 5 17,-1 2-437,-5 0 1,-1 3 384,15 13-33,-15-7 0,-1 2-230,-9 0 0,-2 0 177,0 2 0,-2-1-104,14 18 67,-15-12 0,-2 0-88,-2 13 67,-8-13 1,-5 2-196,-21 24-1506,-18-10 1,-10 0 1794,2-5 1,0-2-1,0-3 1,2-4 0,-8 6-1</inkml:trace>
  <inkml:trace contextRef="#ctx0" brushRef="#br0" timeOffset="20257">14537 4035 8584,'-4'0'4562,"1"-1"-1964,3 1-2379,-24-2-62,18 2 455,-18 1 659,31 3-152,9 5-584,17 2-272,19 6-185,-17-7 0,2 0-187,-6-1 1,3 1 205,21 8 0,9 5 0,-4-1-805,-2-1 1,1 2 735,-9-4 0,5 3 0,0 0 1,-3-1-6,-3 0 1,-2-1-1,0 1-575,2 0 0,0 1 1,0 0 570,1 0 0,1-1 1,-3 0 0,9 4 1,2-1 18,-5-1 1,4 0 0,-4-1-11,2 1 0,0 0-18,-4-1 0,3 2 1,-4-2-272,-4-1 1,-1 0 320,-5-2 1,3 2 0,-4-2-1,-1 0 1,0-1 10,15 9 1,0-1 17,-17-8 0,-2-1 25,-4 0 1,-2-2 24,23 14-11,-7-2-73,-13-8 112,11 7-84,-15-11 1142,11 7-1148,-11-7 1916,-6-4-1748,-9-5 937,-6-3-853,-5-3 61,0 0-229,8-1-140,2-2 1,13-2-29,-7 1-22,10 1-5,-8 5-7,5 0 7,-6 2-1,-5 1 17,-6-1 17,-4-1 0,-2-1 12,-1-2 850,0 1-789,-3-11-40,-7-4-16,-9-15 34,-9-4 10,-7-4-5,-3-3-221,0 1 243,2-3 0,1-1 7,1-1 5,1 1 27,2 4 23,4 6-5,5 9-35,8 7-66,4 8-129,5 4 120,3 4-19,5 13 0,8 4 5,11 15 11,14 5-19,-13-15 0,1 1-268,4 1 0,2 1 256,-1 0 1,1 1 5,-2 1 0,-2 0 6,-4-1 0,-3 1 3,4 26 10,-18-1 7,-13-12 5,-12-10 0,-6-2-51,-21 12-753,0-4 0,-3 1-3374,15-13 0,1-1 3504,-5 4 1,3-3 0,12-7 0,16-11 0</inkml:trace>
  <inkml:trace contextRef="#ctx0" brushRef="#br0" timeOffset="21473">15356 7211 17367,'-34'10'582,"-1"0"1,-21 5-34,56-15 1069,0 0-878,3 0-298,1-3-330,3 0 90,15-12-146,-4 3 42,11-4 0,4-2 59,22-9-384,-12 5 0,2-1 266,-12 7 0,0-2-594,6-3 1,4-3 0,-3 2 574,-6 2 0,3-1 2,2-1 0,7-5 1,3 0-1,-1 0 6,1 1 0,2-1 0,-1 1 0,1 0-14,1-1 0,-1 0 0,1 0 0,1-1-404,-6 4 1,2-1 0,-1 1 0,-2 0-1,-4 3 399,1 0 1,-5 2-1,1-1 17,11-6 0,2-2 1,-5 2-228,-3 0 0,-2 1 219,-5 2 1,2-1 0,-4 2 9,-1-2 0,-4 1 294,14-18-243,-18 13 1568,-10-2-1266,-14 14 1993,-5 0-2374,-5 9-22,-12 5 33,1 2 779,-11 0-774,2 2 213,5-1-157,-14 2 140,7-4-13,-17-2-46,1-2-14,-6-3-11,-5 0-10,11 1 18,-14-4 22,24 4-122,-8-5-22,18 4 23,9-1 11,5 3-34,7 1-39,2 2 34,3 0-64,4 1 400,7-1 79,14 0-28,3 0-201,5 2 1,4 2-234,-6 2 0,2 1 211,14 1 0,3 2-38,-6 3 0,-1 2-40,0 1 0,0 2-199,-1 1 0,-1 1-27,-2 2 0,-1 0 12,-3 0 1,-2 3-14,0 2 1,-4 4-13,-9 1 0,-4 0-195,5 19 180,-27-12 0,-8 0-510,-17 12-1221,7-11 0,0 0 1899,6-9 1,1-2 0,-4 8 0,11-15 0</inkml:trace>
  <inkml:trace contextRef="#ctx0" brushRef="#br0" timeOffset="23466">10527 6520 18543,'-27'20'2537,"5"-5"-1988,24-19-448,2 0 168,24-25-101,4 2-64,-5 5 0,2-2-6,-1 3 0,0 1 8,20-13-3,-16 11 1,1-1-614,-2 2 0,1-1 562,4-4 1,5-2-1,-1-1-530,-1 2 1,-1 1-1,2-2 502,10-7 1,3-2-1,-1 1-6,-4 2 1,0 0 0,0 0-4,3-1 0,0-1 0,0 0-512,-12 8 0,0 0 0,1 0 0,-1-1 498,0 1 0,1 0 1,-1 0-1,1 0 8,11-9 1,1 0-1,-1 0-360,-1 1 0,1 1 0,-2 0 360,-2 1 0,0 1 1,-3 1-30,7-5 1,-1 1 30,-8 5 0,0 0 1,-3 2 2,-2 0 0,-1 1-11,-3 2 1,2-2 0,-1 2 286,4-5 0,-2 0-282,1 1 1,0 0-6,0 1 0,-1 1-3,-8 6 0,0 1-205,8-6 1,-1 2 226,5-3 1094,12-9-1094,-29 18 846,-3 0-851,-11 10 467,4-6-451,-7 7 3351,3-3-3379,-2 2 44,0 1-32,3-2-6,-4 2 22,1 2 51,-4 3-117,-21 3 221,-12 0 17,-30 3-96,25-2 1,-2 1-267,-2 0 0,-1 0 190,2 0 0,0 0 8,3-1 1,1-1-12,-26-3 47,4-1-200,5-2-26,3-1 24,7 0 35,11 0 147,11 0 658,10 2-641,6 1-80,7 1 334,14-3 49,38-6-210,-22 4 0,3 1-511,13-3 0,1 1 510,-2 0 1,-3 2-83,-10 1 1,1 1 14,3 0 0,1 1 78,-7 2 0,-1 0-303,0 2 0,-1 1 76,1 1 1,-2 2-37,14 8-42,0 6 151,1 4 100,-5 7-130,-9 4-64,-13 5-146,-14 6 1174,-18 6-1065,-9-7 1,-3 2-463,6-10 1,0 1-2229,-7 13 1,4-1 2700,6 8 1,12-21 0,4-16-1</inkml:trace>
  <inkml:trace contextRef="#ctx0" brushRef="#br0" timeOffset="24832">10700 7040 21345,'-20'-9'-66,"6"2"315,21 10 140,10 0-4185,32 6 3899,-8-3-33,-1-1 1,4 0 213,-8-1 1,2 0-254,12 2 0,5 1-8,-8-1 0,3 1 0,1 1-335,6 1 0,1 2 1,0 0 313,1 0 0,0 0 0,0 1-12,0 2 0,1-1 0,-4 1 5,-8-2 0,-2 0 0,-1 0 1,0 0 1,0 0 0,2 0 2,7 2 1,2 1 0,-3-1-17,3 0 0,-1-1 11,-6 0 1,2-1-1,-3 0-18,-2-1 0,-2 0 5,9 2 1,2-1-173,3 2 1,-3-2 201,-20-4 0,0-1 22,7 2 1,-2-2 2306,3-1-2228,7-1 0,-2-3-28,0-1-6,9-1-56,-18 0 454,8 0-464,-24 0 1392,1 0-1392,-5 1 759,-2 0-715,7 1 313,-8 0-341,10 0-5,-10-1-23,2 0 61,-6 1 23,-6-2-56,-3 1 163,-3-1-23,7 0-84,3-2 56,5 0 593,-4-1-391,-6 1-224,-3 0 67,-7-4-135,-11-10 45,-16-12-44,-6-5-12,1 3 6,-3-4-17,1 3 0,13 12 0,-3-2-283,-9-2 1,-2 1 315,5 3 1,1 1-23,1 2 0,1 1 129,-16-5 0,25 10-50,3 2-45,12 4-73,7 3-17,4 0 644,7 1-627,14-1-6,14 8 0,4 2-10,18 6 10,-19-4 0,1 4 0,-4 9 1,-3 5-6,-2 1 0,-2 1 2,5 5 1,-2 0 5,-7-6 0,-5 0 9,-5 12-6,-12-18 6,-17 18-15,-12-16 1,-9-2-676,-5 2 0,-4-1-48,3-4 0,-2-1 0,-1-1 732,1-2 0,0-1 0,3-2 0,2 0 0,4-2 0,-21 9 0</inkml:trace>
  <inkml:trace contextRef="#ctx0" brushRef="#br0" timeOffset="26449">6470 6773 18386,'-50'30'1552,"9"-4"-1266,38-22-62,-3 3 5,0 3-173,1-5 73,2 0 128,2-4 572,0-1-554,7-8-174,6-7-22,13-14 5,11-8-42,-14 15 0,2-1 11,3-3 0,1 0-557,4-4 0,2 0 549,4-4 0,2-1-12,5-5 1,2 0-16,-11 9 1,0 0 0,2-1-984,5-4 1,0-1 0,1-1 975,-8 8 0,1-1 0,0-1 0,0 0-7,3-2 0,-1-1 1,1 0-1,0 0-315,0-1 1,1 0 0,0 0 0,-1 0 311,1-1 1,0 1-1,-1-1 1,1 1 3,-1 0 1,0 1 0,0-1-1,0 1-2,-2 1 0,1-1 0,-1 1 0,0 1-1,-1 0 1,-1 1 0,0 0 0,0 1 2,8-9 1,0 1 0,-1 0-1,-2 1 1,0 1-1,-1 1 4,-1 2 1,-1-1-1,1 2-2,0 0 1,0 0 0,1 1-7,1 0 1,0 1 0,1 1 0,0 0 0,1 1 0,0 0 0,-1 2 0,0 0 0,-1 1 1,-2 1 1,0 1 0,-2 0-211,14-8 1,-4 1 211,-6 4 1,-3 0 246,2-3 0,-4 0-111,9-9 1214,-22 15 0,-3 1-1238,-8 3 1864,-5 1-1898,-7 11 827,1 2-885,-1 2 238,0 3-300,0 0-6,-3 1-53,-47 14 155,20-6-30,-3 2 1,-2 1 31,-13 4-22,8-3 0,-2 1-8,4-2 0,0 0-340,-11 3 0,0-1 461,13-6 0,3-1 125,0-1 0,2-1 282,-24 0 14,17-3 6,15-6-253,13 1-151,7-6-204,16-10 343,4 3-179,14-9 764,10 9-736,14 2-93,-5 5 1,6 1 16,1 1 1,2 1-1134,-12 2 0,2 1 1,-4 1 1223,2 1 1,-5 1-259,-7 2 1,-6 5-324,-6 14-156,-12 11-2079,-13 21 2690,-10-8 1,-5 2 42,1-3 1,-1 0-272,-3 2 1,3 0-745,6-2 1,3 0 1270,7-3 0,2-3 1,-2 15-1,7-6 1</inkml:trace>
  <inkml:trace contextRef="#ctx0" brushRef="#br0" timeOffset="27750">6379 7481 17106,'-5'0'7623,"0"0"-4677,5 0-2364,-50-18-1071,38 13-149,-27-16 101,62 19 288,6-1 5,5 1 0,3 1-29,-4 0 1,0 1-323,7-1 0,2 1 393,6 0 0,2 0-570,7 0 1,2 0 828,-16-1 1,1 1-1,-1 0 15,-1 0 0,1 0 1,-1-1-67,2 1 1,1-1-1,-2 0 7,13 0 0,1 0-44,-9 0 1,2-1-1,2 1 11,-4 0 1,1 0 0,0 0 0,-3 0-25,-1 0 0,-3 0 0,4 0-29,7 0 1,5 0 0,0 0 0,-5 1-70,11-1 1,-3 1-425,-12 0 0,2-1 0,-2 1 474,-5 1 1,-2 0-1,0 0 18,2 0 0,1 0 0,-2 1 6,9 0 0,3 0 46,2 0 1,4-1 0,-8 0-48,-18 0 1,0-1 74,10 0 0,4 0 1,-2-1 40,0-1 1,-2 0-15,0 0 1,-1-1 69,-8 0 1,-6 0 501,-9 0 140,-13 2 690,-6 1-1267,-4-4 1594,-1 0-1701,-4-6-4,3 4-51,0-3-1,4-2 18,0 2-23,0-13 11,0 8-5,0-3-6,0 5-40,7-6 63,-2 8-12,3-3 17,-5 10 34,-3 3-12,-4 0-39,-5-1 51,-10-1 61,-7-2 62,-7-1 0,-4-2-23,-4-3 51,-15-4-151,15 3 61,-2 1 0,0 0 40,0 0-21,7 2 1,3 1-47,11 1-52,7 2-27,15 2 6,13 1-23,7 2 5,18 5 1,6 6-6,-6 3 0,7 13 17,-5 15-301,-1 6 276,-19-17 0,-3 0-20,5 27-23,-8 2-826,-9-23 1,-1 2 876,-2-3 0,-1-2 0,1 17 0,-2-19 0</inkml:trace>
  <inkml:trace contextRef="#ctx0" brushRef="#br0" timeOffset="29783">6009 7745 16740,'13'-3'1870,"5"2"-7227,9 5 5542,8 5 571,-4 3 1,1 1-651,11 5-53,-13-4 1,2 0 131,18 8-101,-20-11 0,1 1 19,10 2 1,3 1 264,4 0 1,1-1-327,-9-4 0,2 1-204,5-1 0,4 1 1,-1 0 242,10 0 0,0 0 407,-13-2 0,1 0 0,3 1-441,-4-2 1,3 1-1,-1-1 1,-2 0-5,2 1 0,-2-1 0,3 1-18,1 1 0,4 0 0,1 1 1,-2-1 3,8 3 1,-2-1 0,-2 1-12,-10-3 1,-2 0 0,2 2 11,3 0 1,4 2 0,0 0 0,-4-1-467,0 1 1,-2 0 0,2 1 460,2-1 0,4 2 0,0 0 0,-1 0-7,-10-2 0,0 0 1,-1-1-1,0 1 0,2 0 0,-1 0 1,0 0-1,1 1 0,-1-1 0,1 1 1,0 0-1,-1-1 4,1 1 1,0-1-1,0 1 1,0 0-1,0 0 1,1 0-1,-1 0 1,1-1 2,0 1 0,0 0 0,0-1 1,0 0 6,1 0 0,-1 0 0,1 0 0,-1 0-4,1-1 0,-1 0 0,1 0 0,-1-1 3,1 1 0,-1-1 0,0 1 0,0-1-2,0-1 0,-1 1 1,1-1-1,0 1-15,-1-1 0,0 1 0,0-1 0,-1 1 4,15 2 1,0 0 0,-1 0-2,-1-1 0,-1 0 0,-1 0 1,0-1 1,-1 0 0,0-1-3,-2 1 1,1-1 0,-1 0-239,0-1 0,0 1 1,0-1 232,0 0 0,-1 0 0,0 0 0,0 0 0,-1 0 1,1 1 10,-1-1 1,1 1-1,-3 0-5,11 3 0,-3-1-9,-4 0 0,2 0 25,-2 2 1,4 1 0,-3-1-25,-13-3 1,-3 0-1,3 0-2,5 2 0,4 1 0,0 1 0,-4-1 10,-2-1 0,-4 1 0,0-1-3,1 1 1,0 0 0,0-1-7,0 1 1,0 0-1,-1-1 5,1 1 0,-1-1 0,1 1-4,-1-2 1,1 1-1,-1 0 22,19 6 0,0 0 5,-1-1 1,-1 0-21,-3 0 1,-1 0 0,0 0 0,-2-2 0,-2 1-1,-2 0-5,-12-5 1,1 0 321,13 4 1,-1 1-320,-17-6 0,0 0-3,13 4 0,2 1-8,-12-5 0,-1 0-1,-2-1 1,1 0 31,27 7 1549,-6-3-1572,-15-4 1460,8 1-1476,-23-6 1273,5 1-1246,-18-4 533,-6-2-533,-3 0-22,3 0 0,21 9-11,3-1 28,20 7-12,-8-4-5,-1-1 12,-2-2-12,-2-1 5,-4-1 1,-6-1-12,-7-2 6,-5-1 17,-8-2 61,-3 1 118,-3-2-184,1 0 4,6 0-4,7 1-7,9 1-5,8 1-17,2 1 23,-2 1 0,-7-1-12,-9 0 17,-4 0-11,-5 1 0,3-1 23,4 3-3382,16 4 3370,-5-4 23,18 4 5,-13-7-5,7 1 16,-5-3 29,-7-1 55,-9-1 3460,-7 0-3353,-5 0 145,-3 0-318,-3-2-7,-2-4 23,-5-5 6,-6-11-51,4 4 6,-8-13-62,3 7 6,-7-7 22,-4 2 6,-2 3-6,4 8 51,-10-4-1,12 7 12,-8-6-17,6 2-6,-11-8-316,8 8 311,-21-13-3308,7 10 3308,-13-4 28,5 4 61,8 5-100,19 8 5,10 3-16,12 5 158,2 1-181,4-1 3409,10 5-3415,31 9 12,-7-1-6,-1 0 0,1 2 6,19 8 8,-23-9 0,3 4 11,17 15 0,-2 2-196,-22-16 1,-2 1 156,17 17 0,-3 0 3,-11 2 0,4 10 11,-9-2-144,-10 4 155,-8-18 17,-11 7-22,-11-15 44,-11 4-50,-15 0-230,8-14 1,-2 0-594,-16 4-2897,12-8 1,0-1 3719,-1-2 0,5-2 0,18-4 0</inkml:trace>
  <inkml:trace contextRef="#ctx0" brushRef="#br0" timeOffset="31349">5382 8352 9858,'-3'3'6371,"0"-1"-2977,3-2-2788,28-13-118,-16 9 32,24-9-294,-22 13-155,-2 2-64,6 5 8,10 8 80,-4-1 101,27 20-95,-17-6-34,7 6 52,-1 5 10,1 7-414,-19-21 1,1 1 334,3 4 1,1 2 8,-3-4 0,0-1 11,3 2 0,0 0-31,-4-6 0,1 0 84,18 13 1,1-1-40,5 3-459,-10-10 1,5 5 0,-1-3 441,-2 0 0,1-1-28,0 0 0,2 1 1,-3-1-15,1 0 0,0-1 40,-2 0 1,2 2-1,-2-1-4,2 1 1,-2 0-281,-2-1 0,3 1 0,-5-1 235,-1-2 1,-3 0 22,3 5 1,0 0 2,-9-8 0,0 1-1220,13 11 0,0 1 1220,-6-7 0,-1-1-17,6 3 1,-1-1 143,-7-6 1,0 0-136,7 4 0,1 1-12,-1 1 0,0 0 274,-1-1 0,-1 1-291,-3-2 1,-3-1 6,14 17 441,-6-4-425,-3-4-22,-10-11 3142,6 4-3103,-11-14 0,8 7-12,-9-9 518,-2-2-523,-2 0 247,-1-2-264,-2-1-11,1 0 6,-1 1 0,3-1 33,1 3-11,-1-3 39,12 7-17,-5-4 18,25 14-46,-15-9-5,10 6-12,-14-6-5,-2-1 34,-1 2-6,-1-2-6,0 1 13,0-1 9,-2 0 7,1-2-23,-1 0 17,0-2-29,-3-1-27,-5-3 45,-2-1-6,-5-3-6,0 0 1,-1 1 10,-1 1-22,1-1 34,0-1 0,-1-3 17,1 2-12,2-1 6,2 1-17,-1-1-16,4 1-23,-4 1 11,1 0-11,0 5 11,7 3 0,3 1-16,2 0 16,3-3 11,-1-1-11,-2 0 6,-2-2 22,-12-5 34,-2 0 353,-4-2-1149,-8-8-1920,-4-5-7188,-9-13 8916,5 8 1,3 2 0,10 12 0</inkml:trace>
  <inkml:trace contextRef="#ctx0" brushRef="#br0" timeOffset="31782">8307 10368 26110,'-22'-45'902,"4"9"-784,15 36-23,2 0-78,35 28-6,-6-4-23,0 2 1,0 2 11,7 18 0,-11-6 6,-11-8 0,-3 3-6,-1 15-9,-3-13 1,-1 1 8,0 22 11,0-3-5,1-6 5,-2-7 0,-1-9 6,-8-8 39,-4-6 0,-12-5 5,-9-3-21,-10-5-40,-7-2-96,1-4-7224,-1-1 6472,20-1 0,5 0 0,19 0 0</inkml:trace>
  <inkml:trace contextRef="#ctx0" brushRef="#br0" timeOffset="34799">18229 6363 20705,'17'-59'241,"-3"12"-342,-14 50 118,-1 1 218,-9 18 45,-15 22-151,-2 4-319,7-14 0,1-1 258,-5 7 46,2-4 1,0 1-17,4-8 1,-1 0-496,-10 16 0,1 1 422,7-15 0,1 0 48,-11 19 0,0 2-1485,10-15 1,1-1 1433,-5 8 1,0 1 55,-2 6 1,2-1-365,7-13 1,2-2 318,-5 7 1,1 1-63,2-3 0,2 0 96,3-7 0,1 1 9,-6 17 0,-1 2-34,4-8 0,-1 1-398,-2 7 0,-2 5 0,2-7 378,3-11 1,1-1 1,-3 6 0,-2 3 1,3-8 1686,-3 2-1641,-1 0 0,-1 0-19,1 2 158,-2 3 1,-1 2-98,-1 9-70,6-16 0,1-1 316,-5 13-299,5-14 0,-1 0 8,-9 17 1143,7-15 0,0 0-1185,4-8 0,0 0 8,-1-2 1,2 0 175,-9 17-184,9-16 1,1 0 41,-5 11-45,-3 10-16,3-9 72,-3 0-11,-3 0-16,-6 6 16,4-9-17,0-3-27,4-1 653,6-11-626,-1 7 292,8-13-313,-5 9 659,3-4-649,-3 3 118,-3 5-90,-4 4-11,-4 1-22,6-8 22,-6 7-39,13-19 5,-8 15-22,12-19 17,-3 6-6,6-9 11,-3 6-5,-5 3 28,-3 3-6,-4 4 6,4-9 11,4-5 73,5-7 0,5-4 319,0-9-426,-1-2-28,-2-4 34,-6-6-11,0 4 0,-9-6 17,-3 1-23,-4-1-6,1-4 7,7 5-12,2-16-12,12 7 7,1-16 27,9 7 6,3 3 6,2 7 27,-3 9-49,-1 9-46,-4 7 12,0 2 22,-1 6 5,0 9 23,0 6-17,1 7-11,2 0 17,3 0-17,1-4 17,9 15-17,10 7 14,-6-17 0,4-2 11,0-3 0,1-4 9,22 5-159,-10-23 1,2-7 138,-6-3 0,1-1-405,17-5 0,4-2 203,-6-1 0,-1-2-770,0 1 1,-2 1 957,-2-1 0,-4 2 0,5-1 0,-15 3 0</inkml:trace>
  <inkml:trace contextRef="#ctx0" brushRef="#br0" timeOffset="38148">10276 10749 16465,'-4'4'1675,"0"0"409,4-4 481,0 0-2279,4-3-79,-1 1-73,6-8-61,6-6-34,11-11 6,14-9-20,-14 15 0,3-2-579,14-8 0,1-1 562,-12 10 1,0-1 2,19-14 1,0 1-1,-26 17 0,2 0-4,10-8 1,5-4-1,-2 2 1,6-4 1,2-1-1,-8 5 1,6-3-1,-1 0 1,-4 2-418,-5 5 0,-3 1 1,3-1 417,13-10 0,4-1 1,0-1-9,-12 10 1,0 0-1,0 0 1,-1 0-2,8-5 0,-2 0 0,3-2-542,1 0 1,3-2-1,-1 0 1,-6 5 541,1-3 0,-2 1 1,-6 4 1,3-1 0,-3 1-308,0 1 0,0-1 317,10-6 1,1-2-7,-1 2 1,-1 0 2,1 0 1,-1 2 5,0 0 0,-1 1-17,0 2 0,1 0 3,-8 6 0,3 0 0,-3 1 5,3-2 1,0 1-8,-5 3 0,3 0 1,-6 2 1,15-7 162,-3 0 0,1-1-154,-20 10 1,0 1-6,18-11 0,2-2-9,-6 4 0,-2 2 9,-12 7 0,-1 0 2,9-4 1,-2 0 844,1-1-833,4-4 28,-10 3 2365,-3-1-2410,-8 7 1040,8-8-1034,-3 5 643,10-5-615,3 2-6,4-2-28,-13 7 89,-3 3 186,-16 8-141,-4 4 432,-4 2-538,-5 0-90,-2-1-22,-13-1 45,-10 0 13,-6 2 1,-4 2 3,7 1 0,0 0-232,-21 2 0,2 1 271,-7 3-1,5 0 24,28-5-29,11-2 11,3-2-16,3 0 83,-5-1-27,6 0 558,-2-1-541,8-1-79,0 1-6,3-1-55,9-2 38,0 1 28,19-8 1,5 3 2,-4 2 1,2 1 42,28-2-272,-23 4 1,0 2 214,-5 1 0,0 1-5,19 0 6,10 1 21,-6 7-55,-7 2 39,-3 22 11,-28-13 12,-6 20-12,-12-3-2973,-6 15 2945,1-8-275,-7 7-156,5-25-2610,-8 24 3058,-3-1 0,7-14 0,-1-2 0</inkml:trace>
  <inkml:trace contextRef="#ctx0" brushRef="#br0" timeOffset="42715">20815 1835 18789,'-47'-3'560,"-1"1"0,2 0 1,2 4-130,-10 17-263,10-1-14,13-3 0,2 1-104,-2 4-100,-5 7-51,23-9 632,22 3-268,14-6 84,24 3-90,14-8-135,-13-1 1,0-1-24,-15-2 1,-2 1 112,5 1 0,-5 2 213,-15 4-436,-19 1 392,-15 4 74,-16 3-142,2-4 0,-1-1 197,-16 8-263,19-10 1,2-1-33,4 0-11,12 1 175,25 3-488,8-2-163,20 2-3425,8 1 3393,-18-3-36,-2 8-65,-26-2-61,-12 3 387,-10 5 478,-11 2-82,3-5-85,-18 14-340,19-14 3406,-7 8-3293,18-16 84,9-5-736,23 6-904,-1-9 1481,14 1 1,1-2 0,-9-6 0,17 2 0</inkml:trace>
  <inkml:trace contextRef="#ctx0" brushRef="#br0" timeOffset="45017">20742 3977 20845,'1'-61'1251,"0"0"0,1 6 0,-2 8-613,-2 14-133,0 11-197,-1 10-241,1 7-89,1 4 27,0 8 23,1 11 17,-1 15-11,-3 17-40,-2 12-195,1-26 0,0 1 131,1 2 0,-1 2-2655,2 17 0,1-1 2725,2-20 0,1-1 0,-1 4 0,1-6 0,3-15 0</inkml:trace>
  <inkml:trace contextRef="#ctx0" brushRef="#br0" timeOffset="45957">20676 5416 23439,'-2'-13'112,"4"6"-84,3 15 28,4 3 5,-2-2 40,1 3 33,-4-2-61,-3-2 482,-2 1-337,0-7 275,-1 3 11,0-5-128,-1 0-18,-1-10-229,0-5-79,1-6 40,1-8-40,2 2-16,4-9-68,-1 16-44,8 0 27,-3 18-5,14 0 0,7 12 45,25 15-28,-7 10-101,-21-10 0,-3 1 123,-3 14-22,-16 17-28,-27 0 41,4-19 1,-5 1 4,-3-5 1,-5 0 0,1-2-367,-10 7 1,-1-2 408,-6 3 1,3-6 39,-4-3 173,15-17 34,21-13-17,2-11-107,7-13 109,2 5-237,5-7 670,3 16-755,1 3-60,17 7 32,4 11-83,9 3-1277,17 16-3460,-20-12 1,0 1 2633,17 10 1,-1-1-1,-41-24 1</inkml:trace>
  <inkml:trace contextRef="#ctx0" brushRef="#br0" timeOffset="46783">20510 7126 21086,'5'-55'711,"0"0"1,-1 8-1,1 8-481,8 4-113,20 6-133,-1 9-29,24 1 0,-5 26-2106,-18 3 0,0 3 2123,11 8 438,-16-2 0,-4 3-494,-1 28 68,-7-13 7,-14-3 1,-7-2 25,-17 0-23,-18 15 28,9-23 1,-2-3 3834,-15 10-2995,4-4-117,29-19-526,16-8-163,-1 0 0,5 0-79,3 0 18,12 0-6,14 3-12,12 7 18,-5 2-9,-12 2 0,-2 4-9,2 9 34,4 14 51,-27-6-28,-20-1-34,-4-9-45,-9-6 0,-4-2-168,-19 6-129,14-6 0,-2-1-1640,-20 5-5530,8-5 7512,15-6 0,16-5 0,10-3 0</inkml:trace>
  <inkml:trace contextRef="#ctx0" brushRef="#br0" timeOffset="47450">20377 8546 20520,'0'-8'4263,"0"3"-3911,0 5-307,0 0-95,10-55 44,-8 46 129,6-17-89,-15 65-12,1-7 1,-1 3 7,-4-1 1,0 2-17,-1 0 1,-1 1-18,1-2 0,0 0 3,-5 25 6,8-14-23,9-15 34,5-12 39,2-10 118,8-8 78,19-17-84,8-4-68,-12 3 1,-1-1 118,21-16 21,-8 1 7,-13 8-57,-11 8-95,-11 9-61,-4 5-56,-3 4 5,0 4 34,-1 8-1,0 11-27,-4 10-56,-1 10-269,-4 6-790,-2 9-544,6-24 1,-1 0-2986,-5 25 3990,6-23 0,1-5 0,2-16 0,1-3 0</inkml:trace>
  <inkml:trace contextRef="#ctx0" brushRef="#br0" timeOffset="48373">20393 10151 22543,'0'-26'772,"0"4"-660,-3 23-16,-5 2 55,-29 7-106,12-4 44,-31 5 90,13-8-61,2 0 33,2-4 6,19 0-67,9-1-62,6 1 0,3 2 0,-2 6-17,0 4 6,-3 10 16,0 5 1,0 7 11,0 5 22,1 7-11,-2 3 0,0 3-17,-1-3-28,-1-6 17,1-7 39,0-9-11,4-7 23,1-8 168,2-6 206,2-3 1082,0-2-1423,4-8-95,4-1-12,3-5-16,22-9-11,0 7 44,20-5-22,0 10-17,3 6 17,3 8-20,-23 5 1,-1 4-31,8 13-3387,-8 25 3420,-37-18-50,-22 15 33,1-22-81,-8-1 1,-2 1-105,-3-1-2842,-18 6 0,-1-2 3061,13-10 0,7-2 0,4-3 0,18-9 0</inkml:trace>
  <inkml:trace contextRef="#ctx0" brushRef="#br0" timeOffset="49022">20178 12021 19932,'0'-7'3591,"0"2"-3065,0 5-470,-74-23-1057,35 39 1009,-6-21 1,1 6 7,18 23 1,6 8-9,2-4 1,0 2-1831,-10 19 1,2 3 1824,8-17 0,1 3-11,1 3 1,0 5-1,4-3 175,4 4 0,4-1-198,0 7 1,5-1-13,5-9 0,8-5 65,24 6 81,-8-30 1,2-4 348,11-1-82,15-18 268,-28-18-441,-7 3-1227,-12-36 1092,-13 36 46,-13-26-68,-8 35-1630,-23 1 1528,12 8 490,1 10 1,-1 4-2261,-6 11-633,-8 8 3022,6 14 1,28-26-1,-5 9 1</inkml:trace>
  <inkml:trace contextRef="#ctx0" brushRef="#br0" timeOffset="49484">19594 13886 24620,'26'-38'76,"0"1"1,9 3 0,4 9-725,-3 22 0,1 6 653,-1-2 1,-1 5 11,4 11 0,-4 7 198,5 22-204,-16-19 0,-3 4 20,-8 4 0,-7 3-6,-8 7 0,-4 1-418,-2 2 0,-2 2 82,-6 9 0,-3-1-941,2-9 1,-1-3-3090,2 0 0,1-2 4341,3-8 0,3-2 0,-2 8 0,7-22 0</inkml:trace>
  <inkml:trace contextRef="#ctx0" brushRef="#br0" timeOffset="49683">19641 14275 18902,'0'-3'3018,"0"1"-3102,0 2-700,63-26-3691,-11 20 3732,-2-7 1,-1 2 0,-5 11 0,-18 1 0</inkml:trace>
  <inkml:trace contextRef="#ctx0" brushRef="#br0" timeOffset="50399">19750 15748 23903,'-52'-1'84,"20"11"0,4 6-50,-1 29-731,8-9 1,0 2 696,4 0 0,2 1 0,1 1 0,2 0 122,3-2 0,4-1-144,3-3 0,6-3-23,17 22-17,21-13 65,-13-26 0,3-2 25,3-5 0,0-3-17,24-5 78,-20-8 1,-3-6 95,5-13-73,-15 8 0,-3-3 363,-5-15-358,-12-2-55,-16 1-23,-11-1 738,-11 0-743,-5 1-6,-1 0 62,6-1 33,4 1 160,9 0-210,8 10 62,5-13-79,11 14-34,6-11 0,9 14-5,8 4-39,4 9 16,5 4-5,-7 8-11,19 19 5,-17 9 0,-10-4 0,-3 5-76,-6 3 1,-6 2-607,-2 6 1,-7 4 698,-13 9 0,-8 4 0,4-6 0,8-13 0,-1-2 0,-16 20 0,-1 0 0</inkml:trace>
  <inkml:trace contextRef="#ctx0" brushRef="#br0" timeOffset="51007">19666 17439 25023,'-34'-40'107,"-5"16"-107,-6 47 33,-6 11-53,13-2 1,1 0 2,-9 9-3,11-3 1,4 0-54,14-6-11,-1 11 40,23-20 49,13-11 12,12-17 0,5-9 84,20-12-368,-13 0 0,-2-3 452,-13 5 0,-4 0 358,15-20 17,-14 11-140,-11 14-185,-8 11-151,-4 5-117,-1 3-6,0 7 39,0 7 729,-1 15-740,-3 13 17,-5 15-17,0-7-953,-1-8 1,-3 7-1,-1-2 479,-3 5 1,0-1-1,0 9 1,0-4-1,6-26 1,-1 1-1</inkml:trace>
  <inkml:trace contextRef="#ctx0" brushRef="#br0" timeOffset="51883">18197 18325 7400,'0'-8'7209,"0"3"-3845,0 5-2580,0 0 232,50-73-775,-6 39-423,-5-9 0,1 2 233,4 21 1165,-7 9-1199,-24 7-73,3 0 84,-14 6 191,-5 7 45,-12 14 783,-5 5-1036,-5 4 12,-3-1 16,4-7 0,-2 4 12,2-4-79,5-3 5,8-6 18,5-4-18,5-1 46,6 1-35,3 3 68,22 8-72,-1-5 10,22 8-16,-24-13-46,7 10 74,-25-7-12,0 11 1,-13-6 16,-12 14-3369,-18 9 3458,7-7-35,-14 12-42,6-13-29,0 2-50,0-2 45,5-2-40,10-12 40,1 10-6,10-15 96,10 10-219,10-8 3489,0 0-3517,5 14 219,-11-17-741,-1 22-413,-6-27-508</inkml:trace>
  <inkml:trace contextRef="#ctx0" brushRef="#br0" timeOffset="53056">21788 3714 23551,'6'-48'756,"-2"11"-790,-7 42 45,-2 3 34,-10 14-6,-10 12-39,6-5-17,-4 10-39,19-17 118,12-4 100,4-6 23,12-13 168,4-13 45,-5-3-179,-2-4 363,-11-7-453,-7 11 84,-3-15-17,-9 6-101,-2 2-3459,-4 1 3347,4 14-179,-5 5-22,5 8-2275,-18 17-3859,10 7 5785,-5 10 0,13-16 0,6-8 0</inkml:trace>
  <inkml:trace contextRef="#ctx0" brushRef="#br0" timeOffset="53733">21812 4245 23719,'-25'-37'235,"1"17"-190,7 54-34,1 1 17,7-2-17,4-11 95,10 2 90,6-13 45,11 1 39,6-11 51,3-6 67,-4-4 5,-6-5-224,-10 2 101,-6-4 45,-9-6-247,-8 1-72,0 2-90,-6 7-179,8 10-712,-4 6 127,0 19 0,6-11 0,0 9 0</inkml:trace>
  <inkml:trace contextRef="#ctx0" brushRef="#br0" timeOffset="54390">21808 5302 14773,'0'-4'5764,"0"1"-2588,0 3-3109,0-46-61,-7 40 22,-5-30-6,-9 54-11,-6 18-5,12-8 5,1 6 23,17-15 50,7-4 246,21-6 197,7-10-191,-2-5 28,-6-9-56,-21-2-190,-4 1 111,-7-12-150,-3 8 10,-9-12-100,3 18-67,-3 1-62,4 15-219,-1 9-789,-1 10-1916,-1 13-6200,2 9 8416,4-2 0,2-15 0,3-12 0</inkml:trace>
  <inkml:trace contextRef="#ctx0" brushRef="#br0" timeOffset="54699">21824 5646 22576,'-20'31'495,"0"1"1,-7 19 143,48-37-247,-3-7 140,6 0 252,-12-10-571,-6 0-34,-2-3 157,-4-7-224,-2 2-39,-2-7-39,-2 4 5,-1 1-213,2 2-1876,2 2 2050,3-1 0,0 6 0,2 0 0</inkml:trace>
  <inkml:trace contextRef="#ctx0" brushRef="#br0" timeOffset="55857">22965 3507 15177,'6'-7'5215,"-2"1"-3428,-4 6-287,0 0-1326,-4-23-124,-5 17-50,-11-16 0,-13 28 23,-12 5-1714,10-1 1,0 1 1696,-14 4 6,14-4 0,3-2 195,1-1 174,2-2-6,15-4-89,9-5-224,4 1 3410,1-1-3494,-1 2-5,0 4 33,-7 16 10,1 0 35,-10 29-23,1-1-421,3-7 1,1 1 409,-3 17-6,6-7 1,2-1-7,4-6-2,4-2 0,4 0-133,11 9 113,-2-20 0,4 0-129,2-3 0,6-3-2274,12-2 1,4-5 2419,-9-5 0,0-3 0,27 2 0,-34-12 0</inkml:trace>
  <inkml:trace contextRef="#ctx0" brushRef="#br0" timeOffset="69492">23411 3731 22021,'5'-6'404,"-1"2"-275,-4 6 28,0 0 39,0 2 100,0 0 68,-2 0 600,-1 0-180,-2-2-621,1-2 44,1-8-62,0-7-49,1-11-18,8-9-28,7-5-36,6 13 0,4 3-8,15-9-6,18 4 6,-14 24-34,15 29 0,-18 7 0,2 13 0,-29-10 0,-8 2-461,-15 24 427,-2-13 0,-6 0-402,-10-2 1,-4-3 454,5-8 1,-3 0 6,-2-4 0,-4 0 0,2-3 10,1-3 1,-1-2-1331,-17 7 0,2-4 1423,8-10-12,8-12 135,35-26 197,20-12-371,3 1 557,19 0-613,-2 20-5,3 8-39,4 9-236,5 9-100,-10 3-320,1 4-3251,-14-3 0,-1 0 3957,13 5 0,-2 0 0,-30-16 0</inkml:trace>
  <inkml:trace contextRef="#ctx0" brushRef="#br0" timeOffset="69684">24150 4002 25455,'10'30'-3456,"-9"10"-6375,-13 2 9337,-2 5 1,10-33 0,0-1 0</inkml:trace>
  <inkml:trace contextRef="#ctx0" brushRef="#br0" timeOffset="70132">24794 3646 26110,'-14'47'454,"4"-13"-449,-9 10 1,-3 4 11,8-14 0,3-3-12,-1 15-38,6 10 38,12-19 7,6-12 77,15-17-22,7-12-39,1-3 53,-3-7 1,4-5 74,12-18 1,1-3-67,-7 9 0,-2 1-133,8-10 1,-8 4 92,-15 15 1,-17 25-23,-7 12-17,-1 15-3,-3 5 1,0 3-54,-3 18 14,2-19 0,0-1-529,-6 13-268,-4 2 1,6-20-1,-3 2 1</inkml:trace>
  <inkml:trace contextRef="#ctx0" brushRef="#br0" timeOffset="70565">25617 3622 25211,'39'-22'102,"0"1"0,0-1 0,13-8 0,-3 8-43,-12 17 0,-3 5 47,23 0-47,-17 11 0,-3 4-20,2 5 88,-13 2 1,-5 1-89,-15 3 103,-5 12-13,-4 16-541,-1 8 442,2-21 1,0 1 0,2-2 0,0 0 16,4 12 1,1 0-26,-1-8 1,0-1 27,2 10 1,-3-3 44,-10 11 125,-13-7-175,-21-26-3001,-6-20 0,-5-7 2956,6-4 0,0-3 0,1 3 0,3-2 0,-4-9 0</inkml:trace>
  <inkml:trace contextRef="#ctx0" brushRef="#br0" timeOffset="75507">23083 4879 12948,'4'-3'5718,"0"0"-2413,-4 3-2834,1-9-314,-2 7-62,0-7-28,-6 11 6,-6 3-6,-14 3 6,-10 3 22,-11 2 0,-5 0 0,-2-3-33,13-3 106,-1-3 241,14-2-140,5-3-62,7-2-67,11-1-79,4 2 29,0 1-140,2 1-1,-4 7 68,0 8 5,-6 15-5,0 12 17,-2 13-267,6-22 1,1 2 248,0 4 1,0 1 11,1 1 0,2 0-6,-1 0 1,2-2-6,1 19-122,5-22 1,2-2 121,10 6-17,12 10-101,7-24-89,-3-12-1138,21-10 1328,-11-12 0,-1-2 0,6 4 0,-16-4 0,1 1 0</inkml:trace>
  <inkml:trace contextRef="#ctx0" brushRef="#br0" timeOffset="78932">23630 5123 22375,'20'-52'209,"0"1"0,-3 5 0,3 11-204,10 16 1,4 9-28,-1 7-12,9 6-61,6 12-146,-5 22 168,-14-8-44,-11 18 133,-36 0 63,2-11 83,-19 11 90,17-33 347,3-5-201,11-7-51,5-2-341,6 0-29,17 4 18,5 5 5,15 10-6,-14 1-11,6 13-5,-16-12-90,4 27 78,-22-21 6,-10 16 0,-9-22-39,-24 2-78,-2-7-99,8-7 0,0-2-444,-20 2-2287,-1-14 2975,34-16 0,9 6 0,11-3 0</inkml:trace>
  <inkml:trace contextRef="#ctx0" brushRef="#br0" timeOffset="79358">24434 4934 24111,'30'-19'72,"0"0"1,7 0 0,1 3-28,17 8-40,-20 3 1,1 2-2831,4 4 1,-3 1 2813,14 5 1419,1 6-1385,-35 3 864,-10 0-730,-6 17-112,-3-11 39,-5 27-9,0-7 1,0 2-59,2-9 0,2 2 1684,-4 17 1,3 3-1683,8-7 1,3-3-3,-5-13 0,0 0 30,4 8 1,-4-3 70,-15 4-85,-5-11-83,-26-1-964,9-18 1,-2-3 898,-6 0 1,1-2 0,8-1-1,3-2 1,-11-2 0</inkml:trace>
  <inkml:trace contextRef="#ctx0" brushRef="#br0" timeOffset="80359">21656 6903 16348,'0'-4'5718,"0"0"-4754,0 4-1054,-15-24 96,7 25 16,-11-14-33,12 44 11,3-10 45,7 11 78,4-20 639,4-1-23,-1-8-454,-3-6 315,3-12-437,-5 2 156,4-20-179,-8 11-39,1-10-45,-3 15 72,-2 2-128,1 11-140,-2-1 34,3 5-292,-8 10-414,-3 6-1434,-9 18-4033,0 11 6279,4 1 0,7-16 0,6-11 0</inkml:trace>
  <inkml:trace contextRef="#ctx0" brushRef="#br0" timeOffset="80691">21646 7277 13144,'6'2'3898,"0"-1"-1798,-6-1-1953,0 0 810,-6 30-767,6-4 416,-1 16-522,7-19 1977,8-7-1406,-3-10 174,5 1 683,1-14-980,-8-1-179,0-8-135,-10 0-27,-16-3-180,-1 6-5,-7 1-18,-1 7-77,14 4-3619,-3 1 3708,11 3 0,3-2 0,1 1 0</inkml:trace>
  <inkml:trace contextRef="#ctx0" brushRef="#br0" timeOffset="81392">22735 6638 23959,'-22'-22'96,"-19"8"-57,5 20 6,-23 3 39,3-1 56,2-3 28,10-2 50,14-3-22,14 0-112,9 0-62,5 0-55,2 0 72,-4 15 73,-13 31-50,-2 7-23,4-13 0,-1 0-741,-3 12 753,5-9 0,1 1 33,0 16-42,5-18 0,1 1-154,5 17 151,8-7 6,9-7 22,10-6-28,9-5-95,8-6-533,7-6-2015,3-10-1911,-12-7 4515,-3-5 0,-24-1 0,-2 0 0</inkml:trace>
  <inkml:trace contextRef="#ctx0" brushRef="#br0" timeOffset="85401">23152 6646 24648,'-49'-15'846,"10"3"-487,50 10-158,10-5-128,24-2-68,-12 3 1,3 1-160,5 1 1,2 1 167,-1 2 0,-1 3 19,-6 2 1,-3 3-50,15 13 16,-17 12 16,-14 12 7,-9 12-21,-9-23 1,-3 1-137,-2 3 1,-2 1 116,-3-1 0,-1 2-1691,-3 5 1,0-1 1349,-4 14-1017,8-17 0,1-1-8456,3 10 7506,1-6 0,3-14 0,4-26 1</inkml:trace>
  <inkml:trace contextRef="#ctx0" brushRef="#br0" timeOffset="85583">23164 7132 15513,'-7'-2'6850,"2"1"-6390,5 1-253,0 0-190,84-48-748,-52 37 0,2 0 593,10-9 0,6-2 0,-1 3-627,5 5 0,-2 4-173,-9 1 0,0 0 938,16-2 0,-6 1 0,-13 2 0,17-2 0</inkml:trace>
  <inkml:trace contextRef="#ctx0" brushRef="#br0" timeOffset="86001">24141 6570 24379,'23'-40'264,"26"3"-242,12 25-11,-20 6 0,-1 1 1,14-1 2,-12 4 0,-1 1-42,1 2 28,11 1 28,-38 6 22,-14 6 23,-3 17-45,0-5-6,0 22-11,0-8 40,4 17-32,0-25 1,1 1-248,2 2 0,1 1 234,1 1 0,0 0-6,2 0 0,-2 0 5,0-2 1,-1-1 78,0 28 44,-14-24 1,-8 0-174,-4-7 1,-6-2-726,-16 6 0,-5-5 770,-2-10 0,2-6 0,13-4 0,3-3 0,-14-2 0</inkml:trace>
  <inkml:trace contextRef="#ctx0" brushRef="#br0" timeOffset="86892">21422 8483 22688,'-2'-38'689,"0"0"0,-5-23-661,-5 65-28,-1 1 67,-20 21-67,8-1-28,-12 21 17,20-7 11,8-6 39,19-5 79,4-17 369,21 0-140,-10-12 382,11-14-438,-22 0-11,-2-11-224,-10 13 39,-3-3-50,-1 10 11,-2-3-112,0 6-179,-1-1-1748,-9 19-2308,-1 6 4291,-13 24 0,16-21 0,-1 1 0</inkml:trace>
  <inkml:trace contextRef="#ctx0" brushRef="#br0" timeOffset="87226">21353 9017 19001,'3'-4'3238,"0"0"-2102,-3 4-1063,-29 20 116,22-8 47,-13 22-85,26-20 118,22 9 69,-4-16-125,10 2 757,-6-14-578,-13-4-135,-9-9-61,-18 1-106,-10 3-62,0 4 28,-16 3-101,16 5-353,-7 2-2178,16 4 2576,8 3 0,3-2 0,2-1 0</inkml:trace>
  <inkml:trace contextRef="#ctx0" brushRef="#br0" timeOffset="92375">22767 8259 21696,'-2'-15'1418,"-1"2"-1278,-4 13-151,-7 0 11,-12 0 8,-6 3 0,-5 0 12,0 0 0,0 0-12,-1 0 0,1 1 20,-18 0 107,26-3-29,13-1-16,-1 0-34,14 0-95,2 0 22,1 3 224,-4 23 135,-9 20-230,1 2-20,1-13 0,-1 1 65,-2 18-12,1-5 1,1 6-51,4 3 1,1-1-435,0-10 0,3-2 353,3 1 0,8-5 48,30 1-140,2-7-841,-2-15 1,3-4-2168,7-6 3086,16-4 0,-44-6 0,0 0 0</inkml:trace>
  <inkml:trace contextRef="#ctx0" brushRef="#br0" timeOffset="96776">23161 8437 17249,'6'-7'2415,"-1"2"-2001,-5 5 157,0 0-101,5 7-33,-3-2 73,2 8-5,-8-2-69,-4 1-262,0-2 313,-8 1-33,7-8 61,-3 2-129,7-6-246,2-2 73,1-8 6,3-14-152,7-6-27,6-10-35,9 7-27,5 4 33,7 10-45,2 10 18,17 29-12,-8 18 5,-22-4 1,-5 3-318,-8-2 1,-8 2 316,-8 4 1,-8-1-12,-8 0 1,-8-1-7,-1-6 1,-4 0-1,-2-1 27,-2-1 0,-1-2 0,0-1 30,2-2 0,-1-1 0,2-4 92,-14 3 1,5-9 24,9-13-39,17-26-5,42-15-65,4 14 0,5 2-19,-4 6 0,2 5-43,20 2 1,0 8-244,11 16-496,-20 0 0,-1 3-1227,-10 1 1,-3 2 2002,3 3 0,-3 1 0,4 1 0,-8-1 0</inkml:trace>
  <inkml:trace contextRef="#ctx0" brushRef="#br0" timeOffset="96966">23974 8920 24497,'-9'43'-1405,"-1"-1"1,1 0 0,-1 5-1,1-7 1,-2 6 0,10-38-1</inkml:trace>
  <inkml:trace contextRef="#ctx0" brushRef="#br0" timeOffset="98833">24796 8478 22823,'-24'-32'632,"-5"6"-486,-5 23-71,3 2 1,-2 1-37,-18 0-28,16 0 1,2 0-7,-3 0-16,1 1 45,14 2-12,3-2-11,7 1 57,7 1-52,-2 4-10,0 1 28,-5 8-12,5-4 40,-9 18-34,2-2 11,-6 15-11,5-12 33,-5 14-5,8-16-50,-1 5-6,6-12 39,4-10-28,1-4 225,1-3 245,0-4 136,2-2-371,1-1 12,11-9-174,3-1-39,12-7-23,2 2 34,3 2-17,5 3-50,3 5 11,5 6 0,-10 5-6,17 18 6,-29-6 11,0 6 1,-2 3-12,-7 8-28,3 16 45,-20-8-12,-11-3-10,-2-9-102,-23 0-330,-1-15-39,-9 0-1078,9-10 0,1-3-901,-5-4 2455,1-2 0,3-2 0,15 2 0,-6-7 0</inkml:trace>
  <inkml:trace contextRef="#ctx0" brushRef="#br0" timeOffset="99049">24663 8425 24010,'50'-22'110,"1"0"0,-5 1 0,-7 7-160,-15 11-2084,8 6-7697,-9 3 9159,3 0 0,-13 0 0,-9-5 1</inkml:trace>
  <inkml:trace contextRef="#ctx0" brushRef="#br0" timeOffset="99267">25442 8934 24475,'-16'59'42,"0"0"1,-1-3 0,-3-6-2723,0-22 1,-2-5 2679,-19 22 0,13-17 0,11-13 0</inkml:trace>
  <inkml:trace contextRef="#ctx0" brushRef="#br0" timeOffset="101164">25877 8684 21791,'18'-56'1407,"-3"11"-1323,-18 49 196,-15 19-112,-6 10-95,-6 9 16,-4 8-44,11-1-17,5 1-6,11-6 74,35-1-63,-4-22 0,6-4 1,4 0 34,24-1-267,-15-9 1,0 0 273,-9-2 1,-3-2 148,28-6-106,-36-1 55,-8-9-3288,-11-6 3120,-2 2 12,-12-20 11,-8 5-28,-6-9 0,-2 1 51,4 6-35,-2-3 12,-11-8-16,9 13 354,-17-8-366,9 15 0,3 3 11,6 3-22,18 11 3414,35-9-3408,6 5 13,3 2 1,4 0-9,20 2-12,-2 7-49,-6 26 50,-29 3-6,5 23 6,-22-1 5,-12 6-128,-7 2-449,-11 1-1248,-3-2-3042,0-2 4873,6-12 0,8-17 0,7-14 0</inkml:trace>
  <inkml:trace contextRef="#ctx0" brushRef="#br0" timeOffset="101624">26585 8384 23450,'40'-38'269,"-6"8"-191,8 22 0,6 5 26,-10 0 0,-1 0-20,10-1 0,-2 0-45,12 3-6,-27 6 79,-22 21-39,-12 4-11,-4 18-23,-6 0-5,2 5 10,3 7-5,6-20 1,2 2-32,1 1 1,1 0-185,0 2 0,0-1 173,1-2 0,-1-2 17,-4-6 0,-1-3 22,-3 2 1,-2-2 8,-22 24-56,-10-8-314,-7-10-1288,-2-10 1613,-8-8 0,29-10 0,0-4 0</inkml:trace>
  <inkml:trace contextRef="#ctx0" brushRef="#br0" timeOffset="105573">21070 10133 11491,'1'-5'8380,"0"2"-5904,-1 3-2376,-16-36 119,-2 34-62,-18-17-96,8 41-38,6 1-51,8 8 67,14-13 34,0 4 464,25-13-190,-4-14 29,13-5 32,-9-9 349,-4-12-645,-10 12-39,-4-5 95,-8 11-6,-6 1-106,0 2-56,-5 1-45,2 7-50,-3 6-336,-8 13-1989,-3 17-3187,-2 9-4224,8-4 9486,8-10 0,7-20 0,1-3 0</inkml:trace>
  <inkml:trace contextRef="#ctx0" brushRef="#br0" timeOffset="105922">21009 10603 13364,'-6'0'5585,"2"1"-3137,4-1-1736,-5 43-589,8-29 181,3 35 206,16-40-240,-6-3 279,4-1 100,-11-11 68,4-8-297,-3-7-106,-1-6-157,-5 7 302,-2-2-263,-4 12-129,-3 0-50,-19 11-146,2 5-2515,-18 10 2644,13 2 0,7-3 0,9-6 0</inkml:trace>
  <inkml:trace contextRef="#ctx0" brushRef="#br0" timeOffset="109584">22237 9915 22655,'3'-39'716,"-4"7"-693,-10 32-12,-17 4 28,-18 3-22,14-1 0,-1 1-279,-5 1 1,0 0 278,2 0 0,0-1 61,-23 4 255,22-4-98,18-4 39,12-3-122,6 0 27,1 0-207,0 4 470,0 5-420,1 3 1,-1 15 5,1 7 33,-4 16 17,0-12 1,-1 1-757,-4 16 723,1-11 0,-1 2 16,0-12 1,0 0-20,-3 9 0,0 0-28,1-9 0,0 0 17,-2 8 0,1-2-25,3 14 5,-2-1 0,15-16 45,8-22 23,13-1-79,17-7-2855,-4-11 0,9-4 0,-4 0 2855,-3 2 0,-1-1 0,20-5 0,-7-1 0,-25 6 0</inkml:trace>
  <inkml:trace contextRef="#ctx0" brushRef="#br0" timeOffset="111882">22829 10225 19160,'21'-57'534,"-1"0"1,3 16 0,4 0 0,1 10-479,4 11 0,3 6-34,8-5 1,1 4-21,-10 11 1,-3 4-20,12 12 84,-13 9-106,-14 13 39,-14 7-39,-18 8-1,-15 1 43,10-25 0,-1-1 2,-2-2 1,-1-1 17,-21 16-4044,-4-6 4167,20-13 1246,-1-5-764,22-11-126,1-3-177,6-5-90,1-1-95,8-9 3269,2 6-3403,12-2-3393,6 9 3387,11 5-124,-3 7 1,0 3 84,17 8 10,-19-5 1,-3 2 0,-5 6 39,-15 0 17,-19 0 3266,-18 2-3294,-20 0-37,18-12 1,-1-1-104,-2-1 0,-1-1-221,1 0 0,1-2-1385,-21 4-6723,13-5 7621,17-4 1,11-3 0,9 0 0</inkml:trace>
  <inkml:trace contextRef="#ctx0" brushRef="#br0" timeOffset="112107">23705 10362 23892,'-16'58'-2093,"0"1"0,-3-3 0,-6-6 2093,0-23 0,-1-5 0,-10 9 0,14-14 0</inkml:trace>
  <inkml:trace contextRef="#ctx0" brushRef="#br0" timeOffset="114499">26402 9042 21024,'-25'23'336,"-2"4"-515,-13 18-185,11-13-4552,1 0 1,1-1 4596,5-4 0,-8 10 0,24-28 0</inkml:trace>
  <inkml:trace contextRef="#ctx0" brushRef="#br0" timeOffset="114992">26707 8683 19042,'14'-43'772,"-1"0"1,0 7 0,-10 7-470,-27 19-225,2 10 31,-8 8 0,-1 2-47,-3 5-20,0 2 0,-1 2-8,-7 11-1722,15-3 1,3 1 1687,-2 7 23,10 4 189,42-22-38,1-12 28,22 0 229,-5-14 174,-5-7 11,-3-8-269,-13 2 3616,-5-1-3772,-10 13-152,-2 1-39,-5 9 34,3 20-23,-2-5 17,2 38 0,-3-13-9,-4-2 1,-2 1-210,-1-7 1,-1-1-97,-5 7 0,-2 1-370,-2 3 1,1-2-1,-3 0 1,1 7-1</inkml:trace>
  <inkml:trace contextRef="#ctx0" brushRef="#br0" timeOffset="121130">24373 10046 13821,'1'-8'3893,"4"-29"0,-2-5-3114,-5 20-659,6-18 1,-5 6 75,-13 31-2163,-14 24 1,-5 10 2022,6-7 0,-2 4-34,-1 3 1,-4 5-1,4 0 87,-2 10 1,4 0-116,5-9 0,4 1-220,3 5 0,6 2 217,9-6 1,6-1-133,2 0 0,6-2 135,9 1 1,4-5 10,20 1 9,-11-18 0,-1-3 2548,6-2-2456,-6-6 1,0-2 1056,-2-8-709,4-13 431,-27-4-768,-16-9 370,-6 10-420,-22-6-17,-7 8-33,7 7 0,-3 2-47,6 4 0,1 1 36,-30-2-168,12 22-135,32 1-722,-6 15-191,23-11 1210,21 14 0,-14-22 0,13 9 0</inkml:trace>
  <inkml:trace contextRef="#ctx0" brushRef="#br0" timeOffset="121641">24851 9967 15513,'-3'-2'6049,"1"1"-5007,2 1-706,47-39-246,-24 27 2,13-9 1,2 2 47,2 17-17,8 1-17,0 5-67,-19-2 129,2 4-72,-20-4-18,2 2 79,-8-2-96,-3-1 85,-1 3 56,-1 3-118,0 1 128,2 13-150,0-8 22,4 15 45,5 5-34,2 5-5,4 16 5,-3 0-44,-6-6 27,-4-4 1,-3 1-35,-4 7-30,2-14 0,-3 5 22,-11 17 1,-5-2-397,8-27 0,-1-1 267,-9 28 1,-8-6-2950,-8-31 0,-3-9 3042,-19 4 0,25-9 0,2-2 0,7-5 0</inkml:trace>
  <inkml:trace contextRef="#ctx0" brushRef="#br0" timeOffset="123550">20879 11974 23954,'-39'0'297,"-2"11"-269,9 16 16,-5 14-32,15-8 10,3 9-5,10-16 50,19-1 0,0-19 258,26-1-56,-9-14 23,13-6 49,-10-10 46,-7-4-57,-7-3-67,-9 2-78,-4 2-112,-3 10 0,-2 4 39,-5 4-174,2 5-145,-9 9-230,-1 14-880,-5 15-3678,-3 12 4995,4-2 0,7-15 0,6-11 0</inkml:trace>
  <inkml:trace contextRef="#ctx0" brushRef="#br0" timeOffset="123908">20860 12602 23573,'-9'61'123,"2"-11"-95,6-29 90,4-8 207,3-6 582,14-18-391,-4-2-29,5-12-3280,-11 0 2933,-5 9 106,-5-2-89,-7 10-95,-4 0-34,-7 5-28,-3 2-17,-1 6 3297,2 2-3745,3 5-1339,7 0 1804,6 0 0,3-5 0,2-2 0</inkml:trace>
  <inkml:trace contextRef="#ctx0" brushRef="#br0" timeOffset="124400">21905 11860 21589,'0'-5'3389,"0"1"-2157,0 4-922,1-43-271,-7 33 35,-10-31-91,-22 47 23,-20 6 8,21-4 0,-2 0-3,-8 2 0,-1-2 8,9-1 1,2-2 3,-23 4 25,35-8-25,20-1-1,4 1-33,1 0 106,0 1-50,0 5-11,0 9 10,-2 15 29,-5 14 17,-6 16-40,4-25 1,-1 1-9,-1 2 0,-1 3 23,3-2 0,1 4 1,0-2-47,2 6 1,3-1-292,0 9 1,7-3 232,21 4-3523,21-22 3271,-11-16-140,8-7-3145,6-15 3576,-5-9 0,-2 5 0,-17-4 0</inkml:trace>
  <inkml:trace contextRef="#ctx0" brushRef="#br0" timeOffset="127400">22419 11905 23618,'-10'-35'980,"1"-1"0,3-23-873,19 41 134,35-4-152,-1 10-2178,-10 4 0,2 1 2119,2 4 1,-1 3-9,-2 7 1,-2 3 406,-3 0 1,-3 6-410,-6 13 0,-7 6-6,-9-4 0,-5 3-205,-7 23 1,-5 0 181,3-22 1,-2 1-52,-5 6 0,-3 4 1,3-7-81,-5 14-160,2-6 0,2 3-3299,7-7 1,1-1-6233,-5 16 9314,7-23 1,1-6 0,0-18 0,2-8 0</inkml:trace>
  <inkml:trace contextRef="#ctx0" brushRef="#br0" timeOffset="127598">22468 12241 23063,'50'-27'-164,"0"-1"1,5 4 0,5 1 0,-7 5 0,-16 10 0,-1 2 0,21-7 0,-1 1 0</inkml:trace>
  <inkml:trace contextRef="#ctx0" brushRef="#br0" timeOffset="127982">23293 11722 24514,'34'-24'108,"0"1"0,-7 2 1,1 4-42,3 10 0,3 4 95,15-1 1,0 2-119,-13 1 1,-1 1-11,14 0 0,-5 5 45,-12 12-35,-11 9 119,-11 32-51,-6-6-230,-5-12 1,0-1 157,-1 11-7,-2 0 6,4-8 1,0 0-35,3 17-164,-1-10 1,0-3 164,1-3-23,-6 1-11,-22-4-95,-13-1-1703,-10-13 0,-4-3 1826,18-10 0,1-2 0,-6 2 0,4-3 0,13-6 0</inkml:trace>
  <inkml:trace contextRef="#ctx0" brushRef="#br0" timeOffset="129808">20902 13800 14708,'0'-4'4890,"0"1"-2990,0 3-1267,-62 1-336,33 14-210,-10-6 0,3 3 143,15 21-224,9-8-3138,10 5 3205,7-18 279,9 5-78,6-15 420,22-15-486,-15 4 464,16-26-291,-30 10-112,3-12-45,-11 8 3302,-4 7-3403,-3 7-89,1 9-84,-11 5 16,3 6-123,-14 12-268,-1 9-741,-6 14 1166,10-2 0,0-1 0,2-1 0,-4 15 0</inkml:trace>
  <inkml:trace contextRef="#ctx0" brushRef="#br0" timeOffset="130100">20858 14205 22908,'-18'46'145,"1"0"1,0-4 0,8-9 27,21-16 299,-4-6 676,-1-5-766,-3-4-130,-2-4 250,-1-10 41,-2-13-365,-1 2-60,-5-7-197,3 21-906,-2 1 985,6 8 0,-1 0 0,1 0 0</inkml:trace>
  <inkml:trace contextRef="#ctx0" brushRef="#br0" timeOffset="130583">21938 13712 25842,'-45'-5'134,"7"1"-117,-11 17 0,-6 2-653,17-6 1,-4 0 646,-9 2 0,0-2 3,10-2 0,3-1 227,-1-1 1,4-1-203,6-1 263,16-3-162,11 3-95,2 0 212,9 17 504,-3-2-512,-1 25 0,-3 7-171,-5-16 1,-1 0-387,1 17 1,-2 2 363,-5-2 0,0-1-14,5-10 0,4 0-31,-2 6 0,6-2-31,12-5 1,7-7-455,33-1 253,-25-18 0,5-4-3675,26-9 1,1-6 3374,-22 1 0,-2-1 0,10-1 0,-6 1 0,-7-2 0</inkml:trace>
  <inkml:trace contextRef="#ctx0" brushRef="#br0" timeOffset="135092">22703 13741 21875,'26'-57'946,"0"0"1,-4 16 0,-11 5-818,-37-6-50,-12 36-23,-11 15-31,20-1 0,-2 5-11,-11 10 0,-1 6-3,1 4 0,2 4-261,3-1 0,3 2 244,9-1 1,7 0 0,11 12 128,36-9-112,0-27 0,6-4 9,4-3 0,1-4-273,6-5 0,-1-4 328,-9-4 1,-3-2 56,-5-3 0,-2-2 204,14-19 34,-14 1 336,-13 7-404,-7 8-87,-5 9-97,-2 6 526,-2 4-622,-2 9 12,-14 38-37,4-4 0,0 4-19,-1 1 0,0 4-277,5-1 0,0 3 1,2-5-349,2-12 1,2 0 646,6 30 0,4-6 0,-2-30 0,9 19 0</inkml:trace>
  <inkml:trace contextRef="#ctx0" brushRef="#br0" timeOffset="135524">23305 13528 20184,'-1'-3'2577,"1"0"-1519,0 3-716,63-33-62,-25 22-531,7-8 0,2 1 419,4 15 109,0 0-226,-13 3 89,15 4-90,-21 5 12,12 8 11,-17 8 17,-9 11 5,-7 10-11,-5 13-42,-8-25 0,0 1-17,-1 3 0,-1 1 3,-3 16 0,-1 0-25,1-13 0,1-2-66,-2 10 1,-1-3 56,-6 9-128,-3-25 1,-4-3-293,-17 10 426,-7-16 0,-1-4 0,11-7 0,-20-2 0</inkml:trace>
  <inkml:trace contextRef="#ctx0" brushRef="#br0" timeOffset="138532">20753 15615 5816,'0'-5'9062,"0"1"-4654,0 4-3108,13-62-595,-9 46-526,9-46 180,-13 66-168,-5 13-6,-4 15-85,-8 16-47,6-12 1,1-1-37,-2 13 875,8 2-606,17-36 72,10-9 51,13-17-157,-3-5-118,-1-6 157,-7-8-139,-14 11 257,1-21-202,-9 14-16,-9-15-158,-1 21-27,-11-1-51,4 16-67,-4 3-157,-2 14-935,-6 20 369,8-3-1820,-6 25 1807,8 4 0,5-23 0,2 7 0</inkml:trace>
  <inkml:trace contextRef="#ctx0" brushRef="#br0" timeOffset="138858">20864 16005 23153,'-36'30'67,"-1"0"0,7-5 1,7-2-52,13 3 52,11-7 94,5-8 303,11-1-96,3-4-173,3-6 398,2-12 34,-8-6-236,0-4-112,-8 0-28,-9 5-185,-4 5-106,-4 1-286,-1 8-3069,-8 8 3394,2 4 0,3 0 0,5-2 0</inkml:trace>
  <inkml:trace contextRef="#ctx0" brushRef="#br0" timeOffset="141081">22178 15185 11794,'2'-4'8049,"-1"1"-6627,-1 3-335,-6-45-807,-8 33-101,-11-33-55,-14 51-52,4-1-2,0 5 0,-3 2-377,8-2 1,-1 1 328,-5 1 1,-3 2 80,-6 4 1,1 1 92,-12 5-53,17-6 0,2-1-9,7-3-67,10-4 286,20-10-190,3 0-79,0 1 775,9 4-736,-3 6 12,3 11 50,-8 19-39,-12 16-460,4-24 1,-2 1 357,-1 3 1,-1 0-14,1-4 0,2 0-125,0 0 0,2-1 102,0 0 1,1 0-15,1 28-42,10-23 1,5-2-255,13 10-35,14-2-1148,-4-37 1,5-10 1043,12-12 1,0-3 0,-16 10 0,-1 0 0,3-8 0,0-1 0</inkml:trace>
  <inkml:trace contextRef="#ctx0" brushRef="#br0" timeOffset="141498">22578 15279 11133,'1'-4'9387,"0"1"-5981,-1 3-2717,-45-4-544,25 12-42,-12 1 1,-1 6 2,11 14 1,3 8-62,-7 16 0,0 4-421,6-7 1,3-1 369,0 6 1,7-3 5,18 10-90,15-9 78,7-16 6,2-18 1,5-6 30,4-12 1,0-5-1,0 2 0,-1-4 39,0-9 1,-6-3 31,-8-8 200,-11-7-66,-32 11 581,-5 0-783,-12 13 0,-3 6 0,-13 5 12,16 0 0,3 2-68,-3 6-140,11 1-341,11 1-1060,8 0-6911,16-3 7632,4-3 0,0-4 0,-4-2 0</inkml:trace>
  <inkml:trace contextRef="#ctx0" brushRef="#br0" timeOffset="141924">23269 15252 18196,'-2'-3'5024,"0"1"-4206,2 2-734,40-31-4162,-7 17 4229,6-6 0,4 1 28,11 9 688,8 3-805,-21 7-23,-6 10 34,-8 10 22,-6 12 17,-8 11-5,-6 9-34,-4 9-15,-3-13 1,0 1-81,0 11-38,3-8 0,3-1 49,6-8 0,6 16 3221,-6-28-3149,-12 5-27,-42 0-107,-4-1 20,10-16 1,-4-3 52,-6-5 0,3-2 0,2 1 0,-12-4 0</inkml:trace>
  <inkml:trace contextRef="#ctx0" brushRef="#br0" timeOffset="143332">20572 17348 22604,'-33'-34'532,"-2"17"-470,0 52-29,4 2-21,10-9-18,9 3 34,13-15 45,8 1-17,3-11 224,19-10-163,-13-1 309,23-16-241,-25 9 246,10-14 180,-19 5-348,-2-1-173,-5 4 117,-7 0-151,1 11-39,-2-2-79,4 7-39,-1 5-139,-4 8-1458,-7 18 1698,-1 16 0,4-15 0,6-1 0</inkml:trace>
  <inkml:trace contextRef="#ctx0" brushRef="#br0" timeOffset="143650">20486 17820 21416,'-11'50'173,"1"-1"1,0-4 0,7-9 67,17-22 122,-4-6 253,3-4 234,-1-8-408,2-4 120,1-8-265,-6 3 489,-4-7-529,-3 7 1,-11-11-236,4 15 1,-7-3-12,8 11-532,0 0-7674,3-1 8195,0 1 0,1 0 0,0 0 0</inkml:trace>
  <inkml:trace contextRef="#ctx0" brushRef="#br0" timeOffset="144623">21501 17220 14001,'0'-3'6088,"0"1"-4408,0 2-1383,0-13-168,-2 13 303,-13-3-315,3 12 68,-23 11-34,0-6-11,-14 4 23,-3-4 122,5-6 102,9-4-7,12-7-72,11-3-67,8-2-73,5-1-101,3 2-27,0 3-12,2 2-34,0 9 17,0 9-11,-1 5 79,-8 29-63,-5-8 26,-1 2 1,-3 5-29,3-7 0,0 0-160,0-1 0,0 0 157,2 1 0,2-2-33,1 13-4,3-21 1,1 0-31,9 24-17,11-11-246,18-16-773,17-14-997,-16-17 0,2-3 2089,0-1 0,-1-2 0,14-6 0,-19 4 0</inkml:trace>
  <inkml:trace contextRef="#ctx0" brushRef="#br0" timeOffset="145167">22708 17309 25102,'27'-28'67,"-1"0"0,-1 3 0,0 4-5,18 7 17,-4 4 44,3 5-95,-17 3 11,3 1-11,-14 2-11,2 4 17,-1 3 50,2 12-45,-6-5 39,3 15 40,-5-4 28,1 8 50,-1 12-96,-3-3-4,-1 12-63,-3-15-5,0 12-28,1-7 19,0-10 1,-1 0 14,1 20-12,-1-4 12,-6-21 50,-19 0-3482,-18-6 3337,0 1-438,2-15 1,1-5-1245,-1-2 1743,-3-1 0,3-1 0,14-1 0,-11-1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4:08:16.1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2219 2721 18560,'-6'-50'1147,"0"-1"0,0 1 1,1-1-1,-2-6 1,1 3-1,0 7-749,-2-14-158,3 30-172,2 15-96,2 15 5,9 35-122,1 16-178,-2-7 1,-1 3-709,-1 3 1,-2 3 1030,-2-1 0,0 3 0,-1-5 0,1-9 0,-1-2 0,0 9 0,-1 0 0</inkml:trace>
  <inkml:trace contextRef="#ctx0" brushRef="#br0" timeOffset="290">2062 2762 13335,'-15'-60'1674,"0"-1"1,0 1 0,1 2 0,3 1 0,7 8-1493,11 11 0,7 5-87,22-18 261,-7 35 1,4 6-335,17 9-11,-1 12 1,3 8-562,-12 1 0,1 4 441,-2-1 1,2 3 0,-3 1-253,6 14 0,-6 4-124,-7 2 0,-9 3 188,-11 0 1,-10 0 147,-12 1 0,-10-3 146,-9-3 0,-7-3-1160,-7-2 0,-2-5 1045,-1-5 1,0-3-348,5-7 1,1-3-520,7-4 1,2-7 983,-22-24 0,29 11 0,4-18 0</inkml:trace>
  <inkml:trace contextRef="#ctx0" brushRef="#br0" timeOffset="616">3056 2417 22190,'-4'-10'1542,"-7"-28"1,-2-5-741,0 10-640,0-10 1,0 5-130,3 25-16,4 24 0,3 20-45,0 23 0,2-18 0,-1 3-317,-1 18 1,-1 5-2180,0-9 1,-1 3-1,0-3 1222,0 7 0,1 0 1302,-1-10 0,0 1 0,2-12 0,0-10 0,1 6 0</inkml:trace>
  <inkml:trace contextRef="#ctx0" brushRef="#br0" timeOffset="808">2947 2520 17703,'-10'-45'1467,"1"-1"1,0 1-1,-4-11 1,4 6-1334,7 16 1,3 4-130,9-6-131,11 8 0,4 2-103,10 5-645,7 11 0,2 8-3753,3 22 4627,-14 2 0,-3 2 0,-4 4 0,-11 6 0</inkml:trace>
  <inkml:trace contextRef="#ctx0" brushRef="#br0" timeOffset="950">2887 2791 18409,'47'-38'-530,"0"-1"1,1 0-1,-7 7 1,-2 1-1,-1 5 1,1 6-1,-4 5 1,4 2-1</inkml:trace>
  <inkml:trace contextRef="#ctx0" brushRef="#br0" timeOffset="1249">3914 2236 16073,'0'-3'6548,"0"1"-6117,-29-8 0,-13 1 185,2 7-490,-3-7 0,0 3 199,0 21-274,23 2-18,0 11-16,18 3 0,14 6 2,10-2 1,5 1-23,-4-7 0,2 1-5,3 4 1,2 2 0,-3-2 7,-6-6 0,-3 0 14,4 4 0,-8-1 20,-25 1-6,-23-5-31,5-13 0,-4-3-869,-19 2 0,-2-2 634,15-3 0,0-2-916,-17 1 0,1-4 417,-7-6 1,16 2-1,15-4 1</inkml:trace>
  <inkml:trace contextRef="#ctx0" brushRef="#br0" timeOffset="1622">2066 3478 19047,'-47'16'332,"0"0"1,0 0-1,0 0 1,1 0-1,2-2 1,8-1 344,-11 8 690,76-24-1135,4-4 0,10-4-162,-2 1 1,9-2 0,5-2-1,0 0 1,-2 1-832,-4 0 0,-1 1 0,0 0 0,2-1 0,3 0 773,-2 0 0,3-1 0,2 0 0,1 0 0,1 0 0,-2 1 0,-2 0-89,0 1 1,-1-1 0,-1 2-1,0-1 1,1 1 0,3-1 66,0 1 0,3 0 1,1 0-1,1-1 1,-2 1-1,-1 1 0,-3 0-329,3-1 0,-4 2 0,0-1 0,0 1 1,3-1 274,3 1 1,4-1-1,1 0 1,-1 1-1,-2 1 1,-5 0-257,-1 1 1,-4 1 0,-2 0 0,3 0-986,6 0 1,2 0 0,0 0 0,-4 0 1304,2 0 0,-2 2 0,-6-1 0,-1 1 0,-9 1 0,-2 1 0</inkml:trace>
  <inkml:trace contextRef="#ctx0" brushRef="#br0" timeOffset="2190">4877 2256 23007,'-16'-47'677,"1"-1"1,1 4 0,0 13-599,-3 26-29,0 5-22,4 10-28,-6 8-22,-4 22 22,8 0 0,2 1 44,12-6-27,12-11-6,7-2 96,18-10 17,-5-13-40,0-5 67,-8-13 67,-10 0-3223,1-12 3122,-8 10 18,-3-3 61,-12 6-168,1 4-12,-10-4-32,4 11-136,-6 7 3438,6 5-4675,-17 24 78,13-7-2153,0 5 0,0 1 3464,-3 11 0,4-6 0,8-13 0</inkml:trace>
  <inkml:trace contextRef="#ctx0" brushRef="#br0" timeOffset="2466">4889 2580 19473,'4'0'3366,"0"0"-2358,-4 0-744,-44 41 161,44-23-201,-33 30 11,55-36-95,-8-5 303,-1-2 129,-8-3-46,1-4-380,-4-5-90,0-2 16,-1-9-60,0 8-768,-1-10-5484,-3 15 6240,-1-1 0,0 7 0,1 1 0</inkml:trace>
  <inkml:trace contextRef="#ctx0" brushRef="#br0" timeOffset="4139">6850 3050 18834,'1'-47'828,"1"0"0,-1 0 0,0 1 0,0 1 0,0 1-282,-3-13 0,-1 1-2814,-3 2 1,-1 5 2536,-4-10 123,-6 10 1101,9 38-1560,0 7 904,3 49-831,4 10-93,3-5 0,2 5-527,0-4 0,3 4 614,0 5 0,2 5 0,-1-7 0,-1-15 0,-2-2 0,3 20 0,0-1 0</inkml:trace>
  <inkml:trace contextRef="#ctx0" brushRef="#br0" timeOffset="4439">6692 2771 19083,'-11'-44'816,"1"0"0,-1 0 1,-1-7-1,1 2-424,4 6 0,3 2-70,6 3 0,3 2-272,12-24-27,9 4-23,27 35-26,-23 15 1,4 5-284,22 7 1,4 10-112,-11 7 0,0 8 0,-3 3-634,-5-3 0,-3 3 0,-2 1 568,-1 4 1,-2 3 0,-10 1-1086,-9 17 0,-14 0 406,-12-10 0,-9-1 836,2-9 1,-3 1-1,-5-2-53,-11 5 1,-7-2 0,1-2 108,5-9 0,1-2 1,-1-1-344,1-1 0,0-2 0,4-3-1527,0-2 1,4-5 2142,0-1 0,14-7 0,8-4 0</inkml:trace>
  <inkml:trace contextRef="#ctx0" brushRef="#br0" timeOffset="5455">7525 2763 24430,'-22'23'448,"12"-4"-319,17-10 139,17-3-49,5-7 11,23-13-73,-5-5 11,4-15-6,-19 0-5,-12-2-17,-11 1 22,-14-2-16,-16 7-118,-8 10 6,-14 20-40,17 8 12,0 12-68,6 26 40,9-6 16,2-5 0,3 0-44,11 18-112,10-1-130,15-7-27,12-9-73,9-13 11,6-11 185,3-15-165,-1-13 405,-5-13 46,-12-9 67,-13-6-3083,-11-12 3402,-11 6-135,-6 7-178,-2 16 83,-4 14-128,2 8 63,0 9-158,1 46-23,-1 5 1023,1-5 1,-1 1-1024,1-16 0,0 1 0,-1 6 0,0 5 0,0-3-20,1 3 1,1 1-129,1-4 0,-1 3 0,2-5 142,0-4 0,1-3-10,9 24 66,-6-39-22,1-2 34,-2-29 1216,-1-13-1267,2-7-3,-4-4 1,0-3-32,0 5 0,-1-2 29,0-17 0,0-4-403,0 5 0,0 0 391,2-2 0,0 1 9,0 11 0,0 0-6,7-14 0,2 3 9,-2 20 0,3 2-121,8-17 0,5 2 118,2 16 0,1 5-9,19-15-1422,-11 23 1,0 5 1399,6 8 309,12 10-315,-25 16 551,-14 6-512,-35 16 1,-14 3-6,9-18 0,-5-1-157,-3 5 0,-6 3 1,2-5 122,-7-5 0,1-4-98,3-4 1,3-2 2902,-16 3-5868,12-9 3097,35-22 0,-3 8 0,15-10 0</inkml:trace>
  <inkml:trace contextRef="#ctx0" brushRef="#br0" timeOffset="5707">8771 2212 25227,'0'-39'1181,"0"-1"1,-1-22-1242,1 62 226,-1 6-191,3 24 1,2 9-19,-2-8 1,0 2-280,2 25 1,-2 7-340,-3-11 1,-2 1-1,0-1-529,0 6 1,-2 0-1360,1-6 1,-1 3 0,0-9-2012,-3 13 4540,2-15 1,4-39-1,0-2 1</inkml:trace>
  <inkml:trace contextRef="#ctx0" brushRef="#br0" timeOffset="6200">8686 2763 16630,'-4'-54'2764,"1"-1"0,1 5 0,2 6-2692,6 8-151,14-6-91,5 16 49,6-6 2,1 15 1,3 3 252,20-8-281,-7 4 1,-1 0 226,7-3-30,-23 7 0,-4-1 214,-5-8-33,-1-8 46,-9-2 87,-4 1-242,-3 2 527,0 4 218,2 3-60,0 3-415,0 6 209,-1 4-171,-2 10 55,4 14-556,0 21-58,0 6-1,-4 9 0,-1 3-1544,-2 9 1614,-4-15 1,-1 7 0,0-4-58,-1-9 1,-1-2-105,-2 15 1,0-2-116,1 1 779,5-25 342,6-27-419,5-20-120,11-22-88,7-11-177,-9 23 0,0-1 351,2 1 0,1 1-337,1 2 0,1 2 470,21-15-278,-14 21 1,0 2 35,15 0-161,-7 13 1,0 6-370,6 14 125,-15-1 0,-3 3-490,3 26-1828,-11 12-7331,-10 5 8836,-5-15 1,-3-16-1,0-23 1</inkml:trace>
  <inkml:trace contextRef="#ctx0" brushRef="#br0" timeOffset="6998">11375 2266 18520,'4'-56'2016,"1"0"1,-5 8 0,-3 7-1474,-14-2-347,-9 24-157,-2 23-5,-10 46-12,20-14 1,1 3-715,-1 5 1,1 4 691,5-6 0,2 3 0,0 0-490,2-2 0,1 1 0,1 4 386,1 6 0,0 5 0,1 2 0,2-2-213,0-5 1,2-2 0,1 1 0,1 4-572,0 1 1,1 4 0,0 2 0,0-1 0,-2-3-1445,-2 4 0,-2-2 1,-1-2-1,1-2 1986,2-6 0,0-2 0,-1-1 1,-6-4 751,-8 10 1,-6-3 0,-4-14 1418,-2-19 0,-4-11-181,-12-14 0,0-12-1023,9-11 1,5-8-440,1-6 1,5-5 117,8-12 0,9-2-82,6 8 0,7-4-128,3 11 0,4-5 0,3 0 0,1 2-85,8-6 1,3 3-1,1 1-13,0-2 1,0 1 0,4 5-14,2 11 1,2 4-1,-1 4-10,3 2 1,1 4 4,11-5 1,2 0 14,-4 4 0,1 1 25,4 0 0,-3 0 0,-17 9 0,-3 0 568,6-4 0,-5-1-353,-3-2 1311,11-19-918,-18 14-207,1-3 179,-15 16 1093,-4 6-1513,-1 1-61,-3 6-108,0 8 3399,0 1-3404,-1 15 5,0 4-27,1 14-146,3 6-885,3 12-4524,3-10 3376,0-4 1634,1-14 0,-8-23 0,1-1 0</inkml:trace>
  <inkml:trace contextRef="#ctx0" brushRef="#br0" timeOffset="7174">11922 2138 21422,'-3'-4'2784,"1"0"-3210,2 4-123,-17-28-1999,27 43-3311,-13-17 5011,24 45 0,-10-18 0,-7-9 0</inkml:trace>
  <inkml:trace contextRef="#ctx0" brushRef="#br0" timeOffset="7716">12121 2358 16353,'9'1'6772,"-2"0"-5820,-7-1-218,0 0-684,25 34-33,-11-15-3,12 15 0,1 1-14,-6-5 28,0 8 0,-5 4 151,-23 6-84,4 9 315,-35-20-203,21-29 218,-12-1 12,20-23-353,2 4 39,7-20-39,19-2-78,5 7 0,4-1-4,-1 3 1,1 1-272,10-4 0,1 1 269,-11 8 0,0 1 14,-2 0 0,0 0 70,23-21 28,-18 8 95,-9-7-128,-18 20 173,-10-7-95,0 15 173,-4-2 298,4 7-612,3 2-111,2 3 95,9 14 0,-1-3-22,21 35 16,-6-10-8,-5-8 0,1 2 17,2 7 0,0-2-37,6 18 23,-10-21 0,-3-1-28,-5 4-68,-5-8-117,-9-5-285,-7-6-46,-2-6-4581,-21-3 5136,12-6 0,1 0 0,18-1 0</inkml:trace>
  <inkml:trace contextRef="#ctx0" brushRef="#br0" timeOffset="8089">13126 2608 22946,'4'2'3008,"0"-1"-1648,-4-1-867,22-68-358,-16 30-71,6-22 0,-2-1-36,-11 7-123,-2 10 0,-2-6 1,0 2 119,-1-2 0,0 2-229,-2-12 0,0 3 246,3 13 0,1 7 59,-1 5 0,1 1-56,1 15-63,2 15 60,3 30-49,5 14 0,2 7 3,-2-1 1,2 3-445,1-3 0,0 4 1,0-5 416,0-1 1,0 0-122,0-1 0,1 4 1,0-3-444,-1 1 1,-1-1-66,0-4 0,0 2 0,-2-3-1792,-1 2 0,-1-5 2452,1 16 1,-5-27 0,-1-18 0</inkml:trace>
  <inkml:trace contextRef="#ctx0" brushRef="#br0" timeOffset="8256">13079 2429 26819,'32'-41'-1234,"-1"1"1,-12 4 0,2 8-1,13 22 1,0 6 0,-11-2 0</inkml:trace>
  <inkml:trace contextRef="#ctx0" brushRef="#br0" timeOffset="8750">14638 2256 20599,'0'-4'5068,"0"0"-4912,-13-25 0,-7-6 126,-2 10-165,-2-12 1,-2 3 24,-6 22 121,2 7-63,5 7 173,9 9-68,9 12-3480,16 15 3227,16 16-1188,7-11 0,4 0 1139,-9-12 0,2 1-371,4-1 0,4 3 0,-1-3 289,5 1 1,0-1-267,8 8 0,-1 0 195,-8-5 1,-6-1 895,-11-6 0,-8-1-749,-23 12 182,-37-17 22,8-14 1,-5-5 714,-6-3 0,-2-5-822,-2-1 0,0-4-64,3-4 0,2-2-80,5-2 1,4-2-174,7 2 0,3-1 683,-7-15-4925,21 5 3872,15 6 0,3 10 1,3 6-1</inkml:trace>
  <inkml:trace contextRef="#ctx0" brushRef="#br0" timeOffset="9800">15231 2449 26340,'29'-34'136,"0"1"0,-7 5 1,-2 1-14,14-9-22,-20 9-45,-7 2 5,-5 6 12,-10 3-67,2 7 22,-10 1 11,3 6 0,-6 1-28,-3 6-27,-3 7-1,-2 8 0,-2 11 23,4 8-1,7 10-16,9 8 11,11-9-79,23-4 1,8-2-591,8-5 642,-8-13 1,7 2 0,0-7-562,4-7 1,1-5 567,11 1 1,1-2-12,-5-4 0,-1-5-1365,-3-6 0,-3-2 1419,9-7-7,-3-19 12,-31 6-17,1-12-1576,-7-9 1599,-6 17 662,-10-18-668,-5 32 2267,-8-10-2267,-12 17-7,5 8-33,-24 9 3416,6 14-3410,-4 6 0,7 9-50,18 9 28,9-3 17,9 0-22,13-2 16,34-4 22,-18-11 17,4-9 1,-1-5 0,-11-11 55,15-8 6,-16-6-1663,-2-10 1,-2-3 1634,1-1 11,4-24 85,-17 36 10,-2 4 40,-2-1-158,-1 8 12,-3 3 3320,-3 10-3388,0 2-21,-15 37 16,13-10 0,-8 27 12,25-20-40,27 5 39,-8-20-1713,7-10 1,2-4 1707,6-9 22,19-6 1,-22-4 10,0-11 23,-14-11-6,-4-5-11,-8-12 0,-11 3 3398,-3 9-3365,-2-4-5,0 12-5,1-1-29,1 8 17,3 4-28,5 5-16,1 2 33,5 3-28,13 3 11,13 6-61,7 6 10,2 13 12,-20-1-11,0 11 28,-12 0-17,3 19-50,-6-6-34,0-2-1087,14 4-5049,5-18-3583,20 8 8240,-16-20 1,-9-9-1,-19-6 1</inkml:trace>
  <inkml:trace contextRef="#ctx0" brushRef="#br0" timeOffset="10415">17087 2339 20336,'0'-5'4967,"-1"2"-3191,1 3-1669,-45-30-79,5 45-51,5-19 1,0 4 27,9 23 1,5 5 0,-5 12-29,15-8 1,5 2-45,7 11-43,4-13 1,5-1-434,24 12-426,19-8 274,-6-13-744,-11-13 0,4-3-2028,4-5 0,4-4-1361,9-8 0,-1-3 4585,-7 4 1,-4-5 242,1-13 0,-8-5 73,-18 3 0,-4-2 1646,1 2 1,-1-4 2973,0-23 1,-3 1-2722,-3-3-261,-3-3 0,-2 1-338,-8 3-1110,2 23 0,-1 3 555,-5-12-107,2 18-470,1 5-169,2 8 319,1 12-386,0 16 666,3 18-666,-2 7-5,2 8 0,0 5-473,-2-11 1,0 3 475,-1-3 1,-1 3 0,0-1-4,-3 11 0,-1-3-6,0-13 1,-1-2 10,0 5 1,0-5 5,2-8 51,0 7 72,6-33-22,6-11-11,7-14-6,11-15-17,10-7-16,-3 7-9,5 9 0,3 3-50,-8 11 0,1 3-9,18-6 1,2 5-32,-14 11 1,-1 8 113,4 9 1,-3 6-565,-12 1 0,-5 5-3006,1 10 1,-6 2 3492,-8-6 0,-4-1 0,-3 12 0,-2-18 0</inkml:trace>
  <inkml:trace contextRef="#ctx0" brushRef="#br0" timeOffset="24814">6603 3932 15557,'-53'-4'416,"0"0"1,11 3 0,10-3-540,21-6 179,40 1 173,17 2-39,-6 1 1,6 0-967,8 0 1,3-1 924,-10 2 0,1 0 1,2 0-407,8-1 1,2 0 0,-1-1 310,-8 2 0,-1 0 0,3 0 6,-1 0 1,4 0-1,0-1 1,-1 1-19,-3 0 0,-2 0 0,2 0 0,4-1-397,0 1 1,4-1-1,2 0 1,3 0-1,-2 0 1,0 0 373,-5 0 1,0 1 0,0-1-1,0 1 1,1-1 0,2 0-229,0 0 0,2 0 1,3 0-1,-1-1 1,-1 1-1,-1 0 1,-4 0 218,4 0 0,-4 0 0,-2 1 0,3-1 0,4-1-75,-7 2 1,3-1 0,3 0 0,1 0-1,1 0 1,-1-1 0,-2 1 0,-3 1 80,5-1 1,-3 0 0,-2 0 0,1 0 0,2 0-1,3 0-53,-8 1 0,3-1 0,2 1 1,1-1-1,1 0 0,0 0 1,0 0-1,-2 1 0,-1 0 48,0-1 1,-1 1 0,-1 0 0,0 0 0,-1 0 0,0 0 0,1 0 0,0 0-1,1 0 0,1 0 0,-1 0 1,0 0-1,1 0 0,-1 0 1,1 0-1,-1 0 2,1 0 0,0 0 1,-1 0-1,1 0 0,0 0 1,-1 0-1,1 0 0,0 0 7,0 0 0,0 0 1,1 0-1,0 0 1,-1 0-1,-1 1 0,-1-1 1,-2 0-7,8 0 1,-4 0 0,-2 0 0,2 1 0,1-1 0,4 0 13,-9 0 1,3 1 0,2-1-1,2 0 1,0 0 0,0 0 0,-2 1-1,-1-1 1,-3 1-3,1-1 0,-3 1 1,-2 0-1,0 0 1,0 0-1,2 0 1,4-1 5,-6 1 1,2 0 0,1 0 0,2-1 0,1 1 0,0-1 0,0 1 0,0-1 0,-2 1 0,-2 0-27,6-1 0,-2 0 1,0 1-1,0-1 1,-2 1-1,1-1 0,0 1 1,1-1-1,0 1 0,1-1 1,0 1-1,1-1 0,-2 1 1,0 0-1,-1-1 0,-2 1-3,7 0 1,-3-1 0,-1 1 0,0 0 0,2-1 0,3 1 6,-8 0 1,2 0-1,3 0 1,1 0-1,1 0 1,-1 0 0,-2 0-1,-1 0 1,-4 1 3,10-1 0,-5 0 0,-1 1 0,-1-1 0,2 1 0,4-1-8,-9 0 1,2 1 0,3-1 0,1 1 0,0-1 0,-1 1 0,-2-1 0,-2 1-1,-3 0-2,13-1 1,-4 0 0,-3 0-1,0 1 1,5-1-31,-9 0 1,3 0-1,2 0 1,0 0-1,-2 0 1,-3 0-1,-6 0 26,15-1 0,-7 1 0,7-2-57,-11 1 0,6 0 0,4-1 0,0-1 1,-5 1-1,-8 1-883,3-3 1,-7 1 0,2 0 939,13-2 0,1 0 0,-9 1 0,-16 1 0,-8 1 0,2-1 0</inkml:trace>
  <inkml:trace contextRef="#ctx0" brushRef="#br0" timeOffset="52550">5594 5586 22071,'10'-42'894,"0"-1"1,-1 5 0,-2 8-677,-5 19-224,-1 6 1,-1 6 50,1 16 39,1 10-28,0 23-37,0-19 1,-2 2 22,-1 6 0,-1 1-26,1-7 1,-3 2-360,-5 21 0,-3 0 368,2-18 1,0 0-4,-5 14 1,0-1 2,4-18 0,1-3 98,-6 18 347,8-23 68,3-10-152,5-17-246,0-10-61,0-11 759,0-19-820,1 1 1,1-7 0,0 4-503,0 5 1,0-1 501,2-11 1,1-7 0,1 7-5,1 13 0,2 2-9,2-7 1,3 1-74,1 7 0,1 3 56,12-11 26,-3 22 0,1 4-14,16 2 3,-10 5 0,1 5-9,25 12-5,0 15-299,-28-3 0,-3 4 301,1 5 1,-1 4-54,-3 5 1,-1 6 0,-1-2-40,5 7 0,-2 1-30,-4-5 0,1 3 1,-2-5-122,1 2 0,-2-5-90,-2-2 1,0-3-690,7 20 213,-12-20-2375,-10-9 2639,-11-16 0,4-2 0,-3-5 0</inkml:trace>
  <inkml:trace contextRef="#ctx0" brushRef="#br0" timeOffset="52739">5727 6022 14029,'-7'0'8407,"1"0"-7752,6 0-380,0 0-130,-28-34-77,40 13-206,3-11 1,6 0-418,12 13 1,8 5 554,6-4 0,5-1 0,-6 3 0,13-4 0,-22 10 0,1-1 0</inkml:trace>
  <inkml:trace contextRef="#ctx0" brushRef="#br0" timeOffset="54042">10309 5562 13463,'2'-6'7242,"0"0"-6035,5-23 0,0-5-143,-4 11-694,4-13 0,-2 3 78,-8 23-313,-1 5-158,0 11 57,0 9-12,-4 27 1,1 6-21,2-8 1,1 0 20,-1 9-23,2-10 0,1-2-12,0-9 35,-1 25 50,2-38 195,-1 5 404,2-19-532,0-5-16,0-9-40,1-11-12,4-31-52,2 9 0,3-3 2,0 4 0,0 1-117,2-3 1,1 2 110,-1 12 1,2 2 5,2 3 1,0 1-23,20-23 0,-14 25 0,3 3 17,31-1-67,-3 11 24,-13 12 1,0 5 3,7 6-18,-6 11 1,-3 4 6,-7 3 2,-5 2 0,-4 3 9,-12 15 5,-13 14 11,-11-15 26,-13-11 0,-3-4-544,-1-4 549,0-3 0,-2-3 149,0-14-51,5-5-78,6-8 50,13-14-5,5-3-23,5-13 163,4 11-208,16-7 473,4 18-495,5 0 0,2 8-23,5 9 1,2 3-615,6 2 612,4 4 0,0 3 2,1 10 1,-22-10 0,-2 3-64,3 27 46,-30-6 7,-16-1-169,-18-15 1,-7-5-1107,-10 3-977,9-9 0,-8 1 0,4-2 2285,7-5 0,3-1 0,-9 2 0,5-1 0,8-3 0</inkml:trace>
  <inkml:trace contextRef="#ctx0" brushRef="#br0" timeOffset="54916">5792 8388 14409,'0'-5'6654,"0"2"-3696,0 3-2723,-80-28-33,33 42-508,-10-14 1,-2 5 392,24 21 0,4 8-6,-3 0 0,-1 5-5,2 2 1,-2 5 0,4-1-58,-4 5 1,3 2-11,6-7 1,1 3-1,4-5-15,6-9 1,8-3-49,13 8 1,9-5-3290,32-1 3116,-17-13 0,5-4-1894,10-12 0,6-6 0,-3-3 1765,-1-1 0,-1-1 0,10 0 0,-4-1 0,-10-2 0</inkml:trace>
  <inkml:trace contextRef="#ctx0" brushRef="#br0" timeOffset="55499">10586 8157 20733,'5'-44'1486,"1"1"0,0 4 0,-3 9-1357,-2 17-151,-1 15 44,0 40-61,0 6-368,-1-7 0,0 3 68,0-4 0,-2 2-2338,0 1 0,-2 3 0,1-2 2677,0 0 0,0-2 0,-2 7 0,2-6 0,1-19 0</inkml:trace>
  <inkml:trace contextRef="#ctx0" brushRef="#br0" timeOffset="55750">10495 8452 7921,'-4'-44'1222,"1"1"0,-1-1 1,-1-8-1,1 4 905,4 10 0,1 4-1304,8-7 1146,7-10-1627,12 23 720,10 12-1006,-3 9 2,0 12 1,4 5 1133,-7 0 1,2 3-1193,19 8 0,1 2 0,-16-5 0,0 1-38,-1 2 1,2 2 0,-5 0-5,-4 2 0,-3 1 60,8 11 0,-7 3-66,-21-8 1,-9 1-12,-10-1 0,-8-1-440,-10 0 1,-5-2-12,-9-1 0,-1-3-31,6-5 1,-1-1 540,-16 1 0,7-3 0,23-8 0,-12 2 0</inkml:trace>
  <inkml:trace contextRef="#ctx0" brushRef="#br0" timeOffset="56789">8096 10564 16521,'0'-4'7629,"0"1"-7512,0 3 35,-4-26-119,1 20 12,-20-12-45,-10 31 5,5-1 1,-3 1-533,-4 2 1,-2 0 523,-4 1 1,0 0 10,0 0 1,1-1-75,1-3 0,3 0 105,-15 2 330,-1-7-234,36-6 122,-6-2-161,20-2 1156,2-4-1207,0 4 162,4-2-201,2 6-6,6 8 0,-3 2 39,8 33-22,-11 4 11,-3 2 0,-2 5-485,-5-7 1,-2 1 467,0 0 0,-2 2 6,1-6 0,-2 2 0,1-6-254,-1 16 254,4 2 0,7-6-2989,13-29 2989,6 7 27,16-34-21,8-12-93,2-5 0,3-4-342,-8 1 0,0 0-1665,6-3 1,-4 1-2601,4-7 4328,-23 14 0,-17 12 0,-1 0 1</inkml:trace>
  <inkml:trace contextRef="#ctx0" brushRef="#br0" timeOffset="56992">7501 11187 25051,'44'-19'-985,"0"1"1,0-1-1,-2 2 1,-1 0-1,-5 4 985,18 1 0,-20 5 0,-16 4 0</inkml:trace>
  <inkml:trace contextRef="#ctx0" brushRef="#br0" timeOffset="61316">6750 5788 14132,'-48'0'1295,"1"0"1,2 1 0,6-1-472,13 1 620,-7 2-602,17-2-427,-1 0-201,12-1-85,5 0 224,13 0-123,9 0-29,26 0-103,-16 0 0,2-1-298,8 0 0,3-1 242,7-1 0,3 0-667,5-1 1,3 1 652,-17 1 0,0-1 0,1 1-8,4-1 1,0 1-1,0 0-5,3-1 0,0 0 0,0 1-445,2-1 1,0 0-1,-1 0 435,0 1 1,1-1 0,-2 0 5,0 0 0,0 1 1,0 0-1,-2-1 0,-1 1 0,1-1-2,-3 1 1,0 0-1,0 0-7,-2 0 0,-1 0 0,-1 0-281,19 0 0,-2-1 293,-4 1 0,-2 1-6,-5-1 1,-1 1 5,-3 1 0,-2-1 55,-3 1 0,0 0-72,-3 1 0,0-1 11,-3 0 1,1 1 2,-3-1 0,0 1 0,-2 0 1,0-1 21,28 0 18,-2-4 1051,0-2-1085,-16-1 0,1 0-14,-11 3 0,0-1 2,8-1 1,0 1 5,11 0 1411,-8 0-1406,-6 2 827,-8-1-832,-8 2 384,-4-1-389,-3 0 5,7 0-22,-3 1 16,2 0-5,-10 1 6,-2 1-1,-2 0 7,2 0 16,1-2 0,-3 2 0,0-1-28,-5 1 16,2-1-10,1 0-6,-2 0 0,2 1 6,-3-1-23,1 1-762,13-1-329,-4 1 1108,17 1 0,-19-1 0,3 1 0</inkml:trace>
  <inkml:trace contextRef="#ctx0" brushRef="#br0" timeOffset="62317">5624 7146 16413,'1'-50'1825,"1"0"0,0 0 0,-1-2 0,0-1 0,0 7-2040,0 9 0,-1 3 548,0-8 1,0 1 127,0 0 218,0-4-479,2 12 135,2 9-441,2 10 504,2 6-234,2 6-329,2 11 315,3 9-507,0 19 32,-4-1-17,0 26-367,-8-19 1,-3 4 417,0 2 1,-1 4 161,-4 4 1,-2 5 0,1-6 49,-1-9 0,0 1 114,-4 6 1,0 4-1,0-8 0,-3 8-1021,5-17 1,-3 6 0,2-5 1002,2-3 1,0-1 24,-4 17 0,1 0-182,4-12 1,1-2 181,1-2 0,1-1-57,2-3 0,0-2 77,0 21 637,2-11-632,2-14 3149,-1-11-3155,1-8 549,-2-7-661,0-2-126,3-6 177,10-11 0,-7 8 0,5-7 0</inkml:trace>
  <inkml:trace contextRef="#ctx0" brushRef="#br0" timeOffset="63140">10536 6591 18432,'5'-54'1087,"0"0"0,0 4 0,0 3 1262,5-12-1988,0 8 1496,-1 5-1392,-1 6 478,-4 17-977,-2 6 2766,-1 18-3172,2 14 165,5 42-64,0 2 242,-5-17 1,1 6 0,-1-2-40,0 0 1,-2 1 54,0-5 0,-2 2 0,0 0 36,-2 11 0,-2-2-155,0-5 0,-1-2 407,0-3 0,0-1-42,0-2 1,-1-2 135,-3 22-160,4-24 0,-1 0-208,0 2 0,-1-1-145,-6 18-47,2-9 3,-1-12-102,9-23-41,-2 4-1631,8-14 186,2-1 1815,5 0 0,-4 0 1,1 0-1</inkml:trace>
  <inkml:trace contextRef="#ctx0" brushRef="#br0" timeOffset="64232">5925 9697 8052,'-4'-2'7197,"1"0"-1797,3 2-4560,-51-65-128,32 42-406,-11-14 0,2 2 220,19 23-166,4 4-190,3 5-85,2 1-30,6 3 121,8 4-37,16 6-19,18 12 0,5 3-566,-22-11 0,1 1 523,10 5 1,6 4-1,-5-1 39,-5-3 1,2 2-72,2 5 1,7 6 0,1 1-1,-3-3-29,-5-3 1,-2-3 0,2 3-357,5 3 1,3 5-1,-1-2 1,-6-5 320,-2-3 1,-3-2 15,-2-1 1,3 1 0,-3-2-444,0 0 1,0 0 347,14 8 1,1 1-2397,-3-3 1,-3-3 2496,-16-10 0,-2-2 0,25 15 0,-40-24 0</inkml:trace>
  <inkml:trace contextRef="#ctx0" brushRef="#br0" timeOffset="65017">10632 9103 11150,'1'-3'9432,"-1"0"-7729,0 3-1613,12-31 106,-11 29 72,4-16 264,-43 67-434,15-24 0,-3 0-423,-16 17 1,-2-1 358,11-12 0,-1-1-551,-4 5 0,-4 2 1,1-1 563,-4 4 1,-1 1-9,3-2 0,-4 3 0,1-2-2,8-6 1,1-2-1,0 1 11,0 0 1,-1 0 0,1-1 5,-1 0 0,1 0 0,-1 0-8,1 0 1,0 0 0,-1 1-363,1-1 1,0 0 0,0 0 345,1 0 0,1 0 0,-1 0 0,2 0 0,0-1 0,1 1-10,1-2 1,0 0-1,-2 2 19,-10 9 0,-4 3 1,3-3-25,9-10 0,1-1 0,-1 1 3,-9 7 1,-3 2 0,3-4-5,-2-2 0,2-3-126,4-2 0,1-2 28,6-3 0,3-3-124,-4 3-7224,19-12 7432,58-36 0,-27 17 0,27-17 0</inkml:trace>
  <inkml:trace contextRef="#ctx0" brushRef="#br0" timeOffset="66292">5911 4922 4966,'-6'-9'2604,"2"1"320,4 8-1908,-85-23-448,31 28-33,15-8 1,-6 0 0,2 6-148,2 15 1,1 7-1,4 0-148,1-2 0,0 2-47,-7 11 0,-4 6 0,7-1 193,9-1 1,3 4-103,2 3 0,-2 10 0,1 2 0,3-8 160,0 6 1,4 0-394,5-8 0,-1 5 1,3 0-1,5-6-32,7 2 1,7 0 14,4 7 0,4 6 0,2-5-83,-3-15 0,1-3 1,6 1 108,6 2 1,7 3 0,2-3 0,-1-7-109,15 2 0,4-8 46,-4-7 0,4-1 0,-3-5-16,-1-6 0,0-5 95,1-2 1,4-2 0,-1-3 58,-8-4 0,0-2 1,-1 0-34,2 2 0,-1 1 1,0-3 54,1-4 1,-1-3 0,-5 0-77,-4-3 1,-3-1 238,7-4 1,-2-5 0,-5-1 1,-4-3-69,-5-3 1,-3-4-8,-2-15 1,-5-2-462,-5 15 0,-3-2 222,-2 1 0,-1-3 0,-3 1-68,-2-4 1,-3-1 6,-1 1 0,-1-4 1,-1 3-198,-1-1 1,-1 0 137,-2 6 1,-1-2-1,-1 4-30,-3 3 1,-2 2-9,-7-8 1,-5 1-34,-4 6 1,-5 4 51,-7 4 1,-4 5 69,-8 5 1,-4 4 82,7 8 0,-4 1 0,3 2 95,-4 0 1,0 3-14,5 2 1,-3 1 0,5 2-86,4 3 0,3 1-537,-7 3 1,1 3-1856,10 2 1,5 2 2320,-13 16 0,26-12 0,15-9 0</inkml:trace>
  <inkml:trace contextRef="#ctx0" brushRef="#br0" timeOffset="67175">11245 4837 11503,'-45'-30'1016,"1"0"1,0-1-1,2 4 1,-1 2-1,4 7-653,7 12 0,1 4 253,-31 1-39,11 12 1,-1 4-1109,11-2 1,-1 3 679,-2 2 1,-3 2 0,2 2 43,-8 10 0,4 2 9,8-6 1,2 3-63,6-3 0,-1 2 0,2 2-892,-2 6 1,2 2-1,-1 1 817,0 2 0,0 0 0,1 1-44,2-2 1,0 1 0,3 1 257,1 5 1,2 1-1,5 0-289,2 9 1,8 2 19,7-5 1,5 4 0,7-4-199,7-9 0,6-4 1,3-3 108,11 10 0,8-7 87,-7-19 0,5-5 1,3-3-355,5-5 1,3-4 0,-2-1 356,-9 2 1,-1-1-1,6-3 23,3-4 1,7-2 0,3-3 0,-2-1 0,-7-1 472,-1-2 1,-7-1-1,6-4-420,0-1 0,6-4 0,2-1 0,-3-3 1,-6 0 69,2-10 0,-7-2 0,-1-2-281,4-3 1,0-4 0,-7-1 148,-11 4 0,-5-2 1,-3 1-46,2-14 0,-5-1 259,-3 1 1,-6-2-228,-7 10 0,-4-3 0,-4 4-44,-5-6 1,-6 3 577,-1 9 0,-3-1 1,-5 7-649,-14 3 1,-5 7-29,-5 3 0,-4 4-57,9 8 0,-2 2 1,-2 3-279,-1 3 0,-1 3 1,1 3-794,0 0 1,0 3 0,0 3 1252,-2 6 1,0 3 0,7 0 0,10-4 0,5 0 0,1 3-1,0 0 1</inkml:trace>
  <inkml:trace contextRef="#ctx0" brushRef="#br0" timeOffset="67950">11106 7739 13812,'-1'-9'3853,"0"3"-3405,-27-11 1,-21-5-1,4 5-251,8 11 1,-1 3-980,-19-12 1,-8-3 0,4 9 952,5 20 1,4 8-81,9-5 1,0 4 37,3 4 0,-2 5 1,3 0-33,0 5 1,2 3-32,3-3 0,-2 3 1,2 3 3,-1 9 0,3 4 0,2-1-34,7-10 1,2-2 0,0 3 17,-5 12 1,1 2 0,4-2 5,3 6 0,6-2-22,2 0 0,5 1-1,6-2 0,5-2 29,5-1 0,6-3-69,10-1 1,4-3 26,-4-11 1,5-3 40,11-3 1,8-1 0,0-4-316,-8-7 1,0-4 0,3 0 274,2 1 0,4 0 1,1-1-1,-2-3 24,11-2 1,-1-3 0,0-3 8,-2-3 0,-1-3 1,3-4 47,-7-4 1,3-5 0,-1-2 0,-3 0-31,-1-2 0,-3-1 1,0-4-19,-5 1 1,2-2 0,-3-2 0,-5 0-253,-6-4 1,-5 0 0,-2 0 229,5-8 1,-5-3 9,-5-4 1,-3-6 0,-3 3-16,-2-6 0,-2 1-17,-2 12 1,1-2 0,-4 0 13,-5-2 0,-4 0 0,-3 3-6,-6-2 1,-5 1-18,0 3 1,-3-3 0,-4 4-12,-2 7 1,-3 3-1,-2 2-20,-3 0 0,-3 1 0,-2 3-32,-2 0 0,-2 2 0,0 3-32,-3 2 1,0 2-1,-2 2-59,0 2 0,-2 2 0,2 1-36,-9 0 0,-3 4-870,1 5 0,-5 3 0,4 2 1055,11 4 0,2 2 0,1 0 0,2-4 0,1-1 0,4 1 0,-1 6 0,0 1 0</inkml:trace>
  <inkml:trace contextRef="#ctx0" brushRef="#br0" timeOffset="68740">5800 8000 10026,'-8'-1'2334,"-26"0"1,-8 0-736,-10 7-1881,-5-1 0,-3 2 663,14 4 1,3 4-109,-4 3 0,0 3-82,-2 3 0,1 3-37,1 2 1,1 6 11,6 2 1,-1 5 0,4-1-579,8-8 0,2 1 0,1 1 493,-7 12 1,0 3 0,5-2 27,2 9 1,5-1 18,3 0 0,3 2-14,4-1 1,4-1-78,2-13 1,4 1 9,10 17 1,7 0-40,1-20 0,5-1 23,0-2 1,3 2 0,3-5 31,17 7 0,8-7 40,0-11 0,7-4 0,-3-2-538,-15-5 1,-1-3-1,4-1 496,5-3 0,4-2 0,1-2 0,-3-4 69,-1-3 0,-2-4 0,1-1-6,-4 0 1,1-1-1,1-1 1,-4-1 28,4-2 1,-2 0-1,-1-3 101,4-4 1,0-2 0,-4-3 106,-6-1 0,-4-2 1,-1-1-146,-1 0 0,-1-2 0,-3-1-102,-2-7 1,-2-2-1,-5 1-51,-5 0 1,-7-3-56,-4-4 0,-3-5 0,-3 3-101,-3-5 1,-3-1 25,0 5 0,-1-5 0,-4 5-70,-8-9 0,-5 5-68,-3 4 1,-5 5-16,-4 4 0,-4 5 24,-5 6 1,-2 4 65,9 7 1,-4 5 31,0 8 1,-7 3 0,0 2 0,6 1 241,-4 1 0,1 3-256,-1 1 0,-7 0 0,-1 3 0,7 1-572,-9 8 1,2 6-2594,4 1 0,-2 3 0,5-1 2348,0 1 0,6-1 0,0 3 1,11-3-1,20-14 0</inkml:trace>
  <inkml:trace contextRef="#ctx0" brushRef="#br0" timeOffset="69508">8429 10045 12793,'-2'-5'988,"0"2"-473,-37-6 0,-17 5-1542,20 7 0,-2 3 1325,-14-5 0,-8 1 0,1 5 164,1 10 0,0 6 1,3 1-290,12-8 1,2 0 0,-1 4 38,-3 1 1,-3 3 0,0 2 0,3 1 132,-5 8 1,3 2-1,1 2-108,7-5 1,-1 2 0,2 1 0,1 0-122,2 0 1,1 0-1,1 1 1,3 1-8,2 3 1,3 3-1,1-1 1,4-4-47,-3 10 1,3-1-127,5-2 1,0 2 0,3-2 119,3 2 1,2-1-14,-2 12 1,6 2 159,6-17 1,4 1 0,8-2-42,15 3 1,9-3-1,0-2-180,-11-9 0,0-2 0,6-3-252,7-3 1,7-3-1,2-3 1,-2-4 307,1-5 1,-2-4 0,5-2-298,7 0 1,5 0-1,2-2 1,-3-2 262,-6-2 1,-1-1-1,-1-1 1,2-2 6,-7 1 1,2-1 0,0-2 0,-1-1 0,-2-3-121,7-5 0,-3-3 1,-1-3-1,-2-1 243,-5-3 0,-1-1 1,-3-2-1,-1 1-89,6-4 1,-3 1 0,-4-6-134,-11-1 0,-1-5 0,-4-1 1,-4 3 96,-2-19 1,-5 1 40,0 12 0,-1-1 1,-2-1-36,-3 1 1,-4 0 0,-1-1 34,-4 1 1,-3 0 0,1 1 2,0-12 1,-4-1-45,-9 3 1,-7-3 0,-3 9-80,-9 10 0,-4 6 40,9 5 0,-1-1 1,-4 6-115,-9 6 1,-5 6 0,-3 4-2316,3 7 0,-5 3 1,1 3-1,2-2 2370,-1-1 0,2-1 1,0 2-1,-8 3 1,0 2-1,15-1 1,12 0-1</inkml:trace>
  <inkml:trace contextRef="#ctx0" brushRef="#br0" timeOffset="74966">3038 6083 15406,'-6'-7'4454,"2"2"-4012,4 5-429,-45-54-26,34 44 315,-25-4-67,43 58-140,-1-6 1,0 2 1,-2-7 1,0-1 85,4 25 259,8-9 341,-1-25 6,13-15-293,10-31-299,-7-1 0,5-7 1,-1 0-32,10-7 1,1-1-193,-3 1 0,2-2 1,1 0 165,-4 3 0,0 1 0,-3 3-448,3-3 1,0 2 416,5-7 1,-1 6-546,1 12-1857,-21 26 2234,-7 29 0,-16-9 0,-3 6 0</inkml:trace>
  <inkml:trace contextRef="#ctx0" brushRef="#br0" timeOffset="79750">4698 6050 10860,'-28'49'2768,"6"-9"-1617,19-29-720,0-3 379,-1 4 91,-1-2-288,2-1 159,-2 6 85,1-4-49,-2 4 101,1-3 172,-1-2-161,-1 1-197,-2-1 212,-6 6 109,-13 14-603,9-9 143,-15 22-183,17-18-117,-8 13-169,5-5-379,2 0-151,5-7-31,-6 14-40,5-11 0,-5 14 32,6-14 104,-5 15 20,5-11 293,-7 14 33,4-10 14,2-1-21,4-10 27,-1 10-61,5-12-24,-1 11 65,-1 6-52,2-9-9,-2 10 10,1-12 47,-3 15-55,2-9 57,-2 10 21,4-14 6,0-1 46,-1 8-360,-2 3 12,-1 2 165,2-12 1,0-1-212,-2 3 25,-6 22 11,5-15-4,-1 2-3,-1 6 327,5-19 19,-1 12-13,4-11-4,-3 12 100,3-9 0,-1-1 47,0 10-56,-1-1 1,-1-1 70,0 6-22,-3 14-192,5-17 5,1-11 41,2 5-177,1-12 0,-1 13-15,-1-7 5,0 2-4,-1 1 166,1 1 25,-1 2 12,1-1-17,0 2-6,0 1 11,2 1-4,-1 0-9,0 1-10,1-2-11,1 0 26,0 14-9,0-12-10,1 10-2,1-16 164,1 0-33,3 16-5,-2-12-4,1 11 3,-3-18 11,2-1-8,-1-2 10,3-1-155,0-1 12,0-3-26,0 0-15,1-2-11,-1-5 11,4 9-29,-1-7 4,2 13 35,0-3-13,-1 0 34,1 2 8,-3-9 19,7 11-63,-3-12 7,7 11 26,5 4-56,-9-14 11,13 21-12,-13-19 2,6 14 45,-3-5 3,0 2 18,2 0 22,2 2 3,2-2 3,0 1-2,1-1-26,1 0-21,0 0-11,1 0 41,-7-8 0,0 0-47,12 16 45,-11-14 0,2 0 3,2 1 0,1-1-1,13 17-4,-13-18 1,1 0-28,9 10 32,0 0 12,-1 0-7,2-1-21,-1 0 27,1-2 39,1-1 31,1-3-8,-8-8 14,15 11 17,-13-11-1,15 11 16,-8-8 0,0-2-33,-9-6 27,12 5-18,-16-9 18,13 5 0,-11-7 2,1-2-41,1-1-19,2-1 2,2 1-14,1 0 110,1 2 4,3-2-50,-8 0 23,17 3 29,-15-1-27,13 5-23,-20-5-14,5 6-220,-12-6-5,7 6-22,-6-4 14,0-2-11,-3-1 61,11 2 0,-11-5 45,24 7 103,-13-6 5,11 4 11,-9-3-21,-2 1 27,4-1-1,-8-3-2,4-1 26,-10-4-4,0-1-40,1-1-7,-6 0 37,-1 0 13,-9-1-28,-1-1-27,1-2-6,0-2-85,1-3 105,-1-3 17,0-2 72,-1-11-90,0 3 50,-7-18-81,1 18 17,-8-13 35,3 13 4,-11-16-5,2 9-50,-1 1 39,4 9 17,6 9-55,-1 0 78,-7-5-100,8 8 40,-11-5 43,6 5 30,-5 1 17,-1 0-25,2 2 68,3 2 6,4 1-20,5 0-114,2 0-173,3 1 77,2 3-45,3 2-44,9 10-23,6 0-9,1 3 25,11 1 116,0-2-19,13 7 28,1 0 12,3 9 25,-17-9-17,0 13-16,-21-9 14,-3 15-3404,-5-13 3418,-4 4 6,-14 15 0,7-23-31,-1 4 0,-4 1-2174,-30 9 2143,-2-2-47,17-18 0,-1-3-650,-13 1 727,9-8 0,2-1 1,6-1-1,-22 4 0</inkml:trace>
  <inkml:trace contextRef="#ctx0" brushRef="#br0" timeOffset="82389">17085 6290 23350,'11'-45'586,"0"-1"1,1 1 0,2-15-1,-1 10-319,0 21-175,-7 15-212,-3 11 174,-1 16-200,0 20 52,0 27 6,-4-18 1,-1 0-701,1-4 0,-3 0 719,-6 23 0,-4 0-17,5-20 0,-1-1-174,-4 15 0,1 0 153,4-19 1,2-3 134,-4 16 274,6-18-50,3-16 314,2-19-465,1-17 1466,0-34-1514,0 22 1,0-1-29,0 0 0,0-4 53,1-7 1,0-6-1,2 4-336,1 1 1,3-1 311,0-6 0,2-6 1,3 6 1,6 4 0,2 5-54,0 4 1,4 5-3,9 9 0,4 7-22,20 5 16,-7 16 1,1 5-237,9 9 188,-14 5 1,-2 5-42,-15-3 0,-3 4-251,1 7 1,0 5 0,-3 1-711,2 15 0,-4 1 445,0-2 1,-5 3 610,-15 10 0,-6-8 0,2-25 0,-4-2 0,0 0 0</inkml:trace>
  <inkml:trace contextRef="#ctx0" brushRef="#br0" timeOffset="82580">17319 6566 18056,'-47'-19'2074,"1"-1"0,-1-1 1,9 2-1672,23 5-409,0-5-39,18 8-61,20-3 39,0 3-213,23-3 0,10-1-1221,-13 4 1,2 1 0,0 0 161,-2 0 1,0 0-1,1 0 1339,5 0 0,1 1 0,-10 1 0,-7 2 0,0 1 0</inkml:trace>
  <inkml:trace contextRef="#ctx0" brushRef="#br0" timeOffset="83083">19404 6036 13452,'4'-7'4495,"10"-24"0,-1-4-3487,-8 11-566,6-12 1,-7 4-231,-27 23-167,-16 13-6,-17 19-11,15 3 0,0 6-20,5-2 1,2 3-296,6-1 1,0 3 0,5-1 286,3 3 0,6-1-6,0-1 1,8-1-73,17-1 0,7-4 67,8-1-65,5-3 1,7-4-331,9-10 0,4-4-1186,4 0 1,1-2-756,3-3 1,0-3 1792,-3-4 1,-7-2 0,-9 0 0,1 0 0</inkml:trace>
  <inkml:trace contextRef="#ctx0" brushRef="#br0" timeOffset="83766">20870 5723 14628,'0'-5'7057,"1"1"-5746,-1 4-1154,-19-60-118,3 45-25,-2-17 0,-2 4-19,-5 27 27,-24 6 12,11 3-6,-17 6 16,15 1 7,7 1-6,7-1-12,9-4 18,-2 8-29,10-5 23,-4 13-23,8-9 34,1 12 23,1-1-7,1 3 62,-3-1 1,-2 3-668,-8 24 622,2-15 1,0 2-48,0-7 0,0 0-102,1-2 1,1-1 93,-4 24 11,10-12 16,9-18 186,25-1-85,12-16-129,-7-4 1,3-3-402,3-5 1,1-3 179,6 0 1,1-2-317,3-3 0,-1-1-1051,-1 0 1,-1-1 1554,-3-3 0,-4 0 0,5 0 0,-15-1 0</inkml:trace>
  <inkml:trace contextRef="#ctx0" brushRef="#br0" timeOffset="84007">20425 6135 23679,'44'-16'185,"0"0"0,1 0 0,9-3 0,-4 2-185,-12 8 0,-3 2-129,10 1-392,-11 3-1311,-11 1-4548,-12 5 6380,-10 1 0,-1 0 0,-3-1 0</inkml:trace>
  <inkml:trace contextRef="#ctx0" brushRef="#br0" timeOffset="93725">21741 6124 15020,'12'-47'2180,"-1"0"1,0 2 0,0 6-1217,-2 14-130,0 4-739,-5 10-134,-2 7-263,-2 13 352,0 10-50,-1 20 11,-3 14 0,1-22 1,-2 2 10,-1 5 1,-2 0 5,-3 12 16,-7 5 29,6-33 112,0-1 526,2-11-336,4-8-330,2-6 90,-1-11-40,1-10-11,0-35-62,5 12-583,4-9 0,4-2 583,3 0-16,2 1 0,2-1-9,-5 22 0,2 2-323,2-7 1,1 1 305,-1 6 1,2 3-153,19-18 77,-6 21 39,-4 13-45,-1 15 1107,-5 11-1051,8 9 17,-7 3-39,8 28-34,-19-4 1,-3 2 83,0-14 0,-2 1 6,-5 21 0,-8-2 5,-18-5 231,4-17 1,-2-1-210,-9 6 186,-16-3-113,31-26 141,-12-2-1,17-20-156,2-2-39,4-6 309,10-6-360,2 14 6,13-8-34,14 12-17,8 2 34,2 6-5,7 15-23,-4 10 5,-17-4 1,0 2-1,-2 2 1,-1 2 5,-4 1 1,-4 1-80,-3 34 51,-27-29 1,-8-2-1731,1-4 1,-4-4 1513,-13 1 1,-5-6-513,8-9 0,0-4-1558,-1-3 0,2-3-3735,-20-5 5541,4-10 0,33 9 0,0-1 0</inkml:trace>
  <inkml:trace contextRef="#ctx0" brushRef="#br0" timeOffset="93992">22759 5569 12886,'6'-1'3579,"-2"1"-722,-4 0-2353,-30 102-2020,26-44 1553,-2-13 1,-3 7-1,7-6-12,11-9 1,4-5 489,10 21-579,-7-21 0,-2-1-65,-2-2-1526,1 21-8176,-17-32 8461,1-1 1,-3-11 0,5-6-1</inkml:trace>
  <inkml:trace contextRef="#ctx0" brushRef="#br0" timeOffset="94241">22706 5792 14992,'-5'-53'1964,"1"1"0,0 4 0,1 6-1465,3 10 470,9-5-666,6 17-51,39-5-208,-4 22-49,13 7 5,-25 17 0,3 9 0,-5 1-17,-1 3 0,-2 2-359,6 5 0,4 4 0,-7 0 337,-4 2 0,-8 1-99,-6 10 1,-10 0 59,-8-19 0,-11-2-1076,-17-4 0,-10-2 0,0-7-1678,0-7 1,-3-6 2325,-5 0 1,-4-3 0,9-2 0,4-5 0,-1 0 0</inkml:trace>
  <inkml:trace contextRef="#ctx0" brushRef="#br0" timeOffset="95648">16387 7334 9087,'55'-10'727,"-1"0"0,1 0 0,-7 3 1,5 1-1,1 1 0,-1 0 1,-1 1-1594,0 1 0,-2 1 1,0 0-1,5 0 1053,2 0 0,2 0 0,3 0 1,2 0-1,2-1-32,-10 1 0,3 0 0,2 0 1,0-1-1,0 0 0,0 1 0,-3-1-359,3 1 1,-2-1 0,-1 0-1,1 0 1,2 1 0,2-1 242,-9 0 1,2 0 0,1 1 0,2-1 0,0 0-1,1 0 1,-2 0 0,0 0 0,-3 0-67,7 0 1,-2 0-1,-1 0 1,0-1-1,-1 1 1,1 0 0,1-1 82,2 1 1,0-1 0,1 0 0,0 0 0,0 0 0,0 0 0,0 0-13,-7 0 0,0 1 0,-1-1 0,0 0 0,2 0 0,0 0 1,2 0-1,2-1 8,-5 1 0,2-1 1,1 0-1,3 0 1,-1 0-1,2-1 1,-1 1-1,-1-1 1,0 1-1,-2 0 1,-2-1-165,8 0 1,-2 1 0,-2-1 0,0 0 0,-1 0 0,1 0 0,2-1 0,2 1 127,-10 0 0,2 0 0,1 0 1,2 0-1,0 0 0,0 0 1,-1 0-1,-1-1 0,-1 1 0,-2 0 1,-2 0-22,10-1 0,-2-1 0,-2 1 0,-2 0 0,-1 0 0,1-1 0,0 1 26,-1-1 1,-1 1-1,0 0 1,0-1 0,0 1-1,0-1 1,2 0 4,-2 0 1,0 0-1,1-1 1,0 1 0,0-1-1,1 0 1,-1 0 0,-1 0 9,7-1 1,0-1 0,0 0 0,-1 0 0,0 0-1,0 0 1,0 0 28,-3 0 1,0 0-1,0 0 1,0 0 0,0-1-1,0 0 1,0-2-45,-3 1 1,2-2 0,0 0-1,1-1 1,-2-1 0,-1 1 0,-3 0-1,-4 0-10,7-2 0,-5 0 1,-3 0-1,0-1 0,2-1-1,8-5 0,2-1 0,-1-1 1,-3-1-1,-7-1 14,2-7 0,-7-1 1,-4-2 12,-4-1 0,-3-1 1,-3-2 176,-6 1 1,-2-1-1,-5-1-192,-3 1 1,-4 0-1,-3 0 433,-6-21 0,-7 2-455,-7 3 0,-9 0-24,1 20 0,-5-1 0,-4 0 1,1 4-5,-4-3 0,-2 3 0,-5 0 7,2 4 1,-5-1 0,-2 1 0,0 1 0,4 5 231,-4-1 0,3 5 0,-5 1-215,-6-2 0,-6 0 0,-2 1 0,3 3-155,11 5 1,1 2 0,0 0 0,-3 1 153,0-1 1,-3 0 0,-1 0-1,-1 1 1,-1 0-4,-2 0 0,0 1 0,-2 0 0,1 1 1,-2 0-3,9 1 1,-2 1 0,1 0-1,-1 0 1,0 1 0,-1 0 5,-1 0 0,-1 0 0,-1 1 1,0 0-1,1 0 0,-2 0-112,-1 1 1,0 0 0,0 0-1,-1 1 1,0-1 0,0 2 114,-1-1 0,0 0 0,-1 1 0,1 1 0,-1-1 0,0 1-101,8-1 0,0 1 0,-1 0 0,1 1 0,0-1 0,-1 1 0,1 0 100,-1 0 0,0 0 1,1 1-1,-1 0 1,0 0-1,0 0 0,1 1-49,-1-1 1,0 0-1,0 1 1,0 0-1,0 0 1,0 0 0,0 1 44,0-1 0,0 1 1,1 0-1,-1 1 1,1-1-1,-1 1 0,1-1-6,-1 1 1,-1 0 0,1 1 0,0-1 0,0 0 0,2 1 0,1-1 5,-8 1 0,2 0 1,1-1-1,-2 1 1,-3 1-5,10-1 0,-3 1 0,-2 0 1,-1 0-1,0 0 0,1 1 0,1-1 1,3 0 8,-2 0 0,3 0 0,1 0 0,0 0 0,-2 0 0,-3 1 4,2 0 1,-2 0-1,-2 0 1,-1 0-1,-1 1 1,0 0-1,1 0 1,0 0-4,2 0 1,-1 1 0,0 0 0,1 0-1,0 0 1,1 0 0,2 0 0,2-1 29,-12 2 0,4 0 0,2 0 0,-1 0 1,-1 1-31,6-2 1,-1 1 0,-1 0 0,1 0 0,0 0 0,1 2 24,-4 1 1,0 1 0,1 0 0,1 1 0,2-1-29,-4 2 0,2 0 1,0 0-1,-3 1 2,8-2 0,-2 1 0,-2 1 0,1 0 0,1 0 0,3 0 2,-9 5 1,2 0-1,3 0 1,2 0 162,-3 1 1,4-1-1,-3 3-164,1 3 0,-2 2 0,1 2 0,4-2-6,3 0 1,3 0-1,-1 2 6,-1 0 0,-3 2 0,1 1 0,3-1-2,-1 4 0,4 0 1,2 0 2,3-1 1,3 0 0,2 0 385,4-3 0,3 0 0,3 0-376,-4 11 0,8 0 17,8-6 0,10-2 17,12-3 0,10-3 2,15 0 1,11-5 113,-3-8 1,7-3-1,-1-1-154,-4-2 1,1-2 0,6 0-12,-7-3 0,6-1 0,3-1 1,2 1-1,0-1 0,-4-1-163,2 0 1,-2-1 0,0-1-1,1 1 1,5 0 166,-7-1 0,4 1 0,3-1 0,1 1 0,-1-1 0,-1 0 0,-4 0 0,-5 0 0,9 0 0,-5-1 0,-3 0 0,0 0 0,-1 0 0,0-1 0,-1 1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4:11:06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1909 2546 21769,'3'-43'830,"-1"1"1,1-1-1,3-17 1,-6 20-927,-5 38 46,0 13 84,-2 16-12,-4 23-14,4-17 1,0 3-7,-1 3 1,1 2-14,2 13 0,3 0 19,4-18 1,3-1 7,4 5 1,6-6 11,25-13 34,12-16-17,-7-8 41,-11-9 1,-1-4-397,9-17 394,-14 8 0,0-5 89,-4-12 1,-4-4-101,-6 12 0,-2-2-15,1-10 1,-3 2-3210,-6-7 3224,-4 17-95,-4 16-85,-4 16-1618,-15 32-3652,5 2 5377,-5 16 0,16-24 0,5-11 0</inkml:trace>
  <inkml:trace contextRef="#ctx0" brushRef="#br0" timeOffset="385">2553 2498 24570,'-35'40'207,"7"-7"-188,18 4 1,4 2 3,-3 5 5,-1 16 0,6-30 106,-1 6 270,7-24 89,6-16-174,10-13-34,10-17-47,-2-1 0,2-3-165,-5 9 0,1-1-204,7-10 1,0 3 203,14-8-29,-2 10-16,-4 11-33,-4 12-18,-5 12-10,-4 12-6,-8 3-566,4 27-3398,-12-9 1,0 2 4002,7 26 0,-4-4 0,-9-39 0</inkml:trace>
  <inkml:trace contextRef="#ctx0" brushRef="#br0" timeOffset="1810">3841 2704 17518,'8'-60'1887,"1"0"1,-2-1 0,-3 6-1462,-7 6 153,-13 13 1,-4 6-513,-1 14-31,-7 1 1,-4 7-35,0 18 1,2 7 9,-23 7-5,21 0 0,-2 7 1,4 0-396,3 4 1,2 0 387,-6 8 0,2 1-6,8-1 1,7 1 8,9-7 0,4 0-29,4-4 0,3 0 38,12 20 77,37-31-44,-23-16 11,1-8 0,1-4 39,17-23-243,-16 6 0,0-7 232,-2-6 0,-1-7 0,-2 0-534,-6 7 1,-2 0-1,-1-4 485,6-12 1,-1-5 0,-5 2-10,-8 11 0,-3 2 0,-1-3 32,0-9 0,-2-3 0,-2 3 73,-2-4 1,-2 4 259,0-2 0,-5 9-346,-14 19 33,7 29 108,-6 27-1343,8 4 0,1 6 1227,0 4 1,1 3-4,-1 3 1,2 2 177,2 10 1,2 1-202,2-8 1,0 1-18,1-10 1,0 2 0,2 0-32,1 1 0,2 0 1,1-2-85,2 5 1,4-3 6,3-2 1,5-7-27,15-12 0,4-25 11,3-32 54,-21 7 0,-2-3 2782,14-22-2709,-14 17 0,-1-2 1113,8-18-1094,-12 22 1,0 0 201,8-21-118,-12 23-50,-5 10-72,-6 15-12,0 5 244,-3 25-255,1 8-39,1 27-23,4-18 0,3-3-1249,13 2-801,-4-18-3394,12 10 4669,-11-27 0,-6-7 0,-4-1 0</inkml:trace>
  <inkml:trace contextRef="#ctx0" brushRef="#br0" timeOffset="1991">4411 2204 23569,'-43'-39'44,"0"0"1,1 0 0,17 17-454,31 32 393,3 0-2012,16 21-7803,2 3 8548,-2-2 0,-6-9 1,-15-16-1</inkml:trace>
  <inkml:trace contextRef="#ctx0" brushRef="#br0" timeOffset="2351">4583 2457 25797,'37'-42'-17,"2"20"23,-5 65 8,-17-9 0,-2 1-14,5 16-9,-12-20 1,-3 2 13,-8 1 1,-2 0 11,-8 16 22,3-17 0,-3-3 157,-8-4 45,1-21-157,8-12 73,2-22 78,10-21-117,9-6-90,-1 22 0,3 0-6,22-19-50,7 6-28,9 8-95,6 10-412,-12 16 0,2 3-244,-11 3 1,-1 2-645,10 1 0,-2 5-8380,18 14 8439,-27-4 1,-3 4 0,-26-13-1</inkml:trace>
  <inkml:trace contextRef="#ctx0" brushRef="#br0" timeOffset="2708">5246 2465 17675,'5'-1'6844,"-2"0"-4681,-3 1-2124,-10-14-17,5 17 1,-7-9-1,10 20-22,8 1 0,5-2 11,2-3 17,15-4-11,-6-6 11,12-6 39,-7-8 28,-3-8-16,-5-6-12,-5-4 6,-6-1 100,-16-9-150,1 20-46,-16-1 40,3 24 6,-9 10-29,-16 30 0,11 4-11,13-11 1,4 2-15,8-4 0,4-1-34,3 1 1,3 1-146,4 1 0,5 0-2380,10 6 1,3-2 1609,15 13-566,-4-20 0,5-5 1092,10-17 1,-3-4-1,-5 10 1,15-13-1</inkml:trace>
  <inkml:trace contextRef="#ctx0" brushRef="#br0" timeOffset="3151">6093 2522 18728,'0'-5'5271,"0"0"-3972,0 5-688,-82-37-432,38 39-408,-11-14 0,0 6 274,5 45-31,27-15 0,2 2-6,2 3 1,2 2-1560,3 11 0,4 0 1551,-3 16-136,10-17 0,5-1 103,15 2-29,18 3 34,19-20 39,-20-19 0,3-6-5,3-6 0,1-4 8,3-6 0,0-5-247,2-6 0,-1-5 269,2-7 1,-2-4-274,-14 10 1,-2-3 0,-1-1 253,1-4 0,-2-1 0,-1-2-3,0-3 1,-2-2 0,-1 1 11,-1 0 0,-2 0 1,-1 1 25,-1 1 0,-2 2 1,-1 0 61,2-14 1,-3 3 22,-4 7 1,-4 3 1338,-7 0 1,-3 5-1247,-4-8 164,-6 9-394,6 33 666,3 10-677,-5 21 16,0 12 1,-2 8 83,-2 7 0,-1 5-103,2-4 1,-1 5 0,1-1-590,1 0 1,1 0-1,1 1 504,2 0 0,0 1 0,4-1-127,3-2 0,3-1 1,3-2-607,2-5 0,3-1 1,4-3-1172,10 14 0,7-6 1612,4-8 1,0-6 0,6 2 0,-5-15 0</inkml:trace>
  <inkml:trace contextRef="#ctx0" brushRef="#br0" timeOffset="3360">6248 2540 26458,'44'-6'-805,"0"-1"0,-4 1 0,1 1-1785,10 5 0,2 2 1457,-2-1 1,-4 0 0,5 2 0,-5-2 0</inkml:trace>
  <inkml:trace contextRef="#ctx0" brushRef="#br0" timeOffset="4134">7050 2487 26172,'-38'16'43,"-1"-1"0,5 0 0,12 3 7,32 13 12,15-5 5,7-14 67,15-9-78,-14-6 73,11-11-28,-21-5 22,2-8-28,-10-3 29,-10-7 4,-14 5-38,-7 4-17,-12 10 11,-2 12 11,-28 21-95,27-3-6,4 6 1,4 4-46,10 14 7,4 16-12,10-7-227,11-7 0,7 0-841,2-11 1,4-2 495,14 11 1,6-2-306,3-10 1,4-6 41,4-3 0,5-6 521,-14-5 1,1-3 0,-1-2 388,12-5 1,-3-5 247,-13-2 0,1-4 0,-6-1 220,-3-8 0,-4-3 353,1-13 1,-5-3-77,-13 7 0,-5 0-417,-1 3 1,-7 1 252,-26-18-472,0 32 91,-34 9-147,25 19 1,0 4-56,-23 5 0,4 15 0,3 6-15,27-15 1,3 3-6,-14 19 1,9 2-43,26-12 0,6-2 1453,5 17-1448,20-28 1,5-9 39,-2-12 8,2-4 1,0-5 30,12-19-1707,-18 6 0,-1-7 1727,3-14 0,-3-8-15,-10 8 1,-3-3 0,0-2-294,0-2 1,-2-1 0,0-2 330,-2-9 0,0-2 0,-3 6-20,-1 4 0,-2 4 86,0-7 0,-3 5 284,-5 6-264,-1 10-118,-1 12-33,0 18 2964,1 30-2981,-5 37 0,5-31 0,-1 4 328,-2 24 1,-1 8-493,3-13 0,0 1 0,0-1-529,0-8 1,0-2 0,2 4-1258,3 0 1,1 7 0,1 1 0,2-3 0,1-6 1563,7 17 0,2-6 1,-5-9-1,0 0 0,1-8 1,12 6-1</inkml:trace>
  <inkml:trace contextRef="#ctx0" brushRef="#br0" timeOffset="4901">9715 2011 14306,'-8'-45'677,"0"1"1,4 5 0,-4 12 2347,-16 31-1830,0 27-903,2-2 0,0 6 254,-1 11 1,1 1-445,2-4 1,1 1-118,4-4 1,0 2 0,1 2 29,1 1 1,2 1 0,0 1-5,0-1 0,2 1 1,0 0-14,0 4 1,2 0 0,2-3-263,4 4 1,2-6 1342,0-12 0,3-2-1229,6 2 0,2-5-65,7-3 301,12 1 907,0-28-873,-4-7 5,-2-11 0,-1-5 33,12-23 393,-10 10 1,-1-2-491,-7 2 1,-2 1 14,-3 3 1,-2 0 102,2-23-19,-8 14 28,-5 6-137,3 7-72,6 3 2,11 4 13,27 4-33,8 10 31,3 13-24,-10 19 0,-19 16 27,-8 10-42,-7 9 215,-3 3-235,-2-1-241,2-22 0,4-2-1009,7-8 1,2-2-250,1-1 1,1-5-5531,36-9 7096,-13-30 0,-22 7 0,-4-6 0</inkml:trace>
  <inkml:trace contextRef="#ctx0" brushRef="#br0" timeOffset="5584">10420 2613 11714,'0'-6'9830,"0"0"-8116,0 6-639,-38-69-296,23 44-505,-7-14 1,1 3 402,13 25-537,4 5 13,3 3-137,6 2 44,7 7-65,15 10-3211,12 13 3213,-14-10 0,0 5-1159,11 23 0,-1 2 1156,-16-21 0,-1 0-25,7 22 0,-8-2 31,-20-10 16,-4-2 29,-19-5 2273,3-20-2183,-9-1 3380,10-18-3375,6-19-9,7 3-103,5-21-28,17 11-12,14-9-10,22 3-3,-17 21 0,3 2-198,6 0 0,5 0 115,4 2 0,5 0 0,-3 0-540,8-1 0,0-1 605,-9 3 0,3-1 0,-6 1 15,-6-1 0,-7 0 28,13-8 151,-19-16-56,-28 20 40,-5-11 349,-11 21-350,1 3 1106,0 4-1195,-2 7-39,-5 10 22,-8 15 5,-5 17-27,15-19 0,1 2 2,-3 16 0,2 0-14,8-12 1,1 0 10,-1 6 1,5-2 17,11-3 61,5-15-39,3-13 156,32-37-3481,-7-7 3308,-12 11 0,0-2 17,-2-6 0,-2 0-3,-5 5 0,-1-1 98,8-14 0,-1 0 56,3-9-150,-3 5-46,-19 38 0,-4 13 0,-4 12 3392,-1 14-3392,-3 16-147,-1 13-1074,1-2 0,2 4-1762,3-12 1,2 0 2303,1 14 1,0-7 0,1-16-1,2-26 1</inkml:trace>
  <inkml:trace contextRef="#ctx0" brushRef="#br0" timeOffset="6034">11728 2648 24631,'10'-49'892,"-1"1"1,0 5 0,-2 10-697,-7 22-185,0 10 51,-7 38-23,0 7-28,-1-3 0,0 4-8,0 0 0,-2 2-5,0-2 0,-1 3 0,0-3-319,-1 3 1,0 2 303,-4 8 0,-1 5 0,2-8 25,5-20 1,1-2 13,-5 19 1,2-8 275,7-23-169,3-26-101,1-22 11,1-27-31,0 15 1,0-4-400,1-8 0,2-4 385,-1-6 0,3-3 21,1 11 0,1-3 0,2 1-2,0 1 0,2 0 0,1 1-307,0 2 0,2 0 1,0 2 304,0 7 0,1 1 0,1 4-11,4-2 0,1 5-77,0 5 0,1 3 27,20-8 5,0 17-45,-3 18-2165,6 39 2221,-17-3 11,-11 3 1,-6 4 298,-8-10 1,-6 1-277,-3 7 0,-6 1 0,-5-4 0,-5-2-51,-4-5 1,-4-4-320,0-4 1,-1-4-2319,-24 6-7143,14-17 8599,15-10 0,15-4 1,9 1-1</inkml:trace>
  <inkml:trace contextRef="#ctx0" brushRef="#br0" timeOffset="6424">12242 1895 27436,'26'22'18,"-1"-1"0,-3 11 1,-7 4-10,-18 14 1,-7 2-8,5-9 1,0-1 7,0 7 1,1-1-282,3-6 0,0-3 300,0 21 13,1-22 1,-1-2 276,-2-3 153,1-17-250,0-12-57,-2-17-200,-1-11 34,0-23-1,1 5 1,8 3 1,5 0 91,10-12-91,-2 14 1,2 3 1,21-7-1,3 13 2,0 22 0,3 9-3,-9 5 0,0 8-26,15 14 1,-6 9-510,-19-7 0,-9 5-122,-6 15 1,-7-2 0,-5-11 0,-9 4 0</inkml:trace>
  <inkml:trace contextRef="#ctx0" brushRef="#br0" timeOffset="6835">13022 1807 22688,'0'-3'3377,"0"1"-3085,0 2-232,-10-3 404,7 16-173,-8 6 115,11 8-350,4 12 58,11-1-42,0-7-3038,9-2 3266,-13-21-150,1-6 244,-4-8-135,1-11 127,-2 1 115,-1-15-139,-4 0 3161,-4 6-3561,-2-8-186,0 23-133,-2-1-40,-6 13 1267,-1 12-514,-8 13-878,5 16-256,5-4-6242,4 16 7095,5-18 1,2-6 0,0-14 0</inkml:trace>
  <inkml:trace contextRef="#ctx0" brushRef="#br0" timeOffset="7101">13267 2220 26418,'6'1'5153,"0"0"-4457,-6-1-283,0 0-326,-62 34-498,47-17 314,-19 4 0,9 1-17,44-2-433,-7-10 200,23 0-3024,-12-14 3145,2 0 51,-2-8 275,-11 0-134,-1-1-59,-4-2-1285,-5 5-540,-4 2 1898,-14 3 0,9 4 1,-7 1-1</inkml:trace>
  <inkml:trace contextRef="#ctx0" brushRef="#br0" timeOffset="7624">1860 3520 10466,'11'-1'4033,"42"0"0,17 1-3283,-17 1 1,5 2-1909,-5-2 1,6 0-1,6 0 1,2 1 1341,-13 0 0,3 0 0,2 0 0,3 0 0,-1 0 1,0 0-1,-3 0-268,4 1 1,-1-2-1,-1 1 1,1 0 0,1 0-1,5 0 134,-10-1 0,4 1 1,1-1-1,2 1 1,1-1-1,-1 1 1,1-1-1,-2 0 1,-2 0-58,1 0 0,-2 0 1,0 0-1,-1 0 0,0-1 1,0 1-1,2-1 1,0 0 38,-3-1 1,2 1 0,-1-1 0,1 0 0,0 1 0,1-2 0,0 1 0,0 0 0,1 0-106,-3 0 0,0-1 0,0 1 0,1-1 1,0 1-1,1-1 0,-1 1 0,1-1 0,1 0 1,-1 0 102,-2 0 0,1 0 0,-1-1 0,1 1 0,0 0 0,1-1 0,0 1 0,-1-1 0,2 0 0,-1 1 0,1-1-4,-3 1 1,0-1-1,0 0 1,1 1 0,0-1-1,0 0 1,0 1 0,1-1-1,-1 0 1,1 1 0,0-1-1,0 0-7,-2 1 1,0-1 0,0 1 0,0-1 0,0 0 0,0 1 0,1-1-1,-1 1 1,1-1 0,0 1 0,0-1 0,0 0 0,0 1-4,1-1 1,1 1 0,0-1 0,-1 0 0,1 1 0,0-1 0,0 0 0,0 1-1,1-1 1,-1 1 0,0-1 0,0 0 0,0 1-4,1-1 0,0 1 1,0-1-1,0 1 0,0-1 1,0 1-1,0 0 1,0-1-1,0 1 0,0-1 1,0 1-1,-1 0 0,1 0-4,-1-1 0,0 1 0,0 0 0,1 0 0,-1-1 0,0 1 0,0 0 0,0 0 1,-1 0-1,1 0 0,-1 0 0,1 0 0,-1 0-4,-2 0 1,1 1-1,-1-1 1,1 0 0,-1 1-1,0-1 1,0 0 0,0 1-1,0-1 1,-1 1 0,0-1-1,0 1 1,0 0-6,2-1 0,0 1 1,-1 0-1,1-1 1,-1 1-1,0 0 1,0 0-1,0 0 1,-1 0-1,0 0 1,-1 0-1,0 0-14,7 0 1,0 0-1,-1 1 1,1-1 0,-2 0-1,0 0 1,0 1 0,-1-1-1,0 1 1,-1-1-116,0 1 1,0-1 0,0 1 0,-1 0 0,-1-1-1,0 1 1,0 0 0,-2 0 0,0 0 128,10 0 0,1-1 0,-2 1 0,0 0 0,-3 0 0,-3 0 0,-5 0 0,9 0 0,-6 0 0,-3 0 0,-3 0 0,2 0 0,-1 0 0,0 0 0</inkml:trace>
  <inkml:trace contextRef="#ctx0" brushRef="#br0" timeOffset="10982">3511 5471 21730,'3'-43'759,"0"0"0,-1 1 0,1-3 0,0 4-109,-1-15-280,-2 44-466,-1 7 113,6 34 6,0 21-7,3 12-721,-5-3 0,-3 4 693,-3-12 1,-3 0 0,2 11 0,-3 1-2,0-20 0,-3-1 0,0-1 7,-2 5 1,0-3-67,-2 6 1,-1-3 113,4-10 0,-1-9 149,-3-15-169,7-30 1,5-23 19,3 5 0,2-3-607,1-16 0,2-3 607,-2 17 1,1-2 0,0 0-6,1-9 1,0-2-1,2 1 0,0 3 1,2 0-1,-1 4 2,4-8 1,1 2 367,6-4 1,4 7-391,17 1 47,-13 28 0,4 6-67,11 9 0,1 6-824,20 8 827,-22-1 0,0 7-31,-1 13 0,-2 6-36,-6-2 0,-1 3-118,-3-1 0,0 3 0,-3-1-193,-3 2 0,-4 2-4538,-2 22 1,-5 0 4807,-7-27 1,-1-1 0,1 7 0,-2-4 0,-2-10 0</inkml:trace>
  <inkml:trace contextRef="#ctx0" brushRef="#br0" timeOffset="11183">3548 5748 24654,'9'-54'180,"0"1"1,17 10-1,11 2 1,5 5-977,-1 12 1,6 5 0,2 1 0,-1 1-1663,2-2 0,1 0 1,-1 1-1,-1 2 1647,7 0 1,-2 1 0,-7 4 0,-11 3 0,-8 3 0,-11 2 0</inkml:trace>
  <inkml:trace contextRef="#ctx0" brushRef="#br0" timeOffset="12032">10264 5362 25079,'17'23'51,"-1"11"-37,-9-1 0,-3 3-9,0-3 1,-1 0 44,-5 25 51,-5-11 1,-2-17 402,-5-11-174,5-16-100,-3-11-62,5-14-23,2-20-22,4-16-299,3 22 1,2-3 242,0-5 0,2-1-20,2-2 1,1 1 0,1 1 0,0 2-18,1 5 1,2 2-8,13-19-73,6 15 44,11 13-5,-5 12-6,1 12 0,2 5-537,18 15 545,-16-3 1,-1 5-3,-12 4 0,-5 4-6,-5 3 0,-6 3 3,-5 3 0,-6 2 3,-9 1 0,-5-1 11,1-7 0,-4-1 8,-14 8 1,-4-3 19,-12 1-3,14-14 0,-1-3 59,-7-6 485,10-17-451,8-9 26,7-12-65,6-2 527,6-1-584,8 2-11,24 3-5,3 11-12,23 6-5,-2 17-194,-23-2 1,0 2 190,0 2 0,0 1-17,-3 1 1,-2 1-37,9 17 11,-23 3-73,-35 6-28,-2-19 0,-7-1-757,-12 2 1,-5-1 176,-9-1 0,-2-1-1184,17-8 0,-1-1 0,1-1 1921,-13 3 0,4-2 0,17-5 0,4-1 0,-2 1 0</inkml:trace>
  <inkml:trace contextRef="#ctx0" brushRef="#br0" timeOffset="12732">4137 9053 22218,'0'-4'2425,"0"0"-1590,0 4-600,-67-39-56,23 35-2201,-17-6 0,-4 9 2080,24 17 1,3 9-20,-12 9 1,4 2 87,12-8 0,4 2-113,-2 11 0,4 3-22,8-7 1,4 1 9,-2 17 1,4 2-256,9-12 1,7 0 179,8 1 1,7-5-102,25 4-734,15-26 1,9-9-3053,-11-10 0,2-5 3960,-6 2 0,1 0 0,-5-2 0,-3-3 0,-7 0 0,8-4 0</inkml:trace>
  <inkml:trace contextRef="#ctx0" brushRef="#br0" timeOffset="13433">10261 8859 25466,'-12'39'15,"0"-1"0,1 2 0,3-1-60,10 22-866,0-23 1,1 0-383,4 22-21,-4-19 1,0-2 171,0 14-63,-6-13 600,-5-37 509,-1-21 365,2-5 1552,1-34-298,2 4-812,1 13 1,1-3-138,0 4 0,1 0-56,2-1 0,1 3-184,1-22 92,5 24 0,3 2-113,8-7-134,15-12-67,1 24-44,9 10-46,-7 9-17,-1 14 1,3 6-12,-8 2 1,0 2-347,7 2 0,0 4 346,6 15 1,-6 4-18,-16-9 1,-4 0 8,7 6 0,-7 2-51,-16 8 1,-12-2-23,-7-14 1,-6-2-96,-11 14 0,-7-3-295,-7-11 1,-1-6 39,8-4 1,-2-4-2733,0-3 1,-3-3-1,4-1 3169,5-2 0,3-1 0,-9 1 0,6-1 0,9-4 0</inkml:trace>
  <inkml:trace contextRef="#ctx0" brushRef="#br0" timeOffset="14115">7780 11168 21080,'0'-3'3316,"0"0"-2616,0 3-621,-47-33-7,21 27-38,-7-9 0,-1 3 10,-4 20 13,-5 2-18,-3 0 0,-1-2 29,4 0-46,13-4 34,-3 3-39,15 0-12,-4 6 18,8 2-1,2 7 1,2 7 16,2 11-11,2-5 42,2 0 0,1 2-345,-3 24 331,2-15 0,-1 2-528,1-3 0,0-1 508,0 1 1,1 0-6,0-1 0,1-2-15,2-4 1,4-2 17,11 0 0,6-5-1,21 3-255,-6-22 1,5-6 187,1-13 1,1-6-453,10-4 0,3-3 224,-15 5 1,2-2 0,2-2 261,1 0 0,4-1 0,-1-1 0,-7 4 0,-2 1 0,-4 1 0,9-3 0,0-1 0</inkml:trace>
  <inkml:trace contextRef="#ctx0" brushRef="#br0" timeOffset="15166">7477 11675 18705,'-44'15'1151,"1"-1"0,0 1 0,-15 4 1,11-4 225,25-11-1158,13-2 89,5-2-106,11-4-140,7-3 50,37-14-90,-16 7 6,4 0 0,1 1-45,1-2 40,17-4-18,-23 7-10,11-2 5,-23 6 5,16-3-122,-19 6-2180,5 2-7534,-6 1 8732,-4 3 0,-7-1 0,-6 0 0</inkml:trace>
  <inkml:trace contextRef="#ctx0" brushRef="#br0" timeOffset="16492">18805 3645 21315,'-48'-31'162,"1"1"1,2 2 0,6 13-113,5 32-28,5 5-10,11 1-1,10-5 56,15 3 73,22-3-94,21 9-3427,6-2 3386,-3 0 18,-21-4 5,-15-1 117,-20 11-55,-11-7-17,-16 9-23,-2-10-22,-3 1-5,3 0-46,3-2 12,13-7-6,7-3-5,7-7 27,8-1 18,18-1-23,-2-2-11,27 0-6,-10-2-45,7 3 3331,-13 8-3275,-22 7 12,-13 4 33,-26 11 28,-12 2-33,14-11 0,-3 2-18,-6 5 1,1 1-31,8-6 0,1 0 9,-19 20-18,24-10-38,13-11-236,6 3-4526,15-6 4823,6-6 0,-4-8 0,-4-4 0</inkml:trace>
  <inkml:trace contextRef="#ctx0" brushRef="#br0" timeOffset="17626">19008 13038 15216,'-4'0'6402,"0"0"-3792,4 0-2498,-41-39-50,47 20-17,-21-30-3393,64 31 3365,-5 7-85,-9 5 1,0 1 78,0 0-3,-2 2 1,-2 1-26,-9 1 11,2 1-5,-18 1 3375,-22 10-3347,-11 8 6,-28 11-9,22-13 0,-1 0 5,-9 6 1,-1 0-18,9-4 1,1 1-6,-3 4 1,4 0 271,2 6-269,12 0 17,25-10-6,14-2 12,16-1-6,2-5-15,-3-2 1,3-1 14,12 4-20,-15-3 0,-3 0 3,1 3-5,-11 4-1,-16-2 6,0 8 0,-6-5 6,-5 16-1,0-15-5,-14 29 12,-1-19-12,-12 16 0,2-11 22,1-3-28,10-9 18,5 0-35,11 6 23,4-1-5,6 13 16,4-8-39,0 4-45,-7 4-504,-27-15-772,-3-9-6785,-22-27 8134,17-10 0,11 5 0,10 4 0</inkml:trace>
  <inkml:trace contextRef="#ctx0" brushRef="#br0" timeOffset="18700">18711 5746 17954,'-6'-46'1365,"0"0"0,0 0 1,-2-15-1,3 6-737,10 1-214,0 19-234,1 16-147,-1 12-22,2 15-2,2 12 16,-1 15 0,-1 6-5,-2-6 0,-1 2-353,0 16 0,-3 2 349,-3-14 1,-3-1 0,0-3 0,-1-1 22,-10 24 28,3-16 140,2-17 259,5-14-63,3-13-246,2-16-56,0-16-28,1-20-51,2 16 0,1-2-134,1-7 1,1-3 127,2-6 1,3-1 2,1-3 1,3 1 2,1 2 1,3 3-6,0 6 0,2 3-166,-2 8 0,2 3 138,16-11-6,0 18-22,2 14 6,7 15 10,9 16-292,-24-3 1,-1 5 280,2 6 1,-2 2-57,-1 5 0,-2 3-131,-3 1 0,-3 2-242,-4 2 1,-3 0-392,-4 0 0,-4-1-807,-3-1 1,-3-2-3256,-2-4 1,-1-2 4397,-4 10 1,0-19 0,6-18 0</inkml:trace>
  <inkml:trace contextRef="#ctx0" brushRef="#br0" timeOffset="18875">18826 5675 12096,'-5'-3'6693,"0"0"-5219,5 3-1306,0 0-252,83-68-1384,-42 54 1,4 2 811,7-12 1,7-6 0,0 7 655,-3 14 0,-1 5 0,-4 1 0,-4-1 0,-3 0 0,-5 2 0,1-1 0</inkml:trace>
  <inkml:trace contextRef="#ctx0" brushRef="#br0" timeOffset="20465">18874 7185 16902,'0'-8'3430,"2"-25"1,0-3-2820,0 15-497,-1-15 1,2 7-81,0 25-28,-1 9 38,7 15 7,2 15 2,-2-2 0,-2 5 39,-2 20 1,-2 2-79,0-15 0,-2-1-545,-5 20 0,-4-4 576,-7 0 16,4-23 1,-1-1 157,-4 9 218,0-14-50,9-27-219,0-16-90,2-4 73,-4-38-100,5-2-423,1 11 1,1-2 385,1 12 0,2 0 14,0-10 0,1-2 19,3 2 1,0 1-20,2-1 0,1 0-9,2-2 1,3 3-1051,0 12 1,3 4 1041,21-20-11,-4 17-140,18 8 140,10 15-9,-29 8 1,0 3-3,28 6-1,-25 11 1,-4 5-11,8 18 16,-12-10 1,-4 2-4,-9-5 1,-6 1-3,-7 30-1,-19-3 7,-6-15 10,-6-12 1,-4-5 61,-12-2-25,15-8 0,2-3 576,-1-12-556,13-12 3332,10-15-3383,0 5 213,14-19-213,7 19 0,14-7-22,5 13-11,9 7 16,-6 8-11,-2 8 0,0 3 6,6 6-14,7 7 0,1 4 2,-23-8 1,-2 2 16,9 8 1,-5 3 16,-10 21-3431,-29-4 3330,-26-8 0,8-25 1,-2-4-294,-26 5-54,7-12 0,-1-3-146,14-3 1,0-1-1037,-17-2 0,0-3 1619,7-4 0,6-2 0,-7-1 0,9-2 0</inkml:trace>
  <inkml:trace contextRef="#ctx0" brushRef="#br0" timeOffset="20965">19330 8899 17300,'1'-5'4183,"-1"1"-1281,0 4-2622,-86-49-568,50 42 344,-23-12 0,-2 7-3216,13 44 3177,19-9 0,1 2-23,2 3 1,3 1-165,3 2 0,3 2 170,4-1 0,4 0-95,3 30 90,15-16-74,16-17 1,9-3-252,-2-10 1,5-3-268,17 6 1,3-4-2112,-2-7 0,-2-5 2708,-5-3 0,-4-1 0,11-2 0,-25-1 0</inkml:trace>
  <inkml:trace contextRef="#ctx0" brushRef="#br0" timeOffset="21676">19157 10563 20212,'0'-62'1391,"-1"-1"0,2 8 0,-1 6-1049,1 6 262,3 5-474,-3 25-119,3-1 6,2 23-23,1 16-27,2 22 5,-5-15 0,-1 2-270,-1 4 0,-1 2-52,-3 2 0,-1 2-462,-1-1 0,-1 1-1678,0 7 0,0-2 1381,2-16 0,0-2-1711,1 8 0,2-5-1403,2-9 4223,1-4 0,2-20 2262,-1-15 2522,-4-11-459,-8-12-1709,-6-10-1014,-6-9-1173,10 24 1,0 0 91,1-2 0,1 0-85,2 0 1,2 0 185,3-30-264,11 9-184,10 11-90,13 11-27,13 12-29,15 10-28,-25 10 0,2 6 7,0 8 1,3 6-1,-3 1-446,8 6 1,-2 3 415,-7 0 1,1 3-1,-6 0-33,-3 6 0,-7 1-14,-6 0 0,-7 1-20,-13-1 1,-9-1-363,-23 6 0,-13-4-252,5-14 1,-5-3-1,-1-1-1270,-4 0 1,-1-3 0,1-2-1304,7-4 0,2-1 0,2-4 3230,-4 0 1,8-4 0,12 0 0,12-3 0</inkml:trace>
  <inkml:trace contextRef="#ctx0" brushRef="#br0" timeOffset="22249">19525 11726 17350,'0'-5'4385,"0"2"-2805,0 3-908,-4-60-526,2 44 44,-5-45-190,4 60 17,-7 5 0,-11 7-11,-15 6 2,5-3 0,-3 1-5,4-3 0,-1 0 28,-12 2 0,1-2 30,-10-1 191,4-5-106,32-8-124,8-1 29,14 0-40,0 2 50,7 12-10,-6 10 61,-6 37-51,-6-27 1,-3 1-343,-2 11 0,-3 3 334,-5 3 1,0-2-49,6-14 1,0-1 16,0 16 1,5-5-18,8-11 34,15 17 68,12-33-1,28-7-100,4-16-62,-20-2 0,2-3-382,6-4 1,0-3-2393,-2 0 1,-2 0-372,-7 3 0,-2 0 3201,12-10 0,-38 19 0,-2 1 0</inkml:trace>
  <inkml:trace contextRef="#ctx0" brushRef="#br0" timeOffset="22426">19224 12072 19160,'-3'-2'5443,"0"0"-4843,3 2-953,77-43-151,-33 28-1710,-3-1 1,8-4 0,-4 5 2213,-8 8 0,-4 3 0,28-5 0,-28 4 0</inkml:trace>
  <inkml:trace contextRef="#ctx0" brushRef="#br0" timeOffset="25994">20158 5023 19960,'0'-3'3759,"0"1"-3054,0 2-610,-16-2 1,2 12-18,-12 3-44,11 11-12,5 0 6,7-3 73,10-6 100,3-6 461,14-8-309,-6-7-23,4-8-61,-13-7-73,-5-4-62,-4-2-89,-3 6 56,-6-4-73,2 13-23,-4-3-44,2 11-39,-3 10-163,-6 8-823,-4 12-2061,0 11 3125,2 11 0,9-21 0,4-1 0</inkml:trace>
  <inkml:trace contextRef="#ctx0" brushRef="#br0" timeOffset="26291">20213 5410 17713,'6'0'5271,"-2"0"-4314,-4 0-800,-58 44 289,46-29-314,-17 11 0,8-2 182,33-17-106,5-2 148,1-1 69,-3-3 118,-3-4-179,-3-3-101,-3-7-95,-1-5-84,-1-3-51,-2 1-397,-1 6-2408,-6 7 2772,-4 7 0,2 1 0,-1 2 0</inkml:trace>
  <inkml:trace contextRef="#ctx0" brushRef="#br0" timeOffset="28343">4517 5422 9531,'-7'0'5119,"1"1"-2996,6-1 751,0 0-2572,-23 1 85,18 0-253,-18 0-100,24 0 150,7 1 23,6-1-27,14 1-96,0-1 39,17 0-28,0-1-17,18 0-22,-21 0 0,1 0-262,-2 0 0,-1 0 228,0 0 1,-1 0 35,4 1 1,-1-1 19,-4 1 1,1 0-6,12 0 0,4-1-32,-6 1 0,3-1 0,0 0-547,-5 0 0,0 0 0,1 0 534,12 0 0,1 0 0,-3 0-3,1 0 0,0 0 8,-10 0 1,2 0 0,-1 0 22,12 0 0,2 0-21,-16 0 0,3 0 0,1 0 0,-2 0-5,7 0 0,0 0 0,0 0-9,-8 1 0,2-1 0,-1 0 0,-4 0 1,15 1 0,-2-1 0,-3 0 1,4 1 0,-4-1-9,2 0 0,0 0-1,-4 1 0,4-1 0,-3 0-4,-11 1 0,-1-1 1,-1 0-2,21 0 1,-2 1-4,-15-1 1,1 0-892,-1 0 0,2 0 0,-5 0 900,-8 1 0,1-2-1,13 2 0,7-1 1,-5-1-54,-6 1 0,-1-1 47,4 1 1,4-1 0,-3 1 3,2-1 0,0-1-4,-7 1 1,1 0 0,-2-1-42,4 1 0,-2 0 42,6-1 1,-1 0-4,-12 2 1,-1-1-1,-3 1 1,-1-1 1032,24 1-1055,-8 1 23,-10 2 3115,-10-1-3115,-10 0 200,-5 0-201,-2-2 674,5 1-662,5-1-6,-3 0 11,22-2-5,-6-1-6,6 0-33,-1-1 27,-12 2 23,3-1-33,-12 2 61,1-1 0,4-1-39,15-2-45,-4 0 39,22 1-6,-24 3-5,11 0 6,-20 1 5,-8 0 6,-3 0-17,-1 0 11,2-1-11,-1 0-22,20 0 22,-2 0 17,17-1-12,-6 1 6,-12 1 1,5-1 4,-17 1 18,7 0-12,-14 0-22,0 0 51,-3 0-18,0 0 74,13-1-29,-1 0-44,12-2-6,-5-1 11,-5 2-5,-9 0-23,-7 2-17,-5 0 34,0 0-11,1 0 61,4 0 18,6 0-35,4-2-10,2 0-12,0 0-17,-6-1-22,0 2 28,-7-1 6,0 1-6,-2 0 28,-2 0-6,1 1-11,1-1 12,3-1 5,1 1-23,1-1-33,-1 1 23,-1 0 22,-3 1-583,-1-1-1344,-7 1 1034,-1 1 0,2-2 0,2 1 0</inkml:trace>
  <inkml:trace contextRef="#ctx0" brushRef="#br0" timeOffset="32485">21445 4901 22677,'1'-32'918,"-1"6"-1013,-2 26 22,-11 6 73,-11 3-11,-3 2 42,-5 0 0,-2 0-3,-5 0-9,-6 1 1,-3-2 30,-1-2-16,16-3 0,2-1 117,-2-3 112,16-1-11,10 0-84,4-1-314,3 0 62,-2 12 146,-7 21-45,-4 13 13,-1 5 1,0 1-8,-2 10-321,7-21 0,0 5 0,1-5 301,4-7 0,1-1-159,1 24 1,4-1 200,12 5-17,-1-27 0,6-5-6,26-4-1064,4-17 1,5-6 1041,-3-4 0,-1-2 0,-3 2 0,-4-1 0,12-8 0</inkml:trace>
  <inkml:trace contextRef="#ctx0" brushRef="#br0" timeOffset="33234">21995 4990 21752,'-8'-3'1681,"1"1"-1681,7 2 90,0 0-51,4 60 11,-1-23-19,-1 6 0,0 1 53,-1 2 28,-4-4-6,-2-6 96,-5-7 156,2-11 124,2-8 134,4-7-224,2-7-3509,1-32 3145,0 11-41,2-7 0,0-3 24,6-16-3,-3 18 1,1-2 2,6-8 0,0 1-45,9-17 12,-6 27 0,2 3 5,14 2-22,10 8-1,9 7-16,8 8-135,0 11 152,-4 8-34,-13 11 3259,-17 27-3236,-25-8 30,-8-11 1,-5-1-9,-26 15 25,17-25 0,-1-1 14,-20 14 94,5-11-26,9-11 38,8-8 23,7-8 223,5-5-256,4-6 16,5-10-89,5 6-23,6-2-17,7 11 1,7 4-1,10 11-11,8 12 6,-12 5 0,0 5-17,8 17 11,-16-14 0,-5 0-11,-12 8 0,-17-4-39,-17-7-3543,-22-7 3313,18-13 0,-2-2-336,-6-2 0,-2-2-892,0 0 0,-1-3 1525,-3-2 0,3-1 0,-5 1 0,10-4 0</inkml:trace>
  <inkml:trace contextRef="#ctx0" brushRef="#br0" timeOffset="34101">20120 6889 21595,'-14'-29'40,"1"6"-7,4 45 6,-2 10-16,3 4-1,2 6 34,11-11 90,4-7 168,6-9-101,-2-7 465,9-8-242,-5-11 1,7-7-34,-7-11-235,-6 5 202,-5-16-202,-6 16-106,-1-4 55,-7 9-111,2 11-68,-5 0-50,2 6-873,-10 18-1161,4 3-3796,-6 19 5942,12-5 0,4-11 0,3-8 0</inkml:trace>
  <inkml:trace contextRef="#ctx0" brushRef="#br0" timeOffset="34467">20203 7299 13726,'-6'3'7001,"1"-1"-6228,5-2-437,-1 19-55,5-6-63,1 16-5,6-12 22,-2-5 34,-2-2 913,-3-6-197,0-9-648,-2-6 16,0-9-196,-1 2 95,-3-7 0,-7 1-191,-1 4-44,-6 2-23,-4 13-10,1 8-539,-5 15-1355,9 3-5327,9 10 7237,12-9 0,0-7 0,1-8 0</inkml:trace>
  <inkml:trace contextRef="#ctx0" brushRef="#br0" timeOffset="34957">21445 6836 19507,'0'-5'3164,"0"2"-1887,0 3-1226,-23-38-40,-1 33-28,-30-24 23,-1 45-1,24-8 1,-1 1-1,1-1 1,1 0 22,-22 3 17,13-4 16,15-4 1,13-3-6,6 0-17,4 0-50,1 0 11,0 3 28,1 3 17,-1 9 0,1 8 39,0 14 33,-5 12 34,-4 11-75,2-27 0,-1 1-159,0 0 1,0 1 138,1 0 0,2-1-23,-1-2 1,3-1 39,10 25 56,8-10 6,18-11-51,13-11-213,12-12-258,-26-9 0,1-3-1445,2-2 1,0-3 1831,25-4 0,-23 0 0,-19 4 0</inkml:trace>
  <inkml:trace contextRef="#ctx0" brushRef="#br0" timeOffset="35518">21863 7004 20296,'0'-3'3859,"0"0"-1831,0 3-2017,9-37-27,-8 36 32,6-17 7,-11 55-12,-4 13 0,-2 8-196,3-21 0,0 0 190,-4 13-2,4-17 0,0-2 19,-1 2-5,0 1 5,4-11 158,1-12 340,3-7-424,0-8 319,0-2-348,4-22-28,2-4-5,6-24-12,-4 16 1,1-1-12,4-18 0,-4 11 0,0 3 1,1 2-1,0 6 0,2-1 6,9-2-20,3 11 0,2 3-2,9 3 5,25 6 5,-20 17 6,11 11-16,-16 2-23,11 30 17,-22 1-12,-8-10 1,-2 4-62,-4 15 0,-5 2-132,0-12 1,0 0-1340,2 21 1,-1-4 305,2-2-1053,-2-24 0,0-4 2302,-3-6 0,1-6 0,-4-10 0</inkml:trace>
  <inkml:trace contextRef="#ctx0" brushRef="#br0" timeOffset="35760">21975 7198 17322,'-1'-3'4733,"1"1"-2722,0 2-1714,39-57 50,1 35-247,-5-10 1,3 0-367,-6 23 0,1 5 334,15-4 281,12-3-316,-2 0-856,-18 4 823,-10 1 0,-28 5 0,-10 2 0</inkml:trace>
  <inkml:trace contextRef="#ctx0" brushRef="#br0" timeOffset="54033">3895 6125 21383,'-4'-38'569,"0"-1"1,0 0-1,3 10-277,2 21-74,2-3-61,-2 7-51,0 2-274,0 1 107,-1 9 94,0 4-22,0 10 6,0 4-6,0 5 1,0 2-18,1 5 12,1 4-6,0 4 5,-1 1 6,-1 0 1,-1 0-1,0-1 0,-2 2 0,2 1-11,1 1 6,0 1-1,1 0-16,2 2 11,1 1 6,-2 0 8,0-15 0,-1 0-3,0 20 3,-2-9 0,1 1-25,0 6 11,-1-19 0,1-2-17,1 13 28,1-1 17,1 2-28,0 2 39,-1 1-11,-2 2-16,0 0 4,-2-1-16,-1-1 0,-1-3-22,1-3 33,3-11 0,-1-1-5,1 4-1,0-6 1,0-2 5,0-4 6,0 8-6,0-5-16,0-1 22,-2-4-23,-1-2 12,-1-3 16,1-3-16,1-3 10,2-1-4,0-4-1,0 0-6,0-3-16,0 2 11,0 0-17,0 0 17,0 5 17,0-5-11,0 3 22,-1 2-23,0-1 12,0 7-17,-1 5 11,1-6 29,-3 10-7,3-8-16,-2 5 0,3-1-6,1 6 17,2-3-17,0-1 17,1 0 51,-1 3 156,0 18-129,-2-11 51,0 11-95,-1-27-12,0 5-22,0-6 6,-1 4-1,1 1 23,-1 2-3347,0 5 3325,0-11 45,0 3 5,-1-14-45,1-1 286,1-5-275,0-2-1848,0 3-1826,0 0 3624,0 4 0,0-6 0,0 0 0</inkml:trace>
  <inkml:trace contextRef="#ctx0" brushRef="#br0" timeOffset="54993">22893 5347 23511,'4'-5'213,"-1"1"-196,-3 31-39,-3-9-594,-11 26-6941,-7 2 7557,-1 2 0,5-14 0,11-21 0</inkml:trace>
  <inkml:trace contextRef="#ctx0" brushRef="#br0" timeOffset="55334">23605 4921 24760,'-50'-2'15,"-1"1"0,8-3 0,4 7-384,9 17 1,2 7 390,-2 1 0,2 3 14,-2 10 1,3 4-32,4-3 1,8 1 16,14 0 1,7-2-6,15 4-126,32-18 0,10-7-286,-28-13 0,1-1-830,6 2 1,5 0-1,-6-3-3160,17-1 3744,-7 0 1,-33-4 0,-2 2 0</inkml:trace>
  <inkml:trace contextRef="#ctx0" brushRef="#br0" timeOffset="56415">20322 8705 21528,'-47'-26'381,"6"11"-331,26 37 62,1 2 40,5 2 28,4 1-113,5-11 162,5 0 158,4-13 78,4 0 55,3-7 52,2-6-304,-4-2 349,3-16-320,-11 7-62,2-10-73,-8 9-89,-5 5-39,-4 6-29,0 5-21,0 4-40,-6 6-163,2 6-363,-7 10-1295,4 10-4844,1 9 5873,2-1 0,6-19 0,5-13 0</inkml:trace>
  <inkml:trace contextRef="#ctx0" brushRef="#br0" timeOffset="56765">20316 9100 14566,'4'-5'6341,"0"2"-4857,-4 3-1394,-26 16-62,17-5 11,-17 13 12,27-10-12,2-5 101,13 4 39,-3-6 179,6 1 365,-7-5 94,-6-2-262,-3-5-207,-2-3-108,-5-5-83,-1-4-56,-4 1-23,-1 0-27,2 5-40,1 4-50,1 4-140,1 2-600,1 4-3618,1 4 4397,0 1 0,3-1 0,0-5 0</inkml:trace>
  <inkml:trace contextRef="#ctx0" brushRef="#br0" timeOffset="57283">21539 8608 20431,'-3'-5'2683,"1"1"-1378,2 4-1053,-52-35-135,30 26-81,-11-11 1,0 4 8,9 16-17,-4-1 22,-5 1-33,11 0 11,-6 1 28,14-1 11,-1 2-16,0 1-18,3 0-16,2 1 5,-1 0-22,2-1 12,-2 4 21,-2 10-16,5-5 51,-6 20-12,7-8 22,-5 14 29,0 2 27,-4 5-22,-3 5-34,6-17 1,-1 0-34,-5 12-15,6-13 1,2 0 25,3 16-45,1-10 23,7 8 44,17-18 57,29-1-133,-16-16 1,4-3-300,19-3 1,1-4-447,-19-1 0,-1-3 743,15-4 0,-6-2 0,-18 2 0,4-4 0</inkml:trace>
  <inkml:trace contextRef="#ctx0" brushRef="#br0" timeOffset="58042">22144 8988 21735,'9'-61'1215,"0"1"1,0-1 0,-3 14-975,-6 33 112,-1-5-230,0 16-196,0 3 62,-1 6-3336,-3 23 3358,2-6 6,-9 33 0,3-24 0,-1 1-488,-6 22 471,3-16 0,0 0 78,-10 16-218,0-1 146,5-13 3103,7-20-2818,9-17 79,2-2-113,2-23-240,2 6 22,6-35-3,-2 16 1,0 0 254,6-25-272,-2 0 1,0-1-3,-5 25 0,-1 1-6,2-8 0,0 0 34,0 5 0,1 5-3075,6-4 3035,4-4-10,18 18-1,0 15 0,8 0-16,8 16 5,-8 12 17,-16-5 0,-1 5-228,3 12 1,-3 5 185,-5-4 0,-4 1 8,0 0 0,-5 2-1252,-9 12 0,-5-2 815,-5-3 73,0-6 0,-4-1-4515,-19 8 4913,8-17 0,-4 4 0,15-23 0</inkml:trace>
  <inkml:trace contextRef="#ctx0" brushRef="#br0" timeOffset="58275">22181 8987 25197,'50'-37'211,"-1"1"0,0 0 0,-7 10-160,-14 17-146,-3 2-589,-4 4-5499,-11 7 6183,-3 2 0,-4 1 0,-1-3 0</inkml:trace>
  <inkml:trace contextRef="#ctx0" brushRef="#br0" timeOffset="61259">10736 6221 19725,'5'-47'2963,"-2"9"-2375,-1 34-364,-2 3 263,1-1-464,-1 13-12,1-3 28,1 22-5,-1-8-1,1 13-5,-2-3 6,0 2 0,-2 3-12,0-7 45,-4 21-22,0-13-23,-1 9 34,-3 10-22,3-16-6,-2 19 6,4-11-6,2-1-28,3-10 33,0 16 6,0-15-5,0 18-12,1-8-10,0-2 4,0-1 24,-1 0-12,-1 0 0,0 4 0,0 2 0,1 3 11,0 1-22,0 2-3409,0 1 3420,0 0 0,0-1-6,0 1 17,-1-26 0,1 1-17,-1 0 1,-1 0-9,0-2 0,0 0 31,-3 23-28,0-22 28,1 7-6,1-13 6,0 10-6,0-7 12,1-1 3363,-1-6-3363,-1 11-23,0-9 0,-2 10-6,2-6 40,-1-2-3404,2-2 3359,0-3 5,1 0 23,2-2-11,-1-3-29,1-1 23,0-1-11,0 1 3392,0 0-3359,0 2-33,1-6 39,-1 0 39,0-9 90,0 0 638,0-3-1299,0-4-4246,0 0 4722,-1-4 0,0 5 0,1 1 0</inkml:trace>
  <inkml:trace contextRef="#ctx0" brushRef="#br0" timeOffset="62441">22722 7249 24463,'-16'1'118,"4"0"-275,9 33-4049,-5-4 0,-1 2 3143,-5 16 0,-4 6 0,10-37 0</inkml:trace>
  <inkml:trace contextRef="#ctx0" brushRef="#br0" timeOffset="62734">22986 6998 24811,'37'-33'106,"-8"18"-134,-24 66-56,-3 6-163,-2-20 1,0 1-146,1 14-224,0 8-9215,5-1 0,-2-28 9331,2 15 1,-5-39 0,0-4 0</inkml:trace>
  <inkml:trace contextRef="#ctx0" brushRef="#br0" timeOffset="63034">23038 7230 15490,'-3'-59'1866,"1"0"1,0 11 0,1-2 0,0 5-1374,2 11 0,1 1-1,2-21 1,2 2-291,3-1-57,6 5 52,2 29-74,20 7-78,7 4-31,-11 12 0,-1 2-20,18 9-2134,2 17 1,1 7 2125,-19-10 0,0 3-7,0 0 1,3 4-1,-4 1-765,-3 13 0,-6-1 775,-5-15 0,-9-1-153,-21 18 1,-17-4 163,-10-21 0,-8-5-38,8-1 1,-2 1 0,-3-3-988,-8-4 1,-4-3-1,6-2 987,5-2 1,4-1 0,-2-1 0,8-2 0,17-3 0</inkml:trace>
  <inkml:trace contextRef="#ctx0" brushRef="#br0" timeOffset="64168">20300 10269 11234,'0'-3'8452,"0"1"-5775,0 2-2475,3-25-79,-7 24-16,2-16-35,-8 32-16,3-2-3319,4 3 3336,5-8 162,8-1 28,3-6 79,7-4 89,3-5 51,-3-8-40,-3-4 3281,-8-1-3320,-8-5-313,-3 10 72,-6-2-55,-1 11-107,-4 1-17,1 2-101,-7 10 34,6-1-285,-8 15-645,8 3-1411,0 11-4605,5 7 6182,5-4 0,2-13 0,1-10 0</inkml:trace>
  <inkml:trace contextRef="#ctx0" brushRef="#br0" timeOffset="64535">20367 10585 21539,'-29'25'841,"8"0"-645,27-17-11,3 3-4134,6-3 4257,-2-3 1285,3-2-876,-6-9-510,-2 1 331,-5-11-258,-3 6-168,-2-2 3415,-5 2-3471,-1 6-34,-8-1-16,1 3-62,-3 2-17,6 2-319,1 4-1031,7 2 575,12 4 0,-6-5 0,9-1 0</inkml:trace>
  <inkml:trace contextRef="#ctx0" brushRef="#br0" timeOffset="65001">21343 10042 24508,'-30'-27'33,"0"0"1,-18 6 0,2 11-34,14 17 0,-4 4 0,0 0 11,9-1 6,2 0 0,6-3 11,10-2-6,3-2-33,3 0-6,3 0 28,0 1 6,-1 4 45,-1 8 44,-2 6 101,-13 31-162,5-19-14,0-4 0,-1 1 64,-5 22-22,2 2-14,8-22 0,2-1 64,1 16-72,3-12 139,19 20-168,-3-28-25,7 1 1,5-2-469,23-2-722,-11-11 0,3-3-3723,4-6 1,-1-2 2699,20-2 1,-15-5-1,-41 3 1</inkml:trace>
  <inkml:trace contextRef="#ctx0" brushRef="#br0" timeOffset="65725">21650 10183 24570,'9'-3'336,"-4"11"-317,-7 20 1,-3 7 8,-2 12 5,0-11 1,1 1-31,4-3 0,-1-1 2,-4 27 29,6 1 0,-1-43 38,0 3 170,1-16 38,-1-3-140,1-10-62,0-6-5,1-41-51,3 16-224,1-10 0,2-2 286,2-11-25,-1 18 0,-1 0 53,3-17-51,0 13 12,1 12-45,7 9 17,6 5-3221,21 1 3170,-11 8 353,22 2-347,-16 9-28,7 9-12,-6 10-38,-5 25 56,-21 16-1,-16 5-196,-9-30 0,-5-2 242,-24 18 3144,6-13-3134,6-14 1,1-3 90,4-5 42,-14 0-54,29-26-45,4-9-11,1-4 641,7 0-669,3 4 16,7 4-32,6 7 10,8 5-11,10 11-50,12 10 28,-8 4-1685,-7 2 0,-2 4 1662,6 13 9,-13-11 0,-4 1 8,-8 18 0,-26-3-1123,-31-12 1,-9-4 1102,23-12 1,-2-1-119,-11 0 0,-7 0 0,8-4-671,-8-5 826,-3-5 0,3-1 0,16 0 0,-23-3 0</inkml:trace>
  <inkml:trace contextRef="#ctx0" brushRef="#br0" timeOffset="69391">4702 9398 7934,'-7'-2'6212,"2"0"-4694,5 2-134,0 0 952,-52-11-1508,37 8-369,-37-8-515,50 11 51,2 1 72,2 3 28,4 8-5,4 2 95,6 4 16,2-7-22,9-3-44,8-5-74,-3-2 40,17 0 22,11-1-266,-29 0 1,2 0 195,5 0 0,1 0 3,-5 0 1,-2-1-15,4 1 0,-2-1 3,23 0-14,-21-1 0,1 1-326,7-2 0,1 0 325,2 0 1,2 0-517,11-2 0,1-1 522,-5 0 0,-3 1-11,-10-1 1,2 1-809,3-1 0,4-1 0,-5 1 811,-8 1 0,2-1 18,2 1 0,7-1 0,0 0 1,-4 1-94,12-1 1,0 0 95,-12 1 0,5 1 0,2-1 0,-3 0 21,9 0 1,-1 0 0,1 0-21,-8 1 1,1-1-1,0 1 1,-1 0-25,7-2 0,-1 1 0,4 0-128,-1-1 0,4 0 0,0 0 0,-6 1 115,-7 1 0,-4 0 1,2 0-7,2 0 0,3-1 0,-2 0 0,-6 2 969,-1 0 0,-2 1-951,19-2 0,2 1-14,-20 2 0,0-1 1,0 1-9,1 0 1,0 0 0,0 0 5,2 0 1,1 1-1,-2-1 10,17 1 1,-3 0-6,-15 0 0,0 0 3,11 1 0,-3 0 164,0 1-181,-18 0 0,-1 0 22,11 1 213,-13-1 0,1 0-230,5-1 1,-1 1 11,21 0-6,-19-1 0,-2 0 1892,5 0-1878,-2-1 0,-1 0-30,-1 0-1,-1 1 0,0 0 6,-2-1 720,7 1-703,-6 1 128,-3-1-134,10 1-11,-12 0-6,8 0 12,-15-2-6,0 1 0,2-1 17,6 0-23,4-1 12,-4 0 5,19-2 23,-16 2-40,8-1 0,-4 2 18,-16 0-12,5 0-6,-13 1 12,-8-1 72,-4 1-44,-2 0 5,0-1-11,2 0-11,8-1-1,-1 0-4,6-1-1,-6 0 0,-2 2 34,-2-1-17,-3 1-252,-2 0-633,4 0-5125,4 1 5982,4-1 0,-3 0 0,-3 0 0</inkml:trace>
  <inkml:trace contextRef="#ctx0" brushRef="#br0" timeOffset="70582">23010 9086 17591,'1'-3'4957,"-1"0"-3870,0 3-919,9-10-34,-7 23-61,4 0-168,-12 28-773,-8 8-7394,-8 3 8262,-2-8 0,12-22 0,7-14 0</inkml:trace>
  <inkml:trace contextRef="#ctx0" brushRef="#br0" timeOffset="70843">23484 8726 19464,'2'-5'4285,"-1"1"-3430,-1 4-787,4 4 135,-8 18-203,3-1-1713,-7 9 1,-1 3 1157,-3 15-95,5-14 1,0 1-1944,2 18-5747,3-8 8340,3-11 0,-1-15 0,1-11 0</inkml:trace>
  <inkml:trace contextRef="#ctx0" brushRef="#br0" timeOffset="71119">23450 8842 21080,'-5'-57'1219,"1"0"0,0 6 1,4 4-643,16-7-364,20 10-79,13 12-112,-18 20 1,3 6-392,5 10 1,-1 6 374,18 6-1902,-8 15 0,-4 7 1896,-5 3-28,-5 3 0,-4 2 902,-9 0-925,-18 7 1,-10 0-303,-10-7 375,-11-1 0,-9-4-33,5-22 0,-3-4-93,-9 4 0,-2-2-456,2-3 0,-1-3-3607,5-3 0,2-2 4167,-20-3 0,26-3 0,18-3 0</inkml:trace>
  <inkml:trace contextRef="#ctx0" brushRef="#br0" timeOffset="72585">22518 10530 20615,'2'-3'4044,"-1"0"-3624,-1 3-386,10-9-6,-9 29-78,3-4-4391,-18 23 1,-7 4-5228,2-1 9643,0-8 1,1-5-1,11-20 1,4-3 0</inkml:trace>
  <inkml:trace contextRef="#ctx0" brushRef="#br0" timeOffset="72907">23253 10115 20394,'-41'11'78,"-1"-1"0,1 0 1,-9 0-1,4 5 899,4 15 1,7 4-922,0 12-34,8-3 1,6 2-12,16 13-11,10-5 5,28-10-78,1-25 1,4-3 60,-8-1 1,4-2-525,10-2 0,8-2 0,-4-2-4380,-2-2 1,-2-3 4377,10 2 0,-5-1 0,1-2 0,-37 0 1</inkml:trace>
  <inkml:trace contextRef="#ctx0" brushRef="#br0" timeOffset="76652">4221 10224 18285,'-15'-44'1258,"1"0"1,1 4-1,1 7 177,-2 8-1015,6 10-191,0 3-218,7 10-128,1 2 156,8 7-22,11 4-12,-2 1 7,16 6-12,-15-7-6,8 4 6,-7 1 17,3 2-12,1 3 23,5 2-5,5 2-23,5 1 5,5 2 1,4-1-12,-12-5 1,1 0 16,17 12 6,-18-11 0,-2 0-1,9 13-16,0 1 6,-1 1 16,3-2 29,5-1-12,-22-18 0,1-1-118,2 0 0,2-1 79,1 0 0,1 0 14,1 0 0,1 0 0,-2 0 0,1 0-6,-1 0 0,-2 0 9,-1 1 0,-2 0-9,-1 0 1,-1 1 19,19 19 0,-4-1-11,-4-1 22,-1-2-11,4-2 11,4-3-3,-7-10 1,0-1 13,22 6-42,-21-8 1,0 0 8,9 4 5,-5 0-11,-6-1 6,-7 0-11,-7-1 5,-3 0 17,-4-2-28,-1-1 220,-2-3-225,-2-2 21,-2-3 18,-1-1-23,-1-1 23,1 0-40,-3-1 29,6 0-1,-3 0-22,7-1 34,-3 1-18,-1-1 29,12 0-6,-1-1-39,13-1 12,2 1-12,2 1 0,1 3 16,-1 4-21,-11 1 16,4 4-5,-1 5 33,11 5-34,-5-2 18,1-4-11,-18-8 16,6 2-12,-11-5-10,5 4 16,-10-4-10,-4-1-1,-3-3 39,-1 0-39,-1-1 29,2 2-1,0 0-17,2 1 62,7 2-61,-5-2-7,6 1-10,-8-4 5,0 0-201,0 2-841,1 0 1031,2 1 0,-4-1 0,0-1 0</inkml:trace>
  <inkml:trace contextRef="#ctx0" brushRef="#br0" timeOffset="78682">24139 9061 16740,'2'-9'5478,"0"2"-4997,-2 7 623,0 0-1060,19-9-10,-13 16-23,13 1-190,-24 23-527,-8 6-1988,-9 5 2694,-8 2 0,13-20 0,2-3 0</inkml:trace>
  <inkml:trace contextRef="#ctx0" brushRef="#br0" timeOffset="79199">24633 8545 24038,'17'-45'269,"-10"9"-213,-25 39-28,-8 1-45,-5 1 39,-1-1-5,4-2-6,8-2 34,6 0-23,7 0 79,3 0-73,3 0 0,0 0-33,0 5 33,-2 4 11,-2 10 0,-3 8 11,-2 11 12,-2 7 16,-2 6 1,-2 0-29,1-2-16,3-6-23,5-13 39,4 5 6,19-13-11,9 1-11,7-9-23,20-10-45,1-4-223,-20-2 0,1-2 145,-1 0 0,-2-2-4747,23-19 3622,-24 6-4415,-8-11 5652,-22 10 0,1 6 0,-4 2 0</inkml:trace>
  <inkml:trace contextRef="#ctx0" brushRef="#br0" timeOffset="79400">24485 8752 25152,'37'-22'181,"-1"0"1,-3 2-1,-3 4-103,3 8-106,-15 4-482,22-1-1019,-26 9-851,2 0 2380,-11 5 0,-4-5 0,-1 0 0</inkml:trace>
  <inkml:trace contextRef="#ctx0" brushRef="#br0" timeOffset="80933">20269 11567 14214,'0'-4'6151,"0"1"-4619,0 3-1234,-38-1 39,14 13-135,-29 3-86,29 13-71,9-1 112,8-5-45,9-5-3285,6-7 3436,9-5 0,5-9 62,5-7 492,3-20-463,-11 5-80,-4-11-72,-14 15 3307,-6 4-3436,-2 4-56,-3 7-67,-2 3-253,-1 11 74,3 0-696,-5 16-1685,6 6-6352,0 15 8962,5-1 0,1-14 0,3-13 0</inkml:trace>
  <inkml:trace contextRef="#ctx0" brushRef="#br0" timeOffset="81249">20197 12047 22083,'-5'49'600,"4"-9"-136,10-29-256,-1-4 268,9-3 67,-4-4 67,2-5-27,-4-3 16,-4-9-453,-4 5 100,-6-6-89,-3 9-50,-9-3-68,-5 6-45,4 1-55,-2 8-197,10 4-1837,2 10-22,4-3 2117,15 9 0,-8-17 0,8 3 0</inkml:trace>
  <inkml:trace contextRef="#ctx0" brushRef="#br0" timeOffset="81742">21388 11434 23237,'-47'-40'375,"-1"8"-246,23 32 22,-23-1-117,13 1 13,-2-1 1,1 0-31,2 1 28,-18-1-1,35 1-38,8 0-17,8 1 95,1 7 196,-2 30-129,-5 1-321,2-6 1,-2 0 348,-15 24-106,2-9-26,5-17 1,0 1 5,2 0 1,0 0-32,-7 19 6,9-13 0,5-4-11,7-7 11,10 15-16,13-21-75,14 4-200,-8-12 0,2-2-924,26 8-3684,-18-10 1,0-1 4870,7-1 0,-10-3 0,-24-4 0</inkml:trace>
  <inkml:trace contextRef="#ctx0" brushRef="#br0" timeOffset="82167">21952 11458 19938,'2'-4'4027,"-1"1"-2358,-1 3-1450,5-32-102,-7 23-61,0-22-44,-8 32 27,-19 7-28,10-2 0,-37 13-11,16-4 11,-19 7 12,16-4-18,7-2 1,11-4 22,-3 6-22,15-9 5,-12 15 11,13-4 6,-3 13-5,5 6 10,4 9-16,3-6-3,2-6 0,2 2-1682,7 1 0,2-1 1671,-5-3 0,4-2-1,14 7 1,7-8-230,17-14 193,-10-8 1,6-4-421,12-11 1,3-6-1365,-4 1 0,0-3 1379,6-5 1,-5 1-1,-9 2 1,-31 10-1</inkml:trace>
  <inkml:trace contextRef="#ctx0" brushRef="#br0" timeOffset="83201">21829 11504 12556,'2'-3'7841,"0"1"-5707,-2 2-1350,25-36-235,-19 24-146,19-28-89,-26 34-28,-1-1-18,-1 1 35,-5 2-247,1 2 17,-13 5-50,7 2 21,-15 9 46,3 3 0,-12 7-12,-1 6 28,-4 2-55,4 4-23,4 0 5,8 1-33,8-2 23,9 0 5,4-1-17,5 1 11,0 3-5,0 2 17,-6 2-1,-2-2-16,-3-7-6,4-11 6,3-7 39,7-7 0,6-2-22,11-2-23,12 0-50,8-2-84,7 0-4793,-15 0 1,0 0 4913,5 0 1,2 2 0,-33-3 0</inkml:trace>
  <inkml:trace contextRef="#ctx0" brushRef="#br0" timeOffset="85367">10111 9830 18352,'44'-42'922,"1"1"1,-6 6-1,-9 4-709,-16 10 168,-3 4-34,-1 3 169,4-5-113,-5 7-89,-2 2-230,-6 8-34,0 1 1,-2 5 83,-10 15-67,-4 5 1,-10 14-29,3-9 17,-7 9 17,-6 4-458,-4 6 424,14-19 0,-1 0-11,1-3 0,0 1 19,-10 10 1,-2 0-20,4-5 0,-1 2-431,1-2 0,-2 1 1,1-2 430,-4 5 0,0-1-14,-7 5 0,2 0-211,10-9 0,3-1 202,7-7 1,1-1 8,0 2 0,0 1-106,-19 20 134,19-22 0,0 1-3,-4 2 0,1 0 6,1-2 0,2-2-6,-17 14-1192,7-7 0,-1 1 1159,-14 12-4,14-12 1,1-1 840,-5 6-843,0 5 11,22-22 40,-11 14-29,14-16 318,-3 2-301,-5 6 91,2-4-124,-11 11 3391,9-9-3419,-12 9 22,11-11 11,-4 2 6,5-5 39,2-5-39,1-2 16,-11 8-3397,4-4 3398,-14 11-40,3 2 6,0-1-11,7-2 11,8-4 6,8-8 16,2-2 3393,6-5-3393,-1 1 0,1-3 34,-5 4-21,-2 0 26,-7 6-33,3-3 23,-9 6 5,8-6-17,-4 3 62,8-4-73,6-5 39,1 0-39,3-3 5,1 0-16,-1 1-6,-1 0 12,0 0-29,-1 1-61,1-1-101,1 0-5892,1 1 5212,0-1 0,1 1 0,0-2 0</inkml:trace>
  <inkml:trace contextRef="#ctx0" brushRef="#br0" timeOffset="88109">23743 10504 24363,'23'-18'89,"-8"13"-106,-27 35-257,-5 9-908,-6 4-3736,0-1 4918,4-6 0,9-20 0,7-10 0</inkml:trace>
  <inkml:trace contextRef="#ctx0" brushRef="#br0" timeOffset="88592">24340 9996 17188,'1'-5'4385,"-1"2"-1707,0 3-2606,-3-23-21,-19 21-34,-6-15-6,-20 26 22,-7 1 12,12-3 22,-4-1-22,23-4-22,5-1-23,10 1 16,3 1-10,2 1 16,0 3 6,1 3 12,-2 5 21,-1 6 40,-5 17-39,1-9 27,-5 18-10,3-13 5,-2 9-40,2-2-16,6 16-16,5-26 32,9 13-4,5-31 16,11-1-5,22-6-107,5-9-46,4-2-603,6-7-1793,-16 3 1650,5-3 0,-23 5 0,-11 2 0</inkml:trace>
  <inkml:trace contextRef="#ctx0" brushRef="#br0" timeOffset="88826">24075 10257 24027,'21'-33'179,"14"5"-252,3 19-476,-3 4 0,0 1-829,-1 1 1378,3 0 0,-3 0 0,-13 2 0,8-1 0</inkml:trace>
  <inkml:trace contextRef="#ctx0" brushRef="#br0" timeOffset="89282">24629 9805 23954,'37'-22'184,"-1"1"1,-4 2 0,-2 3-106,7 8 27,-4 1-67,-12 6-5,-3-1 83,-4 12 7,-8 1-29,-1 12-56,-2-5 17,-1 9 56,1 8-62,1 5 29,3 11 22,0-1-3336,0 8 3319,-2-8-9,-4-6 1,-1 0-258,-3-12 1,-1 1 181,-1 14 0,-2-2-188,-7 10 205,-7 3-2124,-7-13 1799,-5-2 5,-4-9-4613,-2-19 1,-1-4 3931,4-2 0,-26 4 0,53-13 0</inkml:trace>
  <inkml:trace contextRef="#ctx0" brushRef="#br0" timeOffset="90626">22634 11786 17944,'1'-3'5545,"-1"0"-4369,0 3-1176,6-12 34,-7 27-23,0-7-207,-17 42-135,3-17-425,-8 9 756,-2 3 0,14-26 0,-7 14 0</inkml:trace>
  <inkml:trace contextRef="#ctx0" brushRef="#br0" timeOffset="90900">23104 11505 19411,'0'-6'4161,"0"0"-3925,0 6 950,0 0-1169,11-30 302,-2 62-336,4-9-11,-8 8 0,-3 5-20,-2-4 1,-2 1-455,-1 1 1,-1-1-2126,-4 23-2289,0-13 1,1-1 2504,-1-2 0,1-8 0,6-28 1</inkml:trace>
  <inkml:trace contextRef="#ctx0" brushRef="#br0" timeOffset="91192">23152 11564 21657,'4'-51'1172,"0"0"1,1 1 0,1 8-781,4 16-5789,12-4 5487,3 13 1363,15 8-1436,-7 12 17,23 16-23,-3 12 257,-17-6 1,1 3-272,1 3 0,-2 5-369,4 14 1,-4 0 340,-11-15 0,-5 0-22,-1 15 0,-11-2 2201,-34 8-2154,2-22 1,-7-2-141,-21 2 1,-5-5-267,7-7 0,-1-3-39,1-2 0,1-4-2109,11-7 1,4-5 2559,-3-6 0,7 2 0,18-3 0</inkml:trace>
  <inkml:trace contextRef="#ctx0" brushRef="#br0" timeOffset="91793">23940 11349 24979,'18'-29'134,"1"0"0,1 1 1,5 5-79,9 8 0,5 5 3,-1-1 0,-1 1-42,-4 2 0,-1 1 11,17-2-6,-34 7-5,-5 4 22,-6 5 90,-4 7-73,-3 1 89,-5 17 7,-5 14-80,1 3 1,2 12-12,8-23 1,1 2-40,2-8 1,0 1-314,1 14 1,-1 0 295,2-10 1,-1-2 2,0 2 1,0-1-4,-1 19 6,0-22 1,-3-1 10,-14 26-22,2-10-149,-9-14 1,-9-2 148,-14-8 0,-1-3 0,19-3 0,1-1 0,-11-3 0,0 0 0</inkml:trace>
  <inkml:trace contextRef="#ctx0" brushRef="#br0" timeOffset="660367">23984 4909 15900,'-5'-1'4743,"0"-1"-1387,5 2-3043,21-36-106,-7 21-55,23-29-94,-7 31 1,3 4-25,27-9-388,-15 6 0,1 1 385,-10 3 0,-1 2-14,-3 1 0,0 0 5,17-1-16,-20 4 100,-13 8 40,-15 8-34,-9 14-28,-8 13-33,-4 13-37,11-21 0,2 2-1318,1 4 1,3 2 1328,4 3 1,4 0-4,3 4 1,2-1-121,3-1 0,1-1 131,0-4 1,-2-1 53,-3-5 0,-3-3-55,-5 13 220,-42 3-252,-14-20-430,8-9 0,-5-1-330,-1-6 1,-1-2-1187,8-3 0,0 0 1946,-4-1 0,6-1 0,8-1 0,3-1 0</inkml:trace>
  <inkml:trace contextRef="#ctx0" brushRef="#br0" timeOffset="670118">3377 14076 23366,'-53'-16'377,"1"1"0,2 2 0,6 6-114,-2 18-100,3 7-130,11-1 6,-3 15-50,20-9-17,-1 12 6,19-6 33,11 1-11,12 2-11,-1-7-9,1-6 1,2 1-4,14 9 17,-12-8 1,-1 2 5,11 15 6,-12 1 5,-14-1 39,-16-1 12,-15-3-1,-18-2-16,-13-5-37,18-16 1,0-1-224,-22 4 201,9-7 0,-2-3-199,-17-7-182,19 0 1,5-9-4522,17-17 1,7-3 2457,-2-2 0,19-19 1,1 48-1</inkml:trace>
  <inkml:trace contextRef="#ctx0" brushRef="#br0" timeOffset="670718">3656 14375 19232,'-1'3'4184,"1"0"-3097,0-3-746,-19 43 74,21-36-157,-7 23-124,33-53 34,9-13 56,1-5-5,-5-3 285,-10-7-292,-15 19-49,-9 3-107,-6 22 11,-13 9-45,-5 15-16,1-1 22,-5 21-34,12-1-10,0 15-7,5 5-27,10 0 5,15-5 6,17-7 5,20-11 25,-18-21 1,1-4-361,25 1 394,-11-15 0,0-7-20,-13 0 1,0-4-2,5-6 0,3-5 0,-4 0-387,-3-1 0,-2-2 394,-3-3 0,1-4 1,-5 1-544,-3-9 0,-5-1 547,-3 7 0,0-1 0,-3-3 83,-3-13 1,-3-4 0,-2 5 7,-3-4 1,-3 2-23,-1 12 0,-2-1 0,-3 8 263,-21-11-307,10 28 264,0 26-293,15 30-22,3 27 2,4-20 1,1 4-166,0 7 0,0 2 154,1 8 1,0 2-281,-2-18 1,-1 1 0,-1 0 233,0 1 1,-1 1 0,1 2-154,1-3 1,1 3 0,0-1-1,0-3-456,0-1 1,0-3-1,2 1-165,0 7 0,2 0 0,1-8-8262,8 12 9102,-4-26 0,-4-18 0,-5-10 0</inkml:trace>
  <inkml:trace contextRef="#ctx0" brushRef="#br0" timeOffset="670885">4322 14358 24307,'24'-24'-3272,"0"1"1,7 0 0,3 4 3271,7 8 0,-1 2 0,14-3 0,-22 5 0</inkml:trace>
  <inkml:trace contextRef="#ctx0" brushRef="#br0" timeOffset="671334">5277 14251 21355,'-5'0'3013,"1"0"-2794,4 0-421,47-17-72,-17 9-443,15-4 0,5 1-2906,-15 6 1,0 2 3622,5 0 0,-3 0 0,10-1 0,-23 4 0</inkml:trace>
  <inkml:trace contextRef="#ctx0" brushRef="#br0" timeOffset="671500">5384 14585 24323,'46'-23'-238,"0"1"1,0 0-1,1 0 1,-1 0-1,-3 3 1,-4 1 0,-3 2-1,-7 3 1,0 1-1</inkml:trace>
  <inkml:trace contextRef="#ctx0" brushRef="#br0" timeOffset="671942">6840 13824 22043,'0'-3'2796,"0"0"-1760,0 3-913,-66-20-72,37 16 5,-23-6 0,-4 4-333,10 11 294,-10 3 98,2 4-115,24-2-11,-9 5 6,19-1 21,5-2-4,7 2-1,2 0 301,2 11-261,2-1 16,-1 12 28,0 0 34,-3 9-62,-1-5 42,-5 6 0,-2 4-56,5-18 1,0 1-331,-6 29 1,2 0 284,7-26 1,2-2 2,2 28 0,20-12-28,3-22-19,4-5 0,3-2-188,17-3-68,-12-8 1,1-4-692,-2-6 0,1-4 983,8-2 0,-2-1 0,7-1 0,-3-4 0</inkml:trace>
  <inkml:trace contextRef="#ctx0" brushRef="#br0" timeOffset="674291">7739 14087 20425,'0'-55'1560,"0"1"1,1 6 0,-1 10-1252,0 23-292,-1 10 67,-1 29 0,0 8-17,-5 31-36,3-28 0,-2 0-235,-3 6 0,-1 1 223,-3 2 1,-2 1-14,-2-1 0,-1-1 8,0-3 0,0-3 30,-9 15 220,1-10 66,15-29-112,-2-8-128,7-24 0,2-22-54,1 10 0,2-3-5,1-8 0,1-3-415,3-6 1,2-1 416,2 0 1,2-1 22,0 3 0,3 2-168,-1 5 1,2 3 158,-3 7 1,2 3-9,12-14-22,1 17 6,5 15-29,7 17 17,8 19-14,-19-4 1,-1 5 322,3 5 1,-1 2-333,1 5 1,-3 1-45,-1 3 0,-3 1-34,-3 1 1,-4 2-79,-3-1 0,-3 0-132,-3 0 1,-2-2-222,-1-3 0,-2-2-1871,-5 25-4663,-8-19 7055,-3-19 0,6-15 0,6-7 0</inkml:trace>
  <inkml:trace contextRef="#ctx0" brushRef="#br0" timeOffset="674484">7768 14314 26071,'32'-43'86,"1"0"0,-12 8 0,3 5-98,16 11 1,4 6-162,16-5-2715,-16 7 1,0 2 2887,10-1 0,-10 4 0,-39 6 0</inkml:trace>
  <inkml:trace contextRef="#ctx0" brushRef="#br0" timeOffset="684091">22007 5732 24575,'12'0'0,"11"0"0,5 0 0,7 0 0,-9 0 0,-1 0 0,-14 0 0,1 0 0,-2 0 0,-1 0 0,3 0 0,-3 0 0,11 0 0,-8 0 0,6 0 0,-11 0 0,1 0 0,-5 0 0,1 0 0</inkml:trace>
  <inkml:trace contextRef="#ctx0" brushRef="#br0" timeOffset="1.00007E6">7813 12896 24575,'0'0'0</inkml:trace>
  <inkml:trace contextRef="#ctx0" brushRef="#br0" timeOffset="1.12127E6">21728 5998 24575,'8'-3'0,"30"0"0,6 3 0,-7 0 0,4 0 0,12 0 0,3 0-1882,-13 0 0,2 0 0,2 0 1882,9 0 0,2 0 0,2 0 0,-8 0 0,2 0 0,-1 0 0,-2 0 0,3 0 0,-3 1 0,4-2 0,-6 0 0,5 0 0,2 0 0,-3-1 0,-4-1 0,1 0 0,-5-1 0,3-1 0,2 0 0,4 1 0,-1-2 0,-5 0 0,13-4 0,-3-2 205,-15 1 1,2 0 0,-1-1-206,1 0 0,1-1 0,-1-1 0,6-4 0,1-2 0,-3 0 0,-8 5 0,-2 1 0,2-3 0,12-6 0,3-4 0,-3 3 0,-2 0 0,0 0-234,-3 4 0,3-2 0,-2 2 234,4-3 0,-1 2 0,-10 6 0,1 1 0,-1 1 0,12-4 0,-1 1 0,1 0 0,-3 3-66,-17 5 0,-5 1 66,2 0 0,-16 4 0,-12 2 0</inkml:trace>
  <inkml:trace contextRef="#ctx0" brushRef="#br0" timeOffset="1.22546E6">23907 6627 22610,'40'-28'117,"8"4"-83,7 10-12,-23 8 1,0 0 16,29-4-22,-8 5-23,-14 6 51,-18 12 17,-11 16-12,-12 9-33,-5 13-6,1 3-6,4-22 1,0 0-147,1 4 0,2 1 135,1 3 1,3 1 2,0 1 0,2 1-17,3 0 1,1-1-12,-1-2 0,0-1-42,-2-3 1,-2-1-119,-7 27 46,-10-18-502,-16-16 0,-8-5-2404,3-8 1,-3-3 3050,-11 5 0,3-3 0,3-5 0,26-6 0</inkml:trace>
  <inkml:trace contextRef="#ctx0" brushRef="#br0" timeOffset="1.46497E6">23273 10142 2277,'11'0'9830,"-2"0"-5330,-9 0-3693,0 0 910,9-14-1403,-9 10 712,-5-9-864,-20 17-84,-19 5-55,-4 4 16,-12 4 2293,3-3-2265,-2 0 68,5-2 117,8-5 117,13-2 40,12-4-73,11-1-162,6-2-90,4 0-45,1-2 306,6-2-340,-2 2 34,9-1-4,-6 5 4,4 6 6,-4 5-40,-2 3 29,-1 11 44,-3 9 1,0 9 16,-3 14 17,-6-1-6,-4 3-489,-5 1 434,1-4-23,4-7-12,6-10-10,7-13 28,12-4-23,-2-15 17,30 2-28,-19-9-1536,19-5 1,2-3 1406,-4-1-233,3-2 1,1-2-2106,1-6-7364,6-4 8540,-18 6 1,-13 5 0,-15 9 0</inkml:trace>
  <inkml:trace contextRef="#ctx0" brushRef="#br0" timeOffset="1.46553E6">22974 10478 14449,'-4'0'6435,"1"0"-4597,3 0-1200,-63 2 264,40-1-779,-12 0 0,5 0 62,22-1 73,10 0-46,18-2-116,6-2-1,21-4-27,4-1-38,-17 3 1,2-1-12,-1 1 1,-1-1-6,-1 1 0,-2 0 14,16-3-16,-21 5-12,-10 2 5,-8 2 51,-4-1-67,-24 6 11,-8 3-11,-27 7 22,-6 1 0,29-8 0,0-1 9,-1 0 0,2-1 8,-8 1 22,4-1 17,25-5 17,2-1-56,5 0-22,3 0-6,6-1 22,8-3 1,13-4-18,14-4 18,12-2-35,4-1 7,-3 0 10,-11 4-55,-14 4-415,-13 3-51,-9 2-2043,-8 3 2559,-6 3 0,3-2 0,-2 2 0</inkml:trace>
  <inkml:trace contextRef="#ctx0" brushRef="#br0" timeOffset="1.46607E6">23338 10135 23138,'-44'5'74,"1"0"0,-1 0 1,-8-1-1,5 1-41,14 4 1,3 0 194,-14 2-38,-16 4-54,22-7 77,-2-1 90,24-5-23,2-2 3,7 0-103,5 0 167,2 0-324,0 7 16,2 4 11,1 12-3369,1 7 3426,2 9-255,-1 21 187,-1-16 0,0 10 31,-4-16 0,-2-1-42,0 10-6,0-7 1,0-1-1,-1-5 1,2-7 10,6-8 3256,5-5-3283,6-4 290,14-4-425,-7-3-768,18-4-3914,-5-7 4811,4-2 0,-13 1 0,-12 2 0</inkml:trace>
  <inkml:trace contextRef="#ctx0" brushRef="#br0" timeOffset="1.46673E6">24462 10090 24323,'-32'-49'616,"8"11"-369,-32 41-197,28 2 9,-3 1 0,-2 2 9,-11 11-12,-12 9-6,13-3 56,-5 12 18,10 10-74,6 3-39,8 1 17,23 8-39,15-18-6,5 6-56,25-10-78,-11-21 0,3-3-294,1 0 1,2 0 161,6-1 0,0-3-1860,-11-5 0,-3-1 1001,13-3-8689,7-17 8120,-30 8 1,6-7 0,-22 13 0</inkml:trace>
  <inkml:trace contextRef="#ctx0" brushRef="#br0" timeOffset="1.46704E6">24457 9947 15866,'-4'0'5461,"1"0"-4369,-58 15-308,22 0-398,1 0 1,-7 2 0,6 0-163,-12 11 8,3 3 0,0 4-103,18-10 0,3 2-891,-7 10 0,1 2 779,10-6 1,5 0 239,7 3 1,9 0-360,33 18-97,-9-29 0,5-2 6,11-3 0,5-5-227,1-5 0,-1-3 92,-8-1 1,1-2-3278,13-5 1,-2-2 3604,1-5 0,3-1 0,-35 3 0</inkml:trace>
  <inkml:trace contextRef="#ctx0" brushRef="#br0" timeOffset="1.46735E6">24390 9969 15832,'-3'-1'6161,"1"0"-4368,2 1-1457,-68 8 437,12 18-1226,2-9 0,0 2 523,21 0 0,4 4 95,-11 10 1,3 1-88,-1 3-31,5-2 1,2 4 65,15-9 0,4-1-125,2 2 1,2-1 0,5 25-67,41-7-45,12-21-436,-11-9 1,4-2 230,1-6 1,1-4-376,2 0 0,1-3-972,-1-5 0,-2-3-3241,-2-2 1,-4-1 4008,12-9 0,-20 5 0,-23 8 0</inkml:trace>
  <inkml:trace contextRef="#ctx0" brushRef="#br0" timeOffset="1.46762E6">24521 9951 11592,'-8'0'8458,"2"0"-7714,-28 3 1,-9 3 343,1 6-1234,-12 0 1,-2 2 450,25 1 0,3 2-1858,-4 3 0,0 2 1752,-2 3 0,1 2-57,0 3 1,1 0 308,1 1 0,2 0-414,4-1 0,4 1-26,-7 23-17,14-14-50,33 5-23,14-20-25,-3-9 1,4-3-186,5-5 1,1-3-345,5-2 1,0-1 94,-8-2 0,1-1-4378,14-7 1,-3-2 4671,4-6 1,4-2 0,-38 8-1</inkml:trace>
  <inkml:trace contextRef="#ctx0" brushRef="#br0" timeOffset="1.46787E6">24453 10033 22222,'-53'-11'672,"0"0"0,-6 3 0,5 9-133,-1 25-411,0 2 1,23-5 0,2 3 22,3 3 0,3 2-92,-2 8 0,2 3-506,3-1 0,4 1 450,9-2 0,8-3-37,23 14 250,-2-28 1,6-4-422,8-2 1,3-4-874,8-1 0,2-4 1078,9-2 0,-4-2 0,11 0 0,-10-4 0</inkml:trace>
  <inkml:trace contextRef="#ctx0" brushRef="#br0" timeOffset="1.46877E6">23163 10167 20655,'-10'-16'929,"0"5"-778,-7 14-89,4 2 286,-17 7-281,16-6-3201,-29 15 3195,29-13 242,-23 16-85,20-8-22,-1 5 67,10-1-83,8-3 77,-1 8 6,-2 1 3292,1 2-3258,-7 7-85,-3 0-44,-6 9-11,-4 7-78,6-11-57,4-5 28,9-8-3414,2-13 3421,4 13 21,2-5-61,1 0 17,3-1-1,-1-10-27,0 0-51,7-3-370,7-9-621,9-6 3527,1-4-5723,3-8-6599,-7-2 9373,-1 0 1,-11 7 0,-8 6 0</inkml:trace>
  <inkml:trace contextRef="#ctx0" brushRef="#br0" timeOffset="1.46912E6">22973 10476 22795,'-21'-5'1411,"14"-2"-1120,49-7-218,-8 4 61,21-6-16,-18 6-40,7 0 6,-9 2 62,-7 3-1,-13 3-72,-7 0 79,-7 2-180,-2 0-213,-2 1-980,-2 1 1221,-5 0 0,6 0 0,0-2 0</inkml:trace>
  <inkml:trace contextRef="#ctx0" brushRef="#br0" timeOffset="1.47196E6">24429 10000 7957,'0'-4'5349,"0"1"1574,0 3-6117,-34-10-464,19 10 212,-39-2 52,3 23-438,22-9 0,-1 1 42,-18 9 0,1 1-275,18-8 1,2-1 136,-6 4 1,2 1 302,-13 22-199,27-12 1,2 3-118,-2 0 0,3 1-26,5 5 1,6-2-12,7 5 1,21 10-353,-3-27 279,10-1 1,5-3-174,21-3-165,-15-6 0,0-3-917,-6-5 1,-2-2-3926,18-5 4433,-8-4 0,-29 2 0,-2 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4:25:05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1884 2822 19070,'19'-54'1389,"0"0"0,-2 3 0,-5 3-879,-10-15-79,-9 6-67,-7 8-168,-10 18-123,-12 17-51,-15 24-419,18 2 1,-1 5 410,-4 6 0,0 4-23,0 3 1,3 3-238,3 0 0,4 1 235,6-1 0,4-1-6,-3 22 23,23-16-6,21-16 5,23-19-5,-14-10 0,3-4-464,6-6 0,0-5 478,4-6 0,-2-4-3,2-3 1,-3-4 18,-2-2 1,-3-3 19,-5-1 1,-3-4 208,-9 5 0,-2-3 0,-3 1 18,0-6 1,-3 2-161,-2-2 1,-3 7 434,-9 8-513,-6 38-33,-1 17 5,-1 18-6,-2 22-13,6-20 0,1 2 151,1 8 0,0 0-208,2-7 1,-1 3-831,0 3 0,-1 5 0,1-2-393,-1 6 0,0 2-1769,1-5 1,0 3 0,0-3 3056,1 3 0,2-6 0,0 13 0,2-34 0</inkml:trace>
  <inkml:trace contextRef="#ctx0" brushRef="#br0" timeOffset="233">2749 2414 23041,'-20'-50'744,"0"0"1,2 5 0,-2 12-554,-9 28-95,1 16-77,10 14 1,3 5-20,-4 12-1000,5 17 1,4 6 886,7-19 1,2 2-133,-1 0 1,0 4-1,1 0-521,2-2 1,1 0 0,0-2-593,-1 13 0,1 0 1358,0-4 0,1 2 0,0-9 0,0 7 0,-2-15 0,1-1 0</inkml:trace>
  <inkml:trace contextRef="#ctx0" brushRef="#br0" timeOffset="390">2241 3475 18212,'11'-59'1759,"-1"-1"0,2 4 0,4 3-1563,3 8 0,4 4-921,2 2 0,3 2 736,1 2 0,4 2-123,10-3 0,3 1-305,-6 7 0,2 0-1613,-4 5 1,2-1-1,-2 4 2030,-1 0 0,-3 3 0,-3 1 0,-3 2 0,-8 6 0</inkml:trace>
  <inkml:trace contextRef="#ctx0" brushRef="#br0" timeOffset="689">3531 2347 16199,'-6'-3'3115,"2"0"-430,-56-15-2371,36 14-250,-11-6 1,2 3 890,17 12-922,7 1 527,-1 29-543,7-14 17,-1 37-1,11-10-25,-1-16 1,2 1 2,4 2 1,2 0-12,3 0 0,1-1 648,2-3 1,-1 0-632,14 20 0,-14-11 5,-26-12-117,-25-7-541,-3-13 0,-5-2-19,0-3 0,0-1 0,-13 2 0,24-4 0</inkml:trace>
  <inkml:trace contextRef="#ctx0" brushRef="#br0" timeOffset="1234">4324 2120 17474,'-34'31'89,"1"1"1,-1-1 0,-4 15 0,1 4-1,9-1 854,13 3 0,5-1-947,-1-9 0,1 1 1,2 1-61,4 0 1,3 0-1,4-1-429,8 9 0,7 0-2784,5-4 0,5 1 0,-1-4 2777,1-1 1,1-4-1,7-1 1,-4-9-1,-18-20 1</inkml:trace>
  <inkml:trace contextRef="#ctx0" brushRef="#br0" timeOffset="2041">5217 2235 12253,'-4'-4'7859,"1"0"-6762,3 4-1058,-23 10-425,25 33-2689,-12 1 2224,17-12 1,4-2 0,3-2 0,-5-12-1</inkml:trace>
  <inkml:trace contextRef="#ctx0" brushRef="#br0" timeOffset="2473">5796 2438 23505,'-10'46'28,"-1"0"0,1 0 0,-1-1 0,1-1 0,0-3-17,0 1 1,0-2 30,0-3 0,1-2-31,-3 20 99,3-22 321,7-18 67,3-15-280,4-15 9,6-15 4,4-19-142,-6 17 1,-1-2-593,1-7 0,-2-2 573,0-5 0,0-1 33,-1 0 1,0-1-115,0 4 0,-1 1 95,1 5 0,1 3 68,10-22-115,2 17-31,5 15 16,5 13-22,7 12-22,9 15-18,8 19-94,-19 1 0,-2 6-348,-1 8 0,-2 3-150,-1 2 0,-4 2-1354,-4 1 1,-3-2 1420,-7-6 0,-2-5 1,2 6-1,-6-10 1</inkml:trace>
  <inkml:trace contextRef="#ctx0" brushRef="#br0" timeOffset="2649">5863 2677 21500,'-2'-4'3232,"1"1"-3187,1 3-129,27-61-280,14 31-1297,-3-11 1,6 1-1,4 21 0,5 5 1661,-12 1 0,2 1 0,-4 0 0,-3 2 0,-2 1 0,-3 0 0,0 1 0</inkml:trace>
  <inkml:trace contextRef="#ctx0" brushRef="#br0" timeOffset="2841">6623 1985 30046,'26'40'-353,"1"0"0,-1 0 0,-1 2 1,-2 2-1,-4 0 92,-3 1 1,-5 1-1,-3 2-1524,-6 5 1,-5 2-1,-4 0-1492,-5 3 0,-4 0 0,-2-4 3017,1-10 0,0-2 1,0-4-1,-6 8 1,2-10-1,7-14 0</inkml:trace>
  <inkml:trace contextRef="#ctx0" brushRef="#br0" timeOffset="3734">6435 2182 27573,'-17'29'-417,"7"17"0,17-14 0,0 4 0</inkml:trace>
  <inkml:trace contextRef="#ctx0" brushRef="#br0" timeOffset="9292">8416 2173 16875,'-45'-4'3385,"0"1"0,3 0-2822,-4-1 0,5 0-56,25 2-339,11 1-69,12-1 472,17 0-2,28-2-183,-12 1 1,4 0-691,12 0 1,3-1 444,-15 2 0,1 0 0,1 1-429,0-1 1,0 1 0,-1 1 420,17 2 0,-3 2-22,-12 1 0,-5 4-93,8 15-346,-36 0-422,-37 2 1,-24 6 0,5-5 968,13-8-1,-1-1-76,-21 12 0,-9 3 1,7-5 166,16-10 1,3-2-196,-7 3 1,2 0 164,-17 10 729,24-8-518,21-8-864,24-6-546,21-6 312,25-10 492,-20 1 1,1-1 1222,3-4 1,0-1-1139,0-1 1,-2-1 45,-5-1 1,-3-1 454,16-18-194,-23-6 248,-18-4-535,-19-6-297,-11-1-118,-10 5 374,10 23 0,-1 1-220,-8-8-332,3 6-44,19 18 1201,15 13-620,12 11 229,4 4-102,5 6 1,2 3-81,-9-3 1,-1 2-889,8 15 1,-3 3 322,-11-2 1,-7 3 667,-12 5 0,-7 5 1,2-7-1,6-12 1,-1-3-1,-12 19 1,-1-1-1</inkml:trace>
  <inkml:trace contextRef="#ctx0" brushRef="#br0" timeOffset="9958">10586 2587 21139,'11'-50'1222,"0"0"1,0 1 0,2-1 0,-1 1 0,0 7-756,6-16-184,-5 24 0,-1 5-186,-6 12-193,4 1 434,-4 28-682,0 6 314,6 28-353,-5 9 347,-8-10 1,-4 9 0,-2-2-519,-2 4 0,-3 0 594,2-7 1,-2 2 0,-1-6 59,-5 1 0,-1-7-148,-6 7 719,0-4 123,11-23-3,8-29-1074,5-4 212,8-36 55,4-9-15,-1 16 1,2-3 29,1-5 0,2-3-34,-4 10 0,2-2 1,0 0-37,1 3 0,0 0 0,0 1-67,6-17 1,0 3 454,-2 12 0,2 6 362,19-10-261,-11 34 0,3 3 461,13 0-572,-9 15 1,1 9-316,-3 11 0,-3 5-202,3 1 0,-1 5-100,-2 8 0,-1 6 0,-4-4 147,-5-6 0,-3 0-419,-3 3 1,-2 4 0,-4-6-1201,-6-6 0,-3-3 1638,-4 10 0,-1-3 1,1 5-1,-6-12 1</inkml:trace>
  <inkml:trace contextRef="#ctx0" brushRef="#br0" timeOffset="10131">10651 2609 22569,'-4'-3'4005,"1"1"-3456,3 2-129,48-62-1213,-17 46 1,5 1 657,14-22 0,3 1-214,-10 23 1,0 6 347,7-1 0,-7 3 0,-10 1 0,13 0 0</inkml:trace>
  <inkml:trace contextRef="#ctx0" brushRef="#br0" timeOffset="15867">1889 4602 22761,'-7'-55'1092,"-1"0"0,2 7 1,0 10-1037,4 25-56,1 16 11,1 8-6,5 24 1,2 15-3,-1-15 0,-1 3-697,3 15 1,0 1 679,1-7 0,0-2 5,-1-1 1,1-3 166,10 10-192,11-20 107,0-19-11,7-11 11,-5-30-40,-13-5 68,3-22-17,-6 2-42,-7 13 0,0-1-17,-3 8 0,-1 0-22,0-2 0,-1 3 3,0-1-242,-1 7-419,-1 22-6800,7 16 2571,-2 3 4500,8 16 0,-10-19 0,1-1 0</inkml:trace>
  <inkml:trace contextRef="#ctx0" brushRef="#br0" timeOffset="16067">2629 4626 19023,'0'-3'5007,"0"0"-3641,0 3-1316,-8-16 46,3 32-158,-5-10-851,6 46-1742,3-8-717,2 0 2543,3-10 1,-2-21 0,0-2 0</inkml:trace>
  <inkml:trace contextRef="#ctx0" brushRef="#br0" timeOffset="16239">2746 4338 18823,'-4'-6'3417,"0"2"-2829,4 4-2946,0 0-1244,-46-30 3602,41 31 0,-39-29 0,50 37 0</inkml:trace>
  <inkml:trace contextRef="#ctx0" brushRef="#br0" timeOffset="16532">3147 4393 22324,'0'-4'3484,"0"1"-3159,0 3-280,-23-1-12,17 21-38,-11 9 5,34 26-9,-2-25 1,2-2-15,15 19-22,-4-15 1,0-2-18,-1 0 0,-4-4 1,-2 0-258,-9 5-169,-11-3-778,-18-4-1232,-19-14-7333,-25-11 9019,12-6 1,6-1 0,25 3 0</inkml:trace>
  <inkml:trace contextRef="#ctx0" brushRef="#br0" timeOffset="16676">2961 4600 13547,'0'-6'4212,"7"-25"0,2-4-3215,1 11-675,1-11 0,0 4 3,-3 22-34,-4 12-128,-3 5 173,-1 33-213,-6 4-90,1 12-50,-3-24 1,0 2-1412,0 4 1,1 1-3489,1 1 1,1-2 4094,0 0 0,1-5 0,4 1 0,0-25 0</inkml:trace>
  <inkml:trace contextRef="#ctx0" brushRef="#br0" timeOffset="16890">3562 4557 21091,'0'-6'4812,"1"2"-4353,-1 4-419,1 27-52,-2 6-178,0 28-718,1-2-2127,5-1-6796,4-9 7772,1-17 1,-3-15 0,-5-13 0</inkml:trace>
  <inkml:trace contextRef="#ctx0" brushRef="#br0" timeOffset="17107">3648 4272 25842,'-26'-27'-3944,"6"7"2529,20 46 0,0-14 0,1-1 0</inkml:trace>
  <inkml:trace contextRef="#ctx0" brushRef="#br0" timeOffset="17351">4209 4098 27561,'-11'34'-6,"1"0"0,0 7 1,3 3-113,6 14 1,2 5-1224,-1-19 0,-1 1 1,1 0-977,-1 2 0,0 0 0,0-2 2317,0 15 0,-1-5 0,0-17 0,1-6 0,0 3 0</inkml:trace>
  <inkml:trace contextRef="#ctx0" brushRef="#br0" timeOffset="17873">4049 4718 19266,'-4'-7'5461,"0"2"-4621,4 5-375,0 0-448,-29-63-28,37 44-6,-11-16 0,6 2-33,50 24-23,-21 5 0,2-1-1769,3 1 1,1 0 1602,-1 0 1,-1-1-59,-2 0 1,-1 0-27,2-4 0,-2-1 373,7-4 140,-5-4 146,-27 10 124,-6 4 459,-1 3 2531,-2 7-3394,1 0 39,-1 8-62,5 1 12,9 3-22,11-1-7,12-3 7,7-6 22,0-4 55,-4-11 46,-10-5 11,-9-10-17,-10-6 0,-6-4 0,-8-1 5,-3 2 12,-7 5-39,-4 7-45,-4 7-23,-4 6-33,-5 12-17,-1 9-28,0 14-26,16 3 1,5 2-210,1 22-645,23-5 1,8-3-179,11-2-2150,1-21 1,8-1-1,-2-5 3236,-5-7 0,-1-3 0,6 3 0,-3-1 0,-1-6 0</inkml:trace>
  <inkml:trace contextRef="#ctx0" brushRef="#br0" timeOffset="18233">5632 4589 21209,'0'-6'4016,"0"1"-3744,-33-16 0,-14-1-5591,-5 15 5414,-7-11 0,-1 6-59,24 20 1,4 7 547,-4 7 0,2 2-584,-7 11 3,17-10 0,9 2 817,46 25-848,3-24 28,-3-8 0,2-7-3,4-16 0,0-8 14,-6-1 1,0-2 10,6-5 1,-1-4 27,-4-2 0,-3-4-151,-4-5 0,-5-3 168,-2-6 1,-4-2 7,-3-7 1,-3 0-40,-2 10 1,-2-2 222,-2-4 0,-2-5 1,-1 8-31,-1 12 1,-1 1-169,1-19 1,-2 7 70,-4 26-110,5 17 292,0 14-342,-1 37 1217,3-17 0,-1 3-1243,0 19 1,0 1-45,1-13 0,1 4 98,1 1 0,1 9 0,0-1 0,-1-11 0,0-11 0,0-1 0,1 14 0,0 1 0,0 0 0</inkml:trace>
  <inkml:trace contextRef="#ctx0" brushRef="#br0" timeOffset="19026">6463 4350 18134,'-5'1'5394,"1"-1"-3355,4 0-2067,13-12-33,4 7-321,20-6 1,5 1-1402,15 4 1783,-7 3 0,9 0 0,-10 0 0,0 2 0,-4 0 0,-1 1 0</inkml:trace>
  <inkml:trace contextRef="#ctx0" brushRef="#br0" timeOffset="19183">6604 4661 26340,'33'-8'-1006,"1"0"1,8-1 1005,-2 0 0,7-2 0,-9 2 0,0 1 0,18-3 0</inkml:trace>
  <inkml:trace contextRef="#ctx0" brushRef="#br0" timeOffset="19734">8394 4182 24396,'-44'-45'338,"0"1"0,4 3 0,3 11-332,1 27-12,-3 9 1,-5 5-1,-6 11 17,11-3 1,-1 0 16,5-4 0,2 0-14,-1 1 0,2-2 19,-5-2 90,22-10-39,8-1-112,-1-1 17,7 4 17,-1 7 33,-7 24-11,2-6 0,0 4 3,-1 5 0,0 4 13,1 3 1,0 4 0,2-3-384,0 4 1,1-1 340,1-6 0,2 3 0,2-5 3,5-1 1,3-5-12,10 19-36,10-25 0,6-6-109,-5-13 0,1-2-164,6 3 0,4-4 315,7-13 0,4-8 0,-8 1 0,2 3 0,3-7 0,1 0 0</inkml:trace>
  <inkml:trace contextRef="#ctx0" brushRef="#br0" timeOffset="20401">8941 4498 20716,'15'-48'1708,"1"1"1,-3 5 0,-3 6-1015,-5 6 23,-4 12-728,0 10-45,-1 7-34,-2 17 124,-1 14-23,-5 26-23,3-21 1,-3 3 14,-6 20 0,-1 1 0,3-17 0,0 0 2,-3 7 1,0-5 22,2-9 101,7-19 100,3-11-16,4-29-202,4-21 8,2 2 1,1-4-285,1 0 0,2-1 284,3-6 1,2 2-9,0 8 0,1 3 3,0 6 0,1 3 3,16-16-11,-3 19-6,0 16-45,2 12 28,3 15 11,5 13-33,3 16-283,-22-15 1,-1 2 240,1 2 0,-2 3-107,-1 2 1,-2 1-250,-3 0 0,-2 1-2763,-1 7 1,-3-2-778,0 14 3977,-5 4 0,-4-46 0,0-2 0</inkml:trace>
  <inkml:trace contextRef="#ctx0" brushRef="#br0" timeOffset="20582">8930 4715 24861,'35'-36'-24,"0"1"0,0-1 0,8-12 1,0 10-288,-6 23 0,2 5 311,12-3 0,-1 2 0,8-4 0,-22 8 0,0-1 0</inkml:trace>
  <inkml:trace contextRef="#ctx0" brushRef="#br0" timeOffset="21406">10089 4118 24374,'22'-27'119,"-1"0"1,19-1-1,3 8-119,14 13 5,-9 6 1,0 3-11,1 5 5,4 8 11,-30-6 39,-5 2-16,-14-2-6,-2 2-6,-1-1 96,-3 22-62,-1 0 0,-1 29-17,-1-14-297,3-8 1,0 1 271,1 1 0,0 2-492,1 1 1,0 4-1,0-1 478,2 14 0,0-1 8,0-3 1,-1-1-1336,-2-1 0,-5-4 1324,-4-20 1,-4 0-1021,-6 11 0,-6-3-170,-6-14 1,-3-5 977,2-4 1,1-3-1,-12 1 1,19-9-1</inkml:trace>
  <inkml:trace contextRef="#ctx0" brushRef="#br0" timeOffset="36887">2051 6290 20028,'-18'-60'1191,"-1"1"0,2 6 0,-4 11-973,-18 20-178,7 15 10,-13 40-2162,30 3 0,3 4 2115,-3-3 0,2 4-3,7 2 0,2 5 0,1-1-92,1 14 0,3 2 2,0-6 0,0 3 1,2 2-175,-1-12 1,0 1 0,1 0 0,0-2-542,0 7 0,1-2 0,0 4-211,-1-9 0,1 5 0,-1 1 0,0-1 1,-2-4-638,-2 12 1,-2-4-1,-1 4 968,1-2 0,-1 4 1,-2-2-1,-5-4 1352,-6-2 1,-5-4-1,-5-10 1534,-14-3 1,-4-15-130,0-16 0,3-16-1378,12-19 1,3-13 0,5 1-295,1-3 1,6-3-189,3-3 1,3-5 0,4 2-9,5-4 1,6 0-135,3 10 0,2-4 0,3 0 0,0 3-61,2 0 0,1 3 1,3-2-7,8-9 1,4-1 0,-1 7-1,-2 12 0,3 3-5,1 2 0,5 0 0,-3 2-7,6-2 1,0 1 13,-2 3 1,3-2 0,-1 2-1,9-5 1,-2 2-3,-3 3 0,-1 0 931,-5 5 0,-3 1-917,18-10 760,-22 13-598,-15 11-11,-14 6 23,-6 5 1016,-7 8-971,-6 12-158,2-1 40,-3 24-79,11-9-50,3 16 335,14-12-307,8-7 302,20-10 22,-8-15 68,9-13 39,-16-16 39,-4-11-77,-6-7-136,-9-4-67,-12-2-44,-8 4-23,-8 5-62,-3 8-44,7 12-17,-5 6-45,13 6-107,-6 9-251,13 8-796,-1 13-1305,13 8-2599,9 4-4745,10 0 8615,-4-14 0,-7-9 0,-11-14 0</inkml:trace>
  <inkml:trace contextRef="#ctx0" brushRef="#br0" timeOffset="37171">2710 6591 23416,'7'-40'526,"0"0"1,-1-1-1,-2 17-626,-4 30 111,16 20-11,4 13-9,-2-9 1,-1 2-17,0 2 0,-3 3-79,-3 20 0,-3 0 93,-3-23 0,-3-1 39,-5 16 0,-4-7 50,-5-21 197,-10-4 33,4-21-145,3-6 313,4-38-247,19 0-123,11-6 1,7-1-93,-2 18 0,3 2-457,4-7 1,4 4 369,4 9 1,1 5-394,-11 9 1,0 3-1616,11-6 1,0 3 1305,11 1 0,-21 8 1,-16 5-1</inkml:trace>
  <inkml:trace contextRef="#ctx0" brushRef="#br0" timeOffset="37605">3994 6313 20711,'-2'-62'1075,"1"1"1,-1 0-1,1 7 1,0 1-1,-3 16-840,-8 16-134,-12 41-73,6 6-3,-3 14 0,0 8-1500,2 3 0,0 4 1479,2-7 0,0 3 0,2 6-40,3-6 0,2 6 0,-1 2 0,3-1 0,0-2-155,2-1 1,1-2 0,1 1 0,3 1-251,1 1 1,1 2 0,2 2 0,1-5-1,4-5-329,2-2 1,3-5 0,6-3-2508,8 0 0,6-2 0,-1-6 2428,-5-8 1,0-3 0,2-1 0,-3-3 0,-9-8-1</inkml:trace>
  <inkml:trace contextRef="#ctx0" brushRef="#br0" timeOffset="40139">4741 7108 23853,'18'-54'369,"-1"0"1,0 2 0,-2 2-264,-1 5 1,-2 1-1322,-1-2 0,0 0 1234,0-1 1,-1-2 8,0-6 0,-1-2-128,-2 9 1,-1-1 121,-1 4 0,-1-2 1,0 2 16,-1-6 0,-2 4 14,-1 2 1,-3 7 585,-3 8-650,-3 18-45,0 22 62,-5 20 5,0 8 3,-1 10 0,1 3-244,6-20 0,1 0 226,-2 9 0,-1 5 0,3 1-22,3-3 0,1 0 0,2 1-96,1 0 1,0 1 0,2 1-170,1 5 0,3 1 0,2-4-440,8 7 0,3-5 215,-3-14 1,4-3-701,5-1 0,4-6-3700,4-12 1,1-5 4054,26 4 1,-10-9 0,-31-10 0</inkml:trace>
  <inkml:trace contextRef="#ctx0" brushRef="#br0" timeOffset="40478">5335 6764 24301,'-20'-57'56,"6"17"-56,25 58 22,21 1-5,-5-4 56,21-9 0,-19-15 134,8-12-106,-16 1 263,-2-18-50,-17 14-157,-1-4 112,-11 4-17,-13 7-202,3 4 90,-26 4-90,16 14-27,-6 1-6,7 14-62,9 14 17,5 9 0,5 3-118,15 8-358,10-7-563,5-12 0,3-2-550,13 11-3284,2-15 0,1-4 4901,2-8 0,-2 1 0,-31-16 0</inkml:trace>
  <inkml:trace contextRef="#ctx0" brushRef="#br0" timeOffset="40927">5869 6749 21595,'12'-58'1137,"-1"-1"0,0 1 1,-2 1-1499,-4 13 1,-1 1 589,0-4 1,-1 0-26,0 2 1,-1 2-15,-1 5 1,0 2 513,0-14-581,-1 24 99,-1 16-233,-1 23 33,-2 21-25,0 9 1,-1 6-623,0 3 0,0 2 613,0-6 1,0 2 0,1-1-4,0-3 0,1 0 0,0-2-10,-2 9 0,3 3-671,5-8 0,3 6 0,3 0 0,1-7-1872,10 3 0,2-3 2568,-1 7 0,2 4 0,-1-13 0,9-13 0,-19-24 0</inkml:trace>
  <inkml:trace contextRef="#ctx0" brushRef="#br0" timeOffset="41111">5800 6801 19350,'-4'-2'4273,"0"0"-4261,4 2-836,78-59-2701,-47 46 1,2 0 3524,6-10 0,4-4 0,-5 6 0,15 8 0,-22 4 0</inkml:trace>
  <inkml:trace contextRef="#ctx0" brushRef="#br0" timeOffset="41660">7406 6737 18986,'4'-58'2055,"-1"0"1,0 7-1,-1 8-1500,-3 20-264,0 12-291,-1 6 6,1 8 33,1 23-50,-1 10-6,-2 26 25,1-28 1,0 0-260,-2 3 1,0-1 264,0-1 0,-1 0 25,-5 24-22,2-20 212,3-9 203,2-22-136,3-8-195,5-18-34,5-18 12,6-13-18,5-9-22,-10 27 1,2 1 100,13-24 479,0 11-563,-2 14-51,-1 11-22,1 10 1,3 7-7,-4 5-10,22 20-68,-11 4-1109,2 5 0,2 3 1210,-9-10 0,-3 0 0,-1 1 0,-2-3 0,3-2 0</inkml:trace>
  <inkml:trace contextRef="#ctx0" brushRef="#br0" timeOffset="42504">8132 6714 25382,'-15'-12'62,"9"13"-28,18 19-1,10 3 18,6-5 44,14-8-56,-12-8 45,14-12 6,-19-7 100,6-17-128,-14 9 61,-5-13-6,-13 14-72,-2 1 78,-13-3-11,-4 13-95,-1 1 17,-11 14-34,10 11 0,-4 3 0,2 13-17,9 2 0,2 14 12,7 4-91,19 11-86,1-31 0,4-2-11,4-2 0,5-4-254,12-5 0,2-6 349,-7-8 0,1-5 101,12-7 0,-2-4 22,-14-2 0,-3-2 11,3-4 1,-5-2 41,2-9 421,-4-23-314,-15 31 425,3-24-402,-11 36 144,-1-3-172,0 12 293,0 4-445,0 10-22,0 2-6,2 18-28,1 3-28,3 12-874,2 17 0,-1-20-2896,2 16 3826,2-25 0,-5-9 0,2-7 0</inkml:trace>
  <inkml:trace contextRef="#ctx0" brushRef="#br0" timeOffset="42694">8981 6421 21203,'-4'-5'3115,"1"1"-4280,3 4-538,-22-7-8127,32 37 9830,-23-13 0,30 19 0,-12-20 0</inkml:trace>
  <inkml:trace contextRef="#ctx0" brushRef="#br0" timeOffset="43105">9353 6682 17440,'3'-6'3399,"10"-26"1,-1-5-2515,-8 8-605,5-11 1,-6 3 32,-21 18-161,-15 10-85,2 13 0,-2 7-53,-4 5 0,0 5-437,-1 3 1,2 3 419,4 5 1,4 1-4,-1 13-11,10 5-16,16-19 66,17 2 40,11-17-17,7-9 179,19-23 1,-15-5-91,6-5 1131,-6-8-1136,-21 16 168,7-9-202,-16 19-89,-1-1-22,-4 11 44,-3 21-28,-2 12-20,0-6 1,-3 5-9,-2 8 0,-3 5 1,0 0-595,1-7 1,0-1-1,-1 2 555,-1 3 0,-1 3 0,-1 0 0,0-2-75,-2 3 1,-1-2-1,1-2-12,-5 10 1,-2-2-254,2-14 0,-3 0 1,1-7-676,-22 7 158,16-19 1,2-11-4796,-5-40-3388,15-4 9096,8-10 0,7 28 0,2 6 0</inkml:trace>
  <inkml:trace contextRef="#ctx0" brushRef="#br0" timeOffset="43487">9588 6305 19120,'2'-7'5763,"0"2"-5230,-2 5-348,0 0-152,12-36 40,-9 44 118,10 22-116,-15 16 1,-6 8-460,4-12 1,0 2 0,-2 0 392,-2 0 1,-2 0-1,0-1 10,-8 19 1,0-4-17,6-19 0,0-3 14,-2 5 0,3-7 22,5-16 442,2-1-290,5-15 100,13-23-146,6-11-72,-3 5 0,2-2 16,1 0 1,1 0-9,2-2 1,0 2-10,15-15 26,-13 20 0,0 2-30,5 1-57,10-1 1172,-11 20-1205,1 13 11,-8 3-135,14 30-537,-13-5-662,-8-8 1,1 1 1344,3 24 0,-9-24 0,-3-6 0</inkml:trace>
  <inkml:trace contextRef="#ctx0" brushRef="#br0" timeOffset="45137">10352 6623 15412,'1'-6'3795,"5"-26"0,0-7-2513,-2-4-845,2-6 0,-1 0 174,-3-4-146,-1 12-152,0 13-190,-1 14-151,-1 11 17,-1 16 11,-1 20 6,1 26-1154,0-18 1,0 6-1,-2 0 1145,0 9 1,-2 2 7,1-6 1,-2 2 0,0-3-237,-2 3 1,-2-5 232,1-5 1,0-3 31,-7 20 84,6-24 173,5-22-56,4-15 3016,4-15-3218,1-3 760,13-34-737,3 7-34,-5 12 1,1 0 33,16-19-17,0 6-22,1 9-12,1 8-5,10 9-28,6 13 6,0 14 16,-8 6-33,-14 15 0,-4 5 5,-5 6 23,-1-4 0,-5 1 0,-23 4 16,-13-6 6,-17-7-27,-10-9-46,-4-8-106,0-14-1053,4-22-342,25-2-907,19-16-705,37 12 735,5 12 1,6 3 1643,-2 2 1,1 2 382,3-1 0,0 2 401,-2 0 1,0 0 1462,6-4 0,-1-2 109,-10 5 0,0-2-1222,7-5 1,-5 0 508,-15 3 418,-9-2-805,-13 12 459,-4-1-673,-2 5 330,-10 4-453,-3 11-84,-13 21-27,7 6-12,2 4-12,13 14 12,23-13 12,-3 0 3391,14-13-3370,11-16 18,-4-8 38,12-5 107,-6-19-117,-14 1 72,1-18-22,-16 2-28,-2-13-29,-10-4-16,-2 11-5,-18-10-18,2 23 7,-11-6-29,2 18-34,12 7-66,-1 8 22,15 5-1,0 3-228,12 6-1189,19 7-1669,24 8 818,-9-13 1,1-1 1131,-8-4 0,0-2 380,12-2 1,-2-4 588,12-4 1204,5-7 1725,-18-7 1635,-16-11-3370,-14 7 441,-4-8-398,-6 11 825,-2 0-1570,-2 7-206,-2 4 5,-10 15-51,2-1 18,-12 23-7,6 2 7,-1 23-74,13-9 51,7-4 0,22-13-5,7-15 52,-1-11 1,3-4 36,16-7-1649,-13-7 1,-3-5 1665,-4-9 84,2-18-107,-22-2-44,-3 6-1,-7-23-66,-4 33-1,-1-5-218,-3 16-1131,3 11-2914,0 2 4297,3 4 0,1 1 0,1 1 0</inkml:trace>
  <inkml:trace contextRef="#ctx0" brushRef="#br0" timeOffset="45505">12096 6529 26542,'27'0'-26,"-4"26"1,-4 9 3,-6 24 13,1-14 1,-5 1-26,-14-7 1,-7-3 44,-9 4 34,-15 8 22,7-33 79,6-20-51,9-5 106,5-21 107,15-21-235,2 7 0,10 1 0,7 2-771,19-4 700,-18 18 1,3 1-11,2 8 0,1 3-534,0 5 1,0 2-596,22-5 1137,-15 8 0,-4 3 0,-15 2 0,9 1 0</inkml:trace>
  <inkml:trace contextRef="#ctx0" brushRef="#br0" timeOffset="46528">13406 6852 17983,'20'-48'1191,"0"0"1,0 1-1,6-16 1,-5 10-408,-8 18 519,-7 17-1292,-6 15 352,-4 16-363,-1 3 186,-12 35-175,5-6-59,4-11 1,0 1-581,1 25-1623,9-2-5283,10-9 7674,5-13 1,-4-17 0,-4-11 0</inkml:trace>
  <inkml:trace contextRef="#ctx0" brushRef="#br0" timeOffset="46854">13866 6281 24346,'-42'-1'26,"1"0"0,4 2 0,8 8-31,21 33 21,8 0 24,9-10 66,4-8-2983,4-11 3068,-5-8 123,3-12-29,-4-8-16,1-9-73,-3-5-123,-5 5 134,-3-7 3258,-4 15-3437,-1-3-56,-2 12-78,-3 8-163,0 10-678,1 11-1724,5 10 2671,18 14 0,-8-21 0,8 0 0</inkml:trace>
  <inkml:trace contextRef="#ctx0" brushRef="#br0" timeOffset="47178">14385 6553 25562,'0'61'16,"-1"0"1,1-5 0,0-6 17,0-6 78,0-13 336,0-15 156,2-12-251,3-13-22,16-23-231,-3 4-21,12-14 30,-6 16 0,3 0-368,21-14 301,-8 9 0,5 3-42,-7 12 0,1 4 0,1 2 0,-1 4-37,1 8 1,-2 4-202,-7 4 0,-2 6-2711,-2 11 0,-4 4 2949,5 19 0,-12-12 0,-15-28 0</inkml:trace>
  <inkml:trace contextRef="#ctx0" brushRef="#br0" timeOffset="50131">16540 6221 22638,'-41'-19'375,"7"5"-263,13 17-28,-1 2 11,-8 0-61,3-1-3353,-30 4 3335,25-4 9,-3 1 1,1 1 7,4 0-21,-7 3-7,23-2 18,3 4-23,4 2 78,-5 11 96,-1 8 33,-2 10 6,-2 13-101,9-23 0,1 1 1444,2 3 1,0 1-1493,2 1 1,1 1-23,2-1 0,2 0-12,1-3 1,3 0-6,2-3 1,1-2 7,10 12-5,26 1-347,-2-26-640,-8-6 1,4-3-2683,1-9 1,1-3 3640,-1-1 0,-2 0 0,14-6 0,-21 4 0</inkml:trace>
  <inkml:trace contextRef="#ctx0" brushRef="#br0" timeOffset="51047">17305 6461 24032,'6'-10'90,"-1"14"-62,-7 43 11,0-12 0,-1 0 73,-4 14 34,-3 6 67,1-32 173,2-11 63,1-5-158,3-11-202,1-2 119,-1-20-113,3-5 17,4-23 14,4 6 0,2-2-82,-1 10 1,1 1-208,5-15 0,0 3 235,9-8-32,4 15-46,5 11 0,7 11 1,12 10-6,-8 9-6,-5 12 0,0 5-521,17 15 496,-16-4 0,-2 3 25,-11-3 1,-5 4-12,-6 14 0,-8 2 36,-7-12 0,-5-1 3,-7 10 1,-7-4-235,-27 5 246,-4-14 66,3-12 388,9-10-376,9-12 11,9-6-17,8-8 464,6-3-526,5-2 221,7 4-249,14 1-10,-3 10 16,38 8-73,-14 15 42,-7-3 1,1 3 8,-7 2 0,-1 3-6,1 5 0,-2 1-22,8 20 11,-17 14-6,-32-21-72,-23 1-225,-14-17-492,-10-8-1070,-2-7 1893,0-12 0,29 3 0,8-5 0</inkml:trace>
  <inkml:trace contextRef="#ctx0" brushRef="#br0" timeOffset="51270">18573 6695 22579,'-29'52'-362,"1"0"1,0-1 0,5-11 0,11-25-1,4-3 1</inkml:trace>
  <inkml:trace contextRef="#ctx0" brushRef="#br0" timeOffset="51796">19432 6309 19378,'0'-5'4318,"0"2"-3892,0 3 106,-68-46-291,35 32-132,-15-11 0,-1 3 3,11 20-67,0 0 56,1 2-39,12 0-17,-2 1-6,10 0 62,10 0-34,5 0 336,2-1-369,-4 3 5,-6 2-11,-5 3-11,-2-1-6,-3 3 22,-1 4-16,-17 22-3347,1 8 3363,2 1 23,9 7-88,13-11 82,-2 14-28,10-20 1,1 2 0,3 24-26,5-26 0,5 0-11,11-1 0,5-4-23,2-4 1,3-2-346,10 3 0,5-4-1072,10-6 1,3-5-3463,-6-3 1,-1-3 3649,-2-1 1,-5-2 0,5-3-1,-36 0 1</inkml:trace>
  <inkml:trace contextRef="#ctx0" brushRef="#br0" timeOffset="52355">19972 6258 15333,'0'-3'6554,"0"1"-4431,0 2-1535,72-53-465,-45 36 6,24-14 0,3 3 16,-17 22-22,24-1-89,-22 9 44,4 9-27,-18 18-11,-10 2 4,-5 13-27,-9-1 6,-1-6 16,0-2 0,0 3-11,0 21-337,2-14 1,0 0 319,1 17 3,2-25 0,1 2-1581,0-2 1,-1 1 1582,1-1 1,-3 0 19,-2 3 1,-6-3-148,-21 11 66,-10-14-807,-11-15 1,-4-4-482,19-7 0,0-2 1333,-27 4 0,3-2 0,18-6 0,0 1 0</inkml:trace>
  <inkml:trace contextRef="#ctx0" brushRef="#br0" timeOffset="53913">20724 5853 10494,'-2'-4'7982,"1"2"-5490,1 2-1971,58-26-151,-5 30-219,-6-1 0,9 1 1,-3 6-860,-1 12 1,-2 7 735,-4-4 0,1 3 0,-6 6 4,-9 7 0,-7 5 0,-4 0-18,-2 7 0,-7 3-78,-8-6 1,-5 4-1,-7-5-382,-16 8 1,-8-4-560,6-16 1,-1 0 0,-2 0 1004,-4 2 0,0 0 0,2-4 0,3-2 0,2-3 0,2-5 0,1 0 0</inkml:trace>
  <inkml:trace contextRef="#ctx0" brushRef="#br0" timeOffset="54530">21975 6011 18908,'0'-4'3265,"0"0"-3058,0 4-168,-70-13-33,49 16-9,-19-5 0,6 5 15,29 13 88,9 15 1,14-8 11,19 8-45,17-3-59,-20-14 1,1-1-6,2 0 0,1-1-1,1 3 1,-2 1 20,4 5 83,-19 5 40,-45-6-23,-19 2-5,-15 2-1730,10-3 0,1-1 1645,-6 4-8,12-5 1,5 1-4,13 2-16,5-2 10,5 4 29,14-10 0,3 0 173,27 4 3214,-5-8-3432,11 3 0,-10-3-6,-13 2 17,-2 0 90,-13 18 22,-16-2 45,-13 18-81,8-23 0,-2 0-9,-3 1 1,-1 1-18,1 0 1,1 1-32,1-1 1,3 1-9,5 5 1,2-2-12,-1 11 1,19 9-494,17-21-4434,8-8 1,3-3 3645,9 6 0,9-4 1,-39-16-1</inkml:trace>
  <inkml:trace contextRef="#ctx0" brushRef="#br0" timeOffset="57030">17291 7180 11015,'-49'-1'2253,"1"1"1,7 0 0,7-1-1442,15 1 23,13 0-23,15-2-314,13-1-280,21-2-162,-11 1 0,3 1-25,8-1 0,4 0-20,-2 1 0,3 0 1,-2 1-654,5-1 1,0 0 639,-3 1 0,3 0 0,-5 1 7,-2 0 1,-4 0-115,6-1 1,-2 1 80,14 0 11,-34 1 12,-39 2-12,-36 3 11,10-1 1,-5 0-410,-10 2 0,-2 1 418,15-2 1,-1 0 0,0 0 9,-1 1 0,0 0 0,0 0 29,-18 3 0,2 0 5,8-1 1,3-1-9,12-1 1,4-1 1162,-8 1-1084,24-3 331,24-3-264,40-8-440,-3 1 271,4-1 1,8 0-4,-3 1 0,5 0 1,-2 0-169,-7 1 0,0 0 1,2 1 156,-3-1 1,4 0 0,-1 1 0,-5 0 11,13-1 1,-7 1-61,-8 0 0,-5 2 214,10-3-39,-31 3-129,-35 2 28,-29 0-17,11 2 0,-4 1-202,-7-1 1,-2 0 240,-1 2 1,-1 0 24,6 0 1,2-1 653,8 1 1,4-1-679,-2 0 33,22-1 88,18-2-200,20-4-285,17-1-427,-10 1 0,3 1-3178,7-1 1,0 1 3917,-2 0 0,-3 1 0,13-1 0,-24 1 0</inkml:trace>
  <inkml:trace contextRef="#ctx0" brushRef="#br0" timeOffset="57870">8152 7604 11200,'-51'4'742,"1"-1"1,-1 0 0,5 0 0,1 0-1,2 0-431,-7 1 0,0 0 705,-7 0 1,5 0 457,1 0-1026,-10 2-4520,49-4 4195,19-1 1089,28 1-834,7-1 0,8-1-883,10 1 0,5-1 582,-18 0 0,2 0 0,3 0 0,0 0-31,3 0 0,1 0 0,0-1 0,-1 0-29,-6 1 0,-2 0 0,1-1 0,3 0 5,-1 0 0,2 0 1,2 0-1,2 0 1,2-1 2,-4 0 1,2 0 0,2 0-1,1-1 1,1 1 0,1-1 0,-1 1-238,-2-1 1,1 1-1,0-1 1,1 1-1,0-1 1,1 0-1,1 1 1,0-1 224,-1 0 0,1 1 0,2-1 0,0 0 0,-1 0 0,1 0 0,-2 0 0,-2 1 0,-1-1-3,1 0 0,-1 0 1,-1 0-1,-2 1 1,0-1-1,0 0 1,-1 0 21,8 0 1,0 0 0,-1 0-1,0 0 1,0 0 0,-1 0-180,-2 0 1,0-1 0,0 0 0,0 1-1,-1-1 1,1 1 170,-1-1 0,0 1 1,-1 0-1,1 0 0,0-1 1,1 1-44,2-1 1,1 0 0,1 0 0,-2 1 0,-2-1 0,-5 1 33,-1 0 0,-4 0 1,-2 0-1,2 1 129,10 0 0,2-1 0,-2 2 1,-8-1-137,0 1 0,-2 0 326,3 2 0,4 0 1,-12 1-593,-13 5-608,-20 8 866,-41-1 0,1-4 0,7-3 0</inkml:trace>
  <inkml:trace contextRef="#ctx0" brushRef="#br0" timeOffset="58913">5666 9088 16572,'10'-56'2464,"-1"0"0,0 8 1,-3 9-2364,-5 23-45,-3 14-28,-3 27-11,0-2-1,-6 35-187,6-14 1,0 4-1494,1 2 1,1 2 1663,2 10 0,0-4 0,2-24 0,0-5 0,4 6 0</inkml:trace>
  <inkml:trace contextRef="#ctx0" brushRef="#br0" timeOffset="59262">6004 8587 22128,'-42'9'125,"1"-1"0,2 3 0,12 6 99,40 33 68,17-16-74,17 4-19,-15-39 0,0-8 131,14-13-162,-8-7 185,-17-9 78,-17-4-218,-11-1-140,-7 3 72,-26 7-94,6 21-45,-19 1-17,12 22-24,11 3-211,5 19-1764,17 19-3973,10 8 5304,2-25 1,2-2 0,6 3 0,-3-15-1</inkml:trace>
  <inkml:trace contextRef="#ctx0" brushRef="#br0" timeOffset="59453">6633 8584 23875,'-60'8'173,"0"-1"1,2 12 0,9 10-157,26 11 0,6 10-1227,1-5 0,-1 7 0,1 2 0,1-1 1183,-1 7 1,1-1 0,-1 5-52,4-10 1,-2 4 0,1 2 0,0 0 0,1-1-268,2-5 0,1 0 0,1 0 0,0 0 0,0 4 345,0 0 0,0 5 0,0 1 0,1-1 0,0-3 0,1-6 0,-1 10 0,1-7 0,0 2 0,1-8 0,0 0 0,0 0 0,0 0 0</inkml:trace>
  <inkml:trace contextRef="#ctx0" brushRef="#br0" timeOffset="59604">5885 10613 8423,'8'-54'1167,"-1"-1"1,0 1-1,0-1 1,3 0 0,-1 0-1,2-1 1,3-4-1080,1 4 1,2-5 0,2-2-1,1 0 1,0 3 0,-1 5-112,1-3 1,1 5-1,0 1 1,2 0-77,0 2 1,1-2-1,2 0 1,-1 6-1,1 7-912,14-3 0,2 9-3905,-1 2 1,-1 5 4282,-10 7 1,-2 3 0,10-3 0,-28 15 0</inkml:trace>
  <inkml:trace contextRef="#ctx0" brushRef="#br0" timeOffset="60013">7521 8894 14762,'17'-55'1583,"0"0"0,1 0 0,-4 6 0,-2 2 0,-1 2-942,-3-4 0,-4 6-170,-5-12 470,-23 18-627,-4 39-163,-7 7 78,6 27 1,2 17-1111,11-12 1,2 6 0,1 3 0,-1-1 887,0 1 0,0 0 0,0 2 0,2 2-17,1 0 0,0 3 0,2 1 0,1 0 0,1-2-95,3 2 0,1-1 0,3-2 0,1 2-271,2-1 1,1 2 0,3-2-1,3-1-504,3-2 0,3-1 0,3-2 0,0-3-481,4 2 0,1-3 0,5-4 1032,7-3 0,3-3 0,-4-8 0,10 3 0,2-5 1</inkml:trace>
  <inkml:trace contextRef="#ctx0" brushRef="#br0" timeOffset="64703">8335 9131 16924,'2'-59'1454,"1"0"1,0-3-1,0 10-1090,1 28 589,0-11-555,-4 25-269,0 1-51,0 10 40,-1 13 94,-3 17-66,-1 2 0,-1 5-99,-1 10 1,0 2-383,1 3 1,0 1 297,2 1 1,3-3-281,3-10 1,2-3-810,4 19 492,1-25 0,1-4 0,-4-9 0,6 7 0</inkml:trace>
  <inkml:trace contextRef="#ctx0" brushRef="#br0" timeOffset="64929">8457 9738 24307,'-11'0'-1691,"5"0"1,11-1 0,1 1 0</inkml:trace>
  <inkml:trace contextRef="#ctx0" brushRef="#br0" timeOffset="66163">9247 9232 19869,'-9'-53'1036,"1"-1"0,0 1 0,-3-9 1,2 8-421,2 0-188,3 38-349,1 3-24,2 19-4,7 20-29,3 24-14,-3-13 1,1 1-489,-1-5 1,0 3 476,2 23 0,0 3-3,1-10 1,0-1 5,-1 1 0,2-1 3,2-4 0,1-6 53,5-6 46,1-4 82,-2-20-5,-2-24 6,5-32-123,-6 4-9,-3 5 0,0-2 31,2-19-165,-5 22 1,-1 0 97,0 2 0,-1 1-12,5-22 777,-2 16-2026,2 17 270,-3 16-2437,8 16 2584,7 25 0,-10-16 0,5 9 0</inkml:trace>
  <inkml:trace contextRef="#ctx0" brushRef="#br0" timeOffset="66347">9828 9309 24676,'8'-38'283,"0"0"0,0-15-423,-22 86-476,5 12-795,-1 15-4309,13-14-1992,6-2 7359,-1-17 1,0-5 0,-4-10 0</inkml:trace>
  <inkml:trace contextRef="#ctx0" brushRef="#br0" timeOffset="66529">9990 9015 19658,'-8'2'-996,"-4"-9"1,22 25 0</inkml:trace>
  <inkml:trace contextRef="#ctx0" brushRef="#br0" timeOffset="66912">10398 9074 16504,'0'-3'6184,"0"0"-4677,0 3-1457,-49-9 68,44 38-68,-36-18-3,52 22 1,14 5-25,-3-4-1691,6 3 0,0 1 1662,-5-5-3,-1 0 1,-6 2-115,-24 14 28,4-8-236,-37-6-189,3-30-231,-23-16 611,19 0-137,7-11 0,3-5 300,-2-13 10,14 16 1,0-1 3413,-9-19-2859,8 14-358,6 6 201,1 8-403,12 13-34,1 2 595,8 9-584,6 8-134,8 13-1966,8 22-7736,-6-5 8480,-3-1 1,-13-23 0,-5-16 0</inkml:trace>
  <inkml:trace contextRef="#ctx0" brushRef="#br0" timeOffset="67129">10653 9260 25898,'-8'45'-1709,"1"-1"1,-6 16 1708,21-26 0,2-5 0,-3-13 0,3 3 0</inkml:trace>
  <inkml:trace contextRef="#ctx0" brushRef="#br0" timeOffset="67339">10786 8923 24704,'-23'-2'-3344,"5"2"3344,28 61 0,-7-39 0,3 12 0</inkml:trace>
  <inkml:trace contextRef="#ctx0" brushRef="#br0" timeOffset="67569">11300 8827 21697,'2'-46'911,"0"0"1,0-1 0,-1-15-1,-2 11-737,-2 23 424,-3 10-592,3 16 130,1 29-119,2 2-28,2 22 0,1 7-684,-1-12 1,1 2 477,-1-1 1,0 4-1,-1-1-476,1-4 0,-1-1 1,-1 0-2186,-1 2 1,0 1 0,-1-3 2877,0 17 0,0-6 0,-1-16 0,1-6 0,-1 3 0</inkml:trace>
  <inkml:trace contextRef="#ctx0" brushRef="#br0" timeOffset="68463">11122 9195 24872,'32'-32'-207,"1"0"0,1 4 0,2 9-107,23 28-81,-20-4 0,2 0-927,1-3 1,0-2 985,0 0 0,2-2 221,11-3 1,-3-1 590,0-6 334,-6-1 495,-38 4-216,-11 5-501,-6 0-129,-8 4 62,-12 12 425,5 9-913,5 7 1,21 2-17,19-5 5,16-6 40,12-6-12,6-11-5,-1-11 28,-7-8 22,-11-12 6,-13-6-56,-11 5 100,-10-17 62,-23 10-106,-1 2-11,-18 11 22,4 21-34,-1 10-67,2 8 1,8 10-24,10-2-10,8 26-79,13-8-95,2-8 0,1 0-398,5-1 1,2-2-144,4 3 1,6-3-752,9-6 0,9-2 0,-1-4-415,12 2 1,3-5 1242,-3-4 1,5-3 0,-3-5 331,9-8 1,-3-5 545,-5-2 1,-3-5 265,-7-1 1,-5-5 724,-8 0 1,-5-4-99,-7-1 1,-5 0-222,2-18 121,-13 12 1,-5 1-133,-12-7-353,-14-9-133,-20 28-74,-15 21-232,27 6 0,0 4-68,1 5 1,1 4-26,5 2 1,4 4 16,-7 28 0,19 0-11,14-12-28,28 3-50,8-24 10,-7-8 1,1-3 28,19-7-152,-8-9 0,0-6 193,-14 0 1,-1-4-886,17-16 0,-4-6 905,-18 13 1,-5-3 22,5-19 0,-5-4-271,-9 9 0,-2-1 307,3-12 1,-2-2-828,-1 3 1,-2 0 960,-1 7 1,-2 2-3,-1 11 0,-1 2 297,-2-8-364,-1 21 1800,-1 17-1924,1 18 979,1 18-1001,0 6-6,3 7 1,0 4 953,2-7 0,-1 1-1087,1 0 1,1 3 0,0 1-476,0-4 0,0 1 0,1 0 614,2 10 0,-1 1 0,0-6 0,-1-4 0,0-3 0,0-1 0,0 0 0</inkml:trace>
  <inkml:trace contextRef="#ctx0" brushRef="#br0" timeOffset="69829">13415 9170 12771,'-5'-7'4487,"1"1"-1291,4 6-3157,0 0 639,-13-24-1439,14 25-2262,-4-13 3023,26 32 0,-10-7 0,3-2 0</inkml:trace>
  <inkml:trace contextRef="#ctx0" brushRef="#br0" timeOffset="70813">13746 8792 14340,'-1'-51'849,"-1"0"1,0 1 0,1-6 0,-2 6 2051,-5-9-2716,3 45 1258,4 22-1404,12 42-39,-2-2 51,0-7 0,1 7 1,-1-4-52,-2-9 0,0 1 9,1 20 0,0 8 1,-1-8 7,-4-17 0,-1 0-16,1 15 1,-1 6 0,0-8-7,-2 11 1531,0-6 1,1-3-1460,-1-17 68,1 1-12,9-49-84,7-21-22,-2 3 0,0-1 11,12-18-20,-3 11 1,1 0 13,-2 7 0,1 3-14,1-1 1,-1 3-20,23-9-17,-18 32 22,-4 6 1028,8 11-1101,6 10 51,-4-2-84,17 10-240,3-11 195,-9-4 8,-9-9 1,0-3-70,13-4 159,-15-6 0,0-3 70,17-10 6,-6-17 33,-23-3 6,-10 5 124,-8-14-46,-10 21-50,-8-5-50,-2 20 72,-33 14-84,11 16-44,-11 6 22,23 11 11,17-4-16,9-1-12,3-9 17,17 1 0,-6-14 11,28 0 11,-13-15 23,14-8-34,-16-3 101,2-19 112,-13-1 62,1-11-112,-10 12-107,-7 13 45,-1 12-79,0 7-49,0 1-12,2 10 11,3 9 22,0 3 1,12 19-6,-6-18 17,25 23-51,-3-24 23,10 3 22,-10-17 0,1-3 6,3-2-3,5-7 0,1-5 14,-2-14 0,-7-8 0,-5-4 62,-2-19-40,-15 16 1,-4 1 105,-3-12 74,-5 10-28,0 11-68,-1 10-72,1 10-51,0 6-22,0 7 27,13 19-10,4 10-17,7 10-1,-1-5 1,1 3-221,-4-9 1,0 1 208,8 14 1,-1 0-28,-8-8 0,-5 0-76,-5-4 0,-8 0-625,-27 23-584,0-32 0,-5-5 1335,-13-3 0,0-4 0,-8 1 0,1-8 0</inkml:trace>
  <inkml:trace contextRef="#ctx0" brushRef="#br0" timeOffset="71263">16080 8761 21707,'3'-56'1226,"-1"0"1,0 11 0,-1 5-296,-4 0-752,2 26-17,-4 0-151,2 27-22,-3 21 17,1 7 8,0 9 0,1 5-869,1-10 0,2 1 838,0-1 0,-1 4 0,2-4-8,1 2 0,3 0-455,4-3 1,3 2 0,2-3-219,7 1 0,5-2-260,-1-2 1,3 1-1,3-4-2504,16 3 1,4-6 3034,-3-7 0,-2-4 1,-13-9-1,-3-3 0,5-2 1</inkml:trace>
  <inkml:trace contextRef="#ctx0" brushRef="#br0" timeOffset="71896">16850 8907 24861,'-17'-40'409,"0"1"0,1 0 0,5 15-387,10 24-10,0 5 32,3 26-44,1 9-8,-1-7 0,-1 2-180,1 0 0,-1 0 188,0 2 0,-1 0-17,-1 18 17,-1-20 0,0-2 28,-1 0 121,0 6 148,2-32-258,1-16-22,0-16 11,0-15 5,-1-12-19,0 21 0,1-4 42,-2-22 0,2-2-34,1 14 1,1 0-322,0-14 0,2 3 335,1 22 1,3 4 9,8-1 0,3 3-52,19-5 11,-9 18 1,3 4 0,27 8-9,-27 8 0,0 4-6,-1 3 1,-1 5-9,2 12 1,-3 4-396,6 14 401,-18-10 0,-6 1-6,-15 12 6,-4-19 0,-5 1 11,-4-3 0,-4-2 14,-4-1 0,-1-3-14,-25 14-23,0-16 124,21-19 568,6-8-562,19-27-79,12 4-34,10-14 34,16 11 6,12 6-18,-7 17 1,2 5-9,-7 4 1,0 4-76,14 4 1,-1 5 52,-10 3 0,-2 3-3,-1 2 0,-2 1 6,-5 0 0,-3 2 399,4 22-632,-34-15 1,-10-2-461,-5-7 1,-5-2-2083,-19 4 1,-6-3 2785,7-11 0,3-3 0,-18 1 0,27-5 0</inkml:trace>
  <inkml:trace contextRef="#ctx0" brushRef="#br0" timeOffset="72605">17749 8345 16572,'-5'-5'6049,"1"1"-5483,4 4 1002,0 0-1316,46-39-62,8 47-117,-4-13 0,3 7-559,-12 21 0,0 13 1,-3 2 499,-4-1 1,-2 3 0,-2 0-513,1 1 1,-1 0 0,-6 4 440,-5 6 1,-5 3 0,-6 0-376,-8-7 1,-5-1 0,-4 3 431,-2 0 0,-4 4 0,-2-2 0,2-5 0,-3 10 0,-3-5 0,-7-3 0,0 1 0</inkml:trace>
  <inkml:trace contextRef="#ctx0" brushRef="#br0" timeOffset="75205">18579 8189 22134,'10'-7'784,"-1"4"-675,15 41 0,4 20-1494,-8-14 0,1 3 1396,-2 0 0,2 4 1,-3-3-15,1 5 0,-2 1-135,-5 1 0,-1 5 0,-3-3-941,-4 2 1,-4 1 1078,-3 0 0,-3 4 0,0-8 0,1-14 0,-1-6 0,-6-2 0,1-1 0</inkml:trace>
  <inkml:trace contextRef="#ctx0" brushRef="#br0" timeOffset="75871">19624 8368 18397,'0'-4'3294,"0"1"-2022,0 3-1261,-22-32 6,13 28 22,-25-10-34,21 39-10,-5 12 5,6-2-17,10 10 34,10-13 16,15 6-21,8-18-18,4-4 0,-8-2 6,-9-3 23,-12 2 50,-16 3 22,-11 4 17,-13 4-39,5-5 83,-12 8-116,22-11-29,-3 4 28,17-9 11,9-1-22,6-1 12,5 2-12,0 0-12,-4 3 29,-4 4 17,-10 4-29,-1-3 40,-12 13-50,4-9-12,-4 12 11,3-5 225,-10 21-68,1-10-11,-10 11-62,10-20-16,9-10 61,12-8-22,21-9-163,25-6-423,-7-2 1,5 1-29,19-2 1,-1 0-1,-24 1 1,-2 1-1,1 1 1,1-1-1</inkml:trace>
  <inkml:trace contextRef="#ctx0" brushRef="#br0" timeOffset="78005">8518 11540 20599,'20'-49'894,"0"0"0,-2 2 1,-5 4-358,-14-8-77,-7 0-108,-9 6-111,-10 10-129,-9 14-33,-9 15-29,-11 19-45,24 0 1,0 4-258,-2 6 1,1 3 254,0 4 0,2 2-1,3 2 1,1 1-3,4 0 0,3 1-3,5-2 1,2-1 24,0 25-27,19-13-1,22-15 28,24-17-11,-18-15 1,3-5 7,3-5 1,1-4-607,2-7 1,-2-5 636,-1-3 1,-2-4 16,-3-4 1,-3-3 21,-2-3 1,-4-3-4,-4-1 1,-3-1-20,-4-2 1,-3-1-1,-4 4 0,-2 1 111,-3 5 1,-1 2 5,0-23 7,-4 25-90,1 19 127,-1 15-200,-2 18 1078,-1 32-1111,0 15-114,3-26 0,0 2 96,1 7 1,1 1-29,1-4 1,1 1-216,2 10 0,1 3-1153,2-1 0,2 0-2076,2-2 0,0-1 3495,-1-7 0,0-4 0,3 9 0,-6-22 0</inkml:trace>
  <inkml:trace contextRef="#ctx0" brushRef="#br0" timeOffset="78247">9338 11139 20901,'5'-46'1019,"1"1"1,-1-1-1,2-6 1,-4 7-449,-14 0-313,-4 36-112,-7 10 22,-12 36-135,18-11 1,0 4-16,0 6 1,0 6 0,2 0-1459,-2 15 1,1 2 1428,4-8 0,1 3 0,2-1-27,2-3 1,1 1 0,2 1-249,2-1 0,0 3 0,1 0 0,0-3-58,1 0 1,0-4 0,1 4-666,0 2 1,2 4 0,-1-1 0,0-6-1547,1 1 1,-2-1 2554,1-3 0,0 2 0,-2-7 0,-1 8 0,0-4 0</inkml:trace>
  <inkml:trace contextRef="#ctx0" brushRef="#br0" timeOffset="78404">8867 12452 13936,'7'-58'995,"0"0"1,1 0-1,-1 1 1,0-1 0,0-2-1,-2 2 1,2 2 0,4 4-843,9-2 0,3 5 1,2 4-1711,8-3 1,1 2 1456,-10 9 1,0-1 0,3 4-706,6 2 1,3 3 0,-4 5-341,15-7 1145,3 3 0,-3 3 0,-20 12 0,13-5 0</inkml:trace>
  <inkml:trace contextRef="#ctx0" brushRef="#br0" timeOffset="78705">10105 11051 16997,'0'-4'6178,"0"0"-5349,0 4-241,-74-42-612,38 32 91,-7-12 0,0 4 101,13 25 72,13 6-105,0 16 33,8 4-90,14 16-50,3-11-6,4-10 1,4 1-1,8 5 1,3-1-12,2 1 0,2 1-9,-1-4 0,2 2 0,-3-3 45,-4 0 1,-5-2 2,2 2 1,-12-2 215,-45 6-467,-16-18-374,14-10 1,-1-2-1274,-16-2 1848,16-5 0,4-2 0,10 4 0,-11-7 0</inkml:trace>
  <inkml:trace contextRef="#ctx0" brushRef="#br0" timeOffset="79255">10788 10972 18986,'12'-52'1562,"1"1"1,-1 0-1,5-13 1,-5 11-655,-8 15-662,-7 28-38,-8 19-18,-13 36-140,-3 9-716,10-10 0,-3 8 0,2-1 667,4-10 1,1 0 0,2 5-10,1 1 0,2 6 1,0 3-1,1-3 0,2-5-26,-1 1 1,3-5-1,6 3-350,6 6 0,6 6 1,5-3-1,3-10-1683,19-2 1,6-7 2066,-8-3 0,3 1 0,-4-6 0,0-7 0,-4-5 0,9 1 0</inkml:trace>
  <inkml:trace contextRef="#ctx0" brushRef="#br0" timeOffset="79872">11644 10700 23427,'-19'-48'684,"4"9"-645,15 39-11,-1 0-4218,-1 7 4201,0-3 877,-2 12-849,-2 1-11,-2 9-11,0 7-45,2 4-45,3-6-2146,24 18-2015,-2-26 4234,25 14 0,-26-28 0,1 0 0</inkml:trace>
  <inkml:trace contextRef="#ctx0" brushRef="#br0" timeOffset="80705">12218 11211 20963,'15'-51'1426,"-1"1"0,1-4 1,-4 4-799,-4-1-158,2-10-84,-2 12-122,-1 16-158,0 21-95,-2 13 23,3 28-23,0 17-3,-3-14 1,-1 4-198,0 5 1,-2 2 188,-1 2 0,-1 1 0,-3 1 0,-1 0-9,-2-2 1,-2-2 16,-1-5 1,-1-2 2,-11 19 39,4-24 79,5-18-106,6-13 16,3-17-17,2-12 1,1-20-9,1 17 0,2-2-305,0-5 0,2-2 305,0-3 0,2 0 8,1-1 0,2-1-5,0 3 0,1 1-184,1 2 1,1 1 168,1 5 1,2 1 8,0 4 1,2 2 5,20-15-12,5 13-5,2 12 6,3 11-6,-2 16-11,-9 3-3,-11 7 0,-2 4-9,4 15 12,-11-8 0,-2 1 5,-6 25 6,-16 0-11,-12-2 11,-10-8 11,-10-7-5,14-19 972,-6-6-956,16-14 382,-3-6-387,4-4 33,4-6-16,4-1-34,4 2 11,3 1-33,17 1 33,14 8-22,2 2 11,17 14-12,-9 9 1,11 10 6,-6 7-1,-10 4-11,-14 3-28,-18-1 40,-20-2 5,-4-11-23,-7-12 1,-5-2-118,2-7 0,-2-2-350,-7 2 1,0-1-116,-23-3-1832,8-15-7394,18-7 8128,3 0 0,14 2 0,14 9 0</inkml:trace>
  <inkml:trace contextRef="#ctx0" brushRef="#br0" timeOffset="81037">13252 10629 18392,'-1'-7'3971,"1"1"-1970,0 6-1805,0 0-230,31-22-246,-19 41-912,21-6 1192,-28 18 0,-7 6 0,2 1 0,-1-1 0</inkml:trace>
  <inkml:trace contextRef="#ctx0" brushRef="#br0" timeOffset="81505">13728 10381 27079,'-17'-40'205,"0"0"1,0 4-1,8 9-110,12 17-67,0 6 45,3 0-56,-4 3-6,1 1-5,-3 2 16,0 2-5,0 4-6,0 0 6,1 1-28,-1-4 16,0-2 23,0-2 45,0 1-56,5 8-11,-1-1-12,13 28 0,3 8 0,-7-11 1,0 2-241,8 13 1,0 9 225,-10-8 1,-1 6-1,-3 2 1,-2-5-806,-3-5 1,-4-3 0,-1 4 479,1-1 0,-1 6 0,0 2 0,-2-3 1,-3-6-510,-5 0 1,-3-5 0,-3-1 432,-5 4 1,-3 0 0,3-7 0,-10 10-1,-1-3 1</inkml:trace>
  <inkml:trace contextRef="#ctx0" brushRef="#br0" timeOffset="83294">7514 12934 22643,'9'-39'146,"18"3"-135,5 24 0,6 4-394,1-1 1,0 1 390,-2 2 1,-2 1-9,16 0 262,-13 7-195,-29 13 122,-17 5-139,-23 14-22,-18-1-22,6-6 5,10-7 0,1 1 12,-5 7-1,-13 11-11,26-18 416,5 10-338,23-9-38,7 0-18,13-8 1,29-11-23,-8-1-8,-11 1 0,0 1-14,18 10 33,-10 7 0,-14 10 20,-23 0 0,-7 2-2,-9 20-26,-4-16 0,-3 0 2,-1-11 1,-1-2 45,-23 21 27,1-8 40,6-10 45,13-10-40,10-9-78,9-5 0,4-2-39,2 0-6,3 2 28,11 9-44,0 3 5,7 8 11,-9 0 28,-6 1-5,-7-7-404,-36 16-2279,4-17 2649,-3-1 0,-1-2 0,7-5 0,-1-2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4:28:55.2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13276 1317 24997,'13'-39'431,"0"-1"0,0 3 0,-5 6-330,-9 16 207,-11-11-267,2 11 74,-26-18-68,4 17-49,-22-2-26,-1 17 34,9 7-1,13 6 1,0 5 5,-9 14-17,14-7 1,1 2 5,-5 23-26,21-14 1,6 1-3389,20 22 3420,3-4-266,34-21 283,-9-25-1072,-10-7 1,-1-2 1087,11-6-86,9-20 137,-25-7 16,3-18-64,-17 20 0,-3-2-6,0-8 1,-3-1-15,0-7 1,-1-2 72,-1 7 0,-1-3 0,0 4 11,0-1 1,-1 2 1054,1-5 1,-1 8-1078,-1 20 169,-2 11-259,0 8 3303,2 14-3274,0 16-46,1 30-424,-5-16 0,-1 3 444,-3 10 0,-2 2-74,2-15 1,-2 1 0,1-1-266,0 2 1,1 0-1,1-1-1353,-1 19 1,7-1 1694,11-4 0,3-5 0,0 7 0,14-17 0</inkml:trace>
  <inkml:trace contextRef="#ctx0" brushRef="#br0" timeOffset="608">14007 958 24791,'-11'-48'753,"0"1"1,1 6 0,-3 8-983,-13 10 114,1 14-14,-5 37 36,7 16 66,8 1 0,2 6-1260,2 8 1,3 5 1131,2-13 1,1 3 0,0 1 96,1 7 0,1 1 1,0 1-79,2-14 1,1 0 0,-1 2-1,-1 2-312,0 3 0,-1 3 1,-1 1-1,0-2 1,-1-3 340,-2-3 1,0-4-1,-1-1 1,-1 2 155,-2 7 0,-1 4 0,-3-5 0,-2-10 155,-11-2 1,-3-14 705,-21-11-703,18-51-129,22 0 1,6-6-735,6-11 1,4-4 669,4-6 0,3-2-9,-2 20 1,3-1 0,0 0-326,7-18 1,2 1 319,1 5 0,2 1-20,-1 5 1,2 3-113,1 4 0,1 2-308,1 2 1,2 2-959,2 3 1,1 2 1397,3 1 0,-1 3 0,6-3 0,-6 9 0</inkml:trace>
  <inkml:trace contextRef="#ctx0" brushRef="#br0" timeOffset="940">14618 979 20296,'-5'-4'4447,"2"1"-4178,3 3 281,-70-30-450,46 27-78,-16-10 1,3 6 28,25 27 38,5 21-55,7-8 55,13 26-55,3-25 19,8 4 0,5 3-489,-2-5 1,1 1 441,4 7 0,-2-1-1,-6-10 1,-5-2 33,-3 17 51,-23-21 55,-23 5-234,-14-17-326,13-10 1,-2-3-735,-14-7 1149,12-3 0,5-2 0,7 1 0,-8-6 0</inkml:trace>
  <inkml:trace contextRef="#ctx0" brushRef="#br0" timeOffset="1415">15310 947 29922,'-5'-41'-396,"0"0"0,-7-19-382,-15 73 612,6 7 1,0 8 88,-6 14 0,1 5-780,-1 4 1,3 2 819,1 7 0,5 1 6,8-10 1,4-2-264,3-11 0,5-1 240,3 6 1,12-2-1605,20-10 0,14-3 0,-3-2 1658,-1 3 0,1-3 0,-3-4 0,4-1 0,-8-7 0,1-9 0</inkml:trace>
  <inkml:trace contextRef="#ctx0" brushRef="#br0" timeOffset="2192">16148 869 28370,'-1'-9'1608,"-5"-24"0,0-5-3003,3 11 1130,-3-11 0,0 3-155,4 21-285,-1 12 218,1 14 113,-1 14-1565,1 2 1333,1 34-2058,6-7 2586,1-11 1,0 0 0,2-2 0,3-3 0</inkml:trace>
  <inkml:trace contextRef="#ctx0" brushRef="#br0" timeOffset="2649">16577 998 21338,'1'-6'4089,"0"2"-2823,-1 4-1249,6-30 11,-8 45-12,3-9-5,-6 23 1,-3 10-342,-1 1 1,-1 0 332,-2 4 0,-2-1 5,3-9 0,-1 1 14,-6 13 1,1-2 0,-1 9-15,6-20 0,2-3-2,3-4 184,6-15-50,7-21-78,6-13 5,10-20-36,-9 13 0,1-3-98,1-6 0,0-2 95,0-6 0,0-3-10,-1-2 1,1-4 0,-1 4-2,1-6 0,0 2-8,-4 9 0,1-2 1,1 7-5,3 6 1,0 7 11,12-3-6,14 10-17,-2 32 23,6 16-23,-22-5 1,-2 2-398,14 22 395,-13-2 0,-2 3-37,-8-14 0,-2 0-90,4 16 1,-2 2-765,-8-5 1,-3-1-469,-3 14-2941,-5-20 1,-1-2 4307,-4-3 0,1-5 0,5-15 0</inkml:trace>
  <inkml:trace contextRef="#ctx0" brushRef="#br0" timeOffset="2840">16625 1294 25679,'18'-45'50,"0"0"1,2 3-1,5 8-263,5 20 1,4 6-1313,3-3 1,3 1 1524,7-1 0,-3 2 0,7-2 0,-6 2 0</inkml:trace>
  <inkml:trace contextRef="#ctx0" brushRef="#br0" timeOffset="3050">17455 724 23394,'0'-3'3237,"-1"1"-3220,1 2-140,3 11-3333,2 24 3456,0 0 0,-1 2 0,-2-21 0</inkml:trace>
  <inkml:trace contextRef="#ctx0" brushRef="#br0" timeOffset="3348">18019 558 27051,'-11'-44'504,"1"0"0,0 4 0,3 9-431,3 21-51,2 6-9,7 29-13,0-3 0,4 12 0,1 6-1280,1 2 1,2 2 1271,-3-4 1,1 3-1,-1 2-5,1 3 0,-1 1 0,-1 1-38,0 0 0,-3 1 1,-4 2-602,-11 8 1,-6 2-1,-1-5-555,4-15 0,-1-4 1,-5 0 1206,-13 11 0,-6 0 0,5-11 0,-9 0 0,-2-2 0</inkml:trace>
  <inkml:trace contextRef="#ctx0" brushRef="#br0" timeOffset="15532">11417 17430 18274,'17'-56'2098,"-1"1"1,1-4 0,-1 5-1158,-2 1-269,0-5-185,-6 21-246,-3 16-179,-5 13-62,1 9 0,-1 13 17,0 3-1,-2 15 1,-2 7-31,-2-3 0,-3 2-523,-2 19 1,-4 2 527,-2-4 1,-1-2 10,1-3 1,0-1-80,3-8 0,1-2 54,-2 17 35,9-24 49,5-18 62,3-20-27,9-30 968,-3 1-1022,1-2 0,0-3-31,-2 2 1,1-1-483,2-17 1,2-3 486,-3 16 1,1-1 0,0 0-438,1-1 1,0 1-1,1 1 466,7-15 0,0 3 5,-2 11 1,1 4-23,-3 10 1,1 4 5,12-8-40,-1 17 12,3 18-56,7 19 16,6 23 229,-19-13 0,-2 4-223,1 7 0,-3 2-9,0 5 1,-2 2-51,-3 2 0,-1 2-298,-3-8 1,1 3 0,-1-4-303,1 2 1,0-2-832,3 7 0,0-7 1518,2-15 0,-7-17 0,-5-8 0</inkml:trace>
  <inkml:trace contextRef="#ctx0" brushRef="#br0" timeOffset="15715">11683 17495 24234,'-20'-52'459,"22"3"-465,43 28-193,-11 5 1,3-2-3279,9-3 0,1-1 3477,-1 2 0,-3 0 0,-12 6 0,-3 2 0,6-3 0</inkml:trace>
  <inkml:trace contextRef="#ctx0" brushRef="#br0" timeOffset="20658">15372 2327 17770,'-12'-50'1871,"-1"1"0,3 6 0,1 8-1692,2 21-207,2 14 45,3 8 11,-2 22-1727,1 1 0,1 4 1668,-2 3 0,0 3-235,-1 14 0,-1 2-1164,0-2 0,0-2 130,1-9 1,0 1 1299,0 17 0,0-5 0,1-15 0,0 17 0</inkml:trace>
  <inkml:trace contextRef="#ctx0" brushRef="#br0" timeOffset="21616">10570 2790 11194,'32'2'2790,"3"0"-2286,4 1 106,23 2-400,-18-1 0,3 0-819,7-1 0,3 0 761,-12-1 0,3 0 0,0 0-401,3-1 0,0 0 0,1-1 365,8 0 1,2-1 0,1 0-536,-12 0 0,2 0 1,0 0-1,1 0 500,4-1 1,1 1-1,0-1 1,1 0-47,-10 0 0,0 0 0,0 0 0,2-1 0,1 1 54,1 0 1,2-1 0,2 1 0,0-1 0,-2 0-1,-3 1 12,8-2 1,-4 1 0,0 0-1,4-1-7,-6 1 0,3 0 0,2-1 0,0 1 0,-1 0 0,-4-1-433,8 0 1,-3 1 0,0-1-1,3 0 424,-12 1 0,2 0 0,2 0 0,0 0 0,0 0 1,-1 0-153,2 0 0,-1 0 0,1 0 1,0 0-1,0 0 0,0 1 157,0-1 1,1 1-1,0-1 1,0 1-1,0 0 1,0-1-53,0 1 0,2 0 1,-1 0-1,0 0 0,-1 0 1,-2 0 24,0 0 1,-3 0 0,0 1-1,1-1 1,4 0-64,-4 1 1,4 0 0,2-1 0,0 1-1,0 0 1,-2 0 0,-3 0-15,5 0 0,-5 0 0,0 0 0,1 0 1,3 0 7,-3 0 1,3 0-1,1 0 1,2 0-1,-1 0 1,-1 0 0,-2 0 1,0 0 1,-1 0 0,-2-1 0,1 1 0,-1 0 0,0 0 0,2 0 1,0-1 0,0 1 0,-1 0 0,-1-1 0,-1 1-14,0 0 1,-3 0 0,0-1 0,1 1 0,3 0-3,-2-1 1,4 0 0,2 1 0,0-1 0,0 0-1,-1 0 1,-4 0-25,6 0 1,-4 0 0,-1 0 0,2 0 0,3 0 10,-3-1 1,3 1 0,2 0 0,0-1 0,1 1 0,-2 0-1,-2-1-7,2 1 0,-3-1 1,0 1-1,0 0 1,-1-1-1,1 1 0,0 0 0,0 0 1,0-1-1,0 1 0,-1 0 1,1-1-11,-1 1 1,0 0 0,0 0 0,0-1 0,0 1 0,0 0 22,-2 0 1,1 0-1,-1-1 1,0 1-1,0 0 1,-1 0-115,10-1 0,-1 1 0,0-1 0,0 1 0,-1-1-135,-2 1 0,0-1 0,-1 1 1,1-1-1,-1 1 280,2-1 0,1 0 1,-1 0-1,-3 1 1,-5-1-1,4 1 1,-6 0-1,-1-1 1,-6 1-1,1 0 1,-1 0-1</inkml:trace>
  <inkml:trace contextRef="#ctx0" brushRef="#br0" timeOffset="25256">18901 1065 31657,'-10'0'1110,"3"0"-1110,7 0 0,0 0 0,-24 3 0,67 0 0,-32 0 0,35-1 0,12-2 0,-15-1 0,0-1 0,9 0 0,3-3 0,-11-1 0,1-3 0,-4 2 0,-6 1 0,-3-2 0,10-5 0,-11-4-250,-30 1-1543,-20-18-16,-8 3 779,-13-6-171,9 9 3686,5 6-3663,10 6 231,7 6 64,6 5 537,4 4 296,8 8-26,11 9 11,10 13 0,1 8-73,-10-4 1,-2 3-199,9 9 0,-5 2-168,-14-9 0,-7-3-2518,-9 18-821,-2-14 3843,-4-4 0,7-23 0,1-2 0</inkml:trace>
  <inkml:trace contextRef="#ctx0" brushRef="#br0" timeOffset="25790">20357 1048 29423,'-8'-43'-176,"0"0"1,1 7 0,1 7-922,4 14 310,1 12 226,3 12 205,11 45 99,-2 2 161,-3-20 1,0 2-474,2 12 0,-1-4 441,1-3 101,-3-7 1,0-4 210,-1-17 199,0-11-44,16-31-227,2-5-69,-4 4 0,1-3-112,-3 3 0,-1 1 119,0-1 1,-1 0-1681,1-2 1,-1 1 1601,3-5-235,-1 3-29,-15 26-1466,2 7-545,-2 13-2313,2 12 4616,-1 4 0,-2-10 0,-1-9 0</inkml:trace>
  <inkml:trace contextRef="#ctx0" brushRef="#br0" timeOffset="26016">20945 1132 16880,'3'-4'5987,"-2"1"-3881,-1 3-1988,5-46-79,-10 40-6,2-28-33,-8 55-134,3 24-504,6-8-1227,7 16-2678,8-16 3695,0-5 0,-4-14 0,-5-8 0</inkml:trace>
  <inkml:trace contextRef="#ctx0" brushRef="#br0" timeOffset="27500">21029 1036 22867,'-45'1'1423,"13"0"-1378,52-9 5,30-8-36,-5 3 0,4 1-304,-9 1 1,-1 1 294,4 2 1,-6 1 119,-11 3-131,-23 4 18,-21 6-7,-6 2-3224,-8 1 3219,0 0 0,-3 0 11,-17 5 104,16-4 1,-2 0-116,4-2 0,3 0 22,-8 2 6,-11 1 17,26-5 0,12-3 89,7-2 3287,7-1-3388,14-5 113,23-5-118,13-2-23,-19 4 1,0 1-12,23-4 1,-7 3 16,-8 3 6,-13 2-28,-11 2-1,-8 0 18,-9 2 5,-10 4 6,-11 4-17,-5 2 3,-5 0 0,-1 0 2,-4 1-5,-4 2 0,0-1 23,0 0 66,-1 1-5,27-8-17,22-9-39,6-1 23,28-9-46,-1 3-2,-10 3 0,2 1-165,29-4-180,-13 4-796,-16 3 1,0 0-5422,26 2 6559,4-1 0,-23 2 0,-18 0 0</inkml:trace>
  <inkml:trace contextRef="#ctx0" brushRef="#br0" timeOffset="27934">21044 1377 23523,'33'-16'184,"4"2"-161,18 4-23,-11 3 0,-19 4 0,-11 1 39,-16 4-5,-11 5-18,-18 3 1,-16 7 5,5-4 1,-1 0-1,11-4 1,1 0-4,-8 2 1,4-2 86,7-2 141,14-3 229,14-4-392,22-7-39,11-2-1,24-7-16,-26 8 0,1-1-14,7-1 0,1 1-17,-1 0 1,-2 0-40,-2 1 0,-1 0-2826,21-3 2868,-32 5 0,-8 2 0,-14 2 0</inkml:trace>
  <inkml:trace contextRef="#ctx0" brushRef="#br0" timeOffset="28600">22407 826 24025,'-35'-7'-328,"0"-1"1,0 3-1,1 5-34,-18 29 299,24-14 0,-1 0 57,0 1 1,0-2 65,-27 11 419,-1-5-100,25-11-385,4-5 247,24-7-129,3 0-78,2 0-34,1 1 5,2 2 18,2 7 10,-1 8-10,-1 9 16,-1 10 17,-7 6 6,-1 5 22,-5 6-23,2 3-10,2 1-29,5-2-11,10-5-14,8-20 1,4-3-122,21 6-108,-9-14 0,2-5-872,-3-8 0,1-5 1104,10-4 0,-2-1 0,6 0 0,0-5 0</inkml:trace>
  <inkml:trace contextRef="#ctx0" brushRef="#br0" timeOffset="29241">22843 1159 16140,'1'-5'6352,"0"1"-6025,9-24 1,2-7 1638,-1-2-1700,1 0 1,0 3-122,-7 11-89,-4 20-89,-1 5 5,0 8 50,0 14-11,0 17-8,-2-7 0,-1 3-165,-1-1 0,0 0 162,0 0 0,-2-1 5,-1 0 1,-1-2-6,-3 16 34,-3 4-12,5-16 314,4-18 56,4-13-336,12-37 0,8-26-51,-9 26 1,0 0-3,2-4 0,0-1-304,2-9 1,-1 1 322,-2 5 0,1-1 12,4-14 0,0-2 24,-1 11 1,-2 4-42,7-12 5,-5 23 1,1 4-23,1 9-6,18-4-50,0 26 0,1 7 45,10 1-1,4 19 1,-1 12-39,-23-2 0,-4 5-390,5 6 1,-3 1 83,-6 2 1,-4-1-875,-6-6 1,-2-2-566,-2-10 0,-2-3-3023,3 27 4205,-5-28 1,0-22 0,-1-3 0</inkml:trace>
  <inkml:trace contextRef="#ctx0" brushRef="#br0" timeOffset="29434">22924 1244 19552,'0'-2'3646,"0"-1"-3243,0 3-386,60-45-23,-19 26-355,5-8 0,2 2-356,14 12-4019,-22 8 0,-1 0 4320,19 0 0,-8 1 1,-32 3-1</inkml:trace>
  <inkml:trace contextRef="#ctx0" brushRef="#br0" timeOffset="30150">23956 789 26892,'8'-36'-467,"0"1"1,-5-17 253,26 40 1,8 7 5,13 0-5568,4 6 5734,-23 1 0,1 4-540,4 8 0,-2 2 556,1 6 791,1 20-757,-33-15-1,-1 12 3,-3 6 1,0 8 4,0 7-13,0-21 0,1 2 0,3 4 0,0-1-3,-1-7 0,0-1 0,2 13 0,-1-2 2070,-11 5-2098,0-16 0,-4-1-174,-31 11-193,14-26 0,-2-2-1333,-5-1 1,-1-3 1727,3-2 0,2-3 0,-10 3 0,19-6 0</inkml:trace>
  <inkml:trace contextRef="#ctx0" brushRef="#br0" timeOffset="75674">13330 3974 19608,'-6'-50'1560,"-1"-1"1,2 6 0,0 7-800,2 11-262,1 11-364,0 7-34,0 6-258,2 5 90,-1 8 95,1 3-28,3 34-96,-2 3 12,1-21 0,0 5-3044,-1 10 1,-1 7 0,1-6 2561,0-10 1,0-1 0,0 24 0,0-7 0,0-27-1</inkml:trace>
  <inkml:trace contextRef="#ctx0" brushRef="#br0" timeOffset="75858">13245 4537 21926,'0'-3'3333,"-1"0"-4302,1 3-8862,-15-32 7373,11 25 0,-11-24 1,16 32-1</inkml:trace>
  <inkml:trace contextRef="#ctx0" brushRef="#br0" timeOffset="76491">13746 4049 18184,'-3'-10'2655,"-9"-25"1,-2-4-1828,2 13-565,-3-12 1,0 3-102,6 24-263,5 9 40,2 11 100,7 14-22,2 19-9,5-1 1,2 3-9,-2-11 0,0 0 0,5 10 0,2-3 56,16 6 67,-12-23 169,7-12-1,-8-32-101,1-8-16,2-16-12,-6 1-33,-4 0-67,-3 4-51,-4 6-67,-4 12-280,-3 9-298,1 8-648,4 10-8549,16 22 8577,-3-6 0,3 7 1,-14-19-1</inkml:trace>
  <inkml:trace contextRef="#ctx0" brushRef="#br0" timeOffset="76684">14300 4073 17921,'2'-4'5999,"-1"1"-3657,-1 3-2370,10-42 0,-11 39 16,3-26-44,-13 53-117,-3 8-292,3 6-784,4 1-23,4-7 1272,7 11 0,-2-28 0,3 9 0</inkml:trace>
  <inkml:trace contextRef="#ctx0" brushRef="#br0" timeOffset="76865">14473 3761 21724,'-52'-10'-811,"16"17"0,38 17 1,3 0-1</inkml:trace>
  <inkml:trace contextRef="#ctx0" brushRef="#br0" timeOffset="77309">14768 3884 19770,'0'-4'4094,"0"1"-2116,0 3-1967,-14-40-84,9 32 28,-9-26 28,14 49 23,4 10 11,12 17-17,-2-10 0,14 17-17,-8-17 0,0 8-28,-6-4-27,-11-7-74,-23 1-135,-6-11-217,-18-3-493,-4-18 336,12-13 173,-2-32 499,21-6-172,5-6 429,8 2 169,3 20 49,3-1 141,-2 11-330,2 13-214,-2 6-22,0 7-156,0 1 255,0 5-166,-1 7-22,-1 21 5,-1-5-252,-1 27-1467,0-7 1736,2-14 0,-1 0 0,0 5 0,0-5 0</inkml:trace>
  <inkml:trace contextRef="#ctx0" brushRef="#br0" timeOffset="78242">14377 4067 20005,'-7'-37'157,"0"0"0,-4-23-84,11 60 123,0-1 179,0-3-168,0 2-123,1-2-151,-1 2-1378,0 2-488,3 3 1933,0 1 0,0-2 0,-2 0 0</inkml:trace>
  <inkml:trace contextRef="#ctx0" brushRef="#br0" timeOffset="79992">14699 3624 22049,'-19'-37'914,"5"9"-903,-3 31 6,2 5 55,-26 18-55,17-8-6,-11 8 45,14-11 34,-2-2 33,-6 1-28,1-3 51,2-4 5,6-2-39,6-3-28,5-2-39,5 0-28,3 0-56,1 1 33,1 3 23,2 3 0,2 7 11,0 7 39,-1 28-6,-2-2-19,-2-14 0,0 3 50,-3 5 1,0-2 19,-2 21-62,0-23 1,1-1 78,-1 7-12,2-5-27,1-1 0,-1-2-18,2-1-21,-1-3 10,2-5 29,0-6 28,3-8 78,1-5 67,3-5-33,2-1-101,2-2-34,2-3-11,0 0-39,-3-1-17,-3 1-17,-3 2-11,-1 0 0,0 1-6,0-2-5,0 2 6,-1 0-130,-1 1 113,1-2-6,3 0 11,3-3-5,4 2 10,-2-1 29,-4 3-6,-2-1 62,-4 2-78,-5 0-7,0 0 1,-8 2 11,-3 1 11,-5 2 1,-4 1-18,-3 0 12,2-2-1,3 0 51,1-2-39,7-3 17,1-3-46,6-5 35,1-6 16,3-6-39,2 0 6,2-22-6,4 7-1685,1 2 0,1-1 1691,3-3-73,1 7 1,0 0 66,2 3 0,2-5 0,10-9 28,-9 17 5,13-23-21,-11 19 3347,1-6-3342,-7 1 176,-5 8-176,-3 3 22,-3 8 17,-2 7-50,1 1 5,0 1 0,-1 2-11,2 1 11,0-1-22,0 0 34,0-1-18,0-2 6,0 2 12,0-2-18,0 3 1,-2 1-196,2 2 184,-1 9 23,1 3-28,-1 20 16,-1-7 1,-2 23-12,-4-6-27,-3 17 13,3-27 0,1 0 28,-1 0 1,1 1 8,-3 4 0,1-1-12,-3 11 12,-2 10-17,7-25-22,-1 7 22,0 3 5,3-13 1,0 12-6,3-24 11,2 11 0,5-14 23,5 3-12,0-7 29,9-4-23,0-3-11,8-6-17,6-3-185,15-9-118,-14 3-2937,-4 0 0,0-1 2392,-1-1 0,3-3 0,-19 10 0</inkml:trace>
  <inkml:trace contextRef="#ctx0" brushRef="#br0" timeOffset="81643">14715 3909 24374,'-12'-30'86,"0"-1"1,-9-11-42,16 60 17,-2 17-17,-3 15 16,-1 9-238,6-27 0,1 0 245,-2 28-18,4-7-9,1-9 10,3-12 21,-1-11 1,2-9 555,0-7 481,0-8-628,1-9-397,2-12 44,1-2-83,0-5 0,2-3 11,7-25-368,-3 13 1,0 0 319,-1 6 1,1 1-4,0 2 1,1 3-17,8-17-1,13-1-21,-11 27 5,12-3 5,-8 19-44,2 10 22,0 11 668,2 11-656,-4 13 10,-5 11-5,-11 10-335,-12-25 0,-3 0 352,-3 0 0,-2 0-43,-4-2 0,-2-2 71,-15 18 0,1-12 50,4-13 34,4-9 5,6-9 696,2-9-734,1-6 98,2-6-138,4-3-17,2 5 17,4-4-39,3 10 5,6-1-5,8 6-12,8 6 7,8 7-1,-5 3-34,18 20 12,-19-5-6,8 14 23,-21-4 11,-12 2-6,-16 0 11,-14-1-16,-15-3-84,-10-5-208,-4-9-436,-1-9-1222,6-10 1972,9-15 0,22 10 0,10-4 0</inkml:trace>
  <inkml:trace contextRef="#ctx0" brushRef="#br0" timeOffset="82068">15451 3603 25399,'19'-46'151,"2"8"-128,7 28-6,7 2-17,10 2 0,7 3 5,-1 6-10,-5 5-18,-11 11 18,-9 10 21,-8 14 7,-7 14-473,-8-23 0,-1 1 458,0 3 1,0 1-15,-2 4 1,0 1 5,1 1 0,0-1 0,0 2 0,-2-1-6,-1-2 1,-3-1-1,-4-2 1,-5-2 10,-7-2 1,-6-2-48,-9 0 0,-4-4-452,-7-1 1,-4-4-4423,-2-3 1,0-3 4446,13-6 0,3-2 0,-14 1 0,38-9 0</inkml:trace>
  <inkml:trace contextRef="#ctx0" brushRef="#br0" timeOffset="83067">16499 3812 24413,'-48'7'34,"11"11"-1,31 32 12,8-1 5,8-10 74,11-9 72,12-11 22,13-10-11,16-18-590,-21-1 0,3-5 408,10-6 0,4-3-584,-14 5 1,3 0-1,0-1 570,6-1 0,0-1 1,2 1-9,0 0 1,1 1 0,0 0-14,-1 1 1,-1 0 0,-1 2-53,-5 1 0,-2 0 1,-1 2-323,12-3 0,-3 2-3458,-13 4 0,-4 3 3842,2 2 0,-18 4 0,-20 4 0</inkml:trace>
  <inkml:trace contextRef="#ctx0" brushRef="#br0" timeOffset="87092">14137 4847 16644,'0'-5'4643,"0"0"-2934,0 5-1849,-3-31 118,1 27 83,-4-10-10,-1 47-29,-2 19-11,5-21 1,-1 2-206,2 1 1,0 1 193,1-1 0,0 0 11,2 27-83,2-12 117,0-13-11,1-15 582,-2-9 610,0-8-1109,0-23 340,0-3-362,2-25 0,0-4 1,1-11-54,-2 28 0,0 0 0,1 2 0,-1 0 151,0-21-59,0 17-78,-2 15-117,0 12 16,-2 13 56,-2 12-33,-5 17 5,-2 15 22,-1 11-207,7-26 0,2-1 213,-2 29-11,6-8 6,3-14 39,1-15 151,-1-11 117,-2-10-184,-2-6 45,0-18-79,-3-7-22,-1-20 22,-1-4-45,0-2-10,2 5 397,3 13-425,-1 16-130,1 10 17,-1 11 6,1 12-370,-2 13-1624,2 19 2089,0-13 0,1 0 0,-1 5 0,2 1 0</inkml:trace>
  <inkml:trace contextRef="#ctx0" brushRef="#br0" timeOffset="88932">11356 5596 9542,'-56'-1'1206,"-1"0"1,1 0 0,4 3-1,2-1 1,22-6-815,28-6-219,26 0-83,9-1 13,12 4 1,7 2-623,-3 1 0,1 0 549,-11 1 0,2 0 0,3 0-516,5 1 1,6-1 0,0 0 0,-1 1 543,-8 0 1,-1 0 0,1 0 0,3 0-21,7 0 0,3-1 0,2 0 0,2 0 1,-3 0-6,-1 0 1,-1 0-1,1 0 1,0 1 0,1-1-349,-6 0 1,1 1 0,1-1 0,-1 1-1,0-1 1,-2 1 327,2-1 1,-3 1-1,-1-1 1,3 1-1,4-1 13,-7 0 1,3 1 0,3-1-1,2 0 1,0 0 0,-1 0-1,-2 1 1,-2-1-265,4 0 0,-3 0 0,-1 0 0,0 0 1,2 0-1,3 0 254,-7 0 0,2 0 0,2 0 0,1 0 1,1 0-1,0-1 0,-1 1 0,0 0 0,-3 0-119,8-1 0,-1 0 0,-1 1 1,0-1-1,-1 0 0,1 0 1,0 1 114,0-1 0,1 0 0,1 0 0,-2-1 0,1 1 0,-3 1 0,-1-1-38,-2 0 0,-2 1 1,-2 0-1,1-1 1,1 1-1,3 0 32,-3-1 0,3 1 1,2-1-1,1 1 0,0-1 1,-2 1-1,-2-1 1,-3 1-37,11 0 0,-6 0 1,-1 0-1,2 0 1,3 0 0,-5 0 0,3 0 0,2 0 1,0 0-1,0 0 0,-2 0 0,-3 0-80,7 0 1,-2 1-1,-3-1 1,0 1-1,0-1-683,-4 1 0,1 1 0,-2-1 0,0 0 0,-3 0 792,5 1 0,-2-1 0,-2 0 0,-4 1 0,18-2 0,-9 2 0,-26 0 0,0 1 0</inkml:trace>
  <inkml:trace contextRef="#ctx0" brushRef="#br0" timeOffset="89809">11160 5788 20140,'-2'-37'64,"0"0"0,0-15 76,1 71-28,0 19-33,-1 13-7,-3 9-21,-3 3-12,-2-2-5,0-10 240,2-8 157,4-22 925,1-8-370,3-17-650,3-10-51,1-11-21,2-13-152,0 4 106,-2-23-128,-3 19-34,1-13-12,-3 24-184,0 11 51,-1 9-96,-1 13 56,1 3-1187,-4 34-2022,2 3 3338,1-6 0,1-1 0,0 0 0,1-1 0</inkml:trace>
  <inkml:trace contextRef="#ctx0" brushRef="#br0" timeOffset="90409">11065 7186 11480,'2'-4'7372,"-1"0"-6594,6-26 0,-2-9 533,-15-7-1155,13 4 1,-4 0 365,-27 0-192,1 26-128,-15 2-101,-11 14-85,22 6 1,-1 4-476,-11 10 1,0 4 469,5 1 1,2 2-12,0 0 0,2 2 2,5-1 1,3 1 69,7 1 0,4 0-89,-10 18 34,29 7 11,12-38 90,27-6 44,-1-19 29,17-13-85,-25 4 0,0-5 23,7-10 1,-1-2-46,-11 9 0,-3-2 58,7-14 1,-4-4-40,-13 12 1,-3-2-37,4-10 1,-2-1 2,-1 1 0,-2 0-112,0-2 1,-1 2 148,1-12 72,-2 1-22,-8 35-34,0 2-291,-2 17 185,3 15 891,0 9-908,5 26-45,-1 8-279,-4-16 1,0 4 11,0 17 1,-2 1-948,1-7 1,0-2 639,-2 0 1,2-3-1906,3-7 1,1-5 1860,7 5 0,-6-13 0,-3-21 0</inkml:trace>
  <inkml:trace contextRef="#ctx0" brushRef="#br0" timeOffset="90643">11818 6667 18958,'0'-8'4100,"0"1"-3798,0 7 197,0 0-427,-72-42-21,36 61-54,-8-25 0,4 5-3,23 33 1,10 10-400,2 0 1,2-1 398,1-4 1,1 0-15,3 16 1,0 0-85,1-6 1,0 2-487,1 0 0,0 4 0,-1-1-1881,1-1 1,0 0-1,-1-1 2471,-1 1 0,1-1 0,-1-6 0,0-2 0,0-7 0,-2-4 0</inkml:trace>
  <inkml:trace contextRef="#ctx0" brushRef="#br0" timeOffset="90942">11443 7189 23528,'38'-43'192,"1"0"0,-2 2 1,2 5-190,-5 16 0,2 4-155,-2 0 1,1 1-754,-2 2 1,1 1 904,1 2 0,-3 0 0,4 0 0,-7 1 0</inkml:trace>
  <inkml:trace contextRef="#ctx0" brushRef="#br0" timeOffset="91299">12466 6668 23124,'-5'-42'418,"0"-1"0,-3 2 0,-6 10-312,-16 19 257,-13 5-324,1 17 86,2 11-131,4 27 6,24-15 0,5 3-135,3 2 0,5 1 132,7 4 1,3-1 7,13 15-5,-6-23 0,1-1-11,12 18 16,-11-16 1,-1 1-11,3 17 159,-16 0-294,-27-20-717,-21-5-3607,-17-8 4464,3-7 0,19-7 0,17-5 0</inkml:trace>
  <inkml:trace contextRef="#ctx0" brushRef="#br0" timeOffset="91885">12972 6501 18851,'13'-54'1508,"0"0"1,-2 7 0,-2 9-1056,-8 21-122,-5 12-270,-5 19 40,-10 22-26,4-4 1,-1 5-166,-4 11 0,0 5 112,5-11 0,0 2 1,0 1-417,1 2 0,0 1 0,2 1 394,2-1 0,0 1 0,4-1-12,2-4 1,3-1 0,3-1-9,8 15 1,9-5-63,8-8 1,8-5-426,11-6 1,7-7-1229,-12-12 1,3-3-1,-1-3 1585,21 1 0,-4-4 0,-17-3 0,-5-2 0,9-1 0</inkml:trace>
  <inkml:trace contextRef="#ctx0" brushRef="#br0" timeOffset="95001">13825 6599 12785,'-1'-3'6722,"0"1"-4454,1 2-2235,-4-24-72,2 20 50,-2-11 90,5 43-62,2-3 28,2 29 1,1-7-18,-1 2 34,-3-12 1,-1 1 49,-3 13-45,0-17 1,-1-1 207,-5 11 151,-1-13 179,0-11 107,3-11-241,0-7-325,1-10-56,-3-7-16,-2-15-24,-1-10-4,1-11-49,5 12 1,1-1-211,-1-17 202,2 7 1,4-2-10,8 6 1,4 2-17,2 1 0,3 2 8,0 4 1,4 5-12,30 6-5,-12 21 0,9 7 10,-17 10 1,-1 6-3,-7 3 0,-3 3-201,2-1 1,-4 2 208,-1 35 205,-15-17-202,-11-3 0,-2 0 3,2 3 5,-5-11 1,0-6 61,3-16-11,0-2 90,-1-10-118,5-4 62,-7-17 381,8 8-465,-2-20-17,10 17 5,7-7 1,8 12-29,17 6 45,3 14-16,13 10-1,-21 1 0,0 4-22,-5-2 0,0 1-1693,4 10 0,-3 1 1699,-2 15 16,-10-2-1140,-33-12 1,-9-4 1123,0-4-267,-20 1 1,-3-5-26,10-14-1146,-4-4 1,1-3-2008,10-5 3467,-17-6 0,39 5 0,2-1 0</inkml:trace>
  <inkml:trace contextRef="#ctx0" brushRef="#br0" timeOffset="95218">14764 6856 24547,'6'49'-15,"0"0"0,0 3 1,-5-4-3991,-19 4 4005,-3 7 0,1-21 0,5-15 0</inkml:trace>
  <inkml:trace contextRef="#ctx0" brushRef="#br0" timeOffset="97207">15253 6825 13842,'-5'-7'6212,"2"1"-4771,-14-31 1,0-6-958,7 12 77,-9-22 1,3 1-369,14 32 68,3-8-180,0 21-263,4 6 202,10 26 4,3 12-20,5 11-117,-10-16 0,-1 2 130,7 23-14,-8-22 0,1 1 13,3 2 1,0-3-6,5 10 68,11 4 16,-19-36 169,9 1 89,-1-34-269,-4 4 33,1-14 1,-1-4 67,4-21-178,-7 22 0,-1-2 52,-2-5 0,-1 0-12,-2 8 1,0-1 41,2-11 1,-1 2 5,2-16-72,-4 14-12,-5 29-73,-1 10-33,0 5-308,8 20-1569,15 13 594,-1 4 763,1-10 0,-2-2 1,-7-10-1,8 8 0</inkml:trace>
  <inkml:trace contextRef="#ctx0" brushRef="#br0" timeOffset="97467">16060 6236 24169,'19'39'24,"0"1"1,-1-1 0,3 5-1,-1 1 1,-3-2-36,-2 0 0,-4 2-810,-5 4 1,-3 5 0,-2-3 803,-1 4 1,-8 0-236,-10-6 0,-9 5 0,-3-1 0,2-7-1370,-9 3 0,-4-4 1622,4-6 0,-5 5 0,1-3 0,10-11 0,0-1 0,5-7 0</inkml:trace>
  <inkml:trace contextRef="#ctx0" brushRef="#br0" timeOffset="103067">13128 17099 21651,'-6'-42'803,"0"-1"0,0 8 0,3 7-596,5 18-145,0 10-17,5 4-23,3 8 6,2 4 34,7 35-51,-11-17 0,-2 4 0,-3 3 17,-7-3 0,-3 0-396,2-1 0,-1-1 373,-2-2 1,0-2 67,-3 6 33,7-25 264,0-1 39,1-18-230,-1-18-67,-2-27-78,1 3 2,3 10 1,1-1 52,0-22-16,3 25 0,2-2 33,2-2 1,2 2-29,4 5 1,5 3-71,5 2 0,3 4-13,30-3-1,-22 21 1,0 5-35,29 13 24,-14 2 10,-17 3 0,-3 3 6,-4 1 382,-5 6 1,-5 5-394,-20 24 11,0 0-224,-7-21 0,-4-2 185,-13 10 28,1-3 45,-17-1 0,18-25 22,-6-1 95,9-27-45,13-1 45,-2-15-89,11 6 340,6 6-368,12 4-3381,5 12 3369,18 6-259,-8 7 0,2 3 237,0 2 0,-2 2-181,2-1 1,-1 4 166,3 12 0,-5 3-14,-8 8 6,-5-14 0,-7 1 22,-27 15 16,-18-9-52,7-14 0,-3-1-236,-3 0 0,-4-2-4644,-11 0 1,0-1 4126,19-7 1,1-2 0,-28 6 0,48-14-1</inkml:trace>
  <inkml:trace contextRef="#ctx0" brushRef="#br0" timeOffset="107557">17066 6699 13407,'-5'-2'4811,"1"1"-2408,4 1-2381,-33-17-139,32 11 106,-12-13-23,54 15 3,-9 2 1,2 1-10,6-1 1,4 2-132,17 5 1,-1 2 114,3 1 47,-23 2 1,-15 3 75,-47 6-33,-23 9-4,11-11 1,-2 0-6,-4 1 1,-2 0 41,-12 8 0,1-1-345,19-7 0,2-1 280,-4 3 1,8 0 59,15-2 33,24-6-56,6-6-3,13-5 1,4-4-3,26-9-205,-14 2 0,1-2 207,-6-2 1,-3-3 72,-4-2 0,-2-1 34,-7-1 0,-4-4 75,-8-8 1,-5-2-62,-6-13 45,-8 10 0,-5 2 402,-11-8 46,-6-6-3146,6 13 2916,8 14 168,6 11-600,10 7 18,9 11 5,12 9-33,25 26 11,-12-7 35,-8-4 1,-3 3-126,-2 22-669,-16 2 0,-8 4-619,-4-14 0,-6 0 1389,-3-2 0,-4 0 0,2-7 0,-5 4 0,1-13 0</inkml:trace>
  <inkml:trace contextRef="#ctx0" brushRef="#br0" timeOffset="108133">18174 6906 13480,'-1'-63'2514,"0"0"1,-1 6 0,0 7-1125,-4 8-847,0 14 667,-5-8-1199,7 25-45,-2 8 57,5 14 5,6 21-12,9 7 1,4 3-14,-2-10 0,2 0-187,10 19 0,3-3 190,9-4 16,-9-14 1,1-3 279,17 6 129,-4-1-140,-17-28-128,-25-24-79,-3-6 50,-2-10 1,-1-6-74,4 2 1,0-1-91,0-11 0,3 0 32,2 6 0,3 5-9,8-5-11,10 6-498,9 17-68,-4 5-3134,1 12 1,1 3 3716,3 8 0,4-2 0,-24 1 0</inkml:trace>
  <inkml:trace contextRef="#ctx0" brushRef="#br0" timeOffset="108334">19281 6525 20487,'-3'-4'2482,"0"1"-1892,3 3-1996,61-47 403,-24 35 877,6-3 1,10-3 0,-9 7 0,-4 12 0,-3 0 0,-1 1 0</inkml:trace>
  <inkml:trace contextRef="#ctx0" brushRef="#br0" timeOffset="108501">19306 6773 25478,'58'-21'-1159,"-1"0"0,-17 4 1,-2 3-1,5 4 0,-5 3 1,-12 2-1</inkml:trace>
  <inkml:trace contextRef="#ctx0" brushRef="#br0" timeOffset="109084">20526 6287 15569,'2'-5'5696,"0"1"-3371,-2 4-2219,-9-57-106,-8 49 23,-15-41 16,-10 64-6,-9 2-5,-5 1-207,-2-3 291,5-4 73,10-6 44,14-3 46,12-5-79,10 0-56,5-2-96,2 0 24,0 1 184,3 2-246,2 4 10,3 9 7,0 12-6,-3 17 50,-8 17-3414,-3-4 3442,-5-3 1,-1 1-1172,2-13 1,1 1 1108,-5 16 1,3 2-194,4-14 0,3-2 171,3 21-85,14-25 0,6-2 13,28 3-298,-8-14 0,5-5-274,4-9 1,2-7 632,13-7 0,-4-4 0,-23 5 0,-3-1 0,-1-3 0,-1-1 0</inkml:trace>
  <inkml:trace contextRef="#ctx0" brushRef="#br0" timeOffset="110259">21096 6532 14292,'0'-10'2890,"3"-22"0,0-4-1983,-1 13 9,0-17 0,1 2-120,-3 21-309,0 0-342,0 12-156,0 5 17,0 7 11,3 11 22,0 13 0,2 14 6,-3 8-12,-4 3-27,-4-3 44,-4-6 18,-1-9 32,1-11 197,4-12 639,3-9-785,2-12-128,1-1 27,2-16-22,-1 7-22,1-4 66,-1 2-27,-1 9-17,1-1-17,-1 5 1,0 3 4,0 1-4,0-2-1,0 2 6,0-7-1,0 1 1,0-7-22,0-2 16,0-3-11,0-2 11,2 1-3397,-2-1 3397,0 8-2229,0-8 2229,0 11 11,0-5 40,0-8 22,3 0 17,1-11 2257,2 9-2246,1 5-67,-4 9 16,0 4 3326,-3 5-3421,1 3 28,-1 6 23,0 10-39,0 14 22,0 14 5,0 16-13,0-27 0,0 2-311,-1 1 0,-1 1 316,0-1 1,-2 1 16,-4 9 0,-1-1-3,1-15 0,0 0 11,-2 5 1,0-5 11,1-9 66,3-9 40,5-12 409,0-14-521,1 3 649,0-43-649,0 18-6,1-5 0,1-4-712,1 6 0,1 0 692,2-14 1,0 0 3,0 10 0,1-1-9,3-17 0,2 1 14,-3 21 0,0 2-8,5-14 0,1 4-20,6-4-11,20 6 39,-5 29-33,21 3-3,-25 23 0,-1 6 13,12 9-2,-14 5 0,-4 6 8,-10-6 1,-2 1-6,2 11 0,-2 4-113,-1 9 0,-3 3 82,-2-1 0,0 0-39,-3-10 0,1-1-154,4 7 0,1-4-734,7-4-535,-3-15 0,0-4-4108,5-7 4905,-3-12 0,-11-9 1,-2-2-1</inkml:trace>
  <inkml:trace contextRef="#ctx0" brushRef="#br0" timeOffset="110451">21161 6591 13319,'-5'-1'7388,"2"0"-4952,3 1-2385,34-60-74,-5 45 1,2 1-539,1-20 0,3 1-24,12 20 0,1 9-2135,-13 1 1,-1 1 2719,4 0 0,-2 0 0,11 2 0,-22 0 0</inkml:trace>
  <inkml:trace contextRef="#ctx0" brushRef="#br0" timeOffset="110660">22072 6530 20722,'5'3'2543,"-1"0"-2431,-4-3-146,12 46-61,-9-25-241,3 11 0,0 3-2145,-7-2-846,0 0 3327,-2 0 0,2-21 0,-1-1 0</inkml:trace>
  <inkml:trace contextRef="#ctx0" brushRef="#br0" timeOffset="111307">22548 6376 24732,'-7'7'90,"6"18"-34,5 21 5,1 1 23,-6-3-39,-1-25 246,-2-6 203,2-10-18,0-2-207,4-11-174,0-2 78,4-21-38,7-26-113,0 8-195,2-1 1,0 0 189,2 5 11,2-2 0,4 1-12,7 5-13,-6 13 0,1 3 3,13 2-26,-3 14 0,2 5-2,19 3 11,-15 5 0,-1 4 5,8 6-5,-1 21-12,-22 4 9,-13-7 0,-7 4 8,-11 4 1,-9 1 16,-10 6 1,-4-3-112,3-10 0,-4-3 120,-13 3 0,0-7-4,-2-7 29,-14 2 34,24-19 403,12-11-398,9-9-23,7-7-38,5 4 241,12-11-253,6 13 0,6-3-33,23 10-23,-6 11 36,-7 4 1,0 3 19,13 6-22,9 17 0,0 5-141,-26-14 0,-2 1 141,20 11 0,-6 2-28,-21 12 11,-22-22-286,-17 1 1,-8-2-598,-2-8 1,-6-2 808,-24 5 1,-1-1 0,28-7-1,3-3 1,-3-1 0,0 0-1</inkml:trace>
  <inkml:trace contextRef="#ctx0" brushRef="#br0" timeOffset="138459">17865 3064 11598,'-7'0'7001,"2"0"-6127,-55-1 201,30 0-602,-9 0 1,2 0-430,17-1-167,10 0 151,22 0-50,19-2-118,24-4 50,-1 1-399,-3 2 1,1 0 370,-18 3 1,-1 1-43,12-2 1,-3 1-48,-2 6 167,-26 4 46,-28 11 50,-20 9-28,-4-2 14,2-1 0,-1 0-432,-11 13 421,18-17 0,2 2 75,-10 17 572,26-20-622,4 4 118,38-15-101,5-13-1,26-9 24,-6-11-137,-5-8 276,-8-6 11,-13-3-134,-12 6-2342,-16-29 2415,-5 36 292,-14-28 48,1 35-76,-3 0-75,6 8 101,5 5-283,6 4-150,13 13 3426,7 5-3488,17 17-64,6 7-152,-1 9-858,-25-4 0,-8 4-274,-7-8 0,-6 0-2667,-9 18 0,-7-2 4072,-1-17 0,-1-6 0,-10 13 1,17-22-1</inkml:trace>
  <inkml:trace contextRef="#ctx0" brushRef="#br0" timeOffset="139092">19301 3062 22251,'-10'-39'244,"-1"0"1,3 3 0,-4 11-185,-3 23 77,-8 3-48,-10 6-13,-11 6 5,-10 4-18,-1 1 81,5-3 60,14-7 18,13-4-64,12-3 232,6-2-102,3 1-172,2 0-111,-1 9 95,-1 6-3350,-6 30 3378,2-11 6,-7 27-596,7-16 357,0 13-175,3 2 357,6 2-105,0-30 1,0 0-37,2-1 0,4 2-266,7 9 0,5-2-100,-2-14 0,4-2-319,11 4 1,3-6-525,0-18 1,0-6-1369,7-5 0,-2-4 425,-5 1 0,-2-3 1859,5-4 0,-4 1 1,-6 2-1,-2 0 0</inkml:trace>
  <inkml:trace contextRef="#ctx0" brushRef="#br0" timeOffset="139750">19691 3163 15055,'0'-3'6948,"-1"1"-5289,1 2-1132,-4-17-599,3 28 139,-3-4 146,2 35-184,-1 7-58,-3 1 44,-2 5-31,2-20-240,-2 2 300,4-24-88,0-2 564,3-7-437,-2-14-17,1-9-30,-2-17-13,1-11 20,5-10-257,3 19 0,0 0 229,4-14 41,0 17 0,1 1 17,4-4-39,7-5-18,2 9 186,3 8-3180,4 10 3244,5 6 276,8 5-338,6 11-36,5 6-116,-24 3 1,-2 3 12,13 19-208,-10 4-73,-22 6-12,-23 0 117,2-8 91,-8-11 1,-5-4 84,-7-4 68,-8 4 3501,-11-17-3402,25-12 175,-13-24-345,29 10-184,9-19 40,11 24-3333,16-3 3416,-5 7-16,17 4-155,-2 9 62,14 8 55,4 8 49,-2 9-80,-7 6-155,-11 4-112,-15 0-35,-14 2 192,-23 0-77,-6-15 0,-5-3-73,0-4 1,-3-2-593,-9 1 1,0-4-2454,8-7 1,1-4 3394,-16-4 1,21-1 0,15-2-1</inkml:trace>
  <inkml:trace contextRef="#ctx0" brushRef="#br0" timeOffset="140018">20717 3231 22240,'-22'45'-1289,"1"0"1,0-6 0,7-6 1288,14-8 0,0-15 0,0-1 0</inkml:trace>
  <inkml:trace contextRef="#ctx0" brushRef="#br0" timeOffset="140325">21278 2895 18028,'0'-3'3898,"0"1"-3623,0 2 235,-62-5 83,7 20-406,-2 0 1,-1 4-163,24 2 1,4 3-12,-1 6 0,7 3-51,12-1 1,6 0-110,11 23-25,5-23 1,7-2-787,17-3 1,8-4 219,-1-4 1,3-4-1471,13 2 0,1-4 2207,-13-7 0,-3-1 0,12-1 0,-26-4 0</inkml:trace>
  <inkml:trace contextRef="#ctx0" brushRef="#br0" timeOffset="140757">21653 2835 14477,'-1'-7'6682,"0"2"-6447,1 5 437,0 0-520,79-43-991,-34 28 903,10-10 1,-1 3 7,-11 16 202,10 4-240,-28 4 50,16 12-12,-25 3 24,0 12 10,-9 3 682,-3-3-653,1 20-63,-1-8-16,3 19 28,0-7 0,-2 3-22,-2 3-3240,-2 1 3251,-7-1 11,-3-5-39,-4-15-29,-17 5-268,-2-18-744,-19 5-6135,-4-13 6564,5-7 0,17-5 0,15-5 0</inkml:trace>
  <inkml:trace contextRef="#ctx0" brushRef="#br0" timeOffset="142235">19879 3775 17296,'-41'9'651,"1"-1"1,3 0 0,11-3-367,23-4 129,14-1-50,14-3-244,10 0 1,4-2-1393,20-2 1302,-4 0 1,2 0 2,-18 2 1,0 0-14,6-1 0,-1 0 16,-8 2 0,-5 0 507,8-1-408,-26 3-71,-27 4-87,-25 5 37,8-2 0,-6 2 17,-8 1 1,-6 2 0,1 0-55,4-2 0,1 1 1,-1-1 83,-7 2 1,-1 1 0,5-2 482,5-1 0,8-1-415,1-1 140,37-5 151,51-12-331,1 2 1,8-2-25,-8 1 1,3-1-1,-2 1-132,-9 2 0,-1 0 1,0 0 107,0-1 0,1 1 0,-11 2 32,-4 0 153,4 0-993,-30 5-2230,-12 1-6834,-7 4 8030,-1-2 0,4 2 0,7-2 0</inkml:trace>
  <inkml:trace contextRef="#ctx0" brushRef="#br0" timeOffset="147584">23737 5804 16801,'-28'6'1490,"6"-1"-1098,23-5-22,0 1-179,1-1 122,8 1-128,5 0 33,12 2 34,17-2-132,-10 0 1,0-1-70,18 1 16,-13 0 0,-5 0-45,-13 0 29,9 4 72,-25 0 28,-1 7-89,-6 0 16,-5 19-56,2-11 34,-3 38-28,5-14-11,4-10 0,1 0 5,4 14 3,2-16 1,2-3-9,3 7 47,5 8 0,-1 1-570,-3-2 570,-1 7 1,-4 2 25,-16-4-147,0-13 1,-3-1 56,-14 4-67,-3-11 0,-4-2-263,-20 7-1216,6-8 0,-1-1-3848,-10-1 5038,22-11 0,5-3 1,11-4-1,3-1 1</inkml:trace>
  <inkml:trace contextRef="#ctx0" brushRef="#br0" timeOffset="152342">15069 8178 13737,'4'-35'-425,"33"-3"391,17 26-624,-14 4 1,3 0 609,-4 3 1,0 2-37,-4 0 0,-2 3 408,19 6-61,-25 9 279,-31 12-402,-25 11-82,5-15 1,-3 0-131,-3 1 1,-1 1 188,0-1 1,1-1 45,-14 11 206,-1 1 358,30-18-531,-1 0 286,31-11-230,23-15-190,16-4-51,4-8-211,-12 2 1,-1-1 250,3-3 227,2-2 1,-2-2 578,-2-10 190,-3-9-672,-38 11-78,-28 8 140,-16 8-2643,-5 1 3063,-1 1-79,10 0-285,12 0-251,10 2-175,9 3-5,12-1-62,5 8 3380,14 4-3402,4 13-6,7 11 0,-8 1-104,-8 1 0,-2 3-434,3 17-73,-8-11 1,-3 2-1390,-2 26-27,-8-13 2055,-7 14 0,2-41 0,-2 9 0</inkml:trace>
  <inkml:trace contextRef="#ctx0" brushRef="#br0" timeOffset="153137">16998 7847 21075,'-40'-4'76,"0"-1"1,0 1-1,2 4-25,-16 14-21,22-6 1,0-1-3,-2 0 0,0-1 50,-7-1 1,1 0 8,7-3 0,2 0 103,-20 1-78,28-3-78,18 0-180,5 0 152,3 8 27,4 7 29,3 18 23,-2 13 45,-4 17-1716,-8-15 1,-3 0 1661,3-13 0,0 0 30,-6 18 1,1-1-348,4-18 0,1-1 345,-1 6 0,3 3-109,7 4 0,5 4 1,-1-6 21,-3-11 0,2-2-10,12 28 1,8-10-353,23-30-1624,-7-14 1,2-3-2662,-9-1 1,0-1 4602,7-5 1,-7-2 0,-15 1 0,-8 2 0</inkml:trace>
  <inkml:trace contextRef="#ctx0" brushRef="#br0" timeOffset="159934">17713 8116 19669,'-1'-5'3966,"-1"2"-3250,2 3-654,-29-7 16,7 29-27,-25 6-26,31 1 0,3 4-6,1-1 1,2 0-20,2-1 0,2 0 0,0 24 23,5-9-1,3-12-5,-1-14 521,2-8 22,-3-11-3599,1-15 3106,-1 0 40,0-25-63,0 11 9,1-12 1,2-5-404,1 7 0,2-1 412,1-18 0,2-2 10,1 12 1,1 2-9,-1 6 1,0 2 80,9-18 2904,-3 19-3038,1 17 6,4 11-34,9 16 1208,9 15-1196,7 18-9,-21-13 0,0 2-139,0 5 1,-1 1 127,-5-7 0,-1 3-270,1 16 0,0 9 0,-4-8 127,-5-17 0,-1-1-185,3 15 0,0 6 0,-4-9-1517,-8-3-1452,-8-3-4021,-7-16 6518,-3-13 1,6-7-1,4-1 1</inkml:trace>
  <inkml:trace contextRef="#ctx0" brushRef="#br0" timeOffset="160085">17826 8432 12612,'-7'-3'4127,"-25"-6"1,-4-1-2464,10 1-1020,-9-2 0,2-2-476,22 6-22,12-5-146,14 2-297,17-6-784,22-2-1415,-15 7 0,3 0 2496,12-1 0,-2 0 0,-19 5 0,-3 0 0,29-5 0</inkml:trace>
  <inkml:trace contextRef="#ctx0" brushRef="#br0" timeOffset="160277">18566 8219 24430,'-5'38'-135,"-1"-1"1,1 2 0,-1-5-1878,0-1 2012,-6 9 0,6-18 0,-1-4 0</inkml:trace>
  <inkml:trace contextRef="#ctx0" brushRef="#br0" timeOffset="160784">19000 8021 18275,'1'-3'4464,"0"0"-2648,-1 3-1609,2 25 374,-3 3-469,3 26-2948,-3 7 2897,1-10 216,-3 4-227,-3-11-16,-4-8 431,3-17-398,0-19-39,4-39 34,1-10 5,1 8 0,0-3 1446,1 9 0,1 0-1440,1-6 0,1 2-2849,5-17 2832,1 19 17,7 0-45,-5 19 28,26-13-17,10 16-39,2-2 8,-15 16 1,1 7-23,4 7 0,-1 5 8,-7-6 1,1 5-42,8 14 0,3 8 1,-11-2-303,-6 17 298,-4-2 1,-13-2-174,-37-20 0,-13-6-233,1-3 1,-3-3 50,-2-1 0,-2-2-4002,-17-6 0,2-3-5092,2-3 9500,12-3 0,6 0 0,21-2 0,9 0 0</inkml:trace>
  <inkml:trace contextRef="#ctx0" brushRef="#br0" timeOffset="161401">19879 7809 9302,'-2'-7'9437,"1"2"-8255,1 5 2968,0 0-3746,-32-20-102,33 8-72,-18-16-135,36 17 62,11-1 17,5 7-113,0 1-27,-2 4 50,1 10-17,-9 1 12,12 7-18,-2 0-38,-8-2 27,15 17-28,-13-2-11,-8-6 1,0 3-232,-5 0 1,-2 2 230,1 4 0,-3 2 6,-3 5 0,-3-1-3,-1-6 0,-4 1 47,-10 20 1,-7 1-474,0-19 0,-3 0 384,-10 16 0,-4-2-37,3-15 1,-3-5-129,0-4 0,-2-3-340,-2-4 1,-2-4-2429,-5-5 1,-1-2 2960,2-4 0,3-1 0,-15-2 0,22-2 0</inkml:trace>
  <inkml:trace contextRef="#ctx0" brushRef="#br0" timeOffset="163059">20009 7830 21898,'-50'-5'390,"0"1"0,7-2 1,9 3-94,20 9 408,12-4-212,7 0-174,15-2-134,16 0-73,15 0 28,7-3 51,2-1-40,-6-3 17,-4-1-50,-5-1-68,-12 2 68,12-2-62,-18 4-6,9 0-16,-18 3-17,-7 1 72,-5 9-16,-5 2 28,1 10 129,-4 25-180,1-17 12,-2 24-6,0-23 5,0 12 23,-2 3-14,1-12 0,-2 2-17,-3 4 1,-1 2-24,0 3 1,-1 0-173,-2 0 0,0 0 164,1-5 1,1-3-6,-7 20-3,7-18 0,0-2-31,0 7 28,-3 13 17,7-22 11,0-8 113,-5-2-102,1-10 40,-12 5 317,-3-6-379,-15 2-40,-7-6 1,-3-1-17,-4 0-196,3-3 1,2-4-869,13-8 1092,-5-11 0,20 8 0,8-3 0</inkml:trace>
  <inkml:trace contextRef="#ctx0" brushRef="#br0" timeOffset="165580">17556 8303 13026,'0'-5'7248,"0"2"-4582,0 3-2190,3-62-123,-2 45-219,2-45-122,-3 62 4,-2 11 7,-1 2 33,-5 37-28,-1-3-9,4-9 1,0 1-172,2-5 0,0-1 163,1 0 1,0 0 5,1 25 5,2-9 28,3-5-10,0-18 105,1-4 275,-3-18 236,-1 0-197,0-6-347,-1-1 107,2-15 185,-1-5-342,3-20-23,0 6 11,1-1 1,1-5 5,0-5 0,0-2 100,0-2 1,-1 2-1803,0 7 1,-2 6 1645,-2 10 17,-7 53-6,-2 11-11,-1 10-28,3-16 0,0 1-168,-4 25-225,3-21 0,0 2-716,0-1 0,1 1 1137,0 0 0,0-2 0,-1 5 0,4-8 0</inkml:trace>
  <inkml:trace contextRef="#ctx0" brushRef="#br0" timeOffset="188394">18890 8671 24575,'43'0'0,"-8"0"0,21 0 0,-15 0 0,2 0 0,0 0 0,-5 0 0,1 0 0,-5 0 0,-2 0 0,-6 0 0,-3 0 0,-2 0 0,7 0 0,-5 0 0,7 0 0,6 0 0,-12 0 0,8 0 0,-17 0 0,-5 0 0,-1 0 0,-6 0 0,-4 0 0,-6 0 0,-7 0 0,-27 0 0,3 0 0,-10 0 0,-3 0 0,19 0 0,0 0 0,-14-1 0,2 0 0,-8-1 0,12-1 0,8 1 0,-9 0 0,14-1 0,-20-2 0,24 3 0,-13 0 0,19 2 0,-5-1 0,9 1 0,1 0 0,1 0 0,0 0 0,-3 0 0,4 0 0,0 0 0,4 0 0,0 0 0,4 0 0,12 0 0,6 0 0,10 1 0,0 2 0,-2 2 0,3 0 0,17 4 0,10-2 0,3 2 0,-3-3 0,-8 0 0,0 0 0,-4-1 0,-12-1 0,-16-2 0,-8-2 0,0 0 0,-3 0 0,-8 0 0,-8 0 0,-5 0 0,-5-1 0,8-1 0,0 1 0,7-1 0,1 2 0,3-1 0,1 1 0</inkml:trace>
  <inkml:trace contextRef="#ctx0" brushRef="#br0" timeOffset="202473">11142 10340 20134,'25'-42'839,"-1"-1"0,0 1 0,-2 2 0,-2 0 0,-6 2-576,-5 3 0,-5 1 135,-9-25-140,-10 23-107,-17 14-84,-9 24 1,-6 10-46,6 3 1,-1 4-650,1 2 1,-2 2 0,2 3 628,-7 12 1,5 4-6,2 2 1,4 2 25,6-2 0,5 1-23,8-5 0,6-1-23,8 24 18,29-24 5,18-32 0,8-12 8,-7-3 0,0-5-319,-2-2 1,3-2-1,-3-4 325,4-9 0,-5-4 17,-2-3 0,-4-2 367,-8 8 1,-4-2-343,0-10 0,-4-4-791,-7 2 1,-2-3 0,0 3 756,1-3 0,0 0 38,-2-1 0,-1-4 0,-2 7 86,-1-13 123,0 0 687,-7 24-855,0 17 313,-1 13-381,1 15 3294,2 15-3321,0 5 195,0 26-226,-1-1 0,0 3-698,-1-18 1,1 2 628,-1 9 1,0 4 0,0-6-55,0-14 0,1 0-512,-1 9 1,2 5 0,1-4-1657,3-3 0,2-1 2316,6 16 0,1-5 0,3-9 0,4-16 0</inkml:trace>
  <inkml:trace contextRef="#ctx0" brushRef="#br0" timeOffset="202857">12024 9793 24659,'-44'-30'306,"-1"0"1,5 3-1,4 15-191,16 37 0,5 13-98,3-6 0,1 3-1209,-3 21 1,3 4 1163,3-1 0,3 3-56,1-14 0,1 2 0,1 1-140,-1 4 0,1 1 0,1 0-305,0 1 1,1 2 0,0-3-346,1-11 0,-1-2 0,0 3-2177,-2 12 1,-1 4-1,-1-7 975,-3-5 1,-4-4 3486,-11 16 1,-6-13 582,-9-33 1188,-9-50-1676,29-25-465,12 20 1,3-7 0,1 3-230,3-6 0,2 0-290,1-2 1,0-3 0,2 5-372,0 8 1,2 3 664,3-6 1,1 5-700,7 1-122,11-7-1730,-5 21 1,3 1 1020,0 2 0,1 1-158,1 1 1,2 1 851,7-2 0,-2 3 1,-10 4-1,13-4 1</inkml:trace>
  <inkml:trace contextRef="#ctx0" brushRef="#br0" timeOffset="203140">12661 9773 21282,'0'-5'3909,"0"2"-2631,0 3-920,-74-41-240,44 39-96,-12-18 1,2 7 72,16 50-39,14 1-26,3-7 1,2 3-11,6-1 0,6 2-20,14 22 0,7 1-14,-4-13 0,3-1-997,-1-5 0,3 0 0,-3-4 983,-2-6 0,-2-3-67,0 1 0,-8 0-716,-26 18-366,-26-5-2293,-13-20 0,-7-5 3470,11-7 0,1-2 0,1-3 0,5-1 0,6-2 0</inkml:trace>
  <inkml:trace contextRef="#ctx0" brushRef="#br0" timeOffset="203882">13271 9736 17736,'10'-40'2862,"0"1"1,1-10-2320,-1 5 0,-2 3 101,-8 11-301,-15 30-237,0 11 135,-23 38-143,18-17 0,-1 3-902,-8 14 0,-2 6 822,10-15 1,-1 3 0,2 1-25,0 2 1,1 2-1,2 2-11,1 9 0,2 3 1,3-4-12,-3 3 0,9-1-365,11 0 1,8 4 0,9-11-3503,19-12 0,7-8 1815,-17-3 0,1 1 0,2-6 2080,29-3 0,-5-11 0,-20-5 0,0-3 0</inkml:trace>
  <inkml:trace contextRef="#ctx0" brushRef="#br0" timeOffset="204256">13863 10022 23600,'5'-50'816,"0"-1"0,0 7 0,-1 9-539,-4 21-215,0 8 38,-3 18-100,2 21-11,-1 0-48,3 7 0,2 1-22,2 3-327,0-3 1,0 7 0,0-2-1307,-1 2 0,0 0-1475,1 15 1,-1-2-1728,-3-18 1,-1-7 4881,-1-1 1,-1-19 0,2-12 0</inkml:trace>
  <inkml:trace contextRef="#ctx0" brushRef="#br0" timeOffset="204539">13894 10219 19311,'-10'-44'1086,"0"1"1,0-1-1,1 0 1,-1 1-1,2 5-340,-2-12-270,2-10-196,7 7-73,21 7-157,-2 19-11,10 13 1,7 5 4,3 10 1,1 3-39,-2-2 0,3 3-487,3 8 0,5 4 0,-3 4 455,-8 1 0,-2 4 0,-1 1-19,6 3 0,0 3 1,-4 0 7,8 10 1,-10 2-48,-15 0 0,-12-1 10,-9-11 1,-11 0-103,-16 5 1,-13 1-1,1-4-202,-5-1 0,-3-3-104,4-5 1,-4-1 0,2-6-1202,-3-7 0,3-9 1683,7-8 0,2-1 0,-16 2 0,10-10 0</inkml:trace>
  <inkml:trace contextRef="#ctx0" brushRef="#br0" timeOffset="204873">14861 10251 26004,'29'10'-2392,"-32"30"2392,-17 0 0,-6 1 0,7-11 0,1-3 0,-16 13 0</inkml:trace>
  <inkml:trace contextRef="#ctx0" brushRef="#br0" timeOffset="205431">15154 10130 20532,'7'-47'918,"0"1"1,1 0-1,0-11 1,-1 8 218,-2 5-683,-4 29-207,-2-1-155,1 24-64,4 13 44,7 21-33,8 16-20,1-9 1,1 2-14,-4-12 0,0-1-174,5 12 0,0-3 190,3 3 40,-7-17 178,-5-20-55,3-30-78,0-15-12,7-24-39,-12 25 0,0-1 53,4-11 0,0 0-8,4-15-45,-1-2-50,-13 42-107,-5 10-842,0 5-2513,3 20 3456,4 0 0,-3 3 0,2-7 0</inkml:trace>
  <inkml:trace contextRef="#ctx0" brushRef="#br0" timeOffset="205674">15966 9648 26620,'-13'-41'431,"1"0"0,1 4 1,3 12-382,5 22-11,10 20 0,12 19-33,-3-8 0,2 3-734,5 8 1,1 2 707,1 8 1,-2 3-46,-3 6 1,-5 4-99,-8-18 1,-4 2 0,-5 1-780,-5 2 0,-6 1 0,-4 0-2057,-7 3 1,-6-1-1,-2-2 2999,-1-4 0,-2-2 0,1-3 0,-5 2 0,3-6 0,12-15 0,0-1 0</inkml:trace>
  <inkml:trace contextRef="#ctx0" brushRef="#br0" timeOffset="208889">14522 17138 20321,'0'-7'5349,"0"2"-4726,0 5-561,0 0-30,0-32-49,1 46 36,1-16-131,-1 60-112,0-24 0,-1 0-657,0 4 1,-1 0-520,-1 25-3516,-1-18 1,-1-2 4717,-3 3 1,1 6 0,3-36 0</inkml:trace>
  <inkml:trace contextRef="#ctx0" brushRef="#br0" timeOffset="209115">14452 17409 12399,'-4'-45'2103,"0"-1"0,0 1 0,0-9 0,2 3-1859,2 10 0,2 5 479,13-19 1038,18 7-1647,-13 24 1,4 2-17,29-7 0,11 8-91,-14 16 1,5 6 0,0 3-421,1-1 0,2 2 0,-1 5 416,5 7 1,-1 5 0,-6 4-32,-17-1 0,-5 3 0,-3 2 127,5 15 0,-10 3-136,-9-11 1,-10 2-113,-23 16 1,-14-3-135,-1-17 1,-7-2-1334,-9 1 1,-8 1 0,2-4 1615,14-12 0,1-2 0,1-2 0,-19 5 0,7-3 0,7-7 0</inkml:trace>
  <inkml:trace contextRef="#ctx0" brushRef="#br0" timeOffset="211005">16904 9936 23808,'-6'-19'-56,"23"2"8,15 14 1,8 4-32,0-1 1,0 2-43,-4 0 1,-2 4-204,14 16 273,-29-3 18,-33 15 16,-24-6 19,9-10 1,-3 1 14,-2 0 0,0 0 5,-1-1 1,2-1 5,-15 9 45,3 1-40,30-16 62,5 2 1,31-13-88,7-6 0,7-5-1,5-4 1,5-2 0,-1-1 34,6-4 0,0-1-103,-8 2 1,0-2 0,-9 0 295,1-21 185,-26-14-229,-12 18 290,-19-13 63,0 28-57,-4-1 90,4 9-392,11 10 164,6 6-321,15 11-12,26 21-10,-4-3-308,5 3 0,-1 2 212,-3-1-106,-5 0 0,-4 2-717,-13 16 913,-29 7 0,-7 0 0,11-7 0,-12-10 0,0-1 0</inkml:trace>
  <inkml:trace contextRef="#ctx0" brushRef="#br0" timeOffset="211537">18145 10063 25545,'38'23'56,"-12"-13"-2901,1 25 1,-2 6 2850,-4-11 704,-2-1 0,0-1-676,-7-8 1340,4-2-1183,-11-27-6,2-18 16,3-19-111,0 3-18,-1 10 1,4 0 14,3-2 0,3 0-54,5-5 1,1 1-48,-4 6 0,1 4-199,17-10 2760,-15 32-5079,0 8-7299,3 7 8701,-8 0 1,-6 0 0,-9-6 0</inkml:trace>
  <inkml:trace contextRef="#ctx0" brushRef="#br0" timeOffset="211840">19028 9957 25528,'26'-35'-726,"19"12"1,6 6-272,10 8-2280,-17 4 0,6 0 0,-9 4 3146,1 6 0,5-1 0,-36 1 1</inkml:trace>
  <inkml:trace contextRef="#ctx0" brushRef="#br0" timeOffset="211989">19147 10191 27230,'8'-3'-207,"10"-1"-1485,36-10 1692,-20 6 0,-1 0 0,5-1 0,0 1 0</inkml:trace>
  <inkml:trace contextRef="#ctx0" brushRef="#br0" timeOffset="213431">20207 9597 15115,'1'-5'6044,"0"1"-5871,-4-12-22,-10 26-83,-2-15-7,-10 21 1,-3 8 27,-24 5-314,12-7 1,-2-1 297,4-6 0,-1-2 143,-9 0 0,2-2 400,-11 1-117,2-6-208,44-9-173,7 0-107,4 0 579,6 5-506,11 27-28,-1 7-26,-6-5 1,0 5 28,-2 13 0,-2 2-45,-1-11 0,1 1-195,0 13 1,2 0 180,-2-18 0,2-1-68,0 0 1,3-1-168,2-2 0,2-1-252,12 14-1303,6-20 1,2-5-1015,7-5 2804,7-8 0,-2-3 0,-17-5 0,14-6 0</inkml:trace>
  <inkml:trace contextRef="#ctx0" brushRef="#br0" timeOffset="213881">20608 9844 12428,'0'-6'8839,"0"0"-7173,0 6-737,0 0-375,-12-37-492,7 38 316,-14 7-294,11 49-45,2-16 0,-2 5 0,1-2-25,-2 3 0,0 0 8,-1 1 1,-2 4-1,1-6-14,0-10 1,1-4 44,-2 5 1,1-5 870,3-15-762,6-18-100,5-18-23,4-17 23,4-17-15,-1-2 1,2-7-5,-2 15 0,1-2 0,1-2-517,3-9 1,1-1 0,1 2 506,-3 11 1,0 2 0,1 3-3,6-9 0,4 9-24,2 18 0,1 7-12,19-2 13,-9 20 1,-1 8 2,3 12-473,-3 21 1,-3 9 463,-17-17 1,-2 2-23,10 22 1,-3 2-404,-10-14 1,-4 0 162,-2 0 0,-1 0-312,-3-1 1,0-2-589,-1-3 1,0-1-3757,0-3 1,-1-3 3076,-1 6 1,0-12 0,0-23 0</inkml:trace>
  <inkml:trace contextRef="#ctx0" brushRef="#br0" timeOffset="214065">20688 10160 11316,'-6'-3'7147,"1"1"-4723,5 2-1539,-23-64-863,35 38-75,-11-12 0,6 1-300,20 23 0,8 6-1105,4-2 0,3 2-3458,4-1 1,0 2 4105,-11 2 1,-2 1-1,13-1 1,-33 4-1</inkml:trace>
  <inkml:trace contextRef="#ctx0" brushRef="#br0" timeOffset="214248">21578 9968 24834,'-19'54'-165,"0"-1"1,2-2 0,4-7-2048,11-2 2212,1-2 0,1-18 0,0-5 0</inkml:trace>
  <inkml:trace contextRef="#ctx0" brushRef="#br0" timeOffset="214899">21909 9834 17420,'0'-4'6009,"1"1"-4757,-1 3-1190,1 13 316,-2 10-334,0 15 118,-2-3-162,-5 14 0,-1-20 571,-3 8-403,3-20 168,4-9-213,0-15-78,4-4 39,-2-19-23,4-6-22,5-22-3,0 23 1,2-1-176,3-3 0,1-2 175,2 1 1,0 0 13,2 2 1,1 2-15,-1 3 1,0 2-26,18-17-66,8 13 72,-1 18-12,-1 7-13,-6 18 0,-1 8 19,5 12-17,-6 5 1,-4 4 21,-8 22-27,-14 1 11,-21-5 17,-8-15-1645,4-15 0,-2 0 1639,-8 5 215,-11-3-181,9-21 43,1-8-65,3-4 66,10-15 12,9-7 3358,9-11-3436,4 9 5,35-2-28,5 27-28,6 0-337,-11 13 0,1 6 371,14 11-15,-11-1 1,-2 4-9,1 16-27,-16 9-102,-56 0-140,-14-9 157,17-23 1,-3-2-785,-11-2 0,0-4-3606,-3-2 3194,10-4 0,2-1 881,-2-5 1,17 0 0,2-1 0</inkml:trace>
  <inkml:trace contextRef="#ctx0" brushRef="#br0" timeOffset="215121">22865 9856 25387,'-7'49'161,"0"-1"0,-1 2 0,-4-4-1937,-14 8-1266,6-10 3042,5-9 0,12-26 0,2-1 0</inkml:trace>
  <inkml:trace contextRef="#ctx0" brushRef="#br0" timeOffset="215365">23131 9666 26827,'34'2'90,"-5"14"-157,-13 43-73,-7-8-835,-7-10 0,-3 0-789,-2 2 1764,-3 0 0,-1-3 0,1-17 0,-3 9 0</inkml:trace>
  <inkml:trace contextRef="#ctx0" brushRef="#br0" timeOffset="215640">23100 9915 17692,'-1'-37'3069,"0"0"1,3-19-2328,2 1 0,2-1-734,2 22 0,3 4 185,3-3 0,2 3 31,17-7 68,7 13-220,6 13-16,10 21-39,-10 5-378,-15 5 0,-1 7 386,2 7 0,-3 6-31,-6 0 1,-1 3 0,-3 0-29,4 14 0,-8-1-2,-9 8 0,-14-5 5,-14-23 0,-8-5-64,-9-2 0,-5-3-258,-5-5 0,-3-4-717,-2-3 0,-2-4 1070,-3-3 0,4-4 0,-8-1 0,13-3 0</inkml:trace>
  <inkml:trace contextRef="#ctx0" brushRef="#br0" timeOffset="216297">23869 9478 18453,'-1'-4'5338,"0"0"-4727,1 4-298,39-63-173,-8 49 0,3 2-101,6-24 1,3 3 2,2 23 0,1 7 39,-6 1 0,-3 2-30,10 5 11,0 5 16,-35 9-11,-8 8 6,-13 28-39,2-6-6,1-12 0,1 1-232,2-5 1,2 1 248,2 3 0,2 1-3,2 6 0,1 0-415,4 4 1,1 0 394,3 3 1,-1 1 10,0-1 1,-3-1 5,-2-3 1,-6-1-4,-9-3 1,-8-2-29,-10-2 0,-9-3-72,2-11 1,-4-2 0,-3-1-1153,-9 1 1,-3-2 0,-1 0 1215,1-2 0,-1-2 0,4-1 0,-6 1 0,6-3 0,-12 2 0</inkml:trace>
  <inkml:trace contextRef="#ctx0" brushRef="#br0" timeOffset="223223">15465 11495 24911,'2'-46'87,"14"19"0,7 4-126,38 5-840,-17 6 0,2 1 660,-7 3 1,-2 5-578,-3 8 0,-6 5-437,-6 14 360,-32 26 626,-13-23 1,-6-1 16,4-3 1,-1 0 231,-16 13 1,0 1 98,16-14 0,0-1 44,-8 10 1,3-2 112,1 5 5,17-14 737,22-11-938,20-16-113,23-12 6,-18 2 1,3-2-189,3-3 0,1-1 241,0-1 1,-2-1 348,-3 2 0,-3-4-83,-5-9 1,-5-1 245,0-18-167,-19 19 1,-6 1 480,-20-10-84,-9 5-117,-2 7-72,6 11-119,8 7-162,10 7 315,7 7-555,12 10-18,12 11-16,13 12-1,8 11-16,-20-20 0,-3 2-54,-1 3 1,-4 2-286,-5 2 0,-6 2-1437,-8 5 0,-6 2 1787,-10 7 0,-2-2 0,-6 7 0,-5-4 0</inkml:trace>
  <inkml:trace contextRef="#ctx0" brushRef="#br0" timeOffset="231859">17304 11229 22060,'-40'-8'555,"2"5"-499,0 21-16,-4 1-18,-6 1-5,7-3 16,-17 1-5,25-10 6,-10 1 16,23-7-16,9-2 5,7 0 40,3 0-57,1 3 40,3 5 38,1 10-27,0 0 140,-4 31-115,-5-19 0,-3 3-28,0 14 0,-1 3-186,-2-4 0,1-1 133,2-7 0,1-2 33,3 27-55,11-9-74,8-4-229,16-7-840,16-25-1294,-15-14 0,2-4 1783,-1-3 0,-2-2 0,14-1 0,-19-1 0</inkml:trace>
  <inkml:trace contextRef="#ctx0" brushRef="#br0" timeOffset="232616">17847 11391 24592,'-17'-2'269,"2"21"-230,14 20 22,-3-1 1,-2 0 0,-7 11-34,3-13 0,-2 0 6,-10 18-6,2-10 39,5-14 174,6-13 101,5-10 5,8-24-280,-1 6 135,11-41-107,-3 13 0,1-3-11,6-16 0,1-2-598,-2 3 1,2 2 538,0 2 1,1 6 13,10-2-11,3 14-34,-7 17 29,20 6-23,-10 14-12,21 9-16,-8 14 17,-4 12-11,-10 9-1,-15 5 7,-22 2 10,-17 1 23,-15-4-6,-10-6-3,14-21 1,-1-3 2,-11 3 39,-2-6-5,27-24 1145,7-22-1168,12 3 12,7-12-23,7 18 0,17 0-5,-4 11-6,15 0-12,12 18 1,-26 1 0,0 2 8,0 1 0,-3 4-17,-2 10 1,-6 2-20,-7 11-17,-18 12-11,-22-20-56,-14-5-146,-11-5-302,-5-9-960,0-6-2776,5-15 4307,12-4 0,18-1 0,12 3 0</inkml:trace>
  <inkml:trace contextRef="#ctx0" brushRef="#br0" timeOffset="232863">18783 11487 20451,'3'9'3775,"0"-1"-3027,-3-8-299,0 0-108,-32 74-436,11-29-14,2 0 0,-1 0-1611,-2-2-1333,13-23 3053,-2 6 0,7-17 0,1 0 0</inkml:trace>
  <inkml:trace contextRef="#ctx0" brushRef="#br0" timeOffset="233157">19496 11289 19552,'0'-3'4839,"0"1"-5287,-33-4 1,-14 3 671,13 5-39,-21-1 0,-2 4 535,10 17-592,14 3 1,2 1-95,-6 6 2,15 5 1,6-1-26,9-7 203,11 29-298,16-28-129,21 3-17,-12-19 0,3-3-695,6-3 1,2-3-3008,7-4 0,0-3 3431,-3-1 0,-3-2 1,13-4-1,-24 2 1</inkml:trace>
  <inkml:trace contextRef="#ctx0" brushRef="#br0" timeOffset="233549">19950 11585 19815,'3'-3'4620,"-2"1"-3550,-1 2-1025,24 5-54,-18 12-367,14 11-1219,-27 13 1595,-8 9 0,5-23 0,0-3 0</inkml:trace>
  <inkml:trace contextRef="#ctx0" brushRef="#br0" timeOffset="234029">20721 11228 24654,'-33'-16'218,"1"0"1,-22-9-175,10 27-32,6 2 4,-9 2-32,7 3 44,5 2 0,15-4-6,4 1 17,9-3 6,-2 4-28,2-2 28,-3 7 45,2 5-57,1-3 35,-1 13 10,3-4 68,-5 24-62,4-14 0,0 1-23,1 2 1,1 0-1725,0 4 1,3-2 1684,3 7 12,11-7 11,13-21-23,8-5-27,3-5-40,16-15-6,-17 1-215,2-6 0,3-1-944,13-7-851,-14 1 1,-2 0 2060,1-4 0,-11 2 0,-22 14 0</inkml:trace>
  <inkml:trace contextRef="#ctx0" brushRef="#br0" timeOffset="234223">20329 11527 15886,'-4'0'7136,"1"0"-5274,3 0-1867,35-27-35,-14 17-495,20-8 1,4 1-950,-2 10 1484,12-1 0,-2 1 0,-21 3 0,23-3 0</inkml:trace>
  <inkml:trace contextRef="#ctx0" brushRef="#br0" timeOffset="234699">21199 11175 17333,'-5'-1'6173,"1"1"-4078,4 0-1894,15-45-16,8 28-107,-4-10 1,2 3-3409,15 15 3380,-3 2 79,17 4-96,-16 2-10,15 2-12,-27 3 11,-8 5 40,-7 16 3364,-5 3-3398,-5 16 16,-2 2 7,-3 6-18,4-9 34,0 2 1,1 3-40,0 10-973,1-14 1,0 0 955,2 5-88,0-15 0,0 1 43,-1 1 1,-2 0 16,1 1 0,-3-1-33,-5 2 0,-8-5-345,-14-9 0,-7-4-1888,-4 1 0,-1-3 2283,-10-1 0,3-3 0,-7-4 0,26-6 0</inkml:trace>
  <inkml:trace contextRef="#ctx0" brushRef="#br0" timeOffset="237998">18005 12111 18683,'-41'5'1129,"0"-1"1,4 1-1,10-2-949,23-2-23,5-1-67,3 1 89,21 0-117,11-2-37,-6-1 0,3-1-210,3-1 1,0-1 195,3 0 0,0-1 11,-3 0 1,-1 1-1,18-4 23,-21 4-45,-23 3-11,-52 15-17,-12 2 28,6-1 0,-3 1-608,3-2 1,0 1 637,0-1 1,1 1 19,4-3 1,2 1 167,9-3 0,4-1-139,-8 2 10,23-5-33,27-8 0,20-5-3,14-3 1,6 0 48,-10 2 0,1 0-94,17-2 1,0 0 5,-15 5 0,-4 1 3,3 1-12,-34 11 1,-51 6 2,4-2 1,-5 2-326,-4-1 1,-1 0 335,-3 1 1,-1 0 16,2 0 1,1-1 38,6-1 1,4-2 1013,-11 5-916,23-7 147,34-10-214,18-6-56,29-8-44,-19 7 0,1-1-400,6-1 1,1 0-428,1 0 1,1 0-4096,-1 1 1,-2 1 3410,17-4 0,-22 5 0,-29 7 0</inkml:trace>
  <inkml:trace contextRef="#ctx0" brushRef="#br0" timeOffset="266506">19149 12448 24575,'0'0'0</inkml:trace>
  <inkml:trace contextRef="#ctx0" brushRef="#br0" timeOffset="268223">19257 11969 18904,'-47'8'937,"0"0"0,6-1 0,10-1-414,24-5-226,11-3-155,9-3-63,14-5-39,2 0-4,17-2 1,4 1-3,10-1-222,-8 1 1,-1 1 198,-4 2 45,-19 4-28,-16 2 6,-18 7-18,-15 2-16,-14 5 22,1 1 1,-1 0-17,-19 9 211,18-7 1,1 0-196,-20 13-28,22-10 51,5-1-22,34-19-1,26-11 12,23-8-23,-19 9 0,1 0-6,-5 1 1,0 1 5,7-1 1,1 0 21,20-6 1,-12 4 22,-11 3 285,-35 10-307,-6 2 50,-35 9-22,-7 2-40,-10 3 9,16-4 0,1 0 36,-8 3 17,-12 4 459,32-9-213,18-12-806,37-18 476,6 2 0,3-1 0,9-7 0,-16 13 0,0 1 0</inkml:trace>
  <inkml:trace contextRef="#ctx0" brushRef="#br0" timeOffset="284022">10819 13694 12981,'4'-6'4223,"13"-28"0,2-9-3231,-8 4-608,7-9 0,-2 0 204,-17 10-336,-3 12 336,-15 6-415,-1 16-94,-18 10-29,-8 18-31,18-5 1,-1 4-340,-3 5 0,0 3 320,-1 3 0,2 3 3,2 0 0,2 2-6,5-2 0,5 1-130,6 4 1,8-2 116,13 7 49,40-9-16,-9-37-6,18-15 126,-15-21 1,-1-9-9,-16 13 0,-1-3-416,4-4 0,2-5 0,-6 1 387,-6-6 1,-6-1-14,-1-4 0,-3-2-1,-2-1 1,-3-1 85,-2 12 0,-1-3 0,-2 5-27,0-3 1,-2 4-23,1-4 0,-2 6 56,-4 14 513,3 14-681,2 9 206,2 14-200,5 17-22,2 27-7,-2-15 1,-1 3-62,-1 11 0,-2 3-15,-2-14 0,-1 1 1,-2 1-676,-1 4 1,0 1 0,-1 0 173,-1 2 1,0 0 0,0-2-375,-1 10 0,1-1 555,4-14 1,1 2 0,1-10 0,-1-3 0,2 8 0</inkml:trace>
  <inkml:trace contextRef="#ctx0" brushRef="#br0" timeOffset="284373">11748 13297 18947,'-4'-6'5119,"1"2"-4425,3 4-201,-62-35-117,30 30-262,-10-10 1,1 5-14,8 28-50,8 1 27,-1 23-56,14-2-19,4-7 0,2 1-219,3 0 1,2 1 215,0 3 0,2 1-14,1 1 0,3 1-14,1 0 0,4-1-23,2-1 1,2-2 11,2-5 0,0-1 5,11 17 29,-11-18-46,-16-11-178,-16-10-332,-11-5-509,-12-6-846,-7-9-1719,-5-9-3506,2-5 1664,3 0 4738,17 8 0,11 7 0,14 8 0</inkml:trace>
  <inkml:trace contextRef="#ctx0" brushRef="#br0" timeOffset="284521">11291 13699 9279,'3'-2'9830,"-1"0"-6811,-2 2-3748,61-68 533,-23 35 0,-4-4 0,-2 2 0,-9 19 0</inkml:trace>
  <inkml:trace contextRef="#ctx0" brushRef="#br0" timeOffset="284931">12350 13246 18537,'-4'-7'5182,"1"1"-4387,3 6 404,0 0-1031,-69-27-95,38 26-62,-11-10 0,1 6 17,18 33-22,10-6 5,10 18 11,16-7-27,13 14-1,-6-22 0,4-1-5,10 6 0,3-2 14,-4-2 0,-1-1-1,-3-3 1,-4 0 31,-5 10 5,-56-13-33,-18-7-34,11-7 0,-2-1-345,10-2 0,1-2 180,-10-1 0,1-2-1695,-19-10 1255,27 0 1,2-1 0,-3-3 0,15-3-1</inkml:trace>
  <inkml:trace contextRef="#ctx0" brushRef="#br0" timeOffset="285405">13144 13081 25018,'-5'-38'510,"-1"0"0,-5-19-331,-7 81 45,-6 18-79,2 2 1,1 6-93,1 2 0,2 1-1187,-1 1 0,2 3 1126,7-5 1,2 3 0,2-5-18,0-9 0,4 0-389,3 13 1,5 6 0,5-7-411,9-11 1,6-5-1990,0-3 0,4 1 0,1-6 2813,14-2 0,-3-7 0,4-1 0,-29-14 0</inkml:trace>
  <inkml:trace contextRef="#ctx0" brushRef="#br0" timeOffset="286148">14193 13194 17759,'0'-4'5024,"0"0"-4329,0 4-236,-63-19-101,28 27-198,-8-9 0,0 4 86,-1 38-162,22-17 0,0 4-23,-4 16 1,2 5-113,6 6 1,4 2-464,1-1 0,6 0 99,10-2 1,8-5-314,16 1-516,-1-24 1,7-4-3255,13-9 1,4-5 4497,8-2 0,0-2 0,-13-1 0,-3-3 0,19-9 0</inkml:trace>
  <inkml:trace contextRef="#ctx0" brushRef="#br0" timeOffset="286321">14736 13518 14969,'1'-4'7518,"-1"0"-3676,0 4-3786,-9-35-17,5 41-28,-6-21-16,8 55-124,2 7-476,-2 9-899,-3-24 0,0 1 656,-8 25 0,1-20 0,4-16 0</inkml:trace>
  <inkml:trace contextRef="#ctx0" brushRef="#br0" timeOffset="286864">15227 13516 17882,'4'-37'2036,"-1"0"0,3-15-985,0 6 1,-1 1-447,2-2 507,-4 15-994,-1 17 207,1 17-337,9 32 12,-2-2 11,0 0 1,1 3-1259,-2 3 0,0-1 1238,-1-6 1,0 1-77,4 24 0,1-2 85,-1-9 5,-4-11 1,1-4 17,1-13 10,0-17 18,4-15 3294,7-16-3272,4-16-42,-9 19 0,0-1 88,0-1 1,0-1-64,0 2 0,1 1-6,11-20-27,-6 13-34,-8 12-236,-6 11-526,-4 7-1652,2 7 2425,6 4 0,-5-1 0,2 1 0</inkml:trace>
  <inkml:trace contextRef="#ctx0" brushRef="#br0" timeOffset="287115">16090 12981 27387,'-14'-39'332,"1"0"0,0 1 1,4 15-305,8 26 22,7 14 23,8 20-65,-2-8 1,2 3-478,4 8 0,1 2 449,1 5 1,-1 4-395,-6-7 0,-1 3 0,-2-3 293,2 3 1,-4 1-216,-5-4 0,-4 4 0,-5-4-2003,-12 2 1,-5-2 2338,-4 6 0,-2-4 0,7-14 0,0-5 0,-8 6 0</inkml:trace>
  <inkml:trace contextRef="#ctx0" brushRef="#br0" timeOffset="291539">15716 13383 22481,'26'-38'547,"-1"1"0,-1 0 0,-5 6-150,-15 19-44,1-5-207,-3 9 207,-2 2-269,0 4 17,0 0-67,-5 13 10,-12 22-44,-3 4 12,-9 14 4,5-11-10,0-4 5,1 0-5,3-11-6,3-2 22,-4-1 34,11-11-11,-2-2-11,17-22 89,20-40-1752,-8 20 0,0-1 1648,0 0 1,1 1 22,1-3 0,0 5 20,-4 7 224,7-7-258,-15 22-28,0 0 0,-9 20-34,-4 6 3359,-2 7-4827,-18 28 1502,-2-6 0,4-3 0,5-15 0</inkml:trace>
  <inkml:trace contextRef="#ctx0" brushRef="#br0" timeOffset="293832">16955 13221 24374,'-2'-19'-107,"22"0"20,11 11 1,6 3-767,4-2 0,1 2 609,3 0 0,-1 2-114,-4 1 0,-4 5-349,13 17 326,-42 7 302,-22 8 59,-12-11 1,-7-1 8,3-2 1,-2 1 91,-9 4 0,0 2 45,2-3 0,1-1 34,6-3 0,2 0 299,-15 13-246,23-14 314,14-9 569,22-13-973,16-8-81,12-6 0,3-2-25,12-6-170,0-3 1,-3-1 343,-11-5-99,-15 11 0,-4-4 202,-13-7 1,-8-2-155,-8-17-22,-4 18 0,-4 3 274,-17-3 34,1 12 0,8 10-270,10 7 393,12 8-465,13 9-22,13 10-57,-2-1 1,1 2-17,11 12-166,-7 4 1,-4 1-350,-9 4-1816,-12 4 1,-7 2 1662,-7-16 1,-3-4 0,-1 12-1,6-26 1</inkml:trace>
  <inkml:trace contextRef="#ctx0" brushRef="#br0" timeOffset="411739">19582 11280 16829,'-24'-1'2073,"1"0"-1743,8 5-94,-1 0-7,-2 0 12,-3 2 11,-5 1-6,-4 0 1,-3 0-29,0 0-67,2-3 17,3 0-28,8-2-17,3 0-22,4-1-28,0 1-11,-1 0-40,-2 2 0,3 0 51,-7 1-11,8-1 61,-3-1 18,8-1-1,4-2 330,1 0-470,2 2 34,0 0-12,0 3 1,0 2-1,0 4 6,1 3 11,2 3 28,1 3 12,0 4-1,-2 4 40,0 2 16,-5 11-95,1-13 79,-4 11-34,1-14-34,-1 6-16,1-5 11,3 1 5,1-4 6,4-2 11,0-3 12,3-3-1,-1 0-33,1-2 22,0-3 140,5-2-67,2-5 12,14 0-113,-8-3 22,12 0-10,-9 0-18,5-2-10,4 0-34,-11-1-62,8-2-157,-5-2-694,14-6-2924,13-8 3000,-1-2 0,-15 6 0,-13 7 0</inkml:trace>
  <inkml:trace contextRef="#ctx0" brushRef="#br0" timeOffset="412515">19302 11640 8427,'-7'0'5702,"1"0"-3803,6 0 2185,0 0-2522,-40 8-1080,30-6-168,-29 6-135,39-8-157,1 0 6,4-2-5,1 0 33,14-5 39,17-4-67,-4 1 50,26-4-5,-9 4-50,-4 2-7,-7 2 7,-21 4 117,-12 2 22,-4 0-67,-7 2-33,-7 1-40,-3 1 6,-12 2 6,-12 1-17,6-1 0,-29 5 11,24-4-17,-6 1 17,1 0-6,25-5 12,-6 1 89,15-2-84,6-1-16,1-1 61,13-5-62,0 1 23,17-8 33,30-7-50,-14 5-1713,-10 4 1,-2 0 1706,-7 3 124,-3 0 27,-15 5-5,1-1-112,-8 3-801,0 0 745,22 1 0,-17 0 0,16 0 0</inkml:trace>
  <inkml:trace contextRef="#ctx0" brushRef="#br0" timeOffset="413098">20790 11235 12090,'2'-4'6425,"0"1"-2801,-2 3-3192,-37-20-63,12 16-38,-34-13-51,18 25-34,-5 7-95,16-1 0,0 2-44,-11 9-7,12-5 1,3 1 62,-4 12-46,-2 10-83,12 1-23,10 0-28,16-1-33,16-4-68,17-15 1,10-4-18,-6-5 1,3-2-533,-1-3 0,4 0 0,-1-3 334,12-2 0,-1-3-534,-14-3 1,0-1 0,-1-3 711,14-5 0,-3-1 0,-15 4 0,-5-1 0,8-10 0</inkml:trace>
  <inkml:trace contextRef="#ctx0" brushRef="#br0" timeOffset="413423">20830 11258 20509,'-46'-6'892,"0"0"1,0 1 0,7 4-692,15 6-16,-4 4 285,-8 19-305,12-10 1,-2 4-57,-10 10 0,-2 2-67,0 4 0,1 1-294,6 0 0,5 1 229,7-7 1,6-1-230,16 22 67,29-19-224,24-7-157,-17-19 1,5-2-1,0-2-602,8 0 1,1-3-1306,-4-2 0,2-2 0,-4-1 2473,-2-4 0,-6 0 0,11-5 0,-24 4 0</inkml:trace>
  <inkml:trace contextRef="#ctx0" brushRef="#br0" timeOffset="413689">20957 11212 12360,'-5'-4'7494,"0"1"-6814,-27-10 1,-9 0 316,-7 6-1679,-7-4 1,-3 3 963,20 12 1,2 5-67,-2 3 0,-1 3-15,0 3 1,1 2-96,1 1 1,2 4-21,-7 12 1,4 3-79,13-9 1,3 1-18,-3 9 1,8 0 296,17 16-412,22-1-449,14-27 0,14-1 0,1-5-775,-2-6 0,2-5 0,2 0 995,-4 0 0,3-1 0,-1-1 0,-4-3 1,15-3-1,-10-5 0,-1-11 0</inkml:trace>
  <inkml:trace contextRef="#ctx0" brushRef="#br0" timeOffset="413940">20850 11216 19759,'-56'-11'1086,"1"1"1,3 2 0,3 7-3548,14 13 0,3 3 2646,-17 11-45,14-2 0,1 4-544,5 3 0,2 1 437,5-6 1,1 1 402,-6 12 1,6 1-409,8 11-155,17 11 71,10-18-300,20-14 1,9-6-141,-4-8 1,3-3 495,14 6 0,-2-3 0,-20-9 0,-4-1 0,8-1 0</inkml:trace>
  <inkml:trace contextRef="#ctx0" brushRef="#br0" timeOffset="415989">13989 13566 9324,'-6'0'7841,"2"0"-3965,4 0-3226,-32 2-382,34-6-26,-14-2-74,47-6-56,9-1-22,2 0 33,12 0-78,-20 4 27,2 0 80,-28 6 10,-7 2-112,-10 1-66,-11 3 4,-18 4 1,-16 7 16,20-6 1,-2 2 14,0 0 0,0 0 8,-26 9 0,5 1-6,22-8-11,8-2 34,20-7 28,12-5-17,12-4-17,15-6-22,10-6-23,-4 2-117,-10 4 0,0 0-5202,15-4 3102,-1-1 1656,-11 4 0,-29 9 0,3 0 0</inkml:trace>
  <inkml:trace contextRef="#ctx0" brushRef="#br0" timeOffset="416556">14284 13206 13877,'0'-5'5417,"0"1"-3424,0 4-1724,-21-12-106,6 7-57,-21-9-67,17 12 34,-22 4-34,8 3-5,-19 4 22,-4 7 6,4 1 11,4-1 11,13-3 6,17-6-6,7-4-56,6 0 0,2-1 39,4 1 39,4 2 6,2 4 28,4 5 34,0 2 5,1 5 11,-3 3 23,-2 5-22,-2 4 16,-3 3-11,-1 4-3314,-4 11 3197,2-16 44,-1 15-11,1-18 11,3 15-28,4-1 12,5 5-29,2-16 46,3-8 21,-2-17 3382,5-5-3432,3-5-95,9-6-479,4-5 0,4-3-4127,19-8 4606,-15 5 0,-5 2 0,-13 5 0,-17 6 0</inkml:trace>
  <inkml:trace contextRef="#ctx0" brushRef="#br0" timeOffset="417833">16435 16810 14930,'0'-5'5120,"0"1"-3978,0 4-1058,-25-41 17,7 36 22,-25-26 6,8 52-11,-7 5-18,-5 4-44,16-11 0,1 0-5,-13 5 100,7-6 1,2-2 134,5-6 61,-9 3-84,28-12-140,7-4-106,3 2 11,2-3-17,1 2 17,2 5 11,-2 2 185,1 25-168,-4-12 0,-4 29-28,-3-10-39,-3 15-11,0 8 13,6-29 1,1 2-12,6 10 1,2 0 47,10 16-9,-1-25 1,4-3-65,20-7-168,23-11 51,-18-11-101,9-8-1872,-1-18-4466,-9-2 6601,-14 9 0,-2 0 0,-2-1 0,-11 7 0</inkml:trace>
  <inkml:trace contextRef="#ctx0" brushRef="#br0" timeOffset="418032">16132 17224 22968,'19'-21'90,"28"-10"-1339,7 8-2151,-11 5 1,0 1 2440,6-1 0,-9 3 1,-16 7-1</inkml:trace>
  <inkml:trace contextRef="#ctx0" brushRef="#br0" timeOffset="419965">18282 13286 21411,'-5'-41'522,"0"0"1,1 2 0,0 15-500,4 24 10,4 14 7,4 14-24,3 2 29,7 19-17,0-5-1719,-4-11 1,2 0 1713,11 18-6,3-2 5,-14-26 336,-2-6 158,-7-13-298,0-4 224,3-18-324,-4 3 72,7-22-44,-4 3-40,7-27-83,-5 18-15,3 3 1,0 1-37,-1 12-2543,17-21 2218,-16 35-9478,29-1 9818,-17 9 1,3 0 0,-23 5 0</inkml:trace>
  <inkml:trace contextRef="#ctx0" brushRef="#br0" timeOffset="420248">19143 13123 17938,'-8'0'4991,"1"0"-4834,7 0-68,0 0-173,16-19-89,2 12-519,15-8 0,6 1-892,-7 7 1,2 2-2417,15-2 1,-1 0 3357,-13 3 0,-3 1 0,8 0 1,-21 2-1</inkml:trace>
  <inkml:trace contextRef="#ctx0" brushRef="#br0" timeOffset="420417">19198 13433 23853,'35'-12'-363,"0"0"1,2 0 0,-1 0 0,19-6 0,-13 5-1</inkml:trace>
  <inkml:trace contextRef="#ctx0" brushRef="#br0" timeOffset="420990">20583 12908 22565,'-35'-53'258,"6"11"-163,-30 61-45,9-1-25,12-5 1,-1 0-2823,6-2 0,2 0 2949,-24 6-838,11-5 837,22-7 1196,9-3-1107,12-2-21,1 0-186,6 7-5,3 6 34,6 14 39,-3 11 50,-4 12 6,-7 12 835,-5-26 1,-1 1-948,-1 5 0,-2 0-37,1 1 1,-1-1-7,2-9 1,2 0-12,4 10 1,4-3-53,16 7 1481,-4-16 1,6-3-1925,36-2-331,-22-19 1,3-4-3566,5-7 0,0-3 3776,-3-1 1,-4-2-1,13-6 1,-23 6 0</inkml:trace>
  <inkml:trace contextRef="#ctx0" brushRef="#br0" timeOffset="421598">20791 13265 14194,'19'-49'793,"-1"0"1,2-6 0,-4 6 2401,-7 16-2673,1-9-237,-7 25-189,-3 10 1284,0 12-1358,-1 11 819,0 16-819,-2 16 12,-1 11 1529,1-26 1,-1 3-1564,-3 17 0,0 1-9,1-16 1,-1 0 11,-2 9 0,0-4 31,-2-5 223,2-20-190,3-20-11,2-19-16,2-19-1,0-15-28,4 20 0,2-2-492,0-3 1,2-1 502,2-1 1,3-1-152,4-9 0,2 1 154,-4 17 1,1 0-10,3-4 1,2 3 17,10 5-17,4 9-29,7 11 12,5 9-50,2 18 2,-19 4 1,-3 6-26,-2 7 0,-3 3 172,-2 4 0,-4-1-245,-5-5 0,-2-1-773,-5 6 1,-1-2-2879,-2 14 3231,0-15 1,1-2 0,-1-3 0,0-10 0</inkml:trace>
  <inkml:trace contextRef="#ctx0" brushRef="#br0" timeOffset="421783">20935 13362 13849,'-5'-3'8559,"2"2"-7349,3 1-1350,61-72-745,-7 44-489,-19 1 0,5-6 1,1 8 1373,13 11 0,-3 6 0,8-4 0,-5 2 0</inkml:trace>
  <inkml:trace contextRef="#ctx0" brushRef="#br0" timeOffset="421981">21842 13145 18913,'-1'3'4346,"-1"0"-3035,2-3-1322,-35 78-1258,24-49 1028,-9 21 0,2 0-1287,15-19-3851,-1 5 5379,4-11 0,0-11 0,0-9 0</inkml:trace>
  <inkml:trace contextRef="#ctx0" brushRef="#br0" timeOffset="422681">22124 12902 17400,'-2'-4'6039,"1"0"-5569,1 4-397,-9 7-45,6 5 56,-6 25-67,9-12 27,0 20 40,1-20 107,-10 10-152,5-15 11,-7 0 135,6-15 151,2-3 79,1-9-196,1-8-51,0-16-45,8-14-73,-1 2-5,2 12 0,3-2-1629,2 2 0,0 1 1679,8-21-28,-6 21 0,0 2 40,3 2-29,7-5-44,2 10-23,7 4-5,4 6 22,14 7-23,-17 5 3376,18 18-3381,-33-4-39,11 22 44,-21-4 12,-2 2-34,-12-3 1,-4 1 10,-9 7 6,-8 15 28,-3-22 22,-2-12-33,6-7 39,-4-11-22,18-10 67,1-18-62,6 11 28,1-20-56,5 20-5,7-10-6,-2 16 39,11-1-56,20 13-11,15 17 28,-21-8 0,1 3-3,0 5 1,-3 1-38,15 19-16,-18 8 40,-26-9 16,-41 10-62,13-34 0,-5-2-131,-21 2 0,-2-3 72,20-6 1,0-2-34,-6-1 0,-1-2 154,3-9 0,4-1 0,4 5 0,-18-11 0</inkml:trace>
  <inkml:trace contextRef="#ctx0" brushRef="#br0" timeOffset="422890">23159 13051 23937,'-20'38'-531,"1"1"0,0-1 1,-10 15-1,-3-6-4385,-8-12 1,0-6 2948,12-9 1,3-2 0,-12 6 0,27-19 0</inkml:trace>
  <inkml:trace contextRef="#ctx0" brushRef="#br0" timeOffset="423614">23451 12844 15916,'0'-5'7203,"0"1"-6178,0 4-280,11-62-252,-6 41-389,1-14 0,0 5-71,-3 26-10,1 16 5,1 14-28,-1 3-1794,-1 9 0,-2 1 1597,0 1-677,0 8 1,-1 3-4381,-3 8 5254,1-24 0,-1-2 0,-1 5 0,1-21 0</inkml:trace>
  <inkml:trace contextRef="#ctx0" brushRef="#br0" timeOffset="423897">23492 13015 8339,'-7'-60'2423,"0"0"1,0 3-1,2 6 640,-1-10-2447,3 8-1456,8 9 1025,8 12 1020,37 7-1166,-2 16-22,-10 9 0,0 5-6,-4 6 0,-2 5-22,2 4 0,-1 6-15,5 12 1,-4 3 845,-10-13 1,-4 2-886,4 15 0,-9 0-8,-21 12 59,-4-22 0,-6 0 6,-8-3 0,-4-2-20,-7-3 0,-2-2-65,-3-3 1,-2-3-88,0-3 1,0-3-177,3-4 1,1-2-1633,-24-6 2044,20-16 1,21 6-1,13-6 1</inkml:trace>
  <inkml:trace contextRef="#ctx0" brushRef="#br0" timeOffset="424157">24264 13028 23439,'-38'49'-1167,"1"-1"0,3-9 0,9-5 1167,16-4 0,8-21 0,-2 2 0</inkml:trace>
  <inkml:trace contextRef="#ctx0" brushRef="#br0" timeOffset="424642">24685 12677 24497,'6'-29'336,"-9"8"-308,-16 23 39,-31 3-50,13-2-17,-13 0 17,15-2 5,14-1 12,1 0 5,7 0 17,7 0-45,4 0-5,1 0 22,1 3 11,-2 4 62,-2 13-40,-3 6 80,-8 26-261,-2-3 184,7-16 1,-1 1 2,-6 26-39,6-13 17,5 16-40,11-27 1,8 10 5,12-22-5,11-10-51,9-8-121,-12-9 1,0-2-121,13-2-322,-12-1 1,-2-2-2614,5-5 3221,2-4 0,-18 7 0,-9 2 0</inkml:trace>
  <inkml:trace contextRef="#ctx0" brushRef="#br0" timeOffset="424840">24435 12901 25651,'-1'-28'835,"10"3"-796,13 17-78,1 0-1053,12 1 1092,-4 3 0,-9 2 0,-4 0 0</inkml:trace>
  <inkml:trace contextRef="#ctx0" brushRef="#br0" timeOffset="429589">25102 12479 21439,'-41'-30'1008,"21"2"-879,43 24-6,18-4-27,5 3-35,6 3 12,7 1-56,-18 3 5,-2 0 12,-13 5 100,-10 3-33,1 4 89,-12 16-134,-7-8 34,-3 22 134,-2 7-84,2 9-599,1 2 515,6-19 0,2-1-39,0 7-9,2-4 1,1 2-54,1 12-216,-14-8 1,-7 1-272,-2-19 0,-4-2-255,-4 8 0,-6-6 787,-14-12 0,2-8 0,11-2 0,-17 2 0</inkml:trace>
  <inkml:trace contextRef="#ctx0" brushRef="#br0" timeOffset="431866">15848 14559 15844,'-46'4'1424,"0"0"1,4 0-1,10-1-1457,25-3-18,8-1 62,16-2-72,20-5-57,21-5-2114,-9 4 0,0 0 2201,-13 2 0,0 1-48,16-2 1,-3 0 647,-1 3-816,-3 1 151,-27 7 1,-28 9 22,-18 11 68,-17 10 19,19-14 0,0 2 1552,0 0 0,0 1-1431,-21 20-39,9-5-80,14-9 7,13-9-3258,51-16 3240,-15-6-94,10-5 1,3-4 111,7-11 89,7-8 95,-9-1 106,-11-1-133,-15 8 273,-6-19-206,-10 9 27,-3-19 107,-2 9-1901,-2 4 2064,1 7 39,1 9-68,2 9 2036,-1 7-2439,2 5 77,0 4-156,0 4 3387,1 6-3392,2 10-22,3 7 0,4 5-6,8 2-40,5 2-77,6 0-186,2 0-425,-1 2-924,-5 1 804,-10 17 0,-7-29 0,-6 7 0</inkml:trace>
  <inkml:trace contextRef="#ctx0" brushRef="#br0" timeOffset="432382">17603 14205 16364,'-3'-2'5271,"1"0"-5131,2 2 78,-64-13-44,24 12-2174,-16-3 1,-5 3 2085,25 5 1,1 2-39,-1 0 0,-1 1 422,-6 2 0,2 1-386,2 0 11,2 0 0,4 1-61,15-3-28,-5 2 33,21-5 3327,3-1-3293,2 2 370,6 9-336,1 3-40,1 3 185,-4 25-157,-5-16 3,-1 2 0,-3 2 20,-1 4 10,-5 12 1,1 4-82,4-11 1,2-1-277,-4 4 1,3-1 233,7-8 1,5-5 0,13-8-6,29 2-470,-12-13 282,-4-9 1,4-3-2712,7-8 1,0-2 2898,-4 3 0,-2-1 0,0-2 0,-5 1 0,-5 1 0</inkml:trace>
  <inkml:trace contextRef="#ctx0" brushRef="#br0" timeOffset="440748">18315 14344 15448,'1'-3'6223,"-1"0"-4637,0 3-1430,-42-22 356,6 31-400,-14 2 0,-3 7-81,20 6 0,4 6-42,-12 11 0,4 2 16,16-11 1,5-1-17,-4 29-23,22-7-111,21-8-622,26-8-679,-14-20 1,4-4 1352,12 0 0,-2-2 1,9 1-1,-2-3 0</inkml:trace>
  <inkml:trace contextRef="#ctx0" brushRef="#br0" timeOffset="440939">18937 14602 17736,'0'-3'6319,"0"0"-4605,0 3-1602,-9-5-39,2 17-40,-8 3-38,3 26-292,0 7-2196,-3 6 2493,5-22 0,1-3 0,-2 4 0,-1-2 0</inkml:trace>
  <inkml:trace contextRef="#ctx0" brushRef="#br0" timeOffset="441272">19754 14504 20806,'0'-4'4273,"0"1"-2463,0 3-1760,3-44-50,-4 38 11,3-30 1,-10 70-273,4-2 1,-1 3-849,1 0 1,-1 1-2670,2 11 0,0-2 2964,1 10 0,2-22 1,0-16-1</inkml:trace>
  <inkml:trace contextRef="#ctx0" brushRef="#br0" timeOffset="441533">19730 14545 19972,'-3'-61'1908,"1"0"0,-1 13 0,2 4-1527,2-7-180,5 25-111,5 11-40,10 8-38,0 5-7,18 19 1,6 8-6,-17-7 0,1 5-13,13 11 0,4 7 0,-6-1-433,-12-1 0,-4 0 381,5 12 1,-11 0 11,-22-19 0,-8-2-199,-7-3 0,-6-2-6,-9-2 0,-3-2-512,-4-4 0,-1-2-2112,-3-2 0,1-3 2276,7-2 1,2-3 0,-9 1 0,21-5 0</inkml:trace>
  <inkml:trace contextRef="#ctx0" brushRef="#br0" timeOffset="442083">20417 14235 23405,'41'-25'155,"1"-1"1,0 0 0,-3 3 0,-1 0-1,-4 5-48,16 0-46,-6 8-44,-10 5 22,-11 10 1,-9 7 10,-6 12 17,-4 10-11,-2 27-11,-1-14 8,-1-7 0,0 0-2,0 4-503,4 5 0,2 2 477,1-15 0,2 1-1510,5 23 1,0 0 1523,-5-21 0,-2-2-20,1-2 1,-5-3 48,-19 13-287,-14-23 1,-6-3-1121,3-4 1,-3-1 930,-11 2 0,1-4 1,1-7-1,19-3 1</inkml:trace>
  <inkml:trace contextRef="#ctx0" brushRef="#br0" timeOffset="443005">18156 15106 22291,'-32'7'672,"15"-2"-594,71-10-56,-21 1 1,2 0-825,9-2 0,2-2 822,-3 1 0,-1 0-1657,-5 1 1,-3-1 1754,10-2-699,-22 4 576,-26 2-1,-20 5-28,-18 5 23,-2 4 0,-3 1 16,10-1 1,-1 1 5,-13 4 1,1 1-12,16-5 0,3-1 443,-25 11-426,10-5 2520,12-4-2537,15-5 2689,29-11-2661,37-13-23,-14 6 1,3-1-429,11-4 1,1 1 427,-5 3 1,-1 0 3,1 0 0,-3 1 75,9-1-56,-34 4-11,-57 17-23,9-3 1,-3 0 13,-11 5 1,-1 0 2,4 0 0,0 0 56,-8 3 1,2-1 21,-8 3 850,5-1-261,58-14-483,17-6-119,13-3 0,7-2-65,-1 0 0,2 0-25,0-2 0,1 1-280,-2 2 0,-4 3-7122,5 0 7416,0 2 0,-20 3 0,-12 0 0</inkml:trace>
  <inkml:trace contextRef="#ctx0" brushRef="#br0" timeOffset="446756">11182 15890 19921,'-2'-42'771,"-1"1"0,0 1 1,-4 7-453,-9 19-157,-9 1-72,-9 8-12,-19 24-56,21-1 1,0 3-23,-2 4 0,3 3-292,1 3 1,4 0 286,-5 18-7,18-6 35,25-18 16,13-12 11,19-23 12,6-15-6,-23 6 0,-1-3 31,1-2 0,-2-2 30,-1-1 1,-2-3 128,2-20 1,-3-2-161,-7 10 1,-1-2-406,-3 1 0,0-3 0,-3 5 403,-2 8 0,-1 3 333,1-7 0,-1 5-131,-2 10-90,0 3-162,-1 11-68,-1 15 51,1 2 11,2 23-17,2 13-14,-3-11 0,0 3 326,0 5 0,0 2-419,-2 2 1,1 0-317,0 1 0,1-1-672,1-2 1,1-2-2104,4-2 0,2-2 2399,11 20 0,-5-25 1,-5-18-1</inkml:trace>
  <inkml:trace contextRef="#ctx0" brushRef="#br0" timeOffset="447698">11811 15622 7649,'1'-6'5909,"0"1"331,-1 5-5316,11-34-241,-8 22 6,8-25-375,-11 31-84,0 3-129,0 1 106,0 0-151,0 0 50,0 0 141,-3-2-74,0 0 6,-2-2 40,-3-1-12,-3 0-89,-1 1-23,1 2-62,5 1 7,1 2-12,3 1 84,1 0-62,-2 2-22,-2 1-17,-3 3-11,2 0 6,1-2 16,3-1 633,1-3-312,1 1-287,-4-2-17,-1-1 67,-7-2-78,6 0 62,-4-1-73,8 4-17,-2-1-23,4 2 12,-1 2 17,0 2-1,-1 11 6,-1 8 12,1 28-40,3-9 0,2 1 14,-1-10 1,1 1-348,6 26 0,3-2 319,-3-25 0,1-2 0,2 7 0,0 1-140,2 1 1,-2-2-464,-3 11 357,-6-14 0,-5-1-3705,-20 14 3439,-6-15-107,0-14 0,-3-5-201,-28-3 861,17-10 0,0-4 15,7-5 0,3-3 232,-19-14 274,19-12 3421,21 13-3357,3-13-102,19 7-107,23-15-291,10 2-579,-2 10 1,3 1 391,-5 7 0,1 0-258,11-3 0,0 0-704,-7 6 1,-2 3-333,-10 4 0,0 0 1386,5-1 0,-5 2 0,-8 4 0,6-3 0</inkml:trace>
  <inkml:trace contextRef="#ctx0" brushRef="#br0" timeOffset="448042">12419 15478 24144,'-53'-9'255,"0"-1"1,10 0 0,7 5-216,13 16-12,17 1-23,8 0 79,19 17-39,7-2-23,-5-6 1,2 1-9,0-1 0,1-1-173,2 2 0,-1-1 162,0 1 0,-1-1-26,18 19 34,-18-3 6,-23-5 17,-21-4-29,-5-8-44,-33 0-196,10-13-446,12-2 1,-2-3-3666,-24-10 4397,11-4 0,18 1 0,16 3 1</inkml:trace>
  <inkml:trace contextRef="#ctx0" brushRef="#br0" timeOffset="448473">13102 15383 20892,'15'-55'1148,"0"1"0,-4 11 0,-2 4-627,-1-1-164,-6 26-324,-3 10 39,-5 17 1,-8 17-12,-12 25-449,8-16 0,0 3 396,-2 8 0,0 3-2,2 3 0,2 1-12,2 1 0,6-1-47,6-5 0,8-2-200,7-4 1,9-5-521,11-3 1,8-7-1018,12-3 1,5-6-1488,-15-11 0,1-2 0,-2-2 2452,9 0 1,-3-2-1,-12-4 1,-6-1 0,-12 0-1</inkml:trace>
  <inkml:trace contextRef="#ctx0" brushRef="#br0" timeOffset="448999">14181 15526 23631,'-57'-20'280,"1"0"0,0 9 0,5 13-202,17 22 1,5 8-296,-2 3 0,3 1 239,7-6 1,3 2-1880,3 5 0,4 0 1840,-1 11-34,26 12 540,25-30-842,-5-13 0,4-3-579,9-3 0,2-4-3009,8-3 0,0-3 3941,-6-4 0,-3 0 0,14-3 0,-29 0 0</inkml:trace>
  <inkml:trace contextRef="#ctx0" brushRef="#br0" timeOffset="449339">14814 15811 25079,'25'-12'90,"-9"11"-2000,-38 60 1910,-5-4 0,0-5 0,9-20 0</inkml:trace>
  <inkml:trace contextRef="#ctx0" brushRef="#br0" timeOffset="451199">15263 15750 15445,'-1'-5'5859,"0"1"-5324,-6-26 1,0-7 309,3 9-3272,-4-12 0,0 3 2556,7 24 1347,0 6-1498,1 8 898,2 7-854,4 10-22,4 12 12,6 9-24,3 4-10,3 3 22,-4-17 0,1-1 0,9 8 3431,6 2-3408,-20-27 156,-3-11-28,-4-9 28,1-11 23,-2-10 5,-3-8-33,0-7-51,0-3 12,1 4-40,-1 6-61,-1 9-130,0 11-223,1 10-684,4 11-55,1 4-8773,18 17 8679,-7-10 0,2 4 1,-12-11-1</inkml:trace>
  <inkml:trace contextRef="#ctx0" brushRef="#br0" timeOffset="451433">15905 15414 25903,'-26'-44'39,"14"22"-22,37 69-12,-7-17 1,0 1-20,3 1 0,-1 2-353,1 19 0,-7 2-619,-9-12 1,-6 1-3864,-8 16 1,-9-3 4848,-6-18 0,-2-5 0,-13 12 0,15-22 0</inkml:trace>
  <inkml:trace contextRef="#ctx0" brushRef="#br0" timeOffset="452755">16792 15633 22043,'-2'1'23,"-7"-3"-82,46 5 0,21 3-39,-22-5 0,1 0-636,16 1 1,-1-1 613,-13-1 0,-4 1-15,24 1 485,-44 0-355,-21 1 152,-38 8-142,9-1 1,-2 2 2,2-2 1,-1 1-271,-19 11 0,1 0 323,0 6-50,21-11 1,2 0 580,-2 8-503,24-9 51,13-2-45,21-6-56,21-10-25,-6-4 0,4-2-1577,3-3 0,1-2 1616,0-1 1,-3-1-7,-9 2 1,-5-2 628,8-16-66,-23-25-397,-7 16 14,-9 3 0,-4-1 322,-8-6-1,-3-6-72,1 11-257,4 17 3577,5 8-3752,3 10-27,3 4 6,8 10-7,10 10-21,2 4-4,5 2 1,0 1-65,4 5-647,5 5 0,-1 3-3498,-5 10 4218,-12-10 0,-4-1 0,-5-3 0,-12-3 0</inkml:trace>
  <inkml:trace contextRef="#ctx0" brushRef="#br0" timeOffset="453706">17393 16964 24094,'-54'-7'186,"-1"1"1,2 5 0,4 10-98,5 24 1,4 11-925,1 0 0,2 4 882,1 1 1,4 2-20,5-1 0,5-1-31,5-5 0,6-2 537,5 16-599,28-27 1,10-5-474,5-11 0,7-5-207,0-1 0,4 0 1,2-4 609,7-6 0,2-5 1,-5 1-1,-4 2 0,-3-1 1,-2-5-1,1 1 0</inkml:trace>
  <inkml:trace contextRef="#ctx0" brushRef="#br0" timeOffset="455133">18498 15931 13989,'-13'-55'2828,"0"1"1,2 5 0,1 11-2409,5 20-369,2 11-18,3 14 1,4 11 5,4 17-11,8 13-11,4 10-28,4 0 16,6-4 35,2-10 4,0-12 231,-8-12 296,-8-11 79,-3-18-533,-5-2 90,6-23-39,-4-2-33,3-15-68,-2-3-5,1 1-34,0 7-28,0 11-39,1 12-225,0 11-901,8 7-3578,10 7 4743,4 2 0,-10 0 0,-8-1 0</inkml:trace>
  <inkml:trace contextRef="#ctx0" brushRef="#br0" timeOffset="455365">19690 15683 19020,'-7'0'4307,"2"0"-4033,5 0-716,11-25-634,26 18-1119,17-17-631,-16 22 0,0 5 1978,24 0 0,-24 0 0,-20 0 0</inkml:trace>
  <inkml:trace contextRef="#ctx0" brushRef="#br0" timeOffset="455548">19636 16020 21782,'49'-24'-137,"0"1"1,0 0 0,5 0 0,1 2 0,-8 5 0,-11 9 0,-3 3 0,0-1 0,0 1 0</inkml:trace>
  <inkml:trace contextRef="#ctx0" brushRef="#br0" timeOffset="455966">21078 15529 17809,'0'-6'4605,"0"2"-4219,0 4-223,-76-35-40,26 28-847,8-3 0,-7-1 0,6 5 752,-16 13 0,19 0 0,3 1 726,0 2-658,-2 5 318,17-7-369,6 0 89,3 3-89,5-4 1272,-5 9-1228,5-2 79,0 14-45,1 0 34,1 10 67,4 11-84,1-1-56,1 16-76,0-29 1,3 1-23,2 2 0,3-1 11,0 0 0,2-2-19,4-3 0,2-3-298,18 10-685,-7-22 0,3-4-3023,31 3 750,-29-12 0,1-1 3278,2-5 0,-6-1 0,-14 2 0,-2-1 0</inkml:trace>
  <inkml:trace contextRef="#ctx0" brushRef="#br0" timeOffset="456622">21758 15624 23955,'-4'-37'196,"-1"-1"0,-3-19-24,14 81-127,2 7-22,3 9 16,1 13-23,-9-22 1,-1 1-9,1 0 1,0 1 16,-3 5 0,-2 0-50,0-5 0,-2-2 70,-2 8 106,1-5 28,3-28 146,2-15-274,0-1 0,0-20-35,0-6 18,2-18-23,0 22 0,1-3 6,1-11 0,2-4 33,3-6 1,2 0-321,-1 8 0,3 4 281,3-1 0,3 7 1,9 10-38,3 13 1,1 4-8,7 3 21,-1 2 1,3 4-9,-6 9 1,-2 5 2,2 1 0,-1 1 3,-2 3 0,-2 4-283,0 12 0,-4 3-1341,-6-2 0,-2 2 1638,4 14 0,-2 0 0,2 6 0,-12-11 0</inkml:trace>
  <inkml:trace contextRef="#ctx0" brushRef="#br0" timeOffset="456816">21947 15819 22576,'25'-36'-206,"0"0"0,0 1 0,14-15 0,3 11-161,-7 28 1,3 5-3969,21-2 0,0 2 4335,-24 2 0,-2 1 0,7 0 0,-5 0 0,-7 2 0</inkml:trace>
  <inkml:trace contextRef="#ctx0" brushRef="#br0" timeOffset="457006">22941 15563 16969,'8'7'4666,"-2"-1"-4353,-6-6 371,0 0-673,-46 77-179,32-40-199,-12 12 0,3 0-3234,18-9 3601,0-1 0,3-17 0,-1-4 0</inkml:trace>
  <inkml:trace contextRef="#ctx0" brushRef="#br0" timeOffset="457706">23596 15489 22929,'-25'21'207,"-1"1"0,-16 20-123,28-7-16,2-4 32,4-5 12,1-7 0,1-5 101,2-6 151,1-4-45,1-4-184,0-8-62,1-6-1,0-12-49,2 0 44,11-35 0,4 5-404,-3 13 0,2-2 373,-1 6 0,2 2 9,0 2 0,1 3-63,17-18 40,1 16-16,-8 16 5,18 8-39,-11 14 45,14 7-23,-10 16-28,-4 12 40,-7 11-17,-9 8 279,-10 4-280,-11-30 1,-3 0-1,-9 4 1,-3-2 6,-11 12 133,-13-7-55,20-28-3232,-6-26 3181,15 5-2071,-6-30 2083,17 23 215,2-17-182,7 16-45,6-4-33,-1 10 2296,16 3-2274,-2 12 12,28 16-18,-17-1-5,-7 0 0,1 2-137,13 12 117,-18-12 1,-1 2-15,12 22-10,-19-2-29,-25-4-95,-20-6-337,-18-6-581,-9-9-1379,-4-7-6138,4-8 8603,13-6 0,22 3 0,13-1 0</inkml:trace>
  <inkml:trace contextRef="#ctx0" brushRef="#br0" timeOffset="457917">24470 15632 23304,'0'53'-896,"1"0"-1,-1-8 1,-4-3 896,-26 13 0,15-30 0,1-4 0</inkml:trace>
  <inkml:trace contextRef="#ctx0" brushRef="#br0" timeOffset="458166">24878 15299 22559,'0'-4'2459,"0"1"-2280,0 3-185,-4 44-156,3-4-513,0 0 0,1 2-527,1-10 1,2 0 578,2 8 0,-1-4 0,1-5 0,0 0 0</inkml:trace>
  <inkml:trace contextRef="#ctx0" brushRef="#br0" timeOffset="458440">24847 15405 18789,'-11'-57'1953,"0"0"0,1 2 0,2 5-1561,1-10-302,7 15 11,14 22-57,14 10-27,11 11 0,5 4-6,12 3-382,-15 6 0,6 6 0,-5 1 368,-4 5 0,-2 4-10,-2-1 0,3 2 0,-3 2-21,5 11 1,-6 3-532,-4 8 0,-8 2 330,-13-11 0,-7-2 81,-1-1 0,-10-3-1793,-22-3 0,-7-7 1494,-5-1-262,1-4 1,-4-3-3283,8-11 0,2-2 3997,3 0 0,1-1 0,-22 0 0,36-5 0</inkml:trace>
  <inkml:trace contextRef="#ctx0" brushRef="#br0" timeOffset="458733">25695 15490 19753,'6'-4'2409,"-1"0"-2336,-5 4 151,0 0-420,-12 50-2381,4-21 2577,-2 8 0,-1-1 0,5-14 0,-2-2 0</inkml:trace>
  <inkml:trace contextRef="#ctx0" brushRef="#br0" timeOffset="459206">26254 15132 23321,'-20'-31'19,"0"0"1,-20-15-3,11 53 28,-12 4-6,18-5-11,-7 1-34,14-5 34,5 0-16,4-1 16,0 2 0,4 2-6,-3 3 23,2 5 28,-1 5 27,2 8-55,0-3 34,1 14 21,1-4 1,0 0-34,-1 21-1724,4-8 1,1-3 1678,1-5 1,7 3 16,9-11-28,1-8-61,6 3-1115,16-8-1748,-6-9-901,10 1 3247,-5-5 0,-26-3 0,0 0 0</inkml:trace>
  <inkml:trace contextRef="#ctx0" brushRef="#br0" timeOffset="459382">26019 15344 21657,'45'-16'-190,"1"1"1,10 3-1,-9 7 1,-28 9 0,18 6-1</inkml:trace>
  <inkml:trace contextRef="#ctx0" brushRef="#br0" timeOffset="459566">26685 15369 20929,'6'-1'2073,"0"0"-1827,-6 1-212,0 0-236,-30 70-991,19-35 342,-8 15 1,1-1 0,12-27-1,-1 3 1</inkml:trace>
  <inkml:trace contextRef="#ctx0" brushRef="#br0" timeOffset="459873">27154 15169 17204,'0'-5'5383,"0"0"-4072,0 5-992,-74-33-89,28 33-429,-7-13 0,1 6 249,1 33 1,11 9 113,14 7-142,12 6 6,17 4-34,15 4-148,-3-28 1,3-1-4,4 0 1,3-1-315,2-2 1,3-2-606,1-2 1,3-3 440,13-1 0,-3-4 0,2 1 1,7-4-1</inkml:trace>
  <inkml:trace contextRef="#ctx0" brushRef="#br0" timeOffset="460306">27486 14950 23875,'26'-30'97,"0"-1"0,6 3 1,-1 8-9,-1 20-5,12 3-39,-18 1 28,5 10-45,-11 0-6,6 9-5,-10 2 11,-6 3-28,-5 5-11,-7 2 11,-2 3 5,-3 4 23,3 4 0,4 4-11,9 6 17,6 5-26,-4-30 1,1 1 2,-2 0 0,0-1 0,3 26-5,-18-10 27,-18-11-100,-24-7-1859,17-17 1,-3-1 530,-3-1 0,-1-1 1395,4-1 0,3-2 0,-10 2 0,20-4 0</inkml:trace>
  <inkml:trace contextRef="#ctx0" brushRef="#br0" timeOffset="462016">19681 14996 16743,'-45'5'847,"1"0"1,3-1 0,17 1-155,33-2-391,20-2-207,5-2 45,28-4-56,-5-3 0,2-1-576,-18 3 1,0 0 507,5-1 1,3-1 0,-6 1 22,18-4 220,1-1-85,-27 4-13,-19 4-211,-37 2 33,-13 6 6,-13 1 8,12 1 0,-1 3 14,-9 2 1,-1 0-359,0 2 0,0 0 358,-7 2 0,3-1 17,-7 5 797,6-1-819,33-10 245,-2 0 113,22-6 337,19-3-433,11-5-111,24-4-107,-25 3 1,2-2 363,5 0 1,0-1-407,-6 2 1,-1 1-9,8-3 0,0 1-250,-4 2 1,-2 0-1728,28-5-404,-12 3 2381,-29 7 0,-15 2 0,-2 0 0</inkml:trace>
  <inkml:trace contextRef="#ctx0" brushRef="#br0" timeOffset="462273">20453 14507 23047,'-12'46'-12,"1"-1"1,-4 1 0,-5-2-168,-12-5 0,-6-2-1327,-4 4 0,-1-2 881,6-8 1,-1 1-2653,-2-2 0,-4 2 0,3-4 3226,5-4 1,1-3 0,-7 8 0,4-5 0,10-10 0</inkml:trace>
  <inkml:trace contextRef="#ctx0" brushRef="#br0" timeOffset="462433">19667 14822 16152,'4'-46'2277,"0"-1"1,1 5 0,5 11-1763,23 19-184,19 15-1106,-13 5 0,2 2 823,10 5 0,4 2-561,-13-4 0,1 1 0,1 1 107,5 1 1,1 0 0,-2 0-1144,11 4 1,-1 0 1548,-15-5 0,0 1 0,-7-3 0,9 4 0,-2 0 0</inkml:trace>
  <inkml:trace contextRef="#ctx0" brushRef="#br0" timeOffset="472006">20374 12148 15464,'-7'1'509,"12"-5"-326,34-10-71,13-2-66,6 0-441,-12 6 1,1 0 409,-13 3 0,0 0-1494,13-2 0,0 1 1525,12-2 375,-24 6-297,-27 2-142,-37 11 43,-17 3-10,11-2 0,-1 1 81,1 0 0,0-1-67,-1 1 0,1 0 7,1 0 0,2-1 51,-27 10 3239,11-4-3300,17-6-54,6 1-17,17-7 72,0 1 249,9-4 162,4-1-292,20-9-116,7-1-34,22-9-344,4 0 341,3 0 45,-25 7 0,-1 2 388,5-3 316,-3 2 52,-37 8-981,-16 3 683,-17 3 85,-17 5-248,18-2 1,-1 1-150,-3 2 1,1 0 136,1-1 1,1 1-311,1-1 0,2-1-950,-2 2 866,8-4-343,36-7 92,21-8 254,17-4 9,-15 4 0,2-1-36,-1 0 0,0 1 814,23-6-319,-7 3 0,-4-1 665,-10 4-440,-1 0 1,-12 2-394,-30 6-786,-19 3 380,-22 6 139,15-1 0,-3 2-298,-4 1 1,-1 2 348,-1 0 1,0 1-1461,3 0 0,1 0 1506,-22 10-39,21-7 485,14-3-341,10-4-115,7-4 496,0 0-325,11-4 3268,29-14-3382,6-2-29,1-2 1,4-1 9,-5 1 0,-1 1-6,0 0 0,-2 1 381,21-9 508,-32 9-965,-21 8-124,-17 2-370,-17 4 253,1 3 47,-27 5 23,19 0 42,-8 2 18,20-2-13,8-2 290,10-2 42,-2 1-327,8-2-1062,0 1-141,1 3-6259,6 2 7466,2-1 1,-1-1-1,-1-2 1</inkml:trace>
  <inkml:trace contextRef="#ctx0" brushRef="#br0" timeOffset="480215">21287 3851 6439,'-4'1'885,"1"-1"-717,3 0-95,65-24 11,-27 11 8,9-4 1,0 0 724,-12 5 444,-8 3-891,-21 6-572,-24 3 297,-23 7 56,6-2 1,-2 0 121,1 1 0,0 0 226,-24 5 6,24-4 256,6 0 45,9-3-397,1 0 64,13-3 15,9-1-428,5-3 58,8-3-36,20-9-3,3 1-41,14-4 9,-16 7-13,5-1 617,-16 5 146,-6 2-1125,-27 3 100,-36 13 185,-18 2-290,15-1 0,-1 2 366,13-4 1,1 0-7,2 0 1,1-1 408,-8 2-206,24-7 273,5 1 407,17-4-736,6-2 177,32-8 608,-14 2-828,25-7 1,6-1-163,-24 5 1,-1 0 180,20-4 1,-3 0 290,-6 2-496,-34 6 187,-33 7-162,-20 6 51,-4 0 22,-1 5 1,-1 0 13,-4 1 23,-3 1 1,1 1-7,11-3-23,7-2 0,3 1-110,13-5 20,-3 3 201,17-8 300,5 0-613,14-1-29,9-6 6,19-4-31,9-7 227,-14 3 1,1 0 3,-5 1 0,1 0 327,13-6 0,-3 1 279,-4 1 185,-3-2-496,-43 18-457,-3 0 157,-29 7-83,-3 3 11,-10 2 49,16-2 0,0 0-218,-5 3-95,-10 3-36,29-9 658,10-1 588,14-2-1269,13-1 92,8 0 338,9-3 0,1 1 0,-9 0 0,24-2 0</inkml:trace>
  <inkml:trace contextRef="#ctx0" brushRef="#br0" timeOffset="489400">11017 18355 11782,'-16'-8'998,"3"1"-1093,13 6 123,3 1 56,6 0 0,8 0-6,10-1 17,8 1 23,6 0-6,6-1-51,-8-1 57,-7 0 0,1 0-348,15-2 283,-12 1 0,0-1 104,22-2 28,2 0 5,-1-1 17,1 2-5,-2 2-34,1 2-56,0 3-39,3 2-12,-24 1 1,2 0-15,3 2 1,1-1-23,1 1 1,0-1 7,-1 1 1,0-1 10,-7-1 1,0 0 14,-1-1 1,1 1 1,2 0 1,-1 0 5,3 0 0,0 1 25,2-1 1,2-1-346,2 0 1,1 0 336,2-1 0,1-1-661,3-1 1,1 0 651,1-1 1,0 0-1,2 0 1,-2 0-86,-12 0 0,0 0 81,-2 0 0,2 0 0,-2 0-202,4 1 0,0 0 185,-3 0 0,3-1 0,-2 1 41,12 1 0,-1 0-17,2-1 1,-1 1 30,1 0 1,1 0 16,0 0-1,1 0-7,0 1 0,1-1-484,0 1 0,1 1 453,-1 0 1,0 0 21,-1 1 0,-3 0 242,-13-2 0,0 1-124,14 1 0,-2 1-45,-20-2 0,1-1-771,6 1 1,4 0 0,-3-1 694,0 0 1,-2-1-20,14 0 0,0-1 174,-15-1 1,2-1-201,-1 0 1,4 0 0,-3 0-9,10 0 1,0 0 60,-8 0 1,3 0-1,-3 0-72,4 1 0,-3 0-8,1 2 0,-2-1-52,-1 1 0,0 0 51,-1 1 1,0 0 1096,0-1 0,1 0-1105,0 0 0,1-1 17,2 0 0,0-1 5,4-2 1,-1 0-6,3-1 1,1-1-7,2-2 1,1 0-367,1-1 1,1 0 351,2-1 1,-1 1-4,2 0 1,-1 0-4,-13 2 1,-1-1 5,8 1 1,1 0 30,8-1 1,-1 0 550,-17 2 0,0 1-585,11-3 1,0 1 184,-12 0 0,-3 0-173,-5 1 0,2 1 229,16-3 1,0 0-256,-20 3 1,0-1 274,17-1 1,2 0-279,-15 0 1,0 1-323,19-2 0,2-1 331,-11 2 1,0-1-4,6 1 1,-3 1-12,-16 0 0,-3 1 25,6 0 1,-5 0 454,-5 1-471,-3 0 11,-12 0 5,-9 1 472,-1-2-427,-2 1 698,3-5-732,1-2 130,5-18-62,-3 4-45,0-13-12,-6 10 18,0-2 0,-3-1-1,1-3 34,-2-12-100,1 14 50,-1-19 27,-1 10-4,-4-14-1717,0 16 1,-1 0 1670,-5-16 11,1 13 1,0 1 17,-6-13 2,5 15 0,0 2-25,-5-12 45,-2-8 22,9 15-72,2 7 38,-1-11-22,3 16-3,-3-6 1,-2-2 25,-10-14-48,10 19 0,-1 1 25,-14-5 3364,14 21-3341,-19-10-23,11 8-45,-14-9-5,16 11 6,-4-4 21,9 6-10,-11-8 5,8 7-11,-22-10 0,19 14 17,-25-9-23,6 9-3408,-3 0 3414,6 5 0,-3 0 5,6 0 1,-1 0-247,-11 0 1,1-1 251,11 1 1,1 0-2140,-29 0 2122,29 2 12,-25 4-17,18 0 5,-8 2 1,-5 0-7,5-1 889,8-2 1,-1 0-873,5-1 1,0 0 2,-8-1 1,3 0 317,-10-1-326,-5-2 0,26 3 23,-22-4-23,15 0-12,-7-2 3157,14 2-3151,0-1-5,1 1 39,-26-2 336,4 2-353,19 3 1,-1-1-12,-23 0 0,11 0 150,-11-1-164,22 0 0,1-1 20,-15-1-9,13 1 0,1 1 15,1-2-1,0 1 0,-8-3-11,4 1 3,2 1 0,-4 0-12,2 0 1,-2 0-12,-13 0 1,-1 0 16,11 1 0,0 2-311,-8 0 0,1 2 314,12 0 0,2 1-14,1-1 0,0 2 166,-25-1-152,14 0-5,-10 0-7,-8-2-5,24 1 1,0 0 7,-3 1 1,-1-1 16,0 0 1,0-1-323,5 2 0,-1-1 322,0-1 1,1-2-6,6 1 0,0 0 587,-27-6-584,9-2-23,2-2 17,0-1 0,-5 0-5,11 4 5,-2 3 23,7 4-40,-10 0-11,-5 3 11,-2 0 17,-7 0-6,23 1-14,5 0 1,0 1 19,0 2-9,-6-1 1,0 2 31,0 2-29,6-2 1,-2 1-1,-25 5 3,28-6 0,-1 0-2,-21 2-1364,10-2 1,2-2 1362,-1 0 9,-3 0 0,0 0-92,-4-2 95,0 0-6,14 0 0,-1-1-227,-16 0 221,14 0 1,1-1-6,-11 0-1097,12 0 1,1 0 1063,-17 0 24,13 0 0,1 0 2165,-13 1-2162,19 1 1,-1 1-1065,-3 0 0,1 0 1081,-25 3-28,12-1 0,0 0 168,-7 0-152,3 0 1,-2 0 3,20-1 0,1-1 1128,-11 1 1,-1 1-1144,0 1 1,-1 2 8,-3 1 0,0 0 3,-1 0 0,1 0-130,10-1 0,2 0 124,1-1 0,4-1 3249,-3 1-3255,-11 2 1,-3 1 22,1 0-11,-4 2 0,-3 2-9,15-2 0,2 2 14,-2-1 1,0 1-4,4 2 1,4-1-31,-12 6 434,6-2-406,6-2 27,5-3-27,3-1 0,2-2 5,0 2-22,-1 2 17,-4 3 5,2 1 1,0 2-45,-18 14 33,14-10 0,0 3 0,2 0 0,2-1 12,-9 11-12,-2 7-17,22-19 1,4-1 5,3-3-6,0 8 0,0 2 1,-2 3 5,-4 22 11,3-13 0,2 5-3,4 2 1,5 0-12,2-8 1,4 1-620,2 18 0,5 0 599,2-11 1,4-1 8,2 5 0,3 0-8,2 2 0,2-2 5,1-2 0,2-2-398,0-3 0,3-3 423,-1-5 1,2-2-21,-1-4 1,3-2-45,2-3 0,2-3-328,6-3 0,2-4-1142,8-2 0,4-5 1554,-10-6 0,2-1 0,-5-2 0,-5 1 0,-2-2 0,1-2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4:37:27.3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2996 2522 21164,'-22'-53'937,"1"0"1,-8 1-1,-2 14-780,-10 32-98,3 11 0,-3 6-34,6 5 0,1 5-718,-10 12 0,0 5 718,4 2 0,1 4-8,1 3 0,2 1-6,8-10 0,2 1-5,2 3 0,5-1 349,6 9-304,31 2 16,20-28-45,16-16 9,-16-17 0,0-5-464,-3-4 1,0-3 471,9-8 0,1-4 11,-2-3 1,-3-5 23,-12 5 1,-1-3 0,-3 2-42,1-2 1,-3-3 35,-3-7 0,-2-6 1,-4 4 61,-3 4 1,-2 1-18,-2 3 0,1-3 0,-2 5 56,-1-1 1,-1 3-1761,-6-23 1696,0 32-100,-2 9-28,4 24 22,0 4 5,4 35 1,0-10-15,0 7 1,0 6-137,0 0 1,-1 3 0,1 2-320,0 3 1,0 2 0,0-1 104,0 2 1,0-1 0,1 0-1692,0-2 0,1-1 0,0-5 2050,2-8 0,0-4 0,5 27 0,-4-31 0</inkml:trace>
  <inkml:trace contextRef="#ctx0" brushRef="#br0" timeOffset="400">3730 2301 22593,'-31'-52'976,"-1"-1"1,2 5-1,4 14-942,8 28-28,0 19 5,8 27-2137,4-7 0,1 4 2106,0 13 1,0 4 15,2-9 0,-1 2 1,1 1-119,-1 8 1,1 2 0,0 2 94,1-11 1,0 1-1,0 0 1,1-2-38,-1 6 0,1-1 1,1 4-656,2 2 1,2 5-1,0 0 1,0-8 292,0 4 1,-1 0-127,0-4 0,0 8 0,-1-2 1,-5-10 311,-6-7 1,-4-5 359,-4 15 1,-7-13 1972,-30-39-2018,25-19 1,1-9 78,-1-12 0,3-5 313,0-9 0,4-3-145,2-3 0,3-1 0,4 1 0,3 1 651,5 6 1,3 2-865,5 5 1,3 3-43,7-17-17,8 20 1,6 1-71,-3 9 0,2 0-137,15-12 1,3-1-401,-1 5 0,1 2-1043,3 0 1,2 1 1599,1 2 0,-3 2 0,8-3 0,-13 11 0</inkml:trace>
  <inkml:trace contextRef="#ctx0" brushRef="#br0" timeOffset="691">4255 2376 18089,'0'-5'6335,"0"2"-5702,0 3-431,-75-37-152,47 34-45,-15-13 1,2 9-17,27 35 22,5 14 6,15-4 0,6 8 0,0-3-9,3 0 0,3 0 1,3 3 1,2 4 0,0-5 1,5-6 0,-2-5 57,3 18-46,-22-13-2279,-63-27 2257,24-15 0,0-3 0,-27-1 0,22-6 0</inkml:trace>
  <inkml:trace contextRef="#ctx0" brushRef="#br0" timeOffset="1241">4824 2292 20719,'-3'-55'1336,"-1"0"1,2 7 0,-4 8-871,-7 18-68,3 12-370,0 15 108,-2 21-91,-4 28-39,1 4-387,7-17 0,0 5 0,1 0 381,1 8 0,1 4-13,3-5 1,0 7-1,3 2 1,2-6-95,3-5 1,4-4 0,2 1-249,4 14 0,5 1 0,6-10-502,1-19 0,6-7 0,-1-3-796,11 4 1,1-6 1078,8-5 1,-4-5-1,-8-6 1,-3-3-1</inkml:trace>
  <inkml:trace contextRef="#ctx0" brushRef="#br0" timeOffset="2091">5487 2342 23579,'-8'-40'459,"1"0"0,-6-20-509,8 74-146,1 28-1443,9-4 1,3 5 1638,1-1 0,1 0 0,-1-6 0,1-4 0,6 4 0</inkml:trace>
  <inkml:trace contextRef="#ctx0" brushRef="#br0" timeOffset="2549">5836 2526 19199,'2'-5'4884,"-1"0"-3473,-1 5-1416,15-36 16,-12 42 6,10 0-2137,-15 29 0,-7 11 2122,5-9 1,-2 3 0,-3 6 1,-2 4 0,2-6 423,2-10 0,-1-1-422,-1 11 1,-1 6 0,2-8-6,-1 7 47,4-12 1,1-4 92,3-17 213,5-14 3101,6-28-3382,6-23-21,1-1-396,-6 11 0,0-4 401,0-10 0,0-4-31,-1-2 0,0-3 1,-2 7 0,1-3 1,-2 3 4,-1 11 1,0 2 0,-1 2-10,2-11 1,0 4 21,2 5 1,0 6-34,6 12-16,3-3 10,20 21-5,-1 19 6,9 3-31,-6 20 0,-2 12 8,-17-12 0,-4 3 0,2 0-121,2-2 1,0 0 0,-2 1 86,-3 8 1,-3 2 0,-3-7-457,-2 11-950,5 7 1,2 0-8375,1-5 9789,-3-12 1,-2-6 0,-2-17 0,-8-16 0</inkml:trace>
  <inkml:trace contextRef="#ctx0" brushRef="#br0" timeOffset="2733">5908 2833 20100,'-3'-4'4291,"1"1"-3636,2 3-638,21-67-12,6 43-273,-1-14 0,3 1-169,16 26-1327,-11 4 0,1 1 1764,17-2 0,-7 1 0,-19 3 0</inkml:trace>
  <inkml:trace contextRef="#ctx0" brushRef="#br0" timeOffset="3073">6664 2212 16063,'-2'-6'6161,"1"2"-4318,1 4-1871,3-56 0,2 60-6,1-46-1003,-1 70 1,-1 16 1036,-1 16 0,0 2 0,-3-25 0</inkml:trace>
  <inkml:trace contextRef="#ctx0" brushRef="#br0" timeOffset="3551">7093 1983 22867,'-2'-7'2756,"1"2"-1816,1 5-565,0 0-167,-16-51-180,12 38 80,-12-34-66,16 52 334,-1 4-285,0 1 30,-2-3 46,2-1-8,-1-4 709,2-1-655,2-7 97,-1 4-77,0-4 137,-1 6 742,0 0-45,3 3-979,4 5-105,9 10 172,14 15-133,-9-8 1,0 3-456,5 8 1,0 4 263,3 9 0,-2 5-653,-9-13 1,-2 2 0,-1 2 424,-2 4 1,-3 2 0,-1-1 302,1 12 1,-8 2-1503,-9-15 1,-6 5 0,-2-1-1,-1-5 1617,-1-7 1,-1-3 0,0 0 0,-3 7 0,1 2 0,0-9 0,-15 11 0</inkml:trace>
  <inkml:trace contextRef="#ctx0" brushRef="#br0" timeOffset="8493">7840 2357 20929,'-40'2'1691,"0"-1"1,-23 1-1479,64-5-101,18-3-73,24-5-56,1 2 1,5 1-99,11-1 0,3 2-381,-21 2 0,1 1 0,-1 1 180,18-2 0,-4 4-289,-20 2 0,-3 3-1440,9 7-963,-24 8 118,-29 6 1994,-9-3 630,-12-1 0,-6 1 261,8-6 1,-2 1 735,-15 8 0,-2 1 227,9-5 0,1-1-62,5-1 0,1 0 1346,-15 10-1453,20-10 1,17-8-191,20-8-380,14-4-286,23-6-79,-15 0 0,2-1 130,5-2 0,1-1-163,1-1 0,-2-2 109,-2 0 0,-3-1 154,18-17 117,-19-4 129,-17-4 158,-21-5 145,-15-4 174,-16 0-387,14 25 0,-1 1 280,-23-13-123,9 11-151,13 12-225,13 8-111,9 3 249,20 9 377,14 9-615,12 10 0,4 7-40,-12-5 0,-1 3-329,-4 0 0,0 3 1,-5-1 35,-5 0 1,-10 3 32,-18 12 0,-12 8 0,3-10 1,3 4-1,-14 2 0,0-1 0</inkml:trace>
  <inkml:trace contextRef="#ctx0" brushRef="#br0" timeOffset="9842">12217 861 32767,'4'-58'0,"0"0"0,0 7 0,-1 9-1199,-3 22-82,0 10 535,0 13 300,0 10 140,0 18 766,-2 20-1282,-2-17 0,-2 2 721,-3 5 1,-2 1 133,-5 3 0,-2-1 118,-1 0 1,-2-2 39,1-4 0,-1-2 3234,-12 16-3322,11-21 327,10-17 27,10-26-1215,4-2 215,8-32-85,7-10-49,-4 14 1,0-4 309,2-8 1,0-2-331,-5 15 1,-1-1 0,1 0 356,4-20 0,-1 0-33,0 5 0,1 3 118,0 7 1,1 4 168,1 7 0,2 5-123,22-17-38,6 18 864,9 16-589,8 15 720,-28 7 0,1 7-762,12 22 0,-2 7 3,-17-16 0,-2 2-121,-1 12 0,-1 7 0,-6-3 59,-10-8 1,-3 0-113,2 18 0,-1 0-545,-4-12 1,-1-1-162,1-3 1,1-1-1633,1-4 0,0-3 2523,7 15 0,-5-21 0,-2-16 0</inkml:trace>
  <inkml:trace contextRef="#ctx0" brushRef="#br0" timeOffset="10085">12315 915 22296,'43'-31'219,"-1"0"1,1-1 0,2 2-1,0 1 1,-4 8-178,-9 10 0,-1 4 3,9-3 0,-2 2 27,2 0 299,9 0-4135,-24 9 3805,-10 4 1,-16 1 0,-3 0 0</inkml:trace>
  <inkml:trace contextRef="#ctx0" brushRef="#br0" timeOffset="12251">9555 2637 23388,'-31'-2'151,"8"14"-2978,23 25 0,10 8 2827,-1 6 515,7-9 1,4-3-427,7-13 1144,10 3-348,-9-23-644,-12-10 174,4-16-236,-10 2 109,10-25 1,2-5 1243,-7 16 1,0 0-1508,7-17 0,2-2 36,1 7 1,-1 4-17,8-11 223,-10 18 1,0 2-297,4 1-286,-4 16-2823,6 32 2313,1 6 0,-7 3 1,-7-9-1</inkml:trace>
  <inkml:trace contextRef="#ctx0" brushRef="#br0" timeOffset="12507">10724 2542 16865,'44'-38'-1064,"0"0"0,4 4 0,1 9 1085,-6 19 1,2 7-22,11 1 0,-5 0 0,-15 0 0,11 3 0</inkml:trace>
  <inkml:trace contextRef="#ctx0" brushRef="#br0" timeOffset="12673">10713 2911 17574,'-4'1'6817,"2"-1"-11705,2 0 3729,118-58-314,-62 35 1548,-14 4 1,11-4-1,-1 0 1,-11 7 0,0 2-1,-10 4 1,1 0 0</inkml:trace>
  <inkml:trace contextRef="#ctx0" brushRef="#br0" timeOffset="13150">12039 2246 20005,'1'-3'3764,"1"0"-2683,-2 3-1031,-11-23-39,-4 18 12,-42-11 10,7 21-8,13 0 1,0-1 119,-22-1-83,23-2 11,5-1 191,20-2-203,7 2-72,0-2 180,4 8-78,0 0-11,0 16 6,0 21 17,-1 0 1,-2 5 20,0-3 1,0 3-345,-3 12 0,0 0 289,1-12 1,1-2-82,0 0 0,1-1 10,2-4 1,3-2-111,1-4 1,4-2 2,17 20-209,16-15-598,18-14-393,-20-19 0,1-3-772,-4-3 0,0-2 1437,8-3 1,-3-1 0,-6-1 0,0 0 0</inkml:trace>
  <inkml:trace contextRef="#ctx0" brushRef="#br0" timeOffset="13706">12727 2540 17434,'4'-4'6279,"-1"0"-5450,14-30 0,2-9-269,-8 16-367,9-17 1,-3 4-88,-14 30-89,-2 6 5,0 26-22,2 9 0,-1 31 22,-6-10 1,-3 3-15,1-12 1,-2 1-1,-3 14 1,-3-3-4,4-20 1,-1-4 55,-8 21 320,7-23-134,5-20-191,6-26-17,4-21-11,2-22-20,-1 20 1,1 0-339,-1 5 0,1-1 338,5-21 1,0-1-1,-1 21 1,-1 0-4,5-14 1,1 2-6,8-8-6,2 16-5,4 14 6,9 10 5,-3 9-14,2 7 0,3 6-3,19 13 11,-21-9 1,-1 5-304,4 15 0,-6 7 233,-11-7 1,-3 3-161,9 15 1,-4 4-353,-8-5 0,-4 2-1548,-6-5 0,-1 2 1,-2-3 2135,-2 5 0,-1-4 0,0 2 0,-1-6 0,-5-13 0</inkml:trace>
  <inkml:trace contextRef="#ctx0" brushRef="#br0" timeOffset="13900">12861 2682 24094,'19'-35'-195,"0"0"1,-6 4 0,7 5-1164,36 10 0,10 9 900,-14-4 0,-1 1 0,-2 1 0,-3 0 0,14-3 0</inkml:trace>
  <inkml:trace contextRef="#ctx0" brushRef="#br0" timeOffset="14316">13785 2170 19899,'-5'-2'4553,"2"1"-3242,3 1-1031,-8-27-281,20 16 174,4-22-73,26 21 60,10 0 20,-9 1-58,-10 4 1,-1 1-20,6 0-47,11-2 442,-26 6-155,-10 3 19,-6 6-321,-3 13-78,0 16-22,2 10 18,3 12-15,7 1-407,-4-27 0,3 1 265,3 2 1,2 0 24,2 1 1,0 0 133,0 0 0,-1 0 33,-5 0 1,-4 0-24,-5-1 1,-7 0-14,-10-1 0,-8-2-49,-9 2 0,-7-3-512,-12-1 0,-5-3-176,12-9 1,-1-2 0,0-1 272,-17 4 1,5-3 0,15-6 0,4-2 0,-4 1-1</inkml:trace>
  <inkml:trace contextRef="#ctx0" brushRef="#br0" timeOffset="82121">9487 2753 20392,'-5'-48'1129,"0"0"1,0 4-1,2 3-216,1-9-465,1 11-286,1 4 125,0 11-91,0 11-84,0 2-174,0 5 12,0 8 72,2 3-5,3 12-23,-1 0 29,9 32-7,-1 6-1706,-4-21 0,0 0 1695,6 23 6,1-4-292,-1-13 281,4 7-104,0-7 109,-4-12 34,-4-8 1,-6-11 3317,-2-3-2696,-1-5-25,-7-14-549,-2-20 0,0-9-434,-2-6 0,1-3 364,-3-7 0,0 0-1,3 8 1,0 7 28,-2 5 0,-2 13-13,5 16-53,0 2-63,5 6 38,1 7 1023,2 1-957,0 15-21,6 4 0,8 24 4,4-4 14,7 9-23,-9-21-5,4 5-41,-9-11-28,1 9 31,-5-13-124,-5-3-67,-1-12-2091,-1-1 1531,0-4 0,0 0 1,0-2-1</inkml:trace>
  <inkml:trace contextRef="#ctx0" brushRef="#br0" timeOffset="94363">7001 4371 20056,'-16'-42'793,"0"-1"1,5 5-1,-3 11-602,-19 31-135,8 20-51,-9 26-736,20-11 1,2 2 733,2-3 0,2 3-15,-1 11 1,1 7 0,0-1-43,2-7 0,0-2 0,0 4-617,-2 4 0,1 4 0,-1 2 1,0-1 348,1-3 0,-1-1 0,1 0 0,-1 2-400,-1 1 1,1 0 0,-1 2 0,-2 2-898,1-12 0,0 2 1,-1 2-1,-1-1 0,0-2 1,1-4 1840,-3 5 1,1-4 0,-1-2 0,-1 1 631,-2 6 0,-1 3 0,-2-6 0,-1-12 672,-5-12 0,0-15 21,-17-30-1111,14-19-292,17-18 1,8-14-24,9 9 0,7-5 1,-1 1-256,-1 0 1,0 0 0,3-1 157,2 10 0,1-2 0,2 2 0,0 4-13,1 5 0,0 4 0,2 2 596,9-14 0,0 5-622,-7 12 1,2 1-290,11-10 0,3 2 273,-10 13 1,1 0 18,13-12 1,2-1 22,-6 7 1,-2 2 4,-7 7 1,-1 0 146,10-8 0,-2 1 252,4-3 707,-16 13 1,-2 1-395,-5 5 661,-12 10-1316,-9 7 757,-7 10-723,-7 8 527,-5 10-578,3 10 6,5 6-23,7-7 84,12 14-28,7-21 68,11 8 134,5-17 762,12-14-460,-11-12-50,3-14-85,-18-11-94,-6-7-101,-7-5-78,-7-4-12,-5 3-22,-4 6-68,-1 12-66,2 11-74,1 8-94,-1 8-174,2 7-584,2 10-1875,4 9-560,6-3 2490,7 4 0,-2-17 0,1-1 0</inkml:trace>
  <inkml:trace contextRef="#ctx0" brushRef="#br0" timeOffset="94679">7542 4662 19277,'0'-3'4744,"0"1"-3820,0 2-896,5-7-6,18 24-58,5 8 0,0 6-26,-6 4 0,-3 4-333,8 16 0,-8 1 387,-18-11 0,-7-3 8,2-9 0,-4-2-31,-11 1 0,-3-5 232,-5-7 107,-10-4-27,19-32 44,15-15 0,8-6-222,3 6 1,3-1-388,6-16 0,5 0 298,1 15 0,1 4-40,1 2 1,0 2 544,12-8-1841,8 4-2834,-22 19 4156,5-2 0,-18 10 0,-6 2 0</inkml:trace>
  <inkml:trace contextRef="#ctx0" brushRef="#br0" timeOffset="95187">8645 4476 20615,'0'-11'4151,"0"2"-3647,0 9-246,0 0 0,-53 87-1543,37-43 0,-1 5 1303,0-8 0,-4 5 0,0 2 1,4 0-36,2 3 0,2 1 0,3 1 1,2 0-203,2-3 0,3 0 1,2 0-1,2-2-459,3 14 1,5-1 0,9-6 677,13-8 0,10-4 0,-2-9 0,-4-9 0,-1-7 0,8-6 0,0 1 0</inkml:trace>
  <inkml:trace contextRef="#ctx0" brushRef="#br0" timeOffset="96463">9410 4739 24329,'-8'-6'280,"1"14"-230,6 23 1,2 11 2,-1-6 0,-1 1-833,-1 2 1,0-2 801,-3 22 145,0-27 0,-1 0 1,-6 15 366,1-8-29,2-12-147,6-21 370,3-14-521,4-11 798,3-20-910,8-18-293,-3 20 0,0 0 214,5-5 1,1 1-9,-3 8 1,1 1 38,12-9 1,3 3-372,14-1 338,-13 14 0,2 4-9,20 7-5,-1 21-22,-4 16 5,-5 19-5,-12-2-127,-13-4 1,-3 3-1342,1 22-801,-5-15 0,-1 0 1787,-5-11 0,-2-3 0,2 10 0,-3-20 0</inkml:trace>
  <inkml:trace contextRef="#ctx0" brushRef="#br0" timeOffset="98280">11234 4780 15149,'0'-3'5237,"0"0"-3854,0 3-940,-70 17-651,42 0 303,-18 6 1,1 3-12,22 9-17,6-5 0,2 3 6,6-2 0,3 1-12,-1 28 23,17-1 58,7-32 43,18-6 353,12-17-40,1-9-5,8-17 0,-17-15-327,-9-13 42,-11 6 16,-12 8 0,-5-1 5,-11-13-159,1 15 0,-3 1 25,-20-8-33,-4 12-40,3 13 165,5 10-271,7 8-61,7 11-225,6 11-503,7 14 88,4-2-1968,9-4 1,4 0 2752,8 6 0,4 5 0,-15-27 0</inkml:trace>
  <inkml:trace contextRef="#ctx0" brushRef="#br0" timeOffset="98637">12043 4673 24228,'-51'-23'190,"1"0"1,1 6-1,5 15-145,15 27 0,4 12-1053,-3 7 1,2 3 1001,4-7 1,2 6-646,5-5 0,-1 7 1,2 2-1,1-3 546,0 7 1,1-2 0,1 2 18,0-7 1,0 0-1,1 3 1,0 4-472,4-2 1,-1 5 0,2 2-1,0 0 1,1-4 0,-1-6 485,0 6 0,0-8 0,0 6 125,1-3 1,2 7 0,-2 1 0,-1-7 0,-5-12 1937,-29 9-1560,9-51 4,-12-42-218,31 12 1,5-5-352,0-5 1,4-2 291,2-4 1,3-1-37,2 0 1,3 0-40,2 3 0,3 2-54,1 4 1,4 3 163,2 3 0,4 2-289,3 3 0,3 1-191,6 1 1,3 1 378,5 1 0,2 0-93,9-3 0,-2 3 0,-22 10 0,-2 2 0,25-12 0</inkml:trace>
  <inkml:trace contextRef="#ctx0" brushRef="#br0" timeOffset="99253">13324 4804 16180,'0'-6'5186,"1"2"-3640,-1 4-1411,-20-53-74,1 41-22,-22-36-11,-3 59-1699,8-1 1,-1 2 1681,-16 4 17,14-4 0,0-1 50,1 2-10,-3-1-7,16-3-10,11-2-7,7-3 108,3 5-12,0 3 16,-1 9 3410,-2 8-3370,-2 12 34,-4 13-118,-1-5 61,1-4 1,-1 2-528,3-12 0,0 1 385,-3 15 0,0 1-9,6-11 0,2-2-16,2-4 0,2-3-6,5 16-56,17 6-96,5-23-161,16 6-583,3-21-3607,9-16 4503,-2-7 0,-17-1 0,-13 1 0</inkml:trace>
  <inkml:trace contextRef="#ctx0" brushRef="#br0" timeOffset="100271">14060 4989 23881,'-10'30'263,"1"-5"-168,5 24-16,-2-5-18,-1-10 1,0 1-5594,-8 19 5611,-2-6 1486,0-18-1329,7-17 1061,-1-1-732,4-12-464,4-4 67,-2-14 3353,3-9-3398,-1-17-5,3-12-51,1 24 0,1-2-326,3-7 1,1 1 297,5-14-307,5-2 307,8 16-135,1 12 113,16-6-17,11 18 0,-13 8-20,-5 11 1,-1 4 19,-3 2-50,24 19-23,-25 0-11,3 22 53,-26-15 0,-4 1 691,-1 17-660,-12-19 0,-7-3 12,-16-3 353,-10 3-247,-7-12-57,19-9 170,-2-14-125,22-8-22,0-10-5,7-8-57,15 0-22,3 5 0,8 10-17,7 10-3408,18 15 3408,-7-2-67,-6 3 1,0 4 21,19 20 12,-11-5 11,-16-7 0,-6 2-34,-8 11 28,-10 8-17,-35 5-72,-14-12 64,21-21 0,-2-2-221,-3-3 0,-1-4-1023,1-3 1,0-2-1191,-18-1 1947,-4-7 1,41 1-1,2-1 1</inkml:trace>
  <inkml:trace contextRef="#ctx0" brushRef="#br0" timeOffset="100507">15056 5129 23763,'-26'57'-170,"0"-1"0,1-3 1,5-7-918,11-12 1087,-3 9 0,8-28 0,-3 5 0</inkml:trace>
  <inkml:trace contextRef="#ctx0" brushRef="#br0" timeOffset="100796">15690 4962 25046,'-61'-14'221,"1"-1"0,14 9 1,-1 4-1,6 7-162,6 14 0,5 8-654,-10 9 1,2 4 599,11-1 1,6 1-12,6-7 1,6 2-67,7 6 1,7-1-495,18 12 356,-11-19 0,5-3-664,21-1 0,7-8-732,-7-8 1,3-5 1605,2 1 0,4-2 0,-5-1 0,-8-3 0,-3-2 0,30-2 0</inkml:trace>
  <inkml:trace contextRef="#ctx0" brushRef="#br0" timeOffset="101230">16148 4877 25214,'40'-35'194,"-1"0"0,-8 4 1,0 8-78,16 18-77,-19 6-7,8 5-22,-18 2 6,3 15 0,-9-3-17,8 12-6,-5 1 14,-3-2 1,0 2-9,8 26-361,-7-16 0,0 1 363,-3-5 1,-1-1-6,0 1 1,0 1-7,-2 0 1,-1-1-1,-2-3 1,-1-1-25,-1 28 5,-20-4 11,1-22-76,-12-13 1,-8-3-992,-3-8 0,-2-2 558,-2 1 1,1 0-1,7-4 1,5-2 0,3-2-1</inkml:trace>
  <inkml:trace contextRef="#ctx0" brushRef="#br0" timeOffset="107138">16863 4698 17512,'-5'-7'4846,"1"1"-3530,4 6-868,-32-63 386,24 39-736,-10-12 0,9 4-19,23 23-12,19 12-28,25 11-20,-18 0 1,2 2-443,7 7 1,0 4 416,3 8 0,-2 5-440,-17-9 0,-3 4 0,-2 2 461,-3 5 0,-4 2 0,-3 3-14,-4 4 1,-5 2 0,-5 1-79,-5 4 0,-6 1 1,-4-1-976,-5 2 0,-5 0 0,-3-2-935,2-14 0,-3 0 0,-1-1 0,0-2 1689,-7 8 0,-1-2 0,2-5 1,-3 3-1,4-7 0,-8 5 1</inkml:trace>
  <inkml:trace contextRef="#ctx0" brushRef="#br0" timeOffset="120551">14171 5716 20246,'-36'0'308,"7"1"-224,73 10-112,-4-2-9,-8-2 1,1-1-31,26 4 151,1-1-50,-28-3 145,-13-2-174,-26-3 6,-25 2 37,-17 1 0,-4 0-34,22-1 0,-1 0-205,-13 1 0,-6 0 1,8 0 336,-8 2-70,18-2 1,2 0 102,2 0-106,15-1 50,11-2-55,12-1-12,14-3-34,21-2-11,18-3 127,-25 4 1,1 0-136,2 1 0,0 0-1,-2 1 1,-1 0 18,21 0-21,-20 2-45,-22 0-100,-46 6 106,-11 0 22,3 0 0,-3 0-209,2 0 0,0 0 220,-2 0 1,0 0 7,10-2 1,0 1 5,-7 0 1,4 0 411,3-1-459,-2 1-40,27-4-33,35-9 51,5 0 41,-3 0 0,1 0 9,29-6 66,-30 8 1,1 0-101,28-3 6,-4 3-56,-8 3-79,-13 2 12,-14 2 128,-12 2 28,-24 6 6,-13 2-5,-29 8 2,22-9 0,-3 0-120,-4 1 0,-1 0 170,-1-1 1,0-1-1572,5-2 1,2 0 1786,-18 1-39,25-5-168,21-5-56,17-3 12,3-2 407,32-10-402,-2 4-12,11-4 14,-16 8 1,0 2 3067,17-5-3057,-14 5 1,0-1 8,-7 2 1,0 0 10,28-5 6,-9 1 118,-12 4 269,-18 2-57,-15 3-251,-44 6-124,-4 2-3,8-1 1,-2 1-21,-14 4-2771,14-3 2783,20-3 0,9-3 0,10-2 0</inkml:trace>
  <inkml:trace contextRef="#ctx0" brushRef="#br0" timeOffset="140401">8985 7249 20236,'20'-54'715,"0"1"0,-2 8 1,-5 5-134,-11 2 178,-6-6-384,-3 0-63,-8-5-100,-8 17-151,1 10 22,-14 8-56,-4 21 0,-3 9-26,9 0 1,-1 3-353,-1 3 1,-3 3 0,5 3 346,-2 11 0,6 3-11,-2 9 0,5 3-25,9-6 0,7-1 19,3-4 0,8-4 277,25 13-207,34-35-11,3-23-11,-22-4 0,1-7-362,1-10 1,-2-6 392,-7 3 0,-2-4-3,3-11 0,-4-2-31,-12 13 0,-4-1 8,-1 0 1,-2-4-882,-1-4 0,-1-5 0,-1 5 890,-1 6 0,0-1 79,1-13 0,1-8 1,-2 10 493,-2-6-498,0-8-16,-5 37 90,0 14-270,0 6 607,0 30-551,0 17 1,2 7 1492,-2-12 0,1 5-1685,-2 12 1,0 11 0,-1 1 0,1-8-1035,0 1 1,0-1 382,1-8 1,-1 6 0,1-1 0,3-7 865,5 7 0,2-8 0,2 6 0,4-14 0</inkml:trace>
  <inkml:trace contextRef="#ctx0" brushRef="#br0" timeOffset="140790">9812 6630 23595,'-8'-42'522,"-1"0"1,2 2 0,-2 15-483,-6 33-24,1 4-10,-8 28-17,8 3 0,0 4-958,3-9 1,0 4 954,2 2 0,1 9 0,1 2 0,1-3-42,2 2 0,1-3 0,1 5-110,-1 3 1,0 5 0,1 1 0,-1-2-753,1-5 1,1-1-1,0-1 1,-1 1 149,0 0 1,0 0 0,-2 0-1,-2 1-927,-2-6 0,-3 3 0,-1-1 0,-1-1 1,0-5 1875,-2 7 0,-2-4 0,-3-2 478,-5 5 0,-3-2 0,-2-19 1169,-27-30 357,11-46-1194,29 4 1,5-7-448,4-9 0,5-4-90,4 16 0,2-1 0,2 0-69,2 0 1,2 0 0,1 1-228,1 1 1,2 2 0,1 0-67,7-13 1,5 1-73,1 12 1,3-1 0,0 3-69,6-3 0,4 1-477,6 1 1,5-2 0,-4 5-1549,-2 7 0,-2 2 2359,10-5 0,-5 5 0,-11 7 1,-18 11-1</inkml:trace>
  <inkml:trace contextRef="#ctx0" brushRef="#br0" timeOffset="141274">10376 6858 14622,'1'-4'8005,"0"0"-6572,-1 4-951,-17-63-4084,-5 41 3621,10-14 1,-2 7 884,-14 30-876,9 14-22,-6 12-12,10 2 1,2 2 10,-3 18-11,12-13 1,4 0 5,20 18-127,-2-26 1,3 0 104,18 15 19,-5-13 0,0-2 9,5 5 1629,-14-11 0,-5 1-1602,-7 3 23,-25-4-33,-45-2-247,-2-9-689,15-7 1,-1-4 912,9-8 0,4-1 0,-5 1 0,8-8 0</inkml:trace>
  <inkml:trace contextRef="#ctx0" brushRef="#br0" timeOffset="142584">11024 6688 22985,'-41'-9'543,"2"26"-524,25 10 1,5 8 8,-2 22 0,4 2-879,7-17 0,4 0 792,3 17 0,7 0-277,8-14 0,7-5-1571,8-1 0,5-4 1907,-1-5 0,0-4 0,-11-8 0,-3-3 0,9 1 0</inkml:trace>
  <inkml:trace contextRef="#ctx0" brushRef="#br0" timeOffset="144234">11145 6623 21573,'1'-54'2028,"1"11"-1474,-2 43 174,-5 1-644,-4 1-44,-11 5-1,-8 9 6,-8 11-12,-4 12-27,1 10-34,8 4-151,12 4-947,21-1-6979,22-1 7257,12-11 0,-9-17 0,-8-14 0</inkml:trace>
  <inkml:trace contextRef="#ctx0" brushRef="#br0" timeOffset="146475">11803 7022 16034,'0'-9'5309,"0"3"-4771,1-26 0,1-3 196,-3 14-552,3-17 0,-2 6-182,-3 28-286,2 11 309,0 10 5,0 18-17,1 12-17,0 8 14,-1-22 1,-1-1-3,0 10 61,-4 3 79,3-29 262,0-3 287,1-7-62,0-13-459,-4-17-57,0-13-16,0-21-20,6 17 1,1 0-606,4-17 580,1 16 0,3 2-17,10-3-28,6-5-5,4 11-23,1 11-5,-4 11-40,20 8 23,-7 12 0,22 9-6,-6 12-1401,-24-3 1,-2 2 1417,9 10-5,-4 9-29,-29 1 51,-15-6 11,-15 17 5,-15-14-210,-6-7 244,1-10 62,5-12-6,7-9 3273,8-11-3289,5-8-18,8-8-27,4-3 285,8 1-325,9 4-5,7 6 5,13 5 12,12 5-29,-7 9 1,1 3-281,15 4 277,-10 3 1,-2 3-59,7 12 42,-19-10 0,-3 2-34,-3 9 1,-8 2 41,-13 23 29,-7-2 16,-36-10-11,11-29 0,-3-2-59,5-3 0,0-1-473,-17 0 0,3-5-767,3-10-2773,1-7 3298,25-7 1,9 10-1,1-1 1</inkml:trace>
  <inkml:trace contextRef="#ctx0" brushRef="#br0" timeOffset="146700">13123 7203 21737,'-29'55'-553,"0"-1"1,6-11-1,2-5 553,-8 10 0,19-33 0,1-1 0</inkml:trace>
  <inkml:trace contextRef="#ctx0" brushRef="#br0" timeOffset="147382">13587 7051 24637,'-4'-12'17,"9"18"-17,12 28 0,4 12-6,0-2 1,1 1-453,-1-1 1,0-2 462,-5-8 1,-2-3 11,10 22 331,-13-30-7,2 1 294,-6-21-355,-1-14-191,1-4 158,10-34-124,-2 1-78,3-12-1,-4 20 1,0 1 67,6-12-70,-6 16 0,0 1-3,4-7-45,-7 17-95,-4 8-520,-2 12-382,3 8-1601,4 10 2747,8 16 0,-9-13 0,0 2 0</inkml:trace>
  <inkml:trace contextRef="#ctx0" brushRef="#br0" timeOffset="148001">14538 6915 22571,'-20'-43'780,"-1"0"0,2 4 0,6 8-505,12 19-135,6 3-79,7 4-32,10 8-23,2 5 8,3 10 0,0 7-440,-5 0 1,-1 3 431,11 17 0,-2 5-4,-8 1 1,-5 4-31,-3 5 0,-5 1-20,-4-12 0,-5 1-947,-7-2 1,-5 4 0,-3-4 994,-11 7 0,-1-3 0,6-2 0,-1-3 0,2-18 0,0 0 0</inkml:trace>
  <inkml:trace contextRef="#ctx0" brushRef="#br1" timeOffset="164067">10673 7920 8030,'-3'-7'3002,"1"1"-1215,2 6 2918,0 0-3507,-2-49-262,1 31-197,-1-37-84,2 45-134,-2 2-314,2 3 192,-3-2 233,0 2-497,2 1 117,-1 0-23,2 3 147,0 0-371,0 10-5,0-3 6,1 15 16,2-5-16,0 9-17,1-8 11,0 14 0,-2-15-6,1 23 12,-2-23-6,-1 21 0,-2-8 22,-1 5-22,-2 0-28,1 1 22,2-4 18,0 1-12,1 8-12,0-16 24,-3 32 4,0-17-10,-5 19 5,0-6-11,-1 2 0,0 2 0,1 1 0,1 0-11,2 2 22,1-1 0,2-15 1,0 0-12,-1 9 2,-1-2 1,-2 1 8,-3 5-8,0-7 0,0 1-366,-3 10 360,4-18 0,0 0-3,-2 14 14,5-19 1,0 0-1,1-1 1,1 0-4,1 0 1,0 0 5,0 17-5,1-14 0,1-1-6,0 15-6,0-14 0,-1 1 9,1-7 0,0-1 0,-2 1 0,1-1-9,-1 2 0,0-2 18,-3 19-4,1-13 1,0 0-15,-1 15 3,1-14 0,0 0 15,0 25-18,1-3-5,2-15 11,1-13 0,0 0 0,-1 12-6,0-13 0,0 2 6,-2 19 12,-2 2-3286,-1 0 3274,-1 1 23,-1 0-330,1 1 279,0 2-25,1-1 42,-1 0 11,2-12 0,-1 11-5,-1 2 27,-1 2 91,4-25 0,-1-2-107,0 9 2,1-11 1,0 0-48,-2 15 1633,2-13 0,-1 0-1605,-3 23 5,-1 0 12,1-1-6,-1 0 0,2 0-6,2-1 23,0 1-17,0-1-11,1-2 11,0-4-12,-1-3 12,2-4 481,0-1-476,1-5 68,0-1-73,2-11 17,-1 2-6,1-2-33,0-1 16,1 1-5,0-10-4161,0 3 4172,0-8 0,0 0 0,0-7 0</inkml:trace>
  <inkml:trace contextRef="#ctx0" brushRef="#br1" timeOffset="168726">11219 6504 7352,'-5'-3'2969,"1"0"2228,4 3-4479,-20-5 441,10 3-515,-15-4-280,16 5-62,0 1-83,-2 2-84,0 2 22,-2 3 11,1 2 44,-2 4-55,2-1-73,2 0 67,2 0 40,3-2 201,-4 9-252,3-7 369,-4 19-313,4-11-56,-3 15 28,2 0-67,2-2-28,1 6 0,2-6-45,1-8 5,1 4 18,1 1-6,1 2 11,1 5-33,-1-13 21,1 4 12,0-7 0,1 3 79,0 6-62,-1-6-51,1-1 23,-1-5 16,-1-5-49,0-2 49,2 4-38,-1-9 44,3 6 90,4-2-12,4 3-16,5 3-23,0-2 57,6 3-124,-10-7 51,5 2-34,-12-8-17,1 1-34,-4-2-77,7 1-522,1 0-3528,12 0 3274,0 0 0,-8-3 0,-6 0 0</inkml:trace>
  <inkml:trace contextRef="#ctx0" brushRef="#br1" timeOffset="170192">13617 626 24822,'-3'-4'-98,"0"1"6032,3 3-4594,-19-48-3074,16 35 903,-14-36-30,19 48 1238,1 6-2516,1 1 1580,6 25 60,-2 3-928,1 8 1535,-4 7-135,-4 1 73,0-10-1098,-1 12 1016,0-33-7,0 4 293,0-15 301,0-6 221,0-1-112,-2-6-674,-3-4 44,1-4 39,-6-15-29,4-8-7,2 2 1,0-2-9,1 2 1,2 1-15,0-2 0,1 0-5,6-27-6,4 16-28,4-2 11,6 8 23,-3 17-6,6 7 16,8 11-55,2 5-11,10 8 22,2 14 56,-6 17-45,-6 7 6,-11 7-3465,-16 2 3465,-13-10 25,-9-10 0,-6-1 53,-22 5 34,-5 1 27,16-27 18,18-23-118,7 2 17,0-11 3375,6 6-3398,1-5-22,1 8 6,5 1-12,5 6 1,12 1-1,13 8 0,15 6-10,-4 2-194,-7 1 1,1 2 204,7 9 2,-17-12 0,-3 3-30,2 20 27,-21-18 79,-41 34-45,-9-28-34,11-5 1,-4-2-222,-9-7 0,0-4-1456,-15-1 655,22-2 0,2-3 1028,-12-5 0,30 1 0,2-2 0</inkml:trace>
  <inkml:trace contextRef="#ctx0" brushRef="#br1" timeOffset="178610">11622 8343 12511,'-8'-36'4458,"0"1"0,-1-6-4099,-1 2 0,1 2 683,0 7-365,5 16-302,-2 2-397,4 8 11,2 12 22,3 2 11,6 20-22,8 14 0,1 5 0,-8-20 0,0 2-359,5 14 0,2 8 1,-3-9 352,-1 6 9,-2-7 0,1 0 14,4 5 0,-3-9 134,-1-12 179,-5-29-240,2-16 27,5-17-11,-3 4 1,0-2 343,-2 2 1,0-1-389,3-6 0,-2-1 39,4-21-78,-4 18 33,-1-3-79,-3 26-55,0-4-52,-1 17-1522,9 4 123,-2 4 705,21 6 1,-21-5 0,7 4 0</inkml:trace>
  <inkml:trace contextRef="#ctx0" brushRef="#br1" timeOffset="178891">12578 8199 18672,'-4'0'5287,"0"-1"-4267,4 1-948,-34-13-144,44 6-57,-25-8-339,44 10 1,18 4-236,-16 0 0,1 0-2899,26 3 0,-1 2-5964,4 5 8503,-2 4 0,-46-6 1,-10-4-1</inkml:trace>
  <inkml:trace contextRef="#ctx0" brushRef="#br1" timeOffset="179068">12516 8497 12345,'-5'2'9421,"1"0"-7248,4-2-1737,23-13-447,7 3-67,14-8-614,-7 7 0,3 3-1509,-9 1 0,1 1 1399,11-2 1,-4 1-1,-6 1 1,-21 4 0</inkml:trace>
  <inkml:trace contextRef="#ctx0" brushRef="#br1" timeOffset="180051">13960 8122 8774,'5'-9'7702,"-1"2"-4932,-4 7-1364,0 0-763,-8-13-570,-7 9 276,-14-7-304,-8 15-1,-8 3 1,-3 0 938,-2-1-910,6-3 22,7-2 17,8-2 56,10-3 33,5-1 12,7-1-22,3 2-46,2 2-61,2 1-78,0 11-1,0 3 7,-1 14-1,-1 6 6,-1 8-17,-3 12 8,2-22 0,-1 1-253,-2 3 1,0 2 288,-1 1 1,0 0-23,0 0 1,0-1-44,1-3 0,2-1 60,4 25-27,13-12-24,12-13-49,13-11-314,8-12-230,-5-6 605,-3-8 0,-1-2 0,-11 4 0,20-8 0</inkml:trace>
  <inkml:trace contextRef="#ctx0" brushRef="#br1" timeOffset="180734">14477 8449 13253,'-3'-45'731,"-1"0"1,1 5 0,1 8 2209,1 17-2807,1 8 1286,0 5-1398,0 12 860,1 1-820,2 33-34,0-1-23,-2-10 1,-1 3 5,-4 4 1,-1-2 3380,-2 16-3387,-1-20 1,0-2 11,-2 1 39,1-1 252,2-15 370,5-11-454,0-23-174,2-8-5,3-23 0,3-9-26,-2 22 1,2-2 8,3-13 0,1 0-286,-4 16 0,1 0 288,3-10 1,2 1 56,2 12 0,2 3-65,18-15-54,8 4 15,-4 35 0,-2 16 12,3 14-4,-15-1 1,-1 4-210,-3-1 0,-1 1 218,-1 1 0,-1 1-28,-3 0 0,-3 0 182,4 20-975,-5-15 0,0 1-1016,5 20 643,-3-7-5354,-5-16 5738,-5-18 0,0-3 1,-2-7-1</inkml:trace>
  <inkml:trace contextRef="#ctx0" brushRef="#br1" timeOffset="180918">14488 8502 20427,'40'-28'-254,"0"-1"1,0 1 0,7 0 0,3 2-1,-5 8-707,-9 10 1,1 4 960,27-2 0,-5 2 0,-23 2 0,17 1 0</inkml:trace>
  <inkml:trace contextRef="#ctx0" brushRef="#br1" timeOffset="181108">15366 8417 22341,'-8'42'-717,"1"0"0,0-2 0,2-5-3557,3-7 2859,1 1 0,1-19 0,0 0 0</inkml:trace>
  <inkml:trace contextRef="#ctx0" brushRef="#br1" timeOffset="181900">15851 8341 18386,'-1'-3'4638,"0"1"-4089,1 2-499,-15 12-10,12 5-29,-11 13-6,18 2 7,0-8 10,3 2 12,-2-3 10,-2-2-4,-1-1 44,-3-11 11,0-4 599,1-3 68,0-25-661,2 0 22,1-29 6,2-1-78,1 7-1621,1 5 0,1 2 1659,2-3 9,1 0 0,2 0-31,3 3-56,2 10 1,1 3 5,2 3-6,18 3-11,0 16 11,5 7-17,9 10-10,-11 11 4,-6 12-4,-11-5-57,-6 27 56,-14-16 11,-4 10-5,-21 3 17,-7-22-1,-5 7 40,-13-11 0,18-17 11,-10 0-11,19-11 100,3-11 3298,9-2-3415,1-6 5,5 2-21,5 2-12,1 3 0,13-3 0,-8 8 11,26-5-22,-8 10 33,20 7-22,-15 2-28,10 15 0,-7 10 34,-8 5-23,-8 9 28,-45 4-11,-7-15-255,-15 0 243,13-24 1,-1-4-179,-16-1-199,12-2 0,0-2-446,-10-5-5500,-6-8 6335,22-3 0,6 3 0,13 2 0</inkml:trace>
  <inkml:trace contextRef="#ctx0" brushRef="#br1" timeOffset="183057">16770 7944 20190,'3'-4'1775,"8"0"-1477,14-3-35,12 0-50,6-2 106,18-2-202,-20 5-33,2-1-16,-28 6-29,-9 0 0,-4 4 11,-2 1 12,1 7 5,2 4 23,2 7-29,1-2 79,8 19-50,0-4-56,2 5-12,-2-9 0,-1 1-677,8 22 672,-5-12 0,1 2-12,-3-4 1,-1 0 5,0 0 0,-1 0 6,-4-2 0,-1 0 0,-3-4 0,-2-1-12,-7 14-302,-13-16 1,-8-3-1766,-7-7 0,-5-3 2062,-7 1 0,-6 2 0,5-4 0,7-3 0,2-3 0,-7-1 0,0 1 0</inkml:trace>
  <inkml:trace contextRef="#ctx0" brushRef="#br1" timeOffset="199668">11865 7555 17882,'-41'-3'840,"1"0"0,2 1 1,11 0-763,25 2-128,1 0 50,6 1 28,7 3-28,14 3-6,2 0-25,2-2 1,3 0-38,20 0-148,-14-2 0,0 0 177,22-1 50,-11-2 73,-13 0 89,-17 0-94,-11-1-23,-17-2-17,-9-1-5,-18-1 16,-11 0-11,-11 1 6,-5 2 25,18 1 0,0 0-8,-15 1 148,23 0 1,4 1-222,6 0-51,12 2 12,7 0 50,8 1 16,10 1 7,11 0-23,18-1-39,15-2 16,-22-1 1,1 0-268,2-1 0,1 0 259,0 0 1,-1 0 10,-1-1 1,-3 1 13,22-1 73,-19 0-33,-18 0-79,-18 1 23,-16 1 33,-18 2 11,-18 2-8,20-2 0,-2 1-15,-4-1 1,0 0 47,-2 1 1,1-1-1,2-1 1,2 1-3160,-27 2 3118,29-3-45,12 0 39,22-2 84,23 1-84,23-2-23,2 0 17,-11 0 1,4-2 2,22-3 0,0-1 9,-21 2 0,-1 1 13,23-3 1,-7 1 120,-26 2 362,-15 3-239,-16 1 3146,-12 0-3375,-12 1 16,-9 2-16,-3 0-12,0 0-61,7-3-431,10 0-4711,9-3 5181,7 1 0,2-2 0,2 3 0</inkml:trace>
  <inkml:trace contextRef="#ctx0" brushRef="#br1" timeOffset="207050">11595 9469 16936,'0'-8'5920,"0"2"-5455,0 6-359,0 0 141,-85-17-124,46 46-687,0-3 0,-7 7 0,9 5 530,18 3 1,9 4-1,0 5-477,-2 1 1,-1 4 0,2 2 0,1-2 183,3-3 1,1-2 0,2 1 0,-1 1-467,0 4 1,1 2 0,1-1-1,-1 1-518,0 0 0,0 1 1,0-1-1,0 0 64,-1-3 1,0 0 0,0 0 0,-1-3 1326,-3 9 0,0-3 1,-2-3 1807,-6 9 1,-4-8-592,1-20 0,-3-9-502,-25-15-532,10-25 48,17-9 0,3-10 134,7-16 0,4-4-325,0 11 1,3-3 99,6-8 1,4-5 0,3 5-51,4 5 1,2 2-110,2-9 1,3-1 44,9 0 1,2 6-73,5-1 310,-8 16 1,6-2 0,-2 3-342,2 4 0,0 3 2,-1 0 1,3 0 0,-1 1 10,9-5 1,1 3 0,0 1 0,-1 1 14,-1 1 0,-2 1 252,-1 2 0,-2 2-39,1-1 0,-4 2 752,12-5-480,-17 9 1051,-34 19-1281,-18 12 971,-3 3-1072,-16 19-163,22-18 40,-11 26-23,23-22-22,0 4 22,15-1-6,4-12-3341,20 2 3342,-7-11 106,16-12 174,-13-8 206,3-11 46,-10-6-73,-9-6-101,-9-2 3286,-10 0-3448,-5 2-62,-6 6-34,-1 8-61,3 5-56,2 9-51,6 2-112,2 8-296,5 7-779,2 7 1221,24 26 0,-17-22 0,17 10 0</inkml:trace>
  <inkml:trace contextRef="#ctx0" brushRef="#br1" timeOffset="207367">12194 9847 19680,'1'-4'4638,"0"1"-3299,-1 3-1322,12-29-12,20 39-16,12-17-9,-15 26 1,-2 8-12,-4 1 0,-3 2-182,-5 7 0,-3 1 173,-3-5 1,-3 0-20,-8 11 0,-6-1 67,-7-8 1,-4-3 38,-2-2 1,-2-4 28,-4-3 0,-1-8 103,-11-20 62,15-22 56,16-25-155,11 19 1,5-1-39,4-5 0,3 1-287,5 0 0,3 1 197,1 2 0,3 2-37,0 4 1,2 2-157,-1 4 0,1 2-511,-1 4 1,0 2-4639,21-6 5328,-13 10 0,-17 6 0,-10 3 0</inkml:trace>
  <inkml:trace contextRef="#ctx0" brushRef="#br1" timeOffset="207792">13146 9742 20940,'10'-61'1439,"0"1"1,-1 8 0,-3 7-913,-6 13-315,-4 18 29,-17 45-95,-2 15-65,4-2 0,0 6-678,0 3 0,2 2 595,5-13 0,1 2 1,1 1-338,-1 2 1,2 0 0,1 1 306,1 1 0,1 0 1,2-1-87,3-2 1,2-1-1,2 0-336,7 15 0,6-3-971,8-7 0,6-5-2432,7-7 1,4-7 3856,-3-7 0,-1-4 0,13 1 0,-23-14 0</inkml:trace>
  <inkml:trace contextRef="#ctx0" brushRef="#br1" timeOffset="208434">14058 10041 20867,'0'-7'1918,"0"-24"1,0-4-1684,0 15-61,0-15 0,0 3-28,0 25-107,0 3-17,2 12 34,2 11-44,2 17-57,-1 13 34,-2 8 5,-6 4 12,-2-13 27,-11 9-16,9-36 179,-4 8 370,11-30-421,16-26-22,2-4-5,4-5 0,1-1-57,5-9 6,-4 11 1,0 0-371,8-4 387,6-5-28,0 12-39,-11 16-6,5 13-89,-10 16-112,4 14-365,-3 12-672,-6-9 1,0 1 38,8 12-3728,3-6 1,0-4 3344,-5-9 0,11 7 1,-28-26-1</inkml:trace>
  <inkml:trace contextRef="#ctx0" brushRef="#br1" timeOffset="208926">15746 9961 16672,'-5'-2'5960,"2"0"-2650,3 2-3175,-29-43-40,5 35-5,-26-26-18,7 61-21,0 19-46,24-20 1,1 1-3,3 3 0,5 0-15,3 25 1,9-19 0,25 7 28,2-29 0,8 0 16,4-15 57,-8-11 162,11-18-51,-12-7-72,-6-16-79,-20 20 1,-4-1-4,-1 2 1,-2 0 19,-7-26-39,-1 23-22,-9 21-23,9 10-61,-7 7-1289,9 24-6839,14 10 7358,1 5 0,8-13 0,-8-18 0</inkml:trace>
  <inkml:trace contextRef="#ctx0" brushRef="#br1" timeOffset="209293">16353 9777 23203,'0'-7'3092,"0"2"-2381,0 5-576,-64-42-85,33 51-42,-10-17 1,2 7-4,23 28 1,6 8-11,-8 25-835,11-19 0,2 6 1,0 0 689,3-5 1,0 0 0,0 1-5,-1 7 1,0 3 0,1 1-383,2 7 0,1 2 1,0 1-527,0-12 1,0 2-1,-1-1 1,-2 1-717,-1 1 1,-1-1 0,-1 1 0,-2 1 326,-1 3 0,-1 2 1,-2-2-1,-4-5 1141,-5-1 0,-4-6 1,-3-4 1948,-11 5 1,-2-10-626,11-15 0,0-8 828,-15-16 376,26-25 1,7-10-808,3-17 1,6-8-1000,1 14 1,2-3 0,2 0-154,4-8 1,5-1 0,1 3-132,3 8 1,2 1 0,1 3-79,2 1 1,2 1-1,0 3-28,5-4 1,2 1 259,0 8 0,4 1 0,-2 2-904,2 2 0,1 2-1987,-1 1 0,1-1 0,-2 3-2147,-3 3 1,-2 3 4130,20-10 1,-33 19 0,-7 4-1</inkml:trace>
  <inkml:trace contextRef="#ctx0" brushRef="#br1" timeOffset="211543">17629 9757 8885,'2'-7'7287,"-1"2"-4965,-1 5 365,0 0-2026,-35-24-352,9 14-174,-23-17 139,0 21-156,22 4-51,-27 0-39,28 3 62,-27 4 138,30-1-194,-8 2-23,25-5 23,5 1 246,1 8 50,0 6-134,0 8-101,0-2 73,-4 8 124,-7 13-68,-3 7-368,4-16 0,-2 1 267,1-1 0,1 0 0,-8 23 6,8-20 0,2 0 7,1 20 9,7-19 1,2 0 34,7 16-40,8-6-68,0-21-38,-2-11-12,2-2 418,8-7-961,10-2-1660,22-6-2735,-24-3 1,-1-1 3038,19-4 0,-15 0 0,-26 6 1</inkml:trace>
  <inkml:trace contextRef="#ctx0" brushRef="#br1" timeOffset="229435">18041 10021 18660,'1'-7'3041,"8"-27"1,3-5-2420,-1 14-398,2-13 1,-1 4-35,-5 25-117,-4 6 0,0 11-17,1 9 5,1 19-10,-1 16-40,-4-19 0,-1 2-374,-4 5 0,-1-1 380,1-6 0,-2 0 2,-3 7 1,-2-1 8,0-4 0,-1-2-19,2-2 1,-1-2 113,-10 20 67,11-32 51,5-36-202,3-13-11,4 1 0,2-4 8,3-5 1,2-2-18,3-5 1,3-5 10,0 3 0,2-4 0,-1 3-39,3-3 1,0 0 23,-3 11 0,1-1 0,-1 6 1,16-15-48,3 16 55,2 15 5,25 17-11,-9 15-12,-3 13 1,-1 7-29,-18-6 1,-2 3-373,9 14 0,-5 2 193,-14-9 0,-5 0-280,-2 1 1,-6 2-3273,-10 11 1,-5-1 3753,-6 13 0,4-29 0,0-5 0,1-13 0</inkml:trace>
  <inkml:trace contextRef="#ctx0" brushRef="#br1" timeOffset="229625">18246 10118 24122,'-40'-27'360,"1"0"0,2 2 1,17 4-317,38 6-32,22-2-54,-8 6 0,4 1-919,8-2 1,3 2-388,5 0 1,3 1 1347,6 2 0,-4 2 0,-22 1 0,-4 2 0,25 0 0</inkml:trace>
  <inkml:trace contextRef="#ctx0" brushRef="#br1" timeOffset="229842">19148 10089 25517,'7'35'-852,"1"1"1,-4-1 0,-4-1 851,-22 22 0,9-25 0,-2-2 0</inkml:trace>
  <inkml:trace contextRef="#ctx0" brushRef="#br1" timeOffset="230085">19568 9882 23271,'0'-4'2901,"0"1"-2778,0 3-123,-4 42-4268,3-1 4131,-1-3 0,1 5-2122,1-1 0,1-1-1510,1 15 3465,-2-21 1,-1-5-1,1-12 1,-2-3 0</inkml:trace>
  <inkml:trace contextRef="#ctx0" brushRef="#br1" timeOffset="230352">19528 10046 21153,'0'-9'2025,"2"-27"0,2-6-7114,5 8 5251,-3-10 1,6 0 1554,20 10-1611,4 10 798,5 6-848,0 15 0,2 7-225,-11 3 1,1 4 171,20 6 0,2 7-12,-7 13 1,-4 5 1196,-14-13 0,-2 3-1236,2 17 0,-9 2 6,-20-17 0,-7-1 20,-6 7 0,-7-2 8,-10-3 0,-6-5-42,-8-3 0,-4-5-174,-1-3 0,-5-5-1077,7-8 0,-2-3 0,2-4 1307,-5-5 0,3-2 0,0 3 0,7-3 0,8-12 0</inkml:trace>
  <inkml:trace contextRef="#ctx0" brushRef="#br1" timeOffset="230959">20224 9782 24564,'31'-20'226,"-1"1"0,1 0 0,1 5-103,24 5-10,1 2-13,-1 3-66,-16 2-12,-5 0-27,-21 4 27,-4 1 34,-4 11-5,-1 4 94,-6 39-117,-1-20 3,-1-1 0,0 3-258,1-3 0,0 0 266,0 3 1,2 1-1601,2 18 1,1 0 1579,0-15 1,-2 0 22,-3 19 0,-6-2-288,-4-21 1,-4-4 180,-10 11 1,-8-3-1986,-14-11 1,-2-6 1719,10-5 0,2-3 0,1-2 0,5-2 1,6-6-1</inkml:trace>
  <inkml:trace contextRef="#ctx0" brushRef="#br1" timeOffset="232635">20852 9435 26418,'18'-4'331,"0"4"-141,26 42-101,-16-15 1,1 3-820,12 10 1,2 8 733,-13-5 0,2 7 0,-1 1 1,-4-4-725,-2-4 0,-2-2 0,-1 2 711,0 2 1,1 2 0,-4 3 0,-11 0-428,-15 5 1,-11 3-1,-5-1 1,2-7-204,4-7 1,-1-4-1,-6 4 639,-2-2 0,-7 7 0,-3 2 0,-1-1 0,2-5 0,6-10 0,-5 0 0,1-6 0,-3 2 0,0-1 0,-1 0 0</inkml:trace>
  <inkml:trace contextRef="#ctx0" brushRef="#br1" timeOffset="234143">18667 9959 22587,'12'-39'1731,"-2"8"-1653,-9 29-27,-1 4 21,-1 7 24,-1 9 55,-6 25 28,-4 16-87,1-16 1,1 0-60,2-9 1,0-1-1674,-2 2 0,2-3 1758,1-7 5,3-7 303,4-14 50,0-4-213,0-5-44,4-21-197,-2 5 28,6-29-33,-4 22 56,3-20 3409,-2 14-3342,1-2 11,-3 12-134,-2 13 5,0 6 0,-1 10-3386,-7 17 3359,2-2 7,-6 8 1,-1 4-3,-14 26 8,11-24 1,0 1-6,-1 1 0,1-2-93,-2 6-1433,6-3-3227,7-22 4750,5-7 0,0-6 0,1-2 0</inkml:trace>
  <inkml:trace contextRef="#ctx0" brushRef="#br1" timeOffset="236467">18404 10673 12746,'-50'1'1975,"-1"-1"0,0 1 1,6 1-1080,7 1-168,0-1-134,15 1-146,12-2-129,11-1-50,12 0-84,14-2-78,18 0-57,15-3-1715,-17 3 0,1 0 1679,-7 0 0,0 1-9,-2 0 1,-1 0 33,16 1-28,-23 0 1,-1 0 16,-13 0 78,-11 0-61,-22 4 3347,2 0-3375,-33 3 5,-4-1-503,18-2 0,-2 0 506,-3-1 0,0 1-1539,0 0 1,1 0 1519,3 0 0,2 0 16,-25 4-5,20 0-45,16-4 39,22-1 17,17-3 636,22-3-669,20-1 2,-9 0 0,4 1-6,2 0 1,1 0 1581,0 1 0,-3 0-1573,-8 0 0,-6 1 28,-3 0 0,-27 1-5,-29 3-26,-9 0 0,-7 2-1645,-2 1 0,-1-1 1651,-3 2 0,-1-1 5,-2 1 1,3 0 33,11-2 0,1-1-26,-3 1 1,2 0-2103,-14 2 2148,24-3 195,17-3-94,58-12 1965,-18 6-2075,12-4 1,6 0-207,-5 3 1,0 1 174,-9 0 1,2-1 10,14-1 1,-3 0 44,4-1 40,4-2 3315,-21 2-3287,-19 5 22,-11 1-336,-8 2-9663,-13 2 8864,5 0 0,-6 0 0,11-1 0</inkml:trace>
  <inkml:trace contextRef="#ctx0" brushRef="#br1" timeOffset="245535">12871 11460 22481,'8'-34'291,"0"0"0,6-15-167,-12 64 4,1 14-10,-1 14-28,-3 16-456,-1-24 0,-2 0 321,-1 4 0,0 0-25,-1-8 0,1 1-1171,-5 17 1,0-1-2799,3-15 1,0 0 4038,-2 9 0,0-2 0,1-2 0,4-19 0</inkml:trace>
  <inkml:trace contextRef="#ctx0" brushRef="#br1" timeOffset="245735">12871 12196 23601,'-3'-45'-3893,"0"11"3893,9 31 0,-4 3 0,4 0 0</inkml:trace>
  <inkml:trace contextRef="#ctx0" brushRef="#br1" timeOffset="246202">13346 11739 22602,'-14'-51'784,"-1"0"0,2 5 0,3 10-464,6 23-151,2 7-158,0 6 30,3 12-35,4 11-28,3 19 10,6 16-8,1-7 1,1 1 19,-7-20 0,2 0 20,9 21 1,3-4 12,4-14 150,-2-1-21,-7-24-3436,-12-23 3436,1-14 13,3-17 21,5-15-123,-5 24 0,1-1-311,2-2 1,1 0 287,1 2 1,1 1-1025,5-3 0,-2 4 862,2-1 1729,1 9-3325,-18 38-4697,3 13 6405,-1 5 0,-2-14 0,-3-10 0</inkml:trace>
  <inkml:trace contextRef="#ctx0" brushRef="#br1" timeOffset="246441">14092 11860 25023,'-25'-32'-8099,"9"10"8099,20 26 0,0 1 0,-1-1 0</inkml:trace>
  <inkml:trace contextRef="#ctx0" brushRef="#br1" timeOffset="247535">14271 11744 21775,'-4'-34'1319,"0"0"0,-1-25-1104,0 6 1,1-2-456,1 13 0,2 2 473,2 1 0,1 2-15,0 3 0,2 2 392,7-19-408,2 17 50,1 15-213,0 14-22,2 19-6,-3 23 0,-2 7-5,2 16-154,-4-7 1,-3 2 141,-7-9 1,-3 0 7,-1 2 1,-2 2-9,-1 10 1,-2 0 8,-2 4 0,1-4 2,4-21 1,0-3-12,0 5 1,2-4 16,3-11 62,1-3 44,3-17-21,5-16-57,7-13 22,7-16-49,-1 3 10,-3 5 0,0 1 29,9-9-29,9-14-5,-10 24-39,-5 11 775,-3 10-765,-2 12 1,2 10-22,13 20 16,-7-8-56,18 15-56,-7-16-100,12 1-51,1-7 145,-10-10-50,12-10 174,-15-13 17,14-12 16,-10-9-3375,-2-12 3381,-15 15 140,-5-12-5,-25 25-102,-6-1 1,-14 11-17,-1 6-56,-5 11 16,12-1 3382,-2 14-3399,14 1 7,-1 21 10,7-2-16,1 0-11,12 2 16,-1-25-5,12 11 5,-2-22 29,5-3 10,5-19 40,-5-6-6,0-7 107,-5-5 44,-6 6-61,2-6-67,-5 9 207,0 0-264,-6 15 12,1-1-34,-2 11-22,2 15 0,3 4 22,4 15-17,-1-8 1,5 5 10,1-9-10,7 7 5,-6-12-11,9-3 33,-10-17-22,4-2 73,0-15-28,-2-6 5,8-20-11,-8 12 84,3-17 79,-12 18-55,2-23-147,-6 11 0,-1 4 0,-3 14 0,0 19 0,0-3 0,0 9 0,0 2 0,3 10 0,2 1 0,9 20 0,8 5 0,6 9 0,2 4 0,-13-15 0,-1 0-214,11 10 0,-8 0 196,-26-7 1,-8-4-330,-8 3-636,-18 2 1,-8-1-3934,10-14 1,0-3 3365,0 1 1,2-1-1,-13 2 1,43-20-1</inkml:trace>
  <inkml:trace contextRef="#ctx0" brushRef="#br1" timeOffset="248468">16119 11810 20604,'15'-54'1398,"-1"0"1,-1 7-1,-4 7-764,-7 9-237,-6 13-189,-6 9-91,-6 12-27,-6 13-12,-8 14-22,-5 18-45,5-3-22,8 0 0,2 0 5,2 5-33,2 6 0,7 2-334,15-21 1,4-2 94,-5 3 1,5-3-602,14-3 0,5-7-315,6-6-38,-2-8 0,3-3 151,2-7 0,1-4 499,0-2 1,1-4 701,3-5 1,-1-6 279,-11-2 1,-3-3 257,-2-5 0,-2-1 118,-2-4 0,-2-1 19,-2 0 1,-3 0-279,-2 2 0,-2 0 485,2-22-690,-7 19 350,-5 6 222,-1 14-788,3 10-80,-1 6 756,7 26-727,2 12-22,-1 20-18,-5-22 1,-3 0 5,-2 3 0,-2 0-17,-3 1 1,-2-2 16,-1-3 0,-3-1 23,-9 17 116,3-17-4,7-19 39,6-20-140,2-5-6,4-25 22,4-9-41,-1 10 0,2-2-247,2-8 1,2-2 262,1-4 1,1-1-1,1 0 0,0 1 14,0 4 1,0 3 2,0 6 1,1 4-15,11-17 23,3 16-29,2 15 6,5 10-44,7 15-12,6 14 14,-22-1 0,0 3 230,1 6 1,-1 2-231,-6-3 0,-1 1-262,3 18 1,-5 3 239,-10-15 0,-3 2-65,1 12 1,-5 2-1062,-11 2 0,-5-4-1364,4-13 0,-2-2 1893,-3 4 1,1-5 0,4-10-1,6-12 1</inkml:trace>
  <inkml:trace contextRef="#ctx0" brushRef="#br1" timeOffset="248643">16644 11905 24226,'44'-32'-42,"1"0"1,0 0 0,-2 3-1,-1 1 1,-3 8-754,23 7-190,-21 8 1,-3 0 0,-11 3 0,12-2 0</inkml:trace>
  <inkml:trace contextRef="#ctx0" brushRef="#br1" timeOffset="249108">17644 11683 22066,'7'-55'1327,"0"0"1,-2 0 0,1 23-1155,-3 39 91,6 17 4,7 26-178,-5-15 0,2 2-48,3 5 0,0 3-14,3 10 0,-1 3-913,-3 3 0,-2-2 846,-1-10 0,-4-1-875,-13 14 1,-11-5-3083,-2-25 0,-5-4 3996,-6 10 0,-2-4 0,-9-4 0,15-16 0</inkml:trace>
  <inkml:trace contextRef="#ctx0" brushRef="#br1" timeOffset="254411">18930 11698 16426,'2'-6'5584,"0"1"-5443,-2 5 435,-27 10-228,-2 18-234,1-6 1,-1 2-360,4 6 0,2 4 256,-3 8 1,1 0 53,9-13 0,1 1-183,-3 13 1,1-1-1026,-4 11-3024,6-19 0,0-2 4167,-7 8 0,5-14 0,12-21 0</inkml:trace>
  <inkml:trace contextRef="#ctx0" brushRef="#br1" timeOffset="254600">18421 11985 15249,'-4'-54'1768,"1"0"0,1 7 0,4 6-742,7 4-71,7 15-322,7 16-337,-4 8 29,17 17-67,6 10-864,-3-2 1,3 2 627,-12-8 1,2 1 1,7 3 0,4 3 1,-6-4-5,-9-7 0,-1 0-1374,15 9 1,7 4-1,-7-3 1354,10 6 0,-13-8 0,-6-4 0,-17-10 0</inkml:trace>
  <inkml:trace contextRef="#ctx0" brushRef="#br1" timeOffset="258177">19836 10769 10780,'-5'0'5691,"1"1"-4717,-37 11 1,-9 3-409,16-5-169,-22 7 1,3-2 129,34-8 122,4-3 124,36-5-555,16-5-145,3-2 0,3 1-42,-5-1 0,0 0-9,7 0 1,0 0-9,-8 1 0,-2 2 3,13-2 56,-11 3-6,-25 3 174,-9 0-202,-24 2 17,-5 2-11,-24 2-17,11 2 33,-14 3 40,-5 3-56,9-2 22,9-1 0,2 0 34,-1 0-56,-5 2 95,23-6 123,32-6-157,15-4-67,10-2 1,5 0-26,-2-1 0,3 0 5,18-3 1,0 0 2,-11 3 1,-4 0 19,-9 1 0,-3 1 59,5-1-68,-40 5-5,-39 10-33,-15 2-627,9-1 1,-3 1 642,-2 0 0,-1 0-3,-1 1 1,2-1-1,11-2 1,3-1-1,0 0 0,6 0 32,5-2 139,16-4 22,32-10-111,12-2 2,-3 0 1,4 1-345,6-1 1,3 0 335,1-1 0,1 1-22,6-2 0,-1 2 504,-13 1 0,-3 2-493,22-6-40,-22 6-16,-13 2-168,-14 3-8447,-14 3 8598,-5 3 0,0-2 0,2 2 0</inkml:trace>
  <inkml:trace contextRef="#ctx0" brushRef="#br1" timeOffset="260309">12879 13225 18369,'0'-9'4582,"0"2"-4162,3-26 0,3-5 163,-2 13-387,1-15 0,1 4-17,-3 26-140,-2 7 6,0 9-17,1 1 39,-1 19 12,-2 25-68,-8 10-556,1-18 1,-1 2 6,-2-4 0,-1 1-2123,0 3 1,0-1 2043,3-5 0,1-3 1,-2 12-1,6-23 1</inkml:trace>
  <inkml:trace contextRef="#ctx0" brushRef="#br1" timeOffset="260834">12852 14100 18772,'0'-4'2499,"0"1"-1065,0 3-1255,41-17 23,-20 8 386,28-13-67,-38 16-415,-12 5-78,-12 6 6,-8 3-6,-3 3-17,3 1 11,6-2-22,6-3 23,4 2 5,4-5-6,0 3 23,5-3-17,2-1 67,4-1 73,0-1 39,1-5 28,-3-3 12,-1-4 5,-4-3-22,-1 0 22,-4-2-50,-1 4-46,-3 1-44,0 4-78,1 3 5,0 3-28,2 0-33,-3 1-62,0 4-818,-1 4-4290,2 4 5192,2 1 0,3-5 0,0-4 0</inkml:trace>
  <inkml:trace contextRef="#ctx0" brushRef="#br1" timeOffset="261485">13409 13384 23052,'-5'-53'874,"1"0"0,-1 9 0,2 8-6445,5 22 5593,-1 12 1415,3 10-1392,2 12 837,4 18-837,1 19-45,-6-22 0,-1 1-129,0 4 0,0 0 134,0 0 1,0-1-3,1-2 0,1-3 3,9 23 3275,4-18-3169,0-17 84,1-17 5,4-18 29,5-13 5,5-16-62,-10 5 1,-1-3-126,-6 10 0,-1-1-18,4-10 1,-2 2-36,2-7 10,-7 12-61,-5 12-18,-5 9-1175,-2 11-1596,2 10-6986,3 8 8588,-1-1 0,-1-2 1,-2-10-1</inkml:trace>
  <inkml:trace contextRef="#ctx0" brushRef="#br1" timeOffset="261675">14157 13581 26598,'-37'-29'-6134,"8"15"6134,22 41 0,4-10 0,3-4 0</inkml:trace>
  <inkml:trace contextRef="#ctx0" brushRef="#br1" timeOffset="262742">14426 13250 16733,'6'-55'1071,"0"0"1,-1 11-1,-1 4 1811,-2-2-2104,-4 15 234,0 8-928,-1 14 442,3 15-520,-1 23 0,1 12-1,0-12 1,-1 4 321,-3 17 0,-1 3-341,1-5 0,-2 1 10,1-6 1,-1 3-1,1-4 4,0-1 0,0-2-3,1-1 0,0-5 104,2-6-39,1-18 117,9-26-123,5-11-28,14-21 3,-4 14 0,1 0-234,-2 5 0,2 0 214,4-3 1,-1 2-1,7 0 1043,-2 4-1082,-12 15-3241,8 7 3225,-4 13-80,4 12 12,-9-1-384,-2 3 1,2 2-911,19 17-572,-1-13 0,2-2 1647,10 3 151,-13-21 1,0-6 101,4-14 230,18-15 172,-12-9-86,-22 10 0,-2-1 367,9-20 459,-6-6-381,-11 11 2219,-15 1-2667,-15 22-55,-19 9-108,3 9 3432,-16 12-3436,1 14-52,3 6-30,21-9 0,3 2 14,4 11 0,12 3-5,24-16 10,7-10 29,33-17 0,-17-12-12,6-8 68,-18-8 167,-7-4-16,-2-1 11,-3 0-11,-9 14-140,-6 8 134,0 4-190,-3 5-1,-1 2-49,0 14-23,0 5 22,0 26 17,1-6-5,5 9-23,5-15 12,7-10-1,-2-11 34,14-12-28,-2-13 11,12-11 0,-3-11-5,-3-9 67,-4-5 123,-4-1 18,-8 3-214,-8 1 0,-9 21 0,-3 5 0,-3 18 0,2 2 0,1 8 0,4 4 0,12 11 0,15 7 0,7-1 0,6-5 0,5 1 0,-12-6 0,1 1 0,18 12 0,-3 1 0,-3 2 0,-46 21-1239,-48-25-2479,5-8 1,-2 0 3717,4-6 0,1-3 0,-12 6 0,23-11 0</inkml:trace>
  <inkml:trace contextRef="#ctx0" brushRef="#br1" timeOffset="263308">16588 13193 22498,'18'-54'1172,"0"0"1,-4 10-1,-2 6-410,-4 1-566,-6 26-123,-5 8 5,-5 28 40,-9 25-57,5-14 1,-2 4-1158,1 1 1,-2 3 0,2-3 1103,-2 5 1,1 1-2,1-2 1,-1 4-1,3-4-235,4 0 0,4-2 175,3 9 0,6 0-210,7-6 0,6-3-477,8-4 1,7-6-1085,4-5 1,5-6 1823,9-4 0,-2-6 0,7 0 0,-4-9 0</inkml:trace>
  <inkml:trace contextRef="#ctx0" brushRef="#br1" timeOffset="264484">17260 13293 20196,'0'-8'4458,"0"1"-3937,0 7-269,0 0-213,-26-31-5,12 40-17,-23 10-140,27 36-264,6-16 0,2 1-1864,8 19-5518,3 2 7769,3-11 0,-5-19 0,-2-15 0</inkml:trace>
  <inkml:trace contextRef="#ctx0" brushRef="#br1" timeOffset="264759">17168 13508 14712,'-3'-48'1085,"0"0"0,2-6 0,4 7 1885,6 15-2662,11-11 1005,5 19-1235,-2 11 57,33 7-107,-4 15-6,-3 4 0,4 5-8,-3 7 0,-1 4-14,-1 2 0,-3 2-9,-6 2 1,-6 1 2,-15-7 1,-7 0 1992,-13 25-2004,-12-15-64,-16-14 0,-7-3-163,7-8 0,-2-2-750,-15 6 1,-2-3-2578,9-7 1,1-2 3570,-24 1 0,27-5 0,19-2 0</inkml:trace>
  <inkml:trace contextRef="#ctx0" brushRef="#br1" timeOffset="265242">17980 13092 13650,'-3'-5'6391,"0"1"-3758,3 4-1932,-35-62-432,26 44 297,-11-17 0,4 5-499,15 27 336,11 8-314,15 11-21,22 16-29,-15-9 0,2 3 126,3 4 0,-1 4-154,-1 3 1,-3 5-18,-6 5 0,-8 4-212,-9 3 0,-9 2-945,-14 6 1,-7-2-978,-1-11 1,-4-2 2139,-10 4 0,0-7 0,5-9 0,0-2 0</inkml:trace>
  <inkml:trace contextRef="#ctx0" brushRef="#br1" timeOffset="268252">18842 13291 17753,'1'-8'5355,"0"2"-4935,6-25 0,2-3 135,-3 13-410,3-18 1,-2 12-45,-5 32-40,-2 14 23,0 19 45,0 15 11,0 10-48,0-18 1,3 1 25,5 14 22,-2-25 0,5-5 280,19-11 0,17-19-255,-15-9 0,3-3-574,9-6 1,2-4 509,8-4 0,2-3-516,-16 8 0,0 0 0,0-1 471,0 1 0,0-1 0,-1 0-14,17-9 0,-2 0-243,-6 3 1,-3 1 225,-6 5 1,-3 1-32,-6 5 1,-3 3-135,13-2-902,-18 12-2993,-13 15 4035,-13 5 0,1-3 0,-3-3 0</inkml:trace>
  <inkml:trace contextRef="#ctx0" brushRef="#br1" timeOffset="281775">10135 12639 18358,'5'-50'905,"0"-1"1,0 5 0,-1 7-139,-3 10-554,0 13 140,1 0-95,-2 12-107,2 1-112,-2 2 62,2 8-51,-1 0 40,3 17 33,-2 8-5,1 18-1,-5 11-64,-1-25 1,-1 2-441,-1 3 1,-1 0 442,-1 3 0,-1 2 17,-1 2 0,1 1 5,-1 2 1,1 0-21,-1 1 1,0 3-1049,4-10 0,0 1 0,0 0 1023,-1 15 1,0-1-20,2-1 0,1-2-485,0-13 1,1-1 526,-1 16 0,-2 0-376,1-6 0,0 0 346,-1-3 0,0 3 0,0-1 9,0-9 1,-1-1 0,1-1 20,-3 22 0,-1-2 11,1 1 0,0-1-8,0 1 0,1-1-15,0 0 1,0 1-10,2-14 1,0 2 0,0-1-622,0 14 0,0-1 603,0-4 0,0-2 2,1-4 1,1-3 735,0-13 0,1 1-724,-1 6 0,0 0-1,1-6 1,-1-1-508,1-1 0,0-3 489,-1 7 594,1 0-623,2-24 2124,0 0-2472,0-5-4202,1-6 4567,0-3 0,1-1 0,-1 0 0</inkml:trace>
  <inkml:trace contextRef="#ctx0" brushRef="#br1" timeOffset="282736">11400 15232 16308,'4'-51'1443,"-1"0"1,1 0 0,1-14 0,-7 9-794,-17 5-168,-5 23-169,-2 12-122,-4 7-107,-2 14-56,5 4 28,-20 34-45,10 1-34,6 0 1,2 3-329,7-5 1,3 1 333,2-2 0,4 0-16,5 21 38,14-33 1,26-10 27,1-17 18,23-15-29,-15-5-374,-5-11 1,-3-3 419,5-6 4,-4-2 1,-1-6 50,-8-3 1,-4-1-265,0-3 1,-1-2 213,-6 12 0,-1-2 0,-2 3 64,-1-8 0,-3 3 8,-1 2 1,-2 4 212,-5-12-279,-2 19-62,-2 24 780,1 25-797,2 12-1085,-1 9 1,0 4 1084,-1 19-14,0-5 0,1 2-363,1-12 1,0 1 174,0 13 0,1 3-274,-1-1 0,2-1-653,3-2 1,2-2-2614,2-6 0,3-3 3742,2-10 0,1-4 0,5 6 0,-6-21 0</inkml:trace>
  <inkml:trace contextRef="#ctx0" brushRef="#br1" timeOffset="283118">12326 14723 25264,'-35'-21'107,"0"1"0,-26 6-96,46 40 0,6 11-5,-9 22-1197,7 0 0,2 4 1126,2-10 0,0 5-223,2-13 0,-1 7 0,0 3 1,1 0-1,-1-4-362,0 12 0,0-3 1,0 2-204,-1-1 0,0 3 0,0-1 1,0-6-86,0-7 1,0-4 0,-3-2 1763,-11 14 0,-5-9 809,-11-1-895,-13-42 105,24-55-411,17 13 0,3-4-200,4-7 0,3-2 155,5-4 1,4-1-144,2-2 0,4 1-126,3 3 1,2 1-82,1 3 1,0 4-43,-4 11 0,1 1-165,13-8 0,3 3-325,-7 11 0,2 3-969,15-11 1,0 1-528,-12 14 0,-2 2 1989,5-1 0,-6 5 0,-15 6 0,-3 2 0</inkml:trace>
  <inkml:trace contextRef="#ctx0" brushRef="#br1" timeOffset="283428">12941 14788 25343,'-53'-20'216,"0"0"1,4 2 0,6 10-161,-1 30-45,7 13 17,16 8-9,18-5 1,6 0-9,5 12-14,10-5 1,5-2-429,11-1 425,-9-11 1,1-1-1,17 10-5,-8-8 17,-16-9 132,-16-7-155,-18-6-62,-15-5-515,-18-2 594,0-3 0,0-2 0,3 2 0,11-2 0,0 1 0</inkml:trace>
  <inkml:trace contextRef="#ctx0" brushRef="#br1" timeOffset="283985">13511 14729 19193,'12'-56'1977,"1"0"0,-3 8 0,-1 8-1455,-4 16-321,-5 17-50,-6 22 40,-11 24-68,-4 9 0,-1 5-1134,5-13 0,-1 2 1033,-1 5 1,-2 5-1,1-2-8,1 5 0,2 0-29,4-10 0,1 1 1,2 0-34,-2 16 0,9-2-1350,17 0 0,7-6 1247,-6-19 0,5-3-446,24 3 0,6-8-1597,-9-16 0,1-6 2194,5 1 0,-2-2 0,14-3 0,-26-5 0</inkml:trace>
  <inkml:trace contextRef="#ctx0" brushRef="#br1" timeOffset="285292">14162 14901 15916,'0'-8'6571,"0"2"-6051,-3-26 1,-2-5 280,2 12-532,-2-15 0,1 5-34,2 25-174,1 9-3408,1 20 3364,0-1 5,1 30-16,-1 0-45,1-15 0,-1 2-243,-1 3 1,1 0-234,-1 2 0,0-1-558,0-1 1,-1-1-1538,2-3 0,-1-1 2610,0 20 0,1-25 0,0-11 0</inkml:trace>
  <inkml:trace contextRef="#ctx0" brushRef="#br1" timeOffset="285584">14086 15039 13508,'-4'-9'4169,"-12"-27"1,-1-8-2881,9 5-855,-7-11 0,5-1 115,24 2-219,18 1-215,-8 25 0,4 3-371,5 1 1,2 4 291,3 2 0,5 6-8,17 9 1,4 10-31,-23 6 0,0 6 1,-1-1-22,14 4 0,-5 4-2,-7 9 0,-12 2-155,-17 19 48,-15-29 1,-4 2 10,-5 7 1,-5 0 58,-9-1 1,-5-3-475,-4-3 1,-3-3 501,-3-4 0,-3-3-33,0-5 0,-2-4-124,3-3 1,-1-5-306,4-2 1,1-5-1932,-24-11 2427,16-19 0,23 11 0,11-5 0</inkml:trace>
  <inkml:trace contextRef="#ctx0" brushRef="#br1" timeOffset="285885">15107 15052 21545,'-1'-4'3618,"0"1"-2934,1 3-589,18-7-72,-9 19-158,12 15-77,-17 7-637,-7-3 0,-3 2 849,-6-2 0,-1-2 0,-3 12 0,-4-1 0</inkml:trace>
  <inkml:trace contextRef="#ctx0" brushRef="#br1" timeOffset="286759">15734 15017 10513,'-11'-56'1510,"0"-1"1,3 15 0,1 4 2331,2-9-3551,4 35 1398,-1-1-1594,1 19 821,6 13-880,6 16 1,1 4-26,6 12-24,-3-8 0,3 7 0,-2-6-1,-3-11 0,-1 0 1426,10 24 0,0-2-1412,0-7 22,-4-9 186,-10-27-85,-6-10 151,4-30-206,-3 10 46,3-19 1,0-3-14,2-2 24,3-11 0,1-2-64,0 3 9,0 5 0,1 1 132,5-8-118,-1 8-73,-6 13-22,-7 23-135,-1 7-352,4 9-2101,12 17 2727,6 10 1,-5-7-1,-5-5 1</inkml:trace>
  <inkml:trace contextRef="#ctx0" brushRef="#br1" timeOffset="287009">16482 14654 24302,'-2'-58'722,"0"0"1,0 7 0,2 9-549,4 19 26,0 13-144,6 16 0,8 18-9,1 9 1,0 5-685,1 1 1,-2 4 630,6 16 1,-4 0-15,-6-17 1,-5 1-200,-2 2 1,-3 3-1,-6 3 219,-8-5 0,-7 1 0,-2 1 0,5-4 0,5 18 0,-1-3 0,-11-13 0,0 0 0,1-1 0</inkml:trace>
  <inkml:trace contextRef="#ctx0" brushRef="#br2" timeOffset="301289">9905 15468 6888,'6'-12'6671,"-2"2"-2526,-4 10-1658,0 0-748,9-53-1420,-6 38 668,6-39-853,-8 52 2763,-1 1-2863,4 13 11,-1-2 83,3 38-77,-4 2-29,-3-12 1,-2 5-998,-6 13 0,-1 1 862,3-11 1,-1-3 0,-1-1 0,1-5-1,3-2 1</inkml:trace>
  <inkml:trace contextRef="#ctx0" brushRef="#br2" timeOffset="308230">14102 15629 17378,'54'-19'319,"3"3"-246,4 11-479,-1 4 423,-7 1 108,-13 4-130,-14 2 169,-13 3 55,-33 6-85,-7-3 6,-28 5 11,-1-7-56,8-1 23,11-4 0,1 0 274,-10 1 56,-12 2-50,29-5-57,17-1-100,41-13-185,12 1-20,7-2 1,2 0-153,-18 6 1,0 0 134,17-2 1,-1 0 338,8 3-346,4-1 4,-19 4 80,-20 1-12,-25 4-12,-30 5 208,-5 1-397,-21 4-191,17-7-678,9-3-4749,14-9 5735,17-1 0,3-1 0,3 3 0</inkml:trace>
  <inkml:trace contextRef="#ctx0" brushRef="#br2" timeOffset="309640">14773 658 20479,'-16'-47'1803,"-1"0"1,2 6 0,2 4-2391,3 7 266,4 13 359,3 6-484,1 9 91,1 5 235,1 14-952,4 17 1024,0 18-35,-1-18 0,0 0-487,-1 4 0,0 1 202,0 1 0,-1 0-600,1 6 1,-2 0-3267,-3 0 0,0-2 1956,0 18-2767,-7-10 3685,5-42 1360,-1-7 0,4-7 496,-1-17 1470,-5-32 594,1-2-379,-1 7 1,0-4-186,1 6 1,0 0 272,1-2 1,1 1-1719,0 1 1,2 2-197,4 9 1,4 2-56,2-1 0,3 3-222,6-9 18,12 3-46,-4 27-44,11 3-74,20 23-4,-15-1-286,1 15 1,-1 6 396,-1 5-34,0 3 1,0 5-15,-12-10 1,-2 0-6,5 9 0,-3 1 0,-5-3 0,-6 0 17,-6-6 0,-6-2 11,-10-4 0,-6-3 35,-8-3 0,-6-3-94,-10-2 0,-4-3-280,-7-1 0,-4-2-2952,10-7 0,-3-1 0,4-1 2663,-1 1 0,3-2 0,0-2 0,7-1 0,20-2 0</inkml:trace>
  <inkml:trace contextRef="#ctx0" brushRef="#br2" timeOffset="316190">11102 15908 18005,'0'-45'870,"0"0"0,0 4 0,1 10-662,3 22 419,-1 4-526,-3 4 324,0 0-380,0 10 5,0 2-16,1 12-5,-1-5 88,1 19-49,-1-6 10,-2 21 28,-3 10-78,0-14-6,1-12 1,-1 0-204,-2 19 197,2-11 1,1 0-17,-1 18 14,1-10 0,2 0-8,0-7 11,-1 5 0,0 0-1,-2-8 12,-1 4 0,-1 3-25,0-13 0,-1 0-6,-3 15 0,0 1-308,2-8 1,0-2 315,0 0 1,2-4-11,-1 12-40,-1 7 40,4-11 10,-1 13-25,4-25 1,1-1 253,0 22-234,1-5 14,1-16 0,0 0-31,1 14 23,-1-3 0,0 2 2,-1-2 0,-1-1 6,0 2 0,0-1-11,0-2 0,-1-1-12,1-1 1,1-4 648,0 7-629,0 16-22,1-20 27,0 11-1689,-1-18 1,-1 0 1722,-4 24-275,-1-11 0,-2 0 202,-5 12-1043,5-25 0,0-2 1044,-4 13 33,4-11-56,-2 10 2155,5-13-2144,0-6 462,5-15-2355,-1-5 2048,2-5-121,1-6 0,-1 3 0,2-2 0</inkml:trace>
  <inkml:trace contextRef="#ctx0" brushRef="#br2" timeOffset="316940">11257 16392 12651,'-55'10'2229,"1"0"0,8-2 1,7-1-1793,7-2 341,16-3-616,15-2 101,15 0-72,11 0 89,38 0-123,-2-1-101,-22 0 0,2 0 8,0 1 0,-1-1-19,-7 0 0,0 0 2,3 0 1,-1-1 14,17-3 11,3-4-78,-11 1-69,-5 0-855,-7 1-5781,-6 3 6710,2 0 0,-11 1 0,-8 2 0</inkml:trace>
  <inkml:trace contextRef="#ctx0" brushRef="#br2" timeOffset="317780">12317 16388 17333,'-4'-46'1729,"0"0"0,0 6 0,1 7-1118,1 11-404,1 12-185,0 8-16,8 22-1,2 9-13,1 3 0,1 4-4,-1-5 1,-1 1 11,2 7 0,0 0 0,8 20 0,0-7 23,1-12-23,-1-11 50,0-13 84,-2-8 68,2-15 22,3-10 28,4-13 11,2-10-61,0-10-73,-1-7-68,-15 28 1,-1-1 22,10-26-45,-5 8-28,-3 13-72,-4 12-231,-1 11-105,-2 7-3602,7 13-5832,1 5 8907,3 2 0,-7-4 0,-7-7 0</inkml:trace>
  <inkml:trace contextRef="#ctx0" brushRef="#br2" timeOffset="318022">13236 16349 15501,'-4'-3'5854,"0"1"-5110,4 2-1124,5-40-908,20 27 39,-1-29 1249,13 36 0,1 8 0,-12-4 0,22 2 0</inkml:trace>
  <inkml:trace contextRef="#ctx0" brushRef="#br2" timeOffset="318206">13253 16603 23483,'28'-7'-1563,"13"-2"-563,-8 1 1,3 0 1241,-2 1 1,-2 1 0,10-2 0,-17 4-1</inkml:trace>
  <inkml:trace contextRef="#ctx0" brushRef="#br2" timeOffset="319023">14751 16182 21545,'-37'-37'779,"-3"8"-6316,-12 35 5587,12-2-10,-10 5 1436,9 0-1378,7-3 0,-1 1-42,-12 1 859,-15 2-786,37-10 5,1 0-38,3-2 3626,6 0-3543,10 0-84,1 0-55,4 2-7,2 4-22,3 5 45,1 24-22,-2 11-12,-3 3 6,-8 14 17,-2-12-23,3-17 1,-1 2 5,0-1 0,1 1-25,1-1 0,0-1-3,-1 30 5,8-10-5,8-9 11,10-12 6,10-12-157,20-11-1232,4-13-1382,2-4 2754,-2-8 0,-33 9 0,1 1 0</inkml:trace>
  <inkml:trace contextRef="#ctx0" brushRef="#br2" timeOffset="320073">15269 16317 19412,'1'-44'1277,"-1"0"0,1 7 0,-1 8-1160,2 18 1,0 15-73,-2 3 39,2 15 33,-1 19-83,0 7-23,-3-15 0,-1 0 0,0 12 12,-4-1-21,-1-5 1,0-1 137,1-6 171,-1 5 0,2-12-31,5-26-123,0-14-84,-1-9-40,0-14 18,1-10-3399,0-13 3376,1 7 8,1 10 1,0-3-1098,4 9 0,1 1 1094,-3-1 1,3 0 5,4 3 1,2 4-12,3 9 39,21-7-78,-5 21 27,16 8 7,-4 16-12,-7 6-5,8 19 1849,-7 5-1869,-11-7 0,-1 2-31,-6-4 0,-1 1-177,0 6 1,-3 1-359,-7-10 1,-3-1-362,1 18-2156,-4 1 3097,-4-14 0,2-11 0,-2-7 0</inkml:trace>
  <inkml:trace contextRef="#ctx0" brushRef="#br2" timeOffset="320297">15283 16453 13325,'-3'-2'6178,"0"0"-4667,3 2-1382,29-39-73,7 21-68,-13-4 1,5-1-4905,24 8 1,0 6 4305,-12 0 1,0 1 0,-7 2 0,-26 5 0</inkml:trace>
  <inkml:trace contextRef="#ctx0" brushRef="#br2" timeOffset="321573">16094 16427 22162,'-3'52'-410,"-7"10"-570,-2-25-6402,-6 19 7382,8-27 0,2-4 0,4-12 0</inkml:trace>
  <inkml:trace contextRef="#ctx0" brushRef="#br2" timeOffset="322305">16523 16260 17624,'0'-4'5053,"0"0"-4762,0 4 124,3 24-203,-2 16-133,1 15-57,-4-5 79,-6 9-56,-1-26-28,-2 11 33,-4-16-22,7-17 118,-4 4 10,8-11 292,-4-14-364,3-14-56,0-3 23,2-23-23,9-1 0,-2 16 0,2-5 39,4-5 0,4-5 0,-1 5-31,-2 5 1,0 0 41,5-6 1,3-3 0,-2 10-29,2 8 6,18-15-28,-10 33 12,18 6-46,3 22-22,-8 2 17,-13 12 0,-5 4 5,-7-1-17,-2 10 1,-5 4-51,-22 16 56,4-23 1,-2-1 13,-3-8 0,-2-4 37,-24 14 11,17-26 33,-5-10-50,18-12 22,1-15 1,7-4-6,5-15-1,7 7-32,3 4-1,7 12 22,4 9-27,-3 3 16,22 11-33,-20 3-6,25 17-5,-20 0 0,-1 4 16,-4-5 0,-2 3 9,5 14 0,-6 1-9,-17 8 6,-11-18 0,-7-3-11,-32 13-239,2-10 110,10-17 0,1-4-539,-6-5-950,-16-4-248,28-7 1877,4-14 0,18 12 0,0-6 0</inkml:trace>
  <inkml:trace contextRef="#ctx0" brushRef="#br2" timeOffset="322540">17362 16328 23702,'-25'51'43,"1"1"0,3-9 0,3-4-1623,1 8-8251,8-15 8546,-3 6 1,8-21-1,3-12 1</inkml:trace>
  <inkml:trace contextRef="#ctx0" brushRef="#br2" timeOffset="322789">17652 16204 22867,'-1'-3'1994,"1"0"-1860,0 3-38,-21 38-68,12-1-12,-4 0 1,2 1-39,5 12-467,4-12 1,1-2-195,1 3-2179,4 3 0,1 2 2050,6 3 0,-2-5 1,-3-24-1</inkml:trace>
  <inkml:trace contextRef="#ctx0" brushRef="#br2" timeOffset="323063">17591 16494 19451,'-12'-55'1566,"1"-1"0,1 6 1,5 4-1035,16-2-258,9 6-134,14 7-14,1 19 0,5 4-92,-8 5 0,2 3-337,15 4 0,0 5 320,-8 5 0,-2 6-3,2 4 0,0 4-380,-1 4 1,-3 3 362,-5 2 0,-5 3-11,-6 0 0,-10 2-320,-24 13 1,-12-1 288,2-13 0,-5-3-8,-9 5 0,-5-4-474,-8-6 1,-1-6-734,14-8 0,0-2-824,-8 3 0,0-2 2084,6-7 0,7-2 0,16-3 0,4-1 0</inkml:trace>
  <inkml:trace contextRef="#ctx0" brushRef="#br2" timeOffset="325465">18537 16037 21881,'-46'-39'785,"22"3"-600,62 26-85,15-4-61,-22 7 1,1 1-217,1 1 1,-1 1 221,29-2 112,-11 4-140,-16 3-22,-5 8 21,-17 1-21,2 8 16,-8 1 363,-2 7-334,0 6-3382,-1 6 3387,0 10-384,1 7 358,-2-23 1,0 1-6,1 3 0,-1 1-9,0 1 1,-1 0-1,0 0 1,-2 0 2,-2-3 1,-2 0-12,-1-3 0,-4-1-41,-19 23-110,3-25 0,-2-4-283,-12 8-1644,6-13 0,0-3 1546,-6-3 0,6-2 0,15-6 0</inkml:trace>
  <inkml:trace contextRef="#ctx0" brushRef="#br2" timeOffset="335496">12497 17055 22190,'-25'-38'268,"-1"1"1,3 4 0,4 15-241,7 41-45,-1 23 12,2 3-100,2-6 1,-2 8-1,-1 0-1295,1-2 0,0 1 1,-1 1 1107,0 0 1,0 3 0,-1-1 0,1-2 37,-1 3 0,0-2 1,0-1-314,0-2 0,0 1 1,1-5 146,-2 3 0,0-4 620,-4 5 0,0-5 365,-9 3-105,-2-37 27,0-60-1103,12-6 677,6 12 1,5-2-9,7 7 0,5 2 184,2-2 1,2 0-221,6 2 0,3 2-3,3 1 0,4 2 28,15-7 0,4 2-34,-11 11 1,1 1-21,2 2 1,4-2 0,-5 3-17,-4 5 0,-2 1 17,2-1 0,0 0 118,19-9-107,-28 12-23,18-10 1,-29 16 3317,1 1-3122,-16 19 447,-15 17-525,-3 7-56,-7 11-5,11-11-18,9-2 85,14-11 50,16-7-84,1-12 62,13-8 560,5-18-33,-10 1 66,3-12-72,-24 10-174,-11 1-146,-8 2-134,-7 4-44,-5 3-96,2 5-90,2 2-11,5 4-336,6 2-195,2 4-1020,6 2-3166,5 3 3914,3-1 0,-3-3 0,-1-2 0</inkml:trace>
  <inkml:trace contextRef="#ctx0" brushRef="#br2" timeOffset="335830">13069 17166 17440,'0'-3'5831,"0"0"-5512,0 3-297,-6 7-22,10 9 0,-5 3-11,18 30-67,-8-7 8,-2-10 0,-2 0-3,-8 21 67,-8-9 45,-9-13 90,-2-15 106,1-10 241,7-28 112,24-26-403,8-8-337,2 21 0,3 1 197,18-13-73,1 7-925,-14 21 1,0 2-6391,14-2 6540,4 3 0,-27 14 0,-9 1 1</inkml:trace>
  <inkml:trace contextRef="#ctx0" brushRef="#br2" timeOffset="336246">13539 17202 17333,'5'-38'3624,"0"1"0,2-8-3358,-1 5 0,-1 4-20,0 12-183,-5 18 110,-5 43-122,-4 8-43,1 0 0,-1 4-529,-2 1 0,0 1 504,-3 6 1,1 3-207,3-6 1,0 3-1,3-2-289,3 4 0,4-1-114,2-12 1,4 1-1,6-6-1463,14-6 0,8-8 2089,13-3 0,1-5 0,7 2 0,3-10 0</inkml:trace>
  <inkml:trace contextRef="#ctx0" brushRef="#br2" timeOffset="337096">14252 17455 15205,'1'-4'6441,"0"0"-4094,-1 4-2157,10-36 6,-6 33-84,8-27 252,-6 80-285,-4-10-49,-1 10 1,-2 4-14,-1-21 0,-2-1-9,0 11 1,-2-2 13,-4 6 90,3-13 73,2-17 465,3-10-499,9-34 17,4-3-34,3-7 1,1-2-501,8-10 441,-4 11 1,1 0 47,10-7-90,-13 19 1,3 1 22,23-19-61,-7 20-7,-2 7 1,-1 16-11,-2 14-1,8 10-83,-3 13-225,-19-8 1,-2 1-375,3 12-1122,-9-9 1,-4-1 1087,0 3 1,-3-5 0,0-13 0</inkml:trace>
  <inkml:trace contextRef="#ctx0" brushRef="#br2" timeOffset="338041">15711 17345 14157,'0'-4'7601,"0"0"-5702,0 4-1860,-18-40-11,3 43-33,-12-31-7,-3 75-21,9-7 19,6-11 0,2 1-3,0 14-28,12 1 62,13-15 95,38-8 50,2-30-64,-20 2 0,-2-4 216,10-23-124,-24 9 342,-9-15-167,-24-1-275,0 0-40,-16 3-33,8 22-56,1 8-40,5 8-50,3 9-1014,10 18-1383,13-2-347,6 5 2873,20-3 0,-20-19 0,7 5 0</inkml:trace>
  <inkml:trace contextRef="#ctx0" brushRef="#br2" timeOffset="338390">16290 17251 21814,'2'-7'3383,"-1"2"-2862,-1 5-112,0 0-414,-22-19 62,5 45-104,-6 7 0,0 7-67,8 9 1,2 6-328,2-5 1,-1 3-1,-1 2-329,1-5 0,-1 2 0,0 0 0,2-4-35,0-5 1,1-3-1,-2 3 395,-4 10 0,-3 6 0,0-2 0,2-10 564,0-10 0,0-5 235,-5 18 1,-1-19 1038,2-53-946,20-17 0,6-9-314,0-2 0,3-1-373,2 8 0,3 0 0,1 2 269,6-3 1,3 4-40,1 0 0,1 3 218,-4 8 0,0 2-327,4-2 0,3 1-642,2 4 1,2 0-1317,0 1 0,1 0 2042,3 1 0,-4 3 0,2 0 0,-16 9 0</inkml:trace>
  <inkml:trace contextRef="#ctx0" brushRef="#br2" timeOffset="339089">17226 17303 23259,'5'-33'936,"-1"7"-808,-9 24-88,-2 1-24,-15 2-38,1 3 11,-13 4 16,4 1 29,-8 2-17,-4-5 16,3-1-21,6-5-24,15 0 40,6 0-16,7 0-12,3 0-28,2 0 11,0 3 34,0 5 27,0 7 35,0 9-46,0-1 102,-3 23-40,-5-6-73,2-9 1,-1 2 27,-10 28-22,8-29 0,0 0 23,-4 28-46,5-8-5,12-11 6,7-9-34,8-9 0,10-5-79,-8-9-621,13-4-2800,-5-9 3528,5-1 0,-12 0 0,-8 1 0</inkml:trace>
  <inkml:trace contextRef="#ctx0" brushRef="#br2" timeOffset="358163">17469 17658 24447,'14'-29'330,"0"0"0,8-17-296,-21 49 16,2 5-27,1 5 10,1 5-27,-1 4-28,-1 1 38,-2 0 7,-1 2 38,-1-10 125,-1-2 32,0-11-100,0-6-23,0-6-33,-1-11-34,1-13 22,3-14-11,8-15-22,-3 29 0,3-1 25,8-12 0,2 2-209,-6 14 1,2 0 202,8-11 1,3 3-3,10-2 16,8-1-33,-6 18-40,-3 13 35,-2 15-29,1 11-17,-6 4 1,4 16-23,-12 11 39,-5 4 0,-14 10 28,-16-14-11,-12-6-28,-6-6 67,-9-4-27,8-11-7,4-6 6,8-9 29,8-7 32,1-5 362,5-6-339,5-9-67,9 2 11,3 0-39,9 7 0,1 8-28,5 6-17,15 13 29,-11 0-1,10 10-56,-4 11 17,-12-2 6,1 15-3298,-34-2 3354,-3-14-389,-27 6 389,2-15-23,-15 0-84,-1-8-140,5-8-1148,9-22 151,19 3-5864,16-29 7102,17 13 0,-2 4 0,1 10 0</inkml:trace>
  <inkml:trace contextRef="#ctx0" brushRef="#br2" timeOffset="358440">18364 17441 21343,'-6'-1'3893,"1"0"-3108,5 1-718,3 20-50,-2 1-51,2 12-363,-3 7-9321,-6 10-113,2-11 9824,-4 5 0,5-34 0,2-3 1</inkml:trace>
  <inkml:trace contextRef="#ctx0" brushRef="#br2" timeOffset="358946">19004 17294 24749,'-33'-25'48,"-1"-1"1,3 2 0,1 7-10,-17 18 22,-6 4-55,12-2 0,-2 2 16,23-3-50,-3 1 22,10-2 1,1 4 22,9 0-17,0 1 5,1 6 51,1 7-56,0-2 23,-2 25 10,-2-9-27,-1 7 11,-4 4 50,2 5-67,2 2 0,4 4-6,6-21 45,7-1-16,6-10-18,22 4-10,-12-13-57,12-4-397,0-19-818,-2 0-3639,-5-5 1,0 0 2957,0-1 1,-1-3 0,-28 16 0</inkml:trace>
  <inkml:trace contextRef="#ctx0" brushRef="#br2" timeOffset="359130">18631 17571 23629,'32'-12'-491,"1"-1"0,-1 1 0,-1 2-1940,9 0 1016,3 0 0,-27 8 0,-1 0 0</inkml:trace>
  <inkml:trace contextRef="#ctx0" brushRef="#br2" timeOffset="359389">19283 17557 25483,'12'2'151,"-3"14"-352,-14 7-847,-4 16-6441,-7 0 7489,-1-4 0,7-12 0,4-11 0</inkml:trace>
  <inkml:trace contextRef="#ctx0" brushRef="#br2" timeOffset="359773">19779 17314 25405,'-33'-10'85,"-1"-1"1,1 4 0,2 8-63,-13 36-7,17-8 1,1 3 0,5-4 0,3 2-316,-1 11 1,5 1 258,7 14 9,21 0-479,20-24-1030,21-12-118,-5-10 1658,-11-8 0,-3-2 0,-9-1 0,13-2 0</inkml:trace>
  <inkml:trace contextRef="#ctx0" brushRef="#br2" timeOffset="360607">20180 17228 12556,'-1'-5'7024,"1"1"-2163,0 4-4346,7-20-212,-3 13-163,8-16-45,0 15 1,13-2-74,-4 4 28,15-2-44,-10 5 0,5 1 38,-5 1-27,-11 1-6,-6 0 34,-8 0 62,0 0-29,2 1 12,1 1-57,4 4 29,0 3-23,-1 6-17,-1 6 18,-2-3 55,-4 20-34,-3-7 7,-2 17-40,0-17 39,-3 23-3470,4-12 3405,2-10 1,0 1 8,1 27-316,8 2 333,5-1-39,4-7 16,-5-11-22,-30-7-2504,-20-13 1765,-14-7 756,7-10 0,2-4 0,11 0 0,-19 0 0</inkml:trace>
  <inkml:trace contextRef="#ctx0" brushRef="#br2" timeOffset="362605">20639 17001 13737,'-2'-4'7142,"1"0"-3882,1 4-2756,-1-57-303,0 43-117,0-43-45,2 60 118,6 19-6,9 11-78,-2-5 1,2 3-16,5 4 1,1 2-885,4 6 0,1 2 820,2 3 1,1 3-31,-8-8 1,-1 1 0,-2-1-64,1 1 1,-4 1-321,-7-3 1,-2 2 0,-7-3-2924,-18 4 0,-7-2 3342,-4 6 0,-1-3 0,5-13 0,0-6 0,-10 7 0</inkml:trace>
  <inkml:trace contextRef="#ctx0" brushRef="#br2" timeOffset="366773">13775 18362 19787,'6'-44'1060,"-1"-1"1,-1 5-1,0 6-578,0 13-118,-3 7-123,1 7-152,-2 3-128,1 6 45,-1 3 5,0 11-39,0 11 17,0 0-40,-3 9 1,-1 1-237,-1 1 135,-1 3 1,-1 1-1024,0 4-2046,0 10-5831,6-9 9052,4-15 0,-1-15 0,1-10 0</inkml:trace>
  <inkml:trace contextRef="#ctx0" brushRef="#br2" timeOffset="367023">13807 18720 24503,'-7'6'-3630,"1"-2"3630,6-5 0,0 1 0,0-1 0</inkml:trace>
  <inkml:trace contextRef="#ctx0" brushRef="#br2" timeOffset="367763">14248 18466 10528,'0'-6'4915,"-10"-29"0,-1-6-1890,3 16-2765,-4-16 0,1 5-215,8 28-67,2 13-40,11 24 12,1 12 41,-2-11 1,1 2-15,-2-2 1,-1 2-31,2 5 0,1 0 8,5 21 45,0-7 22,0-13 118,-6-25-5,1-1 184,5-31-78,-2-7-118,5-8 95,-1-11 18,3-6-169,-6 9 50,7-14-61,-14 36-61,1-1-51,-4 15-28,-3 5-1339,7 9 1423,13 16 0,-10-11 0,7 10 0</inkml:trace>
  <inkml:trace contextRef="#ctx0" brushRef="#br2" timeOffset="367964">14797 18582 18789,'-3'6'5221,"1"-2"-4880,2-4-1545,-14-12-3007,10 15-1688,-10-9 5051,16 15 0,-2-4 0,2-2 0</inkml:trace>
  <inkml:trace contextRef="#ctx0" brushRef="#br2" timeOffset="369040">15010 18342 24099,'-4'-40'540,"1"0"1,-2-22-513,5 65 17,5 13-59,1 15 0,-1 5-76,1 23-243,-4-11 0,-2-1 289,-7 7-1562,-2-15 1,0-2 1588,0 0 65,1-3 0,1-3 192,2-9-122,0 2-101,3-18 5,8-24 446,20-40-389,1 7 1670,-4 16 0,3 6-1738,3 10-16,9 19-51,-10 12 22,-4 4-167,11 17-24,-15-5 68,4 4-548,-7 4 374,-4-15-117,17-6 459,-4-19 17,11-17 152,1-16 21,-11 8 23,1-7 62,-18 13 33,-4 2-73,-4 3 130,-5 3-303,-1 7-90,-4 4 0,-4 10 23,-5 7-56,-2 8 16,1 6 28,4-6 1,3 7 22,7-7-45,5-2 28,4-6 0,5-9 22,17-11 40,-4-5 33,24-28 151,-23 11-11,0-7-5,-18 20-28,-4 11-152,-2 3-61,0 1-23,-2 9 12,2 5 16,-2 13-16,1 4 44,4 12 96,8-5-40,4-4-106,8-10 34,22-13-144,-11-18 1,0-4 221,25-7-42,-26-3 0,-6-3 82,-6-11 100,-10 0 33,-6 2 342,-12-4-408,1 12-29,-5-1-27,5 14-51,2 6-45,3 2-11,1 5-17,0 4-50,4 6-12,4 11 18,11 10-18,9 9 23,9 4-16,-2 2 178,-9-6-78,-13-5-857,-17-1 0,-4-10-6956,-24 23 7757,8-20 0,-2 5 0,14-21 0</inkml:trace>
  <inkml:trace contextRef="#ctx0" brushRef="#br2" timeOffset="369830">16361 18347 22604,'7'-44'933,"0"0"1,0 4 0,-3 10-671,-5 21-207,-5 15-11,-5 11-34,-1 6-22,-11 22-34,2 7-163,8-17 1,0 3 179,2 1 0,2 1-6,3-1 1,1-1 114,3-4 0,3-1-316,9 23-1815,12-7-5259,17-5 7309,4-5 0,-20-20 0,-13-13 0</inkml:trace>
  <inkml:trace contextRef="#ctx0" brushRef="#br2" timeOffset="371213">16751 18459 14544,'0'-6'8066,"0"1"-6929,0 5-1081,13-23-45,-6 35-6,8-22-44,-9 62-34,-4-14 62,-1 9-34,-4 0 45,2-21 12,-2 3 290,2-16 308,1-10-458,0-16-7,0-4-44,0-20 39,0-2-39,0-9-6,0-4 18,0-2 10,4 3-34,-1 15 74,12-4-96,-1 21 6,10-4-3465,1 13 3386,-4 5-33,20 9-39,-7 8 61,7 4-14,-14 5 0,-3 3 3,-3 0-17,10 30 3387,-30-22-3387,-13 9 12,-11-1 27,-11-2-33,-4-8 5,0-6-3369,2-9 3392,3-7 72,4-6 23,5-6 0,8-4-44,7-1-1,10-14-17,10 4 3381,12-9-3425,9 8 16,8 6-16,4 7 33,-9 5-22,0 11 0,-1 4-17,-1 6-31,-4-1 0,-3 2-42,-10 10-118,-9 0-10,-8-6-874,-13 3-387,1-12-2055,-9 2 3545,0-10 0,11-4 0,-3-1 0</inkml:trace>
  <inkml:trace contextRef="#ctx0" brushRef="#br2" timeOffset="371514">17559 18276 17932,'-11'-5'6447,"2"0"-5668,9 5 22,0 0-739,11-21-68,7 22-11,13-8 34,7 35-45,0 13-56,-6 11-198,-20-21 0,-3 2 206,-7 3 1,-4 1-34,-4 0 0,-4 0-648,-4-1 1,-4 1 218,-11 10 1,-1-3 0,3-3 0,8-15 0,-1 0-1</inkml:trace>
  <inkml:trace contextRef="#ctx0" brushRef="#br2" timeOffset="371823">18615 18285 24592,'-18'38'33,"0"1"1,-1-1 0,-6 16 0,0-5-197,5-20 1,2-4-1165,-17 24-3485,3-5 4812,8-14 0,10-15 0,7-8 0</inkml:trace>
  <inkml:trace contextRef="#ctx0" brushRef="#br2" timeOffset="372013">18254 18413 25808,'48'12'-17,"1"0"0,-1 1 0,5 3 1,0 2-1,-8 0-912,-10 1 0,-4 2 929,16 10 0,-6-1 0,-16-12 0,5 7 0</inkml:trace>
  <inkml:trace contextRef="#ctx0" brushRef="#br2" timeOffset="376658">17340 287 30400,'14'-43'662,"-1"1"1,0 2 0,-4 12-658,-8 25 369,-1 2-1076,0 9 10,0 8 191,-2 14 2396,-2 11-1895,-1-4 0,0 2 0,1-7 0,1 1-1936,-3 21 1,1 0 553,0 5 1129,2-15 1,-2 1-152,2-12 0,-1-1 84,-2 10 0,0 2-39,-2 10 1,1 0-391,0-5 0,1-2 414,0-1 0,1-1 1,1-1 1,2-2 5,0-8 0,1 0-107,0 10 1,0 1 272,1-1 0,0 1-24,1-1 1,0 2 0,-1 8 1,1 1 94,0-7 1,0 0 97,-2-4 0,0 2 0,0-2-3,0 5 1,0 1 6,0-6 1,-1 2 0,1-2 0,0 5 0,1-2-9,1-2 0,0 0 11,2-4 0,2-1-14,2-7 1,0-1-12,3 8 1,1 1-34,4 9 0,0-1-22,-4-15 1,1 0-1,3 14 0,1 1-10,-5-16 0,-1 0 10,2 8 1,0 1 10,-1 1 1,0 0 86,0-1 0,-1 1-84,0 2 0,-1-1 33,1 2 1,0-1 14,0 2 0,0 0 8,0 1 1,1-1-3,0 1 0,0 1 0,0-1 0,1-1 5,0 0 0,0 0 3,0-2 1,0 1-4,-1 0 1,0-1-9,1 1 0,-1 0-6,-1-1 0,1 1 6,1 10 0,1 1 0,-2-10 0,-1 1 6,2 7 0,1 0-1,0-2 1,1-1-6,-1-9 0,0 0 0,4 6 0,0-2 5,-2-10 1,1-1-3,5 7 0,-1 0-1,-5-14 1,-1-1-3,6 12 0,1 0 263,7 12-257,-10-20 0,1 2 2,4 5 0,2 0 1089,-2-5 0,-1-1-1092,0-1 1,1-1-1,0-2 1,0 0 3,17 16-1,-8-11 1,1 0-4,-11-11 1,1-1-1,9 9 1,3 0-9,-5-3 1,-1 0 97,-5-5 1,1 1-99,8 11 1,0 0 4,-12-10 1,-2 0-9,6 7 1,0 2 8,4 9 0,-1 0 2,-4-5 1,-1 1 5,8 15 0,-2 0-14,-8-14 1,-1-1 7,2 6 1,0 1-12,-2-1 1,-2-1 5,-5-14 0,-2 0-3,4 13 0,-2 0-14,-1 16 28,-6-14 1,0 2-4,-3-7 0,0 0-5,-1 6 0,-2 0 5,-2 1 1,-1 1-4,-1 0 1,0 0-6,0-8 0,0 0 5,-1 4 1,1-1-1,-1-6 1,0 0-1313,0 2 1,-1 1 1326,-2 8 0,1-2-20,-4 15 281,4-24 0,0 1-290,-1 3 1,1-1-129,1-7 0,1 2 134,-2 11 0,1 1-8,3 12 8,1-15 1,1 0-4,3 14 176,1-11 1,2-1-177,3-5 14,2 4 1,1 2 2685,5 10-2694,-6-23 0,0-1 0,6 17 0,-6-20 0,2 2-6,2 1 1,2 0 2,2 6 0,1-1 0,3-3 0,2-2 6,3-4 0,3-2 14,5-1 0,1-1-12,-7-5 1,1-1-9,6 0 0,0-2-224,12 4 238,-12-5 0,3 1-8,-1-1 0,2 0 0,5 2 0,4 0 16,11-1 1,1-1-6,-11-5 0,0-1-6,10 0 1,0-2-4,-14-3 1,-2-1-4,0-1 1,1 2-101,15 2 1,-1 1 102,-15-1 1,-2 0-3,12 3 0,-5 1-3,2 2-151,-14-2 0,-1 0 145,2 1 222,19 5 0,5 1-210,-22-7 0,0-1-4,10 4 1,1 0-67,-2-2 1,-2-1 66,-15-1 0,-1 1-6,6 1 0,0 2 318,-6 0 0,-4 0-309,6 5 351,10 11-357,-1-6 5,-10-6 1,2-1 37,-4-4 1,1 0-36,7 1 1,1-1-6,-6 0 0,-1-1 2,0-1 1,-1 1 0,22 12 423,-17-5-429,-10-3 164,6 9-147,-17-12-11,18 20-40,-13-12-5,14 16 50,-10-7-5,2 7 11,-5 10-1,-7-13-5,-5 0 1,-2 0-7,2 12-5,-3-12 0,-1 3 14,0 10 0,0-1-6,-2-8 1,0 1-387,1 12 1,-1 0 380,-1-12 0,0-2-3,-1 1 0,1 1 8,-1 0 1,1 1-4,-1 1 1,0 1-1,0 1 1,0 1 2,-1 4 1,0-2-12,0-9 0,-2 1 31,-2 21 0,-2 1-3,1-16 1,0-1-15,0-2 0,-1 3 0,1-1 8,-1 9 1,1-2-9,0 0 1,2 0 7,0-2 1,0 1-12,1-1 1,0 2-1036,0-2 0,0 3 0,0-2 1041,0 9 0,-1 0 3,1-7 0,-1 3 0,1-4-273,-2 4 0,1-2 275,-1 2 1,1-3-9,0-12 1,1 0 7,1 17 1,0 1-6,1-18 0,2 0-6,0 18 1,1 2 5,2-13 0,0-1 2,2 2 1,0-2-12,-2-10 1,1 1 11,3 16 0,-1 1-12,-2-15 1,-1-1 5,3 19 1,-2 2-961,-2-9 0,-2-1 954,0 4 1,-1 1-1,-1 0 1,-1 0-5,0 0 1,0-2-2,1-12 0,-1-1 11,0 14 1,0-1-1,1-18 0,0 1 0,0 15 0,-1-1-5,-1 13-15,-3-12 1,-2 3-9,0-13 1,-1 1 24,-4 19 0,-2 2 678,0-9 0,-1 0-675,-1 2 1,-1 0-12,-1 1 0,0 0 8,-1 0 0,-1 2-4,2-4 0,-2 3 0,1-3-4,3-11 0,2-1 0,-2 1-170,-4 12 0,0 2 0,1-2 181,-2 5 0,0-2-7,7-18 0,0 0 0,-1 3-4,1 1 0,-2 3 0,1 1 0,0-2-15,-1 2 0,2-1 0,-1 3 15,1-4 0,-1 3 0,2 1 0,0-2 3,1 7 1,1 0 0,1 0 14,1 1 1,1 1 0,0 0-16,1-2 1,1-1 0,1 0 580,0-2 1,2-2 0,0-3-591,1-2 1,0-1-23,0 19 0,2-1 17,1-18 0,0-1 11,2 19 0,0 1 0,3-13 0,0-1-12,2 0 1,0 0 11,2-1 0,-1 0-3,1 0 1,-2 0-12,0 0 0,-1 1 28,-2 0 0,-2 2 2,-1 0 1,-2 1-25,-3 2 0,-3 0-18,0 2 1,-2-1-12,-3 2 1,-1 1-17,-1 3 0,0-2 28,2-12 0,-1 2-15,1 0 1,-2 3 0,2-3-34,0 0 0,0-2-75,1-5 1,0 3 0,1-1 147,-4 19 0,2-6 0,2-7 0,3-17 0,0 0 0</inkml:trace>
  <inkml:trace contextRef="#ctx0" brushRef="#br2" timeOffset="380641">17671 17961 10254,'-11'2'6110,"3"-1"-4726,8-1-280,0 0-953,-20-2 134,20 3-5,-7-2-84,31 2-89,9-2-40,4-2 11,-1-2-16,-7 2 11,-9 0 464,-10 3-369,-12 0-106,-11 3-6,-11 2-6,-10 2-39,5-1 62,-28 5 0,10-1-31,12-3 0,-2 1 137,-21 6-67,8 0-95,17-4-11,11-2 22,18-4 89,11-2 6,17-4-27,20-5 10,17-5-297,-26 3 0,0 0 222,3 0 0,-1 0-12,-1-1 1,0 1-17,-5 0 0,-1 1 2,12-4 130,-9 4 33,-23 6-96,-10 0-38,-18 5-23,-18 4-33,-16 5 22,21-4 0,-3 0-208,-3 0 1,-1 0 221,0 1 0,0-1-6,4 0 0,2-1-24,-16 5 16,19-3 145,20-5 68,16-2-2992,31-9 2891,-2-1-25,0-2 0,4-2 15,-4 1 1,1-1-75,11-2 0,3 0-160,0 1 1,0 2-2558,-4 2 1,-2 2 2688,-10 3 0,-3 1 0,4 1 0,-21 2 0</inkml:trace>
  <inkml:trace contextRef="#ctx0" brushRef="#br2" timeOffset="383022">18694 17872 11626,'-6'1'4856,"2"-1"-2408,4 0-2336,-51 22 235,42-17 196,-22 13-285,87-33-219,-12 4-20,-5 0 1,1 0 25,2 1 28,10-1 33,-22 6 12,-12 3-40,-25 5-61,-3 1 5,-18 7 12,-14 4-17,-2 1 44,-11 4-3324,12-7 3370,11-2 189,-2 0 46,11-3 118,-8 4-342,12-4 212,-4 1-252,17-7 3393,-1 1-3432,8-3 17,20-10-34,-3 2 29,34-12 5,-4 4-34,-18 7 1,1 0-3443,27-4 3414,-25 5-5,-11 6-51,-25 6-3203,-28 15 3265,2-3 0,-3 1 0,15-9 0</inkml:trace>
  <inkml:trace contextRef="#ctx0" brushRef="#br2" timeOffset="384857">18571 761 29496,'-5'-58'482,"-1"0"0,1 8 0,1 5-1209,2 3 593,1 17-66,0 13-433,1 7 43,0 5 281,-1 7-1187,3 11 1155,2 17-36,3 18-596,-1 1 1,-1 3-1870,-1-9 1,-1 0 2826,1 14 0,0-4 0,-2-5 1,-2-24-1</inkml:trace>
  <inkml:trace contextRef="#ctx0" brushRef="#br2" timeOffset="385007">18446 1271 18476,'-2'-2'5175,"1"0"-5555,1 2-214,11-27-8995,13 21 9589,3-20 0,-3 27 0,-14 1 0</inkml:trace>
  <inkml:trace contextRef="#ctx0" brushRef="#br2" timeOffset="385412">18978 822 25035,'-6'-39'577,"0"1"0,-3-24-572,9 60-100,0 4 50,0 9 40,5 13 5,4 16 0,6 12-6,5 7-3,-2-21 1,2-1 20,7 11 27,8 1 129,-21-37 61,-5-12-156,-5-8 129,5-23-79,-2-2-50,4-23-23,-1 2-27,2-2-15,-2 21 0,0 2-120,5-10-212,6 0-623,-6 31-84,-1 7 1031,24 19 0,-26-11 0,16 12 0</inkml:trace>
  <inkml:trace contextRef="#ctx0" brushRef="#br2" timeOffset="385757">19673 980 21825,'-1'-3'3647,"0"1"-2975,1 2-756,-5-26-375,4 20-673,-5-20-6200,8 31 7332,3 2 0,-2 0 0,2-3 0</inkml:trace>
  <inkml:trace contextRef="#ctx0" brushRef="#br2" timeOffset="386799">19996 713 17917,'-3'-37'1859,"1"0"1,0-16-894,1 6 1,2-1-407,3-2-128,1 15 355,0 15-764,-2 10 221,-2 12-239,2 16 40,2 21-68,-1-8 1,-1 3-165,-1 9 0,0 3 198,0 4 0,-1 2-5,-3 1 0,0 1-6,0-2 0,-1-2 0,0-12 0,-1-2 33,0 5 0,-1-5-28,3-4 34,-2 4 79,5-28-17,6-13-45,5-10 45,15-25-57,-6 8 7,13-22 10,-13 22-21,3-6 1122,-2 10-1196,1 8 40,-7 8-28,8 6-12,-3 7 6,11 8-34,5 6-117,9 15 123,-13-9-129,5 11-67,-18-16-39,3 2 168,-7-9-51,12-7 169,0-17 22,0 2 145,11-37 12,-22 19-26,-4 2 0,-1 0 48,-3-2-95,-4 5 95,-4 15-28,-4 8-168,1 2-5,-4 2-18,-6 12 6,2-2 29,-9 19-24,5-2-38,0 11-40,4 11 34,4-11 28,3-4 6,3-17 84,2-13-12,0-1 6,3-11 22,6-14-16,1-7-56,1-3 83,2 0 6,-2 8 40,4-5-51,-5 10-56,-2 6-11,-6 8-23,2 7-11,10 24-16,-1 0 33,9 21 0,-11-18 0,5 7 22,0-8 0,14 3-16,9-19 28,-8-9 27,5-26-10,-22 3-1613,-1-12 0,-1-4 1770,-1-12-66,-3 8 1,-2 0 32,-4-12-175,-3 14 0,-2 3 0,-1 13 0,1 5 0,-3 5 3329,4 9-3329,-2 2 192,4 3-192,14 22 0,13 10 0,-6-5 0,2 2-340,0 1 0,-2 1 340,-3-7 0,-3 2 0,-2 5 0,-4 2-373,-8-4 0,-6 1-313,-5-1 0,-4 0-624,-19 22 1310,-7-30 0,0-7 0,8-3 0,-19 2 0</inkml:trace>
  <inkml:trace contextRef="#ctx0" brushRef="#br2" timeOffset="388282">21891 514 23030,'-2'-13'1405,"1"3"-1097,0 9-112,-1 0-39,0 0-50,-1-1 66,0-2-71,1 3 396,1-1-296,0 2 78,0-1-308,0 3 11,-2 0 0,-5 4 23,-9 7 16,-11 9-67,-8 12 25,15-10 1,0 2-288,-2 4 1,1 3 306,0 5 0,0 3 5,1 2 1,2 1-23,4 1 1,3 1-21,4-3 1,6 0-68,7-3 1,7-1-469,17 3 1,6-4 64,-10-12 0,4-3-2389,21 7 0,1-5 2896,9-7 0,-10-3 0,-21-10 0</inkml:trace>
  <inkml:trace contextRef="#ctx0" brushRef="#br2" timeOffset="388848">22553 688 24038,'-3'-22'437,"-20"6"-432,0 18 12,-29 3-4224,-3-1 4230,8 0 920,-12-2-618,26-3-179,9-2 106,4-1 101,16-1-319,1 3 3100,2 0-3184,0 17 66,-3 19 12,0 1-6,-2 0 1,1 1-23,0-2 0,1 0 0,-1 0 17,2 11-6,1 9-28,4-4 12,10-2 10,3-14 1,5-8 0,6-11-2056,5-13 1,3-5 722,18-2-457,-11-2 0,-2-3-2988,-2-5 4772,-7-3 0,-23 14 0,-3 1 0</inkml:trace>
  <inkml:trace contextRef="#ctx0" brushRef="#br2" timeOffset="389082">22177 996 24844,'45'-14'65,"0"-1"1,-3 2-1,-3 2-65,-2 3-229,4 3-1003,-9 4-8599,6 3 8271,-15 0 0,-7 1 1,-13-3-1</inkml:trace>
  <inkml:trace contextRef="#ctx0" brushRef="#br2" timeOffset="389555">22962 610 24895,'27'-23'106,"-1"0"0,17-13-61,0 21 6,-2 5-7,-2 3-21,-2 2-68,-14 7 6,-4 5 39,-6 3-62,7 24 34,-8 2 62,3 25-6,-8 1-385,-3-26 0,-1-2 362,4 23-11,2-12 1,1 1 5,-3-15 0,0 1 14,2 12 0,-2 0 3,-6 19-6,-10-18-16,-24-1-135,-1-24 0,-4-3-229,8-2 1,-2-2-863,-8-3 1,-5-1 0,3-3 1230,3-4 0,2-2 0,-1 2 0,3-1 0,-3-4 0</inkml:trace>
  <inkml:trace contextRef="#ctx0" brushRef="#br2" timeOffset="390199">23965 798 32767,'0'-6'0,"0"0"-301,0 6-251,0 0-123,-8 10 145,4 20-62,-5 0 346,12 9 1,6 1-2025,2-8 2081,15 23 69,7-44-309,9-7 292,15-10 50,-25-2 1,0-2-212,2-5 0,0-3 337,2-4 0,1 0-1592,4-4 1,0 0 1566,1-2 0,2-1 14,8-4 0,-2 2-112,-15 10 1,-2 1 94,7-4 1,-3 3-1,-1 2-73,3 0-1148,-5 8-939,-17 10-6975,-5 13 9950,-18 5 0,2-2 0,-2-6 0</inkml:trace>
  <inkml:trace contextRef="#ctx0" brushRef="#br2" timeOffset="391216">22990 648 9083,'-2'-3'5769,"0"0"-1417,2 3-1142,-22-17-2852,17 12 146,-15-14-252,24 14-151,7-2-28,5-3-23,8 0-22,6 4-5,5 6-68,3 10-39,5 11 67,0 14-123,-21-13 1,0 3 153,3 14 0,-3 2-3,-6-12 0,-2 2-3,3 18 1,-4 2-6,-9-15 0,-3 1 25,-7 14 0,-4 0-14,3-16 0,-3-2 11,-13 7 0,-4-3-216,3-15 1,-3-3 153,-7 6 1,-4-2-141,-1-2 1,-1-2-393,3-3 1,0-2-1272,4-4 0,3-1 1049,-11 0 0,20-6 0,13-3 0</inkml:trace>
  <inkml:trace contextRef="#ctx0" brushRef="#br2" timeOffset="391597">23006 671 24575,'-30'-54'392,"17"10"-403,38 44 11,8 0-61,28 7 21,-28 0 1,0 3-363,11 4 1,2 6 401,6 10 0,-3 5-307,-12-2 1,-5 4 322,0 9 1,-12 5 25,-26 4 0,-12 0-56,-2-8 0,-8-1-68,-4-6 0,-6 0 0,-1-4-1143,-7 0 0,-1-3 1225,8-7 0,-3-1 0,7-3 0,-17 7 0,8-6 0</inkml:trace>
  <inkml:trace contextRef="#ctx0" brushRef="#br2" timeOffset="408341">19819 1992 20761,'-8'-47'515,"-1"0"1,5 9-1,-4 7-119,-14 8-294,4 17 3,-14 4-50,6 9 415,-14 17 309,0 12-414,8-3 0,-1 3-330,6-5 1,2 2 256,-2 5 1,3-2 261,2 6-109,22 12-165,26-28-501,11 4-458,17-31 118,-13-9 118,10-19 448,-10-6-176,-13 3 0,-2-3 269,-5 1 0,-4-3 65,1-9 1,-3-1 31,-6 2 1,-2-1 51,0-7 1,-1 1-35,-2 11 0,-1 3 53,0-1 1,0 5-357,-2 7-300,-1 12 38,0 14 94,0 4 821,0 12-663,1 31 29,-1 13-197,0-16 1,-1 1 238,1-11 1,-1 0-42,1 10 1,-1 1-1097,1 0 1,1-1-610,1-1 1,2 1 1717,1 4 1,2-5 0,1-5 0,2-10-1</inkml:trace>
  <inkml:trace contextRef="#ctx0" brushRef="#br2" timeOffset="408747">20423 1656 18788,'0'-7'5649,"0"1"-5990,0 6 1173,-63-41-908,42 37 168,-17-11 1,2 9 122,21 44-174,0 6-162,7 5 0,1 5-538,2-7 1,0 2 657,0-1 1,0 4-1,0 1-206,0 7 0,1 2 0,1 0-66,1-14 1,0 1-1,0-2 1,1 0 52,-1 7 0,1-1 1,0-2-148,2 14 1,0-5-438,-3-20 1,-3-5 325,-7-1 107,-3 6-85,-8-69 334,10-12 110,4 5 1,1-2-270,3-21 472,4 12 1,2 0-1592,5-15 1668,-2 18 1,2 1 134,8-18-135,2 6-195,7 3-84,9 4-96,-2 13-677,0 10 0,4 2-6814,21-7 7598,-20 11 0,0 1 0,2 2 0,-17 7 0</inkml:trace>
  <inkml:trace contextRef="#ctx0" brushRef="#br2" timeOffset="409081">20903 1825 18487,'0'-4'5231,"0"1"-3865,0 3-648,-67-45-4938,35 41 4339,-15-8 1,2 9 368,20 36 743,3 22-1229,24-21 1,7 0-56,13 20-110,-1-18 1,3-2 25,0-10 1,0-3 173,2 1 1,-1 0-147,-2 5 0,-3-1-505,-3 11 3228,-25 4-2784,-19-23 439,-9-8 1,-4-3 176,-22-1-713,17-3 1,0-3-525,12-3 0,3-4 824,-18-15 0,24 8 0,11-3 0</inkml:trace>
  <inkml:trace contextRef="#ctx0" brushRef="#br2" timeOffset="409573">21465 1786 21566,'0'-6'4200,"0"0"-2698,0 6-421,-18-40-1743,0 72 1029,-4-4 0,-1 6-216,4 21 0,3 9-637,3-12 0,0 2 0,3-3 356,-2 8 1,8-4-916,17 3 0,8-5-175,-5-18 1,6-5 1147,14-8 1,10-4 0,-7-6 0,5-3 0,-8-8 0,0 1 0</inkml:trace>
  <inkml:trace contextRef="#ctx0" brushRef="#br2" timeOffset="410289">22351 1784 22554,'-22'-33'144,"1"0"0,-15-17 59,-8 68 725,-1 0-625,6-3 1,-2 0 82,-15 4-248,23-8 0,3-2 49,7-3 615,9-2 25,7 2-138,2 0-579,3 5-205,-1 2-44,2 9-38,-1 6 28,0 18-373,0-12-29,1 18 60,3-15 150,5 9 175,7-1 64,15 6-42,-6-19-3319,24 10 3448,-25-29-32,20 3-501,-14-13-1268,6-8 2003,4-11 1,-19 7 0,-1-5 0</inkml:trace>
  <inkml:trace contextRef="#ctx0" brushRef="#br2" timeOffset="410463">22032 2089 19702,'-4'-1'6501,"2"1"-5319,2 0-1123,4-21-579,16 12 134,17-17-498,5 20-1856,-8 2 0,2 0 2720,17-1 1,-8 1 0,-19 2 0</inkml:trace>
  <inkml:trace contextRef="#ctx0" brushRef="#br2" timeOffset="410673">22706 2017 22119,'-5'11'3232,"2"-3"-3200,3-8 1147,0 0-963,-21 54-539,12-23-4593,-5 17 1,0 2 4864,7-9 1,0 2 0,6-30 0</inkml:trace>
  <inkml:trace contextRef="#ctx0" brushRef="#br2" timeOffset="411047">22961 1899 29103,'-8'22'-790,"1"-6"542,9 40-230,0-16 174,0 20 84,1-16 56,0-13 53,1-4-211,4-14 242,1-5 200,24-28 197,-6-5-134,9-13 346,-3-5-33,-1-4-82,-2 3 4,-2 1-7,-14 21-110,-7 10-1048,1 6-1389,0 7-751,2 2 2841,2 5 0,-6-4 0,0 2 0</inkml:trace>
  <inkml:trace contextRef="#ctx0" brushRef="#br2" timeOffset="411330">23560 1841 24883,'-7'-45'752,"1"0"1,-1 4 0,3 11-893,4 24 160,0 10 1,5 13-154,6 19 34,8 22 27,-1-1-30,-5-6 1,-3 5 48,-4-1 0,-5 3-1102,-4-6 1,-4 3-1,-4-2-603,-4-4 0,-3-2 0,-3-2 1792,-4-4 0,-2-1 1,0-6-1,-1-4 1,2-6-1,-10 4 1</inkml:trace>
  <inkml:trace contextRef="#ctx0" brushRef="#br2" timeOffset="413323">15618 1069 32767,'11'-38'-267,"-4"16"-854,-14 53-803,-1 6-7907,-2 14 8311,3-21 1,1 0 0,5-25 0</inkml:trace>
  <inkml:trace contextRef="#ctx0" brushRef="#br2" timeOffset="413814">16217 424 32767,'-25'-10'-299,"7"2"-1196,-18 16 1177,8-2 177,-10-1-78,14-2 47,-2-2 14,16-1-1181,-1 0 771,3 0 3,3 0-197,2 1 71,1 3-133,-3 6 19,-3 9 66,-4 9 293,-8 24 265,5-14 93,4-7 1,1 1 16,3-1 1,0 0-128,-3 29 221,6 2 5,11-25-17,1-18 34,9-1-23,0-8-139,19 1-275,-1-6-589,12-3 12,-17-4-3108,2-4 3229,-14-5 0,-4 4 0,-6 0 0</inkml:trace>
  <inkml:trace contextRef="#ctx0" brushRef="#br2" timeOffset="413982">15898 790 22347,'34'-29'-1339,"0"0"0,0 1 0,0 7 1339,14 13 0,-17 2 0,-13 4 0</inkml:trace>
  <inkml:trace contextRef="#ctx0" brushRef="#br3" timeOffset="423073">20755 2753 22032,'2'-53'477,"0"14"-231,0 49-16,-1 11-17,1 8-6,-1 9-33,-4 5-107,0-8 47,-3 6 1,-1 3-75,-1 9-24,2-7 1,-1 4-9,2-4 1,2 0 2,-1-10 0,1 1-305,-2 12 0,0 0 299,1-14 1,0-1-1,0 2 1,0-1-6,-1 1 0,0 0-153,1 0 0,1-1 161,-1 1 0,1-1-8,2 0 0,0 1 3,-1-1 0,1 2-3,1 1 0,0 0-3,-1 1 0,0 1 6,0 1 0,0 1 0,-1 0-1,0 0-394,-1 1 1,0 1 394,0 0 0,-1 0 5,1 2 1,-1-1-4,1 0 1,0-1 5,-1 0 0,2-1-8,-1-1 0,1 0-1,1-2 1,-1 1 11,1-1 0,0-1 3,0 23 53,0-17 0,-1 0-70,0-13 0,0 1 3,-1 14 0,-1 1 2,-1-8 1,0-1 2,-1 1 1,0-2-6,-1 0 0,0-1-3,-1-2 0,1-1 5,-3 18 3,2-15 1,2-1 139,-2 12-151,4-14 1,0 0-9,1 14 825,2-5-814,1-11 17,0 11-23,0-15-27,-1 9 339,-1-13-928,-1-7-2620,0-9 3242,1-4 0,0-4 0,2 0 0</inkml:trace>
  <inkml:trace contextRef="#ctx0" brushRef="#br3" timeOffset="424141">20826 3126 7971,'-7'1'8374,"2"-1"-5845,5 0-1605,0 0-133,-52 7-225,36-4-281,-37 3 51,55-4 397,15-4-582,5 0 68,33-5-130,-14 1 1,3 0-338,8-2 0,1 1 248,4 0 0,-4 1-3,-16 2 0,-4 0 3,13 1-6,-31 3-55,-1 0-370,-7 0 83,-4 0-1237,-3 2-5383,-1 0 6968,-1 2 0,2-2 0,-1-1 0</inkml:trace>
  <inkml:trace contextRef="#ctx0" brushRef="#br3" timeOffset="424790">21583 3021 23338,'-40'-44'101,"15"31"-96,32 36 14,8 20 1,5 4 8,5 3-167,-3-6 0,0 0 139,3-7 117,8 4 303,-17-27-56,7-1-73,-11-24-140,-3-5 185,7-23-34,-7 14-212,0-4 0,0-3-57,3-7 12,3-14 0,-1 17-56,-4 12-45,3 5-701,8 6-2716,7 4 3473,5 3 0,-18 5 0,-8 1 0</inkml:trace>
  <inkml:trace contextRef="#ctx0" brushRef="#br3" timeOffset="425241">22352 3054 22565,'28'-25'33,"-1"0"1,5 2 0,1 4-208,29 8-1166,-12 5 1,0 1-72,-1 1 1411,-2 4 0,-5 0 0,-19 1 0,7 3 0</inkml:trace>
  <inkml:trace contextRef="#ctx0" brushRef="#br3" timeOffset="425406">22437 3233 8382,'-3'2'8178,"1"-1"-5578,2-1-3335,66-15-3107,-9 0 3608,-4 2 0,-2 1 0,-3-2 1,-20 6-1</inkml:trace>
  <inkml:trace contextRef="#ctx0" brushRef="#br3" timeOffset="425856">23503 2842 22979,'-55'-5'172,"-1"0"0,5 0 0,4 3-32,-1 4 5,9 0 1,12-1 33,9-1-101,10 0 6,3 0-72,5 0-24,-1 0 7,-1 3 22,0 4 27,-7 21-21,1 1 10,-7 19 40,-1 1 39,-2 7-230,8-26 1,2 1 262,-8 31-50,7-4 1,6-6-12,11-6-129,0-13 124,16 5-62,-5-15-62,10 8-4158,8-9 2847,-9-8 1422,28-4 0,-37-8 0,11-2 0</inkml:trace>
  <inkml:trace contextRef="#ctx0" brushRef="#br3" timeOffset="429991">24000 3089 21814,'-6'-46'689,"1"0"0,-1 2 0,2 12-532,2 27-152,-4 11 85,-3 30-73,-1-1 0,0 2-12,2-5 1,-1 2 10,-4 14 1,-2 6 0,1-5-12,5-14 1,-1 0 12,-1 6 1,0 5 0,1-10 54,2-2 297,3-10 190,6-30-504,5-16 14,5-19 0,2-4-47,4-14 5,-4 14 0,3-7 0,-2 5 28,-1 10 0,1 0 0,1-3 0,2-4 0,-1 4-31,1 6 0,0 4-14,2-3 1,2 6-1,5 10 11,2 10-39,0 17 1,7 37-1,-14-11-356,-4 8 1,-2 4 136,-1 6 73,-3-16 1,0 1-365,7 17-352,-1-8-919,-2-11-2621,-4-11 56,-4-11 4363,-2-8 0,-3-5 0,-1 0 0</inkml:trace>
  <inkml:trace contextRef="#ctx0" brushRef="#br3" timeOffset="430182">23943 3333 23282,'31'-48'-2,"0"-1"0,1 4 0,3 10-413,-1 21 1,0 7-712,22-6-3790,-14 8 1,-3 1 3477,-4 2 0,10 0 1,-37 2-1</inkml:trace>
  <inkml:trace contextRef="#ctx0" brushRef="#br3" timeOffset="430373">24728 3182 22929,'-10'42'-380,"0"0"1,1-2 0,2-2-9452,-1 14 7373,4-20 0,-1-2 1,5-25-1</inkml:trace>
  <inkml:trace contextRef="#ctx0" brushRef="#br3" timeOffset="431048">25053 3049 19400,'-1'-4'4111,"1"1"-3455,0 3-617,-7 34 62,5 3-34,-5 21-17,8-14 45,-1-17 281,2-4-63,-2-12 181,1-2-97,-1-10-201,-2-5-89,-3-7-40,-2-11-11,0-10 5,3-11 7,6-8 4,7-3-1695,-1 25 0,1 0 1651,5-8 22,6-6-2284,1 20 2234,-4 6 0,10 1-6,-6 13 0,7 1-5,3 10 2268,0 9-2279,-1 12-17,-6 10-12,-9 6 18,-10 6 22,-15 0 16,-9-2 29,-9-8 3386,1-8-3370,2-12 1,5-8-7,5-9-4,3-9-24,6-7 18,2-9 0,6-2-1,6-2-33,7 3 6,5 4 16,6 7-27,-5 6-29,34 23 12,-20 4-1,-4-2 1,-1 3-40,1 17 1,-10 1-46,-13-1-66,-18-2-214,-13-2-3374,-4-10 1150,-24-1-4328,14-15 6939,-10-1 0,26-7 0,11-3 0</inkml:trace>
  <inkml:trace contextRef="#ctx0" brushRef="#br3" timeOffset="431282">25721 3192 19300,'6'1'2845,"-2"0"-532,-4-1-2436,-3 68-96,0-42-652,0 18 1,-1 2-8036,-6-16-925,2-1 9293,0-7 1,5-16-1,2-3 1</inkml:trace>
  <inkml:trace contextRef="#ctx0" brushRef="#br3" timeOffset="431522">26059 2945 21175,'0'-3'3949,"0"1"-3181,0 2-751,16 11-17,-9 17-23,12 17-105,-14 14-223,-4-21 1,1-2-210,0 14-613,-2-17 0,1-1-5790,2 5 6115,-2 1 0,1-17 0,-1-11 0</inkml:trace>
  <inkml:trace contextRef="#ctx0" brushRef="#br3" timeOffset="431822">26071 3162 21192,'1'-57'1001,"1"1"0,-3 11 0,4 3-637,12 4 0,3 6-269,0 4-23,3 0 1,2 4 34,8 7-34,8 4-40,11 13-33,-14 8 0,-2 11 0,-1 3-17,-1 8 3,0 3 0,0 3-190,-12-7 1,-3 1 166,3 8 1,-2 2-1,-6-1 1,-6-1 2,-6-2 1,-8-1 5,-13 1 0,-5-4 6,-17 9-26,7-17 0,-4-5-215,-13-3-40,20-9 1,-1-2-1160,-3-4 1,1-4-8370,-14-8 8401,9-3 0,27 3 1,11 8-1</inkml:trace>
  <inkml:trace contextRef="#ctx0" brushRef="#br3" timeOffset="432064">26952 3227 19944,'1'4'2755,"0"0"-1646,-1-4-1070,-17 51-78,5-32-143,-6 13 0,-2 0-1773,-12-13 1955,-10 3 0,19-10 0,5-4 0</inkml:trace>
  <inkml:trace contextRef="#ctx0" brushRef="#br3" timeOffset="432565">27504 2774 23959,'-47'-13'140,"0"2"-112,11 11 6,-2 0 33,-4 0-39,12 0 17,2 2-28,17 1 11,4 2 11,4 3 17,2 7 45,0 7-28,1 2 179,-3 30-62,-4-8-112,1-11 1,-1 1 16,-8 22-33,2-5-28,4-15 100,8 8-55,11-19-7,12 8-27,13-14-39,13-9-62,7-7-107,-1-4-1640,3-12 414,-25 3-8442,-2-18 7373,-26 16 0,0-5 1,-4 12-1</inkml:trace>
  <inkml:trace contextRef="#ctx0" brushRef="#br3" timeOffset="432733">27259 3067 24760,'28'-19'-577,"7"4"-223,-3 12 800,2 2 0,-1 1 0,-10 0 0,21 0 0</inkml:trace>
  <inkml:trace contextRef="#ctx0" brushRef="#br3" timeOffset="433523">27879 2616 25124,'-15'-28'673,"6"4"-578,19 18-56,4 0-28,3 1-11,-1 3-5,-3 1 10,1 6 12,-6 0 6,1 6-7,-2 2-10,0 2-6,1 2 0,2 3 6,-1-4-6,5 18 5,-4-4-5,2 15 23,-7-1 5,-9 6 0,-5 5-12,2-24 1,-2 0 0,0 1 0,-1 1-12,2 0 1,0-1-17,1 0 0,2 0 11,-1 28-6,6-5-22,1-8-17,-12-3 23,0-18-129,-27 0-612,-9-15-2214,11-6 1,-1-2 2297,0-2 1,3 0 0,-2 0-1,22-2 1</inkml:trace>
  <inkml:trace contextRef="#ctx0" brushRef="#br3" timeOffset="441556">20717 3990 8634,'-10'2'3507,"3"-1"-2387,7-1 1547,0 0-2225,-34 1-11,18 1 17,-29 2-5,23 1-18,-4 0-33,2-1-201,7-1 263,6 0-264,8-3 96,1 1-157,8-2-23,3-2 1,9-2-1,4-1-28,5-2-16,2 1-28,0 0-23,0 2-39,-2 2-140,0 1-398,-2 2-1439,-2 3 2005,-3 3 0,-10-2 0,-2 1 0</inkml:trace>
  <inkml:trace contextRef="#ctx0" brushRef="#br3" timeOffset="442555">21432 3913 14768,'-13'-53'1745,"1"-1"1,0 6 0,-2 9-979,-6 17-347,-2 10-319,7 6-17,-7 15-34,6 11-3430,-9 24 3388,13-11 0,1 2-30,-1 10 0,1 3-367,0 8 1,1 3 293,3-16 0,1 1 0,1 4-295,1 4 1,1 4 0,0 1 0,0-3-9,0 2 0,1-2 0,0 2-87,1-3 1,0 1 0,0 0 0,0-5 254,-2 16 1,-1-9 341,2-19 0,-2-5 420,-14 18-107,-4-45 2711,-11-13-2811,-2-12 68,0-28-253,14 11 31,11 5 0,4-2 299,6-14-78,9-15-174,10 3-165,-4 32 1,3 1-40,3-1 0,2 3 302,5-2 1,1 2-323,3-1 1,2 1 315,3-1 1,2 1-311,0 0 0,0 1-3,-1 0 0,0 0 17,5-6 0,-2-1 11,-3 0 1,-3 0 21,-3 3 1,-4 0 154,10-14 111,-26 21-240,-9 11-23,-5 3 174,-3 6-280,-5 2 523,-2 7-501,-5 9-5,-1 13 11,0 11-6,5 9 3,10-15 1,3 1 13,7 13 67,10 5 113,4-35 150,1-10 107,-3-13 57,0-9-225,-4-4 437,3-19-202,-10-2-364,1 1 96,-13-3-62,-3 18-79,-6-3-28,-2 6-66,-1 5-24,6 7-122,0 2-185,7 5-404,1 5-3758,5 9 4509,9 5 0,-6-4 0,5-4 0</inkml:trace>
  <inkml:trace contextRef="#ctx0" brushRef="#br3" timeOffset="442915">21956 4086 15885,'0'-3'4895,"0"1"-3436,0 2-1436,9-10 64,1 13-87,16 5-17,9 34 19,-15-11 1,-3 3-1664,0 2 1,-5 1 1654,-5 4 1,-6-1 36,-6-7 0,-4-2 92,-16 22 129,-4-17 459,-1-18-476,12-14 152,3-15-51,13-14 3296,10-13-3573,4 8 0,2-1-59,2 4 0,2 0 0,1 0 0,0 2-34,23-16-128,-7 15-381,8 0-661,-6 11-4722,-2 10 5078,-12 8 0,-10-1 0,-10 0 0</inkml:trace>
  <inkml:trace contextRef="#ctx0" brushRef="#br3" timeOffset="443198">22691 3953 24637,'-2'-56'90,"-5"26"-40,-17 85-39,3-8-6,2-2 1,0 3-675,5-10 0,1 1 629,1 0 1,1 4 0,1-1-485,0 14 0,3-2 403,1-1 1,6-1-356,10-5 0,9-3-1608,18-3 1,5-3-133,-9-6 1,2-2 2215,19 5 0,-3-8 0,-17-12 0,0-3 0</inkml:trace>
  <inkml:trace contextRef="#ctx0" brushRef="#br3" timeOffset="443839">23361 4160 13844,'-1'-4'7074,"0"0"-4699,1 4-2414,-9-39 50,6 42 11,-9-18-3386,3 77 3370,1-13 2,0-10 1,-1 2-14,-5 12 39,-4 7 72,1-8 364,7-21 236,3-13-185,6-19 3057,6-12-3494,1-4 161,14-29-150,2 3-50,-5 11 0,0 0-12,10-11 12,-7 15 0,0 2-34,-1 3 0,9-9-22,5 18 5,-7 7-16,18 6-34,-11 14-11,-7 4-774,14 29-4,-20-16 845,0 10 0,-2 0 0,-9-16 0,5 20 0</inkml:trace>
  <inkml:trace contextRef="#ctx0" brushRef="#br3" timeOffset="444672">24591 4294 22604,'-11'-33'109,"-1"1"1,-14-11-88,1 67-11,-6 13-11,2 10 0,6 1-17,9-2 1,23 4 66,8-21 107,14-3 106,-3-23 90,-2-10-12,-5-9-49,-5-8-46,-6-8-56,-6-5-78,-8-2 56,-12-9-117,1 16-68,-6 2-101,9 21-212,4 6-364,2 9-6350,7 10 2653,3-1 3823,8 9 1,-5-17 0,1 0 0</inkml:trace>
  <inkml:trace contextRef="#ctx0" brushRef="#br3" timeOffset="445024">24984 4127 17468,'0'-4'4879,"0"1"-4415,0 3-413,-42 45-34,27 8-1113,-7-2 0,0 4 1073,19 2 1,5 1-44,0-16 1,0 1 0,1 1-81,1 2 1,1 1 0,0 1-281,0 12 0,1 2 0,-3-1-26,-3-7 1,-2-2-1,-1 0 218,1-1 1,0-1 0,-6-2-85,-7-5 1,-5-2-1,-2-4 224,-9-1 0,-2-4 189,2 0 0,-4-5 299,-8-9 1,1-13 435,-3-37-550,21 8 0,3-4-121,10-5 1,7-3 223,7-9 1,5-2-203,1 6 1,2-1 134,5-9 1,2-1-121,1 4 0,1 2-123,-1 4 0,2 2-87,0 4 0,1 3-191,0 2 1,2 3-751,1 3 0,2 1 955,4 1 0,-1 2 0,3-2 0,-1 4 0</inkml:trace>
  <inkml:trace contextRef="#ctx0" brushRef="#br3" timeOffset="445614">25942 4162 5674,'0'-10'9600,"0"2"-7474,0 8 831,0 0-2122,-3-26-650,-7 19 83,-1-20-224,-26 29 748,13 1-770,-28 3 29,12 0 10,-7-2-5,6-1-5,11-3-23,10 0-23,9 0-5,4 2 0,3 0 17,-1 5 0,-4 8-11,3-3 22,-8 22-17,8-15 11,-7 23-5,7-17 28,-7 32 11,5 2-39,0-3 13,5-22 1,2-2 20,1 6 5,5 17-17,2-14 280,14 3-224,-6-26-3369,30-1 3139,-20-16-2254,12-3 0,2-2 2363,6-2 0,6-3 1,-30 5-1</inkml:trace>
  <inkml:trace contextRef="#ctx0" brushRef="#br3" timeOffset="451157">26461 4227 11026,'3'-7'8167,"0"2"-6095,-3 5-1557,0 0 1205,-7-29-1636,0 23-11,-12-15 39,-5 36-3409,-15 12 3359,-11 11-26,20-17 1,0 1-106,0 1 0,1 0 80,-15 12-11,9 14-11,27-15-292,18-2 1,8-2-1597,25 9-832,-3-14 1,2-2 2288,-7-10 0,-3-2 0,12 4 0,-19-8 1</inkml:trace>
  <inkml:trace contextRef="#ctx0" brushRef="#br3" timeOffset="451330">26796 4559 8735,'0'-6'7680,"0"1"-1894,0 5-5579,-10 18-112,6-3-762,-10 32-3774,9-17 4441,0 9 0,2-27 0,2-7 0</inkml:trace>
  <inkml:trace contextRef="#ctx0" brushRef="#br3" timeOffset="451848">27350 4504 18431,'2'-3'4442,"0"1"-2588,-2 2-1737,-38-62-78,18 46 9,-17-17 0,-3 7-9,-3 35-22,-16 8-23,17 6 0,9 6-27,5 14 16,15-17-33,12 20 22,19-27 0,14 5 22,7-14 12,2-8 33,-1-10 62,-5-8 55,-4-8 24,-7-9-17,-5-8 10,-2-14-84,-9 23 1,0-1-251,-1-3 0,1 1 295,0 1 1,-1 2 112,5-18-79,-4 18-96,-4 17-66,-2 9-6,-1 12 11,-1 12 6,1 19-11,-4 17-1438,-4-10 1,-1 1 1391,2-12 1,-1-1-473,-5 18 0,1-1-4100,2 13 4612,5-28 0,0-2 0,3 7 0,1-20 0</inkml:trace>
  <inkml:trace contextRef="#ctx0" brushRef="#br3" timeOffset="452373">27766 4160 15417,'-4'0'5462,"1"-1"-2438,3 1-2850,-14-18-62,23 10-11,-8-15-6,25 16-56,1 2 12,1 2-40,-10 2 0,2 1 6,-11 3-12,2 4-5,0 6 6,0 11 28,-4 9-12,-4 3-11,-6 3-5,-3-3 5,-3 16-5,2-13-1,3-7 1,1 1 11,1 15 5,0 16-5,2-2 50,0-4 51,-5-9 10,-10-8-21,-16-9-152,-19-9-423,18-15 1,-2-2-212,-5-2 1,2-1-1,-7-1 1,6-3 0</inkml:trace>
  <inkml:trace contextRef="#ctx0" brushRef="#br3" timeOffset="453197">28220 3986 17994,'-38'-17'1387,"-1"0"1,3 1-1,11 3-771,22 8 90,2 1-404,0 3 331,0-1-599,4 13 16,3 7-28,3 7 18,7 21-12,-4-7 0,0 4-735,2 6 1,0 4 722,-3-8 1,1 2 0,0 2 0,-1 6 0,-1 1 0,-2-2-38,0-7 1,-2-2-1,-3 2-397,-4 12 0,-4 2 0,-2-7-266,-2-6 1,-7-4-2021,-6-4 1,-8 0 0,0-5 2703,-6-5 0,1-5 0,3 0 0,2-3 0,-11 2 0</inkml:trace>
  <inkml:trace contextRef="#ctx0" brushRef="#br3" timeOffset="454581">26338 4909 19456,'-34'-8'540,"1"1"1,-18-5-395,59 11-51,10 1-34,9-1-33,9 1-3380,11 0 3363,-16 0-6,5 0-10,-25 2 27,-2-1 85,-8 2 5,-9 0-23,-8 2 3365,-12 2-3421,-10 1 29,-5-1 39,-5 0-56,18-4 72,3-1 40,22-2 135,2 1-219,20-3-45,5 0-45,20-1 39,2-1 1,5 2-18,-12 1 29,11 0-28,-30 1 44,6-1 0,-24 1-33,-30 4-11,-22 3 10,10-3 1,-3 1 0,5-1 0,1 0 8,5-1 0,3-1 3,0 0 62,19-1-28,12-1 61,14-1-11,15-1-39,16-2-1,10-1-1681,-22 2 0,0 0 1833,14-1-67,-8 0 162,-21 1-218,-12 1-2062,-4 1 1,-2 0-1</inkml:trace>
  <inkml:trace contextRef="#ctx0" brushRef="#br3" timeOffset="460824">21469 5447 19087,'7'-54'1512,"0"1"0,0-2 0,-2 9-800,-2 22-231,-1-4-279,-1 18-141,-1 6-10,-9 54-46,4-21-19,-4 20 0,-2 5-137,-4 8-446,3-7 1,-1 3-3448,4-8 1,1-1 3364,0-5 1,2-2-1,0 14 1,4-38 0</inkml:trace>
  <inkml:trace contextRef="#ctx0" brushRef="#br3" timeOffset="461014">21412 5930 23769,'1'-34'-9831,"4"11"7373,-2 25 0,1 3 1,-3-4-1</inkml:trace>
  <inkml:trace contextRef="#ctx0" brushRef="#br3" timeOffset="461424">21735 5566 19230,'0'-5'4834,"0"1"-4174,0 4-654,-3-34 173,6 38-167,1-16 73,7 52-80,5 9-5,2 5 12,-1-11 10,10 12-16,-10-27-3101,4 5 3191,-12-21 240,-3-8-28,-4-10-101,3-7 6,5-14-23,4-11-38,7-10-2359,-2 7 2246,1 2 62,16-12 2162,-13 20-2336,11-10-246,-21 30-645,-4 9-1259,-2 11-6644,2 8 8867,-1 6 0,-2-7 0,-3-6 0</inkml:trace>
  <inkml:trace contextRef="#ctx0" brushRef="#br3" timeOffset="461663">22343 5747 26329,'5'-35'-2644,"1"12"2644,-2 37 0,-2-4 0,2 0 0</inkml:trace>
  <inkml:trace contextRef="#ctx0" brushRef="#br3" timeOffset="463073">22630 5662 13820,'1'-3'7225,"1"1"-5829,-2 2-959,14-63 198,-8 26 1,0-1-895,4-8 1,0-2 535,-1 0 0,-1 3 832,7-15-840,-3 14-74,-2 7-212,-8 34 23,-2 13-6,0 16 678,-2 22-673,-1-15 1,-1 4-6,-3 15 0,-1 1-9,1-5 1,-1 0 15,0-2 1,1 0 0,1-5 1,0-2 8,0 15-23,-1 6 6,3-14 0,3-21 45,0-10 33,2-12-44,1-5 39,9-16-3443,6-17 3370,8-11 6,-1 3-168,4 1 179,-4 15-40,23-7-16,-14 20 22,6 4-56,-9 28 3352,-15-2-3324,9 19-3172,-11 3 3183,-3-6-11,1 11-27,-5-19-46,2 3 68,-1-10-29,11-5 102,-3-14 3391,6 0-3330,0-14 0,-5-3-45,5-9 45,2-11-11,-6 4 22,2-4 62,-9 9-45,-5 10-11,-2 6-101,-2 11-17,-2 3-11,-11 20 28,4-4-17,-10 16 0,-1 4-22,-3 10 22,5-9 1,2-1 10,2 2-5,9 0-12,8-16 40,5-1-6,13-12 23,0-12-6,2-5 34,1-13 22,-6-2 39,5-9 34,-5-3 27,-3 1-3307,-3-4 3202,-5 15 55,-1-7 6,-2 11-84,2 2-34,1 2-22,0 9-16,1 4 4,1 13 24,2 15 3380,-4 0-3415,1 17 23,-5-20-11,2 14-28,4 6-6,7 4 79,7 6-40,-1-17 0,3-2 23,-7-9-22,-4-3-12,-9-3 34,-16-14-1,-5 0 7,-14-9-85,3 0-39,-1 0-1024,-10 0-74,16 3 1199,-26-2 0,32 4 0,-6-2 0</inkml:trace>
  <inkml:trace contextRef="#ctx0" brushRef="#br3" timeOffset="464757">23439 5750 5881,'2'-11'7501,"-1"3"-4040,-1 8-1658,0 0-412,-36-46-1077,19 32 357,-25-33-425,17 44 1790,4 4-1941,-10 5 1,4 6-18,-2 8-28,-2 8-27,0 4-12,7-4 45,-5 17-34,13-13-3391,-1 20 3374,10-23-2234,9 3 2375,7-19 55,9 0 1,10-7 0,8-11 16,5-4 84,0-9 57,-3-5-39,-5-7-108,-8-5 2208,-5-4-2207,-6-1-6,-6 4-28,-5 7-44,-1 8-23,-2 7 3336,0 5-3431,0 5-46,0 2 7,0 9 33,4 6-16,3 12-1,4 9 0,0 6-16,0 5 22,0 2-6,0-1 6,2-7 0,4-8-5,3-10 38,5-9-3425,-4-7 3398,22-13 15,-8-5 7,16-13 67,-10-7 23,-7-10-62,-5-8-28,-8-8 39,-6-2 51,-6 2-12,-6 9-11,-1 9-5,-5 10-17,2 9-12,-4 8-50,3 6 3353,-1 5-3387,2 4 31,0 6-8,1 8-6,2 12-10,6 10 10,12 9 12,14 6-172,-12-26 1,1 0 120,0-1 1,-1 0-130,13 21-335,-27 9 189,-15-18-220,-12-9 0,-6-1-2093,-27 9 2633,15-14 0,1-1 0,-6 3 0,6-9 0</inkml:trace>
  <inkml:trace contextRef="#ctx0" brushRef="#br3" timeOffset="465097">24229 5428 21999,'0'-5'2789,"0"1"-1343,0 4-1379,-8-32-4240,-4 46 4206,-11-13 350,8 26 0,2 11-372,-9 20 0,7-15 0,-2 6 0,4 0-642,2 9 1,3 0 570,-2-13 0,-1 1 0,8-1-340,11-1 1,6-1-1,8-7-2197,23-2 1,10-7 2596,-9-5 0,3-2 0,-3-2 0,7 0 0,-4-6 0,-12-9 0,0-1 0</inkml:trace>
  <inkml:trace contextRef="#ctx0" brushRef="#br3" timeOffset="465680">24786 5767 15345,'2'-5'5718,"-1"1"-3326,-1 4-1462,2-65-622,-10 44-224,5-15 0,-4 4-39,-9 27 33,-11 9 17,-7 14-83,6-1 21,1 15 1,4 4-17,8-6-29,1 6 1,3 1-84,14 1-611,21 16-1126,9-24 1,6-4 475,-12-5 1,2-2 1311,26 0 0,-4-5 0,-22-9 0,11-1 0</inkml:trace>
  <inkml:trace contextRef="#ctx0" brushRef="#br3" timeOffset="465941">25242 5519 20028,'-3'-5'4878,"1"2"-4026,2 3-763,-23-30-83,20 27 22,-3-4-17,21 27-31,7 11 1,0 5-15,-6-8 1,-2 2-426,6 14 0,-2 4 287,-7-4 1,-4 0-252,-5 2 1,-7 0-2855,-8-5 0,-6 1 0,1-4 2406,3-3 0,-1-3 0,-10 8 1,2-10-1,17-21 0</inkml:trace>
  <inkml:trace contextRef="#ctx0" brushRef="#br3" timeOffset="466464">25652 5885 24396,'4'-39'294,"-1"1"0,3-22-283,-1 67 23,3 11-12,4 14-5,-2-3 11,4 25-5,-2-17 5,7 13 22,1-19 73,6-10-44,-3-10 89,14-10 84,16-19-526,-23 7 0,1-2 335,7-7 1,1-1-20,-5 0 0,-1 1-17,1-1 0,0 1-8,-2 2 0,-1 1-34,26-11-17,-19 10-649,6 7-1165,-18 7-6050,6 7 7107,-16 3 1,-7 1 0,-7-2-1</inkml:trace>
  <inkml:trace contextRef="#ctx0" brushRef="#br3" timeOffset="469515">21037 6753 20442,'-11'-40'351,"1"-1"0,0 4 0,-3 11-239,-12 25-12,-4 12-4,-7 10 16,6 8 0,0 5-84,6-6 0,2 0 6,-7 12 0,3 1-12,3 14-16,13-6 10,18-9 29,11-10 6,5-13 212,19-11-28,-11-16 6,15-13 28,-11-14 50,-3-11-384,-18 20 0,-3-2 185,-1-2 1,-2-2-1649,-1-4 1,-1-1 1628,-1-2 0,-1 0 11,0 1 0,-1 0-17,0 5 1,0 1 100,3-17-45,-2 17-95,-2 16 234,-1 11-318,0 10 3426,1 11-3398,0 18-11,0 20-20,-3-18 0,-1 3-437,-1 6 1,-2 2 198,0 4 0,-1 1-356,1 1 1,0 1-726,0-2 0,3-1-994,4-5 1,4-3 2343,6-4 0,1-4 0,3 2 0,6-13 0</inkml:trace>
  <inkml:trace contextRef="#ctx0" brushRef="#br3" timeOffset="469898">21567 6764 15373,'3'-36'3237,"-1"0"0,-2-12-2671,-1 6 0,-2 2 134,-10 5-369,-5 16-219,-1 12-51,-1 18 12,1 14-22,0 22-37,9-15 0,1 4-172,0 5 0,0 6 89,2 8 0,0 6 0,1-4-760,0-2 0,2 3 516,1-4 1,0 8 0,1 1 0,0-7-153,0-10 0,1-3 0,-1 0 173,1 9 1,0 1 0,-4 0-589,-6 5 1,-3 0 0,-2-6 722,-3-7 0,-3-3 661,-12 13 0,-2-9-246,-3-21 230,4-47 167,27-33-336,7 14 0,5-3-549,3-9 0,5-2 471,4 8 0,3-3 0,-1 4-155,3-4 1,1 1-7,1 6 1,3-2 0,-1 6-11,-1 6 0,1 2-190,4-5 1,1 1 37,-2 6 1,-1 2-283,0 2 0,1 1-922,0 2 1,1 0-3631,1 2 1,0 2 4584,12-8 1,-14 12 0,-21 10-1</inkml:trace>
  <inkml:trace contextRef="#ctx0" brushRef="#br3" timeOffset="470157">22120 6730 22268,'-18'-40'670,"-1"1"0,6 3 1,-1 12-6085,-16 43 5509,14-3 659,-7 18 0,0 7-653,10-6 0,2 2-76,-4 12 0,1 1-17,9-13 1,4-1-1,6-1 1,4-3-48,17 19-26,-6-20 1,3 0-855,7 1 1,-1-3 487,12 9-2762,-1 5-464,-36-31 3657,-7 4 0,-3-14 0,-3-1 0</inkml:trace>
  <inkml:trace contextRef="#ctx0" brushRef="#br3" timeOffset="470913">22083 6753 4180,'-6'-4'7674,"2"0"-4236,4 4 12,0 0-1480,-20-40-1332,12 26 133,-16-30-491,16 37 898,0 3-1072,-2 2-22,-6 12 0,-2 6 39,-6 16 17,3 7-50,5-3 22,6-5 0,2 2-17,2 18-223,1-14 0,3 2 159,4-7 0,4-1 47,12 29-39,-3-32 1,3-1-15,6-1 0,2-2-6,4-1 1,3-1-9,3-1 1,0-1-1,0-3 0,-2 0 11,18 10-5,-25-4 6,-35-1-3333,-30 2 3279,7-11 1,-3 0-88,-7 0 1,0-1-281,7-2 0,0-2-355,-6 0 0,0-3 281,-21-1 1,18-1-1,10-4 1</inkml:trace>
  <inkml:trace contextRef="#ctx0" brushRef="#br3" timeOffset="471514">22708 6830 26889,'4'-51'780,"-1"0"0,0 6 0,-3 7-1561,-5 16 285,-2 10 48,-4 15 446,-4 17 104,-6 25 66,7-12 1,0 2-591,2-4 1,1 3 400,-5 25 1,4 1-23,6-29 1,2 1-8,1 11 0,3 7 0,3-5-642,8-7 1,4-1-255,9 16 1,6-2-2404,8-12 0,5-5 3280,-2-6 1,0-3 0,-11-9 0,-3-2 0,7-1 0</inkml:trace>
  <inkml:trace contextRef="#ctx0" brushRef="#br3" timeOffset="473698">23395 6841 9996,'1'-3'9320,"0"1"-5819,-1 2-2952,-10-39-168,-2 27-152,-13-27-145,6 39 90,-11 10-12,-5 17-100,-2 9-48,17-11 0,2 1-3,-2 13-11,12 4 0,6 1-62,14 2 17,-7-8 1,7-3-630,19-14 0,7-6 187,-4-5 0,0-2 153,7 3 1,3-2-1712,14-5 1,-2-4-2093,-17-2 1,-1-1 4136,12-1 0,-4-1 0,-2-4 0,-22 4 0</inkml:trace>
  <inkml:trace contextRef="#ctx0" brushRef="#br3" timeOffset="473889">24034 7051 15597,'12'-5'6021,"-3"1"-5309,-9 4 363,0 0-885,-26 37-190,13-16-89,-21 32-376,22-22-958,0 4-6822,-1 4 8245,-1-4 0,5-13 0,2-10 0</inkml:trace>
  <inkml:trace contextRef="#ctx0" brushRef="#br3" timeOffset="474372">24287 6975 18352,'0'-4'6268,"0"1"-5018,0 3-1239,-7-46 0,5 41 6,-5-34 0,13 71-12,2 2-10,9 21-7,3-1-10,5-1-3376,-4-13 3398,7 2 0,-5-15 17,-3-3 56,-5-11 5,-7-16 18,2-10 44,6-13 3414,4-10-3464,-1 1 16,-3 3 0,0-1 12,4-13-79,5-10 62,-9 15-101,-9 25-112,1-1-230,-4 13-27,1 4-1222,5 7-8240,7 9 7874,-4-4 0,0 3 1,-10-13-1</inkml:trace>
  <inkml:trace contextRef="#ctx0" brushRef="#br3" timeOffset="474605">25019 6737 26878,'7'-51'179,"7"26"-202,3 57 17,0 5 1,0 4-1015,-6-7 0,-1 1 835,5 17 0,-6 4-1653,-15-7 1,-7 2 0,-2-3 1837,-1 3 0,-3-4 0,-6 9 0,0-9 0,-1-17 0</inkml:trace>
  <inkml:trace contextRef="#ctx0" brushRef="#br3" timeOffset="476141">16412 1088 32767,'6'-43'0,"0"0"0,-1 2 0,1 10-32,-2 26 64,1 0-32,-3 30-1059,0-8-2215,-10 19 1,-3 3 3224,-2-1 0,-9 14 1,14-37-1</inkml:trace>
  <inkml:trace contextRef="#ctx0" brushRef="#br3" timeOffset="476463">17049 489 29139,'-45'-28'-345,"10"28"0,1 11 438,11 9 1,2 6-1308,-9 8 1,2 1 586,-1 11 637,13 15-307,22-23 59,12 14-392,17-19 121,14-8-915,-6-14 1,3-3 1419,-6-3 0,-1-1 0,-2 0 0,-3-2 1,3-3-1</inkml:trace>
  <inkml:trace contextRef="#ctx0" brushRef="#br2" timeOffset="488240">21934 7901 9822,'1'-9'8715,"-1"3"-6928,0 6 336,0 0-1495,-2-63-164,2 42-293,-1-15 0,0 2 53,1 24-39,0 2-112,1 3 151,3-1-107,-1 3-78,1 0 12,-4 3 50,1 5-51,0 1 180,1 19-96,-1 3-38,-1 19-52,-1-15 1,0 2-11,0-1 0,0 0-262,0 0 1,0 0 238,0 3 0,0 1 20,1-3 0,0 1 8,-1 11 0,1 3 3,-2 4 0,-1 0-365,0 4 1,-1 1 380,-1 2 1,-1 1-514,0-1 1,0 1 485,1-3 0,1-1 0,1-3 0,1-1-9,0-5 0,1-1-237,3 2 0,0-2 215,1 13 175,0-27 1,1-2-322,2-4-142,0 2-7307,0-12 7595,-4-7 0,1-6 0,-2-3 0</inkml:trace>
  <inkml:trace contextRef="#ctx0" brushRef="#br2" timeOffset="490507">22328 8071 14057,'-2'-4'7600,"0"1"-5186,2 3-2307,-18-40-40,13 37-11,-10-22 28,21 55 34,5 14-57,-2 12-42,-5-24 1,0 0-12,0 3 1,0 0-3,3 19 10,1-19 1,2-2 17,6 1 78,8 4 179,-5-27 298,1-23-136,1-19-262,-1-12-68,0-13-67,-10 24 0,-1 1-39,4-12 0,5-13-45,-5 28-219,4-1-559,2 12-1373,3 9-7652,10 8 7373,-11 2 0,-4 1 1,-18-3-1</inkml:trace>
  <inkml:trace contextRef="#ctx0" brushRef="#br2" timeOffset="490748">23017 8073 23915,'38'-19'-2303,"0"-1"1,0 3 0,0 4-7529,24 12 8056,-20 2 1,-16 1-1,-20-1 1</inkml:trace>
  <inkml:trace contextRef="#ctx0" brushRef="#br2" timeOffset="490907">22979 8319 25186,'55'-16'-359,"1"0"1,9-2-1,-10 3 1,-27 10 0,14-5-1</inkml:trace>
  <inkml:trace contextRef="#ctx0" brushRef="#br2" timeOffset="492324">24032 7833 9290,'0'-5'6806,"0"1"-2740,0 4-3808,-16-2-4264,-2 5 4214,-20 2 671,-3 6-722,-10 3 0,-5-3-12,0-1 51,4-4 118,7-4-78,18-1 100,8-1-163,16 0 3300,5 0-3428,3 4-28,3 5 246,0 11-173,-3 11 5,-3 11-28,-5-11 0,0 2 51,-1 26-90,-2 0 17,6-5-23,9-15-50,11 5-409,9-19 0,6-5-571,-5-7 0,1-2-2030,6 2 1,1-4 3037,19-6 0,-35-3 0,-1 0 0</inkml:trace>
  <inkml:trace contextRef="#ctx0" brushRef="#br2" timeOffset="493864">24397 7964 22879,'10'-37'515,"0"13"-454,-4 32 107,2 26-50,-6 3-40,-9 23-50,0-28 0,-2-1-3,-2 1 1,-1-1-4,-10 28 17,6-13-16,8-14 78,5-15 44,3-10 348,5-11-258,2-6 0,5-12-111,-3 0 66,-1-15 1,-1-5-51,2-15-438,-2 5 1,1-1 322,-1 15 0,-1 3 8,1 0 1,1 2 0,8-22-29,-4 21 7,11 8 10,-4 19-11,12 8-44,1 16 678,2 17-751,-1 13-26,-17-19 1,-2 1-210,-1 1 0,-1 2-60,-2 0 1,-2 0-261,0-1 1,-1 0-1542,2 26-2379,-5-7-3944,-8-10 7694,-3-13 1,-1-12 0,2-10 0</inkml:trace>
  <inkml:trace contextRef="#ctx0" brushRef="#br2" timeOffset="494030">24524 8231 19720,'14'-43'-17,"-1"0"0,1 3 0,5 9-627,24 22-1339,9 2-5427,5 2 7410,-5 1 0,-19 2 0,-15 2 0</inkml:trace>
  <inkml:trace contextRef="#ctx0" brushRef="#br2" timeOffset="494223">25066 8132 20414,'-12'46'-333,"0"1"1,1-3 0,3-9-1,8-19 1,0-5 0</inkml:trace>
  <inkml:trace contextRef="#ctx0" brushRef="#br2" timeOffset="494923">25380 7877 19160,'0'-5'3674,"0"2"-3344,0 3 45,-8 27-173,3 1-40,-8 27-22,4-6-5,1-1-68,1-13 51,1 3 234,-1-6 315,3-11-443,-1-7-112,5-25-33,2-13-23,1-11 5,5-13-10,2-12-7,-3 25 1,-1 0 28,2-2 0,-1 0 0,1 0 0,0 1-12,0 4 1,1 1 5,9-20-39,3 15-6,2 13 12,4 12-34,4 5-45,6 12 17,10 17 8,-23-2 1,-2 3 13,0 4 1,-4 1-18,-3 4 1,-5 1-17,-8 26 16,-19-2 17,-1-28 1,-3-1 5,-10 7-17,-8-1 90,-2-16-34,18-12 51,-13-4 39,26-27-96,4 3 12,7-17-39,3 20 44,14-13-39,5 14-11,1 2 51,8 7-57,-7 13 1,10 7 10,4 10-3402,9 17 3374,-16-10-188,6 16 77,-26-13-46,-3 6 12,-20 0-2454,-25 1 2348,2-15-614,-3-10 0,-1-3 1819,1-5-931,1-5 0,2-1 0,14-1 0,-7-3 0</inkml:trace>
  <inkml:trace contextRef="#ctx0" brushRef="#br2" timeOffset="495148">26139 7992 22991,'-23'44'-204,"1"0"0,1-3 1,3-8-1,10-19 1,1-4-1</inkml:trace>
  <inkml:trace contextRef="#ctx0" brushRef="#br2" timeOffset="495748">26307 7895 14951,'-2'-7'3296,"-3"-27"1,0-7-2193,3 5-889,-2-4 1,0 0 747,5 7-288,0 20-658,0 0 66,0 16-83,1 13 24,-1 2-113,0 23-788,-1-7 1,-1 5 876,0 10 0,0-1 0,1-10 0,-1-3 0,-1 23 0</inkml:trace>
  <inkml:trace contextRef="#ctx0" brushRef="#br2" timeOffset="496032">26287 8013 13849,'1'-8'3512,"4"-37"0,1-9-2184,2-1-757,-1 7 0,2-9 1,0 8-604,-1 14 1,2 4 190,2-8 1,2 5 164,9 3-290,-4 13 106,14 11-129,-14 10 12,22 14-74,-1 28-2,-19-17 0,0 2 81,3 9 1,-2 3-203,-8-1 1,-3-1-229,-3 1 0,-6-1 239,-8-1 1,-5-1 53,-8-3 0,-3-4 41,2-6 1,-5-3-241,-17 5 0,-4-3-149,16-10 1,-2-2-737,-11 4 0,0-3-7472,-11-3 7851,17-12 0,18 0 0,11-2 1</inkml:trace>
  <inkml:trace contextRef="#ctx0" brushRef="#br2" timeOffset="496248">26903 7871 13648,'0'3'6822,"0"0"-6458,0-3-661,-34 73-2481,20-45-129,-4 13 0,-1-2 2907,10-25 0,6-9 0,0-1 0</inkml:trace>
  <inkml:trace contextRef="#ctx0" brushRef="#br2" timeOffset="496716">27305 7513 23864,'-28'-31'140,"-2"6"-117,-3 25-12,-2 1 56,-8 2-56,17-1-5,1 3-17,17-3 11,4 3 22,0 2-28,2 0 130,-5 26-1,3-4 34,-5 23-1,2-7-55,0 4-56,3-14 0,1 0-17,3 15-39,6 9-1,24-24-55,-3-17-168,17-3-415,-8-16-828,4-5-1983,1-5-5597,-5-6 9058,-11 2 0,-12 4 0,-9 5 0</inkml:trace>
  <inkml:trace contextRef="#ctx0" brushRef="#br2" timeOffset="496883">27042 7762 20940,'46'-26'-4867,"-10"6"3452,15 17 0,-32 2 0,8 0 0</inkml:trace>
  <inkml:trace contextRef="#ctx0" brushRef="#br2" timeOffset="497072">27554 7728 16611,'0'7'5186,"0"-1"-4076,0-6 609,0 0-1753,-21 62-212,12-34-2003,-6 15 0,0 0 2249,6-20 0,-1-1 0,7-17 0</inkml:trace>
  <inkml:trace contextRef="#ctx0" brushRef="#br2" timeOffset="497399">27943 7452 24217,'-51'-27'459,"0"11"-324,13 31 33,-8 15-146,15-7 17,-2 14-5,18 9-51,5-4 6,8 13-17,13-18-151,9-2-236,8-4-688,6-6-2549,4-9 3652,6-8 0,-20-5 0,-2-3 0</inkml:trace>
  <inkml:trace contextRef="#ctx0" brushRef="#br2" timeOffset="497906">27989 7280 13435,'-3'0'5965,"1"-1"-2436,2 1-3199,26-28-173,-13 18 258,35-26-303,-30 30 134,22-5-145,-19 10-6,8-2-78,-12 3 39,4 7-34,-11-1-5,11 15 17,-11-2-12,1 3 23,-3 3-6,-3-3 17,-1 9 11,-1 2 17,-2 6 34,-7 21-96,2-16-8,-2-9 0,-2 0-14,-4 16 0,3-14 0,-2 2-23,-1-4 1,-1 0-76,-2 0 0,-2-3-114,-8 9-2936,-20-12-3204,20-21 5504,-18 2 0,29-9 0,-1-1 0</inkml:trace>
  <inkml:trace contextRef="#ctx0" brushRef="#br2" timeOffset="507515">23454 6737 16572,'-16'-26'2464,"2"5"-2223,7 18-106,-3 1-74,3 1 214,-15 5-40,0 5-22,-16 4-45,3 7-295,-1 3 200,9-1 62,-3 18-40,16-6-61,0 8 5,11 5-28,14 5-67,-2-9-543,18 14 599,2-25 0,-10-9 0,1-6 0</inkml:trace>
  <inkml:trace contextRef="#ctx0" brushRef="#br2" timeOffset="509440">21972 9089 11631,'-6'0'5943,"0"0"-5159,6 0-89,0 0-90,9-4-45,19-2-302,4-2-175,7 1-27,-14 3-56,5 2-638,-9 2-5142,9 3 5780,-15 0 0,-5 1 0,-5-2 0</inkml:trace>
  <inkml:trace contextRef="#ctx0" brushRef="#br2" timeOffset="510346">22954 8989 16986,'-5'-53'1695,"0"-1"0,0 3 0,-3 10-966,-4 23-298,-3 4-263,-1 10-156,2 9 32,-13 30-21,5 14-12,7-8 0,0 9 0,1 0-570,1 1 1,2 1 0,1 4 422,0 0 0,1 3 0,1 1 1,1-2-577,1-9 0,2 0 0,0-2 0,1 1 314,-1 14 1,2-1-1,-1-4 118,1 7 0,-1-7 230,-2-12 1,-1-5 453,-9 5-186,-2-38-134,2-43-67,7 1-1,6-1 1,4-2 354,3 6 0,3 0-368,2-11 0,4 0 5,2-1 1,4 2-12,0 1 0,3 2-8,0 3 0,1 2-517,1 5 1,0 2 501,1 1 1,1 3-9,1 1 1,2 1-66,1-1 1,-1 2 98,19-13-128,-15 10 1,-2 0 155,7-7 134,-13 9 0,-1-1-55,5-6 3146,-7 3-2923,-11 9-162,-5 6 854,-5 8-944,-17 17 520,0 4-525,-16 19-23,6 5-11,3 3-22,8 1 207,6-4-213,13-7 23,6-8 67,11-10 72,4-8 63,6-11 72,1-11 106,-1-9 34,-4-11-67,-8-6-96,-10-4-111,-8-2 0,-8 2-6,-8 6-73,-4 8-27,-2 8-40,1 10-40,2 5-66,2 10-213,2 6-796,4 12-1927,5 7 3014,15 9 0,-7-17 0,7-1 0</inkml:trace>
  <inkml:trace contextRef="#ctx0" brushRef="#br2" timeOffset="510673">23682 9133 17048,'0'-6'6587,"0"1"-5400,0 5-1137,-9-32-22,18 39-17,0-15-33,25 54 8,-15-19 0,-1 2 3,-2 2 0,-3 3 8,-5 10 0,-4 0 81,-10 16-30,-3-26 0,-4-6 125,-15-10 41,1-14-58,6-15-10,8-16-6,9-14-22,14-13-85,13-4-195,-6 29 1,3 2 161,2 1 0,3 3-76,0 2 1,2 3-761,26-11-1550,-1 9 2386,-5 10 0,-21 5 0,-7 5 0</inkml:trace>
  <inkml:trace contextRef="#ctx0" brushRef="#br2" timeOffset="511063">24374 9145 20461,'23'-50'1385,"0"0"1,-4 5-1,-3 5-695,-2 0-126,-9 12-217,-2 11-135,-3 8-122,-2 7-9,-4 13-19,-6 12-6,-9 21-48,5-7 0,1 8-391,9-1 1,3 8 0,1 1 0,1-7-47,-4 9 1,4-1-891,8 10 1,6 4 0,8-16-2301,6-28 1,3-7 3618,4 3 0,-2-2 0,12 3 0,-20-14 0</inkml:trace>
  <inkml:trace contextRef="#ctx0" brushRef="#br2" timeOffset="511457">24987 9065 25180,'-18'-19'107,"5"20"-68,17 55-25,-4-7 0,-1 0-3,-3 12-2137,-1-13 0,-2-4 2132,-1-15 859,-4 8-786,5-23 212,2-2-22,2-12-174,6-12 12,3-13 33,8-16 17,9-13-57,-2 18 1,2 1-34,9-15-5,-7 19 0,2 2-64,7 1 75,12-1-28,2 12-45,13 11-11,-8 16-62,4 14 0,-25 3-101,-10 4-1937,-13 20-3574,-11-3 5685,-3 13 0,-3-30 0,3-15 0</inkml:trace>
  <inkml:trace contextRef="#ctx0" brushRef="#br2" timeOffset="512173">26400 9064 24340,'-17'-21'448,"-5"15"-409,-3 31 34,-8 14 0,10 6-62,4-1 0,9-4-5,14-16-12,20-3-16,16-7 39,21-3 61,-6-16 6,-13-6 51,-18-6 201,-10-5 230,-4-18-281,-6-5-100,-10-12-17,-10 10-106,0 13 16,-9 3-44,0 15-29,5 4-16,-7 11-123,17 11-314,-1 10-1037,8 11-8346,13 16 7840,-3-17 1,5-1 0,-9-24 0</inkml:trace>
  <inkml:trace contextRef="#ctx0" brushRef="#br2" timeOffset="512546">27033 8976 26054,'-35'1'56,"1"0"0,0 8 0,5 8-56,9 25 0,5 7-789,2-10 1,0 3 765,1 4 1,1 6 0,1-2-891,0 8 0,1 1 483,0-3 1,0 4 0,0-1-387,0-8 0,1-2 0,-1-1-273,-3 0 1,-2 0-1,0-3 392,-3 8 0,-4-4 243,-16 5 1,-4-9 2247,-9-15-1001,17-18 0,2-10 651,5-42-752,21 7 0,7-5-70,6-7 0,6-2-352,7-6 1,6 0-60,-5 17 0,2-1 0,2 1-40,2 0 0,2 0 1,2 1-86,-1 2 0,2 1 0,0 2-16,14-10 0,0 3-1220,-5 5 1,-1 4 1149,-7 5 0,-1 3-314,19-12-1406,-14 10 1720,-10 7 0,-15 8 0,-5 4 0</inkml:trace>
  <inkml:trace contextRef="#ctx0" brushRef="#br2" timeOffset="514406">28052 8876 12421,'3'-2'6010,"-1"-1"-2178,-2 3-3284,16-23-436,-13 17-22,13-17 44,-20 24-106,0 0 40,-14 4-29,-2-1 17,-15 3-6,0-5 1,0 0 27,2-1-33,8-1 28,8-1 16,8 1-66,6 0-29,1 0 28,2 7 23,-2 6 34,-4 16 27,-6 11 12,-6 14-71,5-23 1,-1 2-327,-1 3 0,0-1 307,0 1 0,1 0-26,4-2 1,1-2-3,-3 16-39,25 8-140,11-24-504,22 9-1502,10-18-6922,5-8 9107,-9-6 0,-20-6 0,-17-2 0</inkml:trace>
  <inkml:trace contextRef="#ctx0" brushRef="#br2" timeOffset="514873">28761 9016 19115,'0'-3'3803,"0"1"-2554,0 2-1076,-30-41 23,0 31-151,-15-29 28,-2 48 5,6 7-5,-16 12-51,28-11 1,1 2 16,-21 20-78,12 11 33,19-17 1,14 9 16,19-22 0,15 2 17,15-10 11,10-6-16,-8-8 27,-15-5 0,0-2 113,8-9 112,13-12-118,-27 7 257,-3-18-140,-13 11 29,1-11-1,-7 15-83,-2 10-102,-2 9-167,1 4 27,-2 15 1,0 6-79,-1 19-190,0 7-79,-2-4-1744,0-5 0,-2 1 1266,-1 8 0,-3 5 0,7-30 0</inkml:trace>
  <inkml:trace contextRef="#ctx0" brushRef="#br2" timeOffset="515096">29233 9280 26390,'14'-30'-28,"-10"18"-56,-20 40-336,-6 13-4496,7-7 1,1 0 4671,-3 12 1,0 1 0,13-33-1</inkml:trace>
  <inkml:trace contextRef="#ctx0" brushRef="#br2" timeOffset="515564">29881 9106 24255,'-10'-43'207,"0"1"1,-2 4-1,-5 9-50,-28 22-73,-6 11-22,-4 9-23,2 12-39,4 8-17,10 6-16,13 2 319,14-1-314,17-3 23,25-2 10,-2-13 1,25-5 39,-16-17 133,7-9-100,-5-10 68,-3-22-20,-14 8-56,-9 4 0,-2-1 98,1-24-84,-5 19 0,-1-1 39,0 0 0,0 0 92,-2-1 1,1 3 79,1-8-59,-1 6-108,-3 29-178,-1 1 28,-1 6 38,-1 19-4,0-2-12,-2 34 16,-3 7-466,0-18 0,-1 2 282,-2 3 0,1 2-1149,-1 11 1,0-1 73,3-19 0,2 0 1243,5 15 0,4-6 0,-3-21 0,10 7 0</inkml:trace>
  <inkml:trace contextRef="#ctx0" brushRef="#br2" timeOffset="515980">30366 8742 20727,'-1'-3'2796,"-1"0"-1805,2 3-890,48-51 11,-12 35-82,-5-12 1,3 2 104,17 21 16,-14 2 118,9 1-151,-16 1-73,-7 1-17,-15 0 123,-6 4-95,-2 0 61,-4 12-72,0-3 56,-10 26-45,4-6-28,-3 7 45,3 7-29,6-12 1,3 4-23,1 4 1,2 2-443,-1 8 0,2-2 428,1-12 1,0-2-12,-1-2 1,-5-1-291,-16 19 212,3-20 0,-6-1-1485,-16 4 1,-6-4-3351,5-6 1,0-4 3671,0 0 0,3-4 0,-1-4 0,26-11 0</inkml:trace>
  <inkml:trace contextRef="#ctx0" brushRef="#br2" timeOffset="516830">28430 9312 16751,'-1'-55'2037,"1"-1"0,2 0 0,4 6-1175,11 6-503,3 5 206,0 14-240,-9 14-168,0 2-124,-5 10 74,-3 12-18,-1 12-54,0 3 37,-7 18-21,-6 1-23,-2 1 11,-4-6 0,-1 0-526,-2 5 492,5-13 1,0-2 22,1 0 45,5-13 34,2-4 492,3-7-252,4-10-258,0-3 455,3-11-500,1-11-24,3-3 0,1-3-1,1 0 1,1-2-674,3-11 0,1 1 662,-3 13 1,0 2 13,2-5 1,1 0-129,2 4 0,1 2 118,13-20 4,1 7 1,-6 27 22,-3 11-44,0 2 10,-1 6-61,11 31 68,-13-10-18,0 16 0,-2 3-10,-8-1 7,-3-1 1,-2 3 13,-2 15-58,-4-14 0,0-1 632,-1 16-1053,0-14 1,0-3 68,2-9-1970,2 25-2940,3-36 4519,1-1 0,-1-14 0,-2-7 0</inkml:trace>
  <inkml:trace contextRef="#ctx0" brushRef="#br2" timeOffset="517089">28507 9377 15944,'-3'-2'6049,"0"0"-3819,3 2-1883,-12-37-101,21 21-55,-2-29-46,26 32-38,5-1-51,3 2-51,3 0-16,-10 4-79,20 1 6,-28 5-1092,24-1-3203,-29 3 4379,3 0 0,-15 0 0,-5 0 0</inkml:trace>
  <inkml:trace contextRef="#ctx0" brushRef="#br2" timeOffset="518030">29743 9077 18207,'-10'-52'1844,"0"0"1,2 9 0,2 7-1184,3 10-292,3 16-296,0 6-39,0 4 16,0 10 23,0 12-45,0 3 28,-2 6 0,-2 4-34,-8 24-422,3-15 0,-3 3 389,-1-7 0,-2 0-1603,-1 6 0,-1-2 1580,-4 13 0,9-24 1,3-3 11,4-10 33,2 4 39,3-17 23,0-3 479,3-13-518,2-8 3419,3-12-3357,5-26-497,-4 13 454,-2 4 1,0-1 97,5-23-51,-4 23 1,0-1-9,2 2 1,0 2 8,0 5 0,0 2-17,12-17-95,-4 19 83,16 5-49,-1 12-29,22 1 12,3 12-190,-27 2 0,1 3 184,0 4 0,-1 4 2,0 3 1,-1 4 16,-3 3 1,-2 3-14,-4 2 0,-4 2-23,-5 2 0,-6 0 14,-8 2 0,-6-1 0,-8 0 1,-5 0-1,-8-1 0,-4-2-131,-3 0 1,-3-3 40,-1-1 1,-1-1-127,2-4 1,-1-1-320,4-3 0,0-3-2010,-22 6 2548,14-16 0,22-5 0,10-5 0</inkml:trace>
  <inkml:trace contextRef="#ctx0" brushRef="#br2" timeOffset="518596">29730 8972 24547,'-10'-10'174,"0"14"-34,3 36-45,1-6 0,-1 2-417,-4 17 375,2-10 0,-2 0 42,-6 18-70,6-24 1,1 0-1,-1-3 1,1-1 19,-6 20-23,4-14 178,6-15 153,3-13 436,2-7-716,4-24-28,1-4-12,4-26 12,3-7-317,-3 23 0,0-2 300,1-2 0,2 0-17,0-1 1,2 1-1569,3-3 0,2 3 1540,7-11-3,-6 21 1,2 5-17,17 0 36,-4 9 0,3 2 0,18-1-93,-14 8 1,1 4 104,12 13-4,-23-2 0,0 2-2,12 13-12,-21-1 1,-4 3 33,-6 17-17,-9-11 0,-5 1 6,-8-4 0,-6-2-6,-6 3 0,-5-2-17,-3 0 1,-4-2-121,-12 5 1,-1-3-15,16-9 0,-2-2-910,-12 6 0,1-3 1050,-12 0 0,15-5 0,11-7 0</inkml:trace>
  <inkml:trace contextRef="#ctx0" brushRef="#br2" timeOffset="519839">28444 9131 25359,'11'-33'151,"0"-1"1,7-11-118,-17 54 22,0 22 17,-8 10 11,-8 20-42,-1-17 0,-2 2-293,3-8 1,-1 1 278,-2 5 0,0-2-17,1 7-37,4 0 76,7-19 12,0 1 67,3-12 84,2-11-40,0-5 790,1-4-700,0-4-105,0-16-124,0-10-23,0-21-3,2 16 1,0-1 7,-1 5 1,1 1 0,1-4 0,0 1 33,1-9 6,0 8-67,-1 16 0,3-1 11,-1 11 17,4-3 5,4 1-84,8 3-50,1 9 34,-5 13-762,-14 32-5587,-14 7 6427,3-21 0,-1-2 0,-4 4 0,6-15 0</inkml:trace>
  <inkml:trace contextRef="#ctx0" brushRef="#br2" timeOffset="521672">28505 9211 20828,'-57'6'1547,"8"1"-1262,33-2 12,0 1-202,8-2 40,2-1 156,10-2 45,7-2-123,14-4-73,16-2-51,15-5-47,-23 7 0,0 0-6,1-1 1,0 2 19,26-4 50,-16 4 96,-19 2 11,-15 1 11,-8 1-202,-23 3 6,-4 1-11,-12 1 8,0 2 0,0 0-30,1 0 13,-3 0 1,2 0 7,6-2-16,2 0 17,14-2 12,10-2-7,5-1 40,5 0 39,11-3-17,18-5-12,21-6-10,-11 3 0,0 0-171,-12 3 1,0 1 122,12-3 0,-2 1-76,-2 2-403,0 1-4055,-20 4 3692,-13 4 1,-6 0 0,-2 1 0</inkml:trace>
  <inkml:trace contextRef="#ctx0" brushRef="#br2" timeOffset="522747">24040 10409 16728,'3'-11'3181,"9"-23"1,2-4-2006,-2 11-963,2-9 0,-1 2 112,-6 20 95,-4 9-386,-2 8 44,-1 10-16,0 16-6,-1 18-39,-2-2-113,-4-2 1,-1 2-2593,1-11 1,0 1 2687,-4 21 0,1-2 0,0-4 0,4-5 0</inkml:trace>
  <inkml:trace contextRef="#ctx0" brushRef="#br2" timeOffset="522938">24095 11156 22190,'-1'-4'3551,"0"0"-2554,1 4-1322,-2-38-997,2 28-8509,1-27 8570,0 38 0,2 0 0,-2 0 1</inkml:trace>
  <inkml:trace contextRef="#ctx0" brushRef="#br2" timeOffset="524138">24624 10665 19652,'9'-49'1615,"-1"0"0,1-14 0,-1 2-1727,-4 29 0,-1 0 389,1-11 1,0 1 153,2-7 38,-2 20-194,0 11-99,-2 13-181,3 8 38,2 16 18,4 20-29,0 22-69,-6-23-1,-2 3 59,-4 4 1,-2 1-1,-2 2 0,-3-1-11,-2 0 0,-1-1 8,0-4 1,-1-2-4,3-6 1,0-3-12,-2 11 40,6-21 100,5-15-50,9-15-56,6-12-5,2-3 629,11-18-618,6-9 5,1 2-5,3-1-51,-12 25-5,-6 12-17,-2 11-17,10 21 6,-3 2-29,11 15-16,-6-8-45,4-3-162,7-7 122,-6-6-19,-2-8 1,1-4 103,18-8 95,-16-1 0,-1-2 39,12-19 17,-19 2 168,-11-11-45,-14 17-73,-4-4 102,-16 12-130,-4 10 6,-14 4-56,9 5 0,-13 15-34,17-1 12,-7 11-12,15-3-10,7 0 27,5-3 0,6-5 0,7-4 17,7-7 6,7-7-12,2-9 29,1-10 55,-3-7 28,-2-5 1,-5-1 38,-3 2-83,-6 9 95,0 1-17,-5 10-129,0 1-45,-2 4-22,-2 9 34,2 6-6,0 3-17,5 20 34,-1-6 11,4 14-34,2-7 1,-1-9-57,17 7 51,-3-20 22,13 0 6,-5-24 5,-2-14 12,-1-12 28,-5-7 27,-5-2 46,-8 2 61,-6 5-55,-4 6-141,-2 6 0,-1 7 0,0 4 0,0 8 0,0 3 0,1 3 0,3 16 0,5 5 0,8 20 0,9 5 0,5 9 0,-14-24 0,-2 0-144,-2 3 1,-4 0-82,-2 1 1,-6 1-535,-5 2 1,-6-1-2107,-6 2 0,-3-2 2205,-3-4 1,1-3-1,-2 1 1,15-19-1</inkml:trace>
  <inkml:trace contextRef="#ctx0" brushRef="#br2" timeOffset="524838">26233 10610 16510,'4'-9'3237,"14"-25"1,0-3-1978,-7 10-818,7-11 1,-2 3 173,-13 20-179,-3 7-151,0 5 145,0 2-431,0 6 22,0-4-33,0 3-6,0-2-167,0-2 116,1 3-16,0 1 51,1 0-18,0-1-637,-2-2-3463,5-1-4357,-1 0 8508,3 1 0,-4-1 0,0 0 0</inkml:trace>
  <inkml:trace contextRef="#ctx0" brushRef="#br2" timeOffset="525555">26176 10806 23215,'5'-31'918,"-2"8"-856,-7 27-46,-1 1 24,-3 6 10,0 1 6,-2 5-17,4-4 17,1-2 73,4-7-34,1-2 202,1-2 174,6-4-348,-1 1 230,8-9-101,-7 3-28,1-4-118,-5 5 118,-2 2-173,-1 4 83,-1 0-156,1 2 11,-3 8 11,2-3 0,-2 8 33,3-5-16,0-3 17,2 0 10,0-5-4,3-3 21,3-4 18,0-7 44,4-7 146,-2-9-57,-4 4-10,-3-1-79,-6 13-33,0 5-51,-3 4-28,1 3-33,0 1-23,0 1 45,-1 3-17,1 1-162,-1 6-1215,2 9-186,1-2 1580,8 11 0,-4-18 0,5 3 0</inkml:trace>
  <inkml:trace contextRef="#ctx0" brushRef="#br2" timeOffset="526922">24226 10650 8500,'-1'-7'7937,"0"1"-5854,1 6 1839,0 0-3625,6-58-225,-4 43 18,3-39 61,-5 67-39,0 14-45,-1 14-1732,1-8 0,-1 0 1682,0 15-3,0-13 0,2 0 3,2 4 5,4 6 51,4-13 168,2-13 274,1-9 17,0-11 3241,3-9-3454,2-8-27,0-9-68,-2-7-79,-1-8-27,-1-4-1,2-1-16,-3 6-6,-3 12-44,-4 12-124,-6 11-117,0 4-208,-3 8-784,0 7-2666,-3 11 3000,3 8 0,0-13 0,2-2 0</inkml:trace>
  <inkml:trace contextRef="#ctx0" brushRef="#br2" timeOffset="527131">24490 10847 22010,'1'-4'3815,"1"1"-3250,-2 3-710,15-30-124,-12 27-801,9-17 1070,-20 42 0,3-9 0,-2 3 0</inkml:trace>
  <inkml:trace contextRef="#ctx0" brushRef="#br2" timeOffset="528082">26283 10630 12107,'3'-5'7809,"-2"1"-7017,13-30 0,3-9 402,-7 8-735,7-11 0,-2 2 224,-12 22-397,-2 11-202,-1 8 123,-8 35-123,3-12-11,-4 9 0,0 4 72,-7 13-36,-1 2 1,-1 2-99,7-19 1,1 0-254,-8 22 0,2-4 242,6-8-9,4-8 1,2 1-156,4 16-301,13 10-1339,14-10-6777,22-12 8581,-1-14 0,-14-13 0,-14-7 0</inkml:trace>
  <inkml:trace contextRef="#ctx0" brushRef="#br2" timeOffset="528565">26871 10542 25085,'-10'46'258,"-1"8"-191,5-11-5,-4 11-43,3-21 1,-1-2-14,-4 12 5,-3-1 79,4-17 94,4-13 214,-1 2-40,6-23-234,3-11 10,4-20-78,1 0-17,2 9 0,1-2 9,0 1 0,1-1 50,8-18 0,0 0-179,-5 16 1,0 1 161,11-16 1,1 6-77,-2 14 18,21-14-7,-11 32-48,11 7 38,0 19-9,-18 9 0,-2 4-2,8 15 2,-13-3 0,-4 2-47,-6 18-34,-5-19 0,-2 1-628,-3-2 0,-3 1-705,-2 7 0,0-2-544,-3 16 1961,4-20 0,1-5 0,4-15 0,0 7 0</inkml:trace>
  <inkml:trace contextRef="#ctx0" brushRef="#br2" timeOffset="528738">26964 10856 22218,'21'-40'-3277,"1"-1"0,-9 6 0,4 7 3039,41 21 0,-39 5 0,1 0 0</inkml:trace>
  <inkml:trace contextRef="#ctx0" brushRef="#br2" timeOffset="528989">27612 10313 22313,'0'-4'3954,"0"1"-3483,0 3-455,3-18 52,5 50-46,1-3-420,-2 13 1,-3 6 383,0 0 0,-2 1-65,0 4 1,-3 3-402,-3-10 0,-1 3 0,-1-4-553,0 5 0,-1-2-412,-5 9 0,-3-3 1445,2-18 0,0-6 0,-2 4 0,0-1 0</inkml:trace>
  <inkml:trace contextRef="#ctx0" brushRef="#br2" timeOffset="529389">28869 10399 25590,'-32'48'-157,"0"-1"0,4-6 0,0 1-1059,-5 6 1,1-1-782,10-15 0,1 0 1997,-3 4 0,3-4 0,3-5 0,2-2 0</inkml:trace>
  <inkml:trace contextRef="#ctx0" brushRef="#br2" timeOffset="529565">28357 10669 24441,'43'-16'80,"0"-1"1,0 1 0,0 2-1,0 3 1,-2 9-101,7 20 1,-2 9-1178,5 0 0,1 2 116,1 3 0,-2 1-1266,-10-6 0,-3 1 2347,1 3 0,-5-2 0,-8-6 0,-2 0 0</inkml:trace>
  <inkml:trace contextRef="#ctx0" brushRef="#br2" timeOffset="530472">26980 10788 21847,'-37'0'908,"21"-4"-818,42-1-40,1-1 46,2 1-24,-11 3 180,-1 0-117,-9 1 89,-5 1 101,-3 0-247,-6 0-50,-3 0 0,-11 1 0,-5 1-11,-8 1 22,-6 2 45,-3 1 140,0 0-151,17-3 56,5 0-73,17-3-23,2 0-16,17-4-11,8-3 16,24-6 0,9-1-27,5 2 5,-4 1 11,-9 3 6,-16 2 84,-14 4 95,-11 1 23,-6 0 44,-2 0-235,0-1-28,0-2-17,1-1 0,1 1-84,-1 1-213,0 2-688,1 0-4235,4 1 5237,1 0 0,-1 0 0,-2 0 0</inkml:trace>
  <inkml:trace contextRef="#ctx0" brushRef="#br2" timeOffset="533780">29744 9876 9968,'-6'0'7561,"2"0"-5046,4 0-2100,-32 0-113,24 0-89,-24-1-6,32 1-56,2 0 348,16-2-320,15-4-1811,8-1 1,2 1 1639,-11 1 1,0 0-4,22-3 1,0 1-131,0 1 130,-5 1 1,0-1 33,-2 1 174,9-1-56,-45 4-152,-26 3 18,-22 3 16,-23 1 1238,21 0 1,-1 0-1270,-4 0 1,-1 1-6,-1 0 0,1 2-1,1-2 1,1 1-6,5 0 1,1 0 73,-22 5-38,16-3-16,17-3-6,12-3 1,9-1 21,8-2 23,26-5-61,-1 1 113,7-2 0,4-1-120,-3 1 1,2 0 5,12-1 1,1 0 10,-2 0 1,0 1-6,-7 1 0,-3 0 155,14 0-105,-30 2-22,-32 6-17,-28 5 0,6-2 1,-4 1-416,-9 2 1,-2 1 397,-7 1 1,-1 1 19,-1-1 0,0 0 14,5-1 0,1 0-9,10-3 1,4 0 31,-9 1 690,28-4-478,26-8-16,21-2-40,25-7-134,-20 6 0,1 0-227,-5 1 0,1-1 241,17-1 0,0-1-45,-17 3 0,0 1-3,13-3 0,-1 0 34,17-1 832,-17 2-883,-16 4-386,-15 1-3596,-18 2 3145,-8 1 0,1 0 0,1 0 0</inkml:trace>
  <inkml:trace contextRef="#ctx0" brushRef="#br2" timeOffset="535648">24151 11968 21346,'12'-62'957,"0"1"1,-3 10 0,-1 8-392,0 11-153,-6 18-290,-1 3-155,-1 15-7,-4 17 40,-1 7 27,-9 29-129,-1 4-968,5-20 1,1 3-1896,0 2 1,1 0 2963,2-5 0,0-2 0,1 10 0,3-21 0</inkml:trace>
  <inkml:trace contextRef="#ctx0" brushRef="#br2" timeOffset="535816">24126 12489 23416,'15'-26'0,"-2"6"0</inkml:trace>
  <inkml:trace contextRef="#ctx0" brushRef="#br2" timeOffset="536389">24523 12038 17966,'4'-45'1519,"0"0"0,1 1 1,0-16-1,0 10-1216,0 18 296,-3 9-526,-1 17-73,1 5 39,4 29-11,4 28-23,-4-22 1,0 1-9,1 14 1,2-1-7,0-8 1,1-3 10,-1-2 1,1-3 20,11 9 78,-7-28-29,-5-12 69,2-12 83,6-19-78,-1-8-40,6-14-56,-5 4-10,1 2-18,1 6-22,0 9-28,0 9-39,-4 11-1513,13 7-2660,-3 12 4240,6 3 0,-14-1 0,-7-3 0</inkml:trace>
  <inkml:trace contextRef="#ctx0" brushRef="#br2" timeOffset="536572">25225 12070 25898,'-7'-27'-2801,"3"9"2801,10 26 0,-3-2 0,3-1 0</inkml:trace>
  <inkml:trace contextRef="#ctx0" brushRef="#br2" timeOffset="537591">25570 11723 21707,'0'-6'3507,"0"2"-2415,0 4-1008,2-41-72,-1 49-24,-2-16 29,-5 68-9,0-23 1,-2 3 10,-2 6 1,-1 0-223,-3 6 1,1-2 219,1-10 0,1 1-9,-5 19 1,2-4-9,4-10 0,2-7 0,3-5 22,7-21 51,3-3-17,9-17-22,9-11 16,11-16 0,9-12-1651,-12 14 0,-1 0 1613,11-13-10,-12 16 1,-1 2 303,3 1-317,6 3-12,-6 10 7,-3 12-35,-5 12 1,0 8-57,-3 9-55,2 3-96,11 3 174,-8-12-93,20 1 104,-12-17 45,7-3 45,-5-10-6,-7-11 23,-4-10 3379,-4-7-3335,-3 0 44,-7 8 85,-4-2-101,-8 17-55,-3-2-23,-9 11 0,-5 9-28,-5 6 0,-3 10 5,2 6 1,4 5-1,4 2-10,6-6-6,6 6 5,6-17 6,6 4 22,7-14-16,5-10 16,5-10 29,3-9 27,-1-10 17,-1-3 6,-3-2 39,-2 2 34,-4 8-79,-6 10 90,-5 8-174,-4 7 0,-1 8-11,0 8 6,0 13 22,1 7-39,2 3 22,4-4-11,6-4-11,6-8 16,11-5 1,-2-8-6,19-15 17,-17-12 5,11-17 51,-15-12 56,-3-8-3415,-7 9 3529,-8 12 1,-1 0 4,-1-10-248,1-15 0,-10 22 0,0 12 0,-2 11 0,2 8 0,2 5 3392,0 7-3392,1 10 0,2 14 0,5 16 0,9 12-393,-2-24 1,3-1 392,5 3 0,1-1 0,1-1 0,1-1 0,-4-3 0,-2 0 0,4 20-107,-33-8-1142,-30-5-546,6-19 0,-3-3 1168,0-2 1,2-1-1,-3-1 1,24-7 0</inkml:trace>
  <inkml:trace contextRef="#ctx0" brushRef="#br2" timeOffset="538014">27136 11928 22884,'15'-42'763,"0"1"0,0 0 0,2-8 1,-2 8-271,-3 15-292,-10 22-106,-2 7-33,-4 13 78,-9 36-1803,5-21 1,-1 1 1665,0 3 0,-1 1 5,0 6 1,1 2-1174,4 13 0,2 0 1106,1-16 0,1 0-1122,6 23 0,6-5 323,10-16-699,1-10 1,2-1-6270,24 7 7826,3-2 0,-18-19 0,-17-11 0</inkml:trace>
  <inkml:trace contextRef="#ctx0" brushRef="#br2" timeOffset="538248">27732 12063 16351,'0'-10'2554,"1"-23"0,0-4 52,-1 6-2108,-2-10 1,-1 2-281,0 18 723,-6 5-902,6 13 290,-3 6-318,1 15 967,-4 31-967,2 10-639,3-27 1,1 2 590,0 4 1,2-1-384,-1 25-277,2-25 0,-1 0-629,1-2 1,0-2-2854,0 22-598,0-18 4777,0-9 0,0-20 0,0-2 0</inkml:trace>
  <inkml:trace contextRef="#ctx0" brushRef="#br2" timeOffset="538481">27685 12306 20252,'1'-49'864,"1"0"1,-1 0 0,1-1 0,0-1-1,0 5 15,1-1 1,0 4-737,-1 10 0,1 1 64,0-5 0,3 5 23,3 13-157,3 4-12,12 6-27,9 13-15,-1 10 1,2 4-37,-1 2 1,-1 4 4,8 10 1,-1 4 2,-9 0 1,-4 0-155,-5-6 0,-4 0 126,-3 6 1,-7 2-51,-14-3 0,-6-1 8,-3 0 1,-4-2-398,-13 2 1,-6-5 99,-1-10 1,-1-5 106,7-4 0,-1-2-832,-6-2 1,-1-2 1100,8-3 0,2-2 0,-14 3 0,9-4 0</inkml:trace>
  <inkml:trace contextRef="#ctx0" brushRef="#br2" timeOffset="538948">28393 11867 23296,'-23'-55'752,"1"0"1,1 6-1,6 9-472,13 22 264,10 8-499,3 6 155,23 16-172,6 15 0,4 4-26,-14-10 1,0 2-320,7 8 1,3 4 0,-6 0 313,-4 3 1,-7 3-21,-5 3 1,-3 5 0,-2-3-23,-2 4 0,-7 1-123,-10-2 0,-7 4 0,-3-7-93,-3-10 1,-5-2-1171,-11 8 1,-8 5 0,3-7 1430,3-6 0,2-3 0,-9 8 0,4-6 0,11-12 0</inkml:trace>
  <inkml:trace contextRef="#ctx0" brushRef="#br2" timeOffset="539182">29448 11786 23175,'2'-4'1960,"0"1"-766,-2 3-1060,-44 86-106,27-57 0,-2 1-373,-1 5 1,-1 5 0,-1-1-71,-10 13 1,2-4-1628,10-12 0,0-1 2042,-5 12 0,2-3 0,3-1 0,10-20 0</inkml:trace>
  <inkml:trace contextRef="#ctx0" brushRef="#br2" timeOffset="539365">29015 12083 25898,'20'-48'500,"0"0"0,3 4 0,4 13-371,31 33-1006,-20 6 0,0 4 882,6 7 1,2 5-68,3 6 1,1 3-462,-15-7 1,0 0-1,-1 0-1242,7 7 1,-2 0 1764,1 3 0,-5-4 0,-8-8 0,-3-1 0</inkml:trace>
  <inkml:trace contextRef="#ctx0" brushRef="#br2" timeOffset="551089">25696 6785 13205,'50'-1'995,"0"0"0,2-1 1,2-2-771,-9-1 1,1-2 0,-1 0-2150,5 0 1,2 0 2001,3 0 1,4-1-1,-2 1-22,-9 1 0,-2 1 0,4 0-11,-3-1 0,4 1 0,1-1 0,-3 0-21,7 0 0,-3-1 0,6 1 23,-6 0 0,5 0 0,2-1 0,-1 1 1,-3 0-483,-2 0 0,-2 0 0,0 0 0,4 0 461,3 0 1,5-1 0,1-1 0,0 1 0,-4 0 3,4 0 1,-2-1 0,-1 1 0,-1-1 97,-3 1 1,0 0-1,0-1 1,0 0-83,1 0 0,1-1 0,-1 0 0,-4 1-14,3-1 0,-4 1 0,-1-1-14,-6 1 1,-2 1 0,-5-1 155,-4 2 0,-7 0 268,-9-1-341,-9 1 1148,-19 1-1344,-10 1 2572,-9-1-2909,8 2-63,-2 1-4664,15 2 5159,1 0 0,4 0 0,1 0 0</inkml:trace>
  <inkml:trace contextRef="#ctx0" brushRef="#br2" timeOffset="551490">28614 6228 10562,'-44'-3'1751,"0"1"0,-8 2 1,4 1-431,6 3-750,-9 3 152,16-1-393,22-4 181,7 1 379,35-2-733,-3 0-65,6-2 1,4 2 18,25 1-1773,-20 0 0,1 2 1676,1 2 0,0 1-14,-1 1 0,1 4-1182,7 8 0,-3 3 1193,7 6-5,-24-3 0,-7 2 5,-17-3 28,-14 22 17,-9-4-118,-13 12-156,12-28 0,1 0 1192,-17 21-5393,4-8 4419,9-12 0,8-13 0,9-9 0</inkml:trace>
  <inkml:trace contextRef="#ctx0" brushRef="#br2" timeOffset="551796">29683 6267 20565,'48'-27'52,"0"0"0,0 2 1,0 5-224,-7 13 0,0 3-1194,12 1 1,0 0 411,-9 2 1,-3 1-121,0 1 1,-4 1 248,13 6 1,-34-4-1,-1 1 1</inkml:trace>
  <inkml:trace contextRef="#ctx0" brushRef="#br2" timeOffset="552007">29922 6210 22408,'-10'13'322,"2"0"-212,9 32-60,1-13 0,1 2-44,-1 3 1,0 2-631,1 11 0,0 2 365,-2-4 1,-1-1-247,0-8 1,-1 0 503,-1 16 0,-1-5 1,1-13-1,-3 16 0</inkml:trace>
  <inkml:trace contextRef="#ctx0" brushRef="#br2" timeOffset="555322">27057 4845 7019,'-7'0'135,"2"0"100,5 0 1389,0 0-1188,52-6-301,-32 4-7,14-2 1,0 0 53,-14 2-62,4 1-25,-4 0 31,-2 1 132,-4 0 274,-5 0 318,-4 0-233,-4 0-112,-6-1-140,-6 0 118,-9 1 9,-8 0-234,-6 0 52,-2 2-36,4 1-301,6 1-459,13-2 139,7 0 260,8-2 138,9 1 33,5-1-3434,8 0 3370,-4 0 33,8 0 12,-1-1 65,15-1-94,-14-1 104,4 0 186,-21 1 215,-2 1 354,-6 0 2882,-16 1-3428,-5 0 11,-18 2 51,-2 1 27,-4 1-355,-2 2-426,17-3-72,2 1-116,20-3 144,1 0 167,15-1-90,8 0-153,17-1 336,2-2-8,-6 0 7,1-1 119,-11 1 397,1 1-2,-11 1-25,-9 1-43,-16 0 22,-7 2 40,-12 0 28,-5 2-20,-7 2-454,14-2-357,1 0-20,22-2 160,4-2 100,10 1-107,7-1-46,1-1-26,14-1 36,-12 1 382,19-3-40,-20 3 328,16-3-97,-14 2-12,4 0-453,-1 0-4093,2 1-184,-7 0 3728,2 1 1,-15 0-1,-1 0 1</inkml:trace>
  <inkml:trace contextRef="#ctx0" brushRef="#br2" timeOffset="560806">27354 4922 14426,'4'27'1395,"9"15"-1098,4-1-135,4 1 219,6-4-4027,19-1 3825,-6-7-3,-4-11 1,4-2 148,4-6 0,2-1-185,5-1 0,1-1-87,0 0 0,0-2 40,3-3 0,-2-2-4,-9-2 1,0-2 2,9-1 1,0-2 8,-5-1 0,-1-3-102,-6 0 1,-3-3 227,-6 1 0,-3-3 529,15-22-549,-23 9 90,-14-14 2847,-19 13-2718,-20-14-269,6 16-1853,-21-9 1831,30 24 446,-8-8-352,18 10-145,3-2-56,4 3-11,6-1-23,4 3 3354,10 1-3365,3 8-17,8 8 12,1 9 11,-7 2-23,5 11-140,0 11 62,-5-6-235,-5-4 0,0 0-169,-4-3-722,-1 2 1,-1 0-8594,-5 2 8738,1 4 0,-9-22 0,-1-12 0</inkml:trace>
  <inkml:trace contextRef="#ctx0" brushRef="#br2" timeOffset="563965">29529 4313 17753,'-43'-13'661,"1"-1"1,-1 4-1,6 7 80,11 22 72,-2 13-522,11 10-389,8 14-4,10-22 1,2 2-676,2 3 1,0 1 623,4 4 1,0 0-176,1 2 0,2 2-159,2 11 0,1 2-161,2-1 0,0-1 148,-2-2 0,-1-2 160,-1-8 1,-5-3-363,-10 12-65,-27-6 519,-9-20 313,-6-8-921,0-21-1120,10-16-2141,-10-27 4132,16 7-615,13-3 0,4 0 837,5 3 42,5 1 1,3 0-403,13-10 159,-1 16 0,2 0 70,4 0 1,3 1-37,4 0 0,2 2-95,3-1 1,2 1 60,1 1 1,2 2-26,1 0 0,1 0-53,8-3 0,-1 1-3,-14 8 1,-1 0-29,10-6 0,-1 0 28,1-5 2316,4-5-1946,-17 3 3237,-13 4-3226,-11 4 77,-9 4 65,-6 5 261,-4 6-367,0 2 235,-2 8 106,1 5 1,-5 9-113,0 8-92,2 3-201,3 3-149,5 6-219,6-14-3334,3 7 3120,3-22 790,5 4-631,-2-11 491,9-4 194,4-7 103,7-8 52,4-5 3573,2-5-3868,-11 8 242,-2-3 6,-12 13-376,-1 2-558,-2 5 21,-2 2 122,0 5-172,0 1 44,0 10 44,0 7-8,-1-4 58,3 16-34,1-17-25,2 5-25,3-6 419,-1-11-53,0 1 78,4-9 270,3-6-93,1-3 109,11-11 114,3-10-236,-3 3-97,-6 0 0,-1-3 73,1-13-126,2-10-263,-7-6-831,-9 24 1,-2 0 632,3-24 203,-3 10 1,-3 1-48,-4 4 60,-1-14-63,0 35 61,-1 7-125,2 12-93,1 2 100,1 9 1807,1 9-1672,0 3 94,0 15-60,2 3-8,-1-4 1,1 2 22,2 30-451,-2-23 1,0-1 483,1 15-328,0-22 0,1 0 207,4 19 6,1-16 0,0 0-48,8 17 8,4-2-38,-6-23 44,-5-11 31,-2-7 915,-2-10-647,5-8 409,3-10-449,0-3-1,6-15 1,0-3-97,-5 8 0,2-3-187,-2 4 0,-1 1 161,3-5 0,0 2-3166,5-15 3278,-7 15 101,-8 3-47,-12 8-328,-7 3 11,-10 4 380,-1 10-108,5 6 3272,1 7-3298,11 3-256,1 8 54,10 11 78,10 9-108,7 5-109,9 6-109,1-8-64,-5-9-98,7 12 171,-19-15 12,2 5-406,-20 7-337,-6-15-468,-4 4-227,1-18 924,2-10 0,8-3 0,-1 0 0</inkml:trace>
  <inkml:trace contextRef="#ctx0" brushRef="#br2" timeOffset="564388">30915 4355 23438,'-31'-2'575,"11"8"47,30 4-910,9 3 299,6-6 227,3-3 43,3-8-68,-1-4-32,-2-9-22,-7-5-251,-7-6 274,-7-1-121,-8 1-219,-8 5-135,-7 6 126,-6 7 58,-2 6 72,2 6 136,3 5 111,2 8-32,3 6 8,2 6 8,2 5-142,3 6-140,4-7-76,8 16-332,7-17-788,14 12-4933,15-19 6212,2-8 1,-13-8-1,-11-4 1</inkml:trace>
  <inkml:trace contextRef="#ctx0" brushRef="#br2" timeOffset="599591">19845 17881 6675,'3'0'2290,"0"0"3070,-3 0-4380,-23 5-520,11-2 778,-38 12-544,15-1-403,-7 2 174,-1 0-314,20-8 62,-8 2-173,21-6-1,1 0 51,18-3 11,7-3-17,10-3-51,-2-1 18,20-9-29,-11 3-27,25-5-12,-25 7 34,2 2-1,-14 5 24,-10 2 10,1 0 90,-10 0-28,-16 6-101,-6 1 6,-7 4 39,-22 5-17,12-5 112,-17 3-39,23-7 264,0-2-3472,18-3 3130,0-1-56,10-1-62,6-3-40,7-2 46,3-2-62,17-4-168,17-3 45,5 0 1849,-19 7 1,0 1-1704,16-1 44,-15 4-61,-8 2 134,-19 2 61,-20 6-66,-14 3 44,-24 8-6,-5 2-552,-3 1 670,3-1 40,6-2 50,11-5-57,12-3-100,13-5-84,8-2 12,11-3 27,10-5 553,14-3-620,11-5 22,6 1-5,-10 3 0,12-1 28,-24 8-17,6-2 56,-20 4 33,-6 1-5,-4 0-33,-11 5-1,-2 0 28,-11 4 29,1-2-51,6-1 56,-4-1-124,12-2-654,-1-2 666,10-3 0,1 1 0,1-1 0</inkml:trace>
  <inkml:trace contextRef="#ctx0" brushRef="#br2" timeOffset="601255">19952 18173 8405,'-5'-8'6721,"2"1"-4777,3 7 202,0 0-1922,-5-14-6,3 14-89,-3-9 308,1 32-113,2 3 1,-2 18-51,2 0-33,4 3-6,6 0-33,7-2 50,15-5-106,-1-13 39,5-12 0,5-4-475,-4-6 1,1-2 325,6 3 1,4-2 30,-1-6 0,3-2 1,-4-1-32,-6 2 0,1-2 1,8-2 1,7-2-1,-5 0 27,-1-2 1,-1-2 5,9-3 0,0-2 87,0-3 0,-5-1-73,-19 7 0,-2 1 268,4-4 1,-6 0 101,-15 5-218,1-1-91,-18 9-61,-3 1-72,-3 2 813,-1 2-814,1-2 6,-5-1-6,3-3-11,-1 0 17,-2-3 33,-3 1 12,-9-4-40,-6 1-27,5 3 38,-5-1-5,16 3-39,-1 0 67,11-2 0,6 2-34,4-4-16,5 1-28,3 2 44,16 1-16,-1 5 16,25 14-39,-18 0-16,9 12-35,-3 17-10,-11-2 39,-10-10 0,-2 1 5,-5 22-263,-11-2-2890,-16 6-1798,2-19 4137,-11 5 0,17-31 0,0-1 0</inkml:trace>
  <inkml:trace contextRef="#ctx0" brushRef="#br2" timeOffset="602923">22164 18009 16588,'5'-51'1680,"0"0"1,-2 6-1,-4 8-1215,-11 19-173,-12 13-79,-7 20-40,-5 16-123,16-6 1,2 3-589,0 8 1,2 3 548,0 8 1,2 3-71,0 6 0,3 4-306,3-18 1,2 2-1,0 0 249,1 0 1,1 2-1,0-2-125,0 18 0,1-2-458,4-6 0,1-2 153,0-6 0,0-2 252,2-4 0,-1-1 266,-1-2 0,-2-1 168,-9 21 124,-10-19 630,-10-23-698,-4-25 1201,3-18-1106,8-21-235,14 15 0,4-1-22,2-26 22,10 14 0,6 2 167,0 14 0,2 2-187,10-13 1,5 2-583,1 8 0,3 1 588,6-1 0,2-1-20,5 0 0,1 0 14,3-2 1,1 1-7,-17 10 0,0 0 0,-1 0 9,16-12 0,-2 2-20,-5 3 1,-3 1-97,-8 6 0,-3 2 329,10-7 96,-22 13-135,-13 9 181,-13 5-344,-7 6 1184,-7 3-1206,-6 10-6,-3 6-44,-6 11 5,-1 5 23,1 4-46,6-2 24,11-7 284,10-7-263,8-8 124,11-9-62,-1-5 90,13-12-11,0-5 50,10-12 140,1-7 100,-3-2 46,-6 1-62,-8 9-84,-7 8-111,-4 8-130,-3 4-95,-1 3 22,-2 7-16,-3 5-29,-2 13-27,-1 8 5,1 4 51,3 1-6,8-5 0,2-10-23,20-2 102,5-18-12,21-16-28,0-17-36,-24 7 0,-1-4 36,-3 0 0,-2-3 43,-2-6 0,-2-5 1,0 2-598,3-9 1,-1-2 553,-3 6 0,-1-2 1,-1 3 156,2-6 0,-3 6-39,5-11 117,-6 11-89,-11 33-157,-2 3-11,-2 10-17,-6 13 1095,-4 14-1106,1 1 0,0 5 16,1-1 1,0 0-6,0 3 0,1 0-14,2 1 0,1-1-248,3 18 236,4-24 1,4 1-3446,19 23 3449,-3-24-6,17-4 28,-7-27 16,-1-4 24,22-29 27,-15 0-34,-12 7 1,-1-2 44,6-17 18,-12 0-40,-9 3 44,-6 6 57,-2 7 258,-1 9-343,0 8 3404,0 3-3386,0 7-34,0 0-45,2 6-22,2 1-51,13 23 62,-5-9-33,16 26 16,-8-9-22,-9-7 0,-1 2-62,0 24-73,-11-22 1,-4-1-3645,-7 9 2126,-15 5-2956,3-19 4117,-2-2 0,11-12 0,7-11 0</inkml:trace>
  <inkml:trace contextRef="#ctx0" brushRef="#br2" timeOffset="603282">23653 17965 24519,'29'31'499,"-5"-8"-253,-7-19 40,1-7-11,10-6 167,8-10-240,-11 3 442,0-10-314,-21 13-184,-3-3 33,-10 4-56,-3 5-56,-14 1-33,0 8 61,-10 12-61,9 5-17,-1 11-45,9 9 0,9-3 0,2 2-174,15-2-520,11-4-4194,9-6 1,5-1 4835,-4-6 0,0-2 0,26 14 0,-27-21 0</inkml:trace>
  <inkml:trace contextRef="#ctx0" brushRef="#br2" timeOffset="617388">15287 5771 12455,'-41'21'2694,"21"-5"-2336,67-20-5732,10-3 5475,-10 0-508,-6 0 0,-3 1 446,-3 0 522,-1 0 0,-1 0-533,-6 1-17,0 1 180,-2 1 21,-17 2 2561,2 1-2768,-25 0 23,-7 1-5,-21 3 21,-10 2 24,-6 2-7,24-3 1,1 0 3375,-14 2-3611,6 0 0,29-5 219,11-1 22,13-1-22,11-1-28,12-4-17,0 1-6,-2 0 1,2-1 5,17-3-100,-14 3 0,0 0 95,17-2 5,-17 2-6,-7 2 57,-18 2-23,-9 1-45,-30 8 6,-29 6 22,3 1-6,16-5 1,-1 0 44,-22 6 23,2 1-28,3-3-28,29-7-17,13-4 126,8-1-193,8-2 106,7-2-27,13-3-24,12-4 18,12-1 0,3-2-18,1 3 7,-13 3-79,10 2-3353,-30 3 3437,7 1 28,-30 5-45,-13 4 6,-15 6 11,-15 3 292,-11 2-357,10-6 378,-10 2 3312,13-7-3155,6-3-64,11-2-182,22-7-95,13-4-113,9-5 537,12-5-486,10-2-9,7 0 6,4 3-14,-1 2-89,-6 4-371,-7 4-527,-12 3 913,-1 7 0,-14-2 0,1 2 0</inkml:trace>
  <inkml:trace contextRef="#ctx0" brushRef="#br2" timeOffset="618515">15969 6075 26118,'-22'-38'-3828,"12"13"3036,35 36 1213,12 20-733,-10-6 37,8 23-139,-15-11 107,-2 0-680,10 8 1076,-2-22 129,20 3-214,9-17 371,-22-9 0,1-3 553,25-3-515,-12-5 0,-1-4 1396,8-8-654,-19 7 0,-3-2 1115,-7-12-909,-21 3-981,-17 1-1087,-13 2-56,-8 4 130,-3 4-63,6 6-31,8 1 717,11 5-486,6 2 347,4 1 545,2 1 267,10 9-907,4 5-62,14 12-84,6 6-28,7 4-104,3 7-62,-1 0-533,-2 1-729,-9 0-952,-9-1-3866,-12 0 6674,-11-7 0,-1-15 0,-3-10 1</inkml:trace>
  <inkml:trace contextRef="#ctx0" brushRef="#br2" timeOffset="619889">17465 5953 21661,'-41'-26'49,"1"1"0,4 0 0,8 11-337,19 23 246,4 10-37,1 17 6,3 17 44,0-19 1,1 2-367,0 6 0,-1 2 269,1 4 0,0 0 11,1 3 0,1-1-83,2 0 0,2-1-205,2-1 1,1-1-252,3-2 1,1-1-175,-2-2 0,-2-2 145,-2-6 1,-3-1 195,-13 16 570,-6-22 498,-34-16 395,0-27-617,-1 3 330,3-27-194,30 6 472,3-11-889,17-3-142,15 0-20,15-1-393,-10 24 0,3 0 415,4 0 1,3 1-12,4-1 0,2 1-8,1 1 0,2 1 25,0 0 0,0 0 0,-2 1 0,0 1-11,-2-1 0,-2 0 30,-3 1 1,-1 1 86,21-16 202,-17 7 56,-16 9-117,-14 5-80,-13 5-60,-2 3 167,-18 3 787,3 6-949,-13 6-34,2 7-27,1 11-23,2 6 0,6 2-51,8 9 102,10-18 89,9 1 151,8-19 62,9-7-33,5-8 16,7-7 39,2-9 6,0-3 61,-7-1 84,-6 3-33,-8 7-163,-5 5-234,-4 7-136,-1 4 12,-2 7 34,-1 5 5,0 10 0,-1 5 17,2 4 6,1 1-23,4-1 6,3-1-6,4-5 40,2-7 55,1-7 40,1-8-28,3-10-17,3-8 44,4-14 40,1-10-17,1-12-56,-14 22 0,-1-1 31,0 0 0,-1-1 114,1-5 1,-1 2-79,2-10 84,0-8-139,-10 32 139,-1-16-78,-2 16 44,-2-9-156,0 16 33,-2 0-44,3 10-45,-1 1-112,1 2 83,0 21 35,1-5-1,1 30 40,0-4-40,0 17-8,-1-26 0,1 1-110,-1 1 1,0 1 120,1 6 0,1-3-20,2 16-10,11 8-1,6-31-16,11 2 56,4-11 49,-2-8 13,-2-15-40,-13-3 44,2-14 260,-10-3-259,1-10-3359,-6-18 3342,-2 14-85,-4-15 135,0 17 12,0-6-16,0-4-41,1 10-27,-1 5 3358,2 10-3319,-1 9 169,-1 2-242,0 4-118,0 3 118,0 4 0,0 1-11,4 10 11,12 10-6,8 6 1,15 9-23,2-2 0,-7-8-90,1 7-241,-20-6-548,-2 8-986,-16 3-7349,-16 6 8394,0-14 0,1-7 0,10-18 0</inkml:trace>
  <inkml:trace contextRef="#ctx0" brushRef="#br2" timeOffset="620355">18708 6129 13950,'7'-9'5803,"-2"2"-4672,-5 7-112,0 0-839,-25 2-84,17 6-57,-17-1 22,23 8 113,4-2 16,3 0 23,5-2 6,7-5-113,-2-3 118,7-4 56,1-9-112,-1-6-34,3-10-83,-12 2 66,3-15-83,-8 18 78,3-15 168,-7 18-134,-3 1-68,-6 6-50,-5 8-28,-2 2 0,-9 11-17,4 4-16,-6 13-46,10 5-117,6 7-297,9 8 124,5-8-609,9-8 1,6-1-1700,21 13-1180,-7-12 1,2-1 3856,-7-8 0,-1-3 0,10 6 0,-17-12 0</inkml:trace>
  <inkml:trace contextRef="#ctx0" brushRef="#br2" timeOffset="620607">17886 6753 18288,'51'-13'227,"0"1"1,-1-1 0,1 0-1,-1 1 1,-2 0-181,10 0 1,-2 1-564,-14 3 0,1 0 1,-2 1 501,9-2 0,2 0-149,-1 2 1,4 1 0,-3 0-570,0 2 1,-1 1-966,-4 0 0,2 0 0,-5 1 1697,-2 2 0,-7 0 0,6 0 0,-23 1 0</inkml:trace>
  <inkml:trace contextRef="#ctx0" brushRef="#br2" timeOffset="620849">18012 6943 21864,'47'-14'205,"0"1"0,0-1 0,1 0 1,0 1-1,-1 0-1032,-3 2 0,-1 1 0,1 1 879,0-1 0,0 1 1,-2 0-31,8-1 1,-2 1 7,12-2 1,-5 3 683,1-1-714,4 1 0,-43 5 0,-15 2 0</inkml:trace>
  <inkml:trace contextRef="#ctx0" brushRef="#br2" timeOffset="626720">1890 3645 6714,'-58'-1'1040,"-1"-1"0,8 1 1,10 0-607,24 1 736,18 3 384,23 2 62,31-1-907,-11-3 0,8-1-1463,-7-2 1,5-1 0,1 0 0,-3 0 916,3 0 0,-2 0 1,4 0-106,-3-1 0,4-1 0,3 1 0,0-1 1,-4 1-370,2-1 1,-2 2 0,0-1-1,3 0 316,0 0 0,3 1 1,1-1-1,0 0 1,1 0 17,-9 1 1,1-1 0,0 1 0,0 0 0,0 0 0,1 0-274,1 0 1,-1 0 0,1 0 0,1 0 0,1-1-1,1 1 289,1 0 0,3 0 0,1-1 1,1 0-1,-1 1 0,-3 0 1,-2-1-189,4 1 1,-4-1-1,-1 1 1,0-1-1,5 1 174,-6-1 1,4 1 0,2-1 0,0 1-1,-1-1 1,-3 1 0,-3-1-22,1 1 0,-3-1 0,-3 1 0,1 0 0,2-1-16,-1 1 1,1 0-1,1-1 1,0 1-1,1-1 1,-1 1-9,3 0 0,2-1 1,-1 0-1,0 1 1,-1 0-1,-2 0-20,0 0 0,-1 0 0,-1 1 0,-1 0 0,-1 0-61,9-1 0,-1 0 0,-1 1 1,-3 0-1534,9 1 1,-3 1 0,-5-1 1600,0 2 0,-5 0 0,-5-1 1,-4 0-1,2 1 0</inkml:trace>
  <inkml:trace contextRef="#ctx0" brushRef="#br2" timeOffset="634081">11821 1364 20610,'-5'-2'556,"1"1"-1697,4 1 2017,-5-1-1272,6 1-88,2 2-477,6 3 731,2 0-458,2 1 614,3-1 333,23 4-626,8-1 597,-4-2 1,2 0 379,16 0-17,-22-3 1,1 0-205,-4 0 1,-1-1-25,3 0 1,2-1-309,9 2 1,2 0 123,8-1 0,0 1-42,-9-1 0,-2 0-81,-2 0 1,0 0 11,-3-1 1,-1-1-12,-5 1 0,3-1-890,9 0 0,6 0 1,-4 0 552,-2 0 1,1 0 90,4 0 1,4 1 0,-7 0 703,-16-1 0,-2 1-824,22 1 1,5 0 20,-1 0 0,1 0-337,2 0 0,-1 0 297,-4-1 1,-1 0 348,2 1 1,-4-1-157,-18-1 0,-2 1-68,7-1 1,0 1 40,-6-1 0,-1 0-143,23 0 147,-11 0 1,3 0-39,-6 0 1,1 0-9,19 0 0,0 0-23,-15 1 1,1-1 226,-6 1 0,2 1 0,-2-1-1,4 1 1,-3 0-18,-1 1 1,-2 0-47,1 0 0,-3-1-63,15 0-27,8 0 59,-24-2 1,0 0-23,20 0 52,-15 0 0,0 0-6,-5-1 1,-1 1-371,1 0 1,-1-1 360,23 1-264,-14 0 1,0 1-286,16 0 294,-17 1 1,0-1-22,-12 0 1,-2 1-358,29 0-10,-14 0 373,-13 0 0,1-1-283,17 0 605,-14-1 1,1 1 3,-5-1 0,-1 0 0,2 0 0,-1 0-21,19 0 21,-12 0 1,-2 0-28,3 1 1101,4 1 1,3 1-1053,-12-2 0,-1 1 80,0 0 0,0 0 115,4-1 1,-2 0 3169,10-1-3304,10-2 12,-4 0-56,-15-1 11,19-4-22,-21 2 287,9 0-650,-7-1 94,-19 2 241,8 0 314,-10 1-292,2 1 89,1 0-101,2-1-49,-1-1-466,-2 0-386,-8 2 913,-4 1 0,-5 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14:55:23.030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4590 3164 16616,'4'-53'1858,"0"-1"0,-1 6 0,-1 5-957,-6-1-324,-2 17-386,-1 16-180,2 13 50,1 20-5,0 19-36,2-10 0,0 4-628,-1 7 1,-1 3 607,0 7 0,-1 1 0,-2 5 0,-2 1 0,-1 1 0,-1-1-3,-1-3 1,0-2 7,0-8 1,1-3 195,0-10 1,1-4 162,-2-1-179,0-29-40,7-35-69,2 5 0,1-4-837,0-10 0,0-5 817,1-10 0,0 0-37,0 10 1,1-3 53,0-5 0,0-5 0,0 7-20,0 18 0,1 1 2,0-9 0,0-3 0,1 8 872,6-2-857,8 1-38,7 16 13,23 19-287,-9 11 243,-2 7 1,1 4-8,-5 3 1,0 3 539,10 8 1,0 4-595,1 5 0,-2 4-470,-13-4 1,-1 3-1,-3-1 382,1 2 1,-3 1-148,-8-2 0,-2 3 0,-4-3-999,-5 0 0,-4-2-1365,-2 11 0,-3-2 2636,-1-8 0,-1-4 0,-5 8 0,4-22 0</inkml:trace>
  <inkml:trace contextRef="#ctx0" brushRef="#br0" timeOffset="166">4589 3388 23870,'17'-46'-293,"0"0"0,-10 8 0,7 5-1991,30 16 1,15 10-1,-4 1 1844,-8-2 1,-4 1 0,11-3 0,-6 2 0,-8 1-1</inkml:trace>
  <inkml:trace contextRef="#ctx0" brushRef="#br0" timeOffset="1033">9047 3042 25057,'16'22'134,"-4"-5"-94,-8 44-24,-4-9-22,-2-12 1,-2 1 16,0-9 1,-1 0 2,-2 1 0,-1-2 115,-3 5 201,0-15-150,4-12 161,-2-18-206,2-13-35,-4-23-66,6 14 0,2-2-408,0-8 1,1 0 381,0 6 1,1-1 41,2-16 1,2 0-256,0 19 1,1 2 235,2-12 0,1 3-20,5-2 0,16-1-5,2 21-9,2 9 0,1 3-19,12 2 10,-8 9 1,0 5 766,14 11-757,-19-2 0,-2 4-34,-1 9 0,-3 2 337,5 13-324,-19-8 1,-7 0 33,-19 13-11,2-19 0,-3 0 8,-4-2 1,-3-3 13,-22 15 10,2-15 29,6-11-12,6-19 63,7-10-11,8-12-45,8-7 213,11 1-235,10 5-6,4 9-40,26 4-16,-17 11 31,11 5 0,3 4-3,17 12-379,-16-3 0,1 3 348,-10 1 0,-4 3-47,14 24-106,-25 4 49,-32 4 1,-9-13-665,-21-5 1,-6-4-434,-3-2 1232,11-10 0,-7 1 0,10-4 0,3-5 0,-18 3 0</inkml:trace>
  <inkml:trace contextRef="#ctx0" brushRef="#br0" timeOffset="1574">4719 5593 24125,'-54'-17'127,"0"1"0,1 4 0,6 10-82,0 35-736,13 1 1,3 3 693,11-8 0,2 2 2,-7 14 1,2 3-1687,13 0 0,5-1 1667,2-14 0,5-2-67,10 9 0,9-5 66,9-17 0,5-5-912,18 3 0,6-5-1569,-11-7 0,2-4 0,0 0 2214,-2-2 0,0-1 0,-4-1 1,6-1-1,-7 0 0,7-4 0</inkml:trace>
  <inkml:trace contextRef="#ctx0" brushRef="#br0" timeOffset="2057">8991 5258 25735,'-3'35'-118,"-1"0"0,2 1 1,3 0-3103,6 3 1,2 1 2141,0 2 0,0 2-1720,-1 0 0,-1 0 3032,-1 0 1,-2-4-1,2 7 1,-4-15-1</inkml:trace>
  <inkml:trace contextRef="#ctx0" brushRef="#br0" timeOffset="2300">8934 5651 16930,'-4'-42'1777,"0"-1"0,0 1 0,-2-18 0,3 6-1324,4 19 1,3 3 45,3-24-269,10 14-130,8 11-77,13 12 5,18 8-9,-22 12 1,2 3-15,6 5 1,1 5-27,1 7 1,2 6 0,-3 1-585,4 7 0,-2 4 524,-8-4 1,1 4 0,-8-1-77,-9 7 0,-10 0-304,-9-1 1,-9-1 264,-10-1 0,-8-3-196,-11-3 0,-6-5-714,-9-2 0,-3-5-3810,-5-3 1,-1-3 4870,5-5 0,3-2 1,17-4-1,4-2 0,-6 0 1</inkml:trace>
  <inkml:trace contextRef="#ctx0" brushRef="#br0" timeOffset="2967">7175 7752 18011,'0'-4'2806,"0"1"-2308,0 3-285,-68-17-202,34 22-31,-12-9 1,-1 3-42,0 25-1,-8 7-229,23-15 1,-1 2 293,-11 5 0,-2-1 16,7-4 1,1-1 8,1-1 0,1-2 423,-24 1-143,39-11-190,-6 0-45,24-3 151,7 11 44,0 7 203,4 33-208,-4 7-271,-3-15 0,0 0 47,-1-11 0,0 1 9,-1 9 0,0 1-26,0-9 0,1-1-19,0 6 0,5 1-14,13 0 0,5-3 5,8 4-11,-4-21 0,4-7-190,22-14-118,-23-7 1,3-3-3206,20-9 0,1-3 1485,-17 4 0,0-1 2045,12-9 0,-6 2 0,-17 10 0,-1 0 0</inkml:trace>
  <inkml:trace contextRef="#ctx0" brushRef="#br0" timeOffset="3158">6651 8339 15093,'-4'0'6122,"1"0"-4195,3 0-2006,91-58-2368,-48 37 1,3 0 1650,-3-4 1,3-2 0,-2 3 795,12 0 0,-8 5 0,-15 5 0,-1 1 0</inkml:trace>
  <inkml:trace contextRef="#ctx0" brushRef="#br0" timeOffset="3958">4901 2708 12061,'-24'-37'1489,"1"1"1,-1-1 0,-12-9 0,-2 10-1081,-14 18-241,2 23 0,-5 11 50,16 2 1,0 5-1,0 0-514,0-2 1,-1 0 0,2 3 349,-2 4 0,1 4 0,2 3-545,5 0 0,1 4 0,1 2 0,0 0 510,3-2 1,1 2-1,0 0 1,-1 4-23,-3 4 1,-1 4 0,0 1 0,1 1 0,2-1-15,5-4 0,2-1 0,1 1 0,1-1 1,2 1-38,-1 11 0,1 0 1,3 0-1,3-3-288,-2 2 0,3-2 0,10-1 227,9-10 1,6 2 0,5-4 0,3-7 21,22 5 1,10-9-197,-14-11 1,4 1 0,2-4-1,1-6 258,2-7 0,1-6 1,1-4-1,1-1-196,5-2 1,2-3-1,0-2 1,-1-2 224,-9 0 1,-1-1 0,1-2 0,-1 0 0,-1-2 20,0-1 1,0 0-1,-1-1 1,-1-2-1,0-2 52,2-4 1,0-3 0,-2 0-1,-1-1 1,-4 2-2,8-6 1,-4 1-1,-2-5 23,-8 3 1,0-3 0,-4-3 0,-6-2 92,-10-2 1,-7-2-1,-3-2 1,-2 0-112,-2-1 1,-1-1 0,-4 0-1,-2-1-16,-3 4 0,-2-3 1,-2 1-1,-3 1 1,-2 5 118,-11-12 1,-6 6 0,-4 6-194,-3 8 0,-4 5 0,2 6-30,-3 5 1,-2 8-160,3 6 1,-4 5-1,3 3-381,0 6 0,1 5-1402,3-2 1,-1 3-1,3 2 1938,1 8 1,6 0-1,-8 9 1,22-12-1</inkml:trace>
  <inkml:trace contextRef="#ctx0" brushRef="#br0" timeOffset="4616">9584 2584 12713,'2'-51'912,"1"0"1,0-1 0,-4 1 0,-1 0 0,-8 10-401,-8 13 1,-6 5-5,-10-2 0,-3 3-172,5 8 1,-3 5-511,-27 7 0,-2 9 525,15 6 0,-1 6-188,8 1 1,-5 4-1,0 2 1,5 0-566,5-1 1,3 1 0,0 3 547,-4 7 0,-1 6 1,1 1-1,4-1 6,1 3 1,3 1-1,1 5-103,5-2 1,-1 6 0,1 3-1,2-1 1,1-6-11,-2 7 1,3-5 0,2 3-47,3-3 0,1 3 0,3-2 0,8-6-134,12 6 1,12-6-330,6-2 0,9-3 331,-2-11 0,5-2 1,4-4 81,7-4 1,4-6-1,2-4 60,-8-7 1,1-3 0,0-3-1,-1 0 32,6-2 1,-1-2-1,3-5 97,-8-2 0,3-5 0,1-2 0,-1-1 0,-5-1-414,9-6 1,-5-2-1,2-4 460,0 1 1,3-3 0,-2-2 0,-6-1 134,-3-5 0,-6-2 1,-6-3-49,-5 0 1,-5-2 0,-3 2-150,0-11 1,-8-2-47,-8 5 0,-6-5 1,-5 5-533,-8 4 0,-6 2 326,0 6 1,-4-2 0,-3 8 26,-6 6 1,-6 9 83,-8 10 1,-7 4-1,3 6-397,-8 5 1,0 6-396,2-1 1,-4 3 0,4 3-2461,12 4 0,2 2 0,3 0 2941,-6 3 0,6 1 1,11-5-1,6-2 0,11-5 1</inkml:trace>
  <inkml:trace contextRef="#ctx0" brushRef="#br0" timeOffset="5158">9584 5021 13058,'-42'-41'1034,"0"1"0,0-1 0,0 5 0,-1 2 0,-1 10-622,-14 11 0,-2 11-172,-2 4 1,0 5-764,1 6 1,1 5 581,3 8 0,3 7-28,18-6 1,3 3 0,1 3-8,0 5 0,2 3 1,2 2-5,0 5 1,3 3-1,1 2-11,1 3 1,3 2-1,1-1-7,4-11 0,2 0 0,2 2 0,3 2 1,2 4 0,2-1 0,3-3-7,4-5 1,2-3-1,3 2 0,3 15 0,4 3 1,6-7 12,5-17 0,5-6 1,4-4 5,6-5 0,5-4 0,2-5-1,7-4 1,4-6 0,0-4 7,-9-4 1,0-3-1,1-2 1,0-3-336,2-2 0,0-2 1,0-3-1,-1-1 371,0-2 1,0-3 0,-2-1 0,-2-2 15,-3-1 0,-1-1 1,-2-1-1,-2-2 59,8-10 0,-3-2 0,-5-3-70,-6 1 1,-4-3-1,-5-1-30,-4-1 1,-5-2 0,-3 0-8,-4-1 0,-5 0 0,-3 0-13,-5 2 0,-4 1 1,-8 1-1,-11 1 0,-10 1 0,1 6-2,-6-2 0,-5 9-37,-7 10 0,-8 7 0,1 6-111,12 9 1,1 6 0,-2 2-356,3 0 0,-2 1 0,-2 1 0,2 3-1361,-3 1 1,0 3 0,1 1-1,1 1 1853,-10 5 0,1 1 0,5-1 0,-3 2 0,7-1 0,21-8 0,0 1 0</inkml:trace>
  <inkml:trace contextRef="#ctx0" brushRef="#br0" timeOffset="5733">6892 7602 16207,'-48'-1'794,"-1"0"1,0 0-1,1 0 1,1-1-1,3 2 1,0 3-620,-6 6 1,-1 4 0,5 3-1153,-3 9 1,2 6 1071,7-4 0,-1 4 0,1 2-49,-1 4 1,1 3 0,2 3-32,0 4 0,1 2 0,2 2-3,10-10 1,1 1 0,2 1 0,1 1-290,2 0 1,2 1-1,1 1 1,3-1 270,0 15 1,3 1-1,6-2-13,3-3 1,5-1-1,11-1-8,11-9 1,9 0-1,5-3 1,-4-4-201,-2-3 0,-1-5 1,5-2 209,4-3 0,4-1 0,3-2 1,-2-7-50,8-7 1,0-6 0,2-3 25,-10-1 1,2-1 0,1-2 0,2-1-250,-2-1 0,2 0 0,2-2 0,-1-1 0,0-1 304,0-2 1,0-2 0,-1-2-1,0 0 1,-2-2 18,-2-1 1,0 0 0,-2-1 0,0-3 0,-2-2 60,-2-3 0,0-4 0,-2-1 0,-3 0 1,-2 2-40,5-6 0,-4 1 0,-5-4 24,-2-14 0,-4-4 0,-11 2 29,-15-3 1,-10 1-88,1 10 1,-3-3 0,-4 1-5,-4 2 1,-3 0 0,-4 3-6,-3 1 0,-2 3 0,-4 3-2,-2 3 0,-2 2 0,-3 5-24,-2 2 0,-1 5 0,-2 2-81,0 3 1,-2 4 0,-1 2-253,1 2 1,0 3 0,0 2-2083,-1 2 1,1 3 0,2 0 2427,-16 3 0,6 1 0,18-1 0,5 1 0,-4 2 0</inkml:trace>
  <inkml:trace contextRef="#ctx0" brushRef="#br0" timeOffset="6324">4686 5535 17596,'-23'-48'882,"1"1"1,-1 0 0,0 1 0,-1 1 0,1 10-227,-16 3-191,-17 6-309,10 18-44,14 12 0,-2 8-70,-6 14 0,0 9-34,-5 5 1,2 6-871,7-3 0,1 4 0,3 2 865,4 2 1,3 1 0,2 2-9,6-9 1,2 0 0,1 2 0,2 0-5,1 0 1,0 0 0,4 1 0,5 0 10,8 9 1,6 2 0,5-1 0,2-6 6,5-1 0,3-5 1,7-4-13,3-5 0,7-1 0,2-5 1,2-9 2,-2-12 0,3-7 0,0-5 0,1-2-366,5-2 0,1-4 0,0-2 0,-2-2 384,7-2 1,-3-2 0,1-5 16,-9 0 0,1-4 0,-1-3 0,-3-2-455,-7-4 0,-3-3 1,-1 0-1,-2 0 455,8-2 1,-3 0-1,-3-6 22,-6-5 1,-2-8-1,-5-1 1,-7 6-350,-10 7 1,-6 5-1,-1-3 299,3-7 1,-1-1 0,-8 0 25,-15-3 0,-8 0 0,-1 9-33,2 10 0,-4 4-13,-12-3 0,-7-2 0,-2 9-21,10 17 0,-2 6 1,-4 4-127,-5 2 1,-7 3-1,0 2 1,4 1 22,0 0 0,4 2 1,-2 3-691,-1 4 1,-4 3 0,2 2 0,8 0 826,-5 5 0,7 0 0,3-3 0,5-1 0,-1 5 0</inkml:trace>
  <inkml:trace contextRef="#ctx0" brushRef="#br0" timeOffset="6924">5689 3565 15119,'-51'16'732,"0"-1"1,1 0 0,3-1-1,1 0 1,8-2 326,-14 7-70,10-3-120,35-10 7,20 0-546,47-13-143,-7-1 1,8-1-1035,-5 0 0,4-2 0,-1 1 986,-5 0 1,0 0 0,6 0-109,-10 2 0,5-1 0,3 0 0,1 0 0,0 1 1,-4 0-506,1 0 1,-4 1 0,1-1 0,1 1-1,3 0 443,-2-1 1,3 0 0,2 0 0,1 0-1,0 0 1,-1 0 0,-2 0-233,3 0 0,-2 0 0,0 1 1,0-1-1,-1 1 0,1-1 356,0 0 0,0 0 0,1 1 1,-1-1-1,-1 0 0,1 0-201,-3 0 0,1 1 0,-1-1 1,0 0-1,-1 0 0,0 1 190,7-2 1,1 0 0,-2 0 0,-1 0 0,-3 1 49,-2 0 1,-2 0 0,-1 0 0,2 0-8,5-2 0,2-1 0,-1 1 0,-8 0 595,8-1 1,-4 0-522,-9 1 0,2 0 0,-8 1 1727,9-3-1721,-28 5 1629,-27 4-4835,-16 1 2735,-10 1 0,8 1 1,6 0-1</inkml:trace>
  <inkml:trace contextRef="#ctx0" brushRef="#br0" timeOffset="7401">9503 3706 23006,'1'-47'679,"0"0"1,0 6-1,-1 9-600,1 21 73,-1 11 146,2 19-147,3 22-91,-1-6 1,0 4-1168,0 14 0,-1 4 1179,-1-10 0,-1 3 0,-2 1-9,-1 8 0,-3 2 0,-1 2-111,1-11 1,-2 1-1,0 0 1,-1 1-564,-1 2 1,-1 0-1,0-1 1,0 1-1296,1-1 0,-1 1 1,1-1-1,0-3 1885,0 9 1,0-2 0,2-6 0,-1 1 0,3-7 0,2 5 0</inkml:trace>
  <inkml:trace contextRef="#ctx0" brushRef="#br0" timeOffset="8067">9011 6169 23702,'-24'40'180,"0"0"1,-6 2-1,-4 3 1,1-1-1809,5-9 0,1-1 0,-4 3 1646,-4 5 0,-4 5 1,-3 1-1,-1 1 10,3-4 0,-3 2 0,-1 0 0,1 0 0,0-1-273,4-4 1,1-2 0,-1 1 0,0 0-1,-2 2 248,-1 0 1,-2 2 0,-1 2 0,0-2 0,1-1 0,3-3-10,-5 3 0,2-3 1,2-1-1,0 0-7,0-2 1,1 1-1,1-1 1,0-1-16,2-2 0,1 0 1,0-2-1,1 1-194,-6 5 0,1 0 0,3-2-1501,-7 7 1,6-4 1722,14-12 0,4-5 0,4 1 0,16-18 0</inkml:trace>
  <inkml:trace contextRef="#ctx0" brushRef="#br0" timeOffset="8741">4974 6447 14126,'-21'-47'1467,"-1"0"1,3 5 0,4 6 910,7 10-2165,4 12 635,4 6-518,19 24-5,10 16-162,9 11-563,-13-9 0,4 7 0,-4-4 436,-2-2 0,1 3-26,2 7 0,4 9 0,0 1 0,-4-7-13,0 2 0,-1 1 0,-3-6 0,3 6 1,1 1-1,0-3-29,7 4 0,1-3 1,2 0-13,-7-12 1,1 1-1,0-1 1,2-1-10,7 10 1,1-2 0,5-2-298,-3-7 0,5 0 0,0-3 0,-3-1-1680,1-1 1,-3-3 0,2 2 1799,-2-2 0,3 1 1,-2 0-1,-5-4 1,5 3-1,-6-5 1,3 3-1</inkml:trace>
  <inkml:trace contextRef="#ctx0" brushRef="#br0" timeOffset="9384">4532 4409 20058,'-4'-46'805,"1"0"0,-1 0 1,0-10-1,0 7 46,1 2-324,1 30-387,2 3 129,3 37-100,5 32-119,-3-8 0,0 4-1141,-2-8 0,0 2 0,-1 2 1031,-2 6 0,-1 2 0,-1 2-362,-1 4 0,-1 1 0,0 2 209,-1-10 1,0 2 0,0-1 0,0-5-1,-2 11 1,1-4 0,1-2 0,0-1-1</inkml:trace>
  <inkml:trace contextRef="#ctx0" brushRef="#br0" timeOffset="15700">14019 1453 28567,'-55'-8'328,"1"1"0,11 0 0,6 3-228,1 10-249,21 3-255,1 3 37,8 0-54,13 2-238,11-2-106,17-1-3077,27 2 3406,-17-5 263,-12-2 0,-3 0-6,-3 3 182,-4 6 57,-23 3 427,-19 7 80,-8-4 0,-24 9-281,21-12 0,-2 1-41,-4 4 1,1 0-689,3 0 0,2-2 1241,-8 10 3060,25-14-2870,10-7-763,9 0-909,23-2 631,-2-3 127,17-2-216,11-3 86,-13 2-373,13 2 266,-30 11-149,-15-3 495,-24 26-4,-10-7 28,-1-3 0,-3 2-40,5-7 1,0-1-16,-4 7 1,1 0 131,1 6 2418,9 1-2485,25-19-437,16-6-770,21-9-1035,-5-4 1,4-3-2892,-5 2 1,-1-1 3020,2-1 1,-5 0 0,2 0 0,-28 4 0</inkml:trace>
  <inkml:trace contextRef="#ctx0" brushRef="#br0" timeOffset="16399">15205 2851 19176,'1'-4'4503,"-1"0"-3752,0 4-734,-2 20 33,1 21-17,-1-8 1,-1 4-285,0 6 1,0 1 247,-2 2 1,0 0 10,0-2 0,-1-1 6,0-5 0,-1-2 48,-5 22 269,2-21 78,2-18-78,3-18-230,1-17 22,0-28-67,1 5-20,0 3 1,1-2-219,0 7 1,0-2 220,0-10 1,1-2 16,0 0 0,2-1 19,1 0 1,3 3 142,-2 10 1,2 1-183,4-2 1,4 2-18,4 4 1,4 3-29,1 0 1,3 2 5,8 1 1,1 4-505,18 4 479,-8 13 0,2 7-9,-13 4 1,0 5-43,16 6 1,-1 6-115,-11 6 0,-3 3 8,-7-8 0,-3 4-1432,-6 9 0,-3 5 0,-4-4-133,-5-11 0,-2 1 1750,1 30 0,-5-5 0,-5-28 0,-3 0 0</inkml:trace>
  <inkml:trace contextRef="#ctx0" brushRef="#br0" timeOffset="16565">15229 3269 23478,'4'-47'218,"0"0"0,-3 7 1,7 6-323,19 11 1,7 6-1280,-3 4 0,2 1-2689,17-5 0,3 1 4072,-9 7 0,-3 1 0,15-1 0,-25 5 0</inkml:trace>
  <inkml:trace contextRef="#ctx0" brushRef="#br0" timeOffset="17442">15383 5412 19643,'-2'-9'1563,"-4"-26"0,0-2-312,4 14-1192,-3-13 0,1 4 219,4 26-306,3 15 196,6 15-157,6 21-16,5 14-94,-10-25 1,-1 0 106,-1-1 1,-1 1-1,-2-2 1,-2-1 8,-3 22 39,-7-11 84,-6-15 62,-1-14-79,-1-16-44,0-13 663,-3-17-658,-2-15-45,10 16 0,0-1-5,-4-25-416,8 7 1,3 0 431,2 16 1,2 0-18,2-14 1,2 0-57,3 15 1,2 4 39,20-24-39,12 12 22,-16 23 0,4 3-1532,13 4 0,2 2 1529,-14 4 1,1 1-7,16 7 1,-1 5-286,11 17 274,-23-5 1,-1 4-9,-5 2 0,-4 3-6,-6 2 1,-4 2-9,-5 1 0,-7 0 16,-7 1 1,-5-1 22,-6-1 1,-3-3 234,-5-2 1,-4-3-225,0-4 0,-3-4 48,-28 5-5,5-11 10,7-15 35,8-10 79,9-11-63,8-5 3149,8-3-3199,8 2 417,12 4-457,11 5 177,22 8-211,20 7 18,-21 7 0,1 4-269,4 2 1,1 3 259,1 3 0,-2 4-1643,5 8 1,-3 2 1614,-17-8 1,-2 1 4,2 7 1,-7 1-20,-16 6-39,-19 10-39,-28-3-132,9-20 1,-5-2-15,-7-1 0,-2-2-335,-5-1 1,-2-2-486,-2-2 0,-1-2 1089,-2-2 0,4-2 0,-9 2 0,13-5 0</inkml:trace>
  <inkml:trace contextRef="#ctx0" brushRef="#br0" timeOffset="17892">16092 7104 21243,'-23'-55'1213,"0"-1"1,12 16-1,-5 6-1177,-12 15 1,-2 9 14,-3 9-1,-23 14-1010,24-1 1,-1 3 984,-9 7 0,0 4-11,2 4 0,2 5-23,3 9 1,5 3 2,10-15 1,4 2-23,2 12 0,8-1 499,19 13-729,10-18 1,6-3-145,-7-11 0,4-3-27,21 5 1,6-7-788,-9-12 1,2-4 1215,-3-1 0,2-2 0,-4 0 0,-4-1 0,-2-1 0,-2-2 0,0 0 0</inkml:trace>
  <inkml:trace contextRef="#ctx0" brushRef="#br0" timeOffset="18275">15597 9393 20834,'9'-44'906,"-1"-1"0,1 1 0,2-9 0,-3 6-201,-1 3-183,-7 25-505,0 6-12,-1 13 23,0 18-33,1 31-113,0 12-139,0-27 1,1 0-86,2 8 0,-1 0-574,0-2 1,0 1-2550,0 12 1,0 2 2812,-2-7 1,0-2 0,-1 13-1,0-28 1</inkml:trace>
  <inkml:trace contextRef="#ctx0" brushRef="#br0" timeOffset="18549">15521 9640 16299,'-9'-61'2324,"-1"-1"0,2-3 1,2 5-2328,3 26 1,2 1 433,4-12 1,5 4-163,10 3-197,9-6 57,1 26 0,5 6-95,24 3-29,-13 7 1,3 5-99,-4 7 1,0 7 50,11 13 0,-2 9-894,-20-9 0,-2 4 0,-2-1 883,10 9 0,-7 4-86,-17-4 1,-6 4 0,-8-5-209,-13-3 0,-7-3 215,-10 15 1,-6-3 52,5-19 1,-6-4-219,-2-5 0,-5-2 1,2-2-181,-3-3 1,1-1 165,-9 3 0,0-2-4605,2-6 1,5-3 3572,8-1 1,-10-1 0,41-1-1</inkml:trace>
  <inkml:trace contextRef="#ctx0" brushRef="#br0" timeOffset="19093">15860 11205 21898,'12'-42'411,"-1"0"0,2 5 0,-7 7-333,-11 19-44,-5 7-29,-12 13-10,-11 10 5,-16 15 0,3-2-552,11-8 0,-2 1 541,4-2 0,-2 0 25,-18 9 0,-1-1 16,12-8 1,1-2 30,0-2 1,3-5 370,1-5-359,19-9 39,12-2-56,9 1-12,5 0-4,6 9 66,5 9 897,0 16-880,-5-1 106,-4 25-139,-9-18 0,-1 2-424,0 1 1,-1 2 344,0 8 0,1-1-22,2-12 0,5-2-92,6 0 0,6-5-26,3-9 0,6-5-434,20-3 0,5-9-811,-6-10 0,1-6-886,11-6 0,-2-3 162,-19 2 1,-3-2 1542,-1-3 0,-4 2 0,-9 3 0,-2 1 0</inkml:trace>
  <inkml:trace contextRef="#ctx0" brushRef="#br0" timeOffset="19274">15497 11594 22830,'59'-20'-369,"0"-1"1,0 0 0,-1 0 0,0 0 0,-10 4-1,3 2 1,-6-1 0</inkml:trace>
  <inkml:trace contextRef="#ctx0" brushRef="#br0" timeOffset="20208">16592 2505 14135,'0'-3'6318,"0"0"-3433,0 3-2885,-30-10-17,11 29 17,-24 0 0,21 34-17,8-2-22,9-5 33,12-9 79,9-12 95,9-11 90,2-11 268,4-16-72,-9-4-264,-5-5-27,-9 5 140,-6-7-191,-3 6-56,-3-6-62,-2 12-235,0 6-409,1 4-1232,0 8 1882,-3 10 0,4-5 0,0 3 0</inkml:trace>
  <inkml:trace contextRef="#ctx0" brushRef="#br0" timeOffset="20532">16625 3114 18285,'4'2'2790,"-1"0"-2074,-3-2-486,26 29-72,-15-16-97,17 20 34,-21-23 12,-4-5 369,0-1 313,-2-2-413,1-1 206,-2-5-112,1-4-111,-3-6-79,-3-3-67,-5-1-95,-3 3-51,-2 3-67,1 5-84,3 3-308,2 2-1182,4 4 1574,7 2 0,-2-2 0,5 2 0</inkml:trace>
  <inkml:trace contextRef="#ctx0" brushRef="#br0" timeOffset="21359">18063 2475 23243,'-51'-20'46,"0"0"1,2 3 0,4 8-8,0 27 19,11-4 1,1-1 266,-15 3-151,1 1 123,18-10-129,24-6-135,2-1-33,3 4-11,0 6 39,0 14 11,-1 16-16,-3 18-7,1-4-1698,-2-4 0,0 0 1671,-1 4 22,1 5 1,1 1-548,4 3 519,2-19 0,5-1-32,18 12-141,20-13-29,0-19-359,-9-15 1,4-6 577,15-9 0,0-2 0,7 3 0,-22-3 0,1 0 0</inkml:trace>
  <inkml:trace contextRef="#ctx0" brushRef="#br0" timeOffset="22025">18817 2542 24755,'-9'61'80,"0"-1"0,1 2 0,-1-8-57,0-9 22,-1 4-34,3-15 78,1-3-5,4-20 578,-1 1-287,3-15-291,0-8-22,1-10-23,0-14-11,1-13-6,-1 17 1,1-1-324,1-5 1,0 0 328,1-2 0,0 0 8,2 2 1,0 1 13,4-16 45,5 3-78,4 13-34,6 5 6,9 6 28,1 16-23,7 9 1,3 15 5,2 14-28,-6 16 16,-10 10-10,-21-19 0,-7 3-1,-10 3 1,-7 0 196,-2-1 0,-3-3-160,-8-3 0,-3-5 14,-18 5 6,9-17-12,14-10 51,3-17-17,13-3-17,-1-12-5,16-2-23,7-4 303,13 2-292,10 5-22,8 8-11,7 8 17,-8 9-1,-10 5 1,0 5-12,11 12 3,-13-6 1,-1 1-26,9 13-3471,-17 5 3438,-17-13-186,-29 8-324,-20-12-68,10-9 1,-4 0-1404,-7-1 0,-1-2 2042,1-1 0,4-2 0,-16 2 0,25-4 0</inkml:trace>
  <inkml:trace contextRef="#ctx0" brushRef="#br0" timeOffset="22674">19884 2859 16536,'3'-5'6391,"-1"1"-5150,-2 4-1207,18-6 119,-19 24-254,8 3-385,-23 26-1732,-4 7 2218,2 5 0,7-26 0,3-3 0</inkml:trace>
  <inkml:trace contextRef="#ctx0" brushRef="#br0" timeOffset="22932">20616 2486 16123,'0'-7'5646,"0"1"-4054,0 6-1458,0 0 135,-98-15-804,44 41 561,12-18 0,-6-2 0,8 8-6,9 21 0,10 9 127,1 6 0,8 2-175,14-3 0,7 0-76,4-3 0,10-4-626,11-14 0,10-4 1,-3-5-210,-3-3 1,1-4-1644,19 2 0,0-5 2582,-24-7 0,-5-3 0,5 1 0,-2 0 0</inkml:trace>
  <inkml:trace contextRef="#ctx0" brushRef="#br0" timeOffset="23333">21143 2288 23993,'43'-15'50,"1"1"1,-1-1-1,18-5 1,-7 5-29,-5 14 17,5 3 6,-15 1-23,11 6-5,-23-2 28,-2 6 0,-23-5 72,0 11-38,-2 2-12,-3 12 0,0 7-33,0 8 22,6 7 22,8 8-213,-2-29 1,3 0 168,9 22 16,-1-10 1,-1 0-62,-7 5-6,-9-11 0,-6-2-39,-20-5-109,-8-14 0,-7-2-407,0-3 1,-3-1-2570,-12 2 1,-3-1 3140,7-3 0,2-3 0,-13 3 0,28-8 0</inkml:trace>
  <inkml:trace contextRef="#ctx0" brushRef="#br0" timeOffset="24092">16782 4740 14303,'3'-4'7085,"-1"0"-4228,-2 4-2773,16-31-34,-22 41-5,7-11-34,-16 32-5,2 4 50,15-11 62,8-8-18,2 1 343,19-16-62,-7-10 263,14-11-442,-19 2 95,-4-10-101,-13 8-56,-6-3-40,-10-2-111,3 11-190,-13 2-197,11 16-515,-6 9-1154,4 11 11,5 2 1208,-1 18 0,8-27 0,-1 9 0</inkml:trace>
  <inkml:trace contextRef="#ctx0" brushRef="#br0" timeOffset="24425">16959 5233 19809,'8'-5'4066,"-1"1"-3433,-7 4-168,0 0-381,-46 31-34,25-4-39,-8-1 1,3 0-1,15 10 28,8-8 56,12-8 85,8-9 117,9-5-135,-2-8 438,11-10-57,-12-11-218,-1-15-208,-14 4-38,-15 0-40,-7 16-39,-7 7-56,-1 6-224,0 6-751,6 5-3148,6 3 4179,6 1 0,4-3 0,1-4 0</inkml:trace>
  <inkml:trace contextRef="#ctx0" brushRef="#br0" timeOffset="25008">18411 4539 21853,'-14'-46'758,"0"1"0,2 4 0,-2 8-534,-5 17-128,-3 8-74,-2 6-11,-6 11 6,-10 9-34,-6 11 34,-6 6-3,27-16 0,-1-1 19,-2 2 1,2-1 17,-8 4 44,1-2-50,26-15-6,0 4 6,3 6 16,1 9-5,-2 11-11,1 10 5,-1 10-154,2-25 0,1 1 124,-1 2 0,0-1 5,1 0 0,1-1-3,3 28-22,8-7-11,3-15-420,32 5-1031,4-20 800,-3-10 1,0-1-1,0-4 1,4-6-1</inkml:trace>
  <inkml:trace contextRef="#ctx0" brushRef="#br0" timeOffset="25758">18974 4588 19176,'1'-8'4755,"-1"2"-3892,0 6-723,0 0-140,-10 0-6,2 29-16,-8 11-202,9 3 0,2 3-202,-1 17-400,2-20 0,2 0-3986,1 8 220,1-3 4592,2-6 0,-1-28 0,1-1 0</inkml:trace>
  <inkml:trace contextRef="#ctx0" brushRef="#br0" timeOffset="26041">18926 4861 18296,'-12'-42'1252,"1"-1"0,-1 0 0,-4-15 0,4 8-277,10 9-5919,8-6 5039,2 8 1426,15-2-1465,19 23-62,-4 5 9,-4 10 0,2 6 582,22 19-608,-13 4 1,0 6-87,-1 8 0,-4 5-373,-2 1 1,-6 2 285,-7 0 0,-9-1 87,-14-10 0,-8-2 1454,-7-3 1,-7-2-1352,-17-1 1,-6-5-12,3-7 0,-3-3-67,-11-2 0,2-3-23,17-6 1,2-3-415,-3-3 1,2-4-9311,-13-21 7797,12 9 0,12-6 1,21 21-1</inkml:trace>
  <inkml:trace contextRef="#ctx0" brushRef="#br0" timeOffset="27441">20071 4835 23495,'-5'51'-137,"0"-1"1,-5 4 0,-3-8-1,-4-10 1,-5-2 0</inkml:trace>
  <inkml:trace contextRef="#ctx0" brushRef="#br0" timeOffset="29583">18914 4721 13629,'6'-44'1743,"-1"1"1,4-5 0,1 5-926,6 13 955,4-8-1572,-10 23 413,-5 7-457,-4 13 210,-4 12-216,-5 17-50,-7 18-73,0-2 8,3-13 1,1 1 176,0-4 1,1 1-184,-6 17 1,0 2-408,3-11 1,1-1 418,-1 2 0,2-2 98,-1 6 409,5-15 409,4-18-549,2-11-258,-1-16 209,0-11-315,-1-2 900,0-17-810,2-19-88,2 28 1,1-3-346,2-8 1,0-1 339,4 6 0,1 1-3,9-21-14,-5 28 1,3 1 24,25-13-50,-6 8-78,-2 17 1,2 6 93,7 7-10,21 13 5,-12 17-17,-27-5 1,0 3-190,0 3 1,0 2 197,-1 4 0,-1 1-12,0 2 1,-2 0 2,-1 0 1,-2 1-1503,-1-1 1,-2 0 1456,-2-2 1,-1 0-110,-2-1 1,-1-2-275,2 25-2120,-4-10 2585,-4-11 1,-1-17-1,-1-7 1</inkml:trace>
  <inkml:trace contextRef="#ctx0" brushRef="#br0" timeOffset="30007">18955 4673 18341,'-1'-3'4420,"0"0"-2634,1 3-1724,3-30-6,3 34 56,2-10-1716,-3 33 1,-3 13 1664,2 13-2,-3-6 0,-3 2-350,-2-12 1,-2 0 343,-2 11 0,-1 3-16,-3-2 0,0 0 2,-2 6 0,1-3-11,2-12 0,1-3-14,2-3 0,1-4 42,2 4 3108,4-21-2660,1-2 748,0-8-816,0-3-480,3-10-337,1-1-869,7-13-3398,5-4 3800,3-1 0,-5 9 0,-6 8 0</inkml:trace>
  <inkml:trace contextRef="#ctx0" brushRef="#br0" timeOffset="30474">19127 4980 15788,'-6'0'5348,"2"0"-5161,-26 1 1,-6 2 418,5 2-379,-11 0 0,2 0 120,14 5-62,7-1-33,6-3-28,5-2 0,2 0-16,-1 1-29,-4 2-22,-6 4-45,-3 1-62,3-2 62,0-1-67,12-6 106,2-1 90,15-5-12,14-5-66,21-7-96,-16 5 1,1 0-179,4-2 1,1 0 171,0 0 1,-1 0-26,-3 1 1,0 1-91,22-9 149,-13 5 6,-12 4 45,-11 3-45,-8 3-68,-6 0 351,-1 2-384,0-1 36,0 0-584,1-1-1144,3 2-6906,4-1 7750,1 0 0,-5 1 0,-2 1 0</inkml:trace>
  <inkml:trace contextRef="#ctx0" brushRef="#br0" timeOffset="30925">20972 4764 24346,'-10'-39'390,"0"0"0,1-1 1,3 17-391,5 26 39,9 21-78,6 27-45,1-2-40,-5-11 1,-3 1-628,-1 20-257,-4-22 0,-2 2-3908,-5 7 1,-3-1 4863,2-12 1,-1-3 0,-8 21 0,9-34 0</inkml:trace>
  <inkml:trace contextRef="#ctx0" brushRef="#br0" timeOffset="31191">20911 5079 3042,'-2'-10'4749,"-4"-29"1,0-8-566,3-4-3632,2 10 1,0-6 0,1 5 1225,6-11-1450,6 13 0,3 4-222,1 8 23,24-15 809,-5 24-921,-4 9 0,2 4-39,26 9 1489,-22 6 0,-2 5-1467,10 17-1645,-12 3 1,-3 6 1616,-11-9 0,-3 1 16,6 5 1,-3 2-375,-10-1 1,-7-1 301,-18 20-176,-1-23 0,-4-1 218,-8-2 0,-4-5 43,-4-2 0,-4-3-469,-8-5 0,-2-3 1100,11-4 1,1-4-2703,-2-4 0,4-4 2070,0-7 0,19-1 0,12 4 0</inkml:trace>
  <inkml:trace contextRef="#ctx0" brushRef="#br0" timeOffset="31690">21731 4430 17947,'36'-23'66,"1"1"0,0 0 0,5-1 0,2 1 0,-6 6-27,12 8-14,-15 3 1,-1 0 2326,1 3-2279,-1 8 1016,-21 8-1050,2 3 620,-12 31-614,-6-4-6,0 11 0,-2-16 0,0 0 1525,0 19-1539,2-15 1,0 1-10,2 12 26,2-21 0,0 0 65,0 23-57,-5-16 1,-4 1-29,-3-8 0,-3-1-25,-8 2 1,-3-3-71,-19 7-3072,-3-17 0,-1-5 3145,-1-4 0,14-3 0,3-3 0,14-7 0</inkml:trace>
  <inkml:trace contextRef="#ctx0" brushRef="#br0" timeOffset="32535">17026 6647 15462,'2'-5'6374,"-1"1"-4312,-1 4-1401,8-63-348,-12 46-229,-1-42-33,-19 72-29,-9 14-22,3 4 11,5 3 0,3 1 6,4-2-17,2 0 0,5 0 17,17-8 11,11 2 50,16-13 51,13-12 79,6-15 117,-3-9 67,-9-8-23,-14-4-117,-14 1-95,-15 1-67,-7 4-62,-4 9 56,-10 0-107,8 11-89,-7-1-179,7 9-437,1 9-801,0 9-2347,1 11-1445,3-1 4473,1 7 0,6-20 0,1 0 0</inkml:trace>
  <inkml:trace contextRef="#ctx0" brushRef="#br0" timeOffset="32857">17160 7263 21971,'0'-3'2845,"0"0"-2447,0 3-196,-28 31-163,23-18-16,-19 25 55,34-25 0,6 0 12,9-1 28,8-5-12,4-8 40,3-9 106,-7-5 95,-9-6-34,-11 0-156,-18-2-45,-12 2-50,-16 4-62,-9 5-185,-7 9-224,9 5 409,6 6 0,3 2 0,10-3 0,-16 9 0</inkml:trace>
  <inkml:trace contextRef="#ctx0" brushRef="#br0" timeOffset="35265">18833 6419 17244,'0'-5'4497,"0"2"-3466,0 3-947,-35-31-4285,9 26 4223,-25-22 888,-4 42-898,22-6 21,-5 3 1,-2-1 83,-1 0 85,-11 1-101,30-7 78,11-5-140,9 2 3370,2 0-3291,0 12 33,0 9 84,-7 22-101,0-4 17,-3-9 1,-1 4-428,-2 6 1,1 2 384,0 0 0,2 1-62,-1-1 1,3 0 42,7 2 0,4-4-62,5-1-196,20-11 0,15 3 0,-1-8-919,-7-13 1,3-4 947,13 4 1,8 0 0,-10-6 0,2-10 0,-6-6 0</inkml:trace>
  <inkml:trace contextRef="#ctx0" brushRef="#br0" timeOffset="36815">5503 5796 3294,'-54'7'1954,"-1"0"1,11-3 0,9 1 745,19 1-2493,16-5 2558,22 4-2021,16-3-545,-4 0 0,4 0-110,8-3 1,3 0-26,7-1 1,4-1-52,-16 1 0,0-1 0,2 0 346,4-1 1,1 0-1,1 0-331,6 0 0,0-1 0,2 0-10,-11 1 0,1 0 1,1-1-1,0 1-13,5-1 1,1 0 0,1 0 0,1-1-453,-9 2 1,1 0 0,0-1 0,1 1 0,-1-1 433,4 1 1,0-1 0,1 0 0,-1 1 0,1-1-323,1 0 0,1 1 0,-1-1 0,1 1 0,-1-1 329,0 1 0,0 0 1,-1 0-1,1-1 1,-2 1 7,-1 0 0,-1 0 1,0 0-1,-1 0 0,-1 0-67,7 0 0,0-1 0,-3 0 1,-1 0 75,8-1 0,-2 0 0,-5-1 342,10 0 0,-7-1-129,-20 1 0,-6 1 1722,0-3-1979,-28 0 2249,-13 1-2933,-7 1 1294,3 2-2711,6 3 1691,30 7-5920,1-3 6363,13 3 0,-21-4 0,-8-1 0</inkml:trace>
  <inkml:trace contextRef="#ctx0" brushRef="#br0" timeOffset="42290">19263 6821 14594,'4'-9'3629,"7"-25"1,0-5-2263,-4 9-919,3-9 0,-1 1 123,-7 20-324,-1 10-208,-2 6-17,-1 13 18,-2 15 10,-3 22-31,2-16 1,0 2-274,-1 4 0,0 1 265,-1 1 1,1-1 2,-1-2 0,1-2 3,-3 23 16,1-17 170,4-19 88,3-14-123,2-15-107,6-13 537,7-17-548,6-18-19,-6 21 0,0-4 39,6-17 0,0-1-443,-6 17 0,0-1 443,6-16 0,0 3 70,2-3-377,-10 25 0,2 1 265,9-12-22,-1 16-17,1 13 0,6 14 16,5 14-44,9 17-3,-19-9 0,0 2 158,2 6 1,-1 2-352,0 4 0,-1 1-258,-1 3 1,-3 1-354,-2 0 1,-3 1-1409,-2-2 0,-3-1-2620,0 19 4112,-5-7 1,-5-41 0,0-2 0</inkml:trace>
  <inkml:trace contextRef="#ctx0" brushRef="#br0" timeOffset="42458">19291 6891 17893,'-3'-4'3697,"1"0"-3412,2 4-189,70-69-999,-42 56 0,3 0 696,8-12 0,5-5 0,-1 8-1278,9 12 1,-1 7 1484,8-1 0,-3 1 0,-22 1 0,-4 1 0,26 0 0</inkml:trace>
  <inkml:trace contextRef="#ctx0" brushRef="#br0" timeOffset="42640">20423 6812 25662,'-6'62'-2229,"-1"0"0,0 2 0,0-9 2229,-1-15 0,2-8 0,1-14 0</inkml:trace>
  <inkml:trace contextRef="#ctx0" brushRef="#br0" timeOffset="53116">20759 6824 23248,'1'-44'825,"-1"1"1,0 7-1,0 7-791,1 18-29,1 11 29,3 12-40,10 36-39,-3-12 17,-2-6 0,0 1-375,4 17-633,0 4-141,-6-19 1,-1 2 1176,-2 3 0,-1-2 0,1 3 0,-5-4 0</inkml:trace>
  <inkml:trace contextRef="#ctx0" brushRef="#br0" timeOffset="53351">20747 6881 19753,'6'-47'1302,"0"0"0,0 0 0,3-16 1,3 8-984,12 7-241,-2 18 41,11 8-35,17 18-84,9 14-629,-19 4 0,-1 5 612,-2 8 0,-2 4 6,-6-5 0,-2 5-89,-3 11 1,-1 7 0,-5-5-1353,-6-10 1,-3-1 1374,-3 12 1,-2 6-1,-7-9-35,-20 4-1089,-7-11 1,-6-3 707,0-12 0,-3-2-1891,-11 1 0,-3-2 2384,6-5 0,3-3 0,-13-1 0,27-6 0</inkml:trace>
  <inkml:trace contextRef="#ctx0" brushRef="#br0" timeOffset="54283">16984 9019 17076,'0'-6'5489,"0"1"-4767,0 5-531,-30-7-158,15 20-16,-19-3 28,26 19-28,9-9 72,14 3 46,5-15 122,11-1 79,1-16 62,-3-10 0,-6-11-73,-9-5-79,-8-3-66,-12 2-91,-7 5-22,-6 9-44,3 9-68,-6 8-129,8 12-381,-4 9-1119,6 14-3563,1 13 5237,4-1 0,3-14 0,3-11 0</inkml:trace>
  <inkml:trace contextRef="#ctx0" brushRef="#br0" timeOffset="54617">17016 9481 24430,'-32'40'84,"7"-8"-28,27-13 28,5-9 78,5 0 320,6-8-286,-6-5 152,1-7-102,-11-4-50,-3-5-56,-7-1-50,-5 0-12,-4 3-72,-1 3-57,2 5-246,2 5-666,4 3-2645,7 3 3608,9 0 0,-2 1 0,2-2 0</inkml:trace>
  <inkml:trace contextRef="#ctx0" brushRef="#br0" timeOffset="55024">18307 8902 20386,'0'-5'4184,"0"0"-3013,0 5-1042,-66-50-96,33 39-14,-10-14 1,-2 3-14,-15 34-286,29-4 1,-1 1 282,-7 3 0,0 1-6,5 0 0,3 1-8,-18 12 0,13 5 11,18-11 152,1 9-147,10-8 18,0 8-35,4 1-16,2 4 84,4 4 458,-1 9-464,1-5 28,-6-2 1,-3 2-46,0-9 1,-2 2-20,-5 22 0,0 0-9,4-24 1,2-2-12,-1 7 1,6-5 16,19-6-16,22-4-43,-6-15 1,6-6-758,4-4 0,6-4 0,-1-1-38,-1 0 1,0 0 0,1-2-1443,1-1 0,0 0 0,-1-1 2285,14-5 0,-8 1 0,-12 2 0,-4 1 0</inkml:trace>
  <inkml:trace contextRef="#ctx0" brushRef="#br0" timeOffset="55583">19153 8944 25335,'-48'-11'81,"1"0"0,-1-1 1,-11-6-1,6 11-34,10 25 1,6 10 11,4 1 0,3 3-12,2-1 1,3 2-34,2 4 0,7 1-53,17 20 39,11-15-20,7-19 1,7-2-2898,14-2 1,6-2 2524,2-1 0,3-1-581,-8-6 0,2-2 0,-4-1-1727,3-1 0,-3-4 2700,2-2 0,-6-2 0,-9 1 0,-2-2 0</inkml:trace>
  <inkml:trace contextRef="#ctx0" brushRef="#br0" timeOffset="55957">19810 9287 20302,'0'-4'4996,"0"1"-4245,0 3-846,-3 14-780,-6 12-1936,-1 6 1963,-9 11 0,11-26 0,-2 0 0</inkml:trace>
  <inkml:trace contextRef="#ctx0" brushRef="#br0" timeOffset="57615">21968 6958 17882,'-7'-5'3170,"1"1"-2167,6 4-286,0 0-745,-28 72-593,11-32-2714,-2 9 1,0 1 3334,3-10 0,7-16 0,4-11 0</inkml:trace>
  <inkml:trace contextRef="#ctx0" brushRef="#br0" timeOffset="58058">22647 6513 20308,'2'-4'3478,"0"0"-2549,-2 4-873,-49-43-28,9 33-147,-1-11 1,-3 4 141,-17 24-51,2 5 39,7 2 28,8 3 48,11 0-87,7 3 22,9 1-11,4 3 0,5 3 57,4 4 172,12 29-144,2-10-131,-1-13 0,0 0 85,7 18-22,-1 0 0,1-3-22,7-1-12,-7-19 17,12-2-100,-6-22-265,11-3-321,5-11-2198,3-9-6481,-1-10 3249,-11 3 5257,-9 1 0,-14 13 0,-3 4 0</inkml:trace>
  <inkml:trace contextRef="#ctx0" brushRef="#br0" timeOffset="58216">22238 6850 24648,'39'-35'140,"7"5"-443,-14 24 1,2 3-1844,3-1 0,0 1 2146,-2 1 0,-3 0 0,11 0 0,-19 2 0</inkml:trace>
  <inkml:trace contextRef="#ctx0" brushRef="#br0" timeOffset="59649">20561 8907 9229,'0'-7'7511,"0"1"-5809,0 6 1233,0 0-2593,5-24-18,-20 17-262,6-17 0,-19 24 95,-17 4-56,3 2-17,-20 3-28,24-4 129,-6 2 11,24-5-107,-2 1 57,16-3-90,5 0 6,0 3-40,1 0 73,0 9-22,-1-1 246,-3 24-126,1-4 1,-1 2-127,0 0 0,1 0-42,-1 3 0,0 0-109,2 0 1,1-1 83,7 12 6,0 8-1659,10-25 1,3-3 1635,1-3-17,4-1 1,0-2-18,-1-9-257,22 2-470,-15-12-2458,14-9 3236,-6-10 0,-18 4 0,-3 0 0</inkml:trace>
  <inkml:trace contextRef="#ctx0" brushRef="#br0" timeOffset="59849">20328 9206 23814,'-13'-12'56,"28"-2"-163,13 10-201,5-2 0,4 1-1178,-3 0 0,3 0-3161,12-1 1,1-1 3931,-3 0 0,-3 2 0,13-4 1,-25 5-1</inkml:trace>
  <inkml:trace contextRef="#ctx0" brushRef="#br0" timeOffset="60482">21300 8797 15709,'-4'-2'6492,"2"1"-4762,2 1-1595,15-26-79,3 16 16,10-8 1,5 0 56,17 9-93,-17 2 1,1 2-3356,12 0 3352,-21 6 46,-7 6-40,-15 1 56,-1 15-33,-3-1-1,-1 14 12,0 1-17,-2 8 6,3 7 5,2 8-50,0-28 0,1 1 1523,0 1 0,0 0-1532,0 1 0,-1 0-2,-3-2 0,-3-1-15,-2 0 1,-5-3-48,-4-2 0,-4-2-98,-5-1 0,-1-3-440,-4-3 1,-2-1-1939,-1-3 0,0-3 2532,-23 5 0,21-9 0,17-5 0</inkml:trace>
  <inkml:trace contextRef="#ctx0" brushRef="#br0" timeOffset="65708">22925 6412 13989,'-2'-4'5837,"0"0"-4493,2 4-919,58-44-257,-14 32-355,2-11 1,1 2 270,13 27-50,-8 7-18,-13 9 18,-11 10 73,-12 9-79,-8 8 1,-5 7-1,-4 5-23,0-27 1,1-1-150,-1 2 1,0 1 149,2 2 0,0 0-252,3 1 0,2 0 243,1 0 1,1 0-12,0-2 0,-1-2 286,-2 27-373,-26-15-145,-26-9-501,12-22 0,-4-3-2474,-4 0 1,-2-2 2678,4-2 1,3-1 0,-12 0 0,23-4-1</inkml:trace>
  <inkml:trace contextRef="#ctx0" brushRef="#br0" timeOffset="66675">16762 11192 11670,'0'-12'4974,"0"3"-3204,0 9-442,0 0-1121,-2-6-156,1 10-3343,-1 1 3354,2 8 39,0 6-6,0-7 67,1 0 421,0-6 268,2-3-296,1-9 3151,3-6-3438,0-10-4,0-6 16,-3 0-23,-1 1-55,-5 6-96,-1 6-78,-2 7-106,-1 6-73,-2 12-180,0 8-481,-3 13-997,2 12 1809,5-9 0,2 0 0,-2 0 0,3 10 0</inkml:trace>
  <inkml:trace contextRef="#ctx0" brushRef="#br0" timeOffset="67007">16862 11612 18179,'-3'0'3596,"0"0"-3058,3 0-107,-61 31-156,31-5-222,-9-2 0,3 2-25,15 6 73,13-3-34,11-13 146,14-1 33,6-12 314,27-16-190,-14 2 67,6-12-78,-28 9-141,-9 3-128,-11 4-57,-14 4-44,-6 4-11,-3 2-152,-1 6-336,13 2-817,2 1-7383,23-2 8710,8-4 0,1-3 0,-4-3 0</inkml:trace>
  <inkml:trace contextRef="#ctx0" brushRef="#br0" timeOffset="67417">17966 10989 22860,'-43'-1'99,"0"0"0,1 0 1,-19 0-1,6 4-82,21 7 0,2 3 140,-6 1 0,2 0-135,-11 5 142,-7 1 27,33-14 280,1-2-202,12-3 38,5-1-251,3 0-28,0 6 17,0 7-6,-4 16 73,-7 32-78,1-12-211,0-6 0,0 2 213,2-10 0,0 1-345,0 9 1,1 1 314,0 1 0,4 0-23,5 6 0,4 1-45,4-10 1,2-1-12,1-2 0,5-3-283,6-5 0,4-4-420,-1-8 1,4-3-3197,21 0 1,3-4 3971,-12-7 0,-2-4 0,-1-1 0,-5-3 0,-6-6 0</inkml:trace>
  <inkml:trace contextRef="#ctx0" brushRef="#br0" timeOffset="68532">18824 11030 16510,'0'-4'5545,"0"1"-4391,0 3-656,-78-20-38,26 32-855,-7-11 1,-2 6 514,22 15 0,4 8-36,-1 1 0,3 3-25,2 3 0,3 0-124,8-8 0,3 1 85,0 12 0,8 0-37,13 10-42,5-16 0,6-2-120,11-9 0,7-5-283,9-2 0,5-3-1282,8-4 1,3-4-1136,-16-5 0,2-1 1,-1-2 2878,15-2 0,-4-1 0,-16 0 0,-5 0 0,4-3 0</inkml:trace>
  <inkml:trace contextRef="#ctx0" brushRef="#br0" timeOffset="68690">19354 11386 24876,'1'43'-128,"0"0"0,0-1 0,-2 22 0,-4-10 0,-6-20 0,-2-5 0</inkml:trace>
  <inkml:trace contextRef="#ctx0" brushRef="#br0" timeOffset="71372">20136 11394 11256,'1'-8'8660,"0"1"-7843,3-23 1,2-3 190,-1 12-784,0-17 0,1 11 6,-2 30 5,-1 18-95,0 19-123,0 21-423,-4-25 0,0 3-37,-2 3 1,0 1-1278,-2 2 1,-1 1 1719,-2 4 0,0-3 0,-2 6 0,1-7 0</inkml:trace>
  <inkml:trace contextRef="#ctx0" brushRef="#br0" timeOffset="71657">20220 11488 17845,'3'-52'1398,"-1"-1"1,1 1 0,0-6 0,-1 4-1013,-3 11 1,0 5 112,0 2-145,5 0-214,14 17-65,11 16-58,22 20 0,-7 6-507,-9 1 0,1 3 487,-3 1 0,2 5-36,6 8-1,4 6 1,-3-1-2,-11-9 0,-3-1 0,1 2-8,6 10 1,-1 3 0,-9-3-22,-10-1 0,-13-3 5,-12-3 1,-12-4-51,-10-3 0,-10-6-245,-2-8 0,-5-2 0,1-4-988,4-2 0,1-3 0,0 0 313,0-1 1,0-1 0,2-2 1034,-5-4 0,7-2 0,9 1 0,4-3 0</inkml:trace>
  <inkml:trace contextRef="#ctx0" brushRef="#br0" timeOffset="72183">21274 10989 24475,'53'-32'136,"1"0"0,-17 5 0,-1 6-74,25 15 0,-29 13-46,8 4 12,-1 9 34,-1 6-34,0 5-17,0 9 0,-9-6-11,4 19 40,-12 0 7,-9-8 1,-2 3-32,-3-7 1,-1 2-9,-2 15 1,-2 1-259,-1-17 0,-3 0 202,-4 12 1,-1-2 2,-7 5 8,-4-22 1,-7-5-138,-11-12 1,-6-6-337,-3 1 1,-2-4-752,-2 0 0,-1-5 1261,-7-7 0,5-2 0,15 2 0,-17-5 0</inkml:trace>
  <inkml:trace contextRef="#ctx0" brushRef="#br0" timeOffset="73641">12741 13178 19285,'49'-27'69,"0"0"1,-1-1-1,-2 3 1,-2 1-1,-3 6-30,-5 7 1,-3 4 10,25-2 449,-15 11-477,-17 9-3845,-19 17 3857,-11-7 943,-26 17-882,2-19 0,-6 1 70,-10 7 1,-3 1-418,-3 2 0,0 0 459,1 1 1,3-1-57,12-5 0,5-1-5,-14 19-107,21-15 2915,15-3-2746,26-10-85,9-3-39,26-3-971,-15-7 1,1-1 892,17 0-9,-17 0 0,0 0-8,5 3 22,0 1-5,-19 7-1,-21 8 18,-21 11-21,-3-5 1,-2 1-3,-12 13 14,7-10 0,2 1-8,0 10-17,2 13-1,13 6 40,10-20-22,11 10 0,4-23 27,3 5 1,-3-7 3459,-7-4-3376,-6-4-27,-11 0-45,-10-1-57,-12 1-105,-12-2-869,-19-4-549,18-5-4436,-5-3 5971,26-7 0,11 2 0,1-1 0</inkml:trace>
  <inkml:trace contextRef="#ctx0" brushRef="#br1" timeOffset="93225">845 9356 19070,'-9'-50'1538,"-1"0"0,2 3 1,0 8-716,2 18-784,1 7-184,2 10 72,2 15 73,1 2 6,5 25-1691,1-5 0,-1 3 1702,5 25-1149,-3-10 1,-2 5 1150,-4-1 1,-1-2-217,0-9 0,-1 1 211,-3 15 0,-2-2-53,-5 2 92,4-26 0,0-3 361,-2 5 1912,2-16-1805,5-22 2762,-1-10-3037,-1-23 735,0 6-844,6-17 0,3-2-92,4 8-42,-1 1 0,4 3-37,9 16 116,16 9-160,24 18 55,-15 1-13,-7 7 0,-3 3-4,-10-1-32,17 20 10,-32-5 45,-11 2 12,-10-3-23,-24-4-140,-16-7 39,8-3-252,7-9 0,1-4-1143,2-11-184,-5-4-2135,22-12 2995,10-5 0,4 13 0,1-2 0</inkml:trace>
  <inkml:trace contextRef="#ctx0" brushRef="#br1" timeOffset="93598">1706 9183 25057,'-38'43'16,"0"0"1,4 5 0,8 4-20,19 6 1,7 1-1265,0-8 1,2 3 1230,0-6 1,2 3 0,2-1-51,0-6 0,1-1 0,1 4-496,1 3 0,0 3 0,1 2 0,-2-3 393,1 6 1,-1-2-1,-1 1 131,0 2 0,-1 1 1,-3-6 334,-4-7 0,-5-6-277,-15 16-1644,-18-37 0,-6-8 1213,-5-2 131,-7-8 1,-3-10 340,18-17 0,4-8 51,0-1 1,3-4 19,2-11 0,6-1-59,13 17 1,7-1 46,11-9 1,9 1 958,15-12-1099,-9 23 1,3 0-1019,7 3 1,2 2 668,-2 4 0,3 2-1446,20-11 1,3 0-2853,-10 7 1,0 2 4686,-2 1 0,-5 3 0,-1 2 0,-28 11 0</inkml:trace>
  <inkml:trace contextRef="#ctx0" brushRef="#br1" timeOffset="93924">2247 9623 17510,'-30'-25'5,"1"0"1,-20 4 2525,42 58-2525,11 20 0,7-12 393,11-8 1,6 0-414,-2-10 0,3 1 19,6 4 1,3 3 0,-3-2-583,-4-2 0,-2-1 582,5 0 1,-13-3 2037,-38-1-2369,-30-21-548,12-1 1,-3-3 793,-9-5 1,2-2-1,-8 3 1,7-8-1</inkml:trace>
  <inkml:trace contextRef="#ctx0" brushRef="#br1" timeOffset="100957">3138 9673 16868,'-5'-48'1925,"-1"1"0,0 1 0,0 9-1113,-1 17-504,0 5-442,3 11 84,0 20 145,2 24-73,1-6 1,1 4-23,-1 9 0,2 3-672,2 6 0,4 0 428,1 2 1,6-1-665,4-4 1,8-2-2370,0-15 0,4-2 0,-1-3 2279,0-1 1,0-4 0,5-2 0,-5-6-1,-16-13 1</inkml:trace>
  <inkml:trace contextRef="#ctx0" brushRef="#br1" timeOffset="101583">4132 9899 19904,'-2'-44'1076,"0"0"1,0-1 0,1-9 0,-1 9-819,-1 17-275,2 20-11,1 8 28,15 19 6,12 22-2141,-8-5 1,0 2 2134,-2-7 0,-3 3 263,-3 28 0,-7 0-260,-5-30 0,-3-1 19,-1 18 1,-2-3 223,-9-10-61,4-25-118,3-15 45,3-24 3196,4-29-3236,4 14 1,3-3-6,3-13 1,1-1 189,-1 15 0,3 0-201,6-8 0,2 6-23,-3 12-19,6 5 0,2 3-3,1 9-17,12 5 1,4 4 5,4 4-347,3 5 1,2 3 365,-13 4 1,0 4-31,8 4 0,0 4-84,4 10 0,-4 4-172,-10-2 1,-3 1-17,-3-1 0,-5 1-1151,-8 0 1,-6-1-8398,-3 15 8769,-3-5 0,-5-16 0,-1-19 1</inkml:trace>
  <inkml:trace contextRef="#ctx0" brushRef="#br1" timeOffset="101757">4275 9951 19546,'-1'-4'3730,"-1"1"-3175,2 3-443,79-77-1702,-42 53 1528,0-4 1,7-6-1,-2 9-439,-6 17 0,1 4 501,25-4 0,-1 2 0,2 0 0,-27 4 0,0 0 0</inkml:trace>
  <inkml:trace contextRef="#ctx0" brushRef="#br1" timeOffset="102773">5365 9353 21002,'0'-6'2185,"1"1"-1519,-1 5-386,59 19-4352,-28 21 4114,10-7 0,0 5-65,-18 8 1,-7 5-259,3 5 0,-1 2-1956,-9-15 1,-1 1-1,-1-1 1912,-2 18 0,-2-3 0,-2-17 0,-1-5 0,-6 9 1</inkml:trace>
  <inkml:trace contextRef="#ctx0" brushRef="#br1" timeOffset="114423">7822 10326 15648,'-1'-59'2195,"-1"0"1,0-1 0,-1 6-925,0 4-185,-1 4-940,1 25-146,2 17 28,0 11 67,1 23 23,3 16-48,0-8 0,-1 7-727,1 4 0,-1 5 0,0 1 658,0-1 1,-1 0 0,-1 3-5,-1-3 0,-1 4 1,0-1-1,-1-3-8,0-1 0,-1-2 0,0 1-47,-2-4 1,-1 3-1,-1-1 1,1-1-320,0 4 0,0-2 0,0 2-966,1-5 0,1 1 0,-1 1 0,1-3 1247,1 6 1,0-2 0,0-4 0,2 1 0,0-7-1,1 4 1</inkml:trace>
  <inkml:trace contextRef="#ctx0" brushRef="#br1" timeOffset="115222">9605 10247 17460,'9'-43'1634,"-1"-1"0,0 1 0,4-24 0,-4 11-833,-6 25-436,-3-1-303,0 37 43,-1 20 35,3 30-81,0-14 0,-1 3-329,1 13 1,-1 5 287,-2-14 1,0 2 0,-2 1-625,-2 6 1,0 1 0,-2 1 597,-1 3 1,-1 1 0,-1 0-485,3-15 1,-1 0 0,-1 0-1,1 0 185,-2 13 1,-1 1 0,1-2-1231,1-2 1,0-1 0,0-2 1422,3-8 0,-1-3 0,2-3 0,-1 0 0,2-5 0,-1 3 1</inkml:trace>
  <inkml:trace contextRef="#ctx0" brushRef="#br1" timeOffset="129441">8569 11394 15283,'1'-11'2954,"6"-32"1,2-6-1683,0 8-779,0-10 0,0 3 190,-2 22-493,-6 14-44,0 9-62,-5 14 112,-10 28-62,-6 15-542,5-13 1,-1 0 415,4-10 0,0 0 0,-4 8 1,0 0-185,4-8 0,1-1 176,-2 7 0,0-2 0,-4 17 62,3 0 117,9-34-95,-2 3 900,4-28-916,0-10 390,0-31-413,4-9-23,1-6-218,2 23 1,2-2 262,3-7 1,1 1-40,-2 8 0,1 0 78,8-20 0,3 5-27,6 7-51,6-5 50,10 25-44,-10 21-23,6 5 0,9 33 0,-23-4-25,4 13 0,-1 5-296,-12-11 1,-2 1 255,4 6 1,-2 1-202,-4 0 1,-4 1-632,-1-2 1,0 0-1724,0 0 1,0 0-778,1 2 0,0-3 3386,4 5 0,-4-21 0,-5-14 0</inkml:trace>
  <inkml:trace contextRef="#ctx0" brushRef="#br1" timeOffset="129664">8566 11531 25214,'28'-32'194,"0"0"0,1 1 1,2 6-167,1 13 0,1 5-310,2-3 1,0 2 239,-1 1 0,2 1-1700,4 1 0,-1 2-8089,9 0 9806,-2 4 0,-37 0 0,-4 0 1</inkml:trace>
  <inkml:trace contextRef="#ctx0" brushRef="#br1" timeOffset="130664">9670 10531 14253,'-7'-48'2016,"1"0"0,-1 4 1,3 5-763,2 6-245,0 9-259,0 9-688,1 9 28,0 6 117,1 8-84,-1 1 308,0 29-224,1-2 1,-1 4-88,1 1 0,-1 3-545,1 16 1,-1 3 558,1-7 1,0 2-446,0-16 1,-1 2 0,0 1 373,0 2 1,-1 1 0,0 2 16,-2 10 0,0 2 1,-1-3-45,0 2 0,0 0 9,0-8 0,-2 3 0,1-4-1293,-2 9 1,-1-5 1266,3-9 1,-1-1-812,-3 19 1,2-6 863,2-19 538,-3 20-363,6-44 663,1-4-647,1-8 2140,0-8-2330,-2-1 3391,-1-5-3464,-2-2-50,-1 1-443,1-3-9338,2-11 8109,4 9 1,-1-4 0,3 15-1</inkml:trace>
  <inkml:trace contextRef="#ctx0" brushRef="#br1" timeOffset="153531">893 11714 16565,'-7'-53'1071,"0"1"1,0 5 0,1 8-43,0 11-805,1 13 528,3 8-769,2 15 449,6 13-421,10 36-17,-3-17 1,1 1 62,1 3 0,2 0-55,0 0 1,2-2 3,-2-13 0,0-3 496,8 9-457,4-9 201,-18-18 163,3-4-224,-11-9 212,3-24-190,1-6-11,6-25 42,1-1-199,-2 9-101,-2 16 1,1 2 89,1-4-45,5-7-11,-10 29-292,-1 13-442,1 13-1086,4 10-2263,6 10-99,-2-2 4210,4 2 0,-14-22 0,-1-3 0</inkml:trace>
  <inkml:trace contextRef="#ctx0" brushRef="#br1" timeOffset="154339">1594 11735 22974,'1'5'890,"4"-5"-643,8-8-57,6-7-56,5-7 1,1-7 33,-3-3 0,-4-3 28,-7 1 45,-6 5-39,-6 7-68,-6 7-61,-4 8-56,-6 4-6,-3 10 11,-4 5-5,0 11-6,-2 11-5,6-3 11,-6 27-28,14-18-34,-2 16 28,19-19 6,8-10-12,10-7-5,6-8 23,2-6 16,1-6 6,-2-7 16,-4-6 18,-6-8 5,-5-4-17,-3-6-11,-1-3 6,1-2-1,1 1-10,-1 10 5,8-5-6,-5 14 12,9-4-23,1 12 0,5 7-17,-4 4-10,18 20 4,-16 4 7,11 19-1,-14 0-16,-3 1 33,0-3-5,-1-6-12,-3-10 28,-2-10 6,-3-10-5,2-14 10,4-11 7,6-16 16,4-16-278,-14 18 0,0-3 258,0-5 1,-1-1 13,-2-4 1,0-2 21,-1 1 1,-2-1 39,-2 2 0,-2 1 22,0 5 1,-3 1 89,-2-23-50,-3 17-63,-1 17-71,0 14-63,2 7-5,1 10 39,0 13 495,1 22-501,1 1 1,0 3-12,0-12 1,1 2-412,2 19 1,1 1 290,1-17 0,2-1-199,2 9 0,1 1-316,3-2 0,0-1-413,0-4 1,1 0-2035,-2-6 0,-1-1 3088,4 15 0,-7-22 0,-7-14 0</inkml:trace>
  <inkml:trace contextRef="#ctx0" brushRef="#br1" timeOffset="154865">2393 11630 15280,'-24'-31'-196,"22"5"2234,59 22-2273,-23 1 0,3 0 58,2-2 0,0 0 90,-1-1 1,0-2 55,-2 1 0,-2-2 48,23-8 1599,-16 2-1251,-19 2 903,-13 4-893,-13 5 3319,-5 1-3324,-8 5 197,-2 6-209,-5 5-145,2 7-129,2 2-56,8 5-28,6-9 0,10 4 22,10-12 6,13-2 17,9-4 84,15-14-73,-16 3 79,6-17 50,-25 4 27,-1-8 18,-7-2 5,-8 3 12,-7 2-46,-5 5-50,-7 7-27,-5 5-46,-2 7-22,-11 13-56,12-2-17,-7 18 0,16 0-5,2 13-84,6 8-499,12-15 0,5 2-994,3-4 0,2-1-505,2 1 1,4-2 2103,3-5 0,0-4 0,-3-4 0,1-2 0</inkml:trace>
  <inkml:trace contextRef="#ctx0" brushRef="#br1" timeOffset="155205">3461 11654 25001,'-21'25'129,"5"-5"-146,1 26-84,0-4-464,-9 15-954,2-21 1,-2 0 999,1-8 1,0-3 493,-6 1 0,0-5 354,-7-8 86,2-27 487,11-30-544,7 6 244,8-3 0,6 0 20,9-2-404,3-10 107,7 20-168,0 18-95,8 1-40,13 18 12,-1 13 562,1 5-680,-1 14-588,-5 0-4244,-7-7 1,1 2 4618,11 14 0,-5-7 1,-20-23-1</inkml:trace>
  <inkml:trace contextRef="#ctx0" brushRef="#br1" timeOffset="155406">4000 11567 20615,'-2'-4'3871,"0"1"-2795,2 3-1132,50-42-522,-6 31-562,1-10 1,5 2 288,-6 19 1,-3 5 0,8-2 0,-5 1-1</inkml:trace>
  <inkml:trace contextRef="#ctx0" brushRef="#br1" timeOffset="155582">4144 11774 24776,'46'-23'-1090,"0"0"1,0 0 0,15-8 0,-8 6 0,-15 13 0,-17 5 0</inkml:trace>
  <inkml:trace contextRef="#ctx0" brushRef="#br1" timeOffset="156205">5034 11626 23013,'3'-50'808,"-1"0"1,1 4-1,-1 12-645,0 26-146,-1 6 33,8 19 17,3 8-5,7 24-17,-2 8-126,-9-24 0,-2 0 89,-1 3 1,-2-2-20,1 21 50,-8 7 34,-7-16 50,-2-8 28,-3-12-78,6-22 78,-2-27-61,5-10 16,-1-28-303,5 26 1,3-2 260,0-5 1,2-1-4,3-2 1,1 0 8,2 0 0,2 1-6,2 2 1,2 3-9,0 4 0,1 1-3,0 5 1,2 3-101,18-18 81,3 14-6,7 13-23,7 14-478,8 19 467,-27 0 1,-1 4-7,1 7 1,-3 3 3,-2 5 0,-3 3-12,-4 2 0,-4 2-47,-4 2 0,-4 1-182,-5 0 1,-3 1-382,-4-2 0,-1-2-978,-3-2 1,-1-1 1622,-1-5 0,-1-4 0,-1 5 0,1-13 1</inkml:trace>
  <inkml:trace contextRef="#ctx0" brushRef="#br1" timeOffset="156390">5123 11702 25148,'35'-33'122,"0"0"0,0 0 0,0 2 0,0 2 0,0 5-100,10 7 1,-1 6-724,-1-2 1,-1 2 325,-5 2 0,-2 2 375,22-2 0,-27 5 0,-11 4 0</inkml:trace>
  <inkml:trace contextRef="#ctx0" brushRef="#br1" timeOffset="178773">8243 11544 14701,'-57'2'769,"-1"0"0,8 0 0,8-1-735,17 0-56,12-1-6,12 0 285,4 0 314,8 1 96,14 0-160,14-3 0,6-1-381,-2-1 0,4 0-569,-1-1 0,4 0 0,3 0 461,-6 0 0,3 0 1,0 0-1,-2 0-536,0 0 1,-2 1 0,4-1 514,6 1 0,5-1 0,1 1 1,-4 0-482,1 1 1,-3 1 0,3 0 464,-6 0 1,3 0 0,1 0 0,-1 0-29,-3 1 1,1 0 0,-2 0 0,0 1-290,11-1 0,-2 0 0,-2 1 336,-6 1 0,-2 0 0,-5 1 0,-5-2 0,-5 0 0,12 4 0</inkml:trace>
  <inkml:trace contextRef="#ctx0" brushRef="#br1" timeOffset="194030">934 12866 25422,'-22'-53'-51,"11"22"62,19 57 1,7 19-7,-2 1 1,0 1-585,1 0 0,-1 2 581,0 5 1,-3-3-8,4 9-1757,-3-25 0,0-3 1773,4 6 1005,3-14-780,-8-25 10,3-13-22,2-16-34,4-16-22,4-10 24,-11 26 0,-1-2-131,3-7 1,0 0-6,4-13-42,-6 19 0,0 1-8,2 4 3215,3 0-3568,0 13-5445,12 10 3277,-7 6 2515,24 10 0,-32-6 0,9 4 0</inkml:trace>
  <inkml:trace contextRef="#ctx0" brushRef="#br1" timeOffset="194248">1987 12852 20459,'-5'0'3635,"0"0"-2722,5 0-1748,-9-23-134,23 12-6699,23-21 7668,18 21 0,-7 2 0,-19 5 0</inkml:trace>
  <inkml:trace contextRef="#ctx0" brushRef="#br1" timeOffset="194423">1889 13212 25102,'39'-18'-611,"1"1"1,-1-1-1,22-8 1,-7 4-1,-12 8 1,-5 2-1</inkml:trace>
  <inkml:trace contextRef="#ctx0" brushRef="#br1" timeOffset="195040">3523 12711 15188,'2'-4'7327,"-1"0"-5547,-1 4-1623,-18-14-78,2 14-46,-19-8-44,11 16 17,-23 10-23,7-5 17,10-4 0,0 1 22,-22 0-5,4-3 5,15-4 29,0-2-34,23-1-17,-4 0-40,13 0-21,1 2 50,0 7-3353,-1 18 3380,0-2-26,-5 30 35,-1-20 1,-1 3-18,-2 11 1,-1 2-268,2-7 0,0-2 253,0-2 1,3-2 8,8-3 0,2-4-9,5 4-11,3-4 1,6-5-119,23-11 2989,4-4-4898,0-10 0,3-5-2872,-13-2 1,-1-2 3789,8 0 0,-3 1 0,1-7 0,-28 9 0</inkml:trace>
  <inkml:trace contextRef="#ctx0" brushRef="#br1" timeOffset="195497">3987 12846 25275,'-5'40'88,"1"0"0,-1 0 0,0 1-74,0-4 0,0-1-1086,0 5 0,-1-2 1091,1-8 1,1 1-1475,-1 16 1,0-3 1454,2-6 496,0-6 1,1-3-486,2-18 274,0-4-100,3-18 680,4-15-809,3-19-17,-5 13 0,0-3 1389,1-8 0,-1 1-1412,-1 4 1,0 1 5,-1-1 1,1-1 100,2-12 0,1 1-27,2-13-54,-2 16 0,2 4 8,9 6-44,3 17-1,4 8-5,11 13-33,2 9 27,12 11-5,1 13 11,-12-2-23,-15 1 1,-3 3-447,-2 24 320,-7-16 1,-3 1-177,-8 15-866,-5-21 1,-4-1-2777,-5 6-5864,-4 10 8081,8-32 1,3-12 0,5-9 0</inkml:trace>
  <inkml:trace contextRef="#ctx0" brushRef="#br1" timeOffset="195696">3982 13190 16185,'-5'-1'7136,"2"0"-6033,3 1-1176,28-39-61,-7 25-15,0-8 1,5 1-1701,25 8 998,-19 5 1,0 0 0,13-3 0,-4 1 0</inkml:trace>
  <inkml:trace contextRef="#ctx0" brushRef="#br1" timeOffset="196131">4724 12791 12603,'-9'-2'7702,"1"1"-5931,8 1-640,0 0-798,21-22-277,8 6-31,-3-2 0,2-1 37,29-5 16,1 1-79,-7 6 51,-17 6-2793,-3 2 2771,-21 7 90,2 3 44,-10 10 6,0 12 17,0 13-5,2 17-34,4 9-62,-1-25 0,1 0 1330,4 3 0,1 1-1384,2 2 1,1 1-14,-2 0 0,-1 0-12,-3-1 1,-6-1-1,-6-1 1,-7-1 8,-7-1 0,-4-3-23,1-8 1,-5-1-320,-20 8 1,-4-4-2141,11-14 1,-1-2 1846,-11 5 0,2-2 0,-2-7 1,22-7-1</inkml:trace>
  <inkml:trace contextRef="#ctx0" brushRef="#br1" timeOffset="199239">9677 626 29907,'17'-49'463,"0"-1"1,1-1-1,-2 4-869,1 4 521,0-4 129,-5 15-118,-5 13-270,-4 9-198,-2 9-299,-1 13 114,0 16-63,1 24 304,-4-17 1,0 3 54,-2 7 0,-1 0 1688,-3 3 1,-1 0-3215,-1 3 1,0-2 1610,4-17 0,1-2-441,-8 28 1039,11-43 415,-1-3-500,1-13-563,-3-12-175,-4-14-529,-1-18 464,6 14 0,2-1 1506,1-5 0,4 0-1395,4-4 1,4 1 89,4 0 1,4 1 60,3 3 0,3 2-37,2 3 1,2 3 285,-1 4 1,2 3-214,27-9 29,0 14 38,0 16-73,-2 20 72,-27-3 1,-1 5-20,-1 6 1,-3 4-27,0 5 0,-3 3-75,-1 3 0,-2 1 37,-1 2 1,-2 1-106,-1 0 0,0-2 50,-4-10 0,1 0-905,3 9 0,1-3-2329,1 7 3444,-5-16 0,0-3 0,-3-5 0,-3-11 0</inkml:trace>
  <inkml:trace contextRef="#ctx0" brushRef="#br1" timeOffset="199398">9899 842 12549,'-5'-4'6626,"2"1"-4788,3 3-1630,1-61 45,20 35-256,-5-12 1,5 1-386,11 23 1,5 6-1204,5-4 1,2 1 1590,-1 3 0,-3 0 0,13-2 0,-22 5 0</inkml:trace>
  <inkml:trace contextRef="#ctx0" brushRef="#br1" timeOffset="214307">1613 14125 25023,'-57'24'-3,"29"-4"1,3 6-15,5 22 0,4 11-1920,1-5 0,0 5 0,1-2 1884,4-15 1,0-2 0,1 3-36,-2 9 0,0 3 1,2-5-671,1-6 1,3 2-785,1 2 0,1 7 1,0 2-1,0-5 201,0-2 1,1-2 0,-1 2 957,1 5 1,-1 5 0,0-1-1,-1-9 1123,-3 4 1,-2-9 1897,-18 6 1199,-8-49-2408,-3-38-886,20 4 0,3-5 740,2-8 0,3-2-1028,3-4 0,4-1-126,4-1 0,5 1 403,2 2 1,4 1-533,4 5 0,4 3-26,1 3 1,4 3-17,1 4 0,3 1-48,3 2 1,1 2-40,3-1 0,1 1-6,2 0 1,1 0 44,-1 1 1,-1 0 63,-1 2 1,-1 1 11,-5 2 0,-2 2 298,12-6-458,-7 7 141,-24 16 190,-8 12-34,-16 17-6,-10 20-61,10-19 0,0 1-28,1 2 0,2-1-16,-4 15 27,14 5 1018,15-28-979,16 3 723,12-21-638,7-14 190,1-10 381,-6-9 341,-10-4-201,-15-1-347,-12 1-124,-13 1-140,-9 2-28,-14-1-151,2 9-50,-12 3-90,15 12-56,-3 5-213,11 8 34,5 1-2426,4 18-6290,8-5 9007,4 8 0,-1-14 0,2-7 0</inkml:trace>
  <inkml:trace contextRef="#ctx0" brushRef="#br1" timeOffset="214631">2233 14429 26026,'24'24'6,"16"23"-96,-21-8 1,-1 2 47,0-9 0,-3 2-389,-1 21 1,-8-3 531,-13-13 330,-8 4-213,-3-36 109,1-20-137,3-14-10,6-12-40,10-10-90,8-1-50,3 9-101,20-8-207,-3 23-824,17-9-4121,-1 18 4492,-5 6 0,-14 6 1,-12 3-1</inkml:trace>
  <inkml:trace contextRef="#ctx0" brushRef="#br1" timeOffset="215048">3275 14278 22509,'4'-44'1217,"0"0"0,1 6 1,-3 7-989,-2 17-201,-4 17-5,-5 19 10,-7 29-570,4-9 0,0 4 526,2-7 0,-1 3 0,1 1-344,0 5 1,0 2 0,1 0 350,0 1 1,1 1-1,2 0-75,0-3 1,2-1 0,3 0-343,5 16 1,7-3-717,5-9 1,9-4-3780,18-4 1,4-7 3661,-16-13 1,0-5-1,5-2 1,-6-6-1,-17-8 1</inkml:trace>
  <inkml:trace contextRef="#ctx0" brushRef="#br1" timeOffset="216122">4235 14724 20757,'0'-46'713,"0"1"0,-1 9 0,0 6 677,0 11-1351,-1 16 303,1 1-415,0 16 275,1 10-196,2 24-4,-1-11 1,0 3-3,0 3 0,0 1 182,0-1 1,-1-1-177,-1-7 0,0-4 27,0 2 174,-1-17-61,2-11 173,4-20-235,0 2 196,13-39-112,1 7-304,-3 10 0,0 0 192,8-13-339,9-6 339,-5 19-111,16-6 49,-6 19-22,7 10 12,-15 15-57,9 15-235,-8 12-793,-8-1 0,-1 1-1246,8 16 1827,-13-14 0,-3-3 1,-6-9-1,1-2 1</inkml:trace>
  <inkml:trace contextRef="#ctx0" brushRef="#br1" timeOffset="216638">5968 14749 15838,'0'-4'7130,"0"2"-5371,0 2-1267,0-63-105,-3 42-253,3-14 1,-4 4-62,-3 25-11,-11 8-34,-2 12-23,-12 13 1,-3 17-1,16-17 1,2 0-28,-11 20 5,13-14 0,5 0-61,5 8-18,12 11 24,19-26 21,15-12 40,-5-12 50,23-22 56,-20-6-118,-13 5 1,-3-1 118,1-11 212,-12-22-135,-18 15-22,-6-15-39,-27 15-89,5 20-57,-15 11-22,16 21 107,5 10-594,11 10-1076,12 5-4520,20 5 5291,7-5 0,-4-14 0,-5-10 0</inkml:trace>
  <inkml:trace contextRef="#ctx0" brushRef="#br1" timeOffset="216848">6633 14457 25847,'-26'30'-2,"-1"0"0,1 11 1,5 7-33,11-1 0,5 5 1,-1 2-1763,-2 6 0,0 3 0,-1 1 1440,2-11 0,0 1 1,0 0-1,0-2-87,0 7 1,-1-2 0,-1 4-1525,1-10 1,-1 4 0,-1 1 0,0-2 0,1-5 1757,-3 1 1,1-4-1,0 0 1,-1 10-1,-1 0 1,2-9-1,-7 6 1</inkml:trace>
  <inkml:trace contextRef="#ctx0" brushRef="#br1" timeOffset="216989">6160 16099 17157,'-18'-57'937,"1"-1"1,-1 0 0,3 0 0,2 1 0,6 1-684,9 7 0,6 2 0,1 0-264,2 0 1,1 0 0,3 1 74,2 3 0,1 0 1,3 2-371,0 3 1,2 2-1,2 1 263,14-13 0,2 4-238,4 3 0,1 2-938,4 2 0,-1 2-950,-8 9 1,-2 3-2217,-3 2 0,-3 2 4384,6 1 0,-20 8 0,-8 5 0</inkml:trace>
  <inkml:trace contextRef="#ctx0" brushRef="#br1" timeOffset="220017">7905 14521 11250,'0'-3'7349,"1"1"-3450,-1 2-3804,-6-36-73,-6 27-22,-10-23 12,1 35-7,-24 11 12,9-1 5,-17 4 57,12-6 50,9-6 44,8-2 6,11-6-55,6 2-85,5-1-123,1 1 45,1 6 72,0 7 1,-1 12 5,-2 14 0,-2 13-16,-3 12-330,3-29 1,1 1 309,-1 1 0,1 0-6,1-2 0,0 0-287,2 27 206,10-6-252,6-11-550,13-10-1147,7-10-3552,6-11 5585,8-9 0,-23-3 0,-1-3 0</inkml:trace>
  <inkml:trace contextRef="#ctx0" brushRef="#br1" timeOffset="220705">8467 14582 24839,'9'-42'347,"-4"18"-263,-21 81-45,2-2-3,2 1 1,0 1-35,4-22 1,2-1 6,-3 10 0,2-2 19,1 8-28,2-20 22,4-5 118,0-21-11,1-4-45,2-12 45,5-21-3443,-1-9 3348,1-7 2,-3 17 1,-1-3-141,1 2 0,0-1 157,2-10 0,2-2 6,0 1 0,1 0-3,2 4 0,0 0-23,1 5 1,2 1-67,-1 4 0,3 3 73,17-16-12,3 13-12,10 14-10,-3 15-6,-3 8-34,3 19-5,-10 8 3171,1 17-3163,-24-14 0,-5 1 25,-4 16 20,-10-16 0,-5-1-14,-16 8 14,9-19 0,-1 0 456,-19 14-447,2-14 21,8-11 222,4-14-193,5-12-45,5-8 45,4-6 61,8-3-117,5 11 28,13-5-34,-3 16-11,17-2 0,-1 7-28,27 14 6,-2 4-187,-20-3 1,-2 3 191,9 7-11,-6 10-45,-20-7 11,-7 9-66,-26 6-403,-11-7 380,-8-4-325,-13-6-516,4-11-1524,-13-1 2516,1-7 0,27-3 0,9-2 0</inkml:trace>
  <inkml:trace contextRef="#ctx0" brushRef="#br1" timeOffset="220947">9329 14780 21612,'2'3'2129,"0"-1"-1194,-2-2-1019,-24 76-470,12-38 125,-1 7 1,-1 0-6618,3-6 7046,7-15 0,-1-4 0,4-10 0</inkml:trace>
  <inkml:trace contextRef="#ctx0" brushRef="#br1" timeOffset="221206">9905 14501 19723,'-51'2'158,"-1"0"1,1 3 0,6 6 2040,1 20-2174,18-7 0,2 2-17,5 3 1,4 2-12,1-1 1,2 1-46,4 3 0,6 0-254,19 13-465,20-9-57,3-11-3159,3-11 1,3-4 3982,10-1 0,-22-4 0,-3-1 0,-6-5 0</inkml:trace>
  <inkml:trace contextRef="#ctx0" brushRef="#br1" timeOffset="221631">10439 14369 24088,'47'-22'102,"-1"0"1,-4 2 0,-6 5-64,-10 11 45,2 2-56,-13 5 12,5 4 4,-10 8 52,-2 8-35,-3 0 208,-3 27-39,-1-4-129,0-10 0,2 1-262,3-3 1,1 0 202,3 2 0,2 0-17,3-1 0,1-1-17,-2-2 1,0-1 19,5 23 11,-15-8-16,-21-6-40,-22-4-324,10-17 0,-5-1-125,-11 0 1,-1-1-288,5-3 0,-2 0 753,-3-1 0,-3-1 0,8-1 0,-9 1 0,12-4 0,1 1 0</inkml:trace>
  <inkml:trace contextRef="#ctx0" brushRef="#br1" timeOffset="223040">10989 14092 24514,'-28'7'750,"21"10"-663,25 7 0,13 3-37,2 2 1,4 0-1056,7 3 0,1 0 1013,5 3 1,0 3-521,0 2 0,-5 3 475,-5 3 1,-7 3-110,-11 3 0,-10 2-474,-17 2 0,-11 0-1948,-3-15 1,-6 0 0,-3-2 2567,-1-3 0,-2-2 0,1-2 0,-5 3 0,3-5 0,-9 5 0</inkml:trace>
  <inkml:trace contextRef="#ctx0" brushRef="#br1" timeOffset="224097">8303 15454 20280,'8'-20'173,"11"0"-190,13 8-33,5 1 0,2-1 27,11-1-174,-12 4 0,-2 1 192,8 2 89,-7 1-50,-4 2-23,-28 7 6,-40 13-6,-1-1 6,-1-2 0,-4 2-257,8-4 1,0 0 295,-11 4 0,-2 0 191,0 0 1,1 1 91,-3 0 0,2-1-121,-11 5 73,7-5-94,41-13 49,11-5 29,36-16-169,18-4-1677,-12 4 0,1 1 1579,-10 5 0,1 0 20,9-2 0,1 1 48,4-1 0,-2 1-60,-14 4 1,-1 0 162,9-2 0,-7 3-134,-21 6 123,-3 0 23,-18 8-68,-10 4-39,-17 8-42,6-5 0,-2 0 19,-26 11 3094,3-1-3222,9-5-327,17-9-3852,3 1 3415,12-7 1,7-1-1,5-2 1</inkml:trace>
  <inkml:trace contextRef="#ctx0" brushRef="#br1" timeOffset="246906">8626 10397 19148,'0'-5'3966,"0"2"-3059,0 3-705,1-32-186,0 24-4,0-24 27,-1 37-6,0 21-16,-3 3 67,-8 26-67,1-22 17,-10 8 27,8-19 96,-2-2 140,3-8 146,2-11-348,4-6 51,-1-18-107,4 4 45,-1-28-28,2-3-31,2 15 0,1-3-237,1-3 1,2 0 244,2 0 1,2 0-1,1 4 1,4 2-9,0 5 1,2 2 7,19-16-21,13 8-12,-14 18 11,16 5-11,-18 15-17,7 9-17,-1 21 46,-16-5-10,-11 4 1,-5 0-3,-7-1 11,-11 30-16,-9-23-6,-11 9 22,-3-8 530,-2-6-396,7-14-27,6-14-29,8-14 18,9-15-46,8 0-38,5 0 27,11 5-11,6 6-16,10 0-3415,21 10 3397,-15 6 6,-8 5 1,-1 4-23,8 14 5,3 11 12,-15 7-1,-22 5 0,-19-18 1,-9 0-28,-4-3 0,-4-3-40,-4 1 0,-4-3-1602,-3-4 1,-5-3-1,3-1 1286,3-2 0,1-1 0,-9 3 0,5-2 0,9-5 0</inkml:trace>
  <inkml:trace contextRef="#ctx0" brushRef="#br1" timeOffset="262971">9433 15236 24575,'60'-3'0,"-19"2"0,2 0 0,6 0 0,3 2 0,12-1 0,-3 0-868,-28 0 0,-2 0 868,6 0 0,1 0 561,24 0-561,-28 0 72,6 0-1,-31 0 1,-4 0 0</inkml:trace>
  <inkml:trace contextRef="#ctx0" brushRef="#br1" timeOffset="273597">8831 9139 23769,'-37'-8'356,"0"0"1,-5 5 0,2 8 1,-12 28-1189,10-2 0,0 4 901,8-5 0,1 2-25,-2 6 0,5 0-104,1 9 115,14 3 460,16-17-500,13 3-10,33-6-12,14-13-559,-18-10 1,0-2 432,-10-3 1,-1-1-766,8-3 1,0-2 509,-7 0 1,-2-1-1,13-3 1,-8 0 0</inkml:trace>
  <inkml:trace contextRef="#ctx0" brushRef="#br1" timeOffset="278556">7792 9392 18134,'7'-49'1174,"1"1"1,-1 4-1,-3 9-473,-6 16-152,-2 4-124,-1 3-50,1 1-100,2 3-124,1 3-89,1 3-6,0 1-40,5 7 24,3 3-18,4 8-33,1 8 44,-4 8 29,-3 8-28,-3 10 22,-2 7-42,-2-26 0,1 0-221,-1 2 1,1 1 208,-1-1 1,0 1-9,1-1 1,0-1 16,4 29-11,0-3 6,1-3 5,-1-1-11,-3-3-3237,-7 5 3260,3-22 10,-4 5-33,4-24 34,1-1 39,1-6 375,1-6-207,0-3 3313,0-4-3441,0-12-74,0 1 22,0-19 29,-1-2-23,-1 3 0,0-1-16,-1-16-15,0 12 1,-1-2-188,0-14 212,2 19 1,-1 0-1,0 0 1,1 1-6,-1 0 0,1 1 68,-2-29-40,2 6-23,1 8-33,6 11-22,0 10-1,3 12 1,-3 7 0,1 12 16,-2 13 213,-1 17-235,0 23-3,-6-9 0,-2 3-168,3-14 0,-1 0 168,-4 22 1,-1-1-326,3-18 1,1-1 223,-1 10 1,0 0-245,2-2 1,1-1-3521,4 2 1,1-1 3867,0-14 0,0-2 0,5 17 0,-2-33 0</inkml:trace>
  <inkml:trace contextRef="#ctx0" brushRef="#br1" timeOffset="279589">9729 9779 9678,'1'-61'1484,"0"0"0,0-1 0,0 5-205,1 24 1,0 2-919,0-11 1,-1-1 72,0 2 0,-1 2-302,1 6 0,-1-1 184,-1-9 0,0 3 1266,-2 6-1431,0-1 817,0 19-889,2 13 2447,2 26-2476,3 9-33,1 14 30,-1-2 1,1 4-23,-2-4 1,0 2-412,1 15 0,-1 2 397,-2-5 1,1-2-7,-2-19 1,0-1-1,-2 6 1,1-2 52,-3 21-19,0-19 0,-2 3-14,1-3 1,-1-1-18,1-7 1,0-2 7,-2 3 1,-1-4-10,0-4 54,-7 12 135,2-18 28,2-5-157,3-13 1199,2-33-1232,4 3-6,-1-7 0,2-5-105,2-12 1,1-3 106,0 10 0,1-2 0,0 0-807,-1-1 1,0 0-1,1 2 819,1-9 0,0 5 36,-2-12-103,-1 0 104,2 17-18,5-16-33,-4 36 12,3 6 144,-6 15-184,1 5 2452,0 8-2436,2 15-44,0 18 28,-1 19-569,-2-4 569,-3-16 0,-1 2 0,-1 4 0,-1 1 0,-1 1 0,0 2-42,-1 6 0,1-1-331,2-13 1,1-2-2188,0-1 0,2-1 2560,-1 22 0,2-24 0,0-19 0</inkml:trace>
  <inkml:trace contextRef="#ctx0" brushRef="#br1" timeOffset="290655">1011 8263 17115,'6'-52'2044,"1"-1"1,-2 10-1,-1 3-1316,0-1-487,-3 22-84,-3 10-264,1 14 91,0 13 16,-2 24-17,1-10 0,-1 4-400,-2 26 0,-1 2-688,1-18 0,1 2-328,0 1 1,1 3 0,0-2 1432,3 4 0,0-4 0,0-12 0,0-2 0,3 22 0</inkml:trace>
  <inkml:trace contextRef="#ctx0" brushRef="#br1" timeOffset="291021">1242 7909 18280,'-36'-27'768,"-1"1"1,0 0 0,-15-9 0,2 13-655,16 23 1,2 9-1157,-5 6 0,1 7 1086,-4 8 1,1 7-39,0 8 0,3 4-12,12-12 0,2 2 1,3 1-307,1 2 1,4 2-1,2 0 293,3-1 1,3 1-1,3 0-12,6 19 1,9-3-29,7-7 0,8-4 0,10-6 0,7-7 9,9-7 0,7-7 27,-15-11 1,2-3-1,2-3 32,3-5 1,2-4-1,-1-4-263,2-2 0,0-4 0,-1-3 362,-3-3 0,-1-4 1,-3-3 128,-5-1 0,-3-2 1,-4-2-139,8-17 1,-9-5 188,-10-1 1,-9-2-166,-11-4 0,-9 0-242,-3 18 0,-3-1 0,-5 1 143,-4 0 1,-5 1-1,-3 2-32,-4 1 1,-4 2 0,-3 5-82,-4 3 1,-3 4 0,-2 5-291,-3 2 0,-2 5 0,0 5 379,-5 7 0,0 4 0,5 1 0,4-3 0,4 3 0,7 5 0,0 0 0</inkml:trace>
  <inkml:trace contextRef="#ctx0" brushRef="#br1" timeOffset="292404">1067 16714 16812,'0'-3'1524,"0"1"-1401,0 2-34,22 8 1,-16 10 28,14 12-46,-23-1 187,-20 20-3349,-5-16 3499,-19 10-202,13-22 352,-21-8-49,18-16 218,-20-21-503,28 1 71,10-14 1,4-4-323,9-4 82,3 9 0,5 1 3264,13-1-3297,12 10 126,6 12-154,10 9-12,-5 7-14,-4 9 0,0 5-605,11 21 597,-16-15 0,-4 4-118,-9 21 0,-10 4 34,-12-7 0,-5 1-674,3 9 0,-7 2 699,-9-5 1,-7 1 0,0-5 72,-5 1 0,-3-2 41,4-3 1,-3 1 0,1-5-1250,-8-4 1,1-7 1296,12-9 1,-1-4 198,-5-6 1,2-6 33,1-10-118,-5-8 181,30-7-377,21-3 6,18-1 0,25-1 1015,-1 4-1082,4 4 0,3-1 1130,-11 4 1,2 0-1195,-3 1 0,4-1 0,2-1-454,-6 1 1,1-1 0,1 0 0,-3 0-412,2-1 1,-3 1 0,2-3-1477,11-4 1,1-3 0,-7 0 2482,-2-7 0,-9 2 0,6-4 0,-16 3 0</inkml:trace>
  <inkml:trace contextRef="#ctx0" brushRef="#br1" timeOffset="292698">1605 16490 14139,'-44'-42'1005,"0"1"0,0 0 0,1 4 0,-2 3 0,0 9-1888,-12 13 0,-2 10 989,15 6 1,-2 3-1,0 3-71,-5 5 1,-1 3 0,0 4-29,-2 4 1,0 4-1,1 3-441,13-5 0,0 1 1,1 2-1,1 2 416,2 0 0,0 3 0,2 0 0,2 2-3,2 0 0,1 2 0,2 1 0,3 1-47,-3 13 1,3 2 0,5 1-17,5-3 0,3 1 0,7-1-4,5-3 0,5-1 1,5-3 8,4-4 1,4-2 0,5-3-531,5-5 0,4-3 1,3-5 550,5-3 0,3-4 0,3-5 7,5-2 1,3-5 0,1-5 26,5-3 1,1-6 0,0-3 87,-14 0 1,1-2-1,-1-2 1,-1-3 42,-1-3 1,0-1 0,-2-3 0,-1-2 34,-2-1 1,-2-1 0,-1-2 0,-3-2 64,7-10 0,-3-4 1,-5-1-9,-5 1 1,-5-2 0,-3-1-53,-6 1 1,-4-1 0,-5 1 187,-5 1 0,-5 0 0,-4 2-328,-4 3 0,-4 0 1,-2 4-53,-6-6 0,-7 6-1068,-8 13 1,-8 5-1,2 6 1113,1 5 0,0 4 0,-7-3 0,4 4 0,5 7 0</inkml:trace>
  <inkml:trace contextRef="#ctx0" brushRef="#br1" timeOffset="294331">2836 17106 16303,'-6'-52'2072,"0"-1"1,1 8-1,1 6-6691,1 6 4754,2 18 1318,0 9-1481,1 10 894,4 8-844,7 17-31,2 1 1,2 4-3,0 1 0,0 1-121,1 2 1,-1 0 108,0 2 1,0-1 3253,7 18-3240,-7-24 1,0-2 148,8 7-16,-6-16 32,-9-18 208,-2-13-72,3-10 167,8-27-347,-5 9 25,1-4 1,0 0-88,0-2 125,-2 8 1,0 2-344,1-2-969,7 7-1031,-1 13 202,3 6-7617,10 9 8735,-6 4 0,-3-1 0,-8 0 0</inkml:trace>
  <inkml:trace contextRef="#ctx0" brushRef="#br1" timeOffset="295553">3740 17107 17395,'-5'0'5271,"2"0"-3804,3 0-1215,-33 0-134,33-7-51,-16-5-6,46-11-27,-2 2 13,-3-1 1,1 1-14,0-4 97,1-2 1,-2-1 137,-5 0-5,1-10-164,-15 20 57,-8 4-90,-7 9-44,-7 1-34,-10 10-12,-15 18-10,1 10 33,1 5-12,2 12-19,24-22 1,1 1-362,1 1 1,3-1 352,-3 26-3180,30-9 3202,-3-28-86,11-2 0,3-4 86,2-5 14,8-5 1,2-3-4,10-11 25,-16 2 1,-2-1 3,7-9 27,-7-7 529,-18 3-506,-1-14 3329,-9 2-3357,-4-6 215,-2 5-210,4 0-27,2 6 83,21-11-100,-8 21 16,7 1 1,2 3-29,7 6-3420,15 1 3443,-20 14-6,-2 11 1,-6 17 4,-2 4-21,0 14 5,-9-17-11,2 11-23,2-1 12,3 1 16,-1-6-5,3-10 16,-10-19 18,6 0 3458,-3-18-3475,3-5 39,5-14 16,-3-5 130,3-24-62,-7 13-57,0-5 152,-8 10 12,-5 17-29,1-7-134,-3 15 117,-1-3-100,0 6-34,-2-3-40,3 5-21,0 1 22,1 2 16,0-2-16,1 3 22,0-3-44,0 3 33,-1 0-23,0 1 12,0 2-34,0 0 51,0 0-6,0-2-39,0 0 33,0-1-33,0 0 0,0 2 22,0 1 28,0-1-50,0-3 11,0-1 0,0-9 0,0 6 11,0-12-17,0 10 23,0-8-6,-2 2 17,0-6 12,-1-15-35,1 11 23,0-19 0,1 18 6,1-4 27,-1 11 7,-1 9-29,1 7-62,-1 6 12,1 7 22,0 11-27,3 16-364,1 16 366,0-20 0,0 2-6,1 5 0,-1-1 15,1 23-15,-1-11 1,0 0-46,-1-13 1,0 0-749,2 16 0,1 1-142,0-8 1,2-2-1444,1-1 1,1-2 2396,2-4 1,0-4 0,2 5 0,-2-16 0</inkml:trace>
  <inkml:trace contextRef="#ctx0" brushRef="#br1" timeOffset="296088">4690 17001 15782,'-4'-1'5578,"1"1"-4474,3 0-1305,25-27-315,12 12 112,-6-3 1,3-1-344,0 9 0,0 2 262,-1-2 1,-1 1-99,26-10 432,-12 1 330,-13 4 404,-13 3 173,-10 5 34,-13 4 128,-7 6 471,-7 3-572,-5 4-150,0 3-85,-3 7-487,9-7-22,0 7-67,13-7 16,4 3-5,4-5 11,18-2 56,2-7-6,16-8 46,-1-9 83,-3-9 40,-4-6 61,-10-3 61,-8-1-5,-9 1-95,-11 5-39,-4 5-96,-5 9 85,-10 5-147,4 8 12,-11 9-44,2 9-18,0 13-22,3 10-11,5 9-68,9 7-609,6 5 83,8-30 1,4 0-2309,19 26-902,-3-35 1,3-3 3814,28 8 0,-15-17 0,-15-8 0</inkml:trace>
  <inkml:trace contextRef="#ctx0" brushRef="#br1" timeOffset="296413">5733 16828 17255,'0'-2'6340,"0"-1"-4598,0 3-1685,-67 57-24,35-17-541,-11 3 1,1 2 498,23-16 1,3-1-51,-2 0 0,-2 2-255,-8 9 1,0-1 251,-5 4 290,-8 6-155,28-48 22,3-16 62,3-14 67,4-12 28,10-6-100,1 13 312,26-11-402,-14 29 737,25-8-783,-11 26-10,15 10-84,10 10-871,-24-7 0,1 1-1770,3 3 0,0-1 2719,-2-1 0,-3-1 0,11 5 0,-20-8 0</inkml:trace>
  <inkml:trace contextRef="#ctx0" brushRef="#br1" timeOffset="298230">8464 10357 9495,'-59'3'739,"0"1"0,-1 0 1,1-1-1,0 1 0,0-1 1,0 1-1,0 0 0,2 0 1,3-1-1,3 1-1354,-9 0 0,5 1 1,4-1 930,-7 3 0,7-1 111,-6 2 699,9 0-616,43-4 358,42-4-711,17-4-23,2 0 1,7-2-711,-18 1 0,1 0 0,5 0 635,-3-1 1,5 1-1,2-1 1,1-1-1,-1 1-288,-3 1 1,-1-1 0,0 0 0,1 1 0,2-1 260,-2 0 1,1 0 0,1 0-1,1 0 1,0 0 0,-1 0 6,2-1 0,1 1 0,0 0 1,0-1-1,-1 1 0,-2 0-18,5-1 0,-3 1 1,0 0-1,1 0 0,2-1-10,1 1 0,4 0 1,1-1-1,-1 1 0,-3 0 1,-5 1-17,-3-1 1,-4 2 0,-2 0 0,3-1-264,2 2 0,4-2 1,0 2-1,-3 0 0,-8 2 154,9 4 0,-6 0 0,7-3 0,-7 1 0,-13 8 0</inkml:trace>
  <inkml:trace contextRef="#ctx0" brushRef="#br1" timeOffset="299814">6397 16945 16168,'-5'0'6111,"0"0"-5338,5 0-778,2-30-113,26 16-240,19-25-731,-7 30 1,5 4-133,5-1 0,1 1-1871,1 1 1,-1 2 3091,-7 1 0,-3 2 0,8-1 0,-25 3 0</inkml:trace>
  <inkml:trace contextRef="#ctx0" brushRef="#br1" timeOffset="299981">6617 17115 22436,'35'-8'-499,"-6"2"-1266,27-11 1,9-2-3152,-20 7 1,-1-1 3215,9-1 0,-3 1 1,2 0-1,-38 10 1</inkml:trace>
  <inkml:trace contextRef="#ctx0" brushRef="#br1" timeOffset="300606">7785 16649 16326,'4'-6'3910,"-1"0"-2232,-3 6-1214,0 0-402,-17 51-28,7-16-37,-1-3 0,1 3-25,-3 21 39,4-19-22,-2 13 50,1-20 643,2-11-413,0-9 293,1-10-360,2-10 823,-1-10-885,2-12-33,2-12-17,2-11-76,3 23 0,2-1 3,1-3 0,1 0 11,5-1 0,1 3-6,10-20-8,-1 21 0,2 3-8,14-5-9,-9 13 0,2 2-19,23 3-6,-1 14 5,-13 9-10,-1 15 33,-17 15-73,-5 7-22,-13 10-7,-18-5 57,-2-11-22,-22 12 78,12-22-5,-7 4 89,0-17 1,13-11 22,-7-7 10,12-7-60,6-3-35,5 2-10,11-2-18,0 8-22,24-3-5,-1 10 22,17 10-17,-3 10 0,0 11 6,-6 9-28,-9 7 45,-15 4-1,-23-1-27,-21-4-94,4-26 1,-4-2 93,-24 9-595,6-12 0,-2-4-1814,12-6 1,0-1-2486,-5 2 1,1-2 4888,-12-4 1,37-1 0,7 0 0</inkml:trace>
  <inkml:trace contextRef="#ctx0" brushRef="#br1" timeOffset="305805">3117 18017 20504,'-7'0'487,"8"9"-398,28 45-61,-8-17-34,-6-9 1,-1 0-17,6 15-23,-1-1-17,4 8 23,-4-10 78,-4-13-3831,-2-11 4122,-5-9 1219,2-13-1280,-4-3 437,7-26-180,2-13-380,0-1-220,-6 15 0,-1 0 231,6-14-39,4-10 3135,3 8-3287,3 12-207,4 12-739,7 12-3461,9 11 4441,-2 7 0,-13 0 0,-12 0 0</inkml:trace>
  <inkml:trace contextRef="#ctx0" brushRef="#br1" timeOffset="306053">4205 18026 17820,'-4'-2'4868,"1"0"-10819,3 2 5636,43-48-1118,2 30-400,-2-9 0,3 1 1833,-2 20 0,-3 5 0,7-2 0,-7 3 0</inkml:trace>
  <inkml:trace contextRef="#ctx0" brushRef="#br1" timeOffset="306213">4381 18290 21920,'36'-24'-1318,"-1"0"1,-3 2 0,-4 4 0,-3 5 0,-16 8 0</inkml:trace>
  <inkml:trace contextRef="#ctx0" brushRef="#br1" timeOffset="307113">5645 17839 21713,'-30'-20'818,"-5"5"-784,9 14 39,-37 3-73,9 4 19,22-3 1,-1 0 27,-5 3 1,2 1-20,-2 0 6,-8 2-45,29-5-3387,10-3 3364,6-1-83,1 2 117,1 0-11,2 6 33,2 3 0,2 1-5,2 7 3398,2 9-3427,-1 5-4,3 13-24,-4-1 12,-2-6-28,2 17 3,-5-23 0,1 0-128,1 1 1,-1 0 154,2 5 1,0-3 9,7 12-22,5-12-57,8-14-281,11-12-1920,18-13-2620,-21-3 1,0-2 3094,22-6 0,-15 1 0,-30 8 0</inkml:trace>
  <inkml:trace contextRef="#ctx0" brushRef="#br1" timeOffset="307630">6492 17927 24788,'-10'-5'-5,"0"12"-29,6 30-28,-4 14-2100,0-10 0,-1 1 2134,-5 17 324,0-7 1,-1 0-302,-2 3 66,-1 4-1832,9-31 1889,7-26-17,2-14-34,0-12 2219,1-14-2240,0 2-964,1-13 1,0-1 1001,1-2-11,1-7 0,1 1 2169,0 10-2144,2 4 0,1 1-31,8-5-62,-4 16 1,1 2 0,14-1-29,4 13 51,3 11 23,4 18-71,-8 11 0,-2 6-2,-6-4 0,0 3-234,7 11 0,-2 2 155,-9-9 0,-3 0-143,-1-1 1,-1 1 1718,4 27-7581,-7-2 6106,-6-12 0,-3-17 0,-1-13 0</inkml:trace>
  <inkml:trace contextRef="#ctx0" brushRef="#br1" timeOffset="307854">6395 18227 23612,'40'-30'-450,"-1"0"0,2 3 1,2 3-2711,0 8 1,-1 4 2027,-3 1 0,-4 2 0,1-1 0,-24 7 0</inkml:trace>
  <inkml:trace contextRef="#ctx0" brushRef="#br1" timeOffset="308120">7542 18012 19860,'-4'0'3769,"1"0"-3147,3 0-589,-18 17-16,8 5-39,-17 20-197,12 4-1086,-1 6 457,3 6 0,6-25 0,3-5 0</inkml:trace>
  <inkml:trace contextRef="#ctx0" brushRef="#br1" timeOffset="308830">7844 17965 18565,'1'-5'2834,"0"1"-1668,-1 4-1076,6 36-29,-4-14 1,2 31-29,-8-27 40,-2-3 280,-7-2-6,5-10 34,-2-3-45,3-13-3364,-2-12 3129,3 1 44,-2-18-27,5-2-12,1-18-47,5 16 0,3-1-28,0 4 0,1 2-9,2 0 0,1 2 85,16-19 28,-2 19 3335,8 0-3425,2 12-23,1 11-5,3 12-11,3 7-12,4 9 29,2 6-23,-4 3-28,-8 1-23,-14 0-61,-16 2 39,-18 2-3369,-21 5 3459,6-14-91,-17-2 108,28-18 184,-11-11-162,18 0 90,-4-10 22,9 3 3160,1 0-3317,2 3 239,9 2-228,-2 6 12,12 0-34,-5 5 11,26 13-17,-4 2-8,-2 0 0,0 1-31,4 5-39,6 10 34,-32-12-12,-18 10 40,-6-11-15,-13-5 1,-4-2-25,-3-2-99,-1-2 0,-2-1-915,-17-1-3841,14-5 1,1 0 2986,-10 0 0,5-3 0,37 0 1</inkml:trace>
  <inkml:trace contextRef="#ctx0" brushRef="#br1" timeOffset="309405">8704 17771 23562,'32'-32'76,"-1"-1"1,-5 4-1,-1 6-42,14 15 5,-2 4-39,24 5-28,-6 5 6,5 9-1,-19 8-4228,-11 8 4262,-13-3 747,-8 31-707,-9-11-29,-1-10 0,0 1-36,0-5 0,-1 0-11,2 1 0,1-1 3,3 21-29,5-17 1,0 0-23,0 6 17,1 16 39,-26-24-11,-5-13-185,-29-2-1213,14-15 1,-1-2-3980,-25 3 5405,19-6 0,4-2 0,15 0 0,0-2 0</inkml:trace>
  <inkml:trace contextRef="#ctx0" brushRef="#br1" timeOffset="310746">11328 618 29321,'-15'-53'-833,"1"0"0,1 7 0,2 6-1294,4 6 1289,3 16 313,3 11 4283,12 35-4358,0 8 394,0-4 1,0 3-889,-1-1 1,-1 0 1130,-1 1 1,0 0 0,-1-2 1,-1-1-29,0 24 270,-5-14 274,-7-13 422,-4-13-74,-4-8-325,0-9-590,-3-8-71,1-11-31,0-13-68,4-15 12,5-15-322,5 27 1,3-1 228,2-2 0,2 1 34,1 1 1,3 1 160,9-3 0,6 3 50,1 9 0,1 4 8,-2 1 1,2 4-24,10 7 0,0 8-22,17 17 42,-21-3 0,-1 1 14,14 21 14,-25 3 0,-7 4-25,-3 14-389,-10-4 0,-6 2 408,-5-20 1,-3-3 10,-7 3 1,-3-2 653,-22 5-628,11-14 135,-9-14-63,20-14-27,-4-12-34,17-9-78,9-4 833,13 2-794,1 7-11,27 2-34,-2 13-34,22 5 39,-26 9 1,-1 3-203,4 4 0,0 4 214,2 3 0,-2 2 5,-3 3 1,-3 2 5,-6-1 0,-5 2-82,-1 25 88,-31-1-40,-28-4-95,8-24 0,-5-2-1117,-7 0 0,-3-2-1827,-7-1 1,-1-3 3072,5-2 0,4-2 0,13-4 0,4-2 0,-5 0 0</inkml:trace>
  <inkml:trace contextRef="#ctx0" brushRef="#br1" timeOffset="334630">14037 13485 11514,'13'-54'1149,"0"-1"0,1 1 1,-2-4-1,0 0 0,-3 13-538,-4 7 448,-4-18-236,-5 37-280,-2 8-274,-1 23 61,-2 24-170,3-5 0,0 3-1708,-1 11 0,-1 1 1610,1-5 0,1 1 44,-3 17 0,2 3-429,1-7 1,1 4 410,1-14 1,0 5-1,0 1 1,0-1-22,-1 10 0,0 1 0,0 1-441,0-6 0,0 2 0,0 1 0,0-2 421,-1-3 1,0-1 0,0-1-1,0-2-21,-1 6 0,0-1 1,0 4-273,0-6 0,-1 4 0,0 3 0,-1-1 0,2-4 257,-1 1 0,1-3 1,0 0-1,-1 5-3,0-6 0,0 4 1,0 2-1,-1 0 1,0 0-1,1-2-5,-2 6 1,1-1-1,-1 0 1,0 0-1,-1 0-8,2-7 0,-1 1 1,0-1-1,-1 1 1,1 0-1,-1 1-119,0 1 0,-1 1 1,0 0-1,1 0 0,-1-2 1,0-1 109,1 1 1,0-4-1,-1 0 1,1 2 0,-1 2-38,1-4 1,-1 3 0,0 1 0,0 2 0,1-2 0,0-2 0,0-3 26,-2 13 0,2-5 1,0 0-1,-1 4 4,1-9 1,1 4-1,-1 1 1,0 0-1,0-2 1,2-3-25,-2 9 1,1-2-1,1-3 1,0-2 230,0 2 1,0-3 0,0 3-588,1-4 1,-1 3 0,0-1 0,1-4-446,1-6 0,0-3 0,0 2-2213,-2 14 0,0 3 0,0-6 3058,0-5 0,2-7 0,-1 7 0,4-30 0</inkml:trace>
  <inkml:trace contextRef="#ctx0" brushRef="#br1" timeOffset="335512">14297 12939 11295,'-2'13'2123,"-3"-1"-1652,-3-4-147,0 0-72,1 0-28,0-1-67,3 0 0,1-2 196,1-3 387,2-1-7,4-1-346,3-2-180,7-1-67,6-2-45,4-1-5,5-1-18,6-3-49,10-1-190,-14 3 1,1 0 157,9-1 1,4-2-916,10-1 1,5 0 805,-11 3 1,1 0-1,2-1-765,8 0 0,2-1 0,2 1 359,-10 1 0,2 0 0,1 0 1,0 0-532,-8 1 0,1 0 1,0 0-1,2-1 1,2 0 189,2 0 1,4-1 0,1 0-1,0 0 1,-1 0 0,-3 1 864,-1-1 0,0 1 0,-3 0 0,0 0 0,-1 0 0,10-1 0,-1 0 0,-3 0 0,-8 2 0,-4 0 0,-1 0 0</inkml:trace>
  <inkml:trace contextRef="#ctx0" brushRef="#br1" timeOffset="336280">16343 12574 8998,'-7'2'2028,"1"-1"-1708,6-1 3533,0 0-2900,-21 31 1158,49-24-1125,-4 18-1027,6-25 0,6-7 360,14-1 1,3-1-867,2-1 0,6-1 678,-9 1 1,7-1 0,1 0-1,-3 1-854,1-1 1,-3 1 0,7 0 745,-13 1 0,6 0 1,3 0-1,3-1 0,-2 0 1,-3 2-1,-5 0-509,3 0 1,-7 1 0,1 1-1,7-2 486,-1 1 1,6-1 0,3 0 0,3-1 0,0 1 0,-2 0 0,-3 1-198,-4 1 1,-2 0 0,-1 1 0,0 0 0,3 0 0,3-1 191,-4 1 0,4 0 0,2 0 0,1 0 0,2 0 0,-1-1 0,-1 1 0,-2 1 0,-4-1-82,1 1 0,-3 0 0,-2 0 0,-1 0 0,1 0 0,2 0 0,2 1 47,-1-1 0,2 0 0,2 1 0,1-1 1,1 0-1,-2 1 0,-1-1 0,-2 1 0,-4 0-288,14 0 1,-4 0 0,-3 0 0,1 0 0,3 0 327,-10 1 0,4-1 0,1 0 0,0 0 0,-2 0 0,-2 1 0,-6 0 0,9-1 0,-6 1 0,-3 0 0,0 0 0,5-1 0,-1 0 0,1 1 0</inkml:trace>
  <inkml:trace contextRef="#ctx0" brushRef="#br1" timeOffset="337770">14901 13494 20996,'4'-53'1032,"0"1"1,-2 5 0,-2 9-652,-6 15-230,-4 13-78,-5 21-57,4 4 12,-12 40-20,13-20 1,-1 4-957,-4 17 1,-2 5 872,5-12 0,0 2 1,0-1-332,2-7 0,1-1 0,-2 4-19,1 7 1,-2 6 0,1 0 0,1-3-661,0-1 1,1-2 0,-1 3 748,-1 0 0,0 4 0,-1-1 0,1-5 259,2-6 1,0-5-1,-2-1-42,-8 20 1,-5-9 535,-3-26 1,-2-7 985,-25 0-1123,23-28 0,4-12-90,10-11 1,7-8 330,6-6 1,7-3-393,4-5 0,9-2-40,7 4 1,6-1 0,1 2-79,-6 11 0,1 2 1,2 1-8,9-10 1,4 0 0,-1 5-14,7 2 1,0 6 8,3 1 0,-1 2 117,-11 8 0,2 0-134,14-5 1,0 2 16,-20 10 0,-1 1-3,10-4 0,-1 2 67,3-1-59,-20 9 507,-12 5-389,-11 10 1902,-7 10-1896,-2 3 280,-18 32-252,5-9-121,7-11 1,3 1-2951,2 22 2925,11-20 23,16-3 84,4-24 139,6-5 130,-1-14 83,-4-10-28,-2-13-77,-5-7-74,-5-8-56,-6-5 3269,-3 12-3112,-16-15-330,6 34 28,-21-11-46,6 28-27,-8 3-56,4 10-179,5 6-51,9 3-2084,5 19-2643,11-7 4148,11 14 0,-5-23 0,4-4 0</inkml:trace>
  <inkml:trace contextRef="#ctx0" brushRef="#br1" timeOffset="338088">15554 13629 25819,'24'-19'11,"8"18"-31,-3 31 1,0 10-6,-9-14 0,0 1-528,5 18 0,-5 1 469,-12-13 0,-4-1 41,-3 7 1,-4 0 47,-4-7 1,-5-4 79,-23 9 356,-2-21-268,7-25 71,11-7 115,17-36-113,15 4-176,-1 11 0,4 0-182,3 4 0,4 3 117,1 1 1,3 1-40,2 3 1,3 2-177,0 4 0,2 2-608,1 3 0,1 3-3506,1 2 0,-2 2 4324,23 0 0,-23 5 0,-18 2 0</inkml:trace>
  <inkml:trace contextRef="#ctx0" brushRef="#br1" timeOffset="338463">16698 13480 20918,'6'-56'1435,"1"0"1,-1 2 0,-3 7-741,-5 16-583,-1 9-28,-6 13-34,-4 24 29,-7 19-40,0 7-23,4 3 1,-1 9 0,2-4-694,2-8 0,1 1 665,-1 2 1,-1 6 0,-1 2 0,3-4-83,2 3 1,2-1 0,1-3 3,-5 13 1,5 0-137,5-12 0,4 2 0,9-7-1814,19-4 0,8-7 827,-9-3 1,4-3 1112,7-9 1,7-4 0,-9-3 0,2-4 0,19-3 0</inkml:trace>
  <inkml:trace contextRef="#ctx0" brushRef="#br1" timeOffset="338854">17470 13597 25556,'-28'30'106,"12"-1"1,3 3-96,3 23-374,4-22 1,0 1 378,-6 26-3797,3-10 3793,2-11 881,1-3-854,5-27 45,2-4 73,9-21 123,10-23-56,8-15-31,-2 5 0,5-2-78,-5 13 0,3 1-13,9-9 0,1 5-91,-8 18 0,0 5-3,3 5 1,0 6-20,16 12-23,5 17-16,-22 5-326,0 24-872,-14 4-1119,-9-16 0,-1 0 2367,-2-2 0,-1-3 0,-1 12 0,-2-21 0</inkml:trace>
  <inkml:trace contextRef="#ctx0" brushRef="#br1" timeOffset="339363">19076 13748 25063,'5'-39'341,"0"0"1,-5-20-280,-26 69 22,-16 20-67,18-8 0,2 2-9,0 2 0,3 2-8,-8 26-5,18-19-6,11-2 11,19-11 0,9-6 39,33-14-17,-21-10 29,9-11 178,-12-21-117,-16 13 56,-5-6 0,-3 0-84,-7 4 84,-4-29-140,-8 38 45,-19-12-67,5 25-1,-21 0-61,2 18-201,3 3-63,6 5-1097,18 7-3108,21-2 4525,4 2 0,1-9 0,-4-9 0</inkml:trace>
  <inkml:trace contextRef="#ctx0" brushRef="#br1" timeOffset="339720">19731 13473 26155,'-52'-4'164,"0"0"1,2 7-1,6 11-136,14 24 0,6 10-847,-2 5 0,2 6 798,6-1 1,0 4 0,2-2-1096,4-15 0,1-3 0,1 5 1004,1 4 0,0 6 0,1 0 0,1-3-311,3 2 1,1-3 0,2 2-238,0-5 1,1 1-1,1 1 1,0-2-42,1 11 1,1-2 0,1-3 498,2 5 1,-1-6 517,-2-11 0,-7-12 480,-12-23-169,-12-26-374,0-21 7,11 4 0,1-7-208,2 1 0,1-5 1,0 3 131,-1-2 1,1-1 16,0-3 1,1-3 0,3 6 828,5 10 1,2 3-970,0 0 1,4 0 53,11-10 0,7 2-85,2 12 1,6 2 189,16-13 0,4 3-237,-10 13 1,3 3-180,4 2 0,4 2 0,-4 2-995,0 2 1,-2 1-1356,10-3 0,-3 1 2065,4 0 0,-38 9 0,-3 0 0</inkml:trace>
  <inkml:trace contextRef="#ctx0" brushRef="#br1" timeOffset="341154">20862 13518 24329,'-31'-39'140,"0"0"0,2 3 0,-3 11-104,-1 25 1,-1 8-498,1-2 1,-1 1 460,-10 4 0,-1 2 3,5 0 0,2 0-9,-22 8 79,27-8 0,4 1-56,2-1 225,0 6-203,22-11 219,6 9-129,2-6 700,2 30-621,-2-5-113,1 10 84,-5-9 0,-1 0-83,-3 21-255,3-24 1,-1 1 188,0-2 1,1-2 14,1 16-26,6-14 1,3 0-36,10 16-63,8-6-593,15-14-4244,-10-20 1,0-1 3072,15 5 1,3-6 0,-39-6-1</inkml:trace>
  <inkml:trace contextRef="#ctx0" brushRef="#br1" timeOffset="344930">21145 14117 19309,'11'-45'1019,"0"-1"1,0 1-1,4-18 1,-1 6-326,2-1-162,-4 14-249,-4 18-3,-3 12-241,-3 11 0,0 11 14,1 16-31,1 22 1,0-2-12,-1-3 1,0 2-3346,-1 18 3339,0-25 1,0 2 5,-3 1 0,0-2 12,-4 6 16,-3 10 56,2-31 303,0-14-297,2-18-68,0-16-10,2-20-9,2 14 0,0-2 1374,3-5 0,2-2-1369,1-4 1,2-1-6,-1 9 0,2 0 22,8-17 1,1 0-12,-4 21 0,1 1-8,7-13 0,0 3-12,7 0 3,-2 21 1,1 4-14,-3 6-12,22-4 17,-5 31-23,-2 7 6,-9-1 1,0 3-697,-2 4 1,-2 1 670,-4-4 0,-1 1-218,13 19 0,-3 2-337,-14-14 1,-2 0-267,6 16 1,-4-1-830,-11 12-3224,-19-19 1,-5-4 3431,-1-5 0,-13 11 0,25-37 1</inkml:trace>
  <inkml:trace contextRef="#ctx0" brushRef="#br1" timeOffset="345097">21360 14120 21668,'14'-44'-56,"0"-1"0,4 5 0,6 8-261,10 22 1,6 7-1307,5-2 1,2 2-910,6 0 0,-1 2 1891,-4 1 1,-4 0 0,14 1 0,-27 1 0</inkml:trace>
  <inkml:trace contextRef="#ctx0" brushRef="#br1" timeOffset="345303">22487 13963 23920,'-15'34'-79,"0"0"1,1-1 0,1 0-4245,3 1 0,1-2 184,-2 14 4139,2 7 0,9-38 0,0-1 0</inkml:trace>
  <inkml:trace contextRef="#ctx0" brushRef="#br1" timeOffset="345530">22912 13783 20285,'0'-7'4369,"0"2"-3748,0 5-278,0 0-321,-2-9-11,2 19-11,-1 27-112,2 15-65,-1-14 1,1 2-431,0-6 0,0-2-827,0 1 0,0 0-6049,-3 30 7483,-1-14 0,-1-20 0,2-15 0</inkml:trace>
  <inkml:trace contextRef="#ctx0" brushRef="#br1" timeOffset="345803">22850 14133 19815,'-5'-51'990,"0"-1"0,0 1 0,1 4 0,0 1 1,4 7-437,7-14-217,8 10-175,4 12-95,6 9-4268,6 11 4241,10 7-18,10 15-716,-11 7 1,1 4 690,-12-5 1,0 2-189,18 14 0,-2 4 154,-16-11 1,-3 1-746,3 14 0,-3 0 732,2 13 700,-33-15 0,-13-1-695,-12-15 1,-7-3-32,-6 4 0,-4-2 689,-8-5 1,0-5-959,7-6 1,2-3-432,2-4 1,1-3-1904,3-3 0,4-3 2679,-16-11 0,23 5 0,18 7 0</inkml:trace>
  <inkml:trace contextRef="#ctx0" brushRef="#br1" timeOffset="346413">23668 13652 23982,'32'-28'227,"1"-1"1,-7 4 0,-1 5-77,13 11-22,-7 4-17,7 0-34,-3 4-27,1 2-40,-15 3 28,-1 7 23,-16 24 11,-5 3-31,-2 0 0,-3 1-19,-3 10-1,3-10 0,1 1 18,2 17-1714,9-10 0,3 1 1680,-4-16 0,3 1-15,14 22 1,1-1-2305,-1 4 2307,-6-23 0,-4 0-16,-15 15-79,-22-17-213,-24 6-3032,0-19 1,-5-3 3345,9-4 0,2-3 0,0 0 0,4-2 0,3-4 0</inkml:trace>
  <inkml:trace contextRef="#ctx0" brushRef="#br1" timeOffset="356488">23136 14583 9722,'-11'-3'8843,"2"0"-8103,9 3-247,-30-15-4543,21 11 4067,-22-11 747,31 14-741,9-1-1,13-2-33,17-2 0,0-1-9,-6 2 0,1 1 9,6 0 22,6-1 34,-26 5 67,-33 6-45,-14 2-16,-12 3 55,-20 5-143,25-8 0,-1 1 157,1 0 1,0 0-51,2-1 0,2 0 170,-8 3 3164,22-6-3141,3 0-33,16-6-79,14-6 404,15-4-521,14-6-6,-5 4 12,15-2-29,-25 7 12,5 0-1,-19 4-11,-10 3-22,-2 1-275,-5 1-1041,-6 5-8504,-6 4 9234,1 0 1,1-2 0,7-6-1</inkml:trace>
  <inkml:trace contextRef="#ctx0" brushRef="#br1" timeOffset="361929">8710 8114 22744,'0'0'135,"0"17"-284,4 13 1,0 6-659,0 2 0,0 2-2338,1 1 1,-1-1 3144,0-3 0,-1-4 0,2 10 0,-4-21 0</inkml:trace>
  <inkml:trace contextRef="#ctx0" brushRef="#br1" timeOffset="362188">8663 8408 16185,'2'-47'1506,"-1"0"1,1 0 0,-1-5 0,2 5-1129,2 4 0,4 6 109,8-4-151,12-6-106,9 11-79,12 10-72,10 12-40,-7 19 0,3 6-39,-11 2 0,1 5-13,-6-2 0,2 4 0,-6 4-41,3 17 1,-9 5-512,-13-5 1,-7 1 547,-4-1 1,-11 0-54,-19 0 0,-11-3-328,-3-7 1,-6-3-1998,6-3 1,-3 0 0,1-2 2394,-18 6 0,4-4 0,16-7 0,4-4 0,-6 1 0</inkml:trace>
  <inkml:trace contextRef="#ctx0" brushRef="#br1" timeOffset="366462">14073 15533 17776,'-4'0'4643,"1"0"-3467,3 0-823,10-62-50,8 33-183,-4-11 0,4 1 76,21 9-84,5 5-50,1 6-51,-9 9 56,13 11-50,-20 11-62,9 13 1,-21 9 38,-9-3-72,-22 21 55,-3-14 40,-16 14 17,2-16 50,-1-8 28,1-9 117,5-7-66,8-7 459,-1-15-510,13 5 45,-2-14-96,7 11 51,5-13-67,4 8 11,9-5-62,9 10 23,12 10 17,14 11-51,-21-3 0,1 2 0,21 11-19,-20-4 0,-5 3-37,-8 10 39,-5 7-75,-34-11 0,-11-2-73,3-6 0,-4-1-197,-15 9 1,-2 0-767,6-8 0,0-3-715,3-3 1,1-3 1859,5-4 0,3-3 0,-4-1 0,13-4 0</inkml:trace>
  <inkml:trace contextRef="#ctx0" brushRef="#br1" timeOffset="366804">14383 15130 23590,'-58'-17'289,"1"-1"0,1 6 1,4 13-162,12 25 1,3 13-950,3-3 0,-1 4 0,2 4 856,6-6 0,2 3 0,1 1 0,0 0-366,-1 3 0,1 0 0,2 1 0,1 1 333,2 1 1,2 1 0,2 0 0,3-2-20,0 6 0,5-3 1,3-1-79,5-5 0,3-1 0,2-3 53,2 5 0,9-6-427,30-5 1,11-12 389,-9-16 1,4-8 61,0 0 1,3-3-1,-1-5 43,-3-5 0,-3-4 0,1-2 54,0-4 0,-1-3 1,-2 1-25,-10 4 0,-2 0 0,0-3 170,7-13 0,-1-6 0,-5 2-16,-4-6 0,-4-2-130,-3 4 1,-1-5-1,-4 2-27,-2-12 0,-12 1 457,-12 0 0,-16 5-858,-7 27 1,-8 5-1,-4 3-2929,-5 1 0,-3 5 0,-1 3 2560,1 6 1,0 4-1,3 1 1,-3 1-1,9 2 1,14-1-1</inkml:trace>
  <inkml:trace contextRef="#ctx0" brushRef="#br1" timeOffset="369131">7573 9401 7591,'-52'6'865,"0"0"0,0 0 1,1 0-1,-10 2 0,3 0 1,6-1-665,10 1 1,7-1-90,-3 4 1483,52 0-1119,39-5-264,-2-3 1,5-1-1472,-6-2 1,5-1 1444,-3-1 0,7-1 0,3-1 1,-3 1-17,-9 0 1,-1-1 0,0 0 0,4 1-36,6-2 1,3 1 0,3 0-1,0-1 1,-2 0-24,-5 0 0,0 1 0,-1-1 0,0 0 0,1 0-19,2 0 0,0-1 0,0 1 0,0-1 0,0 1-22,1-2 1,0 1 0,0-1 0,0 0-1,0 0-24,-1-1 0,1 1 0,-1-1 0,0 0 1,0 0-25,-1-1 1,0 1-1,0-1 1,-1 1-1,0-1-291,-3 1 0,1 0 1,0-1-1,-3 1 0,-1 0 273,0 0 1,-2 0 0,-1 1 0,2 0-123,10-1 1,2 0 0,-2 1 0,-5 1-2586,8 1 1,-4 1 2701,-9 1 0,0 0 0,-8 1 0,8 3 0,-35 2 0</inkml:trace>
  <inkml:trace contextRef="#ctx0" brushRef="#br1" timeOffset="370644">15772 15766 20699,'-1'-52'1139,"-1"0"0,1 6 0,-1 9-831,2 22-257,-1 8 21,1 21-32,5 12-24,4 23-10,-3-18 0,0 2-270,0 5 0,1 1 247,0 3 0,0 0 9,1 0 0,0-2 13,2-4 1,0-3 147,12 17 104,3-26-117,-7-20 118,7-25 17,-2-15-152,-7 9 1,0-2-29,2-4 0,0-1-266,0-2 1,0-1 223,0 0 0,-1 1-19,8-20-1,-8 22 1,0 2 394,1-2-467,7-5-219,-13 26-437,-2 16 29,-1 5-3804,7 28 4593,0 2 1,-3-6 0,-4-7 0</inkml:trace>
  <inkml:trace contextRef="#ctx0" brushRef="#br1" timeOffset="371411">16492 15825 15529,'3'0'6610,"0"0"-4118,-3 0-2452,-11-9 66,14 7 17,1-7-44,24 5-35,14-4-21,-4-3 91,2-6 1,-1-3 149,-6-3-116,-3 1 1,-5 0 92,-17-2-73,-13 3-84,-8 7-56,-3 7 39,-20 5-28,10 9-5,-14 6-34,10 6 17,10 0-12,-3 24-27,15-21 11,-3 28-1,12-21 7,7 7-29,9-3 17,11-3 57,9-8-35,3-9 1,-1-12 5,-3-12-22,-6-9 39,-1-8 22,-4-5 1,-2-3 21,-3-1 24,0 4-46,-5 9 84,4 1-83,-5 13-29,10-1-27,2 11 21,9 17 1,-5 18-11,-5 8 5,-14 11 17,-3 1-28,-4-17-45,11 8 12,1-26 61,8-4 16,5-15-21,7-18-12,5-16-11,-17 10 0,-1-3-358,0-6 1,-2-2 390,1-5 1,-2-4-12,-3-4 1,-1-3 10,-2-2 1,-2 0 27,-2 1 1,-3 3-17,-1 11 0,-3 2 120,-1-2 0,-3 3 31,-4 3-89,-1-4-91,0 27 1,0 15 17,-3 16-29,-2 21-11,5-13 1,2 3-137,0 6 1,1 2 87,2 5 1,3 0-112,1 1 0,2 0-177,1-1 1,1 0-214,1-2 1,0-1-454,0-4 1,-2-2-2113,1 25-6122,-8-21 9242,-7-22 0,1-13 0,1-7 0</inkml:trace>
  <inkml:trace contextRef="#ctx0" brushRef="#br1" timeOffset="371928">17309 15736 24307,'-14'-42'-101,"17"11"-196,48 33 78,-19-1 1,1 0-333,4 0 1,0-2 399,0 0 0,-1-2 70,-3 0 0,0-1 47,21-9 359,-15 0-101,-14 0 262,-13 3-78,-7 4-234,-6 2 319,-9 3 217,-5 6-363,-11 4-3431,-3 11 3130,10-5 15,4 9 1,15-10 61,22 5-67,9-8-45,9-2 28,9-7-5,-7-9 5,9-3 96,-10-11 72,-10-5 67,-13-7 124,-9-13-269,-6 15 3487,-9-8-3404,-13 21-150,2 4 22,-17 6-28,5 13-6,-9 8-38,1 10 4,-2 19-16,15-12-11,0 19-95,17-4-208,10 4-61,5-3-1143,19-2-1989,5-13 3507,21 4 0,-24-16 0,1-9 0</inkml:trace>
  <inkml:trace contextRef="#ctx0" brushRef="#br1" timeOffset="372262">18496 15572 25836,'-8'22'241,"3"-11"-253,-16 19 1,-5 5-173,-15 10-267,9-12 0,-3 3 196,-4 1 0,1-3 213,11-10 0,2-3 140,-3 3 0,3-7 20,4-15 141,6-17 83,2-31-230,7 7 14,6 5 0,4-2 134,8 3 1,2 2-121,5-15-28,0 18 0,2 6-17,4 14-50,0 1 300,7 16-334,-3 9-39,11 17-582,-14-8 0,0 3-2918,-2-3 0,-1 1 3528,3 2 0,-2-2 0,2 1 0,-11-13 0</inkml:trace>
  <inkml:trace contextRef="#ctx0" brushRef="#br1" timeOffset="372629">19240 15679 24928,'18'-35'-751,"-1"0"1,6 3 0,6 8-3048,11 18 0,5 8 2666,-4-3 0,-3 0 0,14 1 0,-23 0 0</inkml:trace>
  <inkml:trace contextRef="#ctx0" brushRef="#br1" timeOffset="372805">19298 15847 25713,'34'-17'-212,"0"0"1,6 3-1,6 2 1,-7 2-1,6 4 1,-2 0-1,-1 1 1</inkml:trace>
  <inkml:trace contextRef="#ctx0" brushRef="#br1" timeOffset="373028">20439 15485 24749,'-43'9'435,"0"1"1,0 0-1,-20 5 1,5 3-324,16 0 0,4 3-603,5 0 0,2 1 519,-8 15 127,18 9-105,31 6-72,16-1-96,-1-22 0,4-3-408,5-7 0,2-4-2325,4-2 0,0-4 2285,-4-2 0,-3-2 0,10-1 0,-20-4 1</inkml:trace>
  <inkml:trace contextRef="#ctx0" brushRef="#br1" timeOffset="374894">12747 355 32767,'-60'7'0,"-1"-1"0,10 0 0,4 5 0,11 9 0,5 3 0,-5 10 0,18-3 0,2 3 0,2 20 0,5-13 0,2 2 0,4-6 0,3-1 0,2-1 0,5-2 0,16 26-967,9-32 0,5-5-1146,20 4-284,1-17 0,6-7 2354,-21-6 1,1-4-1,-4 2 1,3 1-1,-2 1 1,2-6 0,1 1-1</inkml:trace>
  <inkml:trace contextRef="#ctx0" brushRef="#br1" timeOffset="376380">15080 16787 9974,'-3'-8'9499,"1"2"-8110,-18-54-650,15 42-616,-6-15 0,2 6-89,9 24 78,4 12-11,4 8-22,7 18-45,4 11-29,3 11-312,-4-8 315,-7-18 1,-1-1 24,8 17-59,-5-18 1,1-1 154,8 7 274,2-11 168,-9-25-330,-4-7 313,8-30-397,-8 13 28,2-9 0,1-2-23,4-10-112,-4 12 1,1 0 287,4-7-316,-2 12 1,2 3-3395,5 2 3216,8-8-8020,21 28 8176,-21 7 0,11 0 0,-27 0 0</inkml:trace>
  <inkml:trace contextRef="#ctx0" brushRef="#br1" timeOffset="376604">16051 16750 17770,'-4'-3'5047,"1"1"-4577,3 2-1142,21-42-1596,18 30-2104,-6-10 0,2 1 3521,0 18 1,-2 4 0,12-2 0,-20 1 0</inkml:trace>
  <inkml:trace contextRef="#ctx0" brushRef="#br1" timeOffset="376780">16058 17041 23424,'47'-21'-1319,"1"0"0,-1 0 0,10-6 0,-1 5 1319,-2 9 0,-7 4 0,-11 2 0,17-3 0</inkml:trace>
  <inkml:trace contextRef="#ctx0" brushRef="#br1" timeOffset="377337">17538 16538 23310,'-62'-12'15,"-1"0"0,15 7 1,-2 2-1,6 4-9,11 5 0,2 3-299,-14 3 1,-1 0 297,12-2 1,2-1 16,-21 4 216,16-5-227,14-5 90,11-2-101,7 0 17,4 3 27,1 5 321,0 7-265,0 9 24,0 10-12,0 10-34,2 8-39,0 7-1730,1-20 1,2-1 1685,2 17-9,2-16 0,3-2-14,14 12-266,1-14 0,3-1-82,-9-11 1,2-1-1866,15 6 0,2-3 2241,-5-13 0,-3-2 0,13 9 0,-2-10 0</inkml:trace>
  <inkml:trace contextRef="#ctx0" brushRef="#br1" timeOffset="377853">18518 16716 23954,'-19'31'313,"4"7"-251,12 9 0,-3 11-504,1-27 1,-2 1 458,-2 2 0,-2-1 8,-2 0 0,-1 0-20,0-3 1,0-2 315,-13 18-265,9-16 368,8-15-144,6-13-264,5-9 102,9-24-34,3-3-16,7-25-104,-8 25 1,-1-2 55,1-7 0,0-2-426,3-5 0,0-1 442,0-2 1,2 2 16,0 3 0,0 3 17,0 7 0,0 4 20,15-15-34,-4 19-28,0 16-17,1 12 546,5 17-562,2 15 10,0 19 81,-18-19 0,-1 2-98,-1 5 1,-3 1-42,0 2 0,-2 1-104,-2 1 0,-2 1-177,-1 0 1,-1-1-440,-2-1 1,0-2-763,-1-4 0,-2-2-7147,-3 18 8682,-5-18 0,1-18 0,1-9 0</inkml:trace>
  <inkml:trace contextRef="#ctx0" brushRef="#br1" timeOffset="378029">18534 16976 21215,'46'-38'-648,"1"1"0,6 1 1,0 10-1818,-17 20 0,1 5 2188,14-2 1,-2 0 0,7-1 0,-10 3 0</inkml:trace>
  <inkml:trace contextRef="#ctx0" brushRef="#br1" timeOffset="378186">19314 16789 22571,'-23'52'24,"0"1"0,4-3 0,3-4-393,8 6-2258,3 4 1445,0 2 1,3-25 0,-2-4-1</inkml:trace>
  <inkml:trace contextRef="#ctx0" brushRef="#br1" timeOffset="378869">19760 16827 18285,'0'-4'4958,"0"2"-3872,0 2-963,31-7-39,-17 15-22,25 4-6,-31 12-34,-2 0 40,-7-2 5,-5-9 84,-8 3-22,-3-7-28,-5-5-3381,3-11 3341,4 0 41,-1-15 71,5-14-100,3-11-54,6 15 1,3-1 3,4-15 16,15-11 6,2 15 11,8-2 22,8 10-16,-3 17-34,-2 8 5,6 9-5,-4 11-28,19 14-16,-11 10 4,-20-10 1,-3 1-22,0 22 5,-8-9-12,-21 7 3388,-17-5-3354,-8-4 6,-11-5-11,15-19 11,-7-6 28,19-6 78,-12-10-22,20-6-28,0-10-22,14 1-1,2 6 7,13-1-12,10 7-23,5 3-16,10 7 17,-2 15-6,-7 3-12,14 19 6,-24-12 1,-1 1-6,15 15 19,-17-6 1,-8 1-54,-19 4-84,-14 14 45,-9-20-177,1-10 1,-3-2-894,-14 1-496,14-6 1,-1-3 1649,-16-6 0,23-3 0,5-5 0</inkml:trace>
  <inkml:trace contextRef="#ctx0" brushRef="#br1" timeOffset="379088">20721 16847 19316,'7'0'3798,"-1"0"-3188,-6 0 208,0 0-745,-1 54-185,-3-28-350,2 9 0,-2-1-4345,-5-8 3959,2-5 0,2-9 0,3-6 0</inkml:trace>
  <inkml:trace contextRef="#ctx0" brushRef="#br1" timeOffset="379353">21315 16651 21080,'1'-5'3635,"-1"2"-2772,0 3-566,-88-13-112,32 24-517,-6-8 0,-1 4 363,28 11 0,7 6-6,2-1 0,3 2 20,-6 29 143,14-11-177,26-5 0,6-1-16,7-4-315,10 2 1,6-3 97,-7-17 1,1-4-558,12 2 1,0-1-239,-8-4 1,0-3 1016,16-5 0,-5-2 0,-13 1 0,18-4 0</inkml:trace>
  <inkml:trace contextRef="#ctx0" brushRef="#br1" timeOffset="379954">21820 16469 18240,'1'-5'4280,"0"2"-3373,-1 3-610,66-65-157,-32 45-126,6-15 0,0 4 53,-1 27 6,-8 3 28,14 8-45,-12 2-22,-1 9-1,-17-3 29,-6 4 67,-5 17-17,-2 3 22,0 22-89,-1-14 27,2-8 1,2 1-33,9 22-32,-5-25 0,0-1-392,12 20 364,2-8 1,-1 1-71,-2 9 23,-4-6 0,-7-4-28,-22-12-353,-38-2-308,18-22 0,-4-3-3059,-14 2 1,-1-1-802,10-4 1,1-1 4615,1-2 0,5-1 0,10-1 0,10-1 0</inkml:trace>
  <inkml:trace contextRef="#ctx0" brushRef="#br1" timeOffset="393228">15281 17727 20772,'-10'-40'812,"1"1"0,0 1 1,-3 11-567,-2 25-128,-14 19-118,3 15 19,8-4 1,1 5-20,2 5 0,0 2-59,-1 9 1,1 0-499,2-7 1,1 2 365,-2 7 1,0 5-1,1-3-702,2-10 1,2-2 0,-1 2 292,-4 17 1,0 4 0,1-3 3,3-14 1,1-3-1,0-1-89,-3 12 1,1-4 880,0-13 0,1-4 196,-5 6 291,-11-33-464,10-43-29,5 4 1,4-5-207,6-10 1,6-1 135,4-3 1,5 0-23,5 1 0,3 2-42,5 1 0,1 2 503,-5 10 0,1 3-526,15-10 1,2 4-28,-13 16 0,1 1 5,11-6 0,2 1-6,-10 11 1,-1 3 440,28-7-430,-4 4-27,-6 4 0,-9 3-62,-12 3 1187,-12 4-1041,-10 8 681,-11 10-597,-6 12-84,-1-1 106,-9 22 123,11-16-268,-1 12 66,17-20 96,9-12 45,12-13 50,9-13-95,-6-4 623,13-21-198,-21 6-16,7-17-62,-19 9-106,-9 3-106,-11 7-157,-7 9-96,-9 9-39,-4 5-39,6 3 23,-8 7-68,13 3-123,-4 8-656,12 4-301,4-2 1125,20 13 0,-10-20 0,11 7 0</inkml:trace>
  <inkml:trace contextRef="#ctx0" brushRef="#br1" timeOffset="393546">16027 17773 25461,'43'40'-40,"-20"-17"1,-3 2-28,-2 17-79,-3 15-11,-15 2 79,-13-6 100,-10-16 90,0-18 34,2-20-62,7-8 168,5-23-140,12 3-28,7-15-22,16 4-40,12 1-111,12 3-385,-21 20 1,2 2-1272,0 2 0,1 2 1745,2 1 0,-2 3 0,3-1 0,-6 3 0</inkml:trace>
  <inkml:trace contextRef="#ctx0" brushRef="#br1" timeOffset="394247">16961 17742 23920,'3'-46'612,"0"0"1,1 3 0,-3 15-563,-2 26-5,-3 18 39,-5 21-59,2-8 0,-2 5-28,-2 7 1,-3 5-41,1-2 0,-2 3 0,0-3-177,-1 4 0,1 1 108,0 10 0,1 7 0,7-10-746,11-16 1,6-3-280,4 22 1,11-7-2662,15-31 0,6-11 3798,-1-2 0,-2-4 0,19-3 0,-25-3 0</inkml:trace>
  <inkml:trace contextRef="#ctx0" brushRef="#br1" timeOffset="394780">17673 17994 15538,'8'-45'649,"0"0"1,0 2 0,-3 10 2156,-2 23-2722,-2 3 1353,1 7-1420,3 17 798,-1 8-827,2 6 3382,-3 14-3398,-7-1-17,-6 17 8,-1-24 1,-2 0 48,-9 18-1,-1-7 90,10-30-23,9-14 107,0-13-96,12-22 12,7-10-34,5-5 107,14-5-1674,-13 25 0,2 2 1612,13-18-43,-11 17 0,1 2 93,9 0-128,-7 5-17,4 7-40,-13 13-5,13 17-67,0 8-308,6 17-1042,-4 4 3058,-6-8-5802,-9-13 0,1-2 4189,11 9 0,-6-5 0,-9-14 0</inkml:trace>
  <inkml:trace contextRef="#ctx0" brushRef="#br1" timeOffset="395303">19242 17942 25264,'2'-62'471,"-5"15"-460,-9 52 17,-8 10 6,-7 15-56,0 7-12,-2 11-11,16-4 28,5-11-33,23 7 28,10-20 27,19 3-5,7-20 73,-2-13 73,-7-11-68,-13-3 269,-7-23-246,-14 21 53,-5-6 0,-3-2-3,-9-4-20,-10 7 1,-6 5-70,-11 12-84,-13 2-113,20 42-10,20-12-1900,3 29-4828,17-12 6873,6 9 0,-3-20 0,-4-12 0</inkml:trace>
  <inkml:trace contextRef="#ctx0" brushRef="#br1" timeOffset="395663">19984 17815 26704,'-56'-6'39,"18"-2"-87,17 41 1,4 15 10,7-11 1,2 2-1306,-2 15 1,1 5 1169,2-15 0,2 2 1,0 0-596,0 1 0,0 0 1,1 0-181,0 0 0,0-1 1,0-1-841,1-2 0,-1-1 1,1 0-1264,-3 16 0,-1-1 2148,0-1 0,-3-3 2145,-1-4 0,-2-4 367,0-11 1,-3-5 1834,-16 0-2062,6-27 2228,-6-51-2885,24-2 0,4-7-418,-2 9 1,2-2-138,6 1 1,4-3 0,4 4-41,5 4 1,4 3-54,6-7 1,3 0-54,3 9 0,2 3-193,3 1 0,1 4-168,-7 8 0,1 1-4580,19-7 1,-1 4 3742,-4 3 0,-13 6 1,-4 4-1,-17 8 1</inkml:trace>
  <inkml:trace contextRef="#ctx0" brushRef="#br1" timeOffset="398912">21056 17742 22459,'17'-43'554,"-13"12"-509,-27 40 16,-14 7 7,-8 2-32,11-5 0,0-1-47,-15 4 19,12-5 1,0-2 36,-11 1 0,-7 0 16,13-2 124,14-3-112,14-2 44,7-1-61,7-2 0,0 2 17,4 9-39,-1-2 106,8 26-62,-6-12 40,2 30-12,-5-5-53,-2-16 1,-1 3-327,0 10 1,0-1 260,-1 17 1,3-22 0,3-2-81,14 1 70,16 0 2,0-24 1,4-5-309,-1-5 0,1-3-659,2-2 1,1-4 986,10-8 0,-6-1 0,-10 3 0,17-8 0</inkml:trace>
  <inkml:trace contextRef="#ctx0" brushRef="#br1" timeOffset="399463">21635 17964 20890,'0'-5'3635,"0"2"-2565,0 3-952,7-39-73,-5 32 27,8-14-60,-8 38 27,0 23-39,-2 0-20,-4-7 1,-2 2-4,0-3 1,0-1-4,-4 6 1,-1-2 25,-11 19 180,5-19 4,4-15-83,7-23-17,8-15-50,6-19-12,2 0 3,-1 7 1,1-1 24,10-28-391,-3 12 1,2-2 390,-2 7 1,0 1 41,5-6 1,0 3-4,8-9-8,-9 25 1,1 3 30,23-8-313,-10 14 0,4 4 218,-6 5 0,0 4-15,6 5 1,-2 5-14,7 9-22,2 23 16,-19 4-14,-13-6 0,-4 4-1619,-7 3 1,-5 1 1498,1-5 0,-3-1-898,-5-1 1,-1-1-358,-11 24-319,8-19 0,0 1-11,1-2 0,0 0-2174,2 2 1,1-3 3909,3 3 0,4-19 0,2-12 0</inkml:trace>
  <inkml:trace contextRef="#ctx0" brushRef="#br1" timeOffset="399662">21785 18087 12304,'-3'-2'8088,"1"0"-6644,2 2-1657,70-48-4703,-35 39 1,2 1 3877,11-18 1,-1 1 0,11 20 0,-48 4 0</inkml:trace>
  <inkml:trace contextRef="#ctx0" brushRef="#br1" timeOffset="399862">22743 17916 23847,'-23'51'61,"1"0"1,2-8 0,4-4-241,4 7-2056,1-5 2235,-5 11 0,7-23 0,1-5 0</inkml:trace>
  <inkml:trace contextRef="#ctx0" brushRef="#br1" timeOffset="400136">23223 17727 25040,'2'36'-14,"0"0"0,1 21-224,-6-22 0,-2-2-456,-2 5-4222,-7 7 1,-2 2 3792,-2-2 0,-4 7 0,13-33 1</inkml:trace>
  <inkml:trace contextRef="#ctx0" brushRef="#br1" timeOffset="400413">23108 18034 18229,'4'-48'1091,"0"-1"0,0 1 0,1-1 1,1-1-1,1 9-279,12-11-314,5-5-352,-2 22 146,23 9-259,-21 19 7,32 9-7,-30 8-14,2 10 1,0 4-36,10 20-2826,-11-10 1,-1 3 2790,-7-2 1,-3 0-12,6 21 457,-17-12 0,-8-1-698,-22 14 140,2-24 1,-6 3 0,0-6 16,-7-2 1,-3-5-177,-12 6 0,-1-6-466,18-14 1,3-5-5486,-21-6 6273,17-7 0,17 0 0,11 1 0</inkml:trace>
  <inkml:trace contextRef="#ctx0" brushRef="#br1" timeOffset="400636">23896 18004 19736,'-4'7'3165,"0"-1"-2370,4-6-644,0 0-5819,-28 66 5668,19-41 0,-6 11 0,2-4 0,10-24 0</inkml:trace>
  <inkml:trace contextRef="#ctx0" brushRef="#br1" timeOffset="401096">24583 17676 21332,'0'-5'2935,"0"2"-2380,0 3-516,-14-38-67,-3 26 22,-17-27 40,-4 35-34,-8 2 11,-1 3 12,1 4-23,7 2 0,9 3-12,7 2 7,8 2-1,7 4-5,5 4 0,2 12 28,1-10 27,0 17-16,0-11-22,-1 1 22,-4 19-39,1-12 5,-2 16-39,5-10 40,9-7 27,21-5-22,-2-15 6,27-4-180,-5-13-182,-18-3 1,2-1-718,-1-1 0,-1-1-7501,23-10 8574,-17 2 0,-17 5 0,-13 4 0</inkml:trace>
  <inkml:trace contextRef="#ctx0" brushRef="#br1" timeOffset="401279">24203 17900 22021,'57'-18'-659,"0"0"0,-3 1 0,-1 4 659,-12 9 0,-4 2 0,6 0 0,-6-1 0</inkml:trace>
  <inkml:trace contextRef="#ctx0" brushRef="#br1" timeOffset="401679">24973 17589 24379,'33'-25'216,"0"1"0,13-14-121,-1 23-17,-18 8-22,4 0 17,-4 5-56,-9 5 11,-1 6 50,-8 4-50,-3 2 79,-1 23-84,-5-14-7,2 15 1,2 4 45,7 7-40,-5-15 1,2 0 13,9 1 0,2-3-47,1 3-20,-1-4 1,-4 2-380,-18 19-60,-5-9-824,-17-14 0,-9-3 1294,-9-4 0,-1-5 0,14-3 0,2-2 0,-4-1 0,1 0 0</inkml:trace>
  <inkml:trace contextRef="#ctx0" brushRef="#br1" timeOffset="402829">25547 17411 23729,'-37'-37'582,"-1"0"1,0 2 0,17 11-443,33 28 34,19 12-76,-4-1 0,4 5 56,19 15 0,2 4-821,-14-11 0,0 3 678,-2 1 0,3 5 0,-6 0-534,-3 8 0,-5 2 467,-6-7 0,-1 2 0,-6 2-275,-6 1 1,-4 1 0,-6 1-2432,-9 2 1,-6-1 0,-3-1 2389,-3-3 0,-3-3 0,0-3 0,-5 4 0,2-7 0,-14 7 1</inkml:trace>
  <inkml:trace contextRef="#ctx0" brushRef="#br1" timeOffset="408195">23229 1319 16936,'0'-54'476,"0"11"-404,-1 48 147,-2 8-62,-6 11-23,-8 26-89,4-13-9,1-7 1,1 0 30,-3 14-6,-4 12-33,6-12 0,1 11 6,4-5-284,4-8 0,1 2 286,0-3 1,1 1-528,0 12 0,1 0 527,1-4 1,1 0-1,0 4 1,0-1-29,0-9 1,1 0 7,1 12 1,1 1-3,-2-9 0,2 3 8,0 0 1,1 5 0,0-1-8,0-7 0,-1 0 0,2 1-8,0 8 1,1 1 0,0-1-434,0-7 1,0-1 0,0-1 449,1 2 0,-1 0 1,2 1-7,-1 1 1,1 0 0,1 1-3,0 0 1,0 1 0,1-1-4,0 1 0,1 1 0,0-1-8,1 1 1,0-1 0,1 1-797,0-1 0,0 1 0,0 0 798,1 0 1,-1 0 0,1 1-5,0 0 1,0 0 0,-1 1-267,1 0 0,-1 0 0,0 0 274,0 1 0,0 1 1,-2-3-7,-1-10 1,-2-2-1,1 2 10,0 8 0,1 3 0,0 0-6,-1 3 1,0 1-1,0 0-7,-3-15 1,1 1 0,0 0 0,-1 2 5,2 4 1,0 3-1,0-1 1,0-3 2,2 7 0,0-3 1,1-1-112,1 1 0,1 0 0,0-3 103,-3-10 1,0-2 0,2 2 4,1 1 1,2 3-1,0 0 1,0-3-6,-2-1 1,0-3 0,0 4 4,1 0 1,1 3-1,0 1 1,-1-2 2,0 6 0,0-2 0,-2 0 0,0 1 1,-1 1-1,-2 0 2,0 0 0,-1 0 0,-1 0-2,-1 0 0,-1 0 1,-1 0 8,-1-1 1,-2 0-1,1 0 2,-2 0 1,0 0 0,-1-1-12,1 0 0,-2 1 0,0-1 4,-1 0 0,0 1 0,-1-3-7,1 9 1,-2 1 13,-2-4 1,-3 3-1,0-2 14,-2 2 1,-1 0-8,-1-3 1,-2 4 0,0-2-2,0-10 0,0-1 0,-2 0 2,-2 1 0,0 0 0,-1-2-2,-3 8 0,-3 0 5,-1-2 1,-3 2 0,2-3-9,-3 1 0,0 0 2,2-3 0,-2 3 0,2-3 1,-4 9 0,2-3-14,2-1 0,2 0 5,3-2 1,0 1-16,7-11 0,1 2 0,1-4 355,0 3 0,0-1-354,-4 15 1,1 0-6,7-19 0,0-1 0,-3 9 0,1 1-3,1 1 1,1-2-10,2-10 1,1 1 17,-1 17 0,2 1 2,3-16 0,1 1-2,-2 17 0,2 2-12,2-11 0,2 0-8,2 2 0,0-2 14,0-10 0,1 0-3,4 8 1,3 1-1,2 3 0,2 1 11,0 3 1,2 3-7,-1-5 0,2 4 0,-2-5-5,-1-2 0,0-2 5,-1-2 0,2 3 0,-2-4-2,2 1 0,1-2 5,4 12 1,0 0-6,-4-14 0,0 1-13,1-3 0,0 2 0,1-2-7,1 3 0,2-1 22,-2-1 0,2 2 0,-1-2 211,8 10 1,-1-1-206,0 1 1,2 0-1,-1 0 0,2 1 6,0 0 0,0-1 0,-7-11 0,1 1 6,-1-2 1,1 2 0,-1-2 7,0 2 0,1 0-6,-1-2 1,1 2-1,0-1 34,6 9 0,-1-3-25,1 0 0,0-1-12,0 1 1,1-2 8,1 1 0,-1-2-3,1 0 0,0-1 3,0-1 0,0 1 6,-2-3 0,1 1-4,-1 0 1,-1 0-3,-1-1 0,-2 1 254,0 1 0,-3 1-252,-2-1 1,-1 3 16,0 9 1,-3 0-31,-7-15 0,-1 0 14,3 16 0,-3-1 35,-6-14 1,-1-1-36,1 8 0,0 2 8,-1-1 0,0 0 0,0 0 1,0 0-12,0 0 0,0 1-3,1 0 1,1 1 4,0 2 1,1 0-9,0 0 0,0 0 20,1 0 0,-1 1 0,0-3 0,0 0 81,-1-2 1,0-1-96,0-4 0,2-1 0,0-4 0,2-2 6,13 26-6,7-9 50,4-5 6,4-3-44,2 0-24,1 2 29,-1 4 17,-3 4-1,-4 2-10,-3 2-6,-5 0 16,-2 2-10,-4-2-18,-2 1 23,-1-2 2655,-1-1-2660,1 3-26,-7-26 0,0 1-56,0 3 0,0 1 59,0 4 0,1 2-3,-1 3 1,0-1-18,-2-8 0,0 2 28,2 20 1,-1 1-15,-2-16 1,0-1 2,2 19 0,1 0 0,-1-12 1,1-1-7,1-2 1,2 0 2,0-1 1,1-1-21,1 2 1,1-2 0,-3-9 0,0 1-3,5 17 0,1 0 3,-7-16 0,0-1 19,3 16 0,0 2 6,-3 6 0,-3-3-8,-2-21 0,-1 0-15,-1 6 1,-1 4-1,0-3 1,-2-7 0,0 0-6,-1 6 0,0 5 0,0-3-6,0-3 0,-2 0-18,0 10 0,0 4 0,-1-5 15,0-12 1,-1-1-4,-1 11 1,-1 6 0,1-3-21,-3 7 0,-1 0 0,2-9 1,-1 2-1,0 0 15,1-3 0,-1 0 1,1-2-1,-3 17 0,1-3-45,1-6 1,0-3-74,1-4 1,0-1-665,0 0 1,1-1 298,0 1 0,0-4 0,0 6 10</inkml:trace>
  <inkml:trace contextRef="#ctx0" brushRef="#br1" timeOffset="412023">21751 18512 14706,'-47'16'832,"1"1"1,4-3 0,12-3-704,25-8 73,13-3-73,14-2-40,15-3-22,14-4-39,-5 2 0,1-1-25,-10 1 0,0 1-1705,17-3 1,-3 1 1695,-3 0 6,3 1 34,-36 5-29,-3 0-16,-20 6 45,-22 6-1,2 0-27,-14 3-56,-19 2-1082,25-7 1,-2-1 1128,2 0 0,-2 1 11,-9 0 1,4-1 2276,8-1-2223,-20 4-12,34-5-55,2 0-12,11-1 56,13-2 3415,11-1-3421,5-2 18,21-6 27,8-5-45,-15 2 1,5-1-173,13-3 0,4-1 116,2-1 1,-1 1-1622,-8 2 1,-2 1 1654,-7 2 1,-5 1 27,-2 2 0,-19 3-73,-18 5-38,-32 9 44,-9 2 5,8-1 1,-3 1-15,3-1 1,-2 1 41,-21 5 1,-1 0-194,12-4 1,1 0 335,3-2 1,4-1 529,-4-2 2584,31-6-2708,15-6-335,17-4-130,19-7-1848,-5 5 1,3 0 1758,21-6 0,-6 3 0,-28 9 0</inkml:trace>
  <inkml:trace contextRef="#ctx0" brushRef="#br1" timeOffset="419845">23266 18520 8427,'-6'2'6649,"2"-1"-3949,4-1-2017,-60 12 337,40-8-732,-14 3 1,5-2-49,23-4-77,8-1-18,11-1-27,27-5-79,-4 1 0,-1 0 0,3-2 1,24-3-57,-15 2 0,-1 1-11,15-3 59,-23 4 0,-5 1 64,-16 2-78,-6 0 22,-19 3 45,-21 4-23,-8 1-27,-5 2 0,-5 1-9,2-1 0,-1-1-1716,-6 2 1,2 0 1718,9-2 0,5-1 112,-8 4-45,13-2-72,16-3 55,13-1 146,38-9-95,23-5-126,-27 5 0,1-1-281,19-4 0,-1-1 289,-3 3 1426,-1 0 1,-2 0-1348,-11 5 0,2-2-57,-31 5 40,-32 6-51,-8 3-22,-27 5 3,30-6 0,0 1 217,-1-1 1,1 0-226,-17 2 328,2 0-149,32-6-12,1-2 29,26-7-91,2-1 130,32-14 386,-5 4-580,-2 2 1,0 1-906,11-4 875,5-1-336,1 6-745,-10 4-516,10 1 834,-12 5 0,-29 3 1,4 0-1</inkml:trace>
  <inkml:trace contextRef="#ctx0" brushRef="#br1" timeOffset="430562">8922 7089 21959,'11'-47'-39,"-4"20"56,-10 59-79,-4 8 1,-2 4-105,2-7 1,0 2-498,-3 16 0,3-1 50,3-14 0,5-3-527,4-2 0,5-2-3240,21 20 3608,17-14 1,-25-21 0,-4-10 0</inkml:trace>
  <inkml:trace contextRef="#ctx0" brushRef="#br1" timeOffset="430854">9011 7310 16401,'-33'-53'1609,"0"-1"0,3 6 1,6 6-916,11 8-68,6 1-514,4 13 56,12-2-101,11 12-50,35 0-17,-10 5-309,7 10 0,0 4 286,0 5 10,-2 2 1,3 4-44,-10 1 0,-2 2 25,-7-5 1,-2 1-40,7 13 0,-10 3-25,-30 10-215,-6 8 198,-19-23 0,-8-3-149,-1-2 0,-5-1-2655,-2 1 0,-3 0 0,3-2 2460,-1 0 1,2-3 0,-2 2 0,7-6 0,22-10 0</inkml:trace>
  <inkml:trace contextRef="#ctx0" brushRef="#br1" timeOffset="505695">9589 6849 21007,'3'-19'667,"-6"8"-561,-10 21 96,-21 12-124,-2-4-39,8-4 1,-2 1-346,-1-2 0,0-1 320,-3 2 0,0-1 14,-2 0 0,1-1-6,-20 6 62,-5 0 106,16-8-27,6-3-12,8-3-11,16-4-39,6 0 156,2-2 348,4 1-566,-1 0 165,3 8-142,0 6 5,0 13 51,-2 8 61,-4 12 39,-8 11-112,3-21 1,-2-1-62,2-5 0,-2 0-170,-11 17 0,0-1 164,10-17 0,1 0-11,-5 9 0,3 0 45,9 4-12,12-16 85,32-8-112,6-13-51,-9-3 0,1-1-281,0-4 0,0 0-72,0-2 1,1-1-558,0-1 0,-1-1-1815,-1-1 1,-2-1 1960,21-8 0,-23 6 0,-15 4 1</inkml:trace>
  <inkml:trace contextRef="#ctx0" brushRef="#br1" timeOffset="506236">9155 7328 18151,'-53'3'832,"0"-1"1,7 0 0,8 1-564,22-1-185,9-1 325,5 0-6,21-1-134,10-4-146,6 0 1,4-1-283,14-4 209,-10 1 1,0-1 28,12-5-40,-21 6 0,-1-1 28,23-7 20,-15 3 204,-14 4 34,-15 4-230,-12 3-106,-13 2 27,-14 2-4,-17 3-12,-12 4 5,25-3 1,-1 1 2,-1 0 1,1 0 7,0 1 1,0-1 253,-24 8-191,9-2 16,14-3-78,16-4 3,8-4 58,11-2 62,9-2 6,15-4-1772,4-1 0,3-2 1665,17-5 3,-7 2 0,-1 0-313,11-3 344,4-1-51,-18 6-56,-18 5-44,-12 5-163,-16 5 2637,-8 6-5135,-12 8 2869,-10 7 1,16-12 0,1-1 0</inkml:trace>
  <inkml:trace contextRef="#ctx0" brushRef="#br1" timeOffset="507104">9179 7072 14992,'-1'-3'4929,"0"1"-2492,1 2-2118,-4-46-39,2 32-73,-5-35-201,2 46-62,1 1-11,0 2 33,3-1-33,0 1 28,4-2 11,12-1 5,15 0 6,-3-1 1,6 3 4,-13 1 12,0 2 12,0 0 21,1 0 1,-6 0-17,-3-2 22,-2 0 39,-5 0 107,0 0 229,-3 0 29,-2 0-398,-3-1 5,-6 0-39,-6 0 6,-10 1 22,-5 4-28,2 0 6,-14 6 28,-6 1-17,1 0 28,-1 0 28,21-7-50,12-1-3326,1-3 3326,9 1 39,-2-1-56,5 0-6,0 0-28,1 2 39,-4 8-16,3-2-6,-8 27 0,8-18 3398,-4 17-3365,3 2 12,-2 2 5,-5 22-709,-6-4 693,1-10 16,-8 8-85,6-9 91,2-2-22,4-8 55,8-6-3124,3-10 3086,0 4 535,0-2-491,0-3 77,0 3-55,0 5-83,0-10 28,0 4 3391,0-11-3313,5-1 95,15-4-162,10-7-67,7-3-152,0-3 1,1-1-281,7 0-4490,12-4 1,0 0 2457,-11 3 0,6-2 1,-55 14-1</inkml:trace>
  <inkml:trace contextRef="#ctx0" brushRef="#br1" timeOffset="510946">7891 8453 13950,'-44'1'1705,"-1"0"1,1 1 0,-15-1-1,25-2-1016,94-11-446,-13 3 1,7-1-1630,0 0 0,5-1 1,2 0 1483,-9 1 0,1 0 0,1 0 0,2 0-22,-6 1 0,2 0 0,0 0 0,0-1 1,-2 1-40,3 0 1,-1 0 0,0-1 0,4 0 6,-4 1 1,5-1 0,2 0 0,-1 0 0,-3 1 0,-5 0-29,8-1 1,-5 1 0,6-1-5,-4 1 0,8-2 0,4 0 0,0 0 1,-3 1-1,-7 0-22,-3 2 0,-4 0 0,-3 1 1,4-1-15,8-1 0,2-1 0,0 1 0,-3 1-183,7-1 0,-2 1 0,-5 2-2027,4 1 0,-2 1 2234,3 0 0,-4 1 0,-23 2 0,-5 1 0,0 0 0</inkml:trace>
  <inkml:trace contextRef="#ctx0" brushRef="#br1" timeOffset="513685">24187 2236 16801,'11'-45'1695,"-1"1"1,1-1 0,2-11 0,0 7-1444,3 5 95,-6 19-257,-5 15-101,2 6 78,-2 31-17,-3 16-236,-4-8 1,-2 1 185,-7 23-1620,-1-21 1,-1 0 1619,-7 20-190,9-23 0,1 0 201,-1 6 113,10-6-12,4-29 403,11-2-274,6-12 146,20-11-253,-10 2 191,18-12-252,-31 18 3218,7-4-3269,-18 12 582,1 1-615,0 7-34,3 11-5,0 6 5,-1 3-162,-1 9-1037,11 13-1439,11-3 1104,0-2-4107,13-22 5686,-6-24 0,-12 4 0,-2-7 0</inkml:trace>
  <inkml:trace contextRef="#ctx0" brushRef="#br1" timeOffset="514019">24907 2100 7957,'3'-53'1966,"-1"1"0,0 0 0,-2 4 0,-2 0 0,-5 4-664,-7-5 0,-9 5-1415,-9 6 1,-5 5 252,4 10 0,-5 5-422,-18 2 0,-7 9 464,11 10 1,-4 6 0,1 3-499,-3 0 1,-1 3 0,-1 4 346,7 1 0,-3 3 0,3 3 0,4-1-22,2 2 0,5 0 1,2 4 6,-6 7 1,3 4 0,5 4-6,9-1 0,6 4 1,2 0-375,2 1 0,1 2 0,4-1 363,2-3 0,4 0 0,8 0-141,15 5 1,11 0 0,1-7 117,-1-9 1,5-3-17,11 7 0,9 1 0,4-7-159,-10-17 1,3-5 0,1-3 0,1 0 215,1 0 0,1 0 1,1-2-1,2-2 7,-5-3 1,3-2 0,-1-1 0,0-3 0,-2-2 27,1-2 0,-2-4 0,-1-2 1,-1-4 236,1-4 1,-1-3-1,-2-4 1,-4-3-207,4-14 0,-6-5 0,-3 1 41,-4 8 1,-4 0 0,-6-4-111,-11-1 1,-5-4-1,-5 0 1,-3 4 0,-11-10 1,-5 2-13,7 10 0,-1-2 0,-5 5-10,-7 5 0,-5 5 1,-4 3-63,-5 4 1,-4 5 0,2 2-17,-10-8 0,-2 4-564,-2 7 1,-5 4-1,7 6-4268,12 6 1,3 3 4326,-8-2 0,4 1 0,10 8 0,23-8 1</inkml:trace>
  <inkml:trace contextRef="#ctx0" brushRef="#br1" timeOffset="514852">26047 2562 24290,'10'32'11,"-2"-5"-14,8 22 0,4 6-371,-7-20 1,0 0 378,6 13 1,0-1-3,-6-16 0,-1-4 251,6 12-86,-8-16 359,-6-14-208,0-15-196,-1-10-38,3-18-23,4-11-29,5-12-30,-5 27 0,0-1-17,3 0 0,0 0-110,17-25-285,2 12-465,0 11-2878,2 15 3752,-1 9 0,-15 6 0,-3 3 0</inkml:trace>
  <inkml:trace contextRef="#ctx0" brushRef="#br1" timeOffset="516288">26742 2777 24150,'-15'-29'459,"2"6"-397,6 20-29,2 1-10,-1 1-12,3 0 0,2 1 1098,0 0-1114,1 3 5,0 2 5,-1 5 1,4 2-12,-1-3 6,6 2 0,-1-5 34,5 0 39,2-2 56,4-4-57,-4-1 85,3-6 11,-6-5-22,1-7 44,-2-16-139,-5 12-7,-1-6 57,-8 18-6,-3 2-55,-4 0-40,-3 5-23,-3 3-5,-3 8 11,-3 7-5,-1 9 0,3 8-1,4 6 18,7 12-23,8-6-40,23 11-4,11-19 38,-7-16 0,4-3 6,3-6 0,0-2 17,13 2 50,14-11 1,-38-4 44,11-10-17,-18-1-17,6-17-27,-8 8 5,5-14 0,-6 14-23,5-5-5,3 3 6,2 4-45,9 3 22,-9 10 6,9 3-29,-10 14 18,6 8-6,0 21-3370,-8 14 3398,-5-6-5,-8 0-137,-2-8 148,6 2-1,8 8-22,13-4 40,-3-17-23,0-8 17,-4-17 11,-2-10 22,13-24-11,-3-11 1068,-11 9 1,-3-2-1100,-4 7 1,-1-1 19,2-14 0,0-1 11,-4 6 1,0-1 21,3-15 1,0 0-46,-6 19 1,0 2 64,0-8 1,-1 5 211,-4 11-215,0-3-61,-2 22-101,-2 9 50,0 4 23,-7 30 11,4-6-6,-2 8 1,2 5 219,2-3 0,0 1-346,1 12 1,0 2-567,4 1 1,4 1-197,9 7 1,3-3 336,-5-18 0,3-3-1308,12 12 0,3-5 1821,-8-18 1,0-3-1,11 13 1,-6-12-1</inkml:trace>
  <inkml:trace contextRef="#ctx0" brushRef="#br1" timeOffset="516832">27704 2919 24435,'46'-8'-77,"1"-1"0,0 1 0,1-4 0,-3 3 49,-7 9 0,-3 2-16,1-4 27,-12-1-4173,16-5 4229,-24 2 1005,5-6-954,-16 6 212,-2-4-195,-4 6 212,-8-1-145,-1 4 3392,-6 0-3521,4 1 39,-6 6-51,6 3-33,-3 9 11,8-3-22,6 12-22,12-7 16,10 6-11,10-8 22,-3-9 29,10-5 89,-1-15 252,7-17-168,-13-4-12,-12-12-38,-22 10-28,-8 5-57,-2 8 62,-14 2-44,6 12-40,-10 0-17,6 10-27,1 8-1,1 11-5,3 14-84,6 13-286,6 10-39,8-7-1000,10-10 0,5-1-345,9 1 1765,19 4 0,1-5 0,-15-18 0,0-5 0,0 0 0</inkml:trace>
  <inkml:trace contextRef="#ctx0" brushRef="#br1" timeOffset="517157">28887 3131 25618,'-2'-46'285,"-9"17"-285,-25 61-33,-1 5-29,8-6-336,3-2 0,-1-1-358,-10 6 613,13-10 1,-2-3-71,-13-3 448,8-26-84,7-2 202,3-27 45,15-4 22,10-13-28,10-1-235,6 15 235,23 0-364,-20 27-34,24-3-16,-14 27 16,0 1-1869,5 14 0,-1 5 1584,0 1-424,2 4 1,-1 1-3551,3 9 4265,-19-20 0,0-2 0,4 8 0,-10-15 0</inkml:trace>
  <inkml:trace contextRef="#ctx0" brushRef="#br1" timeOffset="517374">29514 3074 21170,'-6'-3'3909,"2"1"-3617,4 2-421,0 0-627,83-42-828,-47 37 1,3 2 673,0-9 1,5-3 0,-3 5 909,9 13 0,-6 4 0,-8-2 0,-3 0 0</inkml:trace>
  <inkml:trace contextRef="#ctx0" brushRef="#br1" timeOffset="517550">29623 3233 22386,'-6'1'3512,"0"0"-3176,6-1-784,0 0-578,80-20-484,-48 16 1,2-1 1337,14-3 1,6-2 0,-7 3 0,15 2-1,-4 0 1</inkml:trace>
  <inkml:trace contextRef="#ctx0" brushRef="#br1" timeOffset="517891">30771 3280 24088,'21'-41'831,"-1"-1"0,-1 6 0,-6 8-708,-11 21-173,-2 5 33,-1 9 22,0 11-66,0 16-242,4 18-201,0-20 0,2 2-4412,5 14 1,2 0 4600,-3-11 0,0-2 0,0-2 0,0-4 0,-2-7 0</inkml:trace>
  <inkml:trace contextRef="#ctx0" brushRef="#br1" timeOffset="518134">30763 3377 21562,'11'-42'1039,"-1"0"0,0 0 0,5-16 0,1 6-781,-2 21 0,1 3 22,17-17-124,4 12-88,5 14-46,8 13-5,9 21-683,-26 0 0,0 6 660,2 9 1,-2 5-21,0 6 1,-3 4 0,-3 4 0,-4 2-6,-6 0 0,-6 0 3,-11-4 0,-10-1 8,-9-6 1,-10-5-96,-13-5 0,-7-5-820,12-11 0,-3-2 0,-1-2 935,-6-1 0,-1-2 0,4-2 0,3 1 0,4-1 0,4-4 0,1 1 0</inkml:trace>
  <inkml:trace contextRef="#ctx0" brushRef="#br1" timeOffset="519794">13644 545 32767,'-12'-48'-601,"0"0"0,0 6 1,5 11-1713,7 24 2088,2 10-1059,16 23 353,9 28 18,1-1 226,-9 2 0,-3 1-1729,-5-1 1157,-4-2 0,-2 2-2034,-6-20 0,-1-2 3354,-1 3 1,0-2-1,-2 6 1,1-21 0</inkml:trace>
  <inkml:trace contextRef="#ctx0" brushRef="#br1" timeOffset="520028">13593 889 25476,'-9'-54'358,"-1"1"1,1 0-1,0 9 1,1 2-1,3 3-384,4-2 1,3 5 331,6-17-334,8-5 89,1 31 0,6 4 11,29-9-1376,7 9 947,-18 16 1,3 5 343,9 8 0,4 6-1225,-13 1 1,2 2-1,-2 2 1037,13 4 0,-4 5 0,-2 12 0,-11 4 585,-18 3-887,-6 14 229,-44-11 0,-17-1-12,7-13 0,-5-1-288,-4 2 0,-5 2 1,0-5-645,8-11 1,-1-4 0,2-1 1217,-13 3 0,4-3 0,18-6 0,4-3 0,-1 0 0</inkml:trace>
  <inkml:trace contextRef="#ctx0" brushRef="#br1" timeOffset="533540">24753 3941 14885,'-7'-54'2685,"0"0"0,4 6 0,-5 12-2354,-11 25-326,7 12-5,-20 26-5,14 0-749,-4 18 1,0 8 744,7-9 1,2 2-15,0 1 1,-2 4 0,3-1-26,0 5 1,1 0-494,2-6 0,1 2 0,0 2-203,-1 5 1,0 0 0,1-1 229,1-8 1,0-3 0,-2 4-1255,-1 4 1,-3 5 0,-1-1 0,0-9 1179,-4 0 0,-2-6 1019,-3 16 1,-4-10 867,-4-30 1,1-10-623,-3-13 32,4-10 0,3-8 512,3-33-728,13 4 1,5-4-357,3 16 1,5-1-678,8-20 1,6 1 687,2 20 1,4 1-110,0 2 0,4-1 1,1 2-447,9-7 1,2 2 361,9-2 0,1 3-118,-5 10 1,-2 4 142,-7 5 1,-1 1-15,10-3 1,0-1 33,1-1 0,-1 0 30,0 0 1,0-2 25,3-1 0,-3 0 50,-15 7 1,-3 2 1056,10-9-883,-17 11 2899,-13 10-3028,-19 11 1214,-9 8-1292,-16 12 511,-1 10-556,3 13 45,15 0 145,20 1 252,25-14-239,3-16 626,19-12-269,-21-13-6,7-6-61,-13-10-118,-9-8-257,-5 4 235,-9-17-191,-4 16-94,-5-9-7,-1 16-55,2 8-124,3 5-50,5 5-684,2 3-721,6 7-5031,8 7 6576,4 4 0,-3-6 0,-5-5 0</inkml:trace>
  <inkml:trace contextRef="#ctx0" brushRef="#br1" timeOffset="533848">25304 4018 20615,'0'-4'4207,"0"0"-3860,0 4-353,18-11 12,5 32-96,17 2 3,-20 6 1,-4 6 7,-2 0 1,-3 1 36,-2 0 0,-4 0 42,-9 25 84,-8-15 78,-9-19 74,0-15-29,5-15-22,4-11-73,7-14-78,6-10-29,4 4-61,18-18-156,1 19-327,14-11-760,1 18-1905,5 7 3204,4 8 0,-20 5 0,-5 4 0</inkml:trace>
  <inkml:trace contextRef="#ctx0" brushRef="#br1" timeOffset="534058">26051 3804 18410,'1'-4'4979,"1"0"-3074,-2 4-1865,-27 4 278,2 31-315,-8 12 0,-1 8-51,14-3 0,4 2-527,1-5 0,1 3 1,6-2 19,10 6 0,9-2-966,7 0 1,8-2 1520,1-16 0,5-1 0,-3-4 0,-2-1 0,-1-4 0,2-5 0,1 0 0</inkml:trace>
  <inkml:trace contextRef="#ctx0" brushRef="#br1" timeOffset="534447">26889 4063 22324,'-2'-3'3422,"0"0"-3035,2 3-370,-26 14-17,11 19-3,-3-7 0,0 4-186,8 5 0,4 2 191,-2-1 1,0 0 0,2-3 0,0-2 87,-4 18-62,4-17 140,2-16 398,2-11-3687,11-40 3166,-3 14 2,3-11 1,2-1 118,7-11-82,5-10-11,1 8-40,-3 11-44,-3 11-34,-2 9 3272,4 8-3479,8 6-247,12 13-587,11 9 127,-7 3 959,-8 3 0,-2-1 0,-11-8 0,16 16 0</inkml:trace>
  <inkml:trace contextRef="#ctx0" brushRef="#br1" timeOffset="535024">27928 4118 26564,'-9'-25'347,"0"6"-308,5 21 1,-4 1-12,1 1-23,0 1 6,1-1-11,3-1 23,1-1-46,1-2 23,1 1 6,-1 2 11,-2 3-23,-2 4 1,-4 5 16,-2 2 22,1-2-44,-5 9 22,8-7 1,-2 10-57,6-4 34,6 4 27,8 1-32,9 2-1,9 0 22,5-4 40,0-8 28,-4-8 89,-7-12 6,-7-8-22,-5-8-12,-5-9-16,-8-15-56,-6 2-40,-4 1 12,-7 3 16,3 13-33,-2-3 5,4 9-44,4 8-247,6 5-347,1 3 17,3 2-6906,17 12 7505,-1-1 0,4 2 0,-8-7 0</inkml:trace>
  <inkml:trace contextRef="#ctx0" brushRef="#br1" timeOffset="535374">28655 4017 22559,'0'-3'3406,"0"1"-3132,0 2-257,-48 57-2853,29-10 0,1 4 2832,-2-15 1,-3 1-1,3 3-13,2 15 0,4 5 1,2-3-46,2-10 1,1-2 0,0 4-366,-1 6 0,0 5 0,-1 1 0,2-4 23,0-3 1,0-4 0,-1 4-432,-4 2 1,-1 4-1,-1-2 1,0-11 691,1-9 0,-2-5 238,-16 17 1,-4-13 1287,-8-34-756,15-29 0,4-14 166,8-11 0,8-6-747,-1 0 0,6-3 232,9 12 0,5-3 0,2 5-65,5-1 0,6 2-64,3 2 1,4-2-1,2 3-496,11-5 0,4 3-1515,-11 15 1,3 0-1,-2 6-2955,3 3 1,-3 5 4816,19-3 0,-35 14 0,-8 1 0</inkml:trace>
  <inkml:trace contextRef="#ctx0" brushRef="#br1" timeOffset="537466">19422 9669 12157,'-55'6'1076,"0"-1"1,1 1-1,-8 0 1,0 2-1,4-2-1280,5 1 1,1 1 681,1-1 0,-4 0 0,7 0-112,11-3 1,3 0-221,-8 1 0,3 0 765,0-2-799,31-1 317,17 0-350,25 0-35,4-2 1,9 0 0,1-2-32,-4 1 0,2-1 0,4-1-593,2 0 0,6 0 0,3-1 0,-2 0 0,-5 1 580,7-2 0,-6 1 0,7-1 1,-11 1 1,5 0 0,4-1 0,-1 1 0,-4 0 0,-6 0-221,1 0 0,-5 1 1,5 0 219,5-1 0,9 0 0,3 1 0,-5-1 0,-9 1 2,5 0 0,-3 1 2,-6 0 1,6 0 0,-2 1-1,-11 0-1853,9-1 1867,-10 1 1,-16 2-1118,-63 6 1114,6-2 494,-2 0 1,-5 1-489,-8-1 1,-3 0-16,9-1 1,-2 0-1,-5 1-107,-9 1 1,-6 1 0,-3 0-1,2-1 108,4 1 1,1-1-1,-1 0 1,-2 1 0,4-1 0,-4 1 0,1 0 0,1-1 0,5 1 3,4-2 1,4 1 0,2-1-1,-2 1 27,-6 0 0,0 0 1,0 0-1,4 0 432,1-1 1,3 0 0,0 1-420,2-1 0,0-1 1,2 1 199,-20 2 0,10-2 104,18-1-328,0 0-28,80-12 0,-3 2 90,5-2 1,12-2 0,0 0-89,-9 2 0,1 0 0,3 0-4,-7 1 1,3-1 0,2 0 0,0 1 0,0-1-2,-3 1 1,-1 0 0,1 1 0,-1-1 0,1 0 4,1 1 0,1-1 0,-1 0 1,0 1-1,0-1-1,12-1 1,-1 0-1,0 1 1,-1-1 135,-4 1 1,0-1 0,-1 1-1,-2 0-134,-5 1 0,-1-1 0,-1 1 0,-3 0-3,6-1 0,-3 0 0,-3 1 241,1-1 0,-6 1-247,-1-1-145,-54 7-642,-19 3 1,-9 2 792,-10 0 0,0-1 0,9 1 0,3 0 0,9-2 0,0 0 0</inkml:trace>
  <inkml:trace contextRef="#ctx0" brushRef="#br1" timeOffset="538943">29504 4241 20576,'23'-48'706,"-16"11"-684,-20 39 40,-25 7-40,16-3 17,-22 8 45,12-5 34,-10 0 78,2-4 107,5-4 0,7-4-35,8-2-27,8-1-62,5 2-83,5 2-152,1 2-28,-1 1 61,-1 8 40,-7 9 11,-6 15 28,-6 13-37,8-17 1,1 1-197,-1 2 0,0 2 199,1 1 1,0 0-4,3-1 1,0-1-9,3-1 1,2-1-12,4 26-155,19-5 122,3-14-149,12-15 0,6-3-494,-5-9 0,2-3-562,18 4 0,4-3 1238,0-8 0,-3-3 0,7 1 0,-5-6 0</inkml:trace>
  <inkml:trace contextRef="#ctx0" brushRef="#br1" timeOffset="539243">30252 4228 16292,'-2'-10'4223,"0"1"-3445,2 9 214,0 0-578,-77 0-78,31 10-459,-10-4 1,-1 3 234,23 5 0,3 2-45,-1 2 0,1 2-39,1 1 0,2 2-6,4 2 1,3 1-6,-12 27-28,16-1-87,18-3 14,22-4-84,22-6 45,-13-21 0,3-3-469,5-2 0,3-2-310,4-3 0,1-3 902,7-1 0,-4-2 0,8 0 0,-7-2 0</inkml:trace>
  <inkml:trace contextRef="#ctx0" brushRef="#br1" timeOffset="539934">30710 4630 15765,'6'-6'6049,"-1"0"-4783,-5 6-398,0 0-974,4-9 139,-13 27-44,-1-8-224,-17 31-1064,-5-3-6638,-6 6 7937,3-7 0,18-17 0,11-13 0</inkml:trace>
  <inkml:trace contextRef="#ctx0" brushRef="#br1" timeOffset="540567">31342 4335 13653,'3'-2'6319,"-2"-1"-3345,-1 3-2739,18-33-73,-15 22-66,12-24-68,-20 32-28,-3 0 0,-5 1 0,1-1 11,-5 2 0,-2-1-11,-12 2 6,-2-2-1,-2 2 1,14 0-1,2 0 7,5 1 4,1 1 7,1 1-1,8-1 62,1-2 510,2 1-555,0-1-39,-1 3 0,-4 5 11,-5 8 23,-7 11-23,2-1 23,-16 29-456,7-11 427,8-11 1,0 1 17,-7 20-1,8-4 6,9-6-14,12-6 2,3-12 46,32 7-62,-14-18-34,9-1 1,2-3-96,11-3-39,10-1-549,-8-7-1092,-11-6 1809,12-11 0,-25 9 0,-3-7 0</inkml:trace>
  <inkml:trace contextRef="#ctx0" brushRef="#br1" timeOffset="540760">31006 4547 21170,'50'-11'-557,"-1"1"1,4 0 0,-6 3-1651,-10 8 2207,-2 0 0,-1-1 0,-9 1 0,12 0 0</inkml:trace>
  <inkml:trace contextRef="#ctx0" brushRef="#br1" timeOffset="541534">32009 4261 8696,'5'-3'5405,"-2"1"-1462,-3 2-3046,-3-12 408,2 7-936,-2-8 539,1 8-684,1 3 123,-3-2-206,1 2 200,-7-2-178,-4-1 10,-9-1 18,-4 1 27,0 0 12,4 2 38,7-1-16,7 2-89,5 1-96,3 0 79,1 1-107,8 3 0,7 2-5,14 1-23,11 2 11,9-1 23,3-3-11,-5-1 10,-9-3 35,-12 0 33,-13 0-6,-7 0-11,-5 0 107,-1 0-180,-3 6 1,0-1 50,-8 19-39,5 1 5,-4 18 6,4 5-12,1 7-16,1 5-9,3-27 1,0-1-9,-2 20-290,0-12 0,-2 1 307,-9 17-17,3-18 0,-2 0 5,-3-9 1,-2-3-17,-3-3 0,-2-2-184,-4-3 1,-1-4 3,-3-2 1,-2-3-885,-1-3 0,-1-3 1054,-1-2 0,2-2 0,-5-1 0,8-2 1</inkml:trace>
  <inkml:trace contextRef="#ctx0" brushRef="#br1" timeOffset="542878">32650 4039 9559,'-6'-4'8737,"1"0"-7291,5 4 486,0 0-1366,-7-32-224,6 22-202,-6-23-135,9 31-33,-1 2 17,4 5 50,7 8 68,23 27-757,-5-6 672,-1 1 1,2 4-12,-7-5 1,-1 2-12,8 13 0,0 2-6,-7-10 0,-2 3-397,-5-1 1,-3 5-1,-5-2 238,-8 3 0,-7 1-351,-2-3 1,-5 4 0,-6-5-2335,-10-4 0,-7-5 0,-1-1 2850,-2-3 0,-1-1 0,3-5 0,3-2 0,5-6 0,4-4 0</inkml:trace>
  <inkml:trace contextRef="#ctx0" brushRef="#br1" timeOffset="544135">30035 5070 7375,'-10'0'6934,"2"1"-4946,8-1 1524,0 0-2683,-43 4-471,32-4-218,-30 4 84,45-4-84,9-1-61,38-3-57,-16 1-11,26-2-5,-21 4-6,-6 0 11,0 1-11,-15 0 0,-13 1 11,-8 0 56,-12 3 1,-13 2-18,-19 2 0,-13 1-14,28-5 1,-1 1 25,-24 3 11,9 0-51,22-4-10,10 0-12,14-4 50,4 1 124,21-1-107,14 0-39,9-1-14,-13 0 0,1 0-19,26-2 7,-24 2 1,0 0 8,25 0 96,-18 1-51,-22 0 17,-14 0-62,-48 3-6,-10 3-5,16-3 0,-3 1 28,-24 4 0,3 0-11,5-1-3,3 0 0,7 0 3,28-5 123,3 1 168,40-7-207,15-1-68,12-1 1,-16 2 0,2-1 5,0 2 0,-1-1-28,-7 1 0,-1-1-3,5 1 1,-4 0-70,-13 1-79,-3 1-902,-17 0 1042,-21 8 0,11-6 0,-9 6 0</inkml:trace>
  <inkml:trace contextRef="#ctx0" brushRef="#br1" timeOffset="555504">24317 18379 14992,'-22'4'3041,"6"-2"-2408,-2 4-538,11-4-16,-4 0-113,9-2-565,0 0 694,8-2-56,6-2-56,5-3-3431,4-3 3376,-6 2-124,4-3-168,2-4 280,-2 3 39,2-1-6,-11 8-61,-1 3 3348,-3 0-3276,-1 3 113,-1 10 6,-1 0 66,-2 6-50,0-9 135,-1-1 33,0-5 303,0 0-421,-1-2-43,-1-1 88,-4 0-139,2-1 50,-5 1 50,0 1-78,-1 1 100,-6 2 29,1 1-152,1 0 68,-2 0-141,12-3 7,-2 0 4,5 0-144,1-1 128,3 1-51,4 0-38,7 1-147,13-9 124,0-1 28,6-7 79,-12 5 16,1-1 56,-7 4-22,-3 1 22,-4 3 12,-5 3-23,-2 1-28,1 2 28,-1 1 72,0 0-21,0-2 498,-1-1-527,-3-1-39,-3 0-11,-7 2-11,-8 0-17,-7 4 73,-20 3 67,-7 1-11,0 0-57,10-3-49,21-4-90,12 0 50,8-2 50,3 1 12,7 2-11,-1 0 44,9 1-22,-3-3 28,17-2-89,-3-1-29,17-3 6,-2-4-6,1-4 29,-9 1-23,2-5-11,-10 2 139,-3 2 40,-5 5-56,-11 6 331,-2 1-74,-3 0-330,-7 0-27,-2 2 21,-10 2 1,-18 8 44,2-2-5,-18 3 45,11-3-29,3 1 1,5 1-12,11 0-67,9-4 12,8 0 44,4-4-11,5-1 22,4-2 29,8-1-29,4-6-22,7-4 0,3-6-28,5-4-11,1 0 17,1 0 22,-4 4-17,-7 4 11,-8 6 34,-6 3-33,-5 2 33,-3 2 16,-2 2 7,0 5 22,-6 4-40,-4 5 40,-11 1 101,-19 4-1,-15-3-44,-5 0 95,0-3 28,22-6-201,12-3-113,13-2-101,10-2 79,7-2 28,7 0 62,9-2-23,3-2 28,3-2 40,1-5-29,-7 2 1,14-9-1,-7 4 6,11-8-45,-9 2-128,-4 1-527,-6 3-146,-7 4 818,-1 3 0,-8 7 0,1-2 0</inkml:trace>
  <inkml:trace contextRef="#ctx0" brushRef="#br1" timeOffset="563837">21505 17117 8382,'7'-5'3182,"-1"2"-1770,-6 3 1147,0 0-1220,-1-15-611,2 11 1216,2-14-1054,1 14-268,1-3-157,-3 0-124,-1-1-111,0 0-67,-1 2-57,0 2-61,0 2-190,0 1 167,-2 7-33,1-3 22,-3 5 28,2-6-28,1 0 180,0-2-169,1 3-5,0 2-17,0 8 11,0-1-11,0 11-22,-3 1 44,-4 9-33,-6 9-45,-5 4 17,2-8-144,1-11 1,-1 1-641,-11 10-438,7-12 1,-1-1 1260,-16 10 0,16-15 0,4-8 0</inkml:trace>
  <inkml:trace contextRef="#ctx0" brushRef="#br1" timeOffset="566180">25118 980 23941,'0'-3'-2653,"0"0"3037,0 3 2895,-7 30-3074,0 4-178,0-2 1,0 2 25,-2 27-163,3-1-1247,6-2 5676,9-7-4453,7-7-1757,6-10 1859,4-11 701,-2-12-58,1-14 368,2-13 63,2-14-122,3-12-189,-2-9-125,-3-3-374,-6 1-418,-4 5-247,-5 9-775,-3 10-204,-3 12-1476,-1 7-589,4 9 3397,8 10 0,-7-4 0,3 5 0</inkml:trace>
  <inkml:trace contextRef="#ctx0" brushRef="#br1" timeOffset="566438">25933 1175 25515,'-7'-2'3432,"2"0"-3224,5 2 354,0 0-715,10-38-1461,22 23 773,-7-7 0,4 1-627,9 15 0,3 5-1925,1 0 1,0 1 2683,-5 2 1,-4 0-1,3 0 1,-25-1-1</inkml:trace>
  <inkml:trace contextRef="#ctx0" brushRef="#br1" timeOffset="566615">25958 1379 23386,'36'-16'-1439,"-1"0"1,4 1 0,1 0-3168,1 4 0,-2 2 3130,21-6 0,-19 6 0,-29 7 0</inkml:trace>
  <inkml:trace contextRef="#ctx0" brushRef="#br1" timeOffset="567198">26945 939 28525,'-29'-27'-1236,"0"0"0,0 2 1,1 7 135,-8 15 916,-12 2 112,-7 1-379,-2 1 139,4 0 110,10 0-705,11-1 982,12 0-117,10 0-166,6 0-80,3 0 94,1 2 93,2 6 46,-1 10-2,1 15 36,-1 15 122,-1 10-56,0-27 0,0 1 5,0 8 1,0-1-29,2 14-3,1-16 1,2-1 3,10 11-63,10 10-128,9-4-335,6-7-946,7-9-1665,10-10 3114,-5-10 0,-17-10 0,-15-4 0</inkml:trace>
  <inkml:trace contextRef="#ctx0" brushRef="#br1" timeOffset="567672">27272 1025 21853,'0'-24'179,"6"54"-128,0 25-49,-1-15 1,-1 0 26,-2 22-7,-2-15 40,-5 7 11,-4-9 95,-6-8-56,4-17 330,1-6 197,7-12-292,2-10-218,2-22-107,1 0-5,1-2 0,2-1-6,3-9-348,4-7 1,2-5 364,-1 6 0,1 0-11,0 0 0,0 1 14,0 1 0,0 5 36,3 5-62,-2 8-16,0 10-28,-3 16-28,13 11 50,-6 1-22,27 31 33,-21-15 334,1 3 0,0 4-438,-1 0 1,0 1-51,-1 1 1,0 0-122,-1-1 0,-1-1 76,-4-5 1,-3 0-490,4 11-651,0 8-1976,-13-9 3321,-17-6 0,5-16 0,-9-5 0</inkml:trace>
  <inkml:trace contextRef="#ctx0" brushRef="#br1" timeOffset="567872">27528 1235 13065,'-3'-3'6548,"1"1"-5898,2 2-1832,34-40 476,-7 30-2209,21-11 1,5 2 343,3 19-484,-3-1 0,3 2 3085,-17-1 0,-3 0 1,16 0-1,-8 0 1</inkml:trace>
  <inkml:trace contextRef="#ctx0" brushRef="#br1" timeOffset="568038">28274 1125 11015,'-2'-3'7623,"1"1"-4150,1 2-3479,-24-9 0,17 11-55,-18 10 22,24 5-387,2 32 51,1-23-1199,1 7 0,-1 0-2442,-1-2 3168,-3 22 0,0-38 0,-1 0 0</inkml:trace>
  <inkml:trace contextRef="#ctx0" brushRef="#br1" timeOffset="568738">28619 975 17193,'0'-7'4167,"0"2"-3976,0 5-259,0 0 108,0-6 16,3 35 5,-1 1-38,2 16 128,-5 3-17,-4-30 97,-1 4 379,1-16-263,2-4 129,-1-5-241,-3-14-134,-2-7-62,0-7 45,1-18-6,7 15 1,0-2-200,-1 1 1,1-2 165,2-5 0,1 1 33,4-12-44,4 11-46,0 16-4,11 2-40,6 14 44,0-1-21,13 10-1,-10 8 337,0 1-449,14 21 96,-24-10-9,1 6 0,-2 4 37,-3 9 0,2 19 22,-11-22 112,-15 11-73,0-26 67,-23 16-44,5-24 27,-13 0 74,10-9-29,6-9-72,9 0 95,4-13-113,7 3-21,1-7-29,7 4-5,-1 7-28,8 2-28,8 5 27,5 5-16,10 8-67,-1 11 56,-2 8 22,-5 6 17,-8-5 0,-5 6 51,-13-3 44,-11-2-6,-21 0-27,-4-16-48,-3-6 0,-5-3-504,-5-3 0,-1-3-2359,2-1 1,0-1 2197,1-1 1,7-2 0,13-3 0,16 3-1</inkml:trace>
  <inkml:trace contextRef="#ctx0" brushRef="#br1" timeOffset="570014">29417 1138 32767,'-8'-26'-1871,"-4"21"2550,3 38-1533,-1 3-60,3-4 750,4 26 0,0-41 0,2 22 0</inkml:trace>
  <inkml:trace contextRef="#ctx0" brushRef="#br1" timeOffset="570305">29966 828 27251,'-50'-5'-362,"1"1"0,5 1 0,6 9 189,3 41-395,17-9 0,3 2 171,6-3 1,3 1 63,-1 6 0,3 0-371,7-3 0,6-4-231,23 17-480,-3-28 1,6-4-1334,-1-6 1,2-2 1923,5-2 1,-1-3 0,5-4 0,-18-4 0</inkml:trace>
  <inkml:trace contextRef="#ctx0" brushRef="#br1" timeOffset="570498">30487 1150 20033,'-22'44'-1300,"-1"-1"1,3-4 0,6-3-7086,12 6 8385,2-13 0,0-19 0,0-5 0</inkml:trace>
  <inkml:trace contextRef="#ctx0" brushRef="#br1" timeOffset="571071">30939 955 30854,'0'-4'-1798,"0"1"-87,0 3 4376,-5-1 614,0 40-3105,-2-2-327,4-1 1,2 1-560,-1 11-712,2-15 1,1-2 730,0 1-3463,0 30 3801,-7-34 0,4-1 0,-4-15 0</inkml:trace>
  <inkml:trace contextRef="#ctx0" brushRef="#br1" timeOffset="571332">30830 1145 18379,'10'-55'1255,"0"0"0,0 6 0,0 5-1043,7 3-32,2 10-183,-3 12 150,21 6-150,-4 11-29,19 12-273,-3 16 301,-23-5 0,-2 4-15,13 18-56,-13-4 1,-3 1-406,-4 14 450,-7-15 0,-5-1-10,-25 15-27,-22-8 0,-2-13-353,3-14 0,-1-3-2369,-17 0 207,24-6 0,0-2 2582,-11-3 0,29-4 0,4 0 0</inkml:trace>
  <inkml:trace contextRef="#ctx0" brushRef="#br1" timeOffset="571565">31586 1246 20375,'-15'29'-256,"0"1"1,-12 24 0,25-39-1,-1-2 1</inkml:trace>
  <inkml:trace contextRef="#ctx0" brushRef="#br1" timeOffset="572022">32061 955 28767,'0'-5'-1485,"0"1"446,0 4 1316,-26-66-1141,14 44 582,-4-16 0,-1 3-163,4 24 108,1 1-1164,1 3 1281,2 3 69,0 2-562,2 3 653,0 4 35,-2 4 35,0 8-6,-3 5 16,-1 6 13,-3 5 12,-3 8 6,-1 4 10,-1 3-16,2-2-6,5-6 34,7-4 51,7-6 55,10-4 6,7-3-6,7-4-44,3-4-91,-4-7-100,15-3-246,-6-4-589,15-3-1170,-5-3-4789,-2-4 6002,-10-2 0,-12 4 0,-11 3 0</inkml:trace>
  <inkml:trace contextRef="#ctx0" brushRef="#br1" timeOffset="572215">31912 1064 20117,'27'-20'-1053,"6"5"-62,11 11-1596,4 2 2711,4-2 0,-23 3 0,-5-1 0</inkml:trace>
  <inkml:trace contextRef="#ctx0" brushRef="#br1" timeOffset="573298">32328 709 32767,'36'-36'0,"11"6"0,-22 28 0,12 0-17,-13 2-977,-1 0 257,-8 1 188,6 3-1276,-11 1 1052,8 7-207,-8 7-440,-2 6 435,-2 10 457,-5 2-56,-3-5 123,-10 29 21,-2-13 9,-4 11 372,0-1 53,4 2-1641,8-28 0,0 0 1647,-1 27 0,8-3 11,-1-25 106,-9 31-61,-3-37 36,-13 1 1,-6-4-65,-7-11-442,-15-2 0,-3 0-869,19-6 1,1-1 902,-12 1 0,3 0 1,0-1-1,23-1 1</inkml:trace>
  <inkml:trace contextRef="#ctx0" brushRef="#br1" timeOffset="575906">31089 5131 15748,'-42'-8'1496,"9"1"-1295,33 7-66,2 0-74,7-2-50,1-1 1,18 0-12,20-1-17,13 2 0,-9 0 62,-9 2-6,-34 0 34,-7 0-40,-35 2 7,-12 1-18,-14 2-350,12 0 1,-1 0 383,15-2 0,1 1 36,-13 0 1,1 1 147,-6-1-4,20-2-96,17-1 331,15-1-259,15-3-105,20-3-74,3-1 1,4 1 0,2-1-69,-10 3 0,1 1 40,16-2 1,0-1-6,-19 4 0,-2-1 0,4 1 0,-1 0-95,8 0-694,-1 1 133,-23 1 656,-30 9 0,4-5 0,-11 5 0</inkml:trace>
  <inkml:trace contextRef="#ctx0" brushRef="#br1" timeOffset="578898">24972 5788 17921,'-43'0'134,"0"0"1,-1 0-1,1 2 228,8 3 0,2 0 455,-26 2-956,24-3 0,3-1 581,2-2 835,8-5-873,11 0-292,0-1 115,10-1-227,4 3-6,0-1-16,4 3 387,-1 3-365,2 6 45,-1 11-29,-3-1 18,-4 25 5,-5-12-5,-1 7 162,-11 6 11,2-17-84,-4 4 297,-1-8 39,8-13 45,-2 0-280,8-7 297,0-7-162,1-5-202,0-2-95,2-1-18,3 1-55,5 3-17,5 0 6,14 4-1,0 1-38,35 8 5,-9 6 17,11 3-63,-29 1 1,-4 1 1,-2 2-236,4 30 0,-45-17-241,-20 16 67,-9-17-1632,1-12 0,-2-3-2681,-4-3 4823,7-3 0,4-2 0,15-5 0,2-2 0</inkml:trace>
  <inkml:trace contextRef="#ctx0" brushRef="#br1" timeOffset="579281">24702 5422 20509,'-46'13'208,"0"0"0,-1 1 0,1-1 0,-5 4 1,1 0-1,1 5-189,7 1 1,0 4 0,2 2-1,2 1-914,-1 4 0,3 2 0,3 1 904,1 2 0,1 1 1,4 2-5,4 1 1,2 2 0,4 0-6,2 1 0,4 1 0,3 1-4,5-2 0,3 1 0,9 0-37,11-1 1,8 1-1,5-2 1,-3-3 30,-2-5 1,0-3 0,4-1-269,4 0 1,5 0 0,2-3-1,-1-5 285,6-6 1,0-6 0,2-2-205,3 0 1,1-2-1,3-2 291,-7-2 0,3-1 0,0-1 0,-2-2-14,2-1 0,-2-2 1,2-5-33,-6-4 0,2-5 1,-2-2-1,-6-2 260,8-15 0,-6-3-247,-6 10 1,0-1 0,-6-6 29,-10-11 1,-7-6-1,-5 1-94,-3-10 0,-7-2-20,0 3 1,-3-4 0,-5 3-17,-2 8 0,-4 2 0,-9 1-73,-6 6 0,-8-1 0,-3 3 0,1 4-14,-3 0 1,-2 5 0,-3 2-133,0 4 0,-3 1 0,-1 2 0,2 7-777,0 5 1,2 7 0,2 1 1034,-14 0 0,6 2 0,18 2 0,5 0 0,-2 2 0</inkml:trace>
  <inkml:trace contextRef="#ctx0" brushRef="#br1" timeOffset="582240">26161 6286 15490,'-3'-7'3089,"-4"-26"0,1-2-2932,3 19-191,-8-46 18,14 75 72,6 8-23,4 18-22,5 4 23,0 4-6,-1-1-28,-2-4 11,-2-7 146,-1-6 79,-5-15 520,-1-5-84,-3-16-230,3-8-66,1-12-130,2-11-95,1-6-78,1 0-34,0 5-56,2 8-156,0 10-180,3 10-297,4 6-878,7 11-3083,7 6 4611,13 11 0,-22-10 0,1 1 0</inkml:trace>
  <inkml:trace contextRef="#ctx0" brushRef="#br1" timeOffset="583057">26887 6376 16605,'-4'0'4918,"1"0"-4229,3 0-672,-20-2 140,20 1 123,-11-1 33,30 2 85,14-7-297,-7 2 89,14-10-16,-11 0 61,5-6 17,-6-5-34,-8-1-50,-9 2-44,-8 4-68,-10 7-79,-7 5 12,-13 5 11,-7 10-22,-3 4 16,1 9-28,5 5-5,7 4 11,6 2 6,7-5-1,6 5-10,13 1 22,8 0 22,12 2 6,4-12 5,2-7 23,-2-8 11,-3-8 39,-4-7 11,-2-7-5,-2-7 17,4-12-96,-9 10 62,5-9-33,-8 17-35,5 0-9,1 5-14,6 6 2,7 3 5,8 9-11,-3 1-12,17 21-5,-20 1-152,-11-6 1,-2 2 163,2 27-29,-6 8 31,-9-29 0,-2 1 8,7 28 6,3-12 90,5-17-51,-4-17 23,12-20-6,0-15 51,13-17-219,-18 13 1,0-3 181,1-3 0,-1-3-9,1-4 1,-1-2-350,-1-3 0,-2-2 374,-2-1 1,-1-1 22,-3 2 1,-3 0 21,-4 5 1,-1 1 159,0-23 371,-10 19-595,1 22-22,-3 10-152,3 11 370,-2 6-302,-2 22 39,1-2-12,-2 37 7,5-23-55,0 6 1,2 3-45,2-14 1,1 0 19,-1 6 0,1 2-291,3 3 0,1-3-505,0 12-455,-1-17 0,0-1-5935,3 9 6522,0-15 0,-3-15 0,-2-10 0</inkml:trace>
  <inkml:trace contextRef="#ctx0" brushRef="#br1" timeOffset="583215">27848 6419 23780,'47'-28'-98,"0"1"0,-19-17 0,23 43 0</inkml:trace>
  <inkml:trace contextRef="#ctx0" brushRef="#br1" timeOffset="585781">8893 7203 7128,'-52'13'804,"-1"0"0,0 0 1,-8 4-1,-2 0 1,8-1-285,14-3 1,3 1-423,-16 5 1,2 0 349,18-6 0,3 0-95,-10 6 229,22-7-22,29-7 45,46-5-476,-3-4-612,2-2 0,5-2 556,-5-1 0,2-1-42,-8 1 1,3-1 0,7-1 0,-10 2 1,5-1 0,4-2-1,2 1 1,-1-1 0,-2 1-353,-4 0 0,-2 1 0,0-1 0,1 0 0,2 0 0,4-2 349,-4 1 1,4-1 0,2-1 0,2 0 0,0-1 0,0 1 0,-1-1 0,-2 1 0,-4 1-328,8-2 1,-4 0 0,-1 1 0,-1-1 0,0 1-1,1-1 305,-4 0 0,1 0 0,0 0 1,1 0-1,-3 0 0,-1 0 1,-3 2-31,11-4 1,-4 1-1,-2 1 1,-1 0-295,-4 2 1,-1 0 0,-1 1 0,-2 1-530,8-1 0,-1 1 0,-4 1 681,9 1 1,-7 1-1,-2 2 1,-34 5-1</inkml:trace>
  <inkml:trace contextRef="#ctx0" brushRef="#br1" timeOffset="587965">28333 6579 20436,'-34'-13'118,"0"-1"-1,-23-2-89,53 33 28,0 8 45,11 2-6,7-2 79,10 1 78,7-14-123,-3-6 78,14-10-3308,10-13 3214,-10 2 88,-12-4 1,-4-3-17,-9-9-56,2-17-79,-18 15 40,-7-6 16,-12 7-72,3 6-1,-17-3 3365,13 22-3404,-5-1-10,1 11 4,2 9-21,-11 18 27,11-4-5,-3 30 0,18-28-17,6 26-56,14-18-17,3 1-644,14-4 0,4-2-1019,3-1-916,6 0 0,2-2 2680,4-6 0,-7-5 0,-18-9 0</inkml:trace>
  <inkml:trace contextRef="#ctx0" brushRef="#br1" timeOffset="588307">29084 6549 20453,'-51'11'67,"3"5"-64,19 14 0,1 6-511,0-8 1,0-1 485,1-2 0,0-2 117,-20 11 430,11-16-401,16-16 280,8-15-63,9-21-78,10-7-8,4 11 1,2 0 383,9-4-381,14-3-186,-20 26-21,12 1-113,-9 14-5,10 9 5,1 16-106,5 11-5,-3-3-545,-5-8 1,1 1-3903,19 11 4620,-7-11 0,-1-1 0,-2-4 0,1-6 0</inkml:trace>
  <inkml:trace contextRef="#ctx0" brushRef="#br1" timeOffset="588507">29638 6622 19680,'42'-11'-626,"1"0"0,-1 1 0,24-3 1,-8 7-1,-7 17 0,-8 0 1</inkml:trace>
  <inkml:trace contextRef="#ctx0" brushRef="#br1" timeOffset="588698">29674 6913 21472,'38'-24'-1058,"18"1"265,-10 14 0,6 2-2285,5-1 1,2 0 3077,-5 1 0,-3 0 0,-14 2 0,-5 1 0,7-1 0</inkml:trace>
  <inkml:trace contextRef="#ctx0" brushRef="#br1" timeOffset="589139">31042 6436 15272,'-2'-3'4392,"0"1"-3250,2 2-1041,-78-37-1523,30 22 1467,-8-7 0,-2 1 27,-2 10 478,7 2-494,9 2-28,11 1 221,9 2-283,8 2-33,5 2 22,3 3 820,2 1-803,-4 14 39,0 4 6,-5 14-17,0 5-6,0 7 6,-1 6 11,2-9 3,4-10 0,0 0-8,-1 14 5,4-15 0,1 0-5,2 14 16,8-7 34,4-6 17,9-7 33,6-7-66,13-7-180,14-8-326,-16-4 1,1-1 219,26-1-662,-4-3 1,1-1-1236,-16 1 1,0-1 2142,21-3 0,-4-1 0,-3 2 0,-15-1 0</inkml:trace>
  <inkml:trace contextRef="#ctx0" brushRef="#br1" timeOffset="589323">30642 6736 21355,'37'-33'-583,"-3"18"1,3 5-2057,-5 9 1,0 2 1506,8 0 0,-4 0 0,-5 2 0,-15 0 0</inkml:trace>
  <inkml:trace contextRef="#ctx0" brushRef="#br1" timeOffset="591313">15231 290 20491,'1'-8'-217,"0"3"327,-1 5 2875,0 0-1337,-40 6-530,25-2 340,-44 11-609,32-3 106,-19 7 618,7-4-675,10-5 1,-3 0-899,-4 0 0,-1 0 0,1-1 0,0 0 0,-2-2 0,4 0 0,-3-2 0,18-7 0,12 0 0,6-10-553,4 2-356,1-5-181,0 7 203,0 2 307,-3 5 254,-1-1 641,-4 14 140,-3 6-18,-5 15-839,-1 6 212,3-5-219,-1 23-175,8-14-120,-1 20-458,8-11 146,2-4 116,1-12 265,8 6-42,-5-23 41,22 10-3312,15-23 3626,-1-2 231,-10-9 1,2-3-363,20-12 210,-19 6 0,0-1-40,-10 2 1,1 1-4634,10-6 1,-3 0 4146,-6 2 1,8-4 0,-33 17 0</inkml:trace>
  <inkml:trace contextRef="#ctx0" brushRef="#br1" timeOffset="591474">14755 703 6158,'57'-23'-27,"1"0"1,-19 5 0,-5 3 0,1 9 0</inkml:trace>
  <inkml:trace contextRef="#ctx0" brushRef="#br1" timeOffset="596748">25234 7331 19848,'-33'2'86,"0"0"0,-9 32 0,7 15-112,18-12 0,6 3 0,-1 4-995,-1 0 0,-1 3 0,1 2 1,1-3 833,1 6 0,1-1 1,0 1-203,2 2 1,-1 2-1,2-1-250,0 1 1,0 0 0,1 0-388,1-2 1,-1-1-1,0 0 337,0-4 0,0-1 0,-2-3 722,-4 13 1,-5-6 431,-1-15 0,-5-8 1295,-27-5-1122,-5-42-355,30-3 0,3-7-170,3-7 0,5-5 226,4-6 0,5-2 495,6-3 0,4 0-613,4-1 0,5 1-84,7 1 0,3 3-78,3 3 0,7 1-85,3 8 0,7 0 0,-3 3-8,-3 2 0,3 1-50,10-2 0,7-1 0,-5 4 45,-9 8 0,-2 1 41,-2 1 0,2 0 0,-2 0 37,5-2 0,-3 0 31,-5 2 0,-2-2 285,-2-2 1,-3 0 294,1-6-2171,-7 2 2048,-32 18-382,-7 7 29,-14 7 269,-7 12-404,-4 11 260,16-2 1,3 3-322,-5 26 3414,5-1-3376,28-9 57,10-21 73,10 0 167,4-11 191,0-9 79,-2-13 72,-6-11-66,-6-10-169,-9-8-79,-6-1-66,-9 0-63,-4 5-38,-4 5-84,3 8-79,0 7-252,6 6-229,2 4-146,3 6-651,5 8-2530,6 10 2949,13 9 0,-14-16 0,2-3 0</inkml:trace>
  <inkml:trace contextRef="#ctx0" brushRef="#br1" timeOffset="597058">25934 7597 12321,'-1'-4'6385,"1"1"-4888,0 3-1480,-11 7 239,19 18-273,-5 16-6,7-2 1,2 2 13,-4-4 1,-1-1 69,-1 1 0,-3-1 15,-8 3 0,-6-5 176,-6-3 633,-16 9-50,4-40-611,12-7 157,4-21-129,20-9-140,14-16-104,-4 22 1,4 1-1814,13-5 0,3 2 1690,-12 10 0,2 3-432,15-5 1,0 5-3010,1 8 3556,-2 3 0,-2 2 0,-10 3 0,11 0 0</inkml:trace>
  <inkml:trace contextRef="#ctx0" brushRef="#br1" timeOffset="597298">26743 7277 24066,'-40'23'16,"0"0"1,0 0 0,-14 12 0,8 5-23,18 8 1,7 7-944,4 3 0,2 6 1,5-5 785,5-4 1,5-1-94,0 4 0,2 4 1,8-7-549,13-4 0,12-7 804,7-11 0,7-2 0,-6-4 0,-9-3 0,0-3 0,14-1 0,0 0 0</inkml:trace>
  <inkml:trace contextRef="#ctx0" brushRef="#br1" timeOffset="597756">27571 7723 24811,'7'-38'-96,"2"29"96,-8 31-14,0 10 0,-1 3 3,-7 15 0,-1 12-28,-9-8 33,6-22 135,0-2 140,6-16-12,3-13-167,8-21-11,3-9-29,3-3 1,1-3-18,7-11-1707,-3 9 1,2 1 1707,9-5-50,5-2 4,-3 15-83,2 13 39,-10 12-185,16 19-11,-11 5 106,7 8-593,12 13 157,-20-18-3953,6 1 1,1 0 5378,3-2 0,2 2 0,-21-16 0</inkml:trace>
  <inkml:trace contextRef="#ctx0" brushRef="#br1" timeOffset="598463">29026 7918 12918,'0'-6'5355,"0"1"-2696,0 5-1745,-11-60-170,1 41-604,0-14 0,-2 4 18,-5 25 111,-34 27-202,13 3-59,11-7 1,0 2 2,-15 25 254,13-7-276,-1 9-28,13-2 39,11-12-6,26 8 45,11-21 6,22 3-23,-11-18 112,-9-12 1,-1-4 5,0-4 92,0-9 1,-4-6-238,-6-14 94,-9 11 1,-2-3 95,-5-23-101,-8 13 62,-8-1-73,-7 18-106,-2 5-80,-2 9-111,4 19-258,0 11-1080,4 17-6543,6 12 8105,9 0 0,1-15 0,3-13 0</inkml:trace>
  <inkml:trace contextRef="#ctx0" brushRef="#br1" timeOffset="598675">29706 7805 20039,'-2'-7'3344,"1"1"-2964,1 6-307,0 0-6,-63-13-67,38 40-20,-17 13 1,2 12-2,28-13 1,6 3 0,0 2-637,-2 5 0,0 3 0,0 2 365,0-2 1,-1 3 0,1 1 0,0-4-1944,0 3 1,0-2 0,0 2 2234,1-2 0,-2 2 0,1 0 0,1-7 0,0 7 0,0-8 0,0 7 0</inkml:trace>
  <inkml:trace contextRef="#ctx0" brushRef="#br1" timeOffset="598817">29113 9153 14314,'-17'-41'1441,"0"0"1,0 0 0,4-9 0,4-2 0,5 5-2293,5 2 0,6 1 939,5-1 0,3-4 0,4 4-41,7-3 1,3 2-52,-4 8 0,2-1 0,1 1-138,1 4 0,0 1 0,2 2-743,14-12 1,1 4-4032,0 7 1,-3 3 3841,-11 9 0,-2 3 0,9-2 0,-28 14 0</inkml:trace>
  <inkml:trace contextRef="#ctx0" brushRef="#br1" timeOffset="599456">30863 8085 19257,'-4'-49'825,"1"0"0,0 3 0,-6 12-607,-14 26-19,-11 6-26,-12 14-84,16-1 1,0 3-534,-5 5 1,0 3 490,-3 3 1,1 3-40,-6 11 1,2 2-12,14-13 0,2 1-17,-4 12 1,6 1-101,11 13 36,12-21 0,5 0-121,8 0 1,5-3-197,9-2 0,5-3-405,5-2 0,4-4-1401,4-3 0,0-4-2709,1-4 1,-2-3 4233,19 0 0,-23-6 1,-29 0-1</inkml:trace>
  <inkml:trace contextRef="#ctx0" brushRef="#br1" timeOffset="600041">31450 8396 15681,'10'9'5517,"-3"-1"-3512,-7-8-1781,0 0-257,22-15 33,-25 22-73,12-3-386,-31 30-1653,-2 7 2112,-3 10 0,12-24 0,2-1 0</inkml:trace>
  <inkml:trace contextRef="#ctx0" brushRef="#br1" timeOffset="600264">31996 8187 19501,'0'-6'3876,"0"2"-3366,0 4-583,-6 0 11,-1 25-44,-4-4-1558,1 28 1,2 5-1726,1-8 2710,-1 4 1,1-6 0,4-26-1,1-1 1</inkml:trace>
  <inkml:trace contextRef="#ctx0" brushRef="#br1" timeOffset="600557">32012 8201 19333,'5'-56'1366,"-1"1"1,-1 14 0,1 3-846,11-13-454,-5 34-5,20-6-46,-8 18-10,41 9-40,-32 10 1,1 5 24,6 3 1,-1 4-393,-2 11 1,-4 3 400,-11-10 0,-4 0-3,1 10 1,-3 1-12,-7-9 0,-3 1 0,-5 5 0,-5 0 19,-7-3 1,-6-3-12,-9-4 1,-6-4-26,-5-2 0,-3-5-73,-4-3 1,-2-4-242,-1-3 1,0-3-1071,0-5 1,2-4 1414,0-3 0,4-2 0,-6-3 0,14-3 0</inkml:trace>
  <inkml:trace contextRef="#ctx0" brushRef="#br1" timeOffset="601397">30634 7897 9246,'0'-3'4402,"0"0"-1798,0 3-2352,-23-37-16,7 27 49,-27-28 29,6 37-51,-14 5-117,6-1 114,7 3 0,0 0 166,-10 1 107,-12 1 88,32-5-307,15-2 459,9-1-208,3 0-604,1 3 50,-2-1 73,-12 13-56,-4 3-5,-12 13 5,2 2 5,3 8 29,1 6 33,1 9-313,4-9 316,4-8 0,-2 1-22,3-4 0,-1 0-65,0 0 0,1 0-6,1 2 1,3-4-6,5-4-123,20 19-656,35-22-476,2-1 210,-15-18 0,4-5 509,11-2 0,-3-3 1,-4 1-1,-9 0 1,0 0-1</inkml:trace>
  <inkml:trace contextRef="#ctx0" brushRef="#br1" timeOffset="602190">32724 8012 21019,'-25'-30'453,"12"6"-436,34 20 0,7 1 11,7 2-6,3 1 12,-1 0-40,-5 2-11,-12 0 6,-5 2 11,-11 0 67,-2 5-11,-4-2 84,-7 14-44,-1-1 4,-3 12 2,5 1-29,4 6 11,9 5-6,5 7-3464,8 5 3388,-8-25 1,2 0 5,-1 1 1,-1 2-80,-2 0 0,0 0 62,-2 0 1,-3 1 2,-4-2 1,-3 0-28,-15 27-113,-13-10-151,-11-11-499,-4-11-3001,-2-13 3797,9-7 0,14-7 0,13-1 0</inkml:trace>
  <inkml:trace contextRef="#ctx0" brushRef="#br1" timeOffset="602764">33067 7764 20112,'49'-18'259,"-1"1"0,-8 1 1,-3 4 154,17 18-5811,-12 4 5481,-1 1 1465,-4 6-1448,-15-2 825,4 7-870,-1 3 23,-3 3 34,-6 0 3424,-5 0-3369,-7-2 23,-1-1 16,-7-1-39,-1 0-101,-2-7 73,-5 14-78,7-5 5,-1 17 11,4 3-5,0 11-330,0-22 0,0 1 279,0 4 1,-1 2-4,-2 4 1,-1 1-9,-1 3 0,-2 0 3,-2 0 0,-2 0 3,-5 8 0,-2-2-12,6-18 1,-1-1-6,-6 10 0,-2-4-56,-8 6-17,11-23 0,-3-1-378,-8-4 1,-1-5-699,-15 3-1612,7-12 0,-1-5 2761,-12-7 0,7 2 0,19-1 0</inkml:trace>
  <inkml:trace contextRef="#ctx0" brushRef="#br1" timeOffset="605356">30276 9019 7533,'57'-9'435,"0"0"0,-1 1 0,-3 2-214,-15 5 1,0 1 52,-1 0 0,0-1 59,-3 1 1,-2 0 383,21 0 683,-19 0 190,-17 0-689,-19 0-738,-18 0 0,-22 0-12,-21-1-1696,13 1 0,-1 0 1592,14-1 1,0 1 86,-18 0 1,0 0 24,22 0 1,1 0 19,-3 0 0,1 0-78,-9 0-51,21 0 376,19 0 128,15 1 3091,14 0-3416,21-1-139,-15 0 0,0 0 229,27-2-71,-6 0 1,9-2-1,-8 1-27,-20 1 1,0 0-13,12-1 0,5-1 0,-13 1 183,-21 1-381,-20 1-157,-14 0-274,-13 1-778,-7 3-2101,1 3 3299,13 7 0,12-5 0,8 1 0</inkml:trace>
  <inkml:trace contextRef="#ctx0" brushRef="#br1" timeOffset="605814">31992 9117 13778,'-42'-7'932,"0"1"1,0-1-1,-18-1 1,6 0-493,21 3 0,2 1 682,-24-2-909,23 3 0,12 1 100,18 2-127,36 1-155,-4 0 0,4 1-20,11-1 0,1 1-87,-3 1 1,1-1 78,1 1 0,-1 0-20,19 0 14,-28 0 0,-1-1 194,12 0-12,-26-1-123,-47-6 11,-27-1 17,7 0 0,-4 1-344,8 1 0,-1 0 0,1 1 434,-13-1 0,1 1-40,-4 0 1,4 0 300,-2 2-385,21 0 73,34 1 79,50 3-183,-11-1 1,5 0-988,0 0 0,5 1 0,-2 0 968,10 0 0,-1 1 7,-7-1 1,1 1-1,-3-1 155,6 1 0,-1 0-1273,-6-1 0,2 1 0,-4 0 1111,2 1 0,-4-1 0,21 3 0,-43-5 0</inkml:trace>
  <inkml:trace contextRef="#ctx0" brushRef="#br1" timeOffset="611374">9944 1264 24476,'-24'-11'-3052,"5"1"1615,19 10 2657,2 0-446,3 3-1380,8 2 202,0 1 98,13 4-362,0-1 1047,16-1-61,-7-2 1,3-1-395,1-1 1,1 0 40,16-1 1,0 0 439,-14-1 0,1-1 16,18-1 0,3 0 34,-7-1 0,2-1-197,-8 1 1,2 0-1,0 0-53,2 0 0,0 0 0,2 0-112,-5 0 1,4 1 0,-1 0 0,-4 0-35,0 1 0,-4 0 1,4 0-52,1 0 1,3 1 0,0 0 0,-4 0-19,-1 0 0,-4 1 0,2 0-6,14 0 0,2 0 0,0 0 5,-15-1 1,-2 0 0,2-1 0,2 1 14,11-1 0,3 0 0,-1 0 0,-3 0-22,-2-1 0,-3 1 0,4-1 32,-12 0 1,4 0-1,1 0 1,-1-1-1,-3 1-890,12-1 0,-3 1 1,2-1 786,-4 0 0,3 0 0,0 1 0,1-1 2,-1 0 0,0 0 1,1 1-1,2-1-143,-4-1 1,3 1 0,0 0 0,0 0 0,-2-1 163,-4 1 0,-2-1 0,0 1 0,-1 0 0,0-1-112,12 0 0,0 0 0,-1 1 0,0-1 89,0-1 1,-1 1 0,0 0 0,-1 0-14,-9 0 0,-2 0 0,1 1 0,4-1 79,-5 0 0,4 0 0,1 1 0,1-1 1,1 0-1,-2 0 58,2 0 1,0 0 0,0 0 0,0 0 0,-1 0 0,-1 0-40,2 0 1,-1 1-1,-2-1 1,0 0-1,0 0-39,8 0 0,1 0 0,-4 0 0,-5 1-132,3-1 1,1 0 88,-3 1 1,7 0 0,2 0 0,-6-1-33,-2 1 0,-4 0 1,4 0 22,5 0 1,5 0 0,0 0 0,-8 0 238,-10 0 1,-5 1 0,-3-1-355,5 1 0,-4 0 581,-1 0 0,-5 1-905,3 3 1844,-6 0-11141,-14 6 9451,-13-5 1,-2 2-1,-3-6 1</inkml:trace>
  <inkml:trace contextRef="#ctx0" brushRef="#br1" timeOffset="614114">4699 3577 17875,'-2'-2'-2704,"0"0"-3305,2 2 7801,-12-8-2395,15 6 3075,6-4-2985,20 6 570,3 2 0,-12-2 0,-13 0 0</inkml:trace>
  <inkml:trace contextRef="#ctx0" brushRef="#br1" timeOffset="615107">4852 6193 6036,'-5'-4'2060,"2"0"3378,3 4-5813,-14-16-790,10 12-182,-6-12-1409,21 20 2779,3 0 1,-2 1 0,-4-2 0</inkml:trace>
  <inkml:trace contextRef="#ctx0" brushRef="#br1" timeOffset="615590">8647 5232 16824,'2'-6'1668,"-1"1"-367,-1 5-1349,-18-15-4518,13 10 4265,-14-11-263,18 16-3034,-1-1 3573,-3 3 1,3-1 0,-1 1 0</inkml:trace>
  <inkml:trace contextRef="#ctx0" brushRef="#br1" timeOffset="616006">7383 8328 11282,'-3'6'-9398,"2"-1"9398,1-5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EB37-492D-606F-A1A2-5DD4B1F56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60844-87D1-F40A-308D-BD88DE58A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682AA-7AC7-9455-C971-0CF71D53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53DD7-1E48-FE20-9E06-24AA554DC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CA975-A9E1-C51A-E82C-62F72808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60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5B40-03CD-7666-21F0-71B10132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6BAF9-35D4-B105-151E-237505C96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7C937-F0ED-53CA-817D-DAE4382C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8CEB9-27A7-F753-D0D9-B65BEA0F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78FE8-11C5-CF30-E6A0-88B1CA1F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B8738-E01F-414B-1283-7A23C9CA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36A84-7CF9-C658-D74C-F44851B4F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9CFC5-400D-DC10-A353-B9253763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DD3E1-C22C-707D-9D5A-98A84649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7130-41DB-FA21-C652-69CF6D1C4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0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96DA-B06B-3EC6-E028-FD1C352CF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163D-CB61-C371-300C-BF996B792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9F3CC-5808-D9E6-63A6-8637079C1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6EC80-7FF8-FFC2-A014-931B3F9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5D64E-F0CF-FBE5-25D1-FF2E6649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FFFC-A92A-52E4-0925-AFD236C8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6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6BBE-7741-BE3D-6DE6-3AD40249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4DAE4-B90C-476F-CC96-D7A55A120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09DBA-6A60-265C-8DDC-45E7D826C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2DCE0-388C-45AD-C6C1-706B2F5DC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6141F-921B-382E-B079-B2E955D75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125026-F8B6-D208-E563-31BB71F2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90D29-0EBA-5253-12F6-7A2465F3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BC231-7891-9391-8A2F-699745E0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0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875B-C0A2-9A9E-8B89-57D1E0CC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39144-7BCC-0B17-3F02-E64969EAD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68F1F-1C46-70DA-6B4C-BDD6CE4F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19D73-FB14-869C-FA08-0B839240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8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10FF1-CD92-755A-8B12-AC9B4484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4F265-E275-6256-4717-23B010D9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711C2-4ED0-3B7A-E01A-0FDFD894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0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A2DA-33D7-CFB7-8021-DEDBE2583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18F39-DC6A-9FF0-EDF7-34358CF28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3062A-1BCD-FF1E-9B8F-48274CD0E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9A3FF-3F7D-1237-CB5F-4ED8F723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6CA04-F431-32B6-5F35-2D2EA9AA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49B3D-F5A3-CCAF-0CD4-44E3F753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851B-0572-2C51-EE8B-ABC18D51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980834-FCE1-47DD-1067-669A02973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9B2F5-DF53-2344-D412-AFD0979B7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E6E01-8CC3-A0B5-EF49-5E263504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0F5B5-D9D6-A567-9F73-A71B398E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B47BD-0CC9-B49F-BAD8-68B21349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7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7DD1-9F0F-4F39-8815-1E844257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3C469-83EF-C3FB-9A35-A697E3134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8C5E4-6486-9540-6981-BBB22B29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B792F-2F4A-235C-AA59-5A230E13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08F10-409B-90B7-04A9-A3E18D94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28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7C58F-77FF-6FA1-8539-BF6C903F3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5236F-274A-6EBB-96CD-41D4E4749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14F93-5E45-3A15-B85F-D6008AF8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3119F-B2AA-70A0-9055-EB3D5A35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73D3-DA3F-D903-B127-AAEF84FC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4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9B9F9-2E14-09D2-8E9B-3778BC927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EB68E-623D-DF15-3D0D-C7BF12628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14FCC-DBEA-A59F-AD7C-9D12ECE63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F53D5-70CB-6F40-B5A6-F63EDD4B646C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77FB7-FE53-484E-2C1F-35B727A57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63590-1119-04DB-B9F6-675A8115F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D4DFD-0DFC-BE45-94F2-F9454FCEC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0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A41361-0F44-F63E-DA52-B17ABACD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7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D3E1C49-4C72-EADF-3DEB-B6DA6734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3396A3-A05A-7283-26B8-805650099A4D}"/>
                  </a:ext>
                </a:extLst>
              </p14:cNvPr>
              <p14:cNvContentPartPr/>
              <p14:nvPr/>
            </p14:nvContentPartPr>
            <p14:xfrm>
              <a:off x="136440" y="647640"/>
              <a:ext cx="3801240" cy="3808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3396A3-A05A-7283-26B8-805650099A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080" y="638280"/>
                <a:ext cx="3819960" cy="38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696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C6965-7EF5-0C5A-5984-D244050F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BD45A3-AA21-06FB-D7B6-16BAB32D7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4E1A9F-29BE-1D27-06C8-ABF918A812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88D85F-1C16-5024-C875-5C7F3A0EFF46}"/>
                  </a:ext>
                </a:extLst>
              </p14:cNvPr>
              <p14:cNvContentPartPr/>
              <p14:nvPr/>
            </p14:nvContentPartPr>
            <p14:xfrm>
              <a:off x="590040" y="681120"/>
              <a:ext cx="9211680" cy="544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88D85F-1C16-5024-C875-5C7F3A0EFF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680" y="671760"/>
                <a:ext cx="9230400" cy="54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577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B61E5-71D2-046F-D9DE-CFBF46C8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9838D5-1AAA-34E2-AC99-3AE589567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145D484B-8AA2-DCB0-2DCD-94437A00B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81BA6A-CBB6-5934-AF8F-32EBDF398EBB}"/>
                  </a:ext>
                </a:extLst>
              </p14:cNvPr>
              <p14:cNvContentPartPr/>
              <p14:nvPr/>
            </p14:nvContentPartPr>
            <p14:xfrm>
              <a:off x="1582560" y="658080"/>
              <a:ext cx="8141760" cy="6199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81BA6A-CBB6-5934-AF8F-32EBDF398E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3200" y="648720"/>
                <a:ext cx="8160480" cy="621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4368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2F936-EC55-0DDB-6D5D-288CA94C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B2B60F-9E67-5F0E-DA8B-E0ED1EABB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54BF6BC-09EA-2EB7-1A5D-98CEA5766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801EA9-EB02-3EBD-E64C-90010DA381AC}"/>
                  </a:ext>
                </a:extLst>
              </p14:cNvPr>
              <p14:cNvContentPartPr/>
              <p14:nvPr/>
            </p14:nvContentPartPr>
            <p14:xfrm>
              <a:off x="613800" y="652320"/>
              <a:ext cx="8415720" cy="358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801EA9-EB02-3EBD-E64C-90010DA381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440" y="642960"/>
                <a:ext cx="8434440" cy="360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4903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AAD33-00BF-6A9C-690E-9427218E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96176B-87DC-FB43-5F59-604BA5484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A38974F-07E1-B25C-F377-F5D50589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6F855A-7497-5259-3F61-6EF6156EC05C}"/>
                  </a:ext>
                </a:extLst>
              </p14:cNvPr>
              <p14:cNvContentPartPr/>
              <p14:nvPr/>
            </p14:nvContentPartPr>
            <p14:xfrm>
              <a:off x="669240" y="618120"/>
              <a:ext cx="8308440" cy="474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6F855A-7497-5259-3F61-6EF6156EC0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880" y="608760"/>
                <a:ext cx="8327160" cy="47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6405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6A24C-1931-A502-DC27-B62E7E3D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8177D7-C136-83C8-1A19-AB2DF52E4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9B7B43F-7CE7-E746-9562-034F2505FC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FDC8E7-3A8A-E851-D5D8-A8307D0C853C}"/>
                  </a:ext>
                </a:extLst>
              </p14:cNvPr>
              <p14:cNvContentPartPr/>
              <p14:nvPr/>
            </p14:nvContentPartPr>
            <p14:xfrm>
              <a:off x="510840" y="714600"/>
              <a:ext cx="7481880" cy="426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FDC8E7-3A8A-E851-D5D8-A8307D0C85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480" y="705240"/>
                <a:ext cx="7500600" cy="42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968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E8366-17A5-CBDD-68ED-0C851E4A6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C1962-A588-F60A-4229-96D450270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A6E8EFF-AB64-1869-AA76-6DD8B18B4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7B9F1B-76D2-65FD-88C5-DC68CD3B9EF6}"/>
                  </a:ext>
                </a:extLst>
              </p14:cNvPr>
              <p14:cNvContentPartPr/>
              <p14:nvPr/>
            </p14:nvContentPartPr>
            <p14:xfrm>
              <a:off x="3746520" y="138600"/>
              <a:ext cx="6273360" cy="657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7B9F1B-76D2-65FD-88C5-DC68CD3B9E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37160" y="129240"/>
                <a:ext cx="6292080" cy="659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615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6504C-BFD5-DABB-1A67-04E79E67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2C20CD-3B7C-9BAA-82A2-153214E56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2F71A9E-6456-E0EC-4DD3-24253F37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3BF53A-E56B-A029-F117-E2343F1BA31E}"/>
                  </a:ext>
                </a:extLst>
              </p14:cNvPr>
              <p14:cNvContentPartPr/>
              <p14:nvPr/>
            </p14:nvContentPartPr>
            <p14:xfrm>
              <a:off x="599040" y="46800"/>
              <a:ext cx="10589040" cy="6805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3BF53A-E56B-A029-F117-E2343F1BA3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680" y="37440"/>
                <a:ext cx="10607760" cy="682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5027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2A3D9-14BD-6DDF-ECC9-C97218D2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3F834-998B-9D05-B0B6-51F5519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CAB834C-6F94-4286-A4F1-E4F7E0E0A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9C141C-0526-4939-BB5F-679C1B7A5729}"/>
                  </a:ext>
                </a:extLst>
              </p14:cNvPr>
              <p14:cNvContentPartPr/>
              <p14:nvPr/>
            </p14:nvContentPartPr>
            <p14:xfrm>
              <a:off x="96480" y="97920"/>
              <a:ext cx="11979720" cy="676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9C141C-0526-4939-BB5F-679C1B7A57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120" y="88560"/>
                <a:ext cx="11998440" cy="677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922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Macintosh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2025-11-23T13:33:05Z</dcterms:created>
  <dcterms:modified xsi:type="dcterms:W3CDTF">2025-11-23T15:08:10Z</dcterms:modified>
</cp:coreProperties>
</file>