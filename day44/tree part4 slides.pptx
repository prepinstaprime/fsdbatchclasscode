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13:39:36.8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5507 2708 15513,'10'-59'1799,"0"1"1,-2 6 0,0 5-533,-2 1-915,-3 19 214,1 1-297,-3 19-292,0 2 158,-6 37-29,-9 10-87,6-13 1,-1 3-388,-7 7 0,-3 2 387,3-5 1,-1 1-3,-4 9 0,2 1-15,3-4 1,2 0 0,4-6 0,4-1-3,3 20 45,18-14 16,-1-21 107,22-12 90,17-36-168,-7 5-244,-8-5 0,0-3 288,-11 7 1,-1-2 2,5-6 1,1-1-26,-3 2 0,-2 0 348,0 0 0,-3 2-382,3-3-27,-5 7-18,-21 22-22,0 7 17,1 8-11,-2 12 560,2 15-554,-4 10-29,0 8-36,-2 2-132,1 2-372,3-27 0,2-1-87,3 11-862,12 7-113,7-33-55,14-4 71,9-22 945,-15-10 1,-1-4 584,13-16-1488,-9-7 0,-4-3 1651,-7-3 25,-5-3 0,-3-3 57,-9 13 0,-3-1 24,-1-1 0,-1-3 1,-1 2-296,0-2 0,-3 0 416,-5-1 1,-3-3 0,-1 8 29,-11-13-36,-6 7 0,-5 4-53,3 21 0,-5 6-32,-5 2 0,-5 2 0,1 1-393,-4 1 1,-3 4 328,5 6 1,-8 3 0,1 2 0,6 1 493,-1 3 1,0 4-629,4-1 0,-6 3 0,0 2 0,4 2-17,2 4 1,3 3 0,-2 5 14,-4 4 1,-3 6-1,0 2 1,5-3 56,1 0 1,3-1 0,0 7-482,6 0 0,-2 7 1,0 3-1,4-2 0,5-6 446,6-5 1,5-4-1,0 5-22,-5 11 0,0 7 0,2 1 0,6-5-141,8-6 1,5-4-1,5 2 67,4 0 1,5 3 0,3-1 0,-1-4 19,1-2 0,0-4 0,9-2-52,13-2 1,10 0 0,3-4 0,-5-7-139,6-5 1,2-6-146,-2-3 0,7 0 0,3-2 0,-5-4 87,2-4 1,-2-4-1,1-1 167,-4 0 1,3-1 0,0-2 0,-1-1 107,-3-2 0,0-1 0,0-3 0,0-2 68,4-6 0,1-4 1,-2-2-1,-4 2-19,-2 1 1,-4 0 0,0-4 38,-4-2 0,1-3 0,-2-1 0,-6 0 204,-5 2 1,-5 0 0,-1-4-232,0-4 1,0-4 0,-2-2 0,-2 4 446,-1 3 1,-2 1 0,-3-3-455,-2-6 0,-2-5 1,-3 0-1,-4 7 44,-7-4 0,-6 3-61,4-13 1,-8 5-9,-12 19 0,-10 9-515,-16 11 0,-5 6 389,12-2 0,-4 5-772,3 7 1,-7 4 0,1 1 0,5 2 621,-5 2 1,3 2 0,-12 1 0,7 1 0,13-1 0</inkml:trace>
  <inkml:trace contextRef="#ctx0" brushRef="#br0" timeOffset="1013">5362 3725 17188,'-27'15'1013,"2"-1"-809,-7 16 1,-6 8-1926,5-6 1,-3 2 0,1-1 1790,-8 7 0,-3 3-2,6-6 1,-5 5-1,0 1 1,4-4-75,5-5 0,3-3 1,-2 3 6,-1 0 0,-3 3 1,1-1-1,3-2 414,-9 8 1,3-1-637,4-5 1,0 2 0,5-4-1018,9-8 1,3-1-242,-11 10 0,5-3 1479,16-8 0,9-17 0,1-1 0</inkml:trace>
  <inkml:trace contextRef="#ctx0" brushRef="#br0" timeOffset="1450">5256 3780 19932,'26'10'851,"12"11"-753,-8 0 0,2 3-788,7 5 0,0 0 721,-5-5-1,2 0 18,5 2 1,5 1 0,-2-3-715,8 2 1,2-1 654,-3-2 0,4 1 0,-1-1-55,-8-6 1,-2-1 0,0-1-225,0 0 1,-1-1 0,-1 0-308,5 1 1,0 1 596,14 8 0,-7-1 0,-17-8 0,21 12 0</inkml:trace>
  <inkml:trace contextRef="#ctx0" brushRef="#br0" timeOffset="2313">4351 4896 7666,'3'0'1321,"-1"0"4057,-2 0-3905,8 22-219,-13-9-358,-1 21-565,-11-18 448,-25 9-297,7-9 16,-16 2-229,19-11 537,-9-11-386,16-6-106,-9-9-113,14-5-77,4-4-57,7-3-44,7 0-1,14 2 1,10 3-7,12 5 18,10 7-17,5 7-23,3 12 1,-1 12-18,-9 15 29,-14 13 11,-21 14-391,-14-22 0,-7 2 334,-8 6 1,-5 2-509,4-13 1,-2 1 0,-2 0 517,-1 1 0,-2-1 0,0 0 32,0-1 0,0-2 0,2-1-414,-6 3 1,1-1 444,-2-3 1,1-3-7,5-10 0,1-1 174,-23 8 628,4-8-510,27-19 1279,9-4-1559,14-9 1059,12-5-1076,18-2-22,16 1 0,-19 14 0,2 1-120,3 2 1,2 2 71,2 0 1,1 2-110,1 3 0,1 0-277,1 1 0,-1 1-566,0 1 0,-1 1-1070,-2 0 1,-1-1 2069,0 0 0,-4 0 0,4-1 0,-8-1 0</inkml:trace>
  <inkml:trace contextRef="#ctx0" brushRef="#br0" timeOffset="2730">4583 4802 14907,'-47'-31'852,"0"0"1,-1 0-1,2 4 1,1 1 0,1 7-531,-6 9 0,2 7-999,-5 4 0,0 5 752,-4 5 1,0 4-37,17-1 0,1 4 1,-1 1 1,-1 3 0,1 3 0,0 3-462,0 3 0,1 4 0,1 2 445,0 4 0,2 2 1,1 3-25,3 4 0,1 1 0,4 3-10,2 0 1,3 3 0,3-1-122,4-1 1,3 1-1,3-1 114,4-3 1,4 0-1,3-2-28,4-3 0,2-2 1,5-2-68,11 15 0,8-6-306,7-7 0,7-7 334,8-9 0,6-8 31,-14-10 1,1-4 0,2-4-191,6-3 1,0-4 0,1-2 178,3-2 1,1-3 0,-1-2 42,1-2 1,0-3-1,-2-1 41,-1-2 1,-1-2 0,-1-2 14,-4 0 1,-1-3-1,-2-1 15,-5-1 1,-1-1-1,-2-2 15,-4 0 1,-3-1-1,-2-2 99,-3 0 0,-2-1 0,-4-1-107,-2-1 1,-3 0 0,-3-2 3,2-18 1,-6-2-6,-8 2 0,-8 2-11,-7 6 0,-8 3 142,-10 7 0,-7 5-182,-10 8 1,-6 6-12,14 10 1,-2 4-1,-1 2-116,-2 2 1,-1 2 0,1 3-1029,0 1 0,0 3 0,3 0 865,-11 4 1,4 1-1,-9 5 1,31-5 0</inkml:trace>
  <inkml:trace contextRef="#ctx0" brushRef="#br0" timeOffset="3414">6601 4669 18913,'-45'-1'567,"-1"1"1,2-1-1,12 2-505,26 1-40,0 0 51,7-1 437,7 0 190,13-1-151,38-6-465,-11-1-232,-5-1 1,1 0 198,11-4-1655,-20 6 1,-1 1 1614,5 0-5,-2 12 11,-21 19-1,-4-1 24,-3 31-4,-8-18 0,-3 1 12,1-7 1,0 2-46,-2 6 1,1 5 0,-1-3 1242,1-3 1,0-1-1284,0 8 1,0 0-152,1-6 1,1-2-2332,2-3 0,1-3 1321,1 21-4840,7 8-1512,-6-42 7550,2 1 0,-5-15 0,-1-5 0</inkml:trace>
  <inkml:trace contextRef="#ctx0" brushRef="#br0" timeOffset="3614">6470 5131 17112,'46'-15'-42,"1"0"0,-1-1 0,0 1 0,14-5 0,-1 1 0,-5 2-271,-6 4 1,-1 0-401,-5 0 0,3-2 0,-4 1-2603,-2-1 1,-1-1 2682,12-3 1,-5-1 0,-5 1 0,-20 9 0</inkml:trace>
  <inkml:trace contextRef="#ctx0" brushRef="#br0" timeOffset="4000">6439 4403 10826,'-45'13'995,"-1"-1"1,0 1-1,-12 6 1,3 6-571,17-3 1,2 3 0,3 1-826,0 3 1,2 4 793,3 8 0,-1 6 0,5-3-609,5-5 0,3 3 268,1 6 0,0 9 1,2 2-1,5-4-57,5-5 1,5-3-1,1 3-9,1 0 1,1 5-1,2-2 1,3-4 4,0-5 1,3-4-1,6-1 0,15 8 1,9-2 0,1-8 1,-8-13 1,2-6-1,3-1-416,2 1 0,4 0 0,2-2 0,-4-4 424,1-4 0,-2-3 0,2-4 14,14-3 1,3-4 0,-2-2-385,-9-2 0,-2-3 0,4-3 434,-9 2 0,4-3 1,0-2-1,0 0 0,-3-1 18,5-3 0,-3-1 0,0-1 0,-2-1-27,-1 1 1,0 0-1,-2-1 1,-2-4 177,1-5 0,-2-4 1,-2-1-1,-4 1-28,-5-1 0,-4 1 0,0-2-129,7-5 1,1-1 0,-7-4 51,-8-5 1,-7-3 0,-4 6-103,-3 10 0,-7 1-55,-10-13 1,-7-6 0,-7 10-300,-15 13 1,-8 8 151,-2 1 1,-6 2 0,1 5-40,11 9 0,1 5 0,-4 4-2245,-10 6 0,-7 4 1,2 2-1,7 0 1770,-1 0 0,3 1 0,1 1 0,-2 1 0,14-2 0,15 0 1</inkml:trace>
  <inkml:trace contextRef="#ctx0" brushRef="#br0" timeOffset="9908">3542 6091 18442,'7'-25'818,"-1"5"-935,-6 21 66,0 0 107,-1 4 308,-2 6 124,-7 14-113,-17 20-269,4-12 1,-4 2-910,-9 8 1,-5 1 826,9-10 0,-2 0 0,-1 1-588,-4 2 1,-1 1 0,-1 0 567,-2 1 0,0 1 0,-1-1-14,1 1 1,-1 0 0,1-1-40,1 0 1,0-1-1,2-1-101,3-2 1,1 0 0,1-1-888,-10 12 1,3-1-1778,8-6 0,5-2 2405,7-7 1,4-3-1,-2 4 1,12-16-1</inkml:trace>
  <inkml:trace contextRef="#ctx0" brushRef="#br0" timeOffset="10504">3647 6124 10136,'-4'-5'4833,"1"1"332,3 4-4941,-25-55-241,19 42-28,-19-40 107,25 60 134,10 15-129,0-2 56,9 8 0,2 2-27,5 4-4,4 0 0,5 2 3,3-4 1,3-1-1167,4 2 0,0 0 1076,0-1 1,0-2 8,1-1 0,-1 0-362,-9-5 1,0 0 327,9 7 1,1 1-29,-4-1 1,0 1-219,5 6 0,-2 1-437,-9-6 0,-1 0 703,6 8 0,-5-4 0,-4-1 0,-7-7 0</inkml:trace>
  <inkml:trace contextRef="#ctx0" brushRef="#br0" timeOffset="11196">6862 5860 19361,'-35'-1'706,"-3"15"-454,0 34-1940,3-3 1763,9-13 1,-2 3-23,-3 5 1,-1 0-66,0 1 1,0 0-39,-3 5 0,1-2-96,12-12 0,1-3-184,-5 12-663,7-5-6702,18-16 7695,4-5 0,3-6 0,1-9 0</inkml:trace>
  <inkml:trace contextRef="#ctx0" brushRef="#br0" timeOffset="11500">6931 5743 14325,'0'-3'4128,"0"1"-2621,0 2-1215,44 23 119,-15-7 1,3 2-141,16 7 1,3 1-681,3 2 0,1 0 527,-1-2 0,-1-1-82,-10-5 1,3 1-26,-1 0 0,5 1 1,-4 0-40,4 2 0,-2 0 5,-9-6 1,1 1-1,0 1-145,1 1 0,-1 1 0,-3-1-381,0-1 0,-3-1-1736,14 9 0,-4-1 1586,4 5 1,-23-14 0,-15-8 0</inkml:trace>
  <inkml:trace contextRef="#ctx0" brushRef="#br0" timeOffset="12458">2329 7766 19143,'-15'-48'980,"0"0"0,2 4 0,1 10-644,7 22-420,0 6-95,3 8 174,-1 14 16,-3 19-56,-4 24-62,4-20 0,0 0-429,0-5 0,1 1-122,-3 21 0,2 1-356,3-19 1,1 1-1183,-2 15 1,2-1 2195,2-13 0,1-5 0,-1 6 0,3-13 0</inkml:trace>
  <inkml:trace contextRef="#ctx0" brushRef="#br0" timeOffset="12891">2386 7502 14141,'-36'-50'1635,"-1"-1"1,2 7 0,-1 10-1020,-22 18-685,25 17 1,-1 4 208,-4 5 0,1 5-594,-3 6 1,1 7 531,0 6 0,1 6-33,1 8 0,2 5-45,13-11 0,0 2 0,3 1-319,-1 5 0,2 1 0,1 1 251,2 3 1,2 0 0,2 1-68,3-2 1,1 0 0,4-1-55,4-4 1,2-1-1,4-2-91,9 14 0,8-5-350,8-9 0,8-8 400,7-9 1,5-7 58,6-8 0,4-7 135,-18-7 1,1-4 0,0-2-216,1-3 1,1-3 0,-2-2 369,1-4 1,-2-2-1,0-3 39,-2-2 1,-2-2 0,0-1 29,-3-3 1,-2-1 0,-1-1 16,-2-2 1,-2-1-1,-2-1-88,-3-1 0,-3-1 1,-1-2 35,-3 0 0,-3-2 0,-2 0-21,-3-1 1,-2 0 0,-3 0-27,-3 0 0,-3 1 1,-2 0 72,-6-16 0,-6 2 222,-8 8 1,-5 4-321,-6 7 1,-6 6-29,-7 6 0,-3 7-50,-4 4 0,-2 5-110,0 3 1,-1 3-127,5 5 1,2 3-393,6 1 1,4 4-1581,7 3 0,4 3 2205,-10 15 0,22-14 0,13-9 0</inkml:trace>
  <inkml:trace contextRef="#ctx0" brushRef="#br0" timeOffset="13735">4478 7456 19546,'-10'-43'545,"-1"0"0,1 1 0,3 7-349,8 15-129,6-5-50,9 1-34,12 3-39,10 6-28,6 6 34,-8 9-152,16 17 34,-21 8-50,8 18-73,-21 15 252,-11-16-110,-9-10 0,-5 0 188,-12 12 84,-8 8 95,-4-8 169,2-10 162,3-14 17,5-10-85,4-10-89,6-7-112,3-6-100,5-6 101,1 6-298,8-1-22,6 8 5,11 0-22,12 7-22,19 13 27,-13-2-22,-10 0 1,-2 3-152,5 7-28,1 8 11,-16 4-146,-30 14 230,-4-13-109,-8-8 0,-4-2-1741,-26 10 603,17-14 1,-1-1-14,6-5 0,-1-1 1417,-9-1 0,3-2 0,10-4 0,-9 0 0</inkml:trace>
  <inkml:trace contextRef="#ctx0" brushRef="#br0" timeOffset="14160">4712 6999 13205,'-3'-7'2358,"-24"-13"0,-9 0-1540,-11 12-3178,-13 0 1,-2 5 2502,30 10 0,2 7 51,-8 10 0,-2 8 0,5-2 90,10-4 1,1 3-263,-6 9 0,-3 7 1,4 0-18,10-7 1,2 1 0,1 1-99,-4 12 1,0 4 0,2 1 41,2 1 1,2 1 0,3 2-34,4-9 0,1 2 0,2 0 0,2-5 29,-1-1 1,2-3 0,4 0-84,2 10 0,4 1 0,6-8-229,6-9 0,7-6 211,5-5 1,6-1 0,-1-4 82,2-1 1,5-5 8,13-8 1,8-6-1,-8-3 832,-14-4 0,0-3-688,10-4 0,6-2 1,-5-4-11,-2-8 1,-3-4 132,-9 4 1,0-3 0,0-3 152,2-10 1,-1-5-1,-3-1-164,-7 3 0,-3-1 1,-1 0-134,-1 1 1,-1-1 0,-4-1 26,-4-1 0,-4-2 0,-2 2 563,-1-11 0,-5-1-552,-5 5 0,-2-2 1,-3 3-101,1 0 0,-9 2 19,-10 7 1,-9 0 0,-3 9-194,-9 11 0,-4 7 171,-8-7 1,-3 4-31,15 13 1,-2 5 0,0 3-180,-1 4 0,0 4 0,1 0-46,-11 0 1,0 3-2188,4 6 1,-2 5 0,9 0 2230,15-4 0,4 0 0,-6 3 0,4-2 0,11-1 1</inkml:trace>
  <inkml:trace contextRef="#ctx0" brushRef="#br0" timeOffset="14871">6516 6957 19328,'-6'-39'1030,"-1"1"0,-8-18-890,-11 74-11,-4 17-84,2 5-15,3 5 1,2 4-1395,7-9 0,1 0 1347,-5 8 1,2 3-54,5 8 0,5 0-226,8-13 0,5-1 215,2 7 0,3-2 69,2-15 1,5-4 34,29 6 95,-6-22 195,9-3 163,-6-17 51,-9-11-45,-9-12-252,-10 1 2145,-6-19-2123,-8 13 1054,-7-10-1244,-4 19-16,-19 3-90,2 14-24,-17 2-32,4 17-96,-2 11-241,2 11-566,6 6 17,10-6-3052,9 5 4038,17-8 0,-3-9 0,7-5 0</inkml:trace>
  <inkml:trace contextRef="#ctx0" brushRef="#br0" timeOffset="15301">6754 6571 16214,'-48'-24'653,"1"0"0,-1 0 0,1 3 0,1 2 0,1 9-353,-4 15 0,2 8-205,8-2 0,0 3 31,-9 9 0,1 7-804,17-2 1,1 4 0,1 1 703,-1 3 0,1 2 0,1 2-24,-3 12 0,2 4 0,4 1-295,5-3 0,3 1 0,3 1 229,1 5 1,2 0-1,1-2 6,2-10 0,1-3 1,4 3-137,3-1 1,2 3 0,3-1 0,3-6-129,10 13 1,6-5 119,0-5 1,4 0 0,5-7 49,2-16 1,3-6 0,2-4 104,3-2 1,3-6-1,1-2 86,1-5 0,1-3 1,0-4 66,0-2 0,0-2 1,-1-4-226,-2-3 0,-1-3 0,-1-3 352,-3-2 0,0-3 1,-3-2 36,-1-2 1,-3-3 0,-1-1 59,-2-2 1,-2-2-1,-2-1-185,-2-2 1,-1-1 0,-3-1-64,-2-1 0,-2-2 0,-2 1 64,-3-1 0,-1 0 1,-3 0-90,-2 2 1,-1 1 0,-3 1 57,-6-17 0,-7 3-42,-6 10 0,-7 5 58,-9 7 1,-7 6-163,-8 8 1,-3 7-80,-5 4 1,-1 6-193,0 7 0,0 4-539,3 4 1,2 4 840,4 7 0,4 1 0,-5 3 0,15 1 0</inkml:trace>
  <inkml:trace contextRef="#ctx0" brushRef="#br0" timeOffset="16284">7105 5914 19025,'-33'-35'-56,"11"9"353,34 35-34,16 9-31,3 3 1,2 1-71,20 12-894,-4-3 0,3 3 816,-8-5 0,2 1-30,-5-5 0,2 1 0,1-1-478,3 2 1,2-2-1,0 0 461,2-1 1,2-1-1,1-2-9,0-1 0,0-1 0,1-2-6,-1-1 1,0-1-1,-1-1-5,-2-1 0,0 0 0,-2-1-6,-3 0 0,-2-1 0,-1 1-126,13 4 1,-1 0 139,-5 4 0,-3 0-8,9 6-41,-26-9 0,-4 1 46,-4 0 1008,1 2-957,-9-6 2089,-8-5-1551,-3-5-35,-3-3-397,0-1-4379,0-3 4200,0 0 0,0-1 0,0 2 0</inkml:trace>
  <inkml:trace contextRef="#ctx0" brushRef="#br0" timeOffset="16934">9324 7117 5103,'1'-6'7192,"0"0"-5188,6-25 1,0-9-527,-7-3-1159,3-5 1,-1 2 923,-14 8-874,-10 6 478,-4 10-651,-13-1-129,8 14 0,-1 3-28,-30 3-11,0 6-28,30 5 0,1 3 1887,-15 14-1924,16-2 1,1 2-3,-7 11-48,18-4 1,7 2 2,14 4 50,3 7 6,24-9 78,21-15 40,8-4-1713,-22-15 0,-1-3 1712,14-8 124,4-18 78,-16-4-14,-12 4 1,-3-2-66,5-9 132,-13 7 1,-3 0 98,-7 3-241,1-6 139,-7 17-128,0 10 3252,0 2-3594,-2 5 62,2 3 39,0 22 39,1-6-31,0 24 1,0 4-31,0 0-409,0 6 1,0 3 37,1-19 1,-1-1-1036,1 11 0,0 1 500,-1-9 1,1-1 955,0 14 0,-1-5 0,0-12 0,0 14 0</inkml:trace>
  <inkml:trace contextRef="#ctx0" brushRef="#br0" timeOffset="17367">9576 6763 16751,'-37'-47'928,"1"0"0,3 12 1,-1 0-1,0 7-612,-1 10 1,-1 4-1095,-18-7 0,-5 6 1008,1 10 0,0 7-107,15 3 0,-1 3 1,0 2-881,-3 5 1,1 2 0,2 2 789,-12 6 1,3 4-6,11 0 0,0 4 0,2 5-235,1 7 1,2 5 0,2 1 194,9-11 1,0 2 0,1 0 0,1 2-21,-1 8 0,1 3 0,2 0 0,4-3 0,2-4 0,5-2 0,4 3-58,7-1 1,4 4-1,3-1 1,2-7 33,3 4 0,6-3-8,8 6 0,8 3 1,6-9-567,9-16 1,7-10 0,-2-1 612,-10 1 0,0-2 0,4-2 10,1-7 0,6-1 1,2-3-1,-1-2 1,-6-2 62,6-5 0,-4-3 0,1 0-14,-5 3 0,0 0 0,1-2 0,-1-4 75,2-7 0,1-4 0,-3-2 0,-5 0 138,-2-2 1,-4-2 0,1-2-76,0-1 1,2-3 0,-1-1-1,-5 1-46,9-13 1,-8-3-16,-10 10 1,-3-4-1,-3-1-54,-5-5 1,-4-2-1,-2-1-71,-2-1 1,-2 0 0,-6-2-59,-5-7 1,-5-1-1,-9 5-56,-8 12 1,-7 4 0,-3 5 42,5 6 1,-3 5-1,-4 3-174,-4 6 1,-5 4-1,-2 3 1,1 3-1470,1 4 1,-1 5-1,0 1 1,0 1 1699,-6-1 0,-2 2 1,1 1-1,5 0 1,-1 1-1,5 0 0,3 2 1,4 1-1,1 0 1</inkml:trace>
  <inkml:trace contextRef="#ctx0" brushRef="#br0" timeOffset="24662">12940 2117 10674,'0'-6'5763,"0"1"-3046,0 5-2566,-2-23 96,0 30 10,-1-7-22,1 45-44,3 14-133,0-23 1,1 2-246,0 4 1,1 1 216,1 5 1,0 1-598,0 3 1,-1 1 580,0 2 0,0 2 0,-1 4 0,0 0-413,-1-19 1,0 1 0,0 0 400,0 3 0,1 0 0,-1-1 1,1 9 0,0 2 13,1 5 1,1 4 0,0-1 3,-1-14 1,0-1 0,0 3-471,1 2 0,-1 5 0,1 2 0,-1-3 482,0-4 0,0-1 1,-1 0-1,0 0-2,0 3 1,0 1 0,0 0 0,-1 1-10,0 1 0,0 2 0,0-1 0,-1 1-3,1 2 0,-1-1 1,0 1-1,0 0 4,0-11 1,0 0-1,0 0 1,0 1-1,0-1-322,0 1 1,0 0 0,-1 1 0,1-1-1,0 1 337,0 0 0,0 0 0,-1 0 0,1 1 0,0-1 4,0 1 1,-1 0-1,1 0 1,0 0-1,0 1-136,0-1 1,0 1-1,0 0 1,-1 0 0,1 0 115,1 0 0,-1 0 1,0 0-1,0 0 1,1 1-148,-1-1 0,0 1 0,0 1 1,0-1-1,0 0 140,1 0 1,-1 0-1,0 1 1,1-1 0,-1 1-56,0-1 1,0 1-1,0 0 1,0 0-1,0 0 45,0 0 1,0-1-1,0 1 1,0 0 0,0 0 1,0 0 1,1 0 0,-1 0-1,0 0 1,-1-1-2,1 1 1,0-1 0,-1 0-1,0 0 1,0 0-23,1 0 0,-1 0 1,0 0-1,0-1 0,0 0 29,0-1 0,0 0 1,-1-1-1,1 1 1,-1-1-1,1-2 0,0 1 1,1-1-1,-1 0 1,0-1-4,0 11 1,0-2 0,0 1 0,1-2-2,0-3 0,1 0 1,0-1-1,0-1 115,0-4 0,1 0 0,0-2 1,0 0-195,2 9 0,1 0 0,0-3-183,0-7 0,1-1 1,0-1 253,5 15 0,-1-6 0,1 4 0,-2-17 0</inkml:trace>
  <inkml:trace contextRef="#ctx0" brushRef="#br0" timeOffset="26142">19161 2437 19434,'18'-56'1056,"1"0"1,-3 6 0,-3 9-497,-7 16-196,-3 12-369,-2 7-259,-1 7 186,-3 12 184,-5 18-16,-8 25-65,4-19 0,-1 3-478,-2 6 1,0-1 452,3-8 0,0 0 0,-3 16 0,1-1 0,7-19 0,2-1-1550,-3 16 0,2-2 1550,5-2 0,6-3 67,4-29 135,4-3 33,10-12 580,8-11-569,9-14 12,7-9-143,-24 15 0,1 0 142,20-22 6,-7 7 3253,-13 11-3297,-1 6-180,-16 13-112,2 0-11,-6 10 73,3 11-6,2 16-11,0 16-62,-1 16-212,-5-28 0,-1 1 19,1 0 0,1 1-204,2-3 0,3-1-1390,18 24-3270,15-14 5147,2-15 0,-14-13 0,-12-9 0</inkml:trace>
  <inkml:trace contextRef="#ctx0" brushRef="#br0" timeOffset="26676">19538 2008 18784,'-28'-32'658,"0"0"0,-1 0 0,-15-11 0,-3 9-535,3 19 1,-2 7-1238,-8 3 0,-3 6 1207,15 3 1,0 4-1,-1 3 6,-4 4 0,0 3 0,0 3-12,-2 6 1,-1 4 0,2 3-45,11-5 1,0 2-1,1 3 1,1 0-514,0 4 1,1 2 0,1 2 0,2 1 490,1 2 0,2 1 0,2 2 0,3 0-9,1 2 1,2 0 0,3 1 0,2 0-15,2 0 1,4 0-1,1 0 1,2-2-9,0 4 1,3-3 0,5 2-216,5-1 1,4 4-1,3-2 1,3-5 173,4-4 1,4-4 0,3 1 2,0 0 0,4 3 1,3-2-1,1-5-49,13 1 0,3-7 0,3-3 28,-11-7 0,2-3 1,1-2-1,1-1 20,1-2 0,2-1 0,0-3 0,0-1 33,1-1 1,0-2 0,0-2-1,0-3 40,0-1 0,-1-3 0,0-2 0,-1-1 16,-1-3 1,1-1-1,-2-2 1,0-2 12,0-3 0,-1-1 1,-1-2-1,-1-1 11,1-1 1,-2-2-1,0-2 1,-1 0-1,0-2 1,-1-1-1,-1-1 1,-1 0-19,-1-2 0,0 0 0,-2-1 0,-1-1-14,-2 0 0,-1-1 1,-2-1-1,-1 0 20,7-12 0,-4-1 1,-3-1 6,-5 2 1,-4 0 0,-4 0-70,-4 2 0,-4 1 0,-7-1 79,-11-3 0,-8-1 0,-2 5-174,-1-3 1,-8 4 113,-7 6 1,-9 1-1,-1 6-80,7 11 0,-1 4 1,-3 1-425,-11-5 0,-2 0 1,1 3-950,8 4 1,2 1 0,0 2 1443,-4-1 0,0 2 0,8 1 0,-11-1 0,3 2 0</inkml:trace>
  <inkml:trace contextRef="#ctx0" brushRef="#br0" timeOffset="28204">3918 5866 7772,'-11'2'3361,"2"-1"-2241,9-1 672,0 0-1517,34-12 83,6-1-249,-3 0 1,3 0-29,-3 1 0,0 0-14,3-1 0,0 2-406,15-6 379,-13 5 369,-27 9 5,-13 3-386,-11 4-33,-15 6 38,-32 12-21,11-5 13,9-3 0,0-1 31,-12 4 14,13-4 0,1 0 325,-11 3-244,-13 7-168,36-14-123,-4 2-492,18-7 345,9-4 652,9 0-57,28-13-252,11-4-39,8-5-198,-25 8 1,0 1 270,15-5 50,4-3 666,-17 8-436,-18 6-51,-12 4-498,-16 6 134,-10 3 73,-14 6 5,-17 9-27,15-7-17,-9 6 209,26-10-1794,2-1 408,11-3 550,10-3 638,19-2 0,-12 0 0,9-1 0</inkml:trace>
  <inkml:trace contextRef="#ctx0" brushRef="#br0" timeOffset="29017">6619 5541 8892,'-6'2'5601,"2"-1"-2559,4-1-2549,-63 15-426,47-10-126,-21 3 0,10-1-75,27-6 274,4-2 84,6-1-202,9-2-61,0-1-196,25-5-17,-10 1 45,17-4 145,-14 3 45,-7 2-50,-10 2 5,-9 4-156,-6 1 341,-8 4 45,-6 4-95,-13 6 0,-12 5 33,-10 5 96,-7 1 123,0-1 11,8-3-129,11-5-134,15-6-34,9-6 96,8-1-1,2-2 247,15-5-375,9-3-129,19-7-180,8-4-470,3-2-3811,-1-1 4584,-12 4 0,-18 7 0,-13 6 0</inkml:trace>
  <inkml:trace contextRef="#ctx0" brushRef="#br0" timeOffset="31083">18676 3625 19490,'3'-15'504,"-5"9"-140,-16 27-163,-3 0-22,-3 1 1,-4 3-60,-5 1 1,-5 2-1554,-7 6 1,-7 4 0,-1 0 1455,14-10 1,-1 0 0,0 1 0,0-1-332,-2 2 0,0-1 0,0 1 0,-1 0 309,-2 2 1,-1 0-1,-1 0 1,2 1-51,-1 0 0,1 0 0,1 0 0,-1 0-174,2-1 0,0 0 1,1 1-1,0-1-735,0 2 0,0 1 1,2-1-1,5-3-3958,-8 12 1,8-4 4783,12-12 1,5-2 0,1 5 0,14-23-1</inkml:trace>
  <inkml:trace contextRef="#ctx0" brushRef="#br0" timeOffset="31597">19507 3766 20240,'25'31'181,"1"0"0,14 16 0,2-1-122,-13-14 0,2 0-928,-1 1 0,3 1 0,-2-1 888,1 1 1,1 0-61,0-1 0,4 3 0,-3-2-883,1 3 0,0 1 546,0-1 0,2 3 0,-5-5 0,-8-8 0,-4-3 0,15 19 0</inkml:trace>
  <inkml:trace contextRef="#ctx0" brushRef="#br0" timeOffset="32521">17045 4965 12307,'-37'1'3024,"0"0"1,-11 3-2704,0-1 1,1 0-60,7 4 477,0 2-3932,13-2 3445,6-1 1067,5-1-1440,14-4 219,2 0 204,6-1 108,10-4-130,18-3-140,20-7-96,-20 5 1,3 1 1276,11-3 1,0 1-1314,-15 4 1,-1 0-9,10 0 0,-3 2 0,0 7-6,7 16 34,-17 11 11,-7 24-11,-14-7 8,-5-1 1,-3 0-276,-1 7 250,-1-12 0,0 5 1,0-5-12,-3 16-132,2 5 1,1 0-194,2-13-398,1-5 0,3 0-7860,6 8 8583,0-7 0,-1-14 0,-6-22 0</inkml:trace>
  <inkml:trace contextRef="#ctx0" brushRef="#br0" timeOffset="32742">16920 5519 13709,'-4'-3'5069,"0"2"-4559,4 1-510,43-41-8,-15 31 0,4 0-430,7-15 0,4 0 385,11 12 0,3 1-278,0-4 0,-2-3-540,-1 1 0,0-3-2891,1-3 1,-5-3 3761,-20 8 0,-5 1 0,4-6 0,-15 11 0</inkml:trace>
  <inkml:trace contextRef="#ctx0" brushRef="#br0" timeOffset="33138">17232 4642 9881,'-59'-5'1267,"0"-1"1,0 1 0,-1 3-1,-4 2 1,2 1 0,10 1-2120,10 3 1,1 3 1112,-13 3 1,-8 4-1,8 4-383,6 9 1,4 6 319,5-2 0,0 3 0,2 1-116,6-5 0,3 1 0,0 6 2,4 5 0,0 8 0,1 3 0,2-1 0,4-7-388,2-3 0,3-4 0,1 5 261,-1 4 1,0 7-1,1 3 1,3-2 0,6-7-54,9-1 1,6-5 0,3 1-8,5 9 0,5 0 1,2-4 53,-2-10 1,1-4-1,5-3-33,11 2 0,7-3 0,1-6-284,-7-8 0,1-5 0,4-1 272,3-1 0,5-2 0,0-1 1,-1-3 46,-6-3 1,-2-2 0,0-2 0,2-1-93,5-1 0,2-3 0,0-1 0,-3-2 165,8-7 0,-2-2 0,-4 0 0,-10 3 0,-2 0 0,1-3 82,-2-3 0,3-3 0,-1-2 0,-5 1 33,-3 0 1,-4-1 0,0-1-69,8-3 0,0-2 0,-4-3 119,-5-6 0,-4-4 0,-6 2-41,-5-5 1,-5 1 182,7-10 1,-8-2-246,-18 17 1,-9 0-1,-3 4-47,-12-1 0,-8 3 50,1 3 1,-6-2 0,-2 6-104,-1 7 0,-2 6 0,-1 1-116,-1 2 0,-1 3 0,0 1-418,2 2 0,0 3 0,2 1-2732,4 3 0,1 1 0,3 2 3034,-3 0 0,5 1 0,-10 5 0,36-4 0</inkml:trace>
  <inkml:trace contextRef="#ctx0" brushRef="#br0" timeOffset="33988">20373 4783 18207,'3'6'431,"-1"0"-61,1 18 123,-9-4 39,-8-1 11,-10-1-16,-6-5 5,-4-6 0,3-8-61,5-8-130,6-9-145,5-9-100,7-5-80,7-1-32,11 2-7,7 6-16,9 7-6,7 8-33,4 9-34,4 12 39,-2 12 45,-7 14 28,-13 12 11,-22 14-634,-9-26 0,-6 2 567,-10 4 0,-6 1 18,7-12 1,-3 0 0,0-1 18,-4 2 1,0-2-1,0-1 22,-6 6 0,-1-2 42,-12 3 0,2-5-61,-2-6 153,19-11 0,2-5 81,6-13-78,14-10-56,14-9-50,12-4-23,18-3-5,18 4 233,-19 15 0,4 2-242,4 1 0,3 4-3,4 1 1,2 3-20,4 2 0,2 1-545,2 2 1,1 1 446,2 0 0,0 1-169,0 0 1,0 0-515,-2-1 1,-1-1-220,-4-1 0,-2-1-835,-4-2 1,-2-1-1471,-6-3 1,-2-3 3329,-3-4 0,-4-2 0,2-1 0,-8-4 0</inkml:trace>
  <inkml:trace contextRef="#ctx0" brushRef="#br0" timeOffset="34363">20976 4703 10549,'-45'-28'697,"-1"-1"0,1 0 0,-1 1 0,1 2 0,0 0 0,1 2 0,0 5-376,-3 5 0,0 5 0,0 1-845,-2 1 1,-1 2 0,0 1 700,0 3 1,0 3 0,-1 1-55,1 3 0,1 1 0,0 3-30,0 3 1,1 2-1,0 2-26,1 3 1,1 3-1,2 1-30,-1 4 1,2 2-1,1 2-15,1 3 1,2 3-1,2 2 4,1 3 0,3 2 1,3 2-9,3 1 1,3 2 0,3 1-31,4-1 1,4 1 0,5 0-15,4-3 0,5 0 0,5-1 12,3-3 1,5-1 0,5-2 11,4-3 0,4-1 1,4-3 12,5-2 0,4-3 0,3-2-6,5-1 1,4-4 0,1-2-31,6-2 1,2-4 0,5-2-8,-17-6 1,4-2 0,2 0 0,-2-2 0,-3 0-417,12 0 1,-3-1 0,3-2 459,-13-2 0,4 0 1,0-2-1,0-2 0,-4-1 103,2-4 0,-2-2 0,-2-1 0,-2 0-43,8 0 1,-1-1 0,0-2 83,-5-1 1,2-3 0,-1-1 0,-6 0 235,7-11 1,-5-1-223,-8 4 0,-1-2 0,-2-1-66,-4-1 1,-3-1-1,-3-4-596,-2-10 1,-4-3 0,-3 3 508,1-4 0,-6 0-16,-8 4 1,-5-2 0,-6 5 53,-12 3 0,-8 5-132,1 6 1,-4 1-1,-4 3-121,-7 3 0,-4 3 0,-3 3-514,-7 1 0,-3 4 0,-2 3 712,9 4 0,-4 2 0,2 1 0,4 0 0,-13 0 0,6 1 0,2 3 0,0 0 0</inkml:trace>
  <inkml:trace contextRef="#ctx0" brushRef="#br0" timeOffset="43006">6377 7840 15709,'-4'2'5272,"1"-1"-1752,3-1-4066,-15-9-665,11 7-167,-11-8-2222,15 10 1896,1 0 531,2 2 961,2 1 0,-2 0 1,1 0-1</inkml:trace>
  <inkml:trace contextRef="#ctx0" brushRef="#br0" timeOffset="43412">9381 7683 14914,'-1'-7'-798,"0"2"0</inkml:trace>
  <inkml:trace contextRef="#ctx0" brushRef="#br0" timeOffset="43822">6087 7958 19127,'49'-23'-261,"-2"8"0,-36 16 1,0 2-1</inkml:trace>
  <inkml:trace contextRef="#ctx0" brushRef="#br0" timeOffset="44106">8918 7781 16165,'0'0'0</inkml:trace>
  <inkml:trace contextRef="#ctx0" brushRef="#br0" timeOffset="44422">6506 7890 17514,'-5'0'-67,"2"0"-2033,3 0 2100,-15 1 78,14 0-232,7 4 1,2-3 0,12 2 0</inkml:trace>
  <inkml:trace contextRef="#ctx0" brushRef="#br0" timeOffset="44672">8783 7750 15347,'0'0'0</inkml:trace>
  <inkml:trace contextRef="#ctx0" brushRef="#br0" timeOffset="46748">6465 7909 7531,'2'8'3260,"1"-2"-767,-3-6-735,0 0-2284,-3 0-1956,2-1-2603,0-1 5085,5 0 0,-1 1 0,0 0 0</inkml:trace>
  <inkml:trace contextRef="#ctx0" brushRef="#br0" timeOffset="50231">16645 6178 15113,'34'-43'1432,"0"0"0,-3 4 0,-9 11-1122,-17 24-411,-8 8 528,-9 10 74,-16 20-266,4-7 1,-4 3-701,-9 9 0,-4 1 580,8-8 1,-2 1 0,-1 0-36,-5 4 1,0-1 0,-1 2-33,-3 1 1,-1 0-1,0 1-552,0 1 1,0 0 0,0 1 497,2-2 1,0 1-1,1-1-58,3-1 0,1 0 0,1-1-149,4-2 1,1-2 0,2 1-1281,-9 11 1,4-1 1492,6-3 0,5-4 0,-3 4 0,12-11 0</inkml:trace>
  <inkml:trace contextRef="#ctx0" brushRef="#br0" timeOffset="50987">15682 7519 8086,'1'-4'6995,"-1"1"-4362,0 3-1316,-20-71-298,7 44-683,-2-15 0,-2 4 0,-5 22-151,-22 8-141,8 8 1,1 6 0,-3 4-456,4 5 1,-2 2 418,-9 5 1,-2 3-15,-6 10 0,3 2-42,13-6 1,5 1 5,2-3 0,7 0-87,10 17 163,22-17 112,12 3 10,17-9 18,12-11-43,-13-11 1,-1-4-48,16-3 25,-14-5 1,0-2 137,10-15-107,-19 8 0,0-2 61,3-7 1,-1-1-81,-7 4 1,-1 1-38,-1 0 0,-1 2 285,9-15 62,-14 17 34,-1 1-487,-9 11-253,-4 8 119,-5 12 1087,-1 2-869,-9 26-29,-4 10-36,4-13 1,0 2-254,0 4 1,-1 3 129,-3 16 0,1 0-417,6-19 1,1 0 203,-2 15 1,3-2-912,6 3-1673,6 4-5232,2-18 8155,3-16 0,-4-15 0,-2-9 0</inkml:trace>
  <inkml:trace contextRef="#ctx0" brushRef="#br0" timeOffset="51454">15855 7245 11480,'-50'-29'1288,"1"0"0,0 0 1,2 4-1,0 1 0,3 6-935,-6 10 0,3 6-207,8 1 0,-1 3 79,-3 4 1,-2 4 0,3-1-1006,7 1 0,0 3 882,-18 10 1,-7 7 0,4 1-684,19-6 0,3 2 0,-2 2 602,-1 2 0,-3 3 0,0 1 0,3 2-8,-5 10 0,4 2 0,2-1-13,6-8 0,3-1 0,2 4-14,5 1 0,0 5 0,3 0 0,3-6 3,0 3 0,6 0 29,4 13 1,4 7 0,8-9-106,12-14 0,5-4 154,2 10 1,6-4-222,14-12 0,7-9 238,-9-12 0,4-3 0,0-2-54,3 1 0,1-1 0,2-2-166,-6-3 0,2-2 0,1-1 0,-2-2 154,10-2 1,-2-2 0,-2-2-2,-10 1 0,-2 0 0,1-2 39,7-3 0,1-2 0,-2-2 229,-6-2 1,-2-3 0,0-1-146,-1 0 0,-1-1 1,-2-1-41,13-10 1,-6-4 157,-9-8 0,-9-3 68,-13 13 0,-3-1-259,3-5 0,-2-4 332,-8-9 1,-5 1-285,-4 16 0,-2 0-43,-1-17 1,-4 1 335,-2 12 0,-4 3-414,-1 0 1,-1 4-29,-13-18-45,12 25 1,-3 3 116,-2 5 1,-2 3-975,-3 1 1,-1 3-522,0 2 1,0 3 936,-28 6 1,36 3-1,0 1 1</inkml:trace>
  <inkml:trace contextRef="#ctx0" brushRef="#br0" timeOffset="52172">17010 6115 20005,'-34'-44'409,"6"9"-622,28 38 196,5 17 146,9 13-82,-2-5 1,3 2-447,4 4 0,3 0 421,5 4 1,1 1-464,4 2 0,3 0 441,4 2 0,0-1-17,-7-9 1,2 1-70,2-2 0,3 2 0,-2-3-214,0 2 1,1 1-571,-4-4 0,2 3 0,-3 0 870,3 9 0,-7-3 0,5 5 0,-14-5 0</inkml:trace>
  <inkml:trace contextRef="#ctx0" brushRef="#br0" timeOffset="52792">17875 7292 8304,'2'-3'8788,"0"0"-5869,-2 3-2365,-53-8-291,19 22-188,-6-8 1,1 5-34,15 11 0,5 4-280,-1 2 0,2 2 258,1 2 0,3 0-1,3 2 1,1 1-9,3-1 0,2 0 0,4-1 1,2-1 40,12 25 32,12-7 28,13-9 28,7-9 84,-1-10 169,-5-11 94,-10-9-78,-7-11-73,-6-8 344,-4-8-479,-5-4 92,-4 0-176,-9 3-105,-6 5-57,-11 8 6,-10 7 5,-8 13-39,-6 7-39,3 13-84,5 6-190,12 4-387,11 2-891,11-5-1809,19-5 3473,22-9 0,-14-9 0,7-7 0</inkml:trace>
  <inkml:trace contextRef="#ctx0" brushRef="#br0" timeOffset="53246">18148 7002 15686,'-44'-23'519,"1"0"1,-1 0 0,1 0 0,-1-4 0,2 2 0,0 8-271,-13 12 1,2 11-1015,14 3 0,1 4 891,-12 7 0,-1 6-40,-1 6 1,1 8-872,11-1 1,1 6-1,2-2 807,-3 4 1,2 2-5,6 1 1,1 5 0,5-3 90,6 3 1,4 1-125,5-10 0,0 1 1,4 0 0,4-3 1,4 1 0,3-2-4,8 17 1,8-3-10,8-5 1,7-4-39,7-4 0,5-5-7,-12-15 0,3-2 0,0-1-6,3-2 1,1-1-1,1-2 30,0 0 1,2-3-1,-1 0 65,-1-3 1,0-1 0,0-2 93,18 0 0,-1-6 36,-4-7 1,-2-6 52,-3-6 1,-2-5-169,-3-7 1,-2-5 190,-2-6 1,-3-3-43,-2-5 0,-2-4-68,-14 15 0,-2-1 0,-1-2-19,-1-1 0,-2-1 0,-2 0-24,-2-1 0,-2 0 0,-3 1 2,0-19 0,-5 1-71,-9 5 1,-6 3-59,-7 5 0,-8 4-39,-9 3 0,-8 5-36,11 13 0,-3 3 1,-2 0-212,-2 2 0,-1 1 0,-1 2-920,-1 1 0,0 2 0,1 1 1262,-12-3 0,4 4 0,17 3 0,6 2 0,-4 1 0</inkml:trace>
  <inkml:trace contextRef="#ctx0" brushRef="#br0" timeOffset="57800">20563 5767 17255,'35'-51'493,"-10"13"207,-36 77-302,-7-4 0,-4 4-264,-3 5 0,-3 1-804,1-5 0,-1 1 1,-1 0 689,-1-2 1,0-1-1,1-2-9,-7 8 1,0-1-11,9-11 1,-1 1 0,1 0-216,-7 9 0,2 0-47,2-2 1,1 1-989,1 0 1,5 0 1248,2 13 0,10-25 0,8-8 0</inkml:trace>
  <inkml:trace contextRef="#ctx0" brushRef="#br0" timeOffset="58235">20581 5716 20839,'17'-4'426,"22"12"-390,2 11 1,4 5-914,-5-4 1,3 0 883,9 6 1,5 2 0,-1-1-774,-12-5 0,-2-2 1,3 2 686,1 1 1,4 1 0,0 1-1,-2-1-255,6 3 0,-3-1 0,0 0-1121,-3 0 1,0-1 0,-3-1 1454,9 8 0,-5-3 0,-17-10 0,-6-3 0,1 3 0</inkml:trace>
  <inkml:trace contextRef="#ctx0" brushRef="#br0" timeOffset="59992">19908 7173 8657,'-3'-1'5187,"1"1"241,2 0-4947,-1-35-135,13 14-102,5-32-125,17 22-53,-4 5 17,22-8-39,-11 16-70,19-1-94,-12 17-144,-2 14-90,-7 13 80,-8 14 141,-13-5-28,-13 23 89,-18-17 54,2-10 0,-4 0 15,-25 17-140,-5-4 334,0-8 233,6-10 260,9-12 33,10-6-157,7-12-117,5-2-90,4-7-140,1 1 62,3 3-281,3 4 1,11 3 16,8 2-11,17 7-22,7 6-12,6 10-95,-1 6-78,-6 3 28,-13 1 56,-15 1 5,-19 0-51,-20 0-88,-21-2-35,14-15 1,-3-3-530,-3-2 1,-1-1-317,-2-3 0,1-2-1476,1-4 0,2-2 2613,-19-6 0,23 0 0,16 1 0</inkml:trace>
  <inkml:trace contextRef="#ctx0" brushRef="#br0" timeOffset="60396">20147 6753 10478,'-1'-6'5718,"1"2"-5264,-27-16 0,-12 0 10,-9 13-1070,-5-9 1,-4 6 756,17 20 0,2 9-45,-6 5 1,1 4-51,-1 8 0,2 5-38,13-9 1,2 1 0,0 3-484,2 2 1,1 3 0,2 0 488,2 3 0,1 2 1,3 0-1,3 0 0,2 1 0,3-1-15,3 0 1,2 0 0,3 0-22,4-3 1,4 0 0,2-2-121,12 18 1,7-3 117,9-6 0,8-6 10,-11-16 0,3-4 1,3-2-302,4-2 0,3-4 0,1-2 363,3-2 0,2-3 1,0-2 69,1-3 1,1-1 0,-1-3 50,-1-3 0,0-3 1,-2-2 12,-3-2 0,-1-3 0,-3-2-11,-3-3 0,-2-3 1,-2-2 11,12-16 0,-6-5-106,-7-5 0,-5-5-82,-15 15 1,-2-2-1,-3-1-3,-2-2 0,-2-2 0,-3-1 22,-3 0 0,-2-1 1,-2 0 14,-3 2 0,-2 0 0,-4 0 4,-7-1 0,-4-1 0,-1 5-40,-1-1 0,-5 3-43,-10 7 1,-7 1 0,4 7-6,10 11 1,-1 4-65,-9-2 1,-6 1 0,3 4-360,-3 5 1,1 5-1569,-11 3 0,0 3 1705,9 1 0,6 2 0,-11 7 0,28-6 1</inkml:trace>
  <inkml:trace contextRef="#ctx0" brushRef="#br0" timeOffset="60921">22173 6595 17031,'-1'-6'5024,"1"0"-4525,0 6-1127,0 0 611,-3-13-22,13 66-6,-7-35-151,6 27 0,2 7-672,-4-20 1,0 0-1004,2 10 0,0 0 1871,1 2 0,-1-2 0,1 5 0,-2-9 0</inkml:trace>
  <inkml:trace contextRef="#ctx0" brushRef="#br0" timeOffset="61317">22238 6400 11211,'-7'-9'7192,"2"1"-6271,-22-20 1,-7-3-744,0 9-69,-7-12 0,-4 6-53,-14 31 27,4 19-79,0 8 1,26-1 1,2 6-9,-1 15 1,3 5-535,8-17 1,1 2 0,2 1 547,-1 9 1,1 2 0,6-2 28,5 13 1,8-2 18,9-3 0,4-5-55,1-12 1,5-5 59,15 3 0,6-5-201,0-11 1,4-3 154,5-2 1,5-1 0,1-2-12,-5-4 1,0-3-1,0-1-2,-1 1 1,0-2-1,1-3 113,8-8 1,2-4 0,-8-1-13,-13 2 1,-1-4 143,10-8 0,5-6 0,-9-2-88,-16-4 1,-6-4-109,-2 1 0,0-4 0,-5 2-40,-5-5 0,-7-1-6,-4-13 1,-8 0-15,-8 12 1,-6 1 10,-8-8 1,-6 1-31,-8 5 0,-8 6-119,4 13 0,-4 2 0,-1 4-278,4 4 0,-1 3 0,0 1-802,0 1 1,-1 2 0,2 2 1223,-18 2 0,8 4 0,10 1 0,1 0 0</inkml:trace>
  <inkml:trace contextRef="#ctx0" brushRef="#br0" timeOffset="87564">8417 11428 23567,'0'-58'-78,"-2"26"72,-5 76-122,-3 18-208,5-26 0,0 2-1072,1 5 1,0-1-257,1-8 1,1-1 1020,1 3 0,1-3 0,0-8 0,0-2 0</inkml:trace>
  <inkml:trace contextRef="#ctx0" brushRef="#br0" timeOffset="87958">8532 11046 18380,'-12'41'166,"0"-1"1,2-2 0,7-6 73,26-8 91,0-7 173,0-9 117,-5-8-89,-2-11 0,-6-9 74,-3-10-13,-6-5-83,-7 1-3392,-9-1 2994,2 13 0,-3 4-124,10 13-553,-1 2 27,2 9-212,-1 11-768,0 16-1882,0 13 3400,10 14 0,-3-27 0,6-3 0</inkml:trace>
  <inkml:trace contextRef="#ctx0" brushRef="#br0" timeOffset="88356">8889 11366 11106,'0'-5'6229,"0"1"-3291,0 4-2904,-6-16 716,6 34-727,-3-5 5,6 37-6,1 4 6,-2-1 0,-3-1 23,-2-7 464,-1-11 56,1-14 1945,1-13-2136,10-39-21,4-2-213,-1 3 0,1-2 61,14-19-84,3 3-67,1 8-34,0 9-22,1 10-33,2 10-29,3 9-61,3 12-118,1 9-213,-3 14-397,-2 7-706,-6 7-1048,-3 1-2010,-2-2-2857,0-9 7472,-3-10 0,-8-12 0,-5-9 0</inkml:trace>
  <inkml:trace contextRef="#ctx0" brushRef="#br0" timeOffset="88605">9563 11511 15552,'17'-44'2552,"0"1"0,-1 0 1,-3 6-1483,-8 15-572,-1 2-571,-1 25 84,-1 5 1,3 28-24,7-2-27,7 13-11,7-2 39,5-4-1,4-9 7,1-11 38,-1-13 23,-2-17 17,0-13 22,-2-15 12,2-19-90,-12 15-138,-8 6 1,-1 1-278,-3 5-2515,11-20 2913,0 26 0,-8 5 0,2 7 0</inkml:trace>
  <inkml:trace contextRef="#ctx0" brushRef="#br0" timeOffset="89450">10331 11517 24547,'54'-8'373,"1"-1"1,0-4 0,-8-4-161,-8-19-129,-6-2 22,-20-7-33,-9 5 61,-10-13-50,-10 16-5,-15 6-12,-6 21-39,3 5 22,-7 9-22,11 7-11,-7 10-22,-1 26-12,10 0 11,5 5-27,15 2-18,20 6 12,8-2 17,9-2-210,-3-31 0,4-4 221,16 1 11,9 1 0,-3-16 11,-15-14 17,17-15 0,-14-8-259,-18 7 1,-2-2 253,3-12 7,-8 4 1,-1 1 3,0-2-64,3 0 1,1 0 119,3 0-34,12-9-51,-11 22 29,14 2-28,-16 14-23,38 13 22,-34 4 401,21 15-389,-19 9-14,-10-8 0,0 2-12,0 0 1,0 2-156,0 5 0,0-1 153,8 21 5,-1-6 497,-1-12-491,-3-13 11,2-12-11,-5-11 0,27-27 22,-5-13-2,-9 7 0,1-6 5,3-19 0,-4-1-462,-9 15 0,0-1 446,-1-2 1,0-4-1,-3 2 22,-2 0 0,-1 0 44,0-8 1,-1-1 19,-4 7 0,-4 4-5,-4-16 56,-9 5 50,-9 22 230,1 6-375,-1 9-29,7 17 12,0 12 1096,2 4-1141,-9 44-3,13-27 0,1 2-521,-2 18 0,2 4 495,6-2 1,5 1-59,3 3 0,3-3 20,-2-12 0,4 0-264,13 12 0,2-3-70,-9-18 1,1-3 86,3 7 1,1-1-2306,-2-4 0,-2-3 2630,2 2 0,0 0 0,-14-21 0</inkml:trace>
  <inkml:trace contextRef="#ctx0" brushRef="#br0" timeOffset="89614">11524 11305 23880,'45'-27'-256,"1"0"0,-1 0 0,3 0 0,0 2 1,-5 6-1,-8 12 0,-3 3 0,25-7 1</inkml:trace>
  <inkml:trace contextRef="#ctx0" brushRef="#br0" timeOffset="90222">12248 11063 23803,'38'-48'57,"1"1"1,-1 3 0,4 8-72,-4 19 0,1 6-67,0 0 0,0 3-4442,7 6 0,-4 6-2579,-9 5 5203,-6 18 1899,-52-5 3434,2-7-124,7-8 4022,0-11-4739,6-4-1165,-6-4-666,2 1-421,2 5-240,4 5-34,1 13 12,-1 16-29,1 21-45,4-16 1,1 3-215,4 5 1,2 2 185,4 4 1,2 0-530,5 1 1,3-1 64,3 0 0,2-2-737,3-2 0,0-1-2764,1-5 0,1-2 3988,-5-6 0,-1-3 0,5 4 0,-13-15 0</inkml:trace>
  <inkml:trace contextRef="#ctx0" brushRef="#br0" timeOffset="90574">13006 11158 19910,'-3'-6'4128,"1"2"-3596,2 4-510,23-6-5,13 25-28,-7-8 0,1 4-345,2 11 0,-2 4 319,-2 1 1,-2 0-29,-4-1 1,-3 1-26,6 23-2980,-19-4 3081,-10-21 56,-16-6 45,-2-21 17,-7-10 16,4-11 381,5-14-381,8-10-61,6-5-61,12-3-91,10 3-122,16 7-252,13 9-449,11 9 1345,-23 14 0,1 3-2496,2 0 1,1 1 2041,3 1 0,-1 0 0,4 1 0,-6 0 0</inkml:trace>
  <inkml:trace contextRef="#ctx0" brushRef="#br0" timeOffset="91083">13826 11099 26435,'-33'-18'437,"7"3"-409,26 15 39,0 0-67,14 6 0,-4 1 0,19 12-5,-12-3-29,17 25 28,-9-5-5,9 18-6,-10-11 12,-6-7 5,-8-9 11,-7-8 11,-9-6 23,-7-6 6,-3-4-35,0-4 18,2-4-17,4-3-6,-2-4 0,4 1-39,2-2 6,3 4-73,2-1-85,1 2-128,3-1-252,4-2-1165,6-5 728,-4 5-2660,2-7-4896,-5 7 7705,-1-1 0,-3 5 0,-1 3 0</inkml:trace>
  <inkml:trace contextRef="#ctx0" brushRef="#br0" timeOffset="91858">14011 11122 23937,'-25'22'823,"7"-5"-683,16 10 17,15 0-101,-4-5 123,26 6-112,-16-21 63,20 2-18,-12-16 0,7-7 89,-5-19-89,-10-3 6,-6-12 28,-14 4-68,-4 9 90,-11 0-11,-5 12 16,-21-2-128,10 11 78,-31 8-100,33 9 10,-25 8-21,23 6-24,-3 12-16,8 22 0,14 3-246,7 3 221,13-25 0,4-2-177,23 20-98,2-15 1,6-3-500,-4-7 0,3-3 365,10-1 0,2-4-199,-8-8 0,-1-5 272,-10-1 0,1-4-393,6-3 1,-2-4 142,-8-1-1,-1-3 371,10-8 1,0-4 355,-10 2 0,-3-2-1,-3 1 1,-2-2 518,3-27 336,-15 14 823,-4-11-1204,-7 20 601,-10-2-119,-8 15 203,4 3-954,-5 4-101,10 7-162,-2 6-11,-1 14-11,5-2-12,-1 18-5,11-6 0,19 12 22,8-8 11,20-3 12,0-17-6,-10-10 45,7-13 106,-7-15-101,-8 3 141,0-27-74,-24 15-5,-6-15 34,-12 14 16,-10 7-100,-1 12 84,-19 6-141,18 9 29,-30 17-51,30-2-6,-4 11 1,2 6-34,3 15-444,7-9 1,4 2 421,8 14-317,20-11 0,7-2-310,14 0-2600,-4-14 0,7 1 0,-4-5 2608,14 1 0,-14-7 1,-4-3-1,-21-8 1</inkml:trace>
  <inkml:trace contextRef="#ctx0" brushRef="#br0" timeOffset="92374">15808 10848 22957,'-3'-57'1077,"-1"0"0,2 6 1,-5 13-927,-11 23-101,-4 24 1,-7 25-18,8-2 1,0 5-1079,-4 13 1,0 6 1083,8-11 0,0 3 1,2 1-22,2 5 1,2 1 0,1-1-19,2-8 0,1-2 0,5 2-21,6 0 0,5 4 0,4-1 0,2-5-69,4-2 1,4-5-1,3 2-83,2 0 1,3 2 0,2-1 0,3-5-480,10 1 1,3-6-1,3-3 652,6-2 0,1-3 0,-4-3 0,-6-1 0,-3-4 0,-5-5 0,1 0 0</inkml:trace>
  <inkml:trace contextRef="#ctx0" brushRef="#br0" timeOffset="95246">16876 11309 20783,'17'-55'995,"0"0"0,-1 6 1,-5 12-778,-9 28-436,-1 5 257,-1 23 17,0-3-9,0 16 1,0 6-20,-1 24-483,-1-14 1,-1 1 457,-2-6 0,0-3 2,-5 22-2,2-30 0,0-2 64,-6 9 51,4-8 845,2-12-509,8-28-353,7-24-56,-1 2-6,8-17-3,-1 18 1,1 1-15,13-21 455,-6 15 0,1 1-477,16-11-28,-2 13-28,-2 12-11,-2 12 5,0 16-5,1 11-11,1 16-40,2 8-14,-16-18 0,1-1-131,0 2 0,2-1-264,2 0 1,1-1-501,1-2 0,3-1 195,1-3 1,1-4 265,20 5 345,-12-17 0,-1-4 355,0-6 308,-3-8 1,-3-5 448,-9-12 83,1-17-486,-18 18 408,-5-2 123,-7 12-594,2 3-206,-4 6 153,3 10-618,2 2 118,0 8 134,-1 7-17,2 10 22,2 7-11,10 4-11,12-2 11,12-3 0,-1-11 33,24-6 29,-18-15 11,15-7-3342,-18-14 3342,-12 2 185,-1-22-101,-15 8-23,-2-19-78,-11 18 22,-19-18-44,-6 21-23,7 11 0,-4 1-22,-26 0-22,-3 10-46,5 10-44,10 11-17,14 12-6,13 1-1601,11 31-3648,14-9 5395,7 12 0,-3-27 0,-4-15 0</inkml:trace>
  <inkml:trace contextRef="#ctx0" brushRef="#br0" timeOffset="96050">18704 11347 17400,'1'-5'4823,"0"0"-3815,-1 5-336,-8-62-184,-8 42-337,2-14 0,-5 5 51,-30 30-118,3 5-372,7 9 0,-1 5 293,14-2 1,1 2-6,-10 8 0,3 3-28,-2 22 176,16-4-193,18-6-28,16-8 40,14-9 61,17-14 33,7-17-246,-24-4 0,0-5 238,-1-5 1,-2-3 41,-1-6 0,-2-3 6,-2-7 0,-4 0-56,-4 5 0,-1-3 41,-3-5 0,-1-4 0,-1 1-256,-1-3 1,0-1 253,-1 5 0,-1-3 0,0 3 109,-1-2 1,-2 4 181,0-20-95,-5 23-151,1 19-168,-3 11 340,3 9-346,1 10 1104,1 15-1070,5 22 8,0-15 0,0 3-532,4 6 1,1 1 514,1 4 0,2 1-33,1 0 0,0 0-379,1-3 1,1-2 327,-2-5 1,1-2-126,11 21-40,-7-18 17,-3-16 129,-2-13 1093,3-14-909,17-19-38,-8 1-7,-3 1 1,1-1 51,9-10 21,4-1 739,-11 11-817,-12 11-34,-8 8-27,-4 6 78,4 6-11,8 6-6,13 3 0,12-3 12,12-7 5,3-9 33,-2-12 51,-11-8 11,-12-10-5,-15-5-23,-12-3-11,-14 1 11,-12 4 23,-9 9-12,-2 10-38,0 7-35,5 9-22,2 8-11,3 11-11,1 11 0,2 11-17,7 12-45,9 6-128,17 2-691,16-5 360,-6-30 0,4-4-412,4-1 0,2-3-493,2-3 1,2-2-1536,-1-4 1,2-4 2320,1-5 0,-3-3 0,5 0 0,-6-7 0</inkml:trace>
  <inkml:trace contextRef="#ctx0" brushRef="#br0" timeOffset="96242">19889 11165 15541,'14'-54'3147,"-1"-1"1,-2-1 0,-2 6-2598,-5 0 329,-5 2-45,-3 32-694,1 4-28,-1 7-117,2 5-68,1 5 84,0 13-17,-1 19-16,2 23-20,-1-21 0,1 2-555,0 6 0,0 0 56,0 3 1,0 0-1539,0 1 1,0-2 2078,1-8 0,-1-3 0,1 9 0,0-23 0</inkml:trace>
  <inkml:trace contextRef="#ctx0" brushRef="#br0" timeOffset="96629">20554 11620 21730,'4'-8'2997,"-1"1"-5363,17-25 1,2-4 2651,-11 17 648,12-20 0,-3 8-939,-19 29 752,-1 5-809,-2 9 62,-3 15-280,-3 3 0,0 3-885,-6 18 903,4-17 1,0 1 261,-4 12 0,7-22 0,0-1 0</inkml:trace>
  <inkml:trace contextRef="#ctx0" brushRef="#br0" timeOffset="97591">21400 11427 22448,'10'-41'740,"0"-1"1,1 1 0,3-16 0,-3 10-416,-8 22-58,-1 10-318,-2 12 55,0 4-93,0 6 124,1 3 10,6 44-34,-4-7-225,0-7 0,0 0 209,-2 8-193,-2 3 209,-1-21 56,0-1 409,0-15-129,3-16-268,1-6-2801,11-29 2733,-3 12 3,2-3 0,2-2-78,10-15 78,-7 17 0,2-1-6,0 3 1,2 0-37,19-16-56,12 10-17,-7 16-11,11 11 50,-19 11-36,-8 8 0,0 5-168,0 9 0,0 2-9,2 0 1,-1 0 89,-2 1 0,-2-1-638,18 9-275,10-15 656,6-6 3614,-1-9-3178,-23-15 1,-1-5 151,14-10 16,-15 4 0,0-2 213,11-16-162,-15 7 280,-6-7 117,-13 12 7,-2-1-164,-14 11-453,-8 15 6,-15 12-6,4 4 286,-1 6-303,-3 11-5,11-6-85,3 24 85,16-28-6,11 5-6,4-20-38,25-2 105,7-9 40,9-6 73,-8-13 22,-20-7-84,-11 3 162,-7-20-162,-8 19 73,-1-25-6,-8 18-33,-4-4-62,-6 7-34,-5 9-84,3 10-78,-2 11-128,3 13 27,4 3-1485,2 31 517,9-19-3707,8 6 1,2-1 3418,2-7 0,7 8 1,-14-29-1</inkml:trace>
  <inkml:trace contextRef="#ctx0" brushRef="#br0" timeOffset="98029">23335 11387 24676,'5'-51'440,"-1"0"1,-1 5 0,-9 9-317,-30 21-85,-13 10-28,18 9 0,-1 5-635,-4 4 1,0 4 628,-1 5 1,0 4-12,2 1 1,3 3-74,3 0 0,4 1 59,6-1 1,5 0 290,1 23-361,26-8 1,20-13 61,20-14 44,-13-18 1,0-6 0,17-5-263,-18-5 1,-1-5 346,8-21-56,-18 12 0,-1-3-12,-2-7 1,-2-3 8,-2-6 0,-2-2-301,-1-5 1,-3-1 347,0 1 1,-2 1 50,-1 6 0,-2 2 109,-2 8 0,-2 4-59,2-8 269,-5 11-380,-3 24 493,0-1-678,-1 11 1289,-2 9-1188,-1 19-7,-3 25-2,4-14 0,0 4-613,0 10 1,2 2 354,2 5 1,1 0-432,3-1 0,2 0-1087,3-6 0,3-2 1790,6-5 0,0-5 0,3 3 0,2-13 0</inkml:trace>
  <inkml:trace contextRef="#ctx0" brushRef="#br0" timeOffset="98763">23901 11192 24570,'-4'24'129,"3"4"-85,10 3 18,8-1 22,10-4 22,8-9 74,2-8-68,-8-7 129,2-12 123,-9-15-134,-1-7-6,-5-11-12,-11 5-4,-3 3-52,-5 5-49,-4 9-68,-8 7-39,-8 6 6,-10 15-18,-7 9-16,2 16 17,10 11-22,13 8-141,20 3-526,16 2-547,-4-29 1,5-1 567,8 0 1,0-2 0,3 3 0,2-6-1</inkml:trace>
  <inkml:trace contextRef="#ctx0" brushRef="#br0" timeOffset="100183">24733 10992 11228,'4'1'6167,"-1"0"-2359,-3-1-3516,3 3-186,-2-2 107,3 4-12,-4 0 7,2-1 78,-2-1 151,0 0-163,0-2 628,-3 2-600,2-2 426,-7 1-397,2-6-202,-2 0 89,-2-9 6,1-16-117,3-3-29,1-9-27,10 10-46,4 7-22,2 10-50,16 5 28,-1 9 0,17 9-6,-3 13 11,0 11 18,-11-2-57,-4 25 62,-21-12-1688,-14-2 0,-5-1 1693,-14 11 9,-8-12 0,-5-2-697,8-13 1,-1-2 704,0 1 0,0-2 4,-6-3 0,2-4 232,4-5 16,-3-3-101,30-12 2520,16-4-2626,13-5 2026,17-2-2059,18 3-18,-22 8 1,1 2-229,3 2 0,1 2 172,3 2 1,-2 2-23,-8 0 0,1 1-1014,20 5 1,0 2-3073,-13-4 1,-2 0 3524,14 3 1,-3-1-1,-1-1 1,-22-5-1</inkml:trace>
  <inkml:trace contextRef="#ctx0" brushRef="#br0" timeOffset="100464">25481 10607 22313,'-4'-8'4184,"0"2"-3652,4 6-207,0 0-309,-22-49-4,28 50 16,-1-17-28,28 59-10,-10-7 1,2 6 0,-2-2-437,-3-5 0,-1 4 415,-2 2 0,2 9 1,-2 1-1,-5-4-940,-5 13 0,-6 0 308,-3-3 0,-2 4 0,-7-3 663,-10-5 0,-6-2 0,2-6 0,2-3 0,-1-4 0,-4-4 0,0 1 0</inkml:trace>
  <inkml:trace contextRef="#ctx0" brushRef="#br0" timeOffset="105097">26545 10707 20408,'-37'-36'62,"-9"13"-68,4 47-78,2 3 6,4 4-107,16 7 135,13-18-23,1 15 84,12-14 84,15 9-55,0-10 38,33 8-67,-27-16-5,25 5-62,-26-6 17,-6-3-12,-8 1 242,-15 2-107,-1-3 22,-15 12-22,-6-2-39,-14 7-6,-7 4-25,18-11 0,-1 0-31,-17 16-22,1 6-23,20-9 23,12-7-22,10 0 83,24-3-28,8-2-16,22 1 33,-10-10-16,7 2-68,-16-1 45,-6 2 56,-10 0 123,-26 11-95,-1-7 33,-24 20-27,9-16 0,-1 0-46,-17 14-22,12-10 1,2 1-73,-2 16 50,7-6-213,11 11-9590,31-13 9297,-6-7 1,7-6 0,-13-17 0</inkml:trace>
  <inkml:trace contextRef="#ctx0" brushRef="#br0" timeOffset="108006">13033 12756 17574,'0'-5'4907,"0"1"-4655,0 4-224,-14 3 0,4 24-22,-11 14-74,12-9 1,3 3-516,0 1 0,0 1-786,2-1 0,0-1-1857,1 17 3226,7-7 0,-2-31 0,2-1 0</inkml:trace>
  <inkml:trace contextRef="#ctx0" brushRef="#br0" timeOffset="108375">13166 12597 14566,'-1'-8'4874,"0"3"-4404,1 5-588,0 0 292,-3-22 22,-1 37-50,-4-12-96,2 32-11,1 5 45,8-7 50,6-3 141,9-7 72,7-18 0,3-12 62,-1-12 141,-5-10 21,-10-4-123,-5-2-135,-11 1-44,-6 2-45,-6 4-78,-3 4-68,0 7-106,2 4-168,4 8-201,1 6-46,4 6-8211,-5 30 7806,7-7 0,-2 5 0,7-19 0</inkml:trace>
  <inkml:trace contextRef="#ctx0" brushRef="#br0" timeOffset="108612">13752 12597 21226,'0'-4'2633,"0"1"-2471,0 3-128,-57 100-1289,45-60 1,2 4 1259,-5-2 1,-3 4 0,0 3-1,5-3-383,7 4 1,3-1 0,2 1 317,-1 4 1,0 1-1,1 0-338,1 2 1,1 0-1,0 1-1186,-1 2 1,0 1 0,0-2 1583,0-6 0,0-1 0,0-6 0,0-5 0,1-8 0,-2-7 0</inkml:trace>
  <inkml:trace contextRef="#ctx0" brushRef="#br0" timeOffset="108829">13168 14059 17179,'3'-49'869,"-1"1"0,1 0 0,-1-1 1,4-11-1,1 1 0,6 6-670,14-5 0,6 6-1296,5 2 1,5 4 1129,-13 17 1,2 1-1,2 1-15,0 1 1,2 2 0,0 0-2,1 2 0,0 0 0,0 0 8,18-9 0,-1 1 145,-2 2 0,0 0-156,-5 2 0,0 1-6,-4 2 1,-2 1-40,-5 3 0,-1 1 188,-5 3 0,-2 2-2700,14-4 2543,-16 11 0,-13 4 0,-9 4 0</inkml:trace>
  <inkml:trace contextRef="#ctx0" brushRef="#br0" timeOffset="109499">13819 12731 20358,'-31'-16'2005,"6"-3"-1965,29 9-24,5-6 1,10-1 6,6-1 21,5 2-16,-7 4 28,5 1-44,-16 7-18,2 0-95,-11 4-145,-2 0-147,1 0 393,12 3 0,-9-2 0,8 3 0</inkml:trace>
  <inkml:trace contextRef="#ctx0" brushRef="#br0" timeOffset="110028">15067 12287 23550,'-30'51'95,"1"0"0,-1 0 0,6-10 0,1-2 1,1 3-82,4 2 0,1 4 0,2 0 0,2-3-1004,3 0 1,2-3 0,0 4 985,0 0 0,1 2 0,1 1 0,4-3-51,7 0 1,4-2 0,4-3-346,12 14 1,10-5-884,9-7 0,8-7 1283,-8-15 0,4-2 0,-5-3 0,-3-1 0,-3-3 0,1-4 0,1-1 0</inkml:trace>
  <inkml:trace contextRef="#ctx0" brushRef="#br0" timeOffset="113294">15914 13068 14275,'-6'-9'4756,"2"2"-2970,4 7 231,0 0-1653,-8-35 235,6 25-168,-6-25-184,8 33-298,0 2-44,0 5 112,0 8 67,0 14-39,0 3 2,-2 3 1,-2 2-3,-7 20-43,3-15 1,-2 1-3,-9 17 23,5-14-18,6-18 107,4-10 17,3-12 471,4-4-404,2-11-107,6-9 7,5-11-18,10-14-67,-5 13-5,14-15-29,-1 17-21,17-5 10,-22 20 0,1 1-438,2 4 0,0 1 416,19-1-112,-16 9 0,-1 4-6,9 11-50,14 13-78,-19 10 95,-12-5-415,8 10-554,-1-10-93,0-12 1,4-1 610,-3-7 0,2-2-32,10-3 1,0-3 599,16-9 160,-27-4 0,-1-3 382,17-20 24,-11 5 1893,-9-11-1529,-26 23-403,-7-3-330,-3 12 233,-22 12-239,2 9 743,-14 12-822,7 8-16,10-5-18,3 19 12,13-17 502,9 14-446,14-18 6,17-8 5,15-10 40,9-12-35,-9-6 135,-14-5 1,-1-4 240,4-13-202,-13 9 1,-3-3 178,-3-17-267,-11 11 155,-18-10-262,1 22 66,-28-16-78,9 22-33,-8-1-51,5 8-190,7 9-141,2 8-520,7 9 62,10 1-4930,18 21-4067,7-13 9281,5 5 0,-7-18 0,-12-13 0</inkml:trace>
  <inkml:trace contextRef="#ctx0" brushRef="#br0" timeOffset="113916">17811 13324 14499,'8'-6'7937,"-2"1"-7363,16-25 0,2-6 244,-11 8-550,13-12 1,-7 2-22,-28 17-197,-2 7 62,-37 6-55,-6 15-608,11 0 1,-2 3 552,11 1 1,-1 2-14,-15 11 0,2 6-1538,16-3 1,3 1 1528,-3-1 1,3 1-26,10 2 0,9-1-33,13 0 44,15 3 17,18-13 0,19-11 31,-22-11 0,2-5 150,1-3 1,0-5-123,0-5 0,-2-3 16,-2-3 1,-3-4 6,-2-1 0,-3-3-4,-3-3 1,-3-3-1,-1-2 1,-2-2 25,-2-2 0,-1-1 41,-1 2 1,-2 0 45,0 3 0,-2 4 3166,3-16-2842,-1 5-279,-6 30-141,1-1-151,-4 16-50,0 10 781,0 10-636,0 20-5,0 21-28,0-18 0,0 2-345,-2 6 1,1 0 290,0 3 1,0 0-149,0-2 0,2 0-154,3-4 1,4-2-300,3-6 1,3-3-607,24 13 102,9-20 475,6-23 566,0-18 347,-3-16 209,-7-9 166,-9-6 180,-9 0-2971,-5 3 3043,-5 4-194,-4 7-187,-3 5 406,-2 7-522,-2 6 38,-1 7-380,-2 5 3324,-1 9-3363,4 10 21,-1 4-100,5 42-330,-4-3-953,-1-14 1,-2 4 1394,-6 1 0,0-4 0,1 8 0,-7-5 0</inkml:trace>
  <inkml:trace contextRef="#ctx0" brushRef="#br0" timeOffset="115974">18569 13117 18817,'-31'15'417,"1"0"1,-18 13 42,55-6 27,7-2-263,3-6 414,17-1-408,-15-9 487,26-2-280,-21-10-34,9-7-44,-11-9-51,-5-6-51,-7-5-27,-5-1 83,-10-4-229,0 16 12,-11-1-85,-2 20-22,-9 1 16,-9 14-5,-6 10 0,0 14 6,4 10-17,10 7 5,11 3-223,13 1 184,19-2-106,18-5-101,5-13-1726,6-14 1,4-4 1147,13 0 1,-4 0 0,-43-15 0</inkml:trace>
  <inkml:trace contextRef="#ctx0" brushRef="#br0" timeOffset="116446">19209 13116 13390,'-1'-7'8060,"1"1"-7657,-1-25 1,2-6 1466,1-1-1405,-1-3 0,0 2 90,2 13-331,-2 18-274,-1 5 72,1 22 23,2 10-28,1 29-230,-2-23 1,1 2-116,0 4 0,-1 2-2797,2 5 0,-1-1 3125,1-5 0,0-2 0,2 13 0,-1-25 0</inkml:trace>
  <inkml:trace contextRef="#ctx0" brushRef="#br0" timeOffset="116993">19964 13044 20677,'26'-3'-2067,"19"0"636,-8 4 0,3 0-3485,8 1 1,0 1 4884,-2 0 0,-3 1 0,13 1 1,-26-2-1</inkml:trace>
  <inkml:trace contextRef="#ctx0" brushRef="#br0" timeOffset="117150">19922 13330 22985,'44'-9'-763,"-1"0"0,1 0 0,-1 0 0,-1 1 1,-1 0 762,17-1 0,-6 2 0,8-2 0,-7 2 0</inkml:trace>
  <inkml:trace contextRef="#ctx0" brushRef="#br0" timeOffset="117376">20843 13031 19339,'-4'0'2116,"0"0"-2580,4 0-477,57-9-1272,3 2 640,-16 1 0,4 0 1573,7 1 0,-6 1 0,-12 1 0,16-1 0</inkml:trace>
  <inkml:trace contextRef="#ctx0" brushRef="#br0" timeOffset="117560">21009 13250 23259,'43'-4'-656,"-1"1"1,-8 0 0,0-1-2664,14-5 1,0-1 2185,-13 3 1,-4 0 0,14-2 0,-30 5 0</inkml:trace>
  <inkml:trace contextRef="#ctx0" brushRef="#br0" timeOffset="118317">21847 12886 24715,'-11'55'101,"2"-17"-93,4-5 1,1 0-3,-6 14 5,-4 10 6,-4-5 27,-3-4-21,7-19 162,1-7 347,11-18 129,1-6-303,9-19-330,0 2 11,5-11 1,3-2-18,2-2-3,1 1 1,2 1 25,11-6-17,7-5-17,1 9-22,-1 9-28,-3 11-34,-1 10-33,-3 13-23,-4 10-39,-1 11-274,0 13 162,-9-11-690,6 11-648,-2-18-729,10 2-1154,7-10-1619,18-13 4499,-7-14 1002,-1-4 1142,-9-12 1816,-9-8-2203,-5 7 1990,4-16-1406,-19 23-1003,2-3 319,-10 13-566,-2 7-868,-1 1 303,-1 11 118,-1 5-12,1 6-11,2 15 0,2-16 0,6 15 5,7-11-5,-1-4 17,11 0 45,-5-15-6,10-1 73,10-16 39,-3-3-62,-2-7 208,-3-16-107,-16 8-106,2-8 230,-11-4-231,-6 23 63,1-12-163,-3 24-174,0-2-2705,0 9-2431,5 21-1243,1-6 5705,6 21 0,-7-23 0,0 0 0</inkml:trace>
  <inkml:trace contextRef="#ctx0" brushRef="#br0" timeOffset="118901">23125 13279 25331,'33'-17'332,"0"0"1,-1-2 0,-4-1-238,0-6-3,-4-2 1,-1-5-63,-5 5 1,-1-2-186,3-4 1,0-4 207,0-14 0,-3 1 84,-2-1-11,-4-1 0,-3 2-20,-4 15 107,-5-20 17,-4 34-180,0 6-78,-2 7 173,-1 14-151,-6 11 1,-9 17-12,-5 23-364,12-20 0,2 3 375,0 6 1,3 1 2,2-9 0,1 1-33,2 20 0,5-1-4,6-21 1,3 0 2,5 16 1,5-2 0,6-16 0,5-5-1,5-4 1,1-5 24,-6-5 1,2-6-31,19-6 0,-1-7 20,2-8 18,-14-4 0,4-5 1,-5-3-6,-3-8 1,-4-5-560,-1 0 0,2-4 0,-4 1 565,-1-6 0,-3-2 14,-3-2 0,-2-5 1,-2 3-414,-3 3 0,-2 1 434,-1 4 0,0-2 0,-3 4-36,-3 2 1,-4 5 93,-6-20 516,0 22-466,-7 8 1467,6 17-1619,-2 1 1141,1 17-1124,-6 14-5,-5 23 3,8-11 0,2 3-564,1 9 0,4 4 547,2 6 0,5 3-9,2-19 1,2 2 0,2-1-68,2 0 0,1 1 1,2-2-797,1 0 1,2 0 0,-1-3-29,3 7 1,-1 0 913,1 11 0,-3-5 0,-5-15 0,0 15 0</inkml:trace>
  <inkml:trace contextRef="#ctx0" brushRef="#br0" timeOffset="138045">7065 5266 21465,'1'3'-4856,"-1"0"2861,0-3 1,0 0 0</inkml:trace>
  <inkml:trace contextRef="#ctx0" brushRef="#br0" timeOffset="138323">4299 5495 18934,'39'13'-1209,"-18"-6"1,-4 1 0</inkml:trace>
  <inkml:trace contextRef="#ctx0" brushRef="#br0" timeOffset="138562">7062 5171 19451,'0'0'0</inkml:trace>
  <inkml:trace contextRef="#ctx0" brushRef="#br0" timeOffset="138839">4160 5598 26949,'59'3'-1350,"0"-1"1,-4 1 0,-6 2-4908,-3 9 6018,-15-4 0,-10-4 0,-15-5 0</inkml:trace>
  <inkml:trace contextRef="#ctx0" brushRef="#br0" timeOffset="139055">6785 5468 24002,'0'0'0</inkml:trace>
  <inkml:trace contextRef="#ctx0" brushRef="#br0" timeOffset="143345">5701 8535 24061,'57'-6'386,"-1"-1"1,1 1 0,-10 0-1,1 0 1,0 0 0,1-1-68,3-1 0,1 0 0,0-1 0,0 0-1246,-6 2 1,-1 0 0,1-1 0,2 0 1115,4 0 1,2-2 0,3 0 0,1 1 0,0-1-339,-2 1 1,0 0-1,2-1 1,1 1-1,0 0 1,0-1 164,-7 2 1,1-1-1,1 1 1,-1-1-1,1 1 1,-1-1-1,1 1-20,6-2 0,1 1 0,-1 0 0,1-1 0,0 1 0,0 0 47,-4 1 0,1-1 0,0 1 0,1-1 0,-2 1 0,-3 0 1,-2 1-168,12-2 0,-6 1 1,1 0-1,2-1 102,-8 2 1,3-1 0,1 0 0,-1 1-1,-3-1 1,-4 1-104,11-1 1,-7 1 0,1 0-7,5-1 1,1 0 0,-8 1-203,-8 2 1,-4 0 149,12-1 0,-4 1 1287,-8 3-787,-24 2 2102,-32 5-2164,-37 6-222,3-2 1,-8 0 121,5-1 1,-4-1 0,-4 1-174,6-1 1,-4 1 0,0-1 0,2 0-361,5-1 1,3-1 0,-2 1 0,-5 0 314,1 1 0,-5 0 0,-3 0 1,-1 1-1,2 0 0,3-1-400,2 0 1,4-1 0,0 1 0,-1 0-1,-4 0 454,3 0 1,-2 1-1,-2 0 1,-1 0 0,0 0-1,1 0 1,2 0-298,-1 1 0,1-1 0,1 0 0,1 0 0,-1 0 0,1 1 257,-1-1 1,1 1-1,0-1 1,0 1-1,0 0 1,1-1-62,-10 2 1,1 0 0,0-1 0,0 1 0,2-1 62,2 0 0,1-1 1,0 1-1,2-1 1,0 0 7,-7 0 1,0 0 0,3 0-1,1 0-29,8-1 0,1-1 1,2 0-1,2-1 495,-4 1 1,3 0 0,4-1-373,-3 1 1,6-1 1508,-3 1-1997,27-3 3475,35-1-2817,21-1-62,1-3 1,4-2 479,-4 1 1,5-2-601,2-2 1,10-2 0,0 0-1,-4 0-583,-8 2 1,-4 0 0,8-1 506,-4 1 1,7-1-1,4-1 1,3-1 0,0 1-1,-1-1 1,-6 2-34,5-1 1,-4 0-1,-2 1 1,4-1-1,6 0-217,-12 1 1,5 0 0,3-1 0,2 0 0,2-1 0,1 1 0,-1-1 0,-2 1 0,-3 1-1,-3-1 274,4 1 1,-4 0-1,-1 0 1,-1 0-1,-1 0 1,2 1-1,2-2-199,1 1 0,3-1 0,1 1 1,1-1-1,-1 0 0,-3 1 0,-2 0 1,-5 0 230,15-1 0,-6 0 0,-3 0 1,-2 1-106,8-2 1,-3 0 0,-4 1 90,7-3 0,-7 1 764,-17 3 1,-7 0-337,1-1 1519,-37 5-3008,-16 5 901,-27 5 1,-12 3 218,18-2 1,-2 0-1,-2 0-117,-8 2 0,-1 0 0,-6 1 3,4 0 1,-6 0-1,-3 2 1,1-1-1,2 0-158,10-2 1,2 0 0,0 0-1,-1 0 1,-4 1 201,4-1 1,-4 1 0,-1 0 0,-1 1 0,-1 0 0,2-1 0,2 0-12,-2 1 1,0-1 0,2 1-1,1-1 1,-1 0 0,1 1 246,-9 1 0,1 0 0,0 0 1,1 0-1,0 0-204,4-1 1,1 1 0,1-1 0,0 0-1,1 0-1,-7 2 0,0-1 1,2 1-1,3-1-2,-1 0 0,3-1 1,-1 1-265,-9 1 0,-1 1 0,7-2 267,7-2 1,3 0-25,-14 2 0,6-1-26,8-3 1440,30-4-1059,33-8 114,37-10-251,-5 2 0,8-2 30,-5 0 1,3-1 0,3 0-196,-4 1 1,2 0-1,2 0 1,2 0-318,-6 1 1,1 0-1,1 0 1,2 0-1,0 0 248,-6 1 1,1 1 0,1-1-1,0 1 1,1 0 0,-1-1-17,3 1 0,-1-1 0,1 1 0,1-1 0,-1 1 0,-1 0-322,0 0 0,0 0 0,0 0 0,0 0 0,-2 1 0,-2 0 158,11-1 0,-2-1 1,-1 1-1,0 0 55,5-1 0,3 0 0,-5 0 1,-10 2-1,-9 2 0,-5 1 1,12-2-1,0-1 0</inkml:trace>
  <inkml:trace contextRef="#ctx0" brushRef="#br0" timeOffset="147538">6025 8146 19661,'-2'-9'-399,"1"2"894,1 7 404,0 0-611,4-26-126,-3 27-804,2-21 945,-3 42-684,0 11 778,0 2 90,2 6-700,4-15-392,1-8 463,9-4 1383,9-9-922,-3-2 849,28-15 108,-11-6 64,9-5 226,3-8 381,-10 3-736,-13 5 0,1 0-33,14-17-1178,-2-3 0,-20 18 0,-5 3 0,-9 10-1768,-1 4-173,-4 6-3290,1 14 4781,1 2 1,0 0 0,-1-5 0</inkml:trace>
  <inkml:trace contextRef="#ctx0" brushRef="#br0" timeOffset="148155">8533 8490 21912,'-6'0'1804,"1"0"2139,5 0-3612,-10-50-1404,7 37-187,-7-34 675,10 53 577,1 9-608,1 8-175,4 8 90,4 3-260,5-2 794,7-6 157,6-9 633,8-11 130,7-16 374,-5-5-254,-3-7 0,0-4-257,-9 5 1,1-2 375,11-10 1,-1 0 996,7-12-1243,-19 15 1,-3 1-747,-1-5 0,4-7 0,-18 22 0,-4 10 0,-3 5-874,0 3-3144,2 14 3643,5 5 1,-2-1 0,0-2-1</inkml:trace>
  <inkml:trace contextRef="#ctx0" brushRef="#br0" timeOffset="149522">14724 8603 21850,'54'6'-106,"0"0"0,0 0 1,2 2-1,-1-3-25,-9-6 1,2-3-1,-5-1 393,-2 0 0,-2-1-373,9-1 0,-1-1 291,-6 1 0,-3 1 81,23-4 160,-24 3 23,-18 5 758,-25 3-955,-22 8-9,-28 8-586,15-4 1,-3 0 521,-10 4 0,-2-1-389,14-5 0,-1 0 0,-1 0 414,-1-1 0,0 1 1,0-2 57,2-1 0,-1 0 0,3-1 298,-13 1 1,3-1-291,12-2 0,5-2-321,-7 2-470,24-4 1048,14 0-274,25-1-437,21-5 6,-2 2 1,3-2 626,-4 0 0,4-2-2187,13-1 1,7-3-1,-4 2 1341,0 0 0,-2-1 0,-13 3 1,1-1-1,-6 2 0,14-2 1</inkml:trace>
  <inkml:trace contextRef="#ctx0" brushRef="#br0" timeOffset="150089">18695 8554 19383,'-42'-4'218,"-1"0"0,1 0 0,-4 0 0,0 1 0,0 1-51,0 2 0,1 2 1,0-1-1252,-13 1 1,-3-1 1191,14 1 0,-4 0 0,-1 0 0,4 0-485,0 1 1,3-1-1,-3 0 432,0 0 0,-4 1 0,1-1 1,2 1 34,-2 0 0,2-1 1,2 1 51,-16 2 0,4-1 22,9 0 0,6 0 56,-16 2 727,30-2-716,19-2-68,12-1-421,10-1 1401,16-2-1291,27-1 46,-13 1 0,2 0 261,11-1 1,3-1-234,-14 3 1,0-1 0,1 0-3,2 0 1,0-1 0,0 1-965,-1 0 0,0-1 1,0 1 1188,17-3 1,-3 1-135,-8-1 0,-3 0 133,-11 1 0,-5 0 438,6-2-450,-27 3-285,-32 1-83,-31 2 175,10 2 0,-5 0 68,-14 0 1,-3 1-13,15-1 0,-2 1 0,-1 0 451,-3 0 1,0-1 0,0 1-455,2-1 0,0 1 1,1 0-67,7-1 0,1 1 1,3-1-394,-6 2 0,5 0-188,-5 2 1324,71-4 1,18-1-656,-2-2 0,4-2-453,11 1 0,7-1 0,0 0 380,-6-1 0,0 0 0,1 0-298,2 0 0,1 0 0,0 0-2924,-3 1 0,0 0 0,-4 0 3249,8 0 0,-7 0 1,-16 1-1,-7 1 1,-14 0-1</inkml:trace>
  <inkml:trace contextRef="#ctx0" brushRef="#br0" timeOffset="151684">4035 5954 18157,'5'-4'8245,"-1"0"-6297,-4 4-5929,0 0 298,2 10 3240,-2 0 0,2 1 1,-2-3-1</inkml:trace>
  <inkml:trace contextRef="#ctx0" brushRef="#br0" timeOffset="151870">4004 6070 17500,'0'0'0</inkml:trace>
  <inkml:trace contextRef="#ctx0" brushRef="#br0" timeOffset="154684">1917 8890 18367,'-42'13'1046,"1"1"0,-1-1 0,-12 6 0,9-5 241,20-8-535,15-3-720,8-4-999,13-5 1605,14-7-179,24-14-467,-15 9 1,3-1 128,7-3 1,3-1-17,4-2 0,1 1 28,-1-1 1,-1 1-32,-4 3 0,-3 0 363,-9 5 0,-3 1-349,5-2-89,-24 13-69,-31 16 335,-27 13-149,10-5 0,-3 2-521,-10 2 0,-2 1 553,-3 1 0,-2-1 69,2-2 0,2-2-57,7-4 0,3-1 72,-16 4-1315,29-10-202,21-7 676,20-5-415,17-4 22,23-8-115,-16 4 0,2-1-851,9-1 1,2-1 1952,-3 1 1,-2 1 0,16-3 0,-25 6 0</inkml:trace>
  <inkml:trace contextRef="#ctx0" brushRef="#br0" timeOffset="155207">4452 8655 24750,'-51'7'382,"0"-1"1,3 2-1,5 3 146,-7 12 205,-5 8-281,21-11-840,4-1 289,28-16 24,16-5 572,20-10-35,23-9-581,-20 5 0,2-1 111,4 0 1,2-1-100,0 2 0,0 0-59,-3 3 1,-1 0-61,-7 4 1,-1 1 432,13-2-5,-22 6-204,-15 3-179,-17 5 412,-4 2-135,-22 9 0,-7 4 23,8-5 0,-1 1 23,-14 6 1,-1 0 64,2-2 0,2-1 57,10-4 1,1-1 10,-5 2 1,3-1 10,-15 4-1358,25-10 779,20-5 452,17-3-679,13-5-174,16-5-1079,15-6 1758,-17 3 1,-3 1 0,7-1-1,-2-1 1</inkml:trace>
  <inkml:trace contextRef="#ctx0" brushRef="#br0" timeOffset="157234">19905 8152 16699,'-42'-1'1521,"-1"0"1,-20 0-1082,55 1-545,16 2-183,10 1 342,20-1 74,25-2-916,-16-4 1,4-1 780,-6-1 0,2 0 1,3-2-595,-3 1 0,2-2 1,1 0-1,2 0 661,-2 0 0,1 0 1,2 0-1,0-1 1,2 0 63,-3 1 0,2 0 1,0 0-1,2-1 0,0 1 1,0-1-250,-3 2 0,1-1 0,0 0 1,1 1-1,1-1 0,0 0 0,-1 1 246,4-1 0,0 0 0,1 0 0,0 0 0,0 1 1,1-1-1,-1 1-197,1-1 0,1 0 1,0 1-1,0 0 1,-1-1-1,1 1 0,-1 0 180,-1 0 0,0 0 0,0 1 0,-1-1 0,0 1 0,0 0 0,-1-1-40,6 0 0,0 0 1,-1 0-1,0 1 1,-2-1-1,0 0 44,-6 1 0,-1 1 1,-1-1-1,0 0 1,-2 1-1,0-1-32,13-2 1,-1 1-1,-3 0 1,-2-1 127,4 0 0,-3 0 1,-5 0-186,5 0 1,-8 0 1343,7-1-1334,-41 5 1919,-44 9-2062,-6 1 1,-6 0 74,-1 0 0,-5 1 0,-2 1 90,1-2 0,-3 1 0,-1 0 0,-2-1-91,3 0 0,-2 0 0,-1 0 0,-1 1 0,-1-1-212,-6 0 1,-2 1 0,-1-1 0,-1 1 0,0-1 279,7 0 0,-1 0 0,-1 0 0,0 1 0,-1-1 0,1 0 5,-3 1 1,0 0-1,-1 0 1,0 0-1,0 0 1,0 1-233,8-1 0,0 0 0,-1 0 0,0 0 0,1 0 1,-1 0-1,0 1 257,1-1 1,-1 1 0,1 0 0,-1-1 0,1 1 0,0 0 0,-1 0-173,-7 1 1,1 0-1,-1 0 1,1 1 0,-1-1-1,2 1 190,2-1 1,0 0-1,1 0 1,0 0 0,1 0-1,0 1 26,-7 0 1,2 1 0,0 0 0,1 0 0,1 0-70,5-1 1,1 0 0,1 1 0,0-1 0,2 1 5,-5 1 0,0 1 0,3-1 1,1 0 16,-7 2 1,2 0 0,4-1 30,-8 3 0,7-2 234,18-5 0,9-1-750,14 0 215,56-14 122,5-1 1,8-2 50,-2 0 0,6-1 0,-1-1-91,-5 2 0,0-1 0,7 0 136,-10 1 0,4-1 0,5 0 1,0 0-1,-1 0 0,-3 0-9,0 1 1,-2 0 0,-1 0 0,1 0-1,5 0 60,-4-1 1,3 1 0,3-2-1,0 1 1,0 0 0,0-1-1,-3 2-66,2-1 0,-1 0 1,-1 0-1,-1 0 1,1 1-1,-1-1 89,-1 1 1,1 0-1,-1 0 1,-1 0-1,1 0 1,-1 0-210,8-1 0,-1 0 0,0 0 0,-1 1 0,0-1 209,-4 2 0,-1 0 0,0 0 0,0 0 0,-2 0 37,8-1 0,0 0 1,-2 1-1,-2 0-171,-5 2 0,-2 0 0,0 0 0,-3 1 195,6-1 1,-1 1 0,-4 1-458,7 0 1,-6 2 629,11 4-1281,-44 6-109,-51 8 146,-7-5 1,-8 0 99,2-1 1,-5 0 0,-3-1 25,4 0 0,-2-1 0,-2 1 0,-1-1 137,6-1 0,-1 0 1,-1 0-1,-1-1 0,0 1 689,-8 1 0,-3-1 0,0 0 0,3 0 0,6-1 0,-6 1 0,6-1 0,2 0 1,2 0-1,0-1 0,1 1 0</inkml:trace>
  <inkml:trace contextRef="#ctx0" brushRef="#br0" timeOffset="169333">25282 13071 17703,'23'-5'2213,"-5"1"-1553,-18 4 735,0 0-1474,0 4 90,-1-1 118,0 11 29,-6 10-91,-4 6 23,-9 9 10,-3-6-44,2-9 73,-7 2 84,-4-6-51,-4-2 6,-6-5-28,6-10-39,3-11-39,4-7-62,5-12-23,11 0-25,6-4 1,3-4 14,7-28-681,2 14 1,3 0 719,0 13 0,2 1 33,11-15 0,1 2-175,-7 18 1,0 0 185,5-10 0,-1 0 62,1-9 23,-8 10-68,-7 15 62,-3-1-56,-5 13 1345,-1-4-1412,-2 9 340,-2 4-396,1 2-46,-9 16 40,-1 5 40,-5 18 4,9 6 12,13 7 12,18 7-12,5-11-3,5-8 0,3 1 0,-5-10 0,0 0-481,13 13 1,1 2 457,-5-8 1,-2 0-90,-2 0 1,-1 0-602,-5 2 1,-3 0-540,-6 0 0,-5 0-3661,-5 0 1,-5-1 4139,-4 14 1,-4-19 0,2-25-1</inkml:trace>
  <inkml:trace contextRef="#ctx0" brushRef="#br0" timeOffset="169908">25876 13190 16773,'7'9'1451,"-1"-3"-650,-6-6 1674,0 0-1954,-32 61 12,11-42-267,-1 15 0,-2-6 131,-2-31-184,5-10-129,2-15-50,3-15-17,6-14-217,6 23 1,3-1 210,3-2 0,3-1 31,1-1 0,2 1 31,2 1 0,2 1 36,-1 2 0,0 2 132,7-27-23,-5 8-22,-5 7-5,-4 6-12,-3 6-5,-6 5-11,-4 6-46,-5 3-10,-3 6-40,1 5 320,3 4-459,4 2 38,4 7 34,2 7 11,2 12-5,10 10-12,14 11-229,-3-19 1,5 0 228,6 4 0,2 0-648,6 3 0,1 0 659,2 2 1,-1 1-18,-2 0 1,-3 2-208,-4-1 1,-4 0 103,-5 0 0,-4 0-143,-6-2 1,-4 1-205,-5-1 0,-6 0-544,-4-2 0,-5-2-2668,-7-1 0,-3-2 3674,-22 17 0,12-20 0,11-13 0</inkml:trace>
  <inkml:trace contextRef="#ctx0" brushRef="#br0" timeOffset="173083">26799 12909 23383,'-13'-57'-174,"4"21"230,12 62-39,0 4 13,-1 5 1,0 2-8,-2 24-338,-2-17 1,-2 0 328,0-10 0,-1-2 19,-9 20 165,2-15-47,3-17 303,6-12-12,7-12-290,5-13-52,12-15 7,6-17-74,-10 20 1,1-2-33,3-1 0,0-1 18,1 1 1,1 0-15,0 4 1,0 2 0,20-14-40,-7 17-5,-10 12-118,4 12 34,-8 14-17,12 13 56,-10 3-154,-3 2 0,1 1-260,15 15 109,-8-13 0,3 0-57,-2-9 1,1-3 95,4-2 0,0-3 182,1-4 0,-1-4 165,-1-3 0,-2-4 137,24-13 62,-11-12 101,-12-14 67,-6-6 18,-8-2-7,-6 1 51,-7 7 72,-3 9-145,-2 12-320,-3 8 368,-2 8-434,-7 9 10,-4 9-10,-4 12-7,5 6 1,8 2-6,17 0 1,14-4 27,14-6 34,10-10 5,-9-9 62,16-16 34,-24-11 44,9-14 23,-21-9 16,-10-9-27,-12-4-17,-12-2-28,-9 2-23,-8 6-39,-2 11-67,-3 11-78,-2 12-118,-4 11-269,-1 13-773,1 12-2307,11 14 3545,13 12 0,9-21 0,9-2 0</inkml:trace>
  <inkml:trace contextRef="#ctx0" brushRef="#br0" timeOffset="174142">28592 13003 22285,'8'-38'585,"0"1"0,-7-23-394,-33 64 16,-19 13-140,19-2 0,0 3-368,-4 6 0,1 3 320,1 4 1,2 2-17,4 1 0,3 1 2,6-2 1,4 1 132,3 28-133,22-9 57,30-8-28,-5-20 50,27-11 16,-15-27-38,-18 1 0,0-4-153,0-5 1,-2-4 210,-1-4 1,-4-2-12,-1-5 1,-3-2-38,-1-5 1,-2-2-655,-2-5 1,-1-2 651,-1-2 0,-1 0 36,-1 1 1,-1 2 63,-2 5 0,0 3 26,-1 8 0,-1 3 123,0-13-139,-2 19 201,-1 15-431,-1 7 1264,-1 8-1253,0 10 572,-1 19-578,0 22 34,0-1-525,4-2 0,1 3 413,2-15 0,2 1-75,2 2 0,3 3 0,-1-5 86,1-5 0,2-3-121,7 6 1,2-6-160,5-6 123,6-5 134,-3-11 102,5-20 44,-11-2 28,11-20 62,-12 0 89,5-11 107,-5 1 129,-7 6 971,-7 12-1117,-5 11-196,-3 8-157,-2 3 68,0 14 16,0-6-11,3 17-17,6-9 23,8 2-1,10-5 51,15-8-22,-12-7 5,12-14 23,-19-7 16,1-14 17,-7-5 62,-7 0 134,-9-2-195,-4 17 66,-10-4-56,-2 21-38,-7-1-35,-12 12-22,0 13-16,-11 13 27,14 2-55,-4 20-68,15 3-42,9-18 0,4 2-490,12 9 1,6-1-877,4-6 1,3-2 387,3-1 1,4-3 1120,8-2 0,-2-5 0,-8-6 0,10 6 0</inkml:trace>
  <inkml:trace contextRef="#ctx0" brushRef="#br0" timeOffset="174965">30071 12799 21898,'9'-21'269,"3"11"-151,-5 18-45,1 2 291,-1 4 73,-5-4-197,-2 2 483,-20-3-505,1-6-111,-10-1-7,9-5 113,3-8-28,2-5-56,0-8-17,6-7 0,13-8-90,9 7-16,5 5-12,10 13-22,9 12 6,4 11-12,8 15 12,-17 5 2,-14 3 1,-4 2 7,-3 7-22,-15 11 1,-9 1-626,-12-3 645,-9-3 0,-7 0 36,-1-14 1,0-5-7,7-3 1,0-2 78,-13 3 1,5-5 16,14-11 191,-11 1-12,31-13-123,2-3-73,9-7-50,16-7-51,-2 4 598,25-4-698,3 11-127,-3 5 1,4 3-753,-2 1 0,2 2 204,12 3 0,-1 1 83,-16 0 1,-2 0-2933,10 2 1,-3 0 3629,12 2 0,-9-2 0,-23-5 0</inkml:trace>
  <inkml:trace contextRef="#ctx0" brushRef="#br0" timeOffset="175180">30722 12815 17914,'-4'-5'3181,"0"2"-2255,4 3-1128,10-23-81,23 17-703,23-17 291,5 25-1176,-11 1 1,1 1-4437,10 5 5710,-21-2 0,-4 0 0,-6 1 1,-17-3-1</inkml:trace>
  <inkml:trace contextRef="#ctx0" brushRef="#br0" timeOffset="175354">30877 13022 17241,'-47'17'1200,"0"0"1,5-2 0,10-3-253,23-8-926,12-3 288,13-1-618,21-2-600,26-3-774,-21 1 1,0-1 958,-5 1 0,0-2-4193,20-3 1,-2-1 4344,5-3 0,-26 6 0,-3 0 0,-9 2 0</inkml:trace>
  <inkml:trace contextRef="#ctx0" brushRef="#br0" timeOffset="175550">31429 12801 23696,'33'-30'-1305,"-10"7"224,11 17 0,6 4 1081,2 1 0,-2 0 0,10 0 0,8 0 0</inkml:trace>
  <inkml:trace contextRef="#ctx0" brushRef="#br0" timeOffset="175747">31538 13054 23635,'32'-2'-478,"0"1"0,3-2 0,1-1-349,6-4 1,1-3-1476,-1 0 0,1-1 2302,0-2 0,-4 0 0,6-2 0,-11 1 0</inkml:trace>
  <inkml:trace contextRef="#ctx0" brushRef="#br0" timeOffset="176421">32207 12728 23864,'-30'27'135,"3"4"-102,13 11 1,1 5-6,2 1 0,3-4 5,2-10 12,2-11 179,2-11 258,0-7-118,3-8-212,2-8 16,4-11-23,6-14-22,9-10 17,7-5 6,7 3-45,1 6-68,1 11-49,-1 8-40,3 10-73,-1 7-67,-1 11-28,-5 8 84,-11 5-589,-1 24-374,-13-4-1166,2 19-2071,-6-10-3552,2-5 4447,5-12 3445,9-12 0,8-13 0,11-14 0,5-11 5142,1-10-314,-7-5-1265,-9-1-1228,-10 5-806,-9 9-504,-7 8-616,-2 8-392,-1 4-57,-2 8 63,-4 7 10,-1 13-5,-1 10-5,4 4-18,7 1 7,8-5 4,9-5 12,7-9 45,3-10 17,3-11-12,1-12 1,-1-13 10,-2-10-16,-4-8-28,-5-3-40,-6 3-55,-4 5-1260,0 5-3076,-3 13-1747,-1 6 6133,0 9 0,-5 4 0,0 0 0</inkml:trace>
  <inkml:trace contextRef="#ctx0" brushRef="#br0" timeOffset="176980">33176 13212 21192,'8'4'3439,"-2"0"-2979,-6-4-62,0 0-297,58-65-1686,-30 18 1611,-4 13 0,4-5 0,-4 0 13,-5-3 1,-4 0-126,3-4-1,-1-1 202,-2 2 0,-1 2 0,-4 4 0,-1 2 69,1-21-66,-12 17-34,-5 15-34,-4 9-38,-4 10 1158,-3 5-1181,-8 11 5,-8 14 23,-7 19 143,20-12 1,1 3-153,2 5 1,2 3-9,4 4 0,3 1-3,5 0 0,4 0 0,4-2 1,5-1 2,3-3 0,4-3 2,1-4 1,3-2-34,-1-5 0,2-2 36,17 10 1,-1-16 11,-2-23-12,3-18-21,0-23 10,-18 15 0,-2-4-368,0-5 0,-2-2 390,-1-2 1,-1 0 33,-3 3 1,-1 3 489,2-17-260,-6 12-85,-4 28-172,-2-1-79,0 15 72,-3 29 813,0 9-835,1-4 1,0 5-26,1 0 0,0 0-308,2 4 0,0 0 70,0 1 0,0-1-457,1-1 1,0-1-1009,0-2 1,0-1 1681,-1-3 0,-1-2 1,0 3-1,-1-11 0</inkml:trace>
  <inkml:trace contextRef="#ctx0" brushRef="#br0" timeOffset="177250">33574 12152 25478,'22'56'142,"1"0"1,-5-9 0,1 2 0,-1-1-130,-3-7 0,-1 0 0,0 2-636,3 12 0,0 3 0,-3 2 537,-5-6 1,-2 3 0,-2 0 0,-3-2-1387,-3 9 1,-5-2-1,-2-1 908,0-2 1,-3-1-1,-7-3 564,-14-2 0,-8-3 0,5-9 0,15-15 0,-1-4 0,-14 10 0,-1 0 0</inkml:trace>
  <inkml:trace contextRef="#ctx0" brushRef="#br0" timeOffset="179429">16110 14251 18515,'-1'-6'3579,"0"2"-3399,1 4-242,32-21-67,-3 33-45,31-6 62,-35 14 0,-2 6-177,0-1 0,-3 1 104,12 26 162,-14-2 231,-13-7 212,-16-11-168,-1-13 471,-22-10-376,10-13-123,-7-6-112,14-5-179,7-1-169,8-1 205,11-5-457,16-6-89,23-5-256,-14 15 0,3 0 326,8 0 0,-1 2 179,-6 3 1,0 2-1712,19-3 0,1 2 2039,-18 6 0,-2 1 0,0-1 0,-4 1 0,7 2 0</inkml:trace>
  <inkml:trace contextRef="#ctx0" brushRef="#br0" timeOffset="179962">16920 14288 22190,'57'4'173,"-1"-8"-77,-7-8 111,-4-10 129,-10-6 45,-11-3-12,-9-2-5,-9 4-56,-9 3-129,-7 7-139,-17 8-46,4 8 12,-16 11-12,9 12-11,-6 14 0,5 12 1,10 9-1,10 6 6,11 1 5,15-2-8,7-28 0,4-3-300,17 8 305,-3-17 1,5-6-370,-9-9 1,1-4 391,11-4 0,1-3 0,1-6 0,-1-5 8,-1-5 1,-1-5 24,-2-5 1,-2-4 19,-4-2 0,-2-4 0,-4-3 1,-4-2-1,-5-2 0,-3-1 25,-3 0 1,-4 1 78,-3 5 0,-3 2 87,-2 6 0,-1 3 229,-2-11-230,-5 20-257,0 15-67,-5 15 330,-3 14-263,-5 19-17,-3 22-14,9-23 1,1 2 7,1 5 0,2 2-241,0 4 1,3 1-826,4 2 0,2 0 22,2-1 0,3-2-594,3-4 1,2-3 1574,4-5 0,-1-5 0,3 3 0,-3-12 0</inkml:trace>
  <inkml:trace contextRef="#ctx0" brushRef="#br0" timeOffset="180421">17596 14308 19302,'50'-17'-1588,"0"1"1,0-1 0,-2 1 0,-1 0 0,-3 4 553,3 6 1,-3 1 778,-3-2 0,-1-1 498,-6-1 1,-3-1 960,19-11 1260,-15-1 175,-13 4 343,-10 5-1055,-7 6-902,-4 4-521,-6 6 152,-7 6-426,-8 9-146,-6 12-56,1 11-28,8 9 5,8 3 29,18-3 22,7-22 0,6-3 61,27 10-295,-21-19 0,1-4 256,3-6 1,0-4 145,18-12-73,-20 1 0,0-2 258,22-25-1665,-28 9 0,-4-1 1492,5-11 94,-9-17-39,-18 24-106,-9-5-107,-5 11 46,-3 7-371,6 11 2826,3 3-4052,8 11-2209,0 6 3682,3 11 0,-1-9 0,2 1 0</inkml:trace>
  <inkml:trace contextRef="#ctx0" brushRef="#br0" timeOffset="181031">18848 14169 20274,'3'-12'4867,"-1"3"-4721,-2 9-365,0 0 219,15 1-11,5 28-17,9 3 11,-6 14-56,-7 5-5,-11-6 56,-4-1 94,-17-7 1,-4-4 213,-3-9 17,-23 12-74,26-50-66,7-14-96,6-13-89,12-6-107,14-1-174,15 4-246,15 4 112,-21 23 0,3 0-619,7 0 0,0 2-485,15-7 401,-16 10 0,0 1-1039,11 0 855,14-1 1324,-7 3 2229,-9 4 208,-20 2-690,-12 2-1220,-12 1 879,-3 3-762,-3 5-198,-2 8-233,-4 19-168,4-7 28,1 21-23,4-13-16,1 18-23,2-17 11,1 10 102,2-21 83,-1-7 650,1-7-67,-1-16-589,2-5 119,11-33-175,-4 15 1,2-3-46,4-5 1,1 0-48,0 5 1,0 2 30,17-11-28,-8 17-23,9 6 1,4 5-96,12 11-284,-13-5 0,0 8 52,-13 16 0,-6 8-2308,-4 4 0,-2 4 2602,1 5 0,-2-1 0,2 17 0,-10-21 0</inkml:trace>
  <inkml:trace contextRef="#ctx0" brushRef="#br0" timeOffset="185284">12127 15826 22834,'-15'49'-67,"4"-9"39,8 3 0,3 3 16,-2-11 1,-1 0 2,-2 16 1,-2 1-2825,-1-10 0,0-4 2833,-9 21 34,-2-8 1980,10-30-1499,1-10 540,11-24-920,6-24-68,2-3-20,0 8 1,1-2-117,1 3 0,3 0 91,11-16 1,4 0 1246,-3 10 1,2 2-1296,5-2 1,2 5-31,-8 13 0,-1 5-11,13-1-157,14 16 123,-26 8-92,3 8 0,0 5-121,5 18-415,-11-9 1,0 1 420,5 13-450,-9-11 1,0-2-212,14 8 661,-11-14 0,1-2 140,9-1 662,17-15-286,-26-12 368,20-16 494,-14-25-432,0-5 688,-6-1-424,-6 5-617,-13 29 519,2-3-1157,-8 19 461,-2 2-253,-2 18 122,0 8 1,0 16 16,3-8-27,10 5-23,21-4 39,11-6 36,-13-17 1,2-2 75,31-6-156,-30-9 0,-1-3 262,28-15-55,-17-4 145,-19 1 0,-4-3 124,-2-15-228,-6 12 1,-4-2 142,-12-20-66,-10 3-79,-12 5-79,-8 11-139,-8 11-62,-5 14-34,-4 17-169,1 13-323,6 14-790,13 10-1424,16 6 85,16-11 2750,31 13 0,-17-36 0,13 8 0</inkml:trace>
  <inkml:trace contextRef="#ctx0" brushRef="#br0" timeOffset="185713">14120 15912 22256,'-46'8'169,"-1"1"0,1-1 0,3 0 1,0 2-1,5 3-164,-3 10 1,5 4-29,5-2 1,5 1-39,-7 22 64,20-8-48,19-9 107,14-12 56,17-9 0,17-16-62,-6-4-480,-2-10 1,-1-5 560,-13 4 0,-1-4 25,13-10 1,0-6-15,-13 2 0,-4-2-19,-2-5 0,-3-3 8,-1-2 0,-3-2 54,-3 0 0,-2 0 52,-3 4 1,-2 0-5,-2 9 0,-2 3 282,0-19-179,-6 23-236,-1 17-212,-1 9-68,-1 13 1216,-2 12-1065,-7 21 3,6-8 1,-1 1-26,-6 27-598,5-5 1,1 3 244,5-14 1,0 0-184,1-2 0,-1 3 1,3-1-1266,2 10 1,4-2-2900,2-3 1,3-2 4744,1-9 0,1-4 0,5 5 0,-6-21 0</inkml:trace>
  <inkml:trace contextRef="#ctx0" brushRef="#br0" timeOffset="186254">14579 16023 25746,'-9'-32'216,"0"0"0,-5-19-222,12 51-39,2 0 17,0 5 39,0 3-5,3 6-17,3 2 5,3-1 17,3-4-11,-5-4 23,-1-4 66,-3-2 35,-1-1 755,-1 0-862,-1-2-1,0-1-4,-2 0-18,2 0-39,-1 3-2229,0-1 644,-1 1-3926,0 0 5556,-1 2 0,2-2 0,0 2 0</inkml:trace>
  <inkml:trace contextRef="#ctx0" brushRef="#br0" timeOffset="187413">14590 15891 16947,'0'-3'4161,"0"1"-1259,0 2-2185,9-74-79,-7 46-504,3-14 1,-1 4 269,-4 25-281,1 10-235,-1 4 78,-1 11 57,-1 15-18,-1 2-5,-3 23 17,-1-1-34,3-12 0,-1 1-5,-1 13 8,4-15 0,0-4 14,1-7 0,2 3 62,0-20 122,1-7 119,2-4-29,3-16-184,1-8-45,2-9 27,-3-14-24,-4 15 0,-2-2-34,1-1 0,-1 0-416,0-8 1,0 2 440,-1-11 57,1 6 10,-1 24-56,0 2-122,-1 13-236,-1 11 229,-1 11 90,-2 19-16,1 1 835,-2 25-827,4-27 0,1 0-9,-2 21-14,3-20 1,2-2 25,3-1 33,1-6-6,0-10 113,-4-12 95,1-10-219,0 0 1,4-31-3387,0 1 3380,0-9 18,1 0 5,-2 16 6,0 0-39,-3 13-74,-1 11-984,-2 5-2763,2 29 3815,2-7 0,-1 10 0,0-15 0</inkml:trace>
  <inkml:trace contextRef="#ctx0" brushRef="#br0" timeOffset="188629">14600 15935 15345,'-2'-6'5802,"0"1"-5202,2 5-572,-10 1 61,3 14-10,-6 6-40,8 11 34,10 0 140,8-4 134,9-6 174,5-9-185,-4-6 577,13-16-499,-8-9-72,14-16-112,-10-9-45,-6-9-45,-8-4-6,-8 1 40,-6 5 5,-9 9 0,-3 12-33,-8 10-107,-3 8-72,-3 7 5,-5 8-6,-4 9 12,-3 13-6,0 11 5,4 11 12,10 8-308,9 6 249,11-29 0,4-1-59,3 1 0,3 0-154,5-1 0,5 0-322,4-1 0,3-1-748,5-1 1,3-3-3564,1-2 1,0-3 4824,17 6 1,-18-13-1,-26-11 1</inkml:trace>
  <inkml:trace contextRef="#ctx0" brushRef="#br0" timeOffset="210904">15274 16082 7710,'-2'-5'5999,"0"1"-3484,2 4-1523,-15-67 548,10 29-916,-4-8 1,2 0 383,6 3-185,1 6-133,0 9-130,1 8-241,-1 9-246,0 5-146,0 5-280,0 1 96,0 5 273,0 19 1,1-2-14,1 8 0,1 3-31,4 17 17,2 9 11,2-1 0,0-8-12,-1-2 7,-1-4 22,-7-22 151,0-9 16,-2-8 696,0-5-533,-2-12-319,-1 1 11,-6-22-5,-3-4 10,-3-20-761,6 24 0,1 1 728,-5-24-166,4 17 0,0 0 183,0-5 12,-3-12-52,8 32-72,1 13-268,1 12 1736,2 18-1384,-1 18-6,1 19-25,0-21 0,1-1 15,0 25-1,4-16 0,2 0 212,6 11-189,-4-17 0,1-2-12,4 5 6,-5-16 101,-3-10 173,-4-10-106,0-1 90,-2-15-247,-3-9-11,-5-21-6,-1 3 54,-1 3 0,-1-1-94,-1-14 63,3 15 0,1 2 17,0-3 66,3 3-55,2 21-134,1 0-247,1 12 352,4 23 273,4 6-340,4 27 35,2 3-498,0 3 525,0-2-11,-5-17 17,-1 1 0,-4-26 168,1 2 106,-4-16-179,0-10-112,-6-8 6,-6-17 0,-6-15 44,-2-11 103,12 27 1,0 0-120,-3-25 5,6 12 0,2 17-45,2 12-55,0 10-354,0 5 247,1 11-550,1 15 718,1 23 0,-1-20 0,1 4 0</inkml:trace>
  <inkml:trace contextRef="#ctx0" brushRef="#br0" timeOffset="216547">1032 5317 9168,'0'0'0</inkml:trace>
  <inkml:trace contextRef="#ctx0" brushRef="#br0" timeOffset="222045">17168 11825 11700,'-42'12'2124,"0"-1"0,4-1 0,10-3-1267,24-7-613,9 0 646,15-1-169,28-2-465,-9 1 0,6-1-1258,7 0 0,6 0 0,-1 0 1229,-14 1 1,-2-1 0,4 1-100,8-1 1,5 0-1,2 0 1,-3 0-631,6-1 1,-3 1-1,4 0 589,-14 0 1,2 0 0,1 0 0,1 0 0,-1 0-99,4 0 1,0-1-1,1 1 1,0 0-1,0-1-5,3 1 0,-1-1 0,1 1 0,0-1 0,-1 1 2,1 0 0,-1-1 1,0 1-1,0-1 1,-1 1-14,-2-1 0,0 1 0,-1 0 0,0-1 1,-2 1-20,10-2 1,-1 1 0,-2 0 0,-1-1-260,-7 1 1,0 0 0,-3 0 0,0-1 260,6 0 1,-1-1-1,-4 1-296,12-1 1,-5 0-669,-14 1 0,-5 2 1372,10 3 1,-26 1-1,-14 3 1</inkml:trace>
  <inkml:trace contextRef="#ctx0" brushRef="#br0" timeOffset="222714">22447 11868 23247,'-48'-13'-63,"1"1"0,0-1 0,-17-3 1,8 4-167,10 6-2684,-7 10 905,23 3 672,-8 4 8,20-1 1138,9-2 332,13-5 528,20-1-1602,7-2 1648,26-4 1,10-3-1410,-22 3 1,1 0 0,4-1 1113,4 0 0,6 0 0,2-1 0,-1 1-123,-10 1 0,1 1 0,0 0 0,0 0 1,1 0-62,5 1 1,1 0 0,1 0 0,-1 1-1,2-1-538,1 1 1,2 0 0,-1 0 0,1 0 0,0 0 447,-10 1 1,-1 0 0,1 0 0,0 1 0,0-1 0,0 0-141,8 1 0,1-1 0,-1 1 0,-1 0 0,0-1 339,-3 1 1,-1-1-1,0 1 1,-1-1-1,-1 1-117,10-1 1,-1 1 0,-2 0-1,0-1-208,-6 0 1,0 0-1,-1-1 1,-2 1-70,12-1 1,-2-1 0,-2 1 48,-6-1 0,-2 1 0,-3-1-196,13-1 1,-6 0-108,-16 1 0,-6 1 271,-7 4 0,-18-2 1,-20 3-1</inkml:trace>
  <inkml:trace contextRef="#ctx0" brushRef="#br0" timeOffset="229239">15748 16134 13648,'8'-9'5091,"-2"2"-3550,-6 7-1217,0 0-318,-19-7-6,10 9-6,-16-1-50,17 10-16,0 0 155,5-5 136,3-3-124,2-5 51,3-1-34,4-5 72,3-3 304,0-2-90,-6 1 56,-3 1-337,-6 6-128,-5 1 0,1 5-6,-6 3-22,3 4-12,0 1 12,4 1 17,3-2 44,7-2 113,8-2-51,-2-2 95,10-4 50,-8-4 107,3-4 129,-5-3-28,-4-2-168,-3 1-96,-6 0-89,-1 3-61,-1 3-29,-2 2-330,5 4-1501,-1 1 280,3 5 1557,6 12 0,-5-9 0,5 8 0</inkml:trace>
  <inkml:trace contextRef="#ctx0" brushRef="#br0" timeOffset="229959">16144 16413 23831,'5'-46'110,"-1"1"1,0-1-1,1-11 1,1 3 15,1 11 0,1 1-1740,1-13 1,0 0 1666,-2 10 0,1-3 63,-1-4 0,1-6 0,-2 6-595,-1 6 1,0 3 562,1-10 0,-1 1 76,-2 15 0,-1 5 1021,-1-1-1186,-3 5-191,0 20 117,-4 21 85,-3 22 0,-1 5 602,1-4 0,0 4-628,-2 10 0,1 3-170,0 4 1,0 1 150,1-2 0,1 2-96,6-14 1,1 1 0,1-4-343,5 21 174,2-9 1,5-2-306,4-21 1,3-5-110,20 20 342,8-14 336,-10-29 67,-10-9 106,8-22-67,-18 9 528,16-27-46,-17 16-331,1 0 2597,-8 10-2355,-7 12 182,-2 3-810,1 2-117,-1 2 156,5 6 162,7 3-16,3 0 17,17 3-23,5-6 23,26-5 22,-7-10 11,-25 1 0,-2-2 17,4-9 235,-3-21-201,-19 19 190,-1-27-157,-16 24-22,-8-9-33,-9 14-40,-7 7-17,-3 7-34,-2 10-10,2 9-1,3 11-50,4 11-22,9 9 44,8-6-120,11-5 0,6-1-670,16 15-757,-2-12 0,3-2-3335,4-6 1,1-3 3442,16 9 0,-13-12 0,-24-15 0</inkml:trace>
  <inkml:trace contextRef="#ctx0" brushRef="#br0" timeOffset="230314">17574 15778 23063,'-25'-43'590,"1"1"0,2 3 0,0 11-540,3 22-33,-12 17-17,3 28 6,2 0-470,12 1 0,3 4 433,5-4 0,3 1-382,-2 1 0,1 3 375,1 9 1,-1 7 0,1-3-732,0-9 1,1-2 0,-1 3 478,0 2 0,0 3 0,0 1 0,0-2-451,-1 8 0,0-2 0,-2-1-937,0-3 0,-1 0 1,-2-2 403,-2-6 1,-1-1 0,-2-2 609,-11 11 1,-3-6 812,6-15 0,-4-7 690,-3-6 0,-3-12-2,2-19 1,1-9-230,0-5 0,2-6 647,-2-19 0,7-7-345,8-3 1,8-3-516,6 18 1,2 0 0,3 1-158,8-20 0,5 2-230,7 5 1,5 2-301,6 4 1,3 3-230,-7 11 1,3 3 520,0 5 0,3 0 0,-5 5 0,5-3 0,-8 7 0,-1 1 0</inkml:trace>
  <inkml:trace contextRef="#ctx0" brushRef="#br0" timeOffset="230697">17870 16414 25331,'32'-44'30,"0"0"0,0-3 1,-2 1 2,-6 3 1,-2 0-1597,1-9 1,-2-1 1637,-1-4 1,-4 0-23,-3 11 0,-3 0 226,-2-11 1,-4 2 28,-10-5 126,1 20 0,-1 3-384,-8 4 29,-4 7-79,10 18 1580,-12 10-1597,-2 30 17,2-2-9,4 3 1,1 3 154,5-1 1,2-1-159,-2 3 1,1 1-40,0 16 1,4 2-241,4 4 0,4 1-571,3-1 0,4 0 175,-1-17 0,2 0 0,3-4-1008,7 2 1,3-5-1880,-1-6 1,0-4 3573,11 9 0,-14-19 0,-11-10 0</inkml:trace>
  <inkml:trace contextRef="#ctx0" brushRef="#br0" timeOffset="230913">17822 16076 24665,'43'-24'70,"0"1"1,0 0-1,-2 2 1,0 0 0,-3 5 7,4 6 1,-3 3-511,-2 0 0,-1 1 443,-4 1 1,-1 1-40,22 0-746,-8 8 774,-9 11 0,-15-6 0,-8 5 0</inkml:trace>
  <inkml:trace contextRef="#ctx0" brushRef="#br0" timeOffset="233312">17288 16260 6736,'-7'-1'4106,"1"-1"-2751,6 2 1081,0 0-1904,-26-11-604,19 7-231,-15-10 180,31 10 112,10-3 16,9-2 1,7-1 5,1 0 51,-7 2 145,-11 4 191,-9 1-67,-7 3-214,-3 0-128,-5 0 0,-9 4 28,-12 3 5,-11 6 6,-7 0 28,2 1 50,7-3 6,12-4-61,11-4-135,9-2 78,6-1 152,6-1-40,7-3-55,10-1-29,7-5-50,5 1-202,2 0-2105,1 3 1487,-7 2 0,-13 3 0,-8 0 0</inkml:trace>
  <inkml:trace contextRef="#ctx0" brushRef="#br0" timeOffset="234150">19148 15835 15698,'-6'0'3590,"1"0"-4089,5 0-414,15-6-1887,28 1 319,6-3 2250,5 3 1,-1 2 0,-13 0-1,21-1 1</inkml:trace>
  <inkml:trace contextRef="#ctx0" brushRef="#br0" timeOffset="234304">19406 16020 6208,'-48'21'1509,"0"1"1,1-1 0,-10 4 0,6-1-718,16-7 0,6-2 2316,2 0-1478,5-2 605,22-10-1927,21-10 47,6-2-403,2-1 1,5-1-760,2 0 0,4-1 470,21-4 1,0 1-1,-26 6 1,-1 0 0,1 1-1,-1 1 1</inkml:trace>
  <inkml:trace contextRef="#ctx0" brushRef="#br0" timeOffset="248175">20693 16012 14314,'8'-53'2027,"0"0"1,-2 6 0,1 7-1446,1 15 522,-2 6-1070,-5 14-253,0 2 180,-3 14 151,-5 13-56,-6 18-51,-8 15-22,9-24 1,-1 1-236,0 2 0,0-1 249,1-2 0,1-1-19,-6 19 106,8-18 438,5-19 71,7-15-431,1-8-38,20-37-35,5-3-340,-5 12 1,2-3 269,-2 6 1,2 2-9,-1 2 0,1 2-3,-3 4 1,1 3-26,20-8 441,-3 13-452,1 13 0,1 16-5,2 13-29,-1 14-506,-1 7 476,-23-22 0,0 1-76,17 25 36,-15-23 0,-2-1 43,7 8-74,9 3 85,-16-24 649,8-3-571,3-17 17,6-13 5,5-16 23,1-9 33,-2-2-11,-6 4 6,-8 9-6,-11 11-190,-8 11 399,-8 12-326,-9 13-1,-7 14-33,-7 13-45,5 9-62,14-17 1,3-1 33,6 11 6,12 2-79,23-17 253,-1-15 133,23-4 113,-7-26-76,-27 1 1,-1-3-165,-1-6 1,-2-3 225,-2-3 0,-2-2-37,-3-1 1,-4-2-60,-3 2 1,-3 0 98,-1-28-96,-17 10-117,-13 12-56,-18 12-29,-14 13-225,24 10 0,-1 4 170,-1 3 0,0 4-155,1 2 1,2 2-1608,-21 22-6931,18 11 8788,17 0 0,12-14 0,5-12 0</inkml:trace>
  <inkml:trace contextRef="#ctx0" brushRef="#br0" timeOffset="249071">22597 15979 20117,'20'-56'870,"0"1"0,-2 5 0,-5 6-214,-8 11-281,-10 10-280,-9 11-78,-18 10 5,-18 13-11,17 1 1,-1 2-274,-4 5 0,0 3 256,0 5 1,1 2-6,2 3 0,4 0 2,6-6 1,4 2-34,-2 10 0,5 0-31,5 6 28,4 14 90,25-32 50,16-15 0,16-22-36,-18-2 0,1-4-616,5-8 0,-1-2 610,-6 4 1,-1-4 119,12-20 1,-2-5-85,-13 12 1,-2-2-53,-1 1 1,1-3-1,-1 1-1,3-15 1,-1 1 2,-1 1 0,0 0 11,-1 4 1,-2 2-18,-4 13 1,-1 2 248,3-4 1,-2 3-92,0 0-68,2-4-118,-12 28-77,-5 10 27,-5 14 1383,0 2-1327,-5 14 1,-2 5-12,1-2 0,-2 2-6,-5 18 1,-1 4-7,6-14 1,0 1 0,2-2-266,-1 3 1,1-1 234,0 14 0,5-3-323,15 7-77,-1-26 0,3 0-312,4-4 1,5-3-2011,7-3 1,1-4 2203,11 4-196,17-13 487,-21-24 325,8-12 196,-4-15 235,-2-10-168,-20 23 0,0-2 247,0-1 0,0 1 64,-1 0 0,0 1 474,14-23 207,-7 12-722,-9 14 3010,-9 12-3560,-4 8-196,-2 5 84,-2 8 355,-2 8-287,-4 15-1,-2 13-72,0 12-1673,4-5 0,0 2 1581,3-8 0,0-1 1,0-2-1,0-3 1,2 2-1</inkml:trace>
  <inkml:trace contextRef="#ctx0" brushRef="#br0" timeOffset="250142">23359 15716 20240,'-14'-9'213,"2"2"151,18 9 403,6-1-4548,3 0 3989,3-2-1046,7-8 1029,-12 1 369,13-17-280,-16 4-168,1-3 101,-8-1 2341,-6 2-2482,-1 4 3427,-11-4-3488,-1 17-5,-17 4-12,3 14 6,-1 4-11,1 10 11,14-8-23,-11 26-5,17-10 17,-2 9-45,20 10 0,2-24-196,12 4 0,4 0-952,22 6-3129,-5-7 1,1-1 4332,-14-11 0,-2-2 0,19 10 0,-30-18 0</inkml:trace>
  <inkml:trace contextRef="#ctx0" brushRef="#br0" timeOffset="250360">23899 15882 25359,'-8'-30'-67,"1"5"-1215,7 25-3098,1 0 4380,1 3 0,-1-3 0,2 3 0</inkml:trace>
  <inkml:trace contextRef="#ctx0" brushRef="#br0" timeOffset="250800">23861 15872 5739,'-2'3'0,"1"-2"0,1-1 0,0 0 0</inkml:trace>
  <inkml:trace contextRef="#ctx0" brushRef="#br0" timeOffset="251318">23858 15876 11105,'-11'-18'8559,"4"-4"-7294,15-15-403,-2 5-239,-3 4-203,-2 5-107,0 6-38,-1 3 10,0 2 29,2 1-34,-1 3-140,1 4-207,-1 2-224,0 3 95,-1 5 235,0 11 0,0 16-17,0 14 1,-1 10-302,0 2 273,0-5 12,-1-8-1,2-13 79,0-12 297,2-12-62,-2-6 427,3-10-645,-2-8 206,2-16-302,-2-13 29,1-14-18,-1 24 1,1 0-110,0-3 1,1-1 109,0 1 0,0 1 30,1 3 1,-1 2 86,3-20-27,-3 19-68,-1 14-151,-2 11-78,0 8 308,-2 12-102,-2 12-10,-3 19 5,-3 13-191,4-24 1,-1 0 176,2 0 0,-1-1 3,-2 27-11,3-13 0,4-13-39,1-13-461,1-10-1494,2-6 2005,7-3 0,-5-1 0,4 0 0</inkml:trace>
  <inkml:trace contextRef="#ctx0" brushRef="#br0" timeOffset="251557">24301 15927 21483,'-4'-1'2807,"0"1"-4129,4 0-2005,-8-9 3327,1 14 0,-2-12 0,4 14 0</inkml:trace>
  <inkml:trace contextRef="#ctx0" brushRef="#br0" timeOffset="252058">24544 15644 21831,'0'-4'2767,"0"0"-3165,0 4 365,-5-9 44,10 23 11,-2 0-16,12 27-1,1 5 7,0 0-18,-2 3 17,-7-18 28,-2 0 57,-5-20 184,-3-2-101,-2-8-34,-5-6-89,2-1 51,-2-3 10,4 1-33,0 0-50,3 1 0,1 2-74,2 3-1007,0 0-6901,-2 2 7948,2-1 0,-1-1 0</inkml:trace>
  <inkml:trace contextRef="#ctx0" brushRef="#br0" timeOffset="252800">24497 15707 24396,'-10'-57'555,"2"11"-695,8 46-6,1 0 112,3 2 68,11 3-23,11 7 6,25 14-23,-13-5 3,-6 2 1,-3 4 13,-3 11 0,2 9-11,-20 7-11,-25 7 11,8-30 0,-1-1 3,-6 4 0,0-4 30,-8 9 6,10-17 202,5-10 516,6-10-589,0-3 45,-2-19-96,1-4-72,-1-5 28,6-11-73,3 20-51,22-22 7,8 19 16,-6 6 0,4 2-407,3 3 0,0 1 390,25-4-28,-14 4 1,1 2-7,14-5-137,-19 5 1,-1 0 232,11-7-61,-14 0 72,-16 3 117,-7-5-10,-10 6 760,-1-4-727,-4 4 473,-2 2-535,1 4 252,-3 0-308,1 4-134,1 1-17,0 4 79,-2 7 11,0 3 5,-5 29-33,3-3-112,-1 20-376,5-6-789,2-3 134,1-13-8649,6 4 8403,-4-26 0,3 4 0,-5-17 0</inkml:trace>
  <inkml:trace contextRef="#ctx0" brushRef="#br0" timeOffset="252976">25456 15544 19815,'-1'-4'2772,"0"1"-4077,1 3 185,-11-15-2538,11 28 3658,-1-2 0,6 10 0,4 0 0</inkml:trace>
  <inkml:trace contextRef="#ctx0" brushRef="#br0" timeOffset="253501">25812 15817 20235,'5'-4'3590,"-1"1"-2588,-4 3-979,-50-24 5,4 20-20,2-6 1,-3 3-146,12 11 0,2 4 131,-21 9 46,15 2-96,19-1 22,10 0 23,7-5 0,15 2 28,6-6 228,17 0-178,6-6 40,4-9-46,-8 0 225,11-15 39,-22 4 84,8-7-39,-18 8-118,-8 5-62,-3 1-67,-4 3-95,0 1 62,-1 0-57,0 4-318,0 0 262,0 15 12,0 6 11,0 19 0,0 8-5,-2 8-1,-6 6-309,1-28 1,-2 1 294,-4 2 1,-3 0-26,-5 2 1,-2 0-63,-2 1 1,-3 0-141,-2 0 1,-2 0-205,0-2 0,-1-1-398,2-4 1,0-1-1191,3-5 0,0-4 1991,-20 8 1,23-15 0,7-10 0</inkml:trace>
  <inkml:trace contextRef="#ctx0" brushRef="#br0" timeOffset="254233">26101 15445 21467,'0'-4'2840,"0"1"-2807,0 3 12,2 51 17,-4-6-229,-1 1 0,-2 2 203,-1-8 1,-3 0-9,-2 0 0,-2 1-9,0-2 1,0-2-12,1-4 1,1-2 8,-5 14 240,7-20 247,6-14 146,3-10-303,4-10-285,7-11-34,9-14-12,0 1 9,2 5 1,2-1-15,13-6-8,-10 11 0,1 1 13,15-2-38,-5 11 283,-7 10-294,-6 13 27,-2 12 12,-1 14-12,-1 9-27,-1 3 16,-4-12 6,6 6 22,-6-21 28,10 2 11,0-20-16,8-15 16,-3-5 45,2-18 1,-1-5-574,1-6 491,-10 12 0,2-6 0,-3 2-537,-1-4 0,-3 0 557,5-12 1,0-2 25,-4 4 0,-3 1-3,-5 6 0,-2 3 0,-3 8 0,-2 2 72,-8-16-16,-3 17-56,-4 12-56,1 12 417,0 5-440,-2 13 1161,-7 13-1143,-7 25-1,11-13 0,-1 4-570,1 8 0,2 3 570,2 5 1,3 1-7,4 2 1,5 0-414,4-3 0,5-1 271,2-4 0,4-1-221,3-5 0,2-2-438,0-6 1,0-3-1588,-1-6 0,1-3 2400,10 8 0,-13-17 0,-9-11 0</inkml:trace>
  <inkml:trace contextRef="#ctx0" brushRef="#br0" timeOffset="254451">26750 15689 24811,'-28'-27'75,"1"0"1,1-18-54,69 41-19,-10 3 0,1-1-12,4 0 1,0 0-194,-2 1 1,-1 0-3065,23 0 2203,-18 0 0,-19 1 0,-12 0 1</inkml:trace>
  <inkml:trace contextRef="#ctx0" brushRef="#br0" timeOffset="261242">20750 16817 8595,'-44'-8'1554,"0"1"1,-6-13-1605,58 7 78,34-6-1443,0 7 0,6 1 1415,-6 2 0,2 1 0,3 0-13,1 0 0,2 0 1,3 1-1,1 0-512,-5 2 0,2 0 1,0 0-1,2 1 1,0 1 488,6-1 0,1 1 0,1 1 0,0 0 1,2 0-168,-6 1 1,1 0 0,1 0 0,0 1 0,0-1 0,2 2 130,-7-1 0,0 1 0,1-1 0,0 1 0,1 1 0,2-1 0,1 0-45,-3 1 0,2 0 0,1 0 0,2 0 0,0 0 0,-1 0 0,0 0 0,-3 0 0,-2 0-153,9 1 1,-4 0 0,-1-1-1,-1 1 1,3-1 0,3 1 215,-10 0 0,3-1 1,3 1-1,0-1 1,1 1-1,-1 0 0,-2-1 1,-2 1-1,-3-1-63,5 0 0,-3 0 0,-3 0 0,0 0 0,0-1 1,3 1 132,-1 0 0,1-1 0,1 1 0,1-1 0,0 0 0,-2 1 0,0-1 85,3 0 1,-1 0 0,0 0 0,-1 0 0,0 0-1,0-1-34,1 0 0,0 0 1,0 0-1,-1-1 1,-3 1-1,-3-1-45,4 1 1,-5-1-1,0 0 1,0 0-1,6-1 1,1 0-1,-2 0 1,-7-1 459,-1-2 1,-5 0-343,3 0 0,-5-2 606,1-6-2371,-51 0 891,-15 4 1,-10 2 576,-22-1 1,-9 1 178,10 1 1,-5 1 0,-2 0-23,7 1 0,0 0 0,-3 0 0,-1 1 0,8 0 0,-2 1 0,-1-1 0,0 1 0,-1 0-78,-4 0 0,0 0 0,-2 1 0,0-1 1,0 1 77,6 0 0,1 1 0,-2-1 0,1 1 0,-1 0 0,0 1 0,-3 0 0,0 0 0,-1 0 0,0 1 0,0 0 0,0 0 0,7 0 0,-1 0 0,1 0 0,-1 0 0,0 0 0,0 1 0,0 0 0,-1 0 0,1 0 0,-1 0 0,0 1 0,1 0 0,-1-1 0,1 1 0,-1 0 0,1 0 0,0-1 0,-1 1 0,1 0 0,0 0 0,0 0 0,-7 1 0,-1 0 0,1 0 0,0 0 0,1 0 0,0 0 0,2 0 0,1 0 0,0 0 0,1 0 0,0 0 0,0 0 0,4 0 0,0 0 0,1 0 0,0 0 0,0 0 0,2 0 0,-6 0 0,0 1 0,2 0 0,0 0 0,1 0 0,-8 0 0,1 1 0,2 0 0,0-1 0,6 1 0,2-1 0,0 0 0,0 0 0,-1 0 0,0 0 0,2 0 0,4-1 0,-16 2 0,3 0 748,-3-1 1,9-1 1018,25-3-1599,15 0 302,43-5-169,3-1 0,8 0 118,13-1 1,9-2 0,3 1-332,-14 2 0,2-1 1,1 1-1,0-1-134,4 0 1,0 0 0,2 0 0,1 1 66,-3 0 0,1 1 0,2 0 1,0 0-1,-2 1-19,-3-1 0,-1 1 1,0 0-1,1 0 0,3 0-4,-8 0 1,1 1-1,2-1 1,1 0-1,0 1 1,0-1-1,-1 1-164,1-1 0,0 0 0,0 1 0,0-1 0,1 1 0,1-1 0,1 0 149,-1 1 1,3-1 0,1 1-1,1 0 1,-1-1 0,-1 1-1,-3-1 1,-2 1-50,1-1 0,-3 1 0,-2-1 0,-1 1 1,2-1-1,3 0 82,2 1 1,3-1 0,2 0 0,0 0 0,-1 0 0,-3 0-1,-5 0 23,11 0 0,-6-1 1,-2 0-1,3 0 23,-5 1 1,2-1 0,0 0 0,-1 1 0,-1-1-30,6 0 1,-1 0 0,-2-1 0,-2 1 83,-6 0 0,-1 0 0,-2 0 1,-1 0-126,5 0 1,-1 0-1,-3 0 517,9-1 0,-5 1-985,12-2 1990,-45 3-1575,-56 4-49,-5 2 1,-9 0 232,3 0 1,-6 0 0,-2 0-207,3 0 1,-1-1-1,-3 1 1,-2 0-156,6-1 1,-2 0-1,-2 1 1,0-1 0,0 0 232,5 0 0,-1 0 1,-1 0-1,0 0 0,-1-1 1,1 1-268,-4 0 1,1 0 0,0 0 0,-2 0 0,0 1 0,-2-1 289,8 0 1,-1 1 0,-1-1 0,-1 1 0,0-1 0,1 1 0,0 0 0,2-1-201,-11 2 0,1-1 0,0 0 1,2 1-1,-1-1 0,1 1 196,2-1 0,0 0 0,0 1 0,1-1 0,0 1 0,2 0-59,-8 0 0,0 1 0,2 0 1,1 0-1,1 0 74,-1 1 1,2-1-1,0 1 1,-2 0 45,4 0 1,-1-1 0,-1 1 0,0 0 0,-1 0-64,-2 1 1,-1 0 0,0 0-1,1 0 1,3-1 78,-2 1 1,2-1 0,2 0-1,0 0 114,6-1 0,-1 1 0,3-1 0,2-1 275,-1 0 1,3-1 0,5-1 1200,4 0 0,5-2 947,-24-3 2387,71-8-3948,22 0 1,18 0 0,-1 1-31,-10 1 1,0 0 0,5 0-507,5 1 0,6-2 0,4 1 0,1 0 0,-4 1-114,-6 2 1,-1 0 0,-1 1 0,1-1 0,3 1-165,2 0 0,2-1 1,2 1-1,1-1 0,0 1 1,0 0-104,-8 1 1,0 0-1,0 0 1,1 0-1,0 0 1,2 0-1,0 0-116,2 0 1,2 0 0,1-1 0,1 1 0,0 0 0,-2-1 0,-1 1 0,-4 0 6,2 0 0,-3 0 1,-2 0-1,0 1 1,1-2-1,4 1-517,-5 0 1,4-1 0,1 0-1,1 0 1,0 0 0,-2-1-1,-2 1 1,-4 0 263,8 0 1,-5-1 0,-1 0 0,-1 0 0,4 1-54,-4-1 1,2 1 0,1-1 0,0 1 0,0 0 0,-2 0 150,6 0 0,1 1 0,-1-1 0,-3 1 1,-6 1-1,5-2 0,-5 1 0,-4 1 1,7 2-1,0 0 0</inkml:trace>
  <inkml:trace contextRef="#ctx0" brushRef="#br0" timeOffset="265992">13511 14707 17417,'0'-4'2196,"0"1"-3065,0 3 953,-2 60-123,-5-6-294,3-11 0,-1 5-177,-7 9 1,-2-1-643,4-15 1,0 1-1941,-3 18 1,0-1 2471,7-18 1,0-5-1,1 8 1,4-21-1</inkml:trace>
  <inkml:trace contextRef="#ctx0" brushRef="#br0" timeOffset="267488">13255 15299 20464,'-10'-42'-77,"0"0"1,4 2 0,10 9-3,26 20-67,5 2 1,3 0-56,23-5-605,-14 4 0,1 0 730,-7 1 1,0 1-1,-1-1 1,-1 0-3,22-4-34,-21 2 0,-2 0 413,0 0-276,-5 0 0,-2 0 545,-9 3-162,0-1-228,-18 7-214,-9 4 765,-2 2-669,-14 10 31,5 0-126,-6 5-23,12-4 39,6-3 101,7-4 134,6-1 62,9-4-50,9-6-62,10-7 5,5-10 90,-1-7 101,-7-5 90,-10 0-5,-12 2-270,-7 9 196,-15 0-302,-2 12-73,-12-1-17,6 7-61,-13 12 39,14-1-101,-19 27 67,17-4-39,-3 19-118,14-5-151,12 0-163,12-2-139,14-5-229,9-9-248,9-11 202,6-15 538,4-16 442,-28 1 1,-2-3 117,1-3 0,-3-2 302,20-23 129,-11 1 85,-12 6 61,-9 6-34,-9 11-246,-2 9-398,-3 5-929,0 5 677,0 9 258,-1 4-17,0 13-6,0 6-16,0 3 0,0 1-12,0-6 6,0-8 202,1-10 77,0-7 679,3-9-745,3-8-51,7-11 13,5-10-7,5-4-12,2 0-38,0 5-68,-2 6-38,-1 5-63,-3 9-78,-2 4-44,-1 8 16,-3 9 78,-2 10 62,-2 7 39,-1 8-22,-3 0 0,0-1 0,-2-7 62,0-9 264,-1-8 250,0-6-122,1-6-303,2-8-89,4-9-6,6-9-17,5-5-5,3-1-18,4 5-10,-1 6-34,-2 8-67,-3 7-84,-4 5-34,0 8-45,-1 7-33,0 9-123,0 8-315,-1 6-464,1 2-274,2-1 425,2-5 840,6-10 409,-9-9 460,8-11 196,-11-9 66,1-5-83,-3-2-90,-3 3-162,-4 4-308,-1 4-348,-4 3-207,1 3 146,-1 6 151,2 7-17,2 8 12,2 8-46,1 4 7,-1 2 21,-1-1-5,-3-5-5,0-6 100,-2-9 392,0-8 84,0-6-319,0-9-101,-2-11-5,-1-16-34,0-13-50,0 4-119,4 7 1,3 1 156,4-14-69,-1 16 0,2 0-9,12-10-16,5 9-23,3 13-16,2 8-12,1 8 6,-1 8-17,-2 5 286,-4 8-263,-8 3 38,-6 2 85,-10 1 22,-11 1-23,-14 0-10,-29 1-96,12-9-64,9-7 0,0-2-547,0-3-2648,2-5 3276,21-3 0,7 2 0,7-1 0</inkml:trace>
  <inkml:trace contextRef="#ctx0" brushRef="#br0" timeOffset="267881">15739 14979 21870,'-6'0'2056,"1"0"-3070,5 0-913,34-1-616,12-5 964,16 1-206,-22 0 0,-1-1-164,16 1 151,7 0-1462,-21 9 2246,-19 8 1014,-21 11 0,-24 8 0,-22 7 1526,15-18 0,-2 0 1013,-2-1 0,0-1-551,2-1 1,0-1 2074,-22 12-3200,25-13 481,9-5-543,17-8-488,7-5-313,15-10 283,10-3-709,6-3-2705,21-1 3131,-10 6 0,-7 2 0,-15 6 0</inkml:trace>
  <inkml:trace contextRef="#ctx0" brushRef="#br0" timeOffset="272766">7015 5569 21029,'4'-23'-1868,"1"3"1,-8 23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13:49:33.0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20300 1732 20744,'1'-44'1170,"0"1"1,-1 3 0,1 9-1048,0 17-111,0 7-63,-1 13 96,0 13 0,-3 19-6,-5 22-377,1-21 1,0 2 208,-3 5 0,1 1-442,-1 2 0,1-1-51,2-10 0,1 0-4294,3 9 1,2-3 4804,7-1 1,-2 5 0,2-34 0</inkml:trace>
  <inkml:trace contextRef="#ctx0" brushRef="#br0" timeOffset="384">20459 1442 15477,'-43'-23'1023,"0"0"1,-1 0 0,2 3 0,-1 2 0,2 5-722,-12 8 1,0 8-1379,-5 5 1,0 5 1220,16-1 1,0 4 0,1 1-62,-4 5 0,2 2 0,0 3-36,-1 3 1,1 2 0,1 5-31,7 0 0,0 5 0,2 0 1,3-2-359,1-1 0,2-1 0,3 3 337,3 1 0,1 5 1,3-1-1,7-3-6,12 14 1,10-1-11,2-11 1,3 0-1,7-2-30,7-2 1,7-4-1,4-3-52,8-1 1,3-4-1,3-3 0,-11-7 0,2-2 0,1-2 0,0 0 33,1-2 1,1-2 0,0 0 0,0-2-97,-1-1 0,0 0 0,-1-3 0,1-1 201,11-2 0,0-2 1,-2-4 40,-4-3 0,-2-3 1,-1-4-227,-5-2 0,-1-4 0,-3-3 263,-4-1 1,-2-4 0,-2-2-34,-2-1 0,-3-3 1,-3-1-27,-1-2 0,-3-2 0,-2-1-23,-3-1 1,-3-2-1,-2 0 66,-3 1 1,-2-1 0,-5 0-42,-5-18 1,-10 3-25,-8 4 0,-9 6-26,-10 5 0,-9 7-31,12 15 1,-2 2 0,0 3-40,-11-2 1,-2 4-1136,1 4 0,-4 2 1,6 2 1196,4 2 0,4 1 0,-9-2 0,5 2 0,12 2 0</inkml:trace>
  <inkml:trace contextRef="#ctx0" brushRef="#br0" timeOffset="977">19928 2728 11166,'1'-7'7046,"0"2"-5443,-1 5-399,0 0-773,-3-34-174,-9 38 127,-20 14 0,-6 8-308,6 9 0,-1 5-549,3-6 0,-2 3 0,1-1 523,-11 10 1,1-3-21,8-7 1,-1-1-40,-7 7 1,-1 1-62,5-5 0,2-2-524,4-3 0,4-2-430,-2 4-4146,20-9 5170,23-23 0,-3-2 0,0-1 0</inkml:trace>
  <inkml:trace contextRef="#ctx0" brushRef="#br0" timeOffset="1200">20131 2640 15277,'2'-5'6246,"0"1"-5411,-2 4-482,57 18-183,-22 7 1,4 3-915,7-6 1,6 2 763,0 8 1,5 5-1,-6-5-642,-9-10 1,1-1 597,-3-2 0,6 2 1,0 0-1,-4-2-128,-1-3 1,-3-1 0,2 0-3074,15 6 1,3 2 0,-5-2 3224,-2-2 0,-4-1 0,-1 0 0,-11-4 0,-22-10 0</inkml:trace>
  <inkml:trace contextRef="#ctx0" brushRef="#br0" timeOffset="2035">19168 3630 15989,'-5'1'2279,"2"0"-1152,3-1-858,18 17-135,-11-10 409,15 17-213,-19-19 908,-4 4-912,-4-5 323,-15 2-481,7-4 314,-19-6-314,17-1 313,-17-20-178,15-3-34,-2-14-169,10 10 40,9-7-140,7 20-33,6-6-12,8 15 34,-1 5-23,10 8-16,5 16 33,-7-2-6,-8 9 1,-5 5 28,-10 15-1,-8-9 1,-5 1-326,-16 14 308,-16-10 1,-8 0-525,11-12 0,-2-1 534,3-3 0,-2 2 0,2-3 24,-3 2 1,3-5 145,-14 7 67,21-16-44,15-13-73,7-6 240,4-6-352,2-2 1056,6 1-1107,7 4 29,2 4-57,29 4 27,2 7 1,-9-2 1,4 2-274,1 1 0,1 0 38,6 1 0,0-1-339,-9-2 1,1 0-217,10-1 1,2 0-3686,-4-5 0,-1-1 4520,-5 0 0,-1-1 0,-6 0 0,-6 0 0,-9-3 0</inkml:trace>
  <inkml:trace contextRef="#ctx0" brushRef="#br0" timeOffset="2401">19460 3427 16287,'-55'-22'649,"-1"0"1,1-1 0,0 4 0,0 1 0,3 6-471,-9 12 0,2 8-1036,15-1 0,0 3 0,1 0 905,-10 6 0,2 4 4,9-2 0,1 4 0,1 3-119,1 5 0,2 5 0,1 1 74,-1 1 1,1 0-1,2 4-15,-2 7 1,1 3 0,6-3 4,2 2 0,7 1-8,9-4 0,5 3 0,5-3-49,9 1 1,8-2 12,0-4 0,4 2 1,6-6-50,5-8 1,7-5 0,2-3-42,8-1 1,3-4 0,3-3 9,6-1 0,2-4 1,2-2-233,-14-3 1,1-2-1,0-1 1,0-2 366,0 0 1,0-3-1,0 0 1,-1-2 48,12-3 1,-2-2 0,-1-3 250,-6-1 0,-1-3 0,-4-2-182,-5-1 1,-3-2 0,-3-1-57,5-4 0,-5-5 6,-8-2 1,-3-5 0,-4 1-24,-2-6 0,-3-1-12,-3 5 1,0-4-1,-4 2 43,-5-7 0,-6 2-11,-8 5 0,-5 3 285,-7 6 0,-6 4-389,-5 4 0,-4 5-219,-3 5 1,-1 4-1518,1 4 0,0 3 1767,-22 5 0,26 1 0,19 3 0</inkml:trace>
  <inkml:trace contextRef="#ctx0" brushRef="#br0" timeOffset="3158">21388 3419 13625,'-2'-4'4828,"0"0"-3797,2 4-863,13-66-11,10 39-82,-4-13 1,5 4 64,31 21-73,-24 10 1,1 2-32,2 4 1,-1 3-26,0 3 0,-2 4-11,-1 4 0,-3 3-17,17 25 6,-17 8 33,-17 2 34,-20 0 17,-14-5 62,-9-4-40,2-13 420,-16 1 39,16-19 97,-11 1-63,18-18-96,7-5-122,9-6-168,5-2-118,7 2-34,6 2-28,12 4-16,11 4 5,12 8-22,12 12 0,-24-2 0,2 1-233,3 5 1,-1 2 212,1 0 0,-2 2-8,-4-1 0,-3 0-12,9 18 46,-25-4-6,-32-6-169,-26-6-351,13-13 0,-3-3-7,-4-2 1,0-2 127,7 0 1,1-3-1078,-5-3 0,2-4 719,-19-16 1,16 8 0,9-5-1</inkml:trace>
  <inkml:trace contextRef="#ctx0" brushRef="#br0" timeOffset="3558">21721 3033 19563,'-48'-7'132,"1"0"0,-1 0 0,-3 4 0,-1 1 1,6 8 26,3 12 1,2 7-902,4-3 0,-3 3 0,1 2 870,-3 4 1,1 2 0,0 4-58,6-2 1,0 4-1,1 1 1,3 0-624,-3 6 1,3 1 0,3 0 551,0-3 0,3 1 0,6 1 3,10 2 1,6 0 0,4-6 1,3-8 1,5-2-12,14 26 1,11-4 44,5-23 0,9-6-58,-7-8 1,7 0 0,1-2 0,-2-2 18,0 1 0,-2-3 0,5-2-366,5-1 1,6-2 0,1-1 0,-5-3 385,-3-2 1,-3-4-1,3-1 32,3-3 0,4-1 0,-1-1 0,-4-1-13,-4 1 0,-3-1 0,2-4 73,2-5 0,5-5 1,-3-1-1,-9 3-34,-4-2 1,-4-3 35,5-6 1,3-6 0,-7 0-37,-10-5 0,-5-3-35,-6 8 0,-1-1 0,-5-3 18,-2-3 1,-5-2 0,-7 1-23,-9 4 0,-6 1 1,-1 3-35,-4-12 1,-5 7-9,-13 9 0,-7 9-39,0 11 0,-3 5-177,-4 3 1,-3 1-333,10 3 0,-1 1 1,-2 2 550,-1 4 0,0 3 0,5 0 0,3-2 0,5 0 0,5 5 0,0-1 0</inkml:trace>
  <inkml:trace contextRef="#ctx0" brushRef="#br0" timeOffset="4124">18767 4544 10690,'-5'-4'7909,"2"0"-5142,3 4-1669,-6-67-779,5 51-288,-1-22 0,-1 10 103,-3 38-5,-2 2 14,-9 11 0,-5 4-85,0-3 1,-2 1-870,-15 15 0,-1 0 814,10-12 0,-1 1-11,-1 0 1,-1 2-1,1-1-51,3 0 1,0-1-164,-12 13 1,3 0-1041,15-14 0,4-2-3398,-7 16-5171,13-12 9507,10-13 1,3-9 0,1-6 0</inkml:trace>
  <inkml:trace contextRef="#ctx0" brushRef="#br0" timeOffset="4358">18642 4576 15238,'29'-46'2012,"0"1"1,-1 5 0,-3 8-1716,-5 16 162,8 8-16,11 10-263,7 12-113,-14-1 0,1 3-11,0 5 0,0 4 0,4 3 0,1 1-571,3 5 0,0 0 501,3 3 0,-2-2-28,-8-5 0,0-1-728,16 12 0,-3-2-1347,1-1 2117,-2-3 0,-4-3 0,-19-15 0,9 5 0</inkml:trace>
  <inkml:trace contextRef="#ctx0" brushRef="#br0" timeOffset="5385">17939 5347 17619,'0'-6'3646,"0"0"-3220,0 6 386,0 0-711,-14-31-39,5 35 128,-30 14-145,22 9 0,3 6-386,-5 3 1,-1 3 360,-5 12 0,3-1-9,8-16 0,2-1-6,-5 14 1,4-2-32,4 9 32,10-22 179,15-12 0,10-24-107,5-2 65,4-12 0,2-6-461,-6 5 0,0 0 377,6-5 0,2 0 120,5-2 0,-4 2 358,6 0-475,8-3-43,-33 20 49,-12 15-24,-6 10-27,-3 16-6,-5 12-22,-1 8 574,-4 8-644,6-29 0,0-1 211,0 20-704,3-18 0,3-1-1045,6 2-811,5 6-1049,6-28-268,5-23 1406,1-15 1781,1-22 840,-14 17 0,-1-2 309,-1-6 1,0-2 516,-1-3 0,0-1 81,-2-3 1,0 0 198,-3-10 0,-1 2-1053,-2 17 1,-2 2 181,-7-13 1,-3 5-141,-9 6-25,-9 3 0,-8 2-193,6 14 0,-3 2 11,-18-6 0,-4 4 59,1 9 0,-2 7-1071,-4 4 0,-2 5 931,19 0 1,0 3 0,0 2-49,-2 4 0,0 3 0,3 1-25,-11 4 0,2 6-4,14-3 0,-2 6 0,1 2 0,5-4-8,-5 7 1,2 4-11,9-5 0,-3 7 0,-1 3 1,3 0-1,5-2-39,2 6 1,6-1-1,1 3-15,-1 0 1,-1 4-1,4 0 1,5-3-540,8 2 0,6-3 0,6-3 492,5-5 1,5-3 0,6-5-241,5-5 1,7-4-1,2-4 311,5-5 1,4-5 0,0-3 24,5-2 0,0-4 0,1-4-261,2-3 1,-1-4-1,0-2 304,0-3 0,-1-2 0,-1-2 26,0-3 0,-1-3 0,-2-2 17,1-2 0,-2-2 0,-3-1-25,-9 6 1,-3 0-1,1-4 53,-1-3 0,0-5 0,-1-1 0,-3 1-45,-5 0 0,-3 0 0,1-3 143,8-14 0,2-3 0,-7 1-156,-10 10 0,-4 1 0,-2 1 52,1-15 0,-7 3 371,-8 7 0,-7 4-427,-6 6 0,-6 6-56,-8 4 0,-4 5-95,-3 3 0,-2 3-437,-1 4 1,0 4 640,-2 1 0,3 3 0,-4 1 0,9 3 0</inkml:trace>
  <inkml:trace contextRef="#ctx0" brushRef="#br0" timeOffset="6188">20377 5187 15720,'0'-4'5035,"0"1"-3836,0 3-717,-78-43-1247,49 33 885,-21-13 1,-2 3 97,12 25-78,-13 3-67,-8 6-40,17-2 1,-1-1-26,13-3 1,0 1 8,-17 3 0,2 0 11,-9 1 22,-3 2 308,22-7-308,18-3 94,13-4-184,6-1-16,0 2 51,3 4 504,2 7-488,5 10 23,1 9 5,-1 4-28,-2 1-5,-3-8 16,3 6 40,1-11-29,0 1 74,2-9 184,-5-11 297,2-2-22,-3-3-269,1-7-112,1-5-56,2-8-34,2-3-34,4 0-10,16-2-40,-6 8 11,23 0-16,-6 11-6,12 6 6,0 12-15,-23 4 1,-2 3 2,8 11-19,-14 3 0,-4 0 14,-9-1-1,-2 19-44,-40 2-31,2-23 1,-6-2-54,-6 6 0,-3-2-173,4-7 0,-3-3-499,-9-3 0,2-5-235,0-3-1466,7-6 1,1-4 2512,10-9 0,5 1 0,16 0 0</inkml:trace>
  <inkml:trace contextRef="#ctx0" brushRef="#br0" timeOffset="6583">20045 4944 13345,'0'-5'2176,"-28"-8"0,-13 1-1871,9 10 1,-2 4-748,-8-5 0,-6-1 1,-1 6 749,-4 11 0,0 6 0,2 0-177,-5 2 1,-1 4-12,12 1 1,-6 5-1,2 2 1,6 0-613,6 0 0,5-1 0,0 4 501,-2 0 1,-1 3 0,0 2 0,6 1-3,-1 15 1,6 3 0,5-2-1,6-8 1,4-2-1,6 2-7,4 4 0,6 0 0,11-3-49,13-7 1,12-4 0,3-5-18,1-5 1,3-5 0,2-1-270,1-2 1,2-1-1,2-5 329,-11-7 1,1-3-1,2-2 1,-1-2 52,1-3 1,1-1-1,0-2 1,-1-1 17,2 0 1,0-1 0,0-2 0,0-1 19,6-3 1,0-2-1,0-2 1,-4-2 48,6-6 1,-5-4-1,-2 0-65,-9 4 0,-3 1 0,-1-4 54,6-5 0,-2-5 1,-2-2-652,-6-5 0,-2-3 0,-3 2 560,-3 8 0,-1 1 0,-2-5 25,-3-5 0,-2-6 1,-3-1-1,-7 7-146,-8-8 0,-7 4 125,5-13 0,-10 2-8,-17 26 0,-9 5 0,1 4-22,3 6 0,-4 4-50,-14 2 1,-12 1-1,-1 2 1,9 3-111,4 4 0,-1 3-342,3 1 0,-7 1 1,0 1-1,7 3 496,-5 6 0,8 1 0,9-3 0,3-1 0,-20 9 0</inkml:trace>
  <inkml:trace contextRef="#ctx0" brushRef="#br0" timeOffset="7701">22319 4245 17322,'12'-45'1249,"0"-1"0,-1 6 0,-2 7-599,-5 15-449,-1 11-201,-5 7 62,0 6 448,-21 39-345,6-15 1,-3 4-671,-1 1 0,-2 5 1,-2 0 548,-3 4 1,-3 1 0,1-1-29,4-5 1,0-1 0,-1 1-12,-7 9 1,-3 2 0,2-2-12,3-3 1,1-2-1,0 1-30,0 3 1,1-1 0,1-1-21,-6 9 0,6-4-165,12-12 0,5-6-160,9-12-762,13-1-1479,28-29 646,14-15 612,-15 0 0,1-4 863,-2-6 0,-1-3 397,1-5 0,-2-4 281,-6 6 1,-1-3-1,-2 3 5,2-4 0,-2 0 105,-3 3 1,0-2 0,-3 3 177,-3 1 0,-1 1-45,2-10 0,-2 1-210,-4 12 0,-2 1 238,0-4 0,-2 1 57,-1 4 0,-1 2-152,0 0 0,-1 0 701,1-2 1,0 3-472,2-9-96,0 6-111,0 11 845,-2 8-935,0 6 163,-4 7-337,0 0-11,-1 7-23,-1-1-16,0 4-1,0-2 23,0 2 135,7 2 145,11 5-23,23 5-221,-8-8 1,4 1-463,12 4 1,2-1 360,-7-2 1,4 1-544,6 4 0,6 1 0,-1 1 496,-12-4 0,-1 0 0,3 0-103,4 2 1,3 0 0,1 1 0,-1-1-717,-6-1 1,1-2-1,-1 1 1,0-2-241,1 1 0,1-1 1,-1 0-1,1-1 876,1 0 1,0 0-1,-1-1 1,-6-1 0,13 3-1,-6-2 1,-9-4-1,0 0 1</inkml:trace>
  <inkml:trace contextRef="#ctx0" brushRef="#br0" timeOffset="8485">22132 5528 21081,'-62'1'519,"1"0"0,3 3 0,5 8-418,17 11 0,4 7-556,-1 2 1,3 2 501,1 4 1,2 1-29,2 3 1,3 2-23,3-1 1,4 0-4,3-9 1,5 0-29,8 10 0,7-2 23,23 11 19,-6-19 1,6-3 27,2-11 1,2-6 52,0-3 1,1-4 179,2-9 0,-2-3-51,11-5 224,-1-23 184,-30 2-352,-2-9 134,-8 0-302,-13 4 0,-8 6-101,-12 6-27,-13 12-1,-8 9-5,-8 16-28,-2 12-6,29-7 1,2 2-149,2 2 0,3 2-1034,-13 28-1478,19-1-1069,16-12 2966,16-6 1,-5-21 0,1-3 0</inkml:trace>
  <inkml:trace contextRef="#ctx0" brushRef="#br0" timeOffset="8917">22351 5297 15488,'-51'-34'733,"0"0"1,-1 0 0,3 4 0,-1 2 0,1 10-424,-5 15 1,1 10-467,-4 3 0,-1 6 234,18-1 1,0 3-1,1 2-349,-1 3 1,-1 3 0,2 2 300,0 3 0,0 2 0,2 2-16,0 3 1,1 3 0,2 0-11,3 3 0,1 1 0,3 1-12,2 1 1,3 2-1,3 1-17,3-1 1,3 1 0,4 0-25,4-2 1,4 0 0,4-1-5,3-3 0,5-2 0,6-2-50,13 0 0,7-2 1,4-4 44,-1-7 0,3-3 0,3-4-307,-3-3 0,5-3 1,-1-1-1,-2-3 365,1-2 0,-2-3 0,1-1 30,9 0 0,3-2 0,-3-3-218,10-5 1,-2-4 303,-11 1 0,1-3 0,-1-2 223,-4-3 0,-2-3 0,0-4-115,4-10 0,-2-5 0,-3 2-405,1-3 1,-3-4 262,-8 1 0,0-4 0,-6 0-12,-4-4 0,-5-1 249,-4 9 0,0-2 0,-3 1-288,1-19 0,-7 0-9,-8 7 1,-7 2-7,-8 6 1,-8 4-14,-8 6 0,-7 4-26,-7 5 1,-3 4-45,-3 5 0,-2 4-312,13 8 0,-2 2 0,2 3-2181,-10 2 0,3 5 2560,0 1 0,6 2 0,4 6 0,20-3 0</inkml:trace>
  <inkml:trace contextRef="#ctx0" brushRef="#br0" timeOffset="9508">24329 4803 13838,'-6'-2'7651,"2"0"-5847,4 2-1720,-28-37-11,39 20-34,-24-25 22,40 32 1,9 5-28,0 0-9,7 2 0,1 3 9,6 12-243,-16-2 1,0 5 208,14 26-3,-27-15 0,-1 2 3,9 20-11,-15-15 0,-2 3-20,-5 10 0,-2 1 0,0-13 1,0 0-133,-4 18 1,-2-1-717,-4-1 167,0-1-2497,-2 0-146,5-26 3355,-3 5 0,3-19 0,1-2 0</inkml:trace>
  <inkml:trace contextRef="#ctx0" brushRef="#br0" timeOffset="9708">24503 5212 21097,'-38'-26'373,"0"1"1,2 1 0,15 4-391,37 5-5,4 2-74,17 0 0,7-1-44,-4 4 0,2-1-618,-1 1 1,3-2 0,0 2 306,17-4 1,-4 2 38,-11 3 0,1-1-2865,-2-2 0,3 0 0,-7 1 1985,11-3 0,-9 2 0,-9 1 0,-25 8 0</inkml:trace>
  <inkml:trace contextRef="#ctx0" brushRef="#br0" timeOffset="10068">25210 4346 12746,'-42'-22'1553,"0"1"0,0-1 0,-8-5 0,-2 5-1027,5 13 1,-5 4-1,2 4-1732,-11 4 0,-1 4 1340,16-2 1,-3 2-1,0 0 1,4 2-72,1 1 1,3 2-1,-2 4 21,-4 6 0,-2 5 1,0 2-1,5 0-54,2 3 0,4 1 0,0 3-320,-1 1 1,-3 4 0,3 1-1,4-1 299,7-4 1,3-1-1,5 5 13,3 17 1,5 6-1,6-7-11,5-11 1,6-1-14,4 9 0,5 5 0,10-6-17,11-15 1,8-6-1,2-2 4,2 1 0,3-1 0,4-3 6,-5-7 1,3-1 0,2-2 0,-1-4 12,-4-4 0,-1-3 0,0-2 1,1 0 14,-1-2 1,1 0-1,0-2 1,-1-1 22,0-2 0,0-1 0,-1-2 0,1 0 44,14-5 0,-1-3 0,-1-2 16,-2-2 1,0-4 0,-3-1-5,-1-3 1,-3-2 0,-1-3-13,-5 0 0,-1-3 0,-4-2-19,-4-2 0,-3-2 1,-3 1 282,4-8 1,-9-4-312,-14-7 0,-8-7 1,-5 7-473,-3 15 1,-7 2 419,-7-14 0,-8-5 0,-7 9-51,1 22 1,-4 7 0,-4 1-452,-12-6 1,-5 1 0,1 3-1055,7 4 1,0 3-1,-1 2 1569,-8 2 0,-2 1 0,13 3 0,9 1 0,7 3 0</inkml:trace>
  <inkml:trace contextRef="#ctx0" brushRef="#br0" timeOffset="16485">3000 10985 8646,'-11'1'5142,"3"-1"-3974,-27 6 0,-6 1 164,13-2-1038,-15 2 0,3 0-4727,25-4 4668,10-1 1488,0-1-1365,5 0 619,6-1-389,15 0-302,13 1-174,6 0 3021,20-2-3027,1-2-33,-9-1 0,6-1-30,-15 1 0,2-1 0,-1 1-32,13-2 0,0 1-2,-11 0 1,1 0-1,-3 2 5,2-1 0,0 1 3,6 1 0,5-1 0,-3 1-6,5 0 0,-1 0-637,-9 1 0,2 1 1,-7-1 627,-8 1 1,-3 0 19,17 0 1,-1 0-544,3 0 532,-3 0 1,4 0 2,-5 0 1,0 0-13,1 0 1,2 0-395,8 1 1,-2-1 396,-13 1 1,-3 0-6,20 1 102,1 0-102,-19 0 27,-11 0 0,0 0 27,9 1-27,-5-1 0,-1 0 32,-2 0-38,6 0 1,0 0-22,-3-1-3,4 0 1,0 0 2,6 1-25,-14-1 1,0 0 1590,18 1-1608,-4-2-1,-11 1 627,13-1-561,-12-2-6,18-1-6,-8-3-2239,0 1 2228,-10 0-303,17-1 314,-24 2-8,4 0 0,3 0 19,17-2-5,8-2-6,-9 1 17,-14 3-16,-10 1 3161,-3 1-3157,-12 1 35,2-1-12,-3 1 717,9-1-733,0 0-12,3-1 0,0 0 0,-5 0-5,-3 0-23,-5 1-252,-3 1-409,-5 1-1623,-1-1 2301,-1 1 0,0 0 0</inkml:trace>
  <inkml:trace contextRef="#ctx0" brushRef="#br0" timeOffset="22484">6267 760 32767,'-46'-41'-850,"-1"0"0,3 4 0,0 13 1106,12 26 1,1 9 761,-3 1 1,0 4-1019,-1 5 0,0 5 0,2 3 0,1 3 0,3 2 0,2 1 0,5 2 0,4 0 0,4-2 0,5 0 0,7 26 0,21-16-2292,20-19 50,16-17 1490,-22-14 0,0-5 330,3-4 0,-1-5-74,0-7 0,-1-3-118,-2-3 0,-2-3 443,-3-2 1,-3-2 133,-3-2 1,-3-1 165,-4-1 1,-3-2-101,-1 0 0,-3 0 20,-2 3 0,-2 0-110,0 6 0,-2 1 363,-2-18 444,-2 18-620,-2 16 121,1 11-281,2 6 806,-1 12-722,-1 14-3135,-1 21 3074,2-12 0,0 3-20,1 8 0,1 3-545,0 5 0,1 2 430,3 3 1,2 0-767,3 0 1,3-1-758,5-6 0,6-2 1328,6-5 0,0-6 0,6 4 1,1-16-1</inkml:trace>
  <inkml:trace contextRef="#ctx0" brushRef="#br0" timeOffset="23185">6543 728 25444,'-3'-32'-59,"1"0"0,12-9 42,36 74 31,-17-11 0,0 1-17,0 3 0,-1 1-33,-2 0 0,-3 1-82,8 23 34,-19-7 78,-20-10 12,-13-10 44,-9-12 57,-1-11 33,4-12 0,7-8-22,7-7-28,8-5-68,11 0-11,10 0 0,15 3-44,12 3-82,-9 13 0,0 2-87,16-3-204,-13 6 0,-1 3-1212,7 1-1065,5 2-1233,-8 0-262,-9-1 1943,-7-2 2017,-9-1 1982,-2-6 1568,-10 0 522,1-6-112,-4 0-2902,-1 6 409,0-1-572,-2 9-531,0 0-191,1 4-67,-3 15 129,3 18-17,0-1-17,13 18-28,10-19-22,16 5 11,9-13 39,-7-11 34,20-19 22,-21-13 0,-10 2 1,-1-2 111,9-27 224,-16 12 1,-2-2 195,5-12-89,0-6-208,-18 35-195,-2 10-96,-3 11-34,0 25 35,0 14 27,0 11-294,0-14 0,2 2 255,0-4 0,0 4-663,1 1 0,0 5 0,1-1-4225,0 14 1,-1-2 3388,1-1 0,0-6 0,-1 4 0,-3-40 0</inkml:trace>
  <inkml:trace contextRef="#ctx0" brushRef="#br0" timeOffset="23976">8481 869 32587,'-11'-43'-772,"0"1"0,2 0 1,2 17-815,6 26 866,16 23 131,2 11 409,1-1 0,-1 2 40,-5-6 1,-1 2 35,-1 5 1,-2-1-1078,-4 11 1085,-19 7 68,-3-29 21,-12 1 60,10-19 62,0-26-58,12-11-38,4-6 1,2-4-1317,4 2 1,2 0 1315,-1-4 1,1 2-6,1 7 0,1-1-314,0-13 0,-1 1 361,3-10-19,-1 2 0,0 4-42,0 18-44,8-14-7,14 30 62,9 3-11,4 6-28,12 14 12,0 15-1,-3 10 2358,-8 4-2436,-23 24 27,-31-12 37,-2-12 1,-6 1 151,-8-4 0,-6-4-110,-3 0 0,-2-3 0,8-6 1,0-2 21,-7 0 1,3-4 50,4-3 0,-4 0-39,27-9-57,6-2-4,22 0 10,12 0 0,12 0-42,-2 2 1,3 1 341,-11 0 0,0 0-622,17 4 1,2 0-774,-11-1 0,-2 0-249,0 0 0,-2-1-1902,-3-1 1,-1-2 2463,18-2 1,-23-1 0,-15-2 0</inkml:trace>
  <inkml:trace contextRef="#ctx0" brushRef="#br0" timeOffset="24268">9278 793 23719,'-32'28'28,"8"6"-34,32 15 0,10 0 12,16-5 0,13-8-6,9-13 72,0-14 74,-7-18 28,-10-13-62,-14-3 330,3-24-274,-17 22 207,3-33-217,-14 30-63,-4-11-45,-1 19-100,-2 8-119,4 7-5465,2 4 5634,5 16 0,-3-9 0,3 9 0</inkml:trace>
  <inkml:trace contextRef="#ctx0" brushRef="#br0" timeOffset="24642">9911 736 23959,'3'42'48,"0"0"0,0 18-26,2-3-5,-4-23 11,0 4 5,0-11 326,-1-12 430,1-11-239,1-13-360,3-12 23,4-18 0,4-13 22,4-6-17,2 1-66,3 9-96,-6 17-12,2 7-38,3 14-34,5 3 11,10 13-5,3 10-12,-7 4-173,11 24-258,-20-5-297,-8-9 0,-3 1-5600,-3 24 6362,-7-8 0,-3-18 0,-1-13 0</inkml:trace>
  <inkml:trace contextRef="#ctx0" brushRef="#br0" timeOffset="25034">11020 619 21069,'0'-4'4290,"0"0"-3623,0 4-689,-55 4 11,26 15 8,-7-6 0,3 4-8,11 28-23,10 0 6,15-5 17,11-10 28,8-12 45,8-11 27,0-14 74,2-10 89,-5-11 28,-8-6-73,-9-4-39,-9-1-28,-8 3-62,-3 5-33,-2 7-62,-1 9-106,1 7-56,1 8-247,-3 10-44,3 3-3188,-6 32 3658,7 4 0,1-7 0,4-11 0</inkml:trace>
  <inkml:trace contextRef="#ctx0" brushRef="#br0" timeOffset="25326">11076 984 20352,'5'-9'2739,"-1"2"-2375,-4 7 12,0 0-315,-40 62 12,33-37 53,-10 13 0,7-2 14,22-22 218,13-2 51,-5-9-16,2-4-7,-3-6-11,-5-7-89,-8-4-135,-7-3-112,-11-2-78,-11 0-258,-11 2-1148,-9 7-655,8 6 2100,-12 6 0,31 2 0,-7 2 0</inkml:trace>
  <inkml:trace contextRef="#ctx0" brushRef="#br0" timeOffset="26094">5395 1531 32485,'44'-22'282,"9"3"-282,-22 16 0,2 2 0,6-2 0,3 0 0,14 0 0,4 0 0,-17 1 0,0 0 0,-1 0 0,14 0 0,1-1 0,-5 1 0,4 0 0,-1 1 0,-6-1 0,1 1 0,1 0 0,-3 0 0,1 0 0,2 1 0,1-1-16,-2 0 1,1 1 0,1 0 0,0 0 0,-1 0-642,6-1 0,0 1 0,-1 0 0,-1 1 379,-1-1 1,0 0 0,0 0-1,-1 0 103,0 1 0,0-1 1,0 1-1,-2-1-475,9 1 0,-1 0 0,2 0 400,-5 1 0,2-1 0,1 1 0,0-1-3,-1 1 1,0 0-1,1 0 1,-2 0 82,-1 0 0,-1 0 0,1 0 1,0 0-153,7 0 0,1 0 1,-1-1-1,-4 1 169,-3-1 1,-5 0 0,5 0-35,5 0 1,5-1-1,-2 1 1,-8-1-180,-4-1 0,0 1 183,1-2 1,8 1 0,2-1-1,-7 0-36,-7 0 1,-4-1 0,3 0 36,2 1 1,5-1-1,-1 0 1,-5 1-66,-2-1 1,-4 1 0,2 0 86,2 0 1,3 1 0,0-1-1,-3 1-149,16-1 0,0 0 202,-6 0 1,3 0-1,-3 0 456,6 0 1,-4 0-376,-3 0 1,-4 0 1,-12 0 1,-2 0 25,6 0 1,-2 0 437,-10 0 0,0-1-1182,14-1 0,0 0-5067,13-2 5809,-23 2 0,-6 1 0,-13 1 0,-1-1 0</inkml:trace>
  <inkml:trace contextRef="#ctx0" brushRef="#br0" timeOffset="87791">1821 10105 11064,'54'0'707,"-1"0"0,3 0 1,-5 0-156,0 0-844,-18 0 0,1 0 425,0 0 0,1 0-63,-1 0 0,1 0-55,0 1 0,1 1-44,-1 0 0,0 0 125,0 2 0,-1 1-143,0 1 1,0 0-23,-1 1 1,0 0-10,-1 1 1,0-1-72,30 7 31,-3-3 255,-4-3-163,3-5 64,-20-1 45,10-2 48,-16-1 497,12-2-448,4-1 24,5-2-4,4-2-309,4 1 230,1 0-2,1-1-30,-3 2-34,-15 0 24,15-1-206,-31 4 140,3 0 0,2 1-9,3 0-21,19 0-10,-21 1-72,22 0-2,-12 1-63,-11-1 1,0 0 55,24-1 18,-1-1 32,-4 0 67,-6 1 590,-4 0-395,-4-2 5,0 1-56,2-2-44,4 0-167,4 0-16,3-1-24,1 0 13,0 2-3156,6 1 3087,-21 2-20,8 0-5,-20 1 202,4 0-167,1 0-17,-8 0 43,21 0 3384,-9-2-3386,19 0 2,-9-1 5,-1 0 129,-4 2-156,-5 0-18,-6 1 10,-3 0 27,-2 1 18,3 0-21,6-1-18,7 1 1,6-1 140,4-1-62,1 1 24,-4-1-12,-7 0-9,1 2 22,-17 0 27,8 0 12,-11 0-3416,11-1 3415,6-2-1065,23-3 62,-17 0 995,-4 1 0,-4 1 0,-13 1 1,10 1-1</inkml:trace>
  <inkml:trace contextRef="#ctx0" brushRef="#br0" timeOffset="90059">6450 10021 13049,'4'3'-631,"4"3"468,4 0 281,6 3 85,8 2 99,10-1 71,10 0 34,12 0-562,-24-5 1,1-1 375,3 0 0,0 0-30,2-1 0,-1 0-35,0 0 1,0 0 35,6-1 0,1-1-19,0 0 0,1 0-55,0-1 0,0-1-433,1 0 1,0 0 397,-6-1 1,0 0-18,3-1 1,0 1-25,1 0 0,0 0-3,-1 0 0,-1 1-9,-3-1 0,-1 0-75,-3 1 1,-1-1 11,-4 0 0,1-1 27,6 0 0,-2-1-92,15-2 48,-13 1 0,1 0-46,18-3 41,-20 4 0,2 0-18,-1 0 0,0 1 54,-1 1 1,-2 0-12,-1 1 0,-2 1-64,25 1-11,-7 5-99,-6 2 17,-3 4-11,-1 0 4,3-1-6,5-1-2,5-1 10,6 0 15,1 0 154,-25-5 0,-1 1-69,22 2 266,-23-2 1,-1 0-251,7 1 19,1 0 28,-3-4-52,-12-1 884,18-1-872,-6-3 96,16-2-134,5-1 61,-21 4 1,0-1-57,15 0 51,-17 1 0,-1 0-47,7 0 4,6-1-19,-6-1-3409,5 0 3533,-16 1-1114,23-2 1097,-30 3 1,22-2-22,-8 3 16,1 0 11,-3 0-5,9 1 0,-20 0 2853,23 0-2837,-15 0 6,13-1-12,-15 1 1638,9-3-1643,-26 2-17,10-2-11,-11 2-22,5 1 22,-2 0 39,3 0 6,-7 0 33,6 0-11,0 0-22,8 0 0,17 0-23,-2 0 1,1 0-12,-3 0 6,-12 0 28,2 0 39,-6 0 89,-3 0-66,-3 0-46,0 0 34,3-2 6,7 0-67,-4-1-6,21-1-28,-11 3 5,0-1-33,-7 2 12,-19 0-85,-1 0-129,-5 0-2022,-1 0 1,0 0-1</inkml:trace>
  <inkml:trace contextRef="#ctx0" brushRef="#br0" timeOffset="96595">11849 10082 16740,'-33'-10'386,"2"1"-263,10 11-16,4 0-51,5 1-45,6-2 22,4-1 57,2 0-185,6 1 358,8-1-129,15 1-139,15-2 10,11-1-5,2 1-16,-11-1 139,-16 2 252,-16 0-73,-22 3-178,-17 1-17,-22 4 44,-16 2-28,28-5 0,0 0 42,2 0 1,1-1 187,-20 2-129,20-3-224,16-2-163,12 0-22,7-1 202,12 0-6,24-3-193,-7 0 0,4-1-236,11-2 1,3-1-1125,6 0 1,1 0 1541,4 0 0,-4 1 0,-23 3 0,-3 0 0,20-1 0</inkml:trace>
  <inkml:trace contextRef="#ctx0" brushRef="#br0" timeOffset="97556">2110 12578 7918,'3'0'3876,"0"0"-3692,-3 0 1,-86 21-1094,25-5 1358,12-3 1,-8 1 0,6-1-153,14-2 0,2-2 196,-13 4 0,2-1 399,3-1-920,2-1-53,20-4 109,23-5 302,35-11-279,-3 1-18,4-2 1,4-2-260,-8 2 1,2 1 256,10-4 0,2 0-3,-1 1 0,0 1-1499,2-2 0,-3 2 1482,14-3 45,-6 1 252,-41 11 134,-3 0-279,-17 7-466,-20 10-27,1-1-3367,-25 15 3697,20-10 0,5-4 0,12-5 0</inkml:trace>
  <inkml:trace contextRef="#ctx0" brushRef="#br0" timeOffset="101163">2260 1695 21850,'-48'-7'-26,"-1"0"0,4 2 0,2 4 441,5 7 0,2 2 665,-18 5-701,13-2 0,1-1 80,-1-1-279,0 1 1,0-1 62,2-4 158,-12 5 270,27-8-398,5 3-212,8-3-210,0 2 354,5 0 186,4 0-541,2 9-1138,0-3 21,1 14 37,1 2-250,2 11-13,1 7-301,4 17-239,-3-18 1371,-2-12 1,1 2 668,3 29-139,-2-11 261,-3-2 1,-1-1 64,-2-2 64,-2-2 0,0 3 41,-1-15 1,0 0 39,-1 9 0,0 2 33,0 9 1,0-1-95,2-7 1,0 0-78,1 5 1,0-1 86,0 12-196,1-25-1,0 0-20,-2 2 0,0 1-33,0 0 1,-1 2-16,-2 4 1,-1 1 54,1-8 0,0-2 48,-1 0 0,1 0 18,0 0 0,0 0-18,1-1 0,2-2 94,-2 19-171,3-15 1,1 1-156,3 13-8,-1-12 0,0 0-190,4 11 105,-3-17 0,0 3 66,-1 4 0,-1 2 47,0 5 1,-1 0 35,-1-2 0,0 1 115,-3 16 1,0-2 44,2-27 1,-1 1 965,0 15 1,0 8 0,1-7-1279,1-14 1,0-1 346,0 16 1,0 7 0,1-3-496,0-4 0,0-1 366,0 0 0,0 4 1,0-5-44,-1 2 0,1-1 35,-2 1 1,0 4 0,-1-3-26,-1 4 1,-1 0 9,0-2 0,0 3 0,0-2-40,0-8 0,1-3 0,-1 1 1,1 1 1,0 0-1,0-2-37,-1 9 1,2-1-4,-1 11 0,2 0 35,1-13 0,0 2-8,1-4 1,0 3 0,-1-1-70,1 13 0,0-2 57,0-5 0,0 0 26,0 7 1,-1-3 482,0 3-449,-1-19 1,1 7 0,-1-5-142,0-6 0,0 0 119,-1 17 0,1 1 15,0-14 0,0-1-14,1-1 1,0-2-21,1-1 0,0-2-82,0 19-6,1-17 0,1-1-193,-1 12 382,1-15 0,0 1-427,-2 15 33,1-4 10,-3-2 1359,0-4-1125,-2-2 199,0-3 12,0 0-8,1-1-1,-1-7 639,1 15-841,1-12-81,-1 12-123,3-9-49,-1-3-10,1-8 11,0 8 16,0-10-7,0 10 33,0-4 156,-1 2 4,0-5 8,-3 16 112,-2 7 31,2-6 15,-3 17-7,2-31 0,-1 10 6,2-11-5,0-3-7,0 0-128,2 0 8,0 3 1,1 3-27,-1 4 144,0 4-5,0 4 5,-1-9-23,3 13 1,-1-16 16,1 10 18,2-10 38,0 0-5,2 4-17,-1 3-11,-1-6 27,1 19-32,-1-13-24,4 15-49,4-11-180,8-3-1181,13-3-8409,15-3 9699,-9-9 1,-7-9 0,-21-9-1</inkml:trace>
  <inkml:trace contextRef="#ctx0" brushRef="#br0" timeOffset="105179">5419 10891 7005,'-8'0'-414,"1"1"722,7-1 470,0 0-134,43 5-549,-15-5-53,12 1 0,5-1-570,-10-3 0,-1-1 550,12-1 1,1-1 19,1 0 0,-1 0-6,-2 0 1,-2 0-12,-4 0 0,-3 1 54,21-5 668,-23 4-153,-18 4-493,-25 2-196,-26 7 72,5-2 1,-4 1-293,-9 2 1,-2 1 350,-6 1 0,-1-1 17,1 1 1,-2 0 97,-5 1 0,3 0-90,20-3 1,1-1 5,-5 1 1,5 0 492,11-1-550,5-1 1304,18-3 280,35-6-944,-2-2-328,6-2 1,5-2-599,-2-1 1,1 0 310,15-4 1,4-1-2259,-9 2 0,3 0 1,-4 0 2271,0 1 0,-4 0 1,4-1-1,-10 3 0,-25 6 1</inkml:trace>
  <inkml:trace contextRef="#ctx0" brushRef="#br0" timeOffset="108263">4052 12711 18464,'0'-7'3288,"0"1"-2184,0 6-1356,0 0-61,-25-37 251,18 32 56,-20-7-112,25 43-100,0 10-1277,5 10-3421,2-20 1,1 1 4050,4 23 0,0-7 1,-5-30-1</inkml:trace>
  <inkml:trace contextRef="#ctx0" brushRef="#br0" timeOffset="108639">4210 12384 20128,'-35'2'-50,"-1"-1"0,-16 8 55,58 20 34,13 5 57,4-12 116,12 3 886,-9-12-577,-5-5 207,-11-16-425,-7-9-146,-1-2 134,0-12 134,-5-1-139,-2 2-163,-1 4 107,-2 11-264,4 11-571,-4 0 169,3 11-304,-4 11-61,2 3-4469,0 32 4422,13-3 0,-5-7 0,7-12 0</inkml:trace>
  <inkml:trace contextRef="#ctx0" brushRef="#br0" timeOffset="109030">4506 12617 17630,'0'-4'4605,"-1"1"-3911,1 3-688,-12 6 10,14 14-10,-6 12 0,13 2-1,8 17 1,-8-23 5,4 8 45,-8-21 745,-1-10 44,-2-5-408,1-11-358,-1-1 184,5-30-117,3 2-34,7-19-22,4 10-51,3 8-34,2 9 1,2 11-12,-6 10-50,19 8 28,-9 13-33,15 8-57,-7 12-168,-2 8-599,-1 8-1114,-2 2-2163,2 1 4162,3-7 0,-18-18 0,-1-9 0</inkml:trace>
  <inkml:trace contextRef="#ctx0" brushRef="#br0" timeOffset="109339">5272 12643 22235,'-15'-39'696,"0"-1"0,2 3 0,3 12-987,8 24 129,3 10 167,5 9-5,6 16 12,9 11-12,5 5 0,3-1 11,3-6-6,-1-9 29,0-13 100,-5-11 57,-3-15 16,-3-14-84,-6-5 185,3-16 123,-6-6-296,0 0-101,-4-2-175,-2 19-587,1 9-1310,6 7-2757,7 8 4795,10 9 0,-13-2 0,2 3 0</inkml:trace>
  <inkml:trace contextRef="#ctx0" brushRef="#br0" timeOffset="110159">5869 12638 24043,'3'27'560,"18"-9"-481,4-20 55,21-10 45,-16-5 12,5-7-40,-7-4 29,-8-1 38,-8 0 12,-6 3-40,-9 5-78,-7 6-67,-10 6-11,-7 5-18,-9 7-27,-2 7 17,-4 15-34,9 10-17,9 4 28,14 3 12,12-15 10,5 1-27,10-1-6,9 1 5,14 4-21,9-7 10,3-10 34,-2-9 17,-4-12 0,-8-5 16,-5-10 6,-5-4 6,-5-5-22,-3 0-23,-3 0 5,-2 5 1,0 4 5,-1 6-17,0 7-10,1 2 10,1 6 23,4 9 5,3 8-27,4 13-1,0 7 6,-1 5 0,0-1-6,1-3-5,1-7-6,0-7 23,1-10 16,7-12-10,-10-6-7,14-16 23,-11-11 0,8-17-17,-19 18 1,-1-4-1661,3-15 1,-4 0 1667,-4 14 1,-2-1 53,1-15 0,-3 1-83,-7-8 136,-3 25 0,-2 2 144,-7-19 15,-6 15-66,4 15-96,3 10 3179,5 6-3353,1 6 318,1 9-261,-3 14-18,-2 21 9,4-13 1,1 2-404,0 6 1,1 2 357,5 4 0,2 1-78,3 1 0,4-1-1956,10 7 1,3-3 1776,-7-17 0,2-2-608,9 7 0,0-4-2661,5-4 3574,2-2 0,-18-15 0,-7-9 0</inkml:trace>
  <inkml:trace contextRef="#ctx0" brushRef="#br0" timeOffset="110354">6755 12574 23108,'54'-26'-185,"1"8"1,4 3 80,-23 8 0,1 1-511,7-2 0,5-1 1,-4 1-1604,-7 0 0,-3 0 2218,3-1 0,-3 1 0,5-2 0,-21 6 0</inkml:trace>
  <inkml:trace contextRef="#ctx0" brushRef="#br0" timeOffset="110872">7720 12289 20067,'2'-10'4318,"0"3"-3388,-2 7-471,11-61-302,-12 49-129,6-34 28,-21 78 17,-8 26-28,4-2 0,0 2-496,5-15 0,0 2 458,2 2 1,0 4 0,3-3-611,3 3 0,3-1 597,1 11 1,5 0-49,7-5 1,5-5-410,-2-12 1,8-4-1185,9-7 0,8-3 1,0-3 1646,1-4 0,0-4 0,0 3 0,-7-3 0,-12-10 0</inkml:trace>
  <inkml:trace contextRef="#ctx0" brushRef="#br0" timeOffset="112021">8428 12658 22492,'-2'-49'993,"0"-1"1,0 7-1,0 9-797,2 23-168,0 7-67,0 4-34,0 7 107,3 11-29,1 18 1,3 19-29,-5-18 1,0 0-54,-1-4 1,0 1-533,-2 11 0,0 3-3721,1 1 0,0 0 4329,2-6 0,0-2 0,-2-3 0,1-7 0,4-9 0</inkml:trace>
  <inkml:trace contextRef="#ctx0" brushRef="#br0" timeOffset="112248">8561 12391 5739,'0'0'0</inkml:trace>
  <inkml:trace contextRef="#ctx0" brushRef="#br0" timeOffset="112738">9019 12230 25478,'13'-39'151,"20"23"-140,2 37 0,4 14-1355,6 1 0,1 3 1349,-14-9 1,0 0-1,-1 2-11,-1 2 1,-1 1 0,-3 2-33,-3 0 1,-2 2 0,-5 1-246,-4 1 1,-4 1 0,-6 1-1370,-7 3 0,-7 0 0,-3-1 1652,-2-3 0,-3-1 0,0-3 0,-5 3 0,0-5 0,-11 6 0</inkml:trace>
  <inkml:trace contextRef="#ctx0" brushRef="#br0" timeOffset="118523">2984 2583 15518,'-7'-37'1121,"1"9"-1138,-13 23-11,-16 6 28,-7 7 0,-16 7 11,2 7-490,-1 3 487,28-13 1,0 1 25,-29 10 11,3-4 77,4-2 147,8-5-82,10-4-36,13-4-80,10-2-31,8-2-68,2 0 720,2 4-665,1 1 92,3 7 135,-3 8 16,0 0 322,-5 30 34,-3-5-271,2-9 0,-1 2-460,0-2 1,0 2 506,0 4 1,0 1-30,1 6 0,0 0-37,1 5 0,0 0-133,0-11 0,0 2-27,0 0 1,-1 2 0,1-1-71,-1 2 1,-1 0-61,0-3 1,1 2 0,-1-2 9,-2 9 1,0-3 0,0-1 1,0 0 9,0-3 1,0-1 6,1-1 1,1 0-4,0-2 0,0 0-7,0-1 0,1-1-4,-1 0 0,0-1-237,-1-2 0,1 1 64,-1-4 1,0-1-133,-6 27-130,3-11 70,2-11 20,4-7-13,7-6 710,4-2-651,8-2 415,7-2-388,12-3-749,19-7-3955,-19-9 1,0-2 4371,22-2 1,-14-3 0,-31 3 0</inkml:trace>
  <inkml:trace contextRef="#ctx0" brushRef="#br0" timeOffset="216447">5355 13861 20190,'14'-55'1217,"0"1"0,-3 6 1,-1 11-938,-3 21-314,-6 11-179,-1 9 152,-3 21 100,-1 18-67,-1 3 0,-1 3-34,2-14 1,-1 0-181,-1 10 1,0 1-415,1-9 0,0-1-666,1 2 1,1 2-1889,-2 14 1,2-1-725,3-13 0,1-2 3934,1-3 0,0-4 0,3-6 0,-1-15 0</inkml:trace>
  <inkml:trace contextRef="#ctx0" brushRef="#br0" timeOffset="217922">5137 14166 19367,'59'-21'-238,"0"0"1,-1 1 0,-1 6 181,-5 14 0,-3 5 39,-11-4 0,0 0-11,10-4 0,0-1-1715,13-7 1734,-25 5 1,-2-3 25,22-11 629,-20-1 66,9-11 653,-19 8-133,-7 0-761,-16 15 123,-14 4 342,-4 6-925,-14 6-33,0 5-18,6 2-77,3 4-6,12 0 123,10 1 11,2-5 11,7-5 57,0-6 145,8-7-34,0-6 45,4-11-100,-8 2 357,-7-30-402,-8 24 106,-10-28-84,1 34 146,-17-12-191,5 20-45,-13 0-33,11 16-39,-12 22 27,16 5-5,-6 22-56,16-1 0,8-10-171,9-11 1,5 1-458,19 9 301,-14-16 1,4-2-904,16-1 1,4-7 203,-10-7 1,1-4 109,16 3 1,1-4 556,-9-8 1,-1-5 565,-2-2 0,-2-4 362,-4-2 0,-3-3 1015,16-24 80,-13-4-874,-16 12 1030,-4-17-834,-8 22-264,0-8-313,-4 21-370,0 9-425,0 6 687,0 24-217,0 3 6,0 23 5,0 0-6,0 3 12,0 7-22,-1-20-1,1 3 96,0-28 335,1-2 46,3-12-253,6-11-128,0-3 229,12-24-56,-7 10-56,7-11-134,-9 14-62,-4 9-33,1 3-101,3 7 44,3 1 18,5 3 5,7 10 44,-8-1-10,8 9 0,-9-2 10,2 5 7,-4-3 10,-5-4 46,-5-5 111,-3-3 85,-1-2-68,0-6-17,3-5 57,3-6-17,2-2-68,1 0-72,0 2-62,1 4-23,3 4-5,4 3-28,6 4-22,4 6 22,-5 1-224,9 19-79,-14-2-195,6 16-247,-12-4-235,-1 2-147,0-3 80,4-5 527,2-7 604,3-9 347,4-11 257,1-11 264,1-9 141,-2-4-57,-5 2-235,-7 7-381,-7 7-381,-4 4-179,-3 7 107,-1 7 122,0 12-5,0 14-22,1 11-6,2-6-1691,1-9 1,1 0 1690,5 12 0,-1-13 0,0-1 0,6 11-11,-1-11 61,-4-11 292,-3-11 314,-3-6-388,-2-6 3393,-3-18-3616,-5-10-11,-6-26-18,4 25 1,0-2 2,0-5 1,0 0-447,1-3 1,2-1 443,1 1 0,1 0-1,3 1 1,2 2-315,3 3 1,3 1 291,2 3 1,2 2-12,21-20-17,7 12-27,5 12 33,-9 14-28,18 17 22,-17 17-16,14 16-29,-21 9 853,-15 3-786,-25 0-204,-13-21 1,-5-3-68,-17 10-876,4-14 0,-3-3 1159,10-11 0,2-1 0,-14 5 0,5-7 0</inkml:trace>
  <inkml:trace contextRef="#ctx0" brushRef="#br0" timeOffset="219988">5924 5452 7940,'-61'8'1012,"1"1"0,-1-1 0,7 0 7,12 0-301,1 0-220,19-3-162,14-2 739,19-1-246,22-2-605,-3 0 1,6-1-138,6-2 1,5 1 0,-2-1-600,7 0 0,1-1 517,4-1 1,5 0 0,-3 1-735,-14 0 1,-3 0 0,2 0 728,10-1 0,3-1 0,-1 0 5,-2 0 1,-1 0 0,1 0-6,4-2 0,0 0 0,-4 0 5,1 0 1,-3 0-107,13-3 1,-9 0 492,-23 4 202,3-3-667,-42 6-73,-38 2 140,12 2 1,-3 1 272,-3 0 1,-3 1-266,-15 2 1,-1 1 534,5 1 1,-2-1-518,7 0 1,-2 1-1,0-1 8,-1 1 0,1 0 0,-2 1 7,-9 1 1,-1 1 0,4 0-17,-4-1 1,3 1 13,8 0 1,-2-1 0,5 0 149,6-1 1,3 0-75,-5 1 1,1-1 214,-17 3-290,29-6-23,15-2 140,24-2 272,17-4-338,29-3-77,-13 0 1,5 0-652,3-1 0,5 1 1,-2 0 631,4-1 0,2 1-2,-9 1 0,5-1 0,0 1 0,-9 1-389,-2 1 1,-3 0 399,6-1 0,4-1 0,-6 1-31,-11 2 0,-4 0 140,33-4 576,-28 3-532,-25 3 2535,-26 0-2664,-21 3-17,0 1 1,-2 2-45,4-1 0,0 1 787,-1 1 1,2 1-4664,-13 13 3103,32-6 1,0 1 0,15-8-1</inkml:trace>
  <inkml:trace contextRef="#ctx0" brushRef="#br0" timeOffset="222806">8431 13901 22498,'-38'-8'-98,"0"0"0,-22-5-390,67 12 269,17-2-643,32-3-118,4-1-2065,-17 4 0,8 0 1,-2 0 3044,8 0 0,-1 1 0,1 0 0,-4 0 0,9 2 0</inkml:trace>
  <inkml:trace contextRef="#ctx0" brushRef="#br0" timeOffset="222972">8488 14223 13726,'-41'20'2991,"1"0"0,4-2 0,10-6-2912,20-9-130,14-7 51,5-1-331,17-7 1,6-3-1095,2 2 0,4-1 1161,3-2 1,5 0 0,-4 1-1,-8 3 1,-3 1 0,1 1-1,0-1 1</inkml:trace>
  <inkml:trace contextRef="#ctx0" brushRef="#br0" timeOffset="223705">9959 13872 18649,'0'-6'3479,"1"2"-3804,-1 4 280,24-37 28,-7 35-33,20-24-1,-15 47 102,-5 3 105,-8 2 80,-9-2 224,-9-4 167,-5-7-56,-4-6-73,0-9-44,2-6-185,4-10-180,6-14-49,8-9-35,9-6-22,10 2 6,8 10-28,4 11-34,0 9 23,3 9-12,3 14-22,2 11-11,-4 19-56,-11 18-251,-19-22 0,-6 3 284,-9 6 1,-7 0-60,-8 7 1,-7-1 58,5-13 1,-4-1-1,0 0-390,-3 0 1,-2-1 0,2-1 518,-8 5 1,-1-2 178,-5 0 1,2-6 200,2-9-5,-5-3-235,32-30-112,13-9 485,13-10-557,14-1-40,18 0 6,-12 17 0,2 1 276,7 1 0,2 2-455,5-1 0,2 3-197,4-1 1,0 2-415,2 0 0,0 1-857,0 0 0,0 0 1714,5-1 0,-5 1 0,6-1 0,-8-1 0</inkml:trace>
  <inkml:trace contextRef="#ctx0" brushRef="#br0" timeOffset="224081">10463 13445 16353,'-63'-7'511,"1"0"1,-1 0 0,0 1 0,6 3 0,-3 0 0,1 3 0,2 2 0,7 6-503,-2 8 0,6 5 1,-1 5-1239,0 0 1,-1 4 0,1 1 0,4 0 1226,0 2 0,3 0 0,4 2-2,6 2 0,3 3 1,4 0-22,0 14 0,6 1-51,7-15 0,1 1 1,2 2-30,-1 8 1,2 3-1,5 0-58,10 7 1,6 1 0,1-4 106,1 2 0,6-4 9,7-8 0,6-2 1,3-7 29,10-9 0,4-6 32,-8-6 0,3 0 0,2-4 22,1-3 1,2-3-1,0-3 11,2-4 1,0-2 0,0-3 12,2-3 1,-1-1 0,0-4 29,1-3 0,0-4 1,-1-1-124,-1-4 1,0-2-1,-1-2 239,-3-2 0,0-2 1,-3-5 34,-10 3 0,-1-3 0,-2-2 1,-3 0-81,2-6 1,-4-1 0,-2 0-96,-2 1 0,-3-1 0,-4-1-160,-7 4 0,-5 0 1,-4 2 223,-4-7 1,-9 2-261,-6 5 0,-5-1 0,-1 5 39,-3-3 0,-7 7-1163,-17 5 1,-11 5-1,7 6-3321,13 8 0,0 3 4574,-26-2 0,6 2 0,27 6 0,14 0 0</inkml:trace>
  <inkml:trace contextRef="#ctx0" brushRef="#br0" timeOffset="236997">6197 6172 7152,'-5'-1'2280,"1"0"-766,4 1-1262,-34 11 44,25-7 59,-26 10-128,34-10 216,1 2 81,1-3-255,1 2 652,11 2-400,6-2-193,17 2-202,15-5-94,-18-1 1,1 0-297,4-1 0,2 0 330,3 0 1,0 0 58,0 0 0,1 0-1585,-1 0 0,0 0 1532,-2-1 1,0 2-41,-2-1 0,-1 1-41,-1 0 0,-1 1 24,-1 0 1,0 1-4,0 0 0,1 0-165,1 1 0,1-1 161,2 0 1,1 1-3,2-1 0,0 1 2,2 0 1,-1-1-14,-9 1 0,0-1-11,17 0 0,-2 0 26,1 1 46,2-2 0,2 0-92,3-1 20,-14-1 1,0 1-72,13-2 53,-7 0 0,2-1 102,-13 1 0,1-1-20,19 0 0,1 0-8,-11 0 1,-2 1-52,-1 1 0,-3-1 138,-10 1 0,-1 0 4,11 0 1,-2 0 2779,12 1-2775,-17 0 0,-1 0-179,13 1-76,-10 1 503,-6-2-451,-4 0 838,0-1-893,0-3 147,-1 1-458,-6-2 441,2 1 0,-15 2 0,2-1 1</inkml:trace>
  <inkml:trace contextRef="#ctx0" brushRef="#br0" timeOffset="240050">19880 8975 18498,'23'-58'1521,"0"1"1,-2 5-1,-6 14-1050,-12 27-199,-3 8-541,-1 4 143,-4 8 148,-5 14-22,-9 21-6,7-13 1,1 4-500,-3 6 0,1 2 132,1 7 1,2 1-793,1 4 0,2 0-1160,1 2 1,3 0 2324,4 2 0,1-4 0,0 7 0,4-14 0</inkml:trace>
  <inkml:trace contextRef="#ctx0" brushRef="#br0" timeOffset="240447">20178 8859 12763,'-27'-42'817,"1"0"1,-1 0 0,-9-3 0,-5 2 0,1 11-429,0 15 0,-2 8-501,0-2 1,-2 0-1,-1 5 336,-16 6 0,0 6-341,20 1 0,-1 2 0,1 3 182,0 3 1,1 3-1,1 3-223,1 3 1,1 3 0,1 3 181,2 3 0,1 3 0,2 1-15,2 5 1,2 1-1,2 2-22,3 3 0,3 1 0,3 2-15,3 0 0,4 1 0,4 0-4,6-2 1,4 0-1,4-2 15,6-2 0,4-3 1,5-2 1,6-2 0,5-4 0,1-3-2,11 6 0,5-7 8,-10-13 1,7-1 0,1-3 0,-3-2-397,2-2 1,-2-4 0,4 0 461,1 0 0,4-1 1,1-1-1,-3-3 85,7-5 0,-3-3 0,0-3 112,-1-2 0,0-2 0,-3-4-134,-2-2 1,-3-3 0,-1-3 75,-3-3 0,-2-3 0,-4 0-120,7-7 1,-5-5 38,-7-4 1,-1-6 0,-6 2-43,-4-5 0,-6-1-34,-1 5 0,-1-4 0,-9 3-50,-13-8 0,-14 5-29,0 21 1,-6 2 0,-4 4-51,-9 0 1,-6 4 0,-3 3-320,6 6 1,-2 3 0,-2 2-1,-1 1-1070,-5 2 0,-2 1 1,0 3-1,0 1 1407,5 1 1,-1 2-1,2 1 1,3 0 0,-21 1-1,9 2 1,23 1 0,1 1-1</inkml:trace>
  <inkml:trace contextRef="#ctx0" brushRef="#br0" timeOffset="241583">19353 9737 7811,'2'-6'7416,"-1"1"-3595,-1 5-3536,3-17-341,-2 14 34,-2-10 341,-10 26 163,-15 13-110,-4 2 0,-4 1-266,8-7 1,-2 1-478,-5 2 0,-2 2 0,0-1 469,-7 3 0,-1 0-61,8-4 0,-2 0 1,0 0-7,2-1 1,0 1 0,0-1-21,-1 2 0,0 1 1,3-3-29,0 2 0,2-2-118,-2 5 1,4-1-947,8 1-2038,4 5 3119,15-7 0,3-13 0,5-5 0</inkml:trace>
  <inkml:trace contextRef="#ctx0" brushRef="#br0" timeOffset="241892">19918 9734 13973,'0'-6'6060,"0"0"-4772,0 6-700,0 0-380,-4 20 72,12 8-104,1 5 1,3 2-99,5-3 1,2 1-18,7 8 1,3-1-573,0-5 0,1-2 508,-5-6 1,0-1-91,9 5 1,0-2-500,-8-5 0,1-1-4324,8 12 1,-2-1 4047,7 7 0,-10-5 0,-26-29 0</inkml:trace>
  <inkml:trace contextRef="#ctx0" brushRef="#br0" timeOffset="242601">19072 9896 28179,'15'-30'-347,"0"0"1,4-10 250,-34 62 289,-14 19-80,7-12 1,-3 3-505,-6 6 1,-2 3 505,-5 4 1,-2 0-514,11-13-1,0 0 1,-1 0 400,0 0 1,1 0-1,-1-1 81,-12 12 0,1-2-233,6-4 1,1-1 149,7-6 1,1-2-161,4-3 0,3-1-234,-3 8-43,7-9 725,12-14-679,2-7 189,1 0 139,11-5 1,-9 2 0,9-2 0</inkml:trace>
  <inkml:trace contextRef="#ctx0" brushRef="#br0" timeOffset="243933">18137 11001 12685,'-3'-3'6115,"1"1"-9809,2 2 3868,-2-54 1571,12 31-1561,-1-13 1,4 2-95,12 17 887,17-6-910,-6 16-28,23 4-44,-5 14-51,5 11 3425,-25 2-3413,-7 12 16,-17-1 44,-11 12 12,-12-15 0,-6-1-6,-2-4 1,-2-2-15,-3 0 1,-1-1 16,-2-4 0,-1-2 93,-16 7 129,-6-1 414,6-11-6,14-13-498,11-4-17,11-6 196,6-9-308,4 9-28,1-9-6,15 7 1,7 3-12,6 0-5,16 7-6,-3 12-17,13 11-39,-23 0 0,-3 4-107,12 22 85,-8 1-118,-29-1-11,-22-9-45,-18 9-90,4-20 1,-8-4-55,-7-8 0,-7-3 0,6-1 0,9 3 0,2-1 0,-18-7 0,-1-1 0</inkml:trace>
  <inkml:trace contextRef="#ctx0" brushRef="#br0" timeOffset="244342">18290 10608 10125,'-5'-8'6917,"0"1"-6206,-23-21 0,-8-2-352,9 14-127,-16-17 1,-5 7 154,1 35-102,6 10 1,-3 6-1491,2 6 0,1 5 1281,5 0 1,-1 3 0,4 0-41,-4 7 1,3 3-2,5-3 1,-1 4-1,4 0-22,5-7 0,2 0 0,1 3-32,1 2 1,0 3 0,1 1 0,2-2-33,0 4 1,3-1 0,3 1 7,3 2 0,2 1 0,6-5 15,9 4 0,5-7-99,-1-11 0,6-4 116,10 1 0,6-4 44,13-5 1,1-5-1,-9-2 1,3-4 81,7-4 1,7-4 0,-5-4 105,-1-10 1,-1-4-15,-4 0 0,4-2 1,-3-3 31,-9-5 0,-2-3 0,-3 0-77,7-6 0,-2-5 73,-6-6 0,1-6 1,-6 4-279,-6 6 0,-2-2 131,-3-3 0,2-7 0,-1-1 0,-5 4-24,-3-13 1,-4 1-50,1 12 0,0 0 0,-5-2 1,-9-7 1,-5-1 0,-1 8-62,3 13 1,-3 3-87,-6-9 0,-5-4 1,-2 8-698,-5 13 0,-2 5 186,-1-2 1,-2 2 641,-19 2 0,2 5 0,13 4 0,-20 1 0</inkml:trace>
  <inkml:trace contextRef="#ctx0" brushRef="#br0" timeOffset="247830">3139 7065 10590,'-49'7'1527,"1"0"0,4-1 0,8-2-334,15 0-336,9-2-381,7-2-224,4 1-442,1 0 290,7-1 365,11 0-92,20-1-123,1-1-111,-4-1 0,3 0-332,0 0 0,2-1 266,4 0 0,4 0 0,-1 1-602,-2 0 1,0 1 0,1-1 587,11 1 1,1 0 0,-2 1-56,2-1 0,1 2 13,2 0 0,4 0 0,-3 0-931,-16 0 0,-2 0 0,3 1 867,2-1 0,2 1 0,2-1 0,-3 1-20,6 0 1,-1 0 0,-1-1-527,1 1 1,-1 0-1,-2-1 501,9 1 1,0-1 44,-4-1 1,2 0 0,-3 0 19,3-1 1,0-1 98,-4 1 1,2-1 0,-2 0-33,10-1 1,-3-1 71,-5 1 0,-1 1 284,-7-1 1,-2 0-282,-13 2 1,-1 0 979,0-1 1,-2 1-861,12 1-157,13-1 2086,-20 2-2637,-6 1 1224,-20 0-2491,-6 0 1678,-4 0 0,0-1 1</inkml:trace>
  <inkml:trace contextRef="#ctx0" brushRef="#br0" timeOffset="249731">6511 6923 16476,'-34'2'-319,"8"0"650,44 5-175,6 0-77,8 2 52,3-3 1,3-1-12,-2-2 1,2-1-686,22 1 1,4 0 633,-20-2 0,0 0 0,2-1-28,4-1 0,2 0 1,-2 0-782,13 0 0,-1-1 753,-12 0 0,1-1 0,-1 0 11,-5 0 0,-1-1 1,0 1-417,20-3 1,-2 1 416,0-1 0,-6 1-8,0-2-28,-12 3-146,-24 3 692,-4 0-910,-10 1-9456,-9 8 9468,2-4 1,-2 5 0,2-7-1</inkml:trace>
  <inkml:trace contextRef="#ctx0" brushRef="#br0" timeOffset="250930">9916 15011 7005,'-3'0'1842,"1"1"1699,2-1-3362,74-16-148,-43 8 0,2-1-506,9-1 1,5-1 0,-1 1 496,9-3 1,-3 0 7,0 2 1,0 1-3,-7 1 0,-3 1 132,-8 3 1,-5 1 52,6-1 392,-23 6-213,-29 7-342,-4 1-11,-15 3 1,-5 2-26,4-1 0,-2-1-55,-20 7 1,-2 1 93,3-1 0,2 0 59,-3-1 0,2 1 31,4-1 0,2-1-70,7-2 0,3 0-404,-15 8-257,27-8 605,21-6 459,22-6-101,20-5-89,25-10-169,-19 3 1,3-2 64,7-4 1,2-1-18,6-1 0,1 0 22,2-2 1,0 1-14,-3 0 0,0 1-37,-7 1 0,-2 2 148,-12 3 1,-4 1 756,7-3-638,-31 8-561,-19 4-157,-50 14 266,25-6 0,-3 2-399,-21 7 0,-4 2 469,21-5 0,-1 0 1,0 0-89,-2 1 0,-1 1 0,1 0 127,1 0 1,0 0 0,1-1 11,-13 5 0,4 0-318,12-4 1,3-1-171,-5 3 45,23-9 555,22-5 929,17-4-934,23-10-130,-9 1 1,3-2 250,10-5 1,3-1-274,8-4 0,1-1 7,-17 7 1,0 1 0,2-1 62,4-2 1,1 0 0,-3 2-26,1-1 0,-3 1 117,6-1 1,-7 2 993,-17 7-613,-11 1-1187,-33 15-1277,-15 5 1893,-20 14 0,25-12 0,4 0 0</inkml:trace>
  <inkml:trace contextRef="#ctx0" brushRef="#br0" timeOffset="252346">20645 10920 6260,'-7'1'2335,"1"1"-665,6-2 5790,0 0-6272,-38 6-269,23-7-533,-27 5 303,32-11-398,6 3 549,-4-9-587,5 1-63,-1-9-106,6 5 78,4-9-38,6 2-46,8-7-39,8 2-22,16 2 0,2 10-12,-1 6-10,-6 7-12,-8 9 0,0 4-5,12 8-1,-10 0 1,-2 3-392,-2 19 391,-14-2-73,-16 15 84,-17-19 1,-5-1 8,6-5 1,-3 0-319,-10 2 1,-8 2-1,3-4 329,2-5 1,0-2-12,-7 5 0,2-2-36,-9 5-2779,30-17 2807,4-3 110,12-6 41,18-3 542,9 0-682,23-3-59,-9 0 0,3 0-521,9-3 0,2 0 291,5-1 0,0 0 99,-11 2 0,1-3-335,-3-1-1,1-1 1,-3-2-73,-3-1 1,-2-1 221,16-4 1,-2-2-971,-20 0 1,-5-3 168,7-19-893,-18 14 1,-2-1 1979,2-18-2843,-13-13 2689,-16 12 113,3 18 1,-3 0-43,-4 1 0,-3 2 751,-8-5 0,-1 2-26,-15-9 351,10 13 0,-2 3 1109,-21-2-892,9 8 1,-5 1-647,3 5 0,-1 3-196,7 2 0,-2 1 0,0 2-75,1 3 1,1 3 0,0-1-53,-10 1 1,-2 3 64,0 5 0,-4 3 0,4 1-22,-1 5 1,3 1-129,9-6 1,-1 2 0,3 3 57,2 7 0,3 4 0,5 1 20,3 7 1,4 1-76,-6 7 0,4 3 27,13 2 1,10 3 51,12 5 0,8 0-82,2 0 1,6 0-59,-1-16 0,5 1 0,2-5-8,1-8 0,3-3 1,0-4-23,9 6 1,3-5-1,-4-7 0,3-2 0,0-2 12,15-1 0,4-3 44,-17-5 0,5 0 0,0-1 0,-1-1-357,8-2 0,-1-2 0,1-1 406,-9-2 0,2 0 0,-2-1 1,-3-1 30,14-4 1,-3-4 601,-4-2 1,2-4 0,-6-1-362,0-4 1,-2-3-367,-4 1 0,2-2 0,-6-3 246,3-12 0,-7-3-48,-6-3 1,-4-2-62,-7-2 0,-4 0-81,-5 11 0,-3 2-23,-2 3 1,-8 1 65,-22-15 0,-11 2-228,3 15 0,-6 2-142,-3-2 0,-5-1 0,-2 6-662,2 10 0,0 6 0,-1 2 944,4 0 0,0 2 0,3 2 0,-3 0 0,6 2 0,-8 1 0</inkml:trace>
  <inkml:trace contextRef="#ctx0" brushRef="#br0" timeOffset="261150">2688 7758 9488,'-9'-2'2999,"3"-1"-2180,6 3 238,0 0-1035,-5-1-121,4 1-275,-4-2 700,13 2-12,2 2 55,9 0 54,6 1-85,8 2 16,11-1-79,8 2-136,-7-1-198,-9-1 1,1 0 189,16 2-27,-14-3 1,1 0-15,-8-1 1,1-1-23,0 0 1,0-1-10,0 0 1,1 0-10,0 0 0,1-1 13,-1 1 1,1 0 11,2-1 0,-1 0-5,3 1 0,-1-1-16,3 1 1,-1-1-16,1 1 0,0 0-24,-1 1 0,0 0-10,-2 0 0,-2 1 2,-2 0 0,-1 0 45,27 1-24,-6-1 122,-3-1-12,1 0-18,7-4-236,-27 1 0,1 0 88,4-2 0,1 1-3,2-1 0,1 1 3,2 0 0,-1 1-11,1-1 1,-1 2-11,-3-1 1,0 2-7,-4-1 0,0 0-1417,3 1 0,-3 0 1911,12 0 418,13 0-248,-20-1-100,15-2-186,6-2-58,-28 1 1,2 1-5,9-1 1,-1 2-64,19-2-247,-20 3 1,-1 0-79,10 3-21,10 2 307,-6 2-270,-4 2-149,-4-2 3302,0-1-3182,-1-3 42,2-2 66,2-4 49,3-2 10,0-1 16,0 0 95,-6 2-187,-5 3-49,-7 0 330,-4 4-454,7 3-8,-12 0 6,14 3-60,-11-4 41,10 2 92,11-1-12,-15-2 30,13 0 34,-17-2 32,5 2 4,-4-1 30,-5-1-27,0 1-16,-1-1-4,2 1 296,4-1 19,7 0-1,20-1-12,-16 0-102,-7-1 1,-1 1 93,-7 0 127,22-2-12,-19 2-309,-5 2-39,9 0 12,-21 0-34,13 0-85,-6 0 1,12 0 14,17 0-21,-1 0 0,10 0 17,-21-1 7,3 2 35,-12-1 67,2 1-91,-2 0 0,-7-1-12,-2 0 24,2-1-6,4 0-6,8-1 14,12 0 3,-7 0 108,2 0 1,-19 0-3,0 0 22,-9 0 5,3 0 44,5-2-20,0-1-13,2-1 24,7-3 10,-2 1-12,7-2-32,1 0-9,-12 3-33,1 1-165,-13 3-24,2 1 35,-1 0-4,-5 0 45,12 1-61,-9-1 10,15 1-7,-8-1 157,4 0 11,-1-1-16,-6 0-40,-4 1-160,-6-1-560,-4 1-603,0 0 1,0 0-1</inkml:trace>
  <inkml:trace contextRef="#ctx0" brushRef="#br0" timeOffset="292512">17777 12290 10842,'-41'9'48,"0"0"1,0-2-1,18-1 1610,39-5-1103,16-6-449,-1 2 1,3-1-301,7-3 1,2 0 249,7 0 0,-1-1-25,-8 3 0,1-1 53,18-2 0,-2 1-70,-23 3 0,-2 1 25,12-2 1,-4 1 402,-5 1 12,-25 3-527,-59 6 73,-11 3-459,7-2 0,-5 1 493,4-1 0,0 1 24,-3-1 1,-1 0 30,1 0 1,1 0 14,4-1 0,2 0-43,7 0 1,3-2-10,-17 4-769,27-2 505,19-2 520,24-1-135,21-1-72,27-7-705,-20 1 0,2-1 646,8-3 0,2-1 31,4 0 0,0-1 262,0 0 0,-1 0-279,-4 1 0,-2 0 81,-9 1 1,-4 1 931,12-3-486,-28 5-1126,-31 3 95,-29 1 302,5 3 0,-5 1-212,-12 1 0,-1 0 349,6 1 1,-2 1 36,-3-1 1,-4 1 0,3 0 58,-1 0 0,1-1-13,5 1 1,-2-1 0,4 0 149,3 0 0,6-1-594,-9 1 163,27-2 717,26-2 548,20-2-795,6-3 0,2 0 976,22-3-895,-10 0 1,1-2-278,-14 3 0,0-2 431,8-2 0,1 0-56,-2-2 1,-2 0-477,-10 2 1,-1 0 518,4-4 0,-2 1 52,-3-1-262,3-2-493,-24 11-2359,-17 8 2769,-24 13 1,14-8 0,-12 7 0</inkml:trace>
  <inkml:trace contextRef="#ctx0" brushRef="#br0" timeOffset="311852">2002 13160 19781,'-6'-52'1333,"0"1"0,0 1 0,-1 9-980,0 22-364,-1 3-219,4 13 113,2 18-163,2 35-3616,0 13 3672,0-27 0,0 1-709,0 6 0,0 0-2255,0-5 1,0 1 3187,0 3 0,0-2 0,0 13 0,0-25 0</inkml:trace>
  <inkml:trace contextRef="#ctx0" brushRef="#br0" timeOffset="312071">2370 13295 22996,'-14'-25'179,"6"3"-5794,68 13 5581,-22 3 685,-8 0 1,3 1-3459,8 1 1,-3 2 2806,3 1 0,21-2 0,-52 5 0</inkml:trace>
  <inkml:trace contextRef="#ctx0" brushRef="#br0" timeOffset="312918">2157 16131 15238,'-44'34'795,"-1"1"1,9-6-1,1-6 757,-13-14 139,15-8 259,-6-15-1244,15-6-505,8-8 12,12-10-101,9 2-56,9-9-17,17 1-33,4 12-34,14 7-39,0 15 44,-8 5-14,-6 10 1,0 5-404,13 10 387,-14-2 0,-3 6-37,5 27 51,-25-17 0,-6 1 0,-9 26-326,-9-15 0,-9 1 331,-3-10 0,-5 0 1,-1 0-474,-1 0 0,-1 0 1,-2 0 556,-7 3 1,-2 0-1,1-5 107,-8-1 0,2-6-83,9-9 0,3-5 195,-12-5 435,17-22-378,19-13 507,8-25-732,14 3-45,15-7-11,14 17-29,13 9 1047,8 10-1125,-8 10-190,-10 7 0,1 4-784,17 8-264,-17-2 1,1 3-2863,-9 0 1,-2 2 4161,21 9 0,-20-7 0,-14-7 0</inkml:trace>
  <inkml:trace contextRef="#ctx0" brushRef="#br0" timeOffset="313102">2757 16512 25253,'55'-16'-1138,"1"-1"0,-1 0 0,-9 3 0,-22 9 0,-1 0 0</inkml:trace>
  <inkml:trace contextRef="#ctx0" brushRef="#br0" timeOffset="313929">4618 16536 19826,'0'-6'2055,"4"-33"1,2-6-1597,-1 17-384,1-17 1,-1 6-316,-2 28 83,-3 10-45,0 28 73,-3 14 11,1-7 1,-2 2-298,-1 1 1,0 0-34,0 1 0,0-1-415,-1 19-2828,5-21 0,4-4 3691,5 0 0,-1 3 0,-1-25 0</inkml:trace>
  <inkml:trace contextRef="#ctx0" brushRef="#br0" timeOffset="314263">4970 16151 12034,'-5'-5'6369,"1"1"-5944,4 4-401,0 0 9,-77-12-16,44 26-6,-13-11 0,3 4-11,24 23 56,10 11 12,11-23 368,21 14 68,5-24 62,21-4-68,-3-17-27,-1-12-231,-14-1 579,-4-21-567,-18 22 280,-5-28-342,-14 27-151,-6-6-72,-1 17-309,-12 6-95,8 13-403,-9 10-952,10 16-236,6 0 1180,6 23 0,6-34 0,1 11 0</inkml:trace>
  <inkml:trace contextRef="#ctx0" brushRef="#br0" timeOffset="314897">5297 16315 20324,'7'29'0,"3"8"-11,3 19 0,-1-2 11,-1-7 6,-5-8 139,-3-12 1177,-2-12-739,0-9 195,-1-12-554,1-9-106,-1-3 229,5-27-235,-1 18 45,10-26-96,9 16-72,3 2-50,9 8-35,-2 17-27,2 10-67,4 12-79,0 12-123,-1 11-129,-3 6-146,-4 1-123,-5-5-100,-1-5 173,-3-10 561,-1-10 256,-5-10 449,5-23 28,-6-4 100,6-21-21,-6 0-51,0-1-39,-4 8-135,-3 12-302,-3 14-353,-3 8-51,-1 7 197,3 7 28,6 10-102,8 8-88,9 4-108,7-1-106,8-6 129,5-10 264,0-6 189,-2-11 158,-9-8 168,-9-12 67,-8-8-274,-9 4 245,-5-15-464,-6 17-492,-2-6-478,0 17 942,0 5 0,2 6 0,0 1 0</inkml:trace>
  <inkml:trace contextRef="#ctx0" brushRef="#br0" timeOffset="315739">6540 16382 22907,'42'-6'280,"0"0"0,-5-1 0,-4-3 84,-4-15-56,-9-7 22,-6-1 107,-7 2 90,-5 3-438,-4 11-10,-7 3-68,-7 9-22,-6 2-3426,-13 14 3420,12-2-22,-8 18-6,19-1-11,1 12 39,6 7 12,10 5-1,1-9-73,13-6 1,4-2-2308,16 3 2358,-13-10 0,2-2-23,23-1 2320,-13-15-2213,6-3 17,-7-12 17,-9-8 44,-6-10-22,-7-6 3364,-5-7-3375,-2-3-6,0 2-39,0 4-17,3 8-50,6 3-22,9 6 10,13 2-5,9 8-17,6 5 6,-1 12-6,-2 12 1,-6 14 16,-7 12-193,-9 6 193,-8 0 11,-6-5 11,-4-7-3335,5-5 3347,-5-15 33,9-6 28,7-19-50,-5-3 5,10-10 34,6-25-5,-5-8-421,-6-4 1,0-6 402,-8 8 1,-3 0-3,1-4 0,-3 2 8,-3 12 0,-3 1 1274,-3-6 0,-1 2-1182,-1 12 1,-2-1 11,-2-14 1,-1 3 13,-3 2-107,-3 13-67,3 21-112,2 9 1381,-1 15-1280,-1 40 5,2-20 1,1 3 176,-1 4 1,1 2-172,0 7 0,1 1-20,5-8 1,1-2 2,-3 0 1,4 2-214,8-1 1,5 2 0,2-4-1001,15 3 1,1-3 372,-3 6 0,1-3-1588,4-15 0,-2-9 2462,-12-14 0,-5-2 0,-11-4 0</inkml:trace>
  <inkml:trace contextRef="#ctx0" brushRef="#br0" timeOffset="315923">7770 16287 24615,'-12'-32'0,"5"8"-73,34 16 0,15 6-1022,11-1 0,1 0-493,-16 0 0,-1 1 1588,18 0 0,-8 0 0,-26 2 0,-4 0 0</inkml:trace>
  <inkml:trace contextRef="#ctx0" brushRef="#br0" timeOffset="316380">8787 16034 22358,'6'-48'1116,"-1"1"1,0 7-1,-1 9-1177,-4 20-23,0 13-12,-7 19 108,2-1-26,-2 15 0,-1 5-6,3-8 0,2 2-507,-3 18 0,2 1 443,2-16 0,3 0-507,8 20 0,8-2-350,1-20 0,5-1-1160,12 13 1,6-3 1483,-5-17 0,0-6 0,13 3 0,-20-13 0</inkml:trace>
  <inkml:trace contextRef="#ctx0" brushRef="#br0" timeOffset="316996">9442 16045 14908,'-4'-7'6592,"1"2"-5656,3 5-264,-12-64-397,8 40 10,-3-19 1,2 0-118,11 20-84,4-7-39,14 13-51,9 6-11,12 7-44,9 11-35,5 9 35,-12 4-68,-15 0 0,-3 3-140,3 12 146,-12-10 0,-3 2-23,-3 17 118,-12-10 68,-14 6 156,-15-8 28,-3-3 72,-11-8 18,9-14 0,1-12 10,4-5-32,7-8-192,9 3-27,9-10-84,13 7 11,12-6-11,11 10 0,9 7 5,4 12-5,2 13-6,-10 4-6,-12 3 1,-1 3-45,4 14 33,-12-11 1,-3 2-34,-6 20-45,-19-1-3392,-11-8 3397,-11-11-253,-8-13-900,-7-17-3496,-7-18 4756,7-6 0,17 2 0,15 7 0</inkml:trace>
  <inkml:trace contextRef="#ctx0" brushRef="#br0" timeOffset="317246">9936 15546 20755,'1'-3'2913,"1"1"-2162,-2 2-617,88 31-2070,-54-15 1,2 2 1937,3-2 0,5 1 0,-2 4-8,3 7 0,-2 4 1,-3 1-109,2 5 0,-1 3 80,-3-1 1,1 2-1,-6 2-67,0 11 1,-9 2-94,-7 0 1,-10 1-297,-14 1 0,-10-1 490,-4-15 0,-6-1 0,1-4 0,3-3 0,-1-3 0,-5-3 0,0 0 0</inkml:trace>
  <inkml:trace contextRef="#ctx0" brushRef="#br0" timeOffset="317929">6349 17575 18793,'-3'-46'743,"1"0"1,-1 0 0,1 0 0,-1 1 0,2 4-546,0 1 1,1 4 53,0-23 577,-1 40-1238,0 16 353,0 53 28,1-11-272,2 10 0,0 8 182,-1 2 1,1 2-291,-1-18 0,1 2 0,-1 1 42,-1 7 0,0 2 0,0-2-534,0-8 0,-1-2 0,1-2-120,0 6 1,2-1 1019,6 6 0,2-6 0,-3-15 0,11 11 0</inkml:trace>
  <inkml:trace contextRef="#ctx0" brushRef="#br0" timeOffset="318497">6414 17677 20543,'-29'-40'18,"0"0"1,3 3 0,7 12-747,16 22 420,15 14 414,22 7-67,0 2-11,0-6 0,1-2 0,6-1-11,7-2 0,0-2-284,3-2 292,3-2 0,0-4 93,-3-7 174,-15-1 0,-3-1 31,-4-6 246,-8-12-41,-18 7-288,-4 0 673,-14-9-686,7 18 307,-8-7-149,9 14 18,3 3-78,1 0-52,0 2 431,3 0-281,-1 2 414,0 1-144,0 2-54,1-1-133,0-2 164,0-1-172,3-3 1212,0-4-1067,2-1-230,-3-9-413,-1 5 0,-4-4 0,-3 6 0,-1 4-2673,-9 2 2067,0 5 1601,-8 5-108,3 6 510,4 6-1397,5 6 0,7 4 0,5-3 0,15 15 0,9-12-1442,21 12-322,-17-25 0,2-2-628,5 0 1,3-2-1632,5-3 0,1-1 4079,-4-2 0,-2-2 1,12-1-1,-22-3 0</inkml:trace>
  <inkml:trace contextRef="#ctx0" brushRef="#br0" timeOffset="319048">7491 17494 32767,'-1'-43'-337,"0"1"0,0 0 1,-3 13-2020,1 26 1051,-1 0 680,2 10 1250,1 1-705,0 27-141,1-2-1236,0 30 1471,2-24 97,2 17-124,0-21-257,3 6-701,-3-11 480,1-6 384,-3-15 296,0-1-161,-2-14 4478,0-10-4239,-1-12 48,0-12-3967,0-7 4071,7 0 247,6 5 336,5 11 419,3 10-157,1 10 467,4 7-1731,5 11 0,6 6 0,3 11 0,-3 6 0,-6 3 0,-7 2 0,-8-1-2632,-6-4 414,-5-6 900,-3-11 4561,0-12-4239,-1-14 837,0-13 294,1-12-3666,2 3 4597,8-19-26,1 21 16,6-9-13,-4 21 693,2 9-201,2 7-1535,9 9 0,9 9 0,7 12 0,3 9-878,-2 8-4609,-4 2 5128,-4 5 0,-17-23 0,-4-3 0</inkml:trace>
  <inkml:trace contextRef="#ctx0" brushRef="#br0" timeOffset="319521">8364 17500 32767,'30'22'0,"0"0"0,17 13-2461,-20 5 0,-4 1 544,1-2 1374,1 0 1,-1 0 1202,-3-2-1256,1 3 921,-9-10-2327,-8-11 1374,-4-10 588,-8-6 4477,-12-6-3832,-11-7-105,-10-9-134,-1-12-180,4-11-297,8-13 44,17 24 1,2-2-208,3-3 1,3-1-139,2 0 1,3-1 252,4 1 0,2 2 96,3 2 0,2 2 115,19-23 221,5 12 289,5 12-2905,18 11 3180,-17 12-415,-9 10 1,1 5-1170,-2 8 1,-3 2 1000,22 12-119,-17-5 0,-4 3-372,-3 18-387,-6-7-119,-27 11 509,-27-20 507,5-12 1,-4-2 190,-4-3 0,-2-2-192,-8-3 1,1-2 111,-14 0-1953,24-8 1,5-2 1788,8-4 0,4-1 0,11 3 0</inkml:trace>
  <inkml:trace contextRef="#ctx0" brushRef="#br0" timeOffset="319797">9301 17365 25337,'43'-17'-426,"1"0"1,-1 0-1,10-5 1,-4 5-615,-13 14 1,-3 3-4069,19 5 5108,-20 0 0,-1 1 0,3 2 0,-10 1 0</inkml:trace>
  <inkml:trace contextRef="#ctx0" brushRef="#br0" timeOffset="319949">9563 17537 22445,'-8'0'4974,"2"0"-3235,6 0-850,0 0-809,-1-17-1168,41 4 407,17-14 118,-4 16 0,1 4 0,8-2 0,-8 2 1</inkml:trace>
  <inkml:trace contextRef="#ctx0" brushRef="#br0" timeOffset="323294">10963 17202 23439,'-18'-52'-28,"-10"23"22,-16 67-5,16-11 0,-1 4-1009,-2 5 1,0 3 994,0 3 0,2 2-6,2-1 0,3 1-11,3-2 0,3 1-155,5 3 0,4-2 164,1 14 210,11-22 1,5-3-234,18 0 44,16 4 18,10-13 89,7-10 107,-1-9 72,-6-15 101,-8-9 51,-14-12 112,-14-17-281,-17 5-167,-5 3 27,-18 9 862,8 18-996,-27-5 734,7 13-790,-19 2-39,8 14-123,-2 6-347,4 10-874,7 2-2957,9 1 4413,13 1 0,9-15 0,6-2 0</inkml:trace>
  <inkml:trace contextRef="#ctx0" brushRef="#br0" timeOffset="323776">11148 16851 19608,'-59'-23'347,"1"0"0,0 3 0,0 10-244,2 20 1,2 7-781,15-6 0,-2 4 709,-6 8 0,-4 6 0,7-2-577,13-5 0,2 2 537,-6 8 1,-4 4-1,5 0-20,4 8 0,4 3-748,4 0 0,0 6 0,2-3 748,1 3 0,3 1-12,5-5 1,3 4 0,3-4-324,5 1 1,5-2 275,0 13 1,5 0-29,3-4 0,7-1 36,-1-16 1,4-1 0,0-3 72,2 1 1,3-2 5,19 6 0,5-6-31,-10-17 0,2-5 28,13 1 1,3-4 105,2-5 1,-1-6 153,-3-6 1,0-7 221,-13-6 1,-1-6 0,-4 0-301,-2 2 1,-4-3-9,6-11 0,-6-4 107,-20 12 1,-4 0-156,0-5 0,0-3-53,1-10 0,-1-4-12,-3 9 0,-1-3 0,0 0-53,0-14 0,-1-1 15,-1 13 1,-1 0 0,-1 3-13,0 0 1,-1 2-4,-3-6 1,-3 1 973,-3 9 0,-3 1-1265,0 2 1,-6 3-975,-10 1 0,-4 6-3003,-13 7 4263,11 16 0,2 4 0,9 3 0,-1 2 0</inkml:trace>
  <inkml:trace contextRef="#ctx0" brushRef="#br0" timeOffset="330297">2480 6334 7257,'-5'-8'3181,"1"3"-2553,4 5 1517,0 0-1591,-4-5-554,3 4 79,-1-4 44,6 5 185,8-1-84,9-1-22,14-3 94,25-2-139,3 0-589,-18 3 0,-1-1 463,-11 2 0,0 0 36,16-2 0,2 0-36,-5 0 0,2 1-16,3-1 0,3 1 1,1-1 36,-7 1 0,0 0 1,1 1-357,9-1 0,1 0 1,-4 1 476,2-1 1,-2 1-105,-10 1 0,1 0 1,-2 0 19,9 0 0,1 1-23,-1-1 1,3 0 0,-3 0 27,1 1 0,-1-1-20,-5 0 0,3 1 1,-4-1-19,2-1 0,0 0-99,-7 1 0,1-1 0,1 0 3,1 0 1,-1 0 0,1 0 49,-1 0 0,0 0 1,-1 1 7,19-1 0,-1 1-62,1 0 1,-4 2-296,-21 1 1,-1 1 269,3 0 0,-4 2-72,-6 3-1,5 1 826,-14-1-676,-4-3 1468,-5-1-1304,-4-3 845,6 1-613,1-1-309,0 0 39,4 0 155,0 2-86,-3 1-29,2 0 10,-8 0 1,12 0-111,0-2-52,8-1-1467,7-3 1449,0-1 1,-11 1 0,-2 2 0</inkml:trace>
  <inkml:trace contextRef="#ctx0" brushRef="#br0" timeOffset="335492">17972 11990 12701,'21'-48'1531,"0"0"0,-1 1 0,-3 9-394,-10 20-145,2 1-287,-5 8-380,-1 5-426,-2 3 191,-7 11 151,-8 9-45,-13 18-87,0-6 0,-3 2-48,-1 1 1,0-1-480,-2 1 1,-1 1 484,-4 3 1,-1 0 21,4-5 1,0-1-559,-11 9 0,-3 1 530,15-13 1,0-2 0,2 0-20,-8 4 0,0 0 34,3-2 1,-3 1 0,4-2-24,0-1 0,0 1-362,-13 11 1,1-1 333,15-12 0,4-1-17,4-3 1,1-1 47,-16 18 682,17-16-721,5-2 1159,7-10-1143,4-3 858,-2 2-863,5-6 174,2-2 184,2-1-302,9-13-123,5-9-6,7-5 1,5-3 10,0 0 0,2 0-489,3-2 0,1-1 511,6-2 1,1 1 8,-5 5 1,0 0 4,10-8 1,2-1 5,-4 1 1,2-3 0,-6 2 1,1-4-1,-4 3-6,-1 1 0,-1 1-3,-6 3 0,2-2 0,-4 2 5,-1 1 1,-2 1-6,2 1 0,0-1-56,3-4 0,1 0 84,0 3 0,-2 3 5,7-6 51,-6 8-33,-20 21-180,-4 2 67,-4 6 1065,-13 18-969,1-1-15,-5 7 1,-4 5-17,-2-1 0,-1 1-247,-9 14 0,-5 3 257,3-5 0,-4 3 0,1-2-626,3-4 1,0-1-1,-2 0 624,-6 7 0,-2 1 1,2-5 2,0-1 0,1-3-649,-5 3 0,1-1 657,14-12 1,1-1-485,-10 10 0,1-1 468,15-14 0,2 0 97,-4 5 1,4-2-132,9-10 1309,-1 5-1779,14-16 405,4-7-9738,10-8 8947,-2-2 0,2 2 0,-8 6 0</inkml:trace>
  <inkml:trace contextRef="#ctx0" brushRef="#br0" timeOffset="336660">16908 13259 8287,'-6'-2'6744,"1"0"-3232,5 2-2996,-61-8 604,20 7-843,-2-2 0,0 1 188,-4 9-101,12 2-135,8-2-156,11-2 101,9-3 381,7-2 16,9 0-134,4 1-174,13-1-106,4 1-62,7-1-11,6 0-56,-6-1 19,6 0 1,3-1-31,-14 1 0,0 1-215,13-2 0,0 1 212,-8 2 0,-4 1-14,12 6 16,-1 11 52,-20 12-24,-17 1 18,-16 4 0,-7 3-46,0-8 1,-2 1-345,-9 16 0,-1 1 291,2-7 1,1-1-51,3-1 1,1 0-77,5-1 1,1-1-121,5-5 0,1-1-3748,0 21 2166,4-17-1320,4-15-2697,1-10 5882,0-12 0,0-3 0</inkml:trace>
  <inkml:trace contextRef="#ctx0" brushRef="#br0" timeOffset="336884">16672 13674 16303,'-42'-14'1379,"1"1"1,4 1 0,10 2-1234,19 5-85,12 2 62,13-1-33,24-5-73,4-1-648,8 0 1,6 0 599,-12 1 0,0 0-16,-2 1 1,2 0-1,-1 0-146,9-4 0,-4 1 11,-13 3 0,-1-2-1732,10-5 1,-2-2-4909,12-10 6822,-20 10 0,-3 0 0,-1-1 0,-15 8 0</inkml:trace>
  <inkml:trace contextRef="#ctx0" brushRef="#br0" timeOffset="337285">17358 12945 9386,'-41'-20'1226,"0"1"1,0 0-1,0 2 1,0 0-1,2 5-713,-9 2 0,-2 6-1967,6 2 0,-4 2 0,4 2 1644,-5 0 1,-1 4 40,1 1 1,-4 4 0,3 2 142,-8 9 1,2 3-248,8-2 0,-1 3 0,1 1-43,0 4 0,1 2 0,1 2-36,3 2 1,2 4-1,3 1-24,4 1 1,3 2-1,3 2-15,6 1 1,3 2-1,4 0-4,4 0 1,4 0 0,6 1-293,9 6 0,6 1 0,2-5 292,0 3 1,6-4 11,4-8 0,6-1 0,1-6-118,7-5 1,3-6 176,-6-5 1,4 1-1,0-3 4,4-2 1,1-2-1,2-3 248,2-1 1,1-2-1,0-2-244,3-2 0,1-1 0,0-4 9,1-2 1,0-3-1,-1-3 32,1-2 1,-1-2-1,-1-3 52,0-3 1,-2-2-1,-1-3 6,-2-2 0,-1-2 0,-2-3-55,-3-2 1,-2-2 0,-2-3-43,-1-2 0,-3-2 0,-1-1-21,-3-3 0,-1-1 1,-2-1 5,-2 0 0,-2 0 0,-3-2 31,-3-4 1,-4-1 0,-3 3-81,0 0 1,-8 1-21,-14-12 1,-14 7 205,-8 24 0,-10 5-395,-8 2 1,-7 0-1,2 4 531,13 5 0,3 2 1,-5 2-1291,-4 1 1,-6 2 0,1 0 0,5 3 671,-11 1 0,6 2 1,4 0-1,4 1 0,-5 1 1</inkml:trace>
  <inkml:trace contextRef="#ctx0" brushRef="#br0" timeOffset="339454">18344 11725 19244,'-40'-47'1511,"6"10"-1303,25 33 21,1 0 29,-1 1 22,2 1 236,-2-2-337,4 1 157,-3 0-56,5 3-106,0-1-482,1 1 285,5 5 102,5 8 21,9 10 29,13 14-56,2-3-9,-5-8 1,2 0-388,-1-2 0,2 1 377,2 0 0,3 2 1,0 0-33,9 6 1,1 0-12,-10-8 0,0 1 0,-1-2 0,5 3 1,-3-1-1,-2-3 0,-2 0-3,-5-4 1,-1-1-9,12 9 5,-14-8 12,-12-8 151,-9-4 84,-3-5 730,-9-1-859,-9-3-50,-14-5-23,-11-9-11,-9-11-20,24 9 1,0-2-3,-2-3 0,0-1-9,-2 0 1,-1-2 7,-11-5 1,1 1-281,12 8 1,0 2 277,-14-7 0,1 0 9,-10-5-12,1 2 6,20 10 0,3 0 22,-6-5 22,-7-6 12,23 14-34,10 7-39,7 6-72,2 3-371,1 1 415,4 3 34,18 19 5,-2-4-3,6 4 1,4 3-112,-2-4 1,3 1 116,12 7 0,2 1-617,6 1 1,1-1 602,-15-9 0,0 0 0,1-1 5,18 10 1,-1-2-1,-12-6 1,-1-1 2,10 4 1,-3-2-9,-5-2-42,-7-2 0,-2-1-608,-11-1 650,4 8 0,-19-15 0,-4 0 0</inkml:trace>
  <inkml:trace contextRef="#ctx0" brushRef="#br0" timeOffset="342277">19568 12848 20689,'-47'-26'170,"1"0"0,-4 5 0,5 14 3,0 42-602,15-9 0,0 3 460,-4 14 0,2 2-977,6-3 0,2-1 946,1 1 0,3 0 3,6-3 0,4-1-995,5 0 0,3-2 987,0 25 7,7-24 1,5-1-120,23 11 185,9-3-18,1-8 90,7-16 398,-10-15-40,18-8-162,-13-13-168,-7-3 1357,-13-13-1211,-13 3 3320,-2-9-3248,-15-6-330,-3 15 23,-30-11-63,0 25 325,-9-3-341,-10 13-26,23 7 1,0 2-25,-23 3-197,12 5 1,1 3-661,5 7 78,-7 7-2907,29-2 3736,21-4 0,-4-7 0,7-3 0</inkml:trace>
  <inkml:trace contextRef="#ctx0" brushRef="#br0" timeOffset="342777">19699 12473 15109,'-43'-4'301,"0"0"0,-1 0 1,-9-2-1,2 5 71,-3 11 1,3 6-1120,9-1 0,1 3 1015,0 0 1,-3 2 0,4 1-95,-2 1 0,2 4 52,2 4 0,-1 5 0,5-3-168,6-4 1,2 2 2,-9 16 1,-3 8 0,7-5-48,12-14 0,3 1-18,-4 15 0,-1 9 1,6-5-42,6-5 0,6-1 6,1-2 0,1 2 0,3-4 13,3 0 1,5-3 8,10 5 1,8-4 66,13-5 0,7-5 9,3 1 0,5-3-13,-11-10 1,4-2 0,-1-4-308,-6-4 0,0-3 0,-1-2 390,20 1 0,-3-3-51,-14-3 1,-1-3 136,5-4 0,-2-5 11,-10-2 1,-1-5 154,2-6 0,3-6 0,-5 2-241,-1 1 0,-2-3-385,-2-4 0,0-4 0,-6 2 424,2-18-37,-11 15 0,0-7 0,-1 5-58,-4 7 0,-2-1 140,2-21 0,0-11 0,-4 10-160,-4 21 1,-3 1-8,-2-12 1,-1-4 0,-3 7-13,-15-6 28,-9 4 0,-5 0-104,8 19 0,0 1-103,-14-10 0,1 3-202,-11-1-2078,17 20 0,-1 4 2414,-4 3 0,3 1 0,28 6 0</inkml:trace>
  <inkml:trace contextRef="#ctx0" brushRef="#br0" timeOffset="350736">18356 11860 7201,'-2'-6'3305,"0"1"1343,2 5-3141,-24-24-180,13 13-245,-20-17-315,21 20 34,-1 0-594,5 3 224,-4-2 56,3 3 13,0 0-19,1 1-150,2 1-169,3 1-800,0 1 324,5 2 292,2 5 94,10 7 1,7 10-11,14 7-1,10 4-242,-20-16 1,2-1 199,0 1 1,1 0-3,0-1 0,0 0-3,-1-1 0,-1 0-172,22 14 180,-6-1 29,-6-3-6,-2-1-12,-3-2 6,0-2 1,7 5-29,-12-9 22,9 6 399,-15-10-426,0 1 199,6 3-200,-12-6 1,6 3 22,-5-3 6,-1 0 5,-2-2 0,1 1 0,-1 0 0,3 1-22,-6-3 39,10 6-39,-12-8 0,9 5 11,-6-4 0,3 4-23,-5-4 7,3 2 16,-6-4 16,3 2-10,0 0 22,6 2-34,-6-4 23,5 4 39,-2-2-45,-2-2 1,1 1-18,-7-4 40,2 1-23,-3-1-17,4 0 79,5 2-56,0-1 0,6 3 27,0 0-60,-8-3 4,3 2 12,-10-5 12,0 2 27,-3-2-9898,-1-1 9283,1-3 1,-1 3 0,1-3 0</inkml:trace>
  <inkml:trace contextRef="#ctx0" brushRef="#br0" timeOffset="367730">16361 14513 8556,'42'-7'-62,"1"0"1,0 0-1,19-2 1,-2 0 52,-13 5 1,-2 1-472,0-1 0,-1 1 474,-3 1 1,-3 0 16,20 0 938,-21 0 48,-20 2-625,-20 0-473,-16 2 191,-19 2 44,-17 4-276,23-4 1,-1 0 236,-3 1 0,0-1 50,1 0 1,0 0 44,1 0 1,2-1 620,-23 3-974,17-2-1097,17-1 532,14-1 1473,14 0 34,14-1-404,17 0-207,15-4-1594,-20 1 0,1-1 1445,2-1 1,1 0 2,-1 0 1,-1-1 44,26-3 729,-19 3-6,-19 2 33,-21 1-1523,-20 2 420,-22 4 173,-21 4 135,22-2 0,-2 0 1518,-2 1 1,-1 0-1295,2-1 0,1 0 117,6-1 1,2 0 257,-13 1-510,24-4 226,18-1 407,19-1-313,19-4-241,24-3-146,-19 0 1,2 0-195,6-2 1,1 0 73,4 0 0,-2-1-39,-10 2 0,-1 1-3059,11-3 1,-3 2 3167,-4-1 0,6 0 0,-37 7 0</inkml:trace>
  <inkml:trace contextRef="#ctx0" brushRef="#br0" timeOffset="414326">16541 14569 10248,'3'-3'6111,"0"2"-1496,-3 1-3820,45-36-543,-34 27-190,34-26 179,-50 42 487,-17 29-521,-2-5-495,-12 13 0,-6 4 408,8-16 1,0 0-76,-8 8 0,-2 0 25,2-4 0,0-2-162,11-8 1,0 0 88,-11 11 1,1 0-214,11-8 1,2-1-113,4-4 0,2-1-2534,1 8-3562,17-17 6424,7-1 0,1-8 0,3-5 0</inkml:trace>
  <inkml:trace contextRef="#ctx0" brushRef="#br0" timeOffset="414611">16658 14429 16275,'-1'-4'6122,"0"0"-5360,1 4-494,-1 6-94,8 3 453,37 20-493,-14-15 1,4-1-188,17 8 0,3-1 75,-1-1 0,-1 0-433,-2 0 0,-2 2 391,-5 0 1,-4 3-216,-6 0 0,-4 2-2053,-6 1 0,-4 3 2288,5 22 0,-14-18 0,-7-14 0</inkml:trace>
  <inkml:trace contextRef="#ctx0" brushRef="#br0" timeOffset="526769">21285 11594 19064,'-12'15'2128,"-17"22"-1495,1 0-966,4-6 0,-1 1 473,-1 0 0,-1 0-37,-2 4 1,0 0-28,-2 1 0,0 2 155,1 0 0,1-1-212,6-9 1,0 0 5,-6 9 1,2-2-51,-4 8-3,11-15 0,0 0-313,-1 6-1368,10-6-5622,6-7 7331,8-9 0,-1-6 0,2-6 0</inkml:trace>
  <inkml:trace contextRef="#ctx0" brushRef="#br0" timeOffset="527292">21410 11588 11245,'-3'-2'7971,"1"0"-3849,2 2-3820,-21-19-229,16 14 56,-17-14-45,22 19 2089,0 0-2296,1 3 78,4 6 79,10 13-17,15 16-12,-6-11 1,2 1-450,8 6 1,4-1 429,6 4 0,2-1-744,4 1 0,2 0 127,-15-12 0,0-1 0,-2-1-2195,7 5 0,-1-1 2826,2 1 0,-5-3 0,-9-5 0,-2 0 0</inkml:trace>
  <inkml:trace contextRef="#ctx0" brushRef="#br0" timeOffset="529779">20071 5694 7397,'6'-4'3529,"-1"1"-1709,-5 3-593,0 0-2426,1-8-806,-1 7 588,2-7 296,-1 19 1121,0-2 0,0 3 0,0-6 0</inkml:trace>
  <inkml:trace contextRef="#ctx0" brushRef="#br0" timeOffset="533098">21214 12686 15322,'0'-3'4319,"0"1"-3249,0 2-790,-42-29 78,18 20-283,-5-7 1,1 3-9,4 10 45,-6 3-39,0 3-34,-9 3-5,0 2 89,1 1-61,18-3 5,5-2 113,15-4 218,0 0-477,0 3 90,-1 6 79,-4 10-56,-6 12-18,-8 14-16,2-4 12,-1 10-7,10-27 1,3 1 44,4-19 23,1-1 229,0-3 2017,0-2-2027,3-3-113,-1 1-140,4-5-95,4 1-28,16-4 56,7 2 11,4 2-16,12 4-18,-3 8-16,14 3-56,-2 9-214,-3 12 225,-24-7-190,-14 25 195,-24-24-240,-28 25 70,10-29 0,-4-3-85,-10 6 1,-4 0-423,-14 0 0,-2-2-628,9-5 1,1-3 1411,-6-2 0,4-2 0,6-5 0,14-4 0</inkml:trace>
  <inkml:trace contextRef="#ctx0" brushRef="#br0" timeOffset="533555">21003 12398 13698,'-2'-3'5182,"1"0"-4986,1 3-118,-67-9 31,35 22 0,-2 3-636,-15-10 0,-1 2 602,1 25 1,3 9-28,15-11 1,1 2 0,1 0-429,-8 8 1,1 2 399,4-1 1,0 3 0,4-1-10,1 13 0,5-1-17,1-2 1,3 1 5,4 4 0,6-3-334,12-16 1,4-3 383,12 18 31,1-25 0,5-2 14,1-7 1,3-2 24,22 6 1,6-1-32,-4-7 1,3-4-703,-11-4 1,3-1 0,-3-3 682,3-2 0,-1-3 115,11-3 0,0-7-138,-1-9 1,-3-3 67,-9 5 1,0-3 103,-8-2 1,1-3 0,-5-3 65,2-15 1,-6-4-144,2-4 1,-4-2-79,-3 2 1,-4-2 69,-10 11 1,-4-2-1,-3 3-36,-2 0 0,-4 2-48,-3-17 1,-4 3-34,-15-5-768,-18 19 1,-6 6 699,1 4-58,-6 3 0,0 3 1273,13 12-2453,4 4 1,-1 2 1288,-5 8 0,2-4 0,22 7 0</inkml:trace>
  <inkml:trace contextRef="#ctx0" brushRef="#br0" timeOffset="534229">22255 12574 19417,'14'-43'791,"-1"0"0,1 0 0,2-7 1,-3 7-165,-3 6-213,-8 27-346,-1 3-175,-1 4-290,-2 11 391,-1 9 28,-4 18-5,-2 17-12,5-19 1,-1 0-12,2 2 1,0 1 13,0-2 1,2 0 2,0 24 0,2-13 23,2-16 128,-1-13 247,2-10-56,5-13-230,13-13-84,3-3 34,6-5 0,4-3-6,-8 9 0,0-1 28,11-9 1,0 1 27,-12 10 0,-2 1 79,9-6-152,-17 13-184,-10 8 61,-5 8 0,-6 18 68,-2 10-1,-6 23 6,0 6-249,8-27 0,1-1 226,0 1 1,2-1-62,10 31-382,9-6-5,15-5-8,-10-28 1,2-3-679,5-2 0,2-4-2643,5-3 0,0-3 3800,-1-3 0,-3-2 0,11-2 0,-19-2 0</inkml:trace>
  <inkml:trace contextRef="#ctx0" brushRef="#br0" timeOffset="534647">23110 12139 11188,'-49'-27'1104,"0"0"1,0 0-1,2 3 1,0 1-1,2 8-704,-3 8 1,2 9-1092,-4 4 0,1 5 769,11-2 1,-1 5 18,1 8 0,-2 7 0,3 0-52,-4 7 0,2 5-31,7-5 0,-2 5 0,1 1 0,4-3-14,-7 12 0,5 2-12,5-2 1,2 6 0,6-4-48,5 5 1,7-1-8,2-12 1,2 3 0,3-2 9,4-2 0,3-2 0,4-1-9,11 14 1,7-4-51,6-6 1,7-6 153,6-4 0,6-5-565,-6-10 1,3-4 0,-2-1 606,3 0 0,0-4 96,-3-4 1,3-1-1,-4-5 123,-3-6 0,-2-5 170,11-3 0,-1-5-11,-3-6 1,-3-6-118,-2-5 0,-1-5-279,-15 10 1,0-3-1,-1-2 10,1-4 0,0-2 0,-1-1-27,1-3 1,-1-1 0,-1-1 1,0 0 1,-1-1-1,-2 0 10,-2 2 0,-2 1 0,-2 0 23,2-17 0,-6 2-48,-8 6 1,-9 3-174,-10 3 0,-10 4-221,-10 3 0,-8 6-954,4 13 1,-3 4 0,-2 2 1314,-18-4 0,0 5 0,16 6 0,4 3 0,-11 2 0</inkml:trace>
  <inkml:trace contextRef="#ctx0" brushRef="#br0" timeOffset="587245">22696 8922 16324,'-34'-33'-93,"0"0"0,-1 0 0,-1 1 0,0 1 0,-2 3-68,-15-2 0,-3 4-1041,13 6 1,-2 1 0,0 0 1225,-6-2 1,-2 1 0,-1 1 0,-4-2 0,-2 1 1,-2 1-94,13 4 1,-1 0 0,0 1 0,-1 0 29,-4 0 1,1-1-1,-2 2 1,0-1-63,-2 1 1,-1 0-1,0 1 1,-1 0-382,-1 0 0,-1 1 0,-1 0 0,1 0 483,11 3 0,-1 0 0,1 0 0,-1 1 0,0 0-182,-1 0 1,0 1-1,-1 0 1,1 0-1,-1 1 167,-1 0 1,0 0-1,0 0 1,0 1-1,-1 1-1,0-1 1,-1 1 0,1 1-1,-1 0 1,0 0 47,-1 1 1,0 0 0,0 1 0,-1 0-1,1 0-8,-1 1 1,0 1-1,-1 0 1,1 1 0,0 0 8,-1 1 0,1 0 0,-1 1 0,1 0 1,0 2-258,-1 0 0,1 0 0,-1 1 1,1 1-1,0 1 244,0 0 1,0 1 0,0 1 0,0 1 0,1 0-57,0 0 1,0 2 0,0 0 0,1 1 0,0 1 68,0 0 0,0 2 1,0 0-1,1 1 1,0 0-18,0 1 1,0 1 0,0 0 0,0 2 0,0-1-14,1 2 0,0 0 1,0 1-1,0 0 0,0 1 21,0 1 1,0 0 0,0 1 0,1 1 0,-1 0 0,0 1 0,1 1 0,-1 0 0,1 1 0,0 1 12,9-6 0,0 2 1,0 0-1,1 0 1,-1 1-1,1 0 2,0 0 1,0 2-1,1-1 1,-1 1-1,1 1 1,0 0 0,1 0 0,-1 0 0,1 1 1,0 0-1,1 0 0,0 1 4,1 0 0,0 1 1,1 0-1,0 0 1,0 1-1,1 0-17,0 0 0,1 1 0,0-1 0,1 1 0,0 1 0,1 0 12,1 0 1,0 1 0,1 1-1,0-1 1,1 1 0,1 1-8,-7 8 0,2 1 0,0 0 0,2 1 0,0 1-15,1 0 1,1 1-1,1 0 1,1 1-1,1 0-18,1 0 0,0 0 0,2 1 0,0 1 0,1-1 3,1 1 0,2 1 0,0 0 0,1 1 0,1-1 18,1 0 1,1 1-1,2-1 1,0 1 0,1 0 6,2 1 0,0 0 0,2 0 0,1-2 1,0-1-61,0 1 0,1-4 0,2 2 1,2 5 53,3-9 1,2 5 0,1 4-1,1 1 1,0-3 0,1-3 0,0-6-95,1 0 0,0-6 0,1-1 0,2 7 52,0-2 1,1 7 0,1 3-1,1 2 1,1-1 0,1-4-1,1-6-20,6 7 1,1-6 0,1-1 0,2 2-5,0 0 1,0 1-1,2 2 1,1-1-1,1-1 56,2-1 0,0 0 0,2 0 0,0-1 0,1 0 23,2 0 1,0-1 0,2 0 0,0 0 0,2-1-3,0-1 0,2 0 0,1-1 0,1-1 1,0 0-20,2-1 0,1 0 0,1-1 1,0 0-1,1-2 22,-7-7 0,1 0 0,1-1 1,0-1-1,0 0 0,2-1 5,-1 0 0,1-1 1,1 0-1,0-1 0,2 0 1,2 0 7,0-1 1,2-1 0,1 1 0,2-1 0,0 0 0,-1-1 0,-1-1-33,5 0 1,0 0-1,-1-1 1,0-2-1,1 1 1,-1-1-6,-1-1 0,1 1 1,-1-1-1,0-1 1,1-1-1,0-1 7,1-3 0,0 0 0,2-2 0,-1 0 0,-1-2 1,0 0-5,4-1 0,-1-1 1,0-2-1,1 0 0,2 0 21,-8-1 0,0 0 1,2-1-1,1 0 1,1 0-1,2-1 1,0 0-26,-6-2 1,3-1 0,1 1 0,0-2 0,1 1 0,0-1-1,-2 0 1,-1-1 0,-4 1-15,11-1 1,-5 1 0,-1-1 0,0-1 0,1 0-1,4-1 12,-9 0 0,2-1 0,2 0 0,1 0 0,1-1 0,-1 0 0,-1 0 0,-3-1 0,-2 0 5,8-2 0,-3-1 0,-2 0 0,-1-1 0,1-1 0,4 1-1,-7-1 0,2 1 0,2-2 0,0 1 0,0-1 0,-1 0 0,-1 0 0,-2 0-3,7-1 0,-4 0 0,-2 1 0,2-1 1,2-2-1,5-2 11,-12 2 0,4-2 1,3-1-1,2-1 1,1-1-1,1 0 1,-1 0-1,-2 0 0,-2 1 1,-4 1-1,-4 1-44,16-5 1,-8 3-1,-3 0 1,4-1-1,8-4 30,-19 6 1,4-1-1,5-1 1,2-2 0,3-1-1,1 0 1,0-1 0,-1 0-1,0 1 1,-4 1 0,-2 1-1,-5 1 1,-5 1-2,17-6 1,-9 4 0,-4-1 0,1 0 0,8-3-2,-8 3 1,5-2 0,3-2 0,1 0 0,2-1 0,-1 0 0,-1 0 0,-4 0 0,-3 2 10,6-3 1,-6 1 0,-1 0 0,-1 0 0,2-1-1,4-3 3,-7 4 0,2-2 0,2-2 0,2 0 0,-1-1 0,0 1 0,-1 0 0,-2 0 0,-3 3-13,6-5 0,-4 3 1,-1 0-1,0-1 1,1-1-1,2-3 8,-5 2 1,3-2-1,2-2 1,0-2 0,1 0-1,-2 0 1,-1 1 0,-4 1-1,-3 2-7,7-9 0,-5 3 0,-3 0 0,0 0 0,3-2-5,-2 3 1,1-2 0,1 0-1,0-1 1,-2 0 0,-2 0 28,2-6 1,-2 0 0,-2 0-1,-2-1 1,-1-2 1,-2-1 1,-3-1 0,0-1 0,-2-1 0,1-1-13,-6 9 0,1-1 1,-1-1-1,0 0 1,-1 0-1,-1 1-1,3-9 0,-1 1 1,0 0-1,-3 0 0,-2 0 23,-3 0 1,-3 0 0,-1 1 0,-3-1 0,-1 3 1,-1-5 0,-4 2 1,-1 0-1,-1-3-14,-1 3 1,-2-3-1,0-1 1,-2 0 0,-2 1 45,-1 1 1,-1 1 0,-2 0 0,-1-1-1,-3-1-59,-2 3 1,-2-1 0,-1-2 0,-2 1-1,-1 1 1,1 2-14,-3-4 1,-1 1 0,-1 1 0,0 1 0,-1 0-7,1 1 0,-1 0 0,-1 1 0,0 2 0,1 2-2,-1 3 1,1 2-1,-3 2 1,-3-3-32,-2 3 1,-3-3-1,-4 0 1,0-1-1,0 2 1,1 3 15,1 0 0,2 3 0,-1 2 1,-1-2-1,-4-3 23,5 6 1,-3-3 0,-1-2 0,-2-1-1,0 1 1,-1 1 0,1 2 0,2 2-18,-7-1 1,1 1 0,0 3 0,1 1-1,0 0 1,1 2-38,-2-2 0,2 2 0,0 0 1,-2 1-1,-2 0 38,-1 0 1,-3 0 0,-2 0-1,-1 0 1,1 2 0,1 1-2,3 2 1,1 2 0,1 1 0,-1 0 0,0 0-1,0 0-1,0 0 0,2-1 0,0 1 0,-2 0 0,-4 0 0,-5 1-154,9 4 1,-4 0-1,-4-1 1,-2 1-1,-2 0 1,-2 0-1,1 0 1,1 2-1,1 0 1,3 1 0,3 1-1240,-10-1 1,4 2 0,2 1-1,1 1 1,0 0 0,-2 0-1,-3-2 1280,9 2 0,-2-1 0,-3-1 1,0 0-1,-1 0 0,1 1 1,2 0-1,3 1 0,3 1 0,5 2 1,-22-1-1,5 2 0,8 1 1,10 1-1,14 2 0,0 0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13:54:01.9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13361 1699 24296,'0'-46'928,"-1"0"1,1 5-1,-1 8-1229,-1 15-174,1 10-49,1 6 10,0 13 488,0 11 5,0 21-521,-3 15 675,1-24 0,-1 2-130,-2 2 1,-1 0 229,0 0 0,-1-2 324,-4 20 121,-2 2-129,8-32 176,0 2-36,8-26-462,6-19 383,9-19-357,-4 9 1,0-3-1409,7-14 0,0 1 1469,-6 12 0,0 1 38,7-10 1,-1 3 450,6 3 176,6 1 264,0 14-483,2 11-760,6 13 0,6 10 0,5 14 0,-26-12 0,0 3 0,0 1 0,0 2-348,-1 0 1,-1 0-410,0 0 1,0 0-1237,20 18 207,-4-8 691,-5-12 16,-4-12 1798,-4-16 1355,-3-13-101,-4-13-565,-3-6-255,-7 1-319,-3 5-834,-5 10 0,-1 12-446,-1 7-1509,-4 26 582,2 3 424,-2 11 390,13 16-316,9-17-255,17 15 478,10-19 843,11-10 564,5-10 50,0-14 717,-7-12 413,-12-13 579,-14-10-2297,-14-8-217,-12 8 0,-24-21 0,-7 20 0,5 12 0,-2 2-921,-22-9-667,-4 11 344,4 9 969,6 11 962,8 12 1083,9 12-199,11 12-1571,9 13 0,17 6-2996,15 4-328,-7-28 1,5-2 3173,7 0 1,-1-3 0,4 3 0,0-8 0</inkml:trace>
  <inkml:trace contextRef="#ctx0" brushRef="#br0" timeOffset="768">15024 1811 32369,'21'-49'132,"1"-1"1,-3 5 0,-8 8-545,-22 12-2697,-15 11 3284,-14 9 957,-13 14 295,-7 12-1034,30-4 1,2 2-394,2 4 0,2 1 0,4 3 0,4 1 0,-3 29 0,17-4 0,19-7 0,17-13-972,15-12-535,10-14 1027,-12-10 812,-14-9 0,0-6 900,10-21-701,-13 8 1,-2-4-532,-7-1 0,-4-3 0,2-14 0,-4-1 0,-4 17 0,-2-1 0,3-25 0,-2 4 0,-5 14 0,-1 8 0,-1 3-91,-2 10 182,-3 3-91,1 12-1071,-4 14 1567,2 4 79,-2 22-894,4 12-1636,2-1 0,1 3 1691,0-13 1,2 2-172,2 18 0,3 1-349,0-17 0,2-1-109,3 8 0,2-1-900,1-3 0,3-4 669,0-6 0,0-3-152,20 8 1406,1-20 943,-16-15 1177,6-17 1169,-16-11-957,5-14 157,-2-4-865,-7 9 629,2-6-2383,-10 28 0,2-5 0,-5 19-2021,-1 8 1300,-1 6 67,2 5-4,2 12-106,9 0-502,11 5 457,14-3 596,9-7 1491,7-11-361,0-16 664,-12-5 501,6-29-834,-20 2-1248,-10 7 0,-2-3 0,-6-1 0,-2 1 0,0-13 0,-8-7 0,-8 30 0,-8 2-1439,-13 11 973,-19 26 1705,3 11-573,-1 9-666,24-3 0,5 1 0,1 4 0,4 0 0,6 1 0,17 13 0,12-16 0,7-2-599,-7-11 1,4-3-3787,23 5 0,4-6 4231,-19-12 0,-2-3 1,23 6-1,-23-8 0</inkml:trace>
  <inkml:trace contextRef="#ctx0" brushRef="#br0" timeOffset="1293">16412 1534 32767,'7'-42'-82,"0"0"0,-1 2 1,-4 16-2123,-9 31 3912,-9 18-1279,0 5-379,2-2 1,-1 3-78,1 0 0,1 3-51,-4 11 0,1 5-344,5-9 1,2 3 0,4-1 191,3 12 0,7-2-478,10 8 0,9-6-710,0-21 0,8-7-1560,13-4 1,9-4 0,-2-3 3027,0-4 0,-2-2 0,11 3 1,-5-2-1,-9-8 0</inkml:trace>
  <inkml:trace contextRef="#ctx0" brushRef="#br0" timeOffset="1525">17376 1570 32767,'-17'48'0,"-1"0"0,2 5 0,5-2-1527,10 9-3001,3-21 1,1 0 4228,0-5 1,1-2 0,3 8 0,-2-19 0</inkml:trace>
  <inkml:trace contextRef="#ctx0" brushRef="#br0" timeOffset="2184">17956 1405 24435,'-4'-6'3654,"0"2"-3619,-21-25 0,-5-6 366,8 8-244,-9-10 0,1 1-31,19 18-219,6 9-163,2 5-1110,3 6 1291,9 10-33,14 18 68,-1-5 0,2 5-714,8 9 1,3 5 691,-9-10 1,0 2-1,0 2-5,-1 2 1,0 1-1,-3 2-72,-3 0 0,-2 1 0,-5 1-227,-5-2 1,-3 0 0,-7-1-1675,-7 1 1,-6-1-1,-3-3 1605,-13 13 1,-3-5-1,7-15 1,2-4-1,-11 3 1</inkml:trace>
  <inkml:trace contextRef="#ctx0" brushRef="#br0" timeOffset="3072">15315 2592 20829,'13'-56'1325,"1"-1"1,-3 8 0,-3 9-1016,-11 20-373,-2 12-179,-2 13 232,1 4-25,-10 42-14,2 7-768,3-9 0,1 5 84,0 0 1,2 3 738,2-12 0,0 1 1,1-4-1,0-3 0,1-3 1,0-1-1,1-1 0</inkml:trace>
  <inkml:trace contextRef="#ctx0" brushRef="#br0" timeOffset="4129">9265 3227 10433,'60'-3'371,"0"0"0,0 1 1,4 0-1,-2-1-13,-15 2 1,-1-1-1,3 0-978,5-1 1,5 1 0,1-1-1,-1 1 858,0-2 0,-1 0 1,1 0-1,1 0-379,-7 1 1,0-1 0,1 0-1,0 0 1,1 0 274,4 0 0,1-1 1,0 1-1,1-1 1,1 1-160,-8 0 1,1 0 0,1 0 0,0 1 0,0-1 0,1 0 90,3 0 0,0 0 1,0 1-1,1-1 1,0 0-1,1 1-183,-7 0 1,1 0 0,0 0 0,0 0-1,0 0 1,1 0 0,0 0 144,2 0 0,1 0 0,-1 0 0,1 1 0,1-1 1,-1 0-1,1 1-53,1-1 1,1 0 0,0 1 0,0-1 0,1 1 0,-1-1 0,2 1 37,-8 0 0,0 0 0,0 0 1,1 0-1,0 0 0,1 0 1,1-1-1,2 1-5,-4 0 1,3 0-1,1 0 1,1 0 0,1 0-1,-1 0 1,0 0-1,-2 0 1,-2 0 0,-1 0-4,6 0 1,-3 0-1,-2 0 1,0 1 0,0-1-1,2 0 1,4 0 0,-7 0 1,3 0 0,3 0-1,0 0 1,2 0 0,-1-1 0,0 1-1,-2 0 1,-2 0 0,-3 0 3,7 0 0,-3 1 1,-3-1-1,0 0 1,0 0-1,1 1 1,3-1 5,-5 0 1,1 0 0,1 0 0,0 1 0,2-1-1,-1 0 1,1 0 0,-1 0 0,0 0 16,-2 0 1,0 1-1,-1-1 1,1 0 0,-1 1-1,1-1 1,1 0 0,0 0-1,1 0 36,0 1 1,1-1-1,1 0 1,1 0-1,1 0 1,-1 0-1,-2 0 1,0 1-1,-2-1 1,-3 0-34,6 0 0,-4 1 0,-1-1 0,-1 0 0,0 0 0,1 1 0,4-1 5,-4 0 1,3 0 0,2 0-1,1 0 1,0 0 0,-1 0 0,-1 0-1,-3 1 1,-3-1-21,5 0 1,-4 1-1,-3-1 1,0 1-1,3-1 1,3 1-147,-1 0 0,3 0 1,3-1-1,1 1 1,0 0-1,-1 0 1,-3 0-1,-3 1-450,-1-1 0,-2 0 0,-2 0 0,-1 0 0,0 0 0,2 1 575,7-1 0,4 1 0,1 0 0,-4-1 0,-5 1 0,-11 0 0,5 0 0,-7 0 0,-2 0 0,1 0 0</inkml:trace>
  <inkml:trace contextRef="#ctx0" brushRef="#br0" timeOffset="7433">9314 3357 21222,'-7'-36'322,"-1"0"0,-4-20-458,11 65 169,0 4 268,-2 25-77,-1-6 1,0 3-75,0 2 1,1 1-46,-2 0 1,1 2 39,1 5 0,2-3-175,-1 10 296,2 10-3,0-23-32,2-18 225,-2-4 220,2-9-641,-1-11 239,0-11-132,1-11-43,-2-15-58,0 7 0,-1-2-35,0 2 1,0 0 172,-1 0 0,1-1-169,-1-28 139,0 20-247,2-9 46,0 21-6,0 9-213,0 17 218,0 6 66,0 22 21,0-4 42,0 13 1,0 4 61,0 18-575,0-12 0,0-1 548,1 11-8,1 3-8,1-19 56,-1-7 237,0-10-160,-2-19-230,1-14 70,-3-1 850,-3-33-1001,-1 4-32,0-10 79,1-10 21,4 26 34,0-4-14,1 19-291,0 16 222,0 6 496,0 16-584,0 6-1638,-1 25 1807,-1 15 0,1-22 0,-1 2 0</inkml:trace>
  <inkml:trace contextRef="#ctx0" brushRef="#br0" timeOffset="8875">7481 4682 22068,'-10'-36'-49,"-1"0"1,-7-11-4,16 59 161,-4 25-45,-1 8-54,2-14 0,0 2-313,0 3 0,-1 0 313,1 0 1,0 1-13,1-4 1,0-1 171,-2 21-97,3-19 281,2-15 155,1-15-268,14-26-199,7-10-6,5-11-1,-9 16 0,0-2 57,10-18-30,-12 19 1,0-1 67,15-27-95,-11 22-2,6 0 414,0 21-431,10 3-27,8 6-62,12 18-16,-26-2 0,-1 4-4,1 3 0,-2 3-19,-2 2 1,-1 2-171,15 19-37,0-3-118,11-4 169,-4-15-116,-2-8 287,5-16 148,-7-11 50,-9-1 0,0-3 137,21-17-94,-27 12 1,-1 0 42,0-5 309,-6-3-343,-13 18-297,-1-1 369,-26 41-302,7-9 29,-5 7 1,0 3-64,0 9 23,2 10 21,16-6 57,27-8 44,-1-15 72,32-8 23,-8-22 14,-10-1 0,1-4-108,-9-1 1,-1-2 148,1-5 1,-4-1-28,-2-8 50,-14-11-89,-15 7 0,-19-20-29,-8 13-1678,1 19 1,-1 3 1605,-8 1 150,-8 6-200,16 12-158,-4 14-89,5 8-442,5 21-1194,17 7-4576,20 8 6492,5-7 0,0-18 0,-5-16 0</inkml:trace>
  <inkml:trace contextRef="#ctx0" brushRef="#br0" timeOffset="9677">9250 4790 21136,'7'-51'939,"0"1"0,-1 4 1,-8 11-716,-17 22-151,-3 9 39,-24 17-59,12 5 0,-1 4-494,-1 2 1,1 2 440,-6 6 0,4 4-14,14-1 0,5-1 3,0 12 11,17 1 215,36-17-204,9-12-5,12 2 16,-12-22 0,1-8-562,-12-1 0,-1-2 551,9-2 0,-1-4 37,6-15 0,-6-3-15,1-6 8,-16 9 0,2-7 0,-5 2 1,-6-1 0,-5 0 8,5-17 1,-2-2-243,-8 13 0,-3 3 265,-3-20 767,-10 7-667,0 34-92,-5 0-75,2 24 1104,0 16-1105,1 18 1,3 20-9,6-21 0,1 4-916,1 14 0,1 1 874,0-15 0,2 0-25,-1 6 0,2 0-451,4-3 0,2-2 280,1-9 0,3-2-90,4 11 1,3-4-666,23-2 54,6-20 315,4-20 476,-10-5 190,-12-7 0,-2-5 314,7-13-118,-12 9 0,-2-1 315,3-16 2351,-8 8-2056,-8 12 411,-4 10-1026,-4 9 67,-3 3-297,-3 6-12,-5 6-4,1 6 16,2 5 22,13 2-11,12-3-5,4-6 5,29-5 0,-11-10 0,9-4 23,0-19 11,-22-1 11,7-15 33,-20 3 24,-7 1-51,-6 9 66,-12-6-105,1 19 66,-26-7-21,1 18-24,-21 9-27,15 5 0,-8 18-23,10 20-8,21-23 0,3 3-239,1 7 1,5 1 100,10-5 1,6-1-166,4 0 1,5-2-319,7-1 0,6-4-1359,16 1 0,3-6-428,-13-5 0,1-4 2422,13 1 0,-5-4 0,-15-5 0,-3 0 0</inkml:trace>
  <inkml:trace contextRef="#ctx0" brushRef="#br0" timeOffset="9921">10846 4362 20677,'0'-9'1686,"-5"-23"0,-4-2-1120,-7 12-382,2-11 1,-4 4 56,-13 30-56,-4 18-28,-2 21-98,17-10 0,2 5-604,-1 6 1,2 3 552,2 6 1,3 1-12,2 5 0,4 0-20,7 0 1,5 0-90,5-2 0,5-2-241,8-3 0,5-2-641,6-4 0,4-4 994,10-2 0,0-4 0,-21-14 0,0-2 0,25 8 0</inkml:trace>
  <inkml:trace contextRef="#ctx0" brushRef="#br0" timeOffset="11438">11417 4628 21332,'19'-22'1614,"-5"7"-734,-18 24-538,-6 3-137,-1-1-314,-15 5-163,12-9 693,-12 2-385,18-7-342,-2-3 22,6-7 126,1-13-194,1-6 419,1-11 54,4 2 144,5 1 25,1 10 52,9 4 137,0 12 168,17 7-140,-1 14-170,1 4-159,10 27-297,-20-6-1,-8-10 0,-3 2-237,-9 24 164,-19-16 0,-9 0-148,-2-3 1,-5-1-554,-5-2 1,-6 0 0,3-4 736,1-2 0,-2-3 122,-18 5 1,3-6 96,11-13 196,-7-8-125,35-10-8,10-13 43,26-1-118,9-1-16,25 2-34,7 13-6,-8 5-8,-19 5 0,2 3-93,0 3 1,0 2 676,2 0 0,0 1-931,3 4 0,-1 0-385,-8-2 1,-3 0-470,17 5 1226,-11-8 1,-3-3-1,-11 0 1,17-2-1</inkml:trace>
  <inkml:trace contextRef="#ctx0" brushRef="#br0" timeOffset="11667">12040 4406 21500,'-15'-51'1120,"0"1"0,1 5 1,3 9-779,6 17-270,3 11-72,1 7 51,18 20-23,-3-2 3,14 15 0,5 6-26,-6-5 1,0 1-430,0-1 0,2 4 0,-2-1 393,10 15 0,-4-2-11,-6-8 0,-3-1-185,-3-4 1,-5 1-981,-13 20 1,-12 1 1206,-12-9 0,-2-2 0,9 5 0,-2-4 0,-7-22 0,0 0 0</inkml:trace>
  <inkml:trace contextRef="#ctx0" brushRef="#br0" timeOffset="15653">11269 4586 8511,'7'-10'4078,"-1"2"-2112,-6 8 1871,0 0-3293,1-3-320,-1 2-191,1-2 74,-5 7 117,-3 2 39,-7 6 0,-5 3-39,-5 3-28,-3 3-28,-1 1-34,1 1-50,2 0-11,2-1-28,4-2 5,3-1 23,3-1-34,5-4 90,-2 1 129,2-1-96,0-2-72,1-1 426,5-8 200,2-1 108,0-2-326,0-3-341,2-3-84,0-7-23,4-4-5,0-4 0,3 0-12,0-4-22,1 6 34,23-27-45,-15 25 6,20-20 5,-10 23 6,6 1 0,9-1-17,-1 5 0,-4 5 0,-9 5-6,10 4 12,-13 4-12,6 2-5,2 13 11,-9-4 0,12 10 11,-8-4-11,0 0-28,-4-2 22,-6-1 6,-7-1 12,-7 0 27,-12 3 0,-8 2 0,-14 3-5,-9 0-29,-4-1 1,-2-2 5,2-3 6,2-4 0,0-1 0,-1-1-12,9-3 12,-17 4 5,20-8 6,-9 4 40,20-8 49,9-1 29,6-2 11,2 0-129,4-7-39,-1 3 0,13-13 22,1 7-11,13-7 11,5 3 0,9 0-5,10-1-6,7 2-190,-29 7 1,1 1 189,26-2-5,-6 3-7,-7 3 1,-6 7 6,-11-1-29,11 14 23,-14-2 11,12 12-6,-11 0 363,-4 3-363,-7 1 6,-7 1 22,-8-1 18,-9-1 10,-12-2 17,-14-5-22,-14-4-11,-10-5-226,27-10 0,0 0 203,-1-1 1,-1-1-4,2 0 0,-1 0 3,-6 1 1,3 0-7,-14 1 12,-10 4-6,28-5 17,-3 1 0,7-2 6,8-3 28,6-1 16,7 0 401,4 0-496,3 0-28,5 0 45,8-1 0,14-3-6,14 0 6,14-2 3,-25 2 0,3 0 0,15-3 0,-1-1-3,12-3 0,-21 4 0,-3-2 0,3-2 16,-5-2 7,6-4 10,-9-2-16,-5-2 6,-4-3 21,-1-9-32,-8 10 21,-2-9-16,-9 14 0,-7-4-12,-6 1-5,-12 1 12,-6 1-7,-6 2 1,-1 3 5,1 3-17,3 4 1,3 3-1,2 3 1,0 1-7,-1 3 12,-3 1 0,-4 3 0,-1 0 0,2 1-11,4 0 11,8-1-5,8-1-18,7-2-16,3-2-6,4-2-162,0 1-1009,6 2 1216,9 1 0,-6 0 0,5-1 0</inkml:trace>
  <inkml:trace contextRef="#ctx0" brushRef="#br0" timeOffset="28193">9070 5586 19832,'3'-18'-56,"2"19"246,2 46-87,-4-16 1,0 2-43,-2 4 1,-2 2-301,-2 1 1,-2 1 252,-1-1 0,-2 0-9,0-5 1,0-1-3123,-8 27 3140,7-27 240,2-8 734,6-21-347,0-2 386,1-14-475,0-20-466,1 0 5,2-7 1,1-2-61,1-2 1515,1-1 0,1-2-1443,1-18-6,-3 26 1,0-1 139,-1 1 1,-1 2-63,0-13-61,-3 12 34,-2 21-146,0 11-202,0 0 18,1 9 505,1 10-326,0 15-6,2 15 17,0 12-329,2 6 323,-1-2-16,1-4 5,-1-8 5,0-10-10,-1-10 44,0-12 376,-1-10-314,1-8-17,0-13 401,-1-2-468,3-24-11,0-9-9,0 16 0,0-2 17,3-8 0,1 1 0,-2 8 0,0 2-8,7-24 22,-8 26-12,-3 20-66,-2 1-12,-1 12-3358,-6 22 3415,1-3-22,-9 32-74,3-1-280,4-17 0,1 3-4535,-1 14 1,1-1 4209,2-18 1,1-2-1,1 3 1,0-7-1,3-17 1</inkml:trace>
  <inkml:trace contextRef="#ctx0" brushRef="#br0" timeOffset="29201">6615 6324 17682,'47'-36'1033,"7"7"-901,-17 24 1,5 3-650,1-1 0,4 0 0,-3 1 551,-4 0 0,0 0 168,13-1 0,6-1 0,-2 1-326,-13 1 1,-1-1 0,3 1 295,6-1 0,5-1 0,1 0 0,-1 1-323,-5 0 0,-1 0 0,0-1 0,2 1 264,-3 0 1,3 0-1,-1-1 1,0 1-1,-5 0 11,12-1 1,-5 1-1,2-1-8,-6 1 1,3 0 0,-1 0 0,-2 1-307,4 0 0,-3 0 0,4 1 235,1-1 1,4 1 0,1 0 0,-3 0-98,6 0 1,-1 0-1,0 1-311,-11 1 1,1-1 0,-1 1-1,-4 0 265,14 1 0,-3 0 27,-12 1 1,0-1 0,-2 2 100,9 0 1,0 2-5,-1-2 1,2 1 0,-3-1 18,1 0 0,0 1 4,0-1 0,3-1 0,-5 0 39,-7-2 1,-1 0 5,9 1 1,0 0-34,-5-2 1,-1 0 8,-8 0 0,1 0 74,19 0 0,2 0-144,-10 0 0,-1 0 15,5 0 0,-3 0-151,10 0 80,1-3 1282,-7-3-1191,-2-1-139,2-1-843,-21 3-1314,-11 2 2295,-5 2 1,-13 1-1,0 0 1</inkml:trace>
  <inkml:trace contextRef="#ctx0" brushRef="#br0" timeOffset="88063">6592 6460 1940,'0'-7'6144,"0"2"-2636,0 5 1287,0 0-3090,-13-58-1028,7 39-363,-8-42 629,11 56-1027,1 4 1833,1 0-1990,0 13 347,1 11-39,-2 23-33,-1-1-6,0-11 0,-1 3-3,-2 4 0,0 1-287,0 1 0,-1 1 265,-1 4 0,1-1 2,1-13 1,1-3-6,-1 12 34,3-3 229,2-26 74,1 2 1264,0-14-1024,2-11 76,1-11-619,1-3 16,1-21-5,-3 11 0,0-1-383,1-22 368,-2 1 1,0-1-20,-1 23 1,0 1 4,0-13 1,0 1 45,0-9 33,-1 18-72,0 17-113,0 11 40,-1 7 10,-2 19 35,0 13 10,-4 27-11,4-24 1,-1 2-8,0 3 0,1 2-7,0 2 1,0 0-791,1 1 0,1-2 521,0-10 1,2 1 288,4 15 0,0-4 0,-2-15 0,7 22 0</inkml:trace>
  <inkml:trace contextRef="#ctx0" brushRef="#br0" timeOffset="89509">5084 8130 17893,'-1'-58'1279,"-1"0"0,0 9 0,1 8-506,6 9-190,-4 16-281,1 1-453,-1 9 5,-1 11 146,0 4 51,0 23-23,-1 13-12,-1-13 1,-2 3-9,0 4 1,-2 2-23,-5 10 0,-1 0 5,2-9 1,-1-1 8,1-3 0,0-2 0,-3 11 73,7-27 521,1-3-185,4-18-314,5-17-67,0-3 39,6-24-22,2-1-40,-3 15 1,1-2-9,4-7 0,2 1-5,-1 7 0,1 2-20,16-24-118,13 16 84,-20 25-94,27-1-231,4 23 208,-11 0-34,-9 3 0,-1 4-296,11 14 239,-18-11 1,1 3-232,5 8 0,-2 0 322,7 7 50,5 5-22,-21-24 173,-10-10 96,17-2-34,-12-16-45,5-1 39,6-15 118,5-7-106,-7 6 72,9-10 12,-18 19 16,0-2 1,-6 10-169,-7 5-55,-4 5 33,-4 7 67,-1 10-56,-3 19-11,2-7-11,6 23 5,5-30 23,12 15 73,15-20 17,8-4-29,1-7 269,16-24 12,-19-4-146,7-7 279,-14-6 197,-15-6-325,-4-1-89,-14-9-68,-11 13-123,-4 10 12,-11 3-46,-13 10-50,7 4-50,-30 9-63,32 11 46,-7 2-124,20 10-4231,14 13 3476,6-5-3970,13-1 1,3-1 3786,3-6 1,11 7-1,-25-24 1</inkml:trace>
  <inkml:trace contextRef="#ctx0" brushRef="#br0" timeOffset="90295">6806 8024 14121,'-46'-1'207,"0"1"0,0-1 1,-4-4-1,2 7 856,-3 23 1,8 7-1064,9-2 3,6-1 0,5 3-20,10 8 1435,10 16-1401,17-17 61,18-8-16,-1-20 533,1-12 1,1-4-372,18-15 1517,-14 4 1,0-4-1482,-4-11 1,-4-2 197,10-15-276,-18 10 0,-3-1-36,-6-3-23,-3 6 1,-2-5 63,-3-5 1,-2 1-110,1 8 1,-1 0 181,-2-18 1,0 5-82,-2 14 247,-5-15-348,2 39-117,-3 1-140,6 13 100,-4 14 79,2 3-25,1 11 0,1 5-14,2-3 0,1 1-454,2 16 0,3 2 188,2-5 0,3-2-149,4 0 0,2-2-98,2-5 1,2-2-10,1-5 1,1-3-432,23 14 595,-10-18-203,12-11 673,-15-18 302,11-9 202,-17-14 472,-9 2-119,-6-17 11,-6 17-28,-2-7-717,-3 22-40,-2 7-156,-2 6 0,-3 5-11,-1 6-34,0 5 17,6 8 34,5-7 5,6 0 56,24-7-16,2-7 16,18-4 45,-11-10 62,-6-7-67,-14-1 229,-2-14-224,-14 12 212,0-25-139,-12 18-39,-6-10-17,-8 12-29,-5 6-38,-1 8-23,0 8-44,0 12-18,0 11 12,0 16-28,1 12-79,7 11-115,12-26 1,4 0-344,6 20-3892,14-15 1,5-2 4467,13 3 0,6 3 0,-23-28 0</inkml:trace>
  <inkml:trace contextRef="#ctx0" brushRef="#br0" timeOffset="93429">7931 7780 16628,'16'-54'1540,"0"1"0,-3 10 0,-3 7-413,-4 2-136,-7 21-263,-2 2-375,-4 5-325,-16 17-12,1 2 9,-1 8 1,-2 6-554,1 5 1,1 5 532,-6 13 1,1 5-10,10-14 0,2 1 1,1 0-3,3 1 1,2 1-1,3 1-13,5 6 1,5 1-1,1-4-37,1 3 0,6-2-181,5-7 0,6 1 0,2-6-1007,11-3 1,6-5 1243,-2-6 0,2 0 0,-2-2 0,-4-2 0,-2-4 0,0-4 0,1-1 0</inkml:trace>
  <inkml:trace contextRef="#ctx0" brushRef="#br0" timeOffset="102718">8360 7939 22043,'-34'-26'579,"-1"0"0,3 1 0,10 8-489,19 17 61,3-1-61,4 0 38,9-2 1,17-3-39,20 0-68,-19 2 1,2 2-21,2 0 1,0 1-113,-2 3 0,-1 3 99,21 11-11,-13 12-1,-12 10 6,-12-3 11,-10-3 1,-5 1-34,-7 18 0,1-14 0,-1 1-45,-3-6 0,0-1-45,-3 16-739,4 15 392,10-34-779,8 19-2235,12-24-2447,-1-5-308,2-7 5415,-12-11 0,-5 0 1,-5-1-1</inkml:trace>
  <inkml:trace contextRef="#ctx0" brushRef="#br0" timeOffset="102892">8432 8242 19580,'35'-26'-1024,"1"0"1,-4 3 0,3 3-1823,15 6 1,0 5 2651,-13 0 0,-4 1 0,9-2 0,-21 5 0</inkml:trace>
  <inkml:trace contextRef="#ctx0" brushRef="#br0" timeOffset="103126">8840 7780 18880,'-5'-5'5012,"2"0"-4065,3 5-314,0 0-303,-25-61-251,18 46-93,-9-20 0,7 8-81,21 36 106,15 11-17,-3 0 1,2 4-756,7 9 0,0 4 735,3 8 1,-1 3-42,-2 5 0,-4 2-76,-5 3 0,-4 0 8,-6-14 1,-5 2-3143,-11 6 0,-5 4 0,-1-7 2196,2-16 1,-2-3-1,-6 26 1,1-10 0,5-32-1</inkml:trace>
  <inkml:trace contextRef="#ctx0" brushRef="#br0" timeOffset="153251">6491 9081 10802,'2'-56'3276,"0"0"1,-2 5 0,-1 6-297,-4 3-2196,-2 11-224,-1 7-190,4 10-168,1 7-112,2 4-118,0 3-12,2 13 68,6 11 12,5 24-40,-3-16 0,0 1-6,6 28-1267,-9-18 0,0 6 1,-1-4 1028,-2-11 1,-1 1-695,1 12 1,-1 5 0,0-4 789,-2-2 1,-1-6 0,1 20 0,0-10 0</inkml:trace>
  <inkml:trace contextRef="#ctx0" brushRef="#br0" timeOffset="154142">5091 9559 9369,'-56'5'1514,"0"0"0,4-1 0,4-1-24,-9-1-258,9-1-297,11-1-184,10 0-101,9 0-79,8 0-139,6 0-180,2 0-157,2-1-157,4 1 180,4 0 117,15 0-90,20 0-100,-10-1 0,4 1-908,10-1 1,4-1 904,10 0 0,4-1-22,-14 0 1,1 0-1,2-1-7,5 0 0,3-1 1,1 0-488,-12 1 0,2-1 1,0 1-1,1-1 482,3 0 1,0 0-1,1 0 1,1 0-434,1 0 0,1 0 0,0 0 1,0 0 428,-1 0 0,1 0 0,0 0 0,-1 0 3,-1 1 0,1-1 0,-2 1 0,-2 1-2,3-2 1,-3 2 0,3-1-8,-2 1 1,4 0 0,-1-1 0,-4 2-13,-3-1 1,-4 1 0,4-1-248,0 1 0,3 0 0,1-1 0,-3 1 216,4 0 0,-2-1 0,0 1 8,0 0 0,-1-1 0,0 1-57,0-1 1,-1 0 0,0 0-21,-2 0 0,-1 0 1,-1 0-26,-3 0 1,-2-1 0,0 1-145,14-1 1,-2 0 107,-8 0 1,-3 0-1708,-7 1 0,-2 0 1779,18-1 1,-25 1 0,-15 3-1</inkml:trace>
  <inkml:trace contextRef="#ctx0" brushRef="#br0" timeOffset="155177">4606 9730 12096,'0'-4'5444,"0"0"-2167,0 4-3529,2-28 297,-1 33 212,-2 6-184,-2 26 64,-3 8 1,0 2-54,-1 0-26,0-2 1,0 1 20,-1 11-46,4-20 1,1 1 22,-1 14 33,1-8 40,2-26 510,1-10 1226,0-6-1669,0-33-162,0 12 13,0-19 1,1-2-31,2 0-6,-2 9 0,2-3 39,2-14 1,1 1-6,0 1-17,-2 2 0,0 2 347,-3 5-229,-3 19-123,0-6-164,-2 21-100,-1 10 236,0 13-1,1 4 4,0 14 0,1 11 0,0-6-3,1 19-97,0-20 1,0 6 0,1-10 112,3-5-6,-1-15 152,0-10 180,-1-6-309,0-20-17,-3-5-17,-1-12 12,-1-10 304,2 0-282,1 3 11,1 6-33,1 23-40,0 8-275,0 6 130,-1 10-297,0 14-1383,1 21-7972,0 13 8463,0-12 1,0-12 0,0-26 0</inkml:trace>
  <inkml:trace contextRef="#ctx0" brushRef="#br0" timeOffset="155676">3413 11371 5874,'0'0'0</inkml:trace>
  <inkml:trace contextRef="#ctx0" brushRef="#br0" timeOffset="156526">3413 11371 8072,'-4'0'5965,"1"-12"-2552,2-14-2013,2-6 282,-1 5-808,1 7-204,-1 10-637,1 5 658,-1 8-708,0 3 107,0 33-62,0 11-20,0-10 1,-1 4-542,-1-1 1,0 0 535,1-9 0,0 1 13,-3 12 1,0-2-142,0 7 133,2-19 1,0-2 52,-1-2 281,3-15 229,-1-10-229,3-13 783,-1-4-1013,6-34-79,1-1-91,-1 12 1,2-1 59,1 3 1,2 2-3,10-18-9,1 16 1,3 1-20,14-5 3,-10 12 0,0 3-37,18 0-16,-3 12 16,-11 10-162,11 21 124,-22-3-71,1 8 0,0 4-64,1 14 100,-7-11 1,0 1-135,7 22 34,-1-7-6,-1-9 40,1-11 88,1-11 63,2-11 44,-5-9 68,15-18 10,-10-5-9,13-14 32,-12 3 78,-4 8 277,-9 11-478,-8 10-28,-5 12 78,-2 2 12,2 13-28,3 2-1,3 5 1,5 1-1,-2-8 46,14 0 50,-4-12 50,13-2-11,-1-14 5,2-12 29,1-9 78,-4-8 34,-6-3-23,-16 10 0,-4 0-145,0-6 5,-7-13 73,-10 23-23,-7 0-33,-8-3-84,-7 8-61,-2 9-23,5 8-219,-14 19-223,18 3-549,-4 18-1121,21 2-3265,23 3 5405,7-5 0,-2-14 0,-6-9 0</inkml:trace>
  <inkml:trace contextRef="#ctx0" brushRef="#br0" timeOffset="157310">5175 11426 15698,'0'-4'6733,"0"1"-5798,0 3-571,-65-22-179,13 32-629,-1-11 0,-2 3 461,24 11 0,3 5 2,-11 9 1,4 2 63,0 10-97,13-13 0,6 2-20,18 12 46,8-17 10,26-4-22,5-18 17,17-13 278,-27 2 0,0-5-256,7-12 0,-1-2-471,-12 8 0,-2-1 499,9-14 0,-3-2 11,-13 9 1,-3-2-294,3-9 1,0-2 323,-5-1 0,-1 1-39,-2 8 0,-2 1 213,0-6 1,-1 1 83,-2 1-210,0-6 352,-6 24-408,-1 14 882,-1 1-1039,-1 10 741,0 12-713,-3 19-23,1 20-33,4-22 0,2 3-230,1 3 0,2 2-3,8 8 0,2-2-58,-5-15 1,4-2 175,8 8 1,4-5-211,12-5 73,10-2 201,0-15 141,5-24 67,-10-8 296,-6-7-190,-10-6 655,-11 9-453,-1-3 62,-6 8-51,-3 8-201,-5 6-175,-4 6-44,-5 8-11,-3 6-39,2 6 5,7 2 34,14 0 5,13-4 40,15-7 44,21-14-39,-16-6 20,-4-8 0,-4-4-3,-4-3 3,-4 0 0,-1-3 53,-3-12 67,0-9 73,-10 2 112,-11 3-230,-5 17 96,-11 2-96,-4 17-67,-9 4-16,-5 14-23,-5 12-6,3 16-39,5 10-145,11 6-356,15-19 0,5 1-810,5-4 1,4-2-1216,0 0 0,3-1 2571,21 17 0,-19-30 0,0-2 0</inkml:trace>
  <inkml:trace contextRef="#ctx0" brushRef="#br0" timeOffset="158324">6369 11248 15564,'4'-52'2068,"-1"0"1,1 6-1,-2 6-1054,-5 10-577,0 11 386,-3 7-688,1 9-118,-5 9 5,-4 18-5,-10 27-15,9-13 1,0 3-382,-1 8 1,2 3 336,2 3 0,4 1-555,2-1 0,4-1 443,7-3 0,3-2-87,3-5 1,5-3-132,2-5 1,4-4-81,1-5 1,2-4-2057,29 6-6309,5-16 8817,-8-14 0,-17-3 0,-16-1 0</inkml:trace>
  <inkml:trace contextRef="#ctx0" brushRef="#br0" timeOffset="159033">6894 11426 13911,'5'-21'7287,"-1"5"-6239,-4 16-645,0 0-364,-17 21-5,11 10-12,-12 26-22,15-19 0,3-1-11,-1 15 5,2-17 1,1-3 5,2-2-23,2-1 141,0-15 224,-1-9 22,3-21-275,-1 3 124,9-26 33,-1 0 6,7-14-1794,-6 19 0,0 2 1638,8-12 83,10-7-62,-14 29-61,2 1-44,-4 10-29,-3 6-6,7 14 3387,-2 8-3392,1 6-11,-6 3-218,-2 18-225,1 6 118,6 8 196,-5-16-123,7-16 28,0-18 72,9-4 107,3-15 62,3-8-3281,7-18 3359,-15 10 6,1-7 168,-6 0-2124,-5 5 2057,0-1 134,-8 13-225,-9 14 2146,-2 6-2229,-4 8 34,1 2-57,-3 33 3387,7-13-3381,6 22 17,5-27-29,15-1-3352,13-11 3415,-8-4 33,18-8 145,-15-24-2245,-1-5 2178,-6-8 174,-11-5 40,-11-1-253,-1 7 2325,-7-7-2330,-2 18-79,-1-2-342,-1 8 2911,3 7-3963,1 5-1468,5 11 89,0 1-7069,6 13 9351,-5-8 0,1 0 0,-4-9 0</inkml:trace>
  <inkml:trace contextRef="#ctx0" brushRef="#br0" timeOffset="159591">8000 11790 23948,'36'-36'241,"1"1"0,0-5 0,-7 2-163,-14 5-22,-1 0 0,1-3 53,1-7 0,-1 0-50,-2 9 0,-1-2 161,0-6 1,-1-5-1,-1 8-29,-2-5-99,-2 6 1,-2 3 276,-6 11-83,-4 6-73,-5 2-180,0 9-33,1 7-5,-9 29 10,6-3-5,-4 18 0,0 7-623,6-12 1,2 1 614,-4 20 0,1 1-9,5-9 0,3-2 0,3-3 0,2-2-181,0-12 1,3-2 174,5 1 1,3-3-11,15 6 33,22 1 11,-3-22-11,13-23 5,-18-11 6,-6-11 1,-2-6-764,4-9 761,-10 6 1,3-7-1,-5 3 43,-7 10 0,-1-2-37,5-17 0,2-8 0,-4 7 1,-8 18 1,-1-1 52,0-10 0,0-6 0,-3 8 316,-4-16-237,-4 21 1,-3 3-3,-4 6 162,-6 8-224,7 17 698,0-1-794,4 7 1088,1 14-1070,7 16-3,-2-1 0,1 4-136,0-2 0,1 1 124,3 18 1,0 4-677,1 6 1,0 1 590,-4-19 1,-1 0 0,1 0-50,3 17 0,-1 1-865,-3 3 0,-2-2-1247,-2-22 1,-2-1 1691,0 12 1,-1-4 0,-1-6 0,-2-21 0</inkml:trace>
  <inkml:trace contextRef="#ctx0" brushRef="#br0" timeOffset="159851">9053 10962 24038,'2'-8'2380,"1"2"-2128,-3 6-84,0 0-4346,79-23 4256,-27 48-45,8-15 1,2 8 267,-22 25 0,-7 9-296,-9-14 1,-2 2 0,-1-1-325,4 9 1,-6 3 245,-9 2 0,-5 6 0,-7-3-530,-5-13 0,-6-2 0,-3 3 129,0 1 1,-2 4 0,-3-1 0,-3-3-2804,-12 7 0,-3-5 0,0-2 2878,7-10 1,1-3-1,2-2 1,-7 3 0,6-8-1,12-10 1</inkml:trace>
  <inkml:trace contextRef="#ctx0" brushRef="#br0" timeOffset="179601">7537 9534 20877,'46'-4'568,"0"0"0,7-1 0,-2 1-326,-15 2 0,0 0-1186,14-2 0,4 0 1260,5-2 0,3 0-128,-17 2 0,1 0 1,1 0-52,4-2 0,1 1 0,-2 0-593,12-1 1,2 0 560,-15 3 1,5-1 0,-1 0 0,-2 1-323,0 0 1,-3 1-1,3 0 233,2-1 0,3 1 0,1 0 0,-3 0 5,5 1 1,-1 0 0,-1 1 6,-1-1 0,0 1 0,1 0-6,-1-1 1,0 1 0,0 1-13,0-1 1,0 0-1,0 0-16,1 1 1,0-1 0,-1 1 0,1 0 1,0 0 0,0 0-49,-1 0 1,0 1 0,-1-1-8,-1 1 0,0-1 1,-1 1-244,-4 0 1,0 0-1,-1 0 228,15 1 0,-2-1 4,-8 0 0,-1 0 35,-1 0 0,-3-1-101,14 0 72,-24 0 1,-1-1 478,7 0-542,7 0 1132,-8 0-1244,-12 0 1442,-12 0-2427,-9-1 383,-9 1 1,-2-2 0</inkml:trace>
  <inkml:trace contextRef="#ctx0" brushRef="#br0" timeOffset="179901">10974 9523 17673,'-6'-4'3685,"1"0"-1845,5 4-51,0 0-1618,-7-5-453,6 16 210,-4 6 197,9 28-603,0-4 484,-2-10 1,0 1-1,0 28-1154,0-8 1,-2 1 881,1-16 0,-1 2-210,0 19 0,0 1-2276,0-14 0,0-2 2708,0 5 0,0-1 1,0 13-1,0-27 1</inkml:trace>
  <inkml:trace contextRef="#ctx0" brushRef="#br0" timeOffset="180993">10713 11134 26264,'0'-5'6,"0"2"1799,0 3 524,5-62-3230,-3 47 224,3-46 173,-6 69 226,-6 46-764,-3 6 1191,2-11 0,-1 4 5,0-1 1,0-1-641,2-17 1,1 0 567,-1 9 0,1-4 52,1-2 3549,-1-1-2580,4-17-565,1-12-31,1-11-507,4-14 0,4-16 0,9-16-1299,1 10 1,1 1 2016,9-16-355,1 9 1,0 3 787,-4 10-1151,-2 7 1,0 2-1,3 8 0,5 3 0,8 19 0,-4 13 0,0 7 0,1 20 0,-8 1-493,-6-11 1,0 1 1477,6 12-2436,-5-13 0,0-5-1186,-4-7 1086,17 11 953,-13-25 1048,6-4 750,2-13 982,2-12 296,1-9-1100,-2-8-1378,-7-3 0,-6 6 0,-7 7 0,-6 11 0,-5 9 0,-2 7 0,-4 9 0,0 16 0,0-3 0,3 18 0,12-13-536,10 5-714,13-5 956,19-8-1080,-13-9 1501,-6-11 1,0-4 952,1-12 362,5-4-765,-18-3-677,-7-27 0,-8 8 0,-4 8 0,-1-1 0,-9-15 0,-2 13 0,-9 1-934,-6 14-877,4 6 361,-22 13 1695,23 10 231,-29 30 353,28-13-1217,3 7 1,3 2-1554,13 6 299,4 7 1535,30-7 1,-18-27 0,11 5 0</inkml:trace>
  <inkml:trace contextRef="#ctx0" brushRef="#br0" timeOffset="181775">12440 11296 32767,'-46'-25'0,"1"0"0,-16 9 0,5 12 0,10 23 0,0 8 0,4 1 0,13-3 0,7 0 0,4 0 0,9 3 0,14 10 0,16-11 0,21-6-342,15-16-1086,-5-9 1266,-17-3 1,0-5 473,1-7 0,-2-5-45,-1-1 1,-1-4 199,3-9 0,-5-4-467,-10 3 0,-4-3 0,-2-3 0,-2 1 0,-4 8 0,-2 1 0,0-14 0,-2 4 0,-2 3 0,-3 4 0,-2 3-393,-4 11-1043,-2-3 89,-1 18 601,6 10 1606,-7 14-30,-2 17-583,-5 22-159,9-18 1,1 3-408,0 5 0,1 2 335,3 3 0,1 1-27,0 0 0,3-1-206,2-4 1,2-2-684,2-7 0,3-3-287,13 14 242,-1-21 466,7-12 755,6-20 875,2-7 381,6-13 33,-11-4-279,-5 0-97,-10 8-908,-4 2-281,-8 12 0,-1 2 0,-2 4 0,-2 15-494,0-4-440,5 23 9,2-16-225,20 17 395,4-19 630,18 0 192,-11-10 431,24-18 637,-23-4 183,14-18-47,-26 6-1177,-4-25-94,-15 16 0,1-8 0,-17 6 0,-4 21-437,-11-3-797,-4 16 738,5 5 433,-16 19 890,15 7-181,-11 22-191,16 5-153,7-5-302,6 13-903,20 2-867,-4-29 0,3-1-1310,7 4 1,3-3 2700,18 9 0,-13-19 0,-11-11 0</inkml:trace>
  <inkml:trace contextRef="#ctx0" brushRef="#br0" timeOffset="182719">13779 10921 29050,'-48'-7'-182,"0"0"0,-5 15 1,10 12 158,26 8 1,7 7-887,-7 14 1,3 3 677,7-6 0,5 0-39,5 0 0,4-1-59,2-3 1,4-2-68,3-4 1,4-3-463,13 13 275,-3-21 1,3-5-989,18-3 314,-11-7 1,1-3-324,-5-10 1,0-4 612,1-2 1,-2-4 817,0-4 0,-3-4 370,-3-2 0,-3-1 722,11-17 704,-18 9 0,-4 0 1461,-3-11-698,0-17-1012,-18 21-598,-1 8-579,-3 10-260,4 9-183,3 6 40,3 5-198,2 13 168,5 8-53,4 18 177,3 8 44,-3 5 48,-4-1 33,-7-2 46,-5-7 84,-3-9 17,0-11 302,3-11 238,3-6-128,2-10-478,3-8 63,4-14-29,8-14 26,9-9-83,-8 22 0,1 0-19,1 0 0,1 1 1,1 2 0,1 1 48,16-13 185,-3 11-109,-5 12 12,-2 9-90,2 13-328,-1 9-206,1 13-213,-5 12-304,-5 8-455,-6 3-442,-1-1-150,2-6-312,3-11-842,4-12-329,3-12 1061,4-11 1857,4-11 1515,4-12-1698,8-18 2088,-15 10 1181,7-15-357,-17 20-497,0-1-776,-7 13-1196,-6 8-220,-5 11 143,-5 9 3582,0 10-3373,-1 7 32,2-5 79,8 7-70,5-13-18,10 6 21,8-11 374,7-6-25,4-4 107,4-12 164,-2-6 173,-4-11-58,-6-9-166,-7-5-134,-7-4-259,-5 2-190,-7 7-471,-2 10-2204,-3 9 2730,-1 8 1,0 5-1,0 2 1</inkml:trace>
  <inkml:trace contextRef="#ctx0" brushRef="#br0" timeOffset="183300">15436 11508 23700,'28'-32'201,"0"-1"1,0 1 0,2-8 0,-2-2-1,-4 2-122,-4-5 0,-5 1-892,2-2 0,-2-1 959,-3 2 0,-3 1 225,-1-14 527,-3-2-776,-6 24 152,-9 14-491,-3 20 139,-2 5 12,-9 19-2,1 14 39,9-9 0,0 3 446,0 5 1,2 4-442,2 13 0,2 0-314,1-15 1,3 0 329,3 13 1,4-2-14,13 7 15,-2-23 1,4-1 6,4-3 0,5-3 0,10 0 0,4-4-5,-5-6 0,3-5-1570,25-8 0,-1-6 1573,-29-1 0,-1-4 3,20-12 0,-3-8-243,-23 5 0,-3-6 265,-1-4 0,1-5 1,-3 2-9,1-4 0,-3-1-209,-2 0 1,-2-5 0,-4 3 270,-4 1 1,-3 2 38,2-8 1,-2 0 30,-7 4 1,-1 3 13,-3-11 263,-3 13-380,3 27 2637,5 10-2772,-2 6 34,-2 26 28,0-2 0,0 6 0,1 5-17,0-1 1,1 3-868,1 4 0,0 5 0,0-3 780,1 2 1,0 2-388,4 1 0,1 5 0,1-6-1724,1-7 0,1-3 2243,0 6 0,1-4 0,0 2 0,-6-31 0</inkml:trace>
  <inkml:trace contextRef="#ctx0" brushRef="#br0" timeOffset="183558">16649 10608 21164,'1'-7'1412,"1"2"-1289,-2 5-61,68-26 56,-33 37 13,19-3 1,0 8-2770,-14 33 2657,-7-1 1,-1 5-20,-9-9 0,-2 4-40,-1 4 1,-1 6 0,-1-3-25,0 4 0,-2 1-166,-5-4 0,-2 4 1,-4-4-721,-8-3 1,-7-2 949,-10 0 0,-7 2 0,3-5 0,8-9 0,-1-5 0,-17 4 0,1-1 0</inkml:trace>
  <inkml:trace contextRef="#ctx0" brushRef="#br0" timeOffset="184609">2406 11960 16180,'52'-15'161,"1"0"1,-1 0-1,1 0 1,-1 1 0,3-1-1,0 1 1,0 0 0,0 2-1,1 1-919,-3 4 0,1 1 0,-1 2 1,3 0-1,2-1 802,-4 0 1,4 0 0,1-1-1,2 1 1,-2-1 0,0 1-1,-4 0-295,6 0 0,-4 0 1,-1 0-1,3 0 0,3-1 365,-8 2 1,2-1 0,4 0 0,0 0 0,1 0 0,-1 0 0,-2 0-1,-2 1-15,4-1 1,-3 0 0,-1 1 0,0-1 0,1 1 0,3-1 39,-5 1 1,1-1 0,2 1 0,0 0 0,1-1 0,1 1-1,-1-1 1,0 1-162,2-1 1,0 0 0,0 0 0,0 1 0,1-1 0,-1 0 0,1 0 0,1 0 33,-7 1 1,1 0-1,1-1 1,-1 1-1,1-1 1,-1 1-1,1-1 1,0 1 0,0-1-19,1 1 0,1-1 0,0 0 0,0 1 1,0-1-1,0 0 0,0 0 0,0 1 0,1-1 11,1 0 1,0 0 0,1 0 0,0 0 0,0 0 0,-1 1 0,0-1-1,-2 0 1,-1 0-21,6 0 0,-3 0 0,-2 1 0,0-1 0,2 0 0,1 0 1,4 0-7,-13 1 0,3 0 0,3 0 0,0 0 0,2 0 0,0 0 0,-1 0 0,0 0 0,-1 0 1,-3 1-1,-2-1-32,4 1 1,-3-1 0,-2 1 0,-1 0 0,0 0 0,1 1 0,3-1 0,4 0-42,-5 0 0,3 1 0,3-1 0,2 0 0,1 0 1,1 1-1,-1-1 0,0 1 0,-2-1 0,-2 1 1,-3 0-1,-3 0-128,9 0 0,-5 0 0,-3 1 1,-1-1-1,0 1 0,1 0 0,4 0 230,-1 0 1,5 0 0,2 1 0,1 0-1,-1 0 1,-2 0 0,-4 0 0,-7 0 0,-7 0-1,10 1 1,-11-1 0,2 0 0,5 1 0,-1 0-1,0 0 1,0 1 0</inkml:trace>
  <inkml:trace contextRef="#ctx0" brushRef="#br0" timeOffset="185184">10710 11512 12473,'-44'0'294,"-1"1"1,0-1 0,-11 0-1,24-1 716,61-3-178,24-1-1589,-9 2 0,9 0 1,0 0 1324,-1-1 1,0 1 0,4-1-500,-1 1 0,4-1 0,1 0 0,1 0 234,-7 1 0,1-1 1,0 0-1,2 1 1,0-1-268,-5 0 1,0 1 0,1-1-1,0 1 1,1-1 0,1 1 112,2-1 0,2 0 1,0 0-1,0 0 1,1 0-1,0 0-36,-6 0 0,0 0 0,0 1 1,0-1-1,2 1 0,0-1 1,3 0-40,-5 1 0,2-1 1,2 1-1,1-1 1,0 1-1,0-1 1,-2 1-1,-1 0 1,-3 0-273,10-1 1,-4 0-1,-2 1 1,0-1-1,3 1 1,3-1 230,-9 1 1,3 0 0,2 0 0,1-1-1,1 1 1,-1 0 0,-1 0 0,-2 0 0,-3 0-65,9-1 1,-4 1 0,-1 0 0,-1-1 0,1 1 0,3 0 49,-6-1 1,0 1 0,2 0 0,1 0 0,0-1 0,0 1 0,-1-1 0,0 1-34,-1 0 0,0-1 1,0 1-1,0-1 1,0 1-1,0-1 0,-1 1 1,0 0 15,7-1 1,-1 0 0,0 0 0,0 0 0,-1 0 0,1 1 0,-1-1-20,-3 0 1,1 1 0,-1-1 0,-1 0 0,1 1 0,-1-1 0,-1 1-14,6-1 0,0 0 1,-1 1-1,0-1 0,-1 1 1,-1-1-24,6 1 1,-1-1 0,-1 0-1,0 0 1,-3 1-123,-5 0 0,-2 0 0,-1-1 0,-1 2 0,-1-1-257,2-1 1,-1 1 0,-3 0 0,-1 1 404,3-1 1,-3 0-1,-5 1 1,-5 0 0,-5 0-1,4 0 1</inkml:trace>
  <inkml:trace contextRef="#ctx0" brushRef="#br0" timeOffset="187550">3944 8777 7731,'52'-24'208,"-1"1"1,0-1-1,-9 4 1,-2 1 0,3 3 384,10 3 1,3 3-1,-5 2-1186,-4 0 0,3 0 927,-7 2 1,9-1 0,2 0 0,1 0 0,-5 1-697,13-1 0,-4 2 0,5-1 528,-9 0 0,4 0 0,2 1 0,-1-1 0,-4 1-84,-3 0 1,-3 1 0,-1-1-1,6 1-3,-1-1 0,4 0 1,3 1-1,1-1 1,-2 0-1,-3 0-263,-2 1 0,-2 0 1,-2 0-1,2 0 0,1-1 194,-2 1 0,2 0 1,0 0-1,1 0 1,-1 0-1,0 0 14,0 0 0,-1 0 1,-1 0-1,2 0 0,-1 0 1,1 0 8,3 0 1,0-1-1,1 1 1,0-1 0,1 0-1,2 1-151,-7-1 1,2 0 0,1 1 0,1-1 0,0 0 0,-1 0 0,-1 0 0,-1 1 151,10-2 1,-2 0-1,-1 1 1,-1 0 0,0-1-1,-1 1-54,-3-1 0,-1 1 0,-1 0 0,-1 0 1,1 0-1,-1-1 248,7-1 1,0 0 0,-1-1-1,0 0 1,-2 1-80,4-2 0,-1 1 1,-1-1-1,5 0-68,-10 1 0,3 0 0,3-1 1,-1 1-1,-2-1 0,-2 1-42,9-3 0,-2 1 1,-2 0-1,0 1-192,-3 0 0,-1 0 1,0 1-1,-2 0-2305,-5 1 0,-1 0 1,-1 1-1,-3 0 2345,22-2 1,-8 2 0,-18 2-1,-8 1 1,-15 2 0</inkml:trace>
  <inkml:trace contextRef="#ctx0" brushRef="#br0" timeOffset="192335">9873 6185 23555,'-8'0'2206,"2"0"-2112,6 0-200,0 0-77,-28 2-25,21-1 162,-21 1-11,28-1-1140,2 0 824,0 0 253,8 3 98,2 2-61,10 2-301,-3-2 120,13 3 75,6-1 823,-4-3 1,3 0-587,-1-1 1,1-1 473,-1 0 1,3-1 221,16-3 1,-1 0 173,9-3-574,-23 1 1,6 0 0,-3-1 156,3-1 1,1-1-128,0 0 1,2 0-1,0-1-6,13-1 0,0 0-665,-15 2 0,1 0 0,-1 0 516,13-2 0,-3 2-103,-12 1 0,1 1-260,0 0 0,3 1 1,-2 0 92,5 0 0,-2 1-452,11-1 0,0 0 391,-3 0 1,-2 1 2,-10 1 0,0 0 60,10-1 1,3 1-28,-14 0 1,1 1 0,-1-1-42,12 1 1,-1-1 177,7 1 1,0 0-93,-14 0 0,-1 1 3,0-1 1,-1 1 188,-11-1 1,1 1-243,5-1 1,4 1 0,-5-1-74,22 0 112,-22-1 0,6 0 1,-4 0-2,-5 0 0,-2-1 14,13-1 1,0 0 9,-11 1 1,-1-1 15,8 0 1,0 0-53,-2-1 1,-1 0 54,1 0 1,1 1-10,4-1 1,-1 0-15,-9 1 0,-1 0-25,2 0 0,-1 1 990,24-2-1069,-3 0 2,-6 1 1,2-1-316,-12 0 1,2 1 390,0 0 0,5 0 0,-4 0-31,7 0 0,-3 1 8,-1 0 1,-1 0-4,-2 2 0,-2-1-7,-2 1 1,-2-1-70,-3 1 1,-1 0 318,-3 1 0,-1-1-365,16 0 97,-12 0 0,0 1-73,21-1 98,-15-1 0,3 0-40,-4 0 0,0-1-13,2 0 0,-1-1 92,1 2 0,-2-1 7,22-1-4,-23 2 0,-2 0-54,-3 0-13,-1 0 1,0-1-93,0 0 84,14-1 16,-17 0 799,12-1-797,10 0-98,4-1 101,-23 3 1,-1 0 4,18 0 422,-16 1-462,-2 0-22,-16 1-164,2 0 728,-10 0-823,-3 0-1123,-2 0-2451,-1 0 3945,2 0 1,-4 0-1,1 0 1</inkml:trace>
  <inkml:trace contextRef="#ctx0" brushRef="#br0" timeOffset="195308">12650 6266 8977,'-1'-11'5757,"0"2"-3731,-5-52-422,5 36-735,-2-12 0,2 3-477,1 22 61,2 5-439,-2 6-313,1 1 244,-1 8 204,2 11-49,-1 19-42,1 15-38,-2-21 0,0 1-203,-1 1 1,0 1 202,0-1 1,0 0-14,0-2 0,0 0-12,0 24 37,1-11 17,1-12 120,0-13 502,-1-10 317,1-7-653,0-5 413,-1-14-647,0-8-29,-1-19-18,0-6-4,-2-7 1,2-4 18,2 1 89,3 7 54,0 12-13,-1 13-132,-1 13-217,-2 8-5,0 8 140,0 12 23,-2 13-1,0 17-8,1 13-216,0-26 0,0 1 211,1 1 1,1 0-13,3 30-172,2-10 190,2-13 17,-1-15 154,-3-13 192,-2-12-335,-2-5 430,0-18-434,-3-10 3,-3-18-4,2 14 0,0-1 21,1 1 0,0 0-1616,1 2 0,0 2 1628,2-12-2444,0 26 2303,0 11-85,0 13 51,-1 15-278,0 21-645,-4 21-958,2-22 0,0 1 2000,-1-2 0,0-2 0,0 14 0,1-22 0</inkml:trace>
  <inkml:trace contextRef="#ctx0" brushRef="#br0" timeOffset="196442">12137 7805 9297,'-1'-58'1289,"-1"1"1,1 10-1,0 5 1574,1-2-2641,-1 26 1600,1 5-2068,-2 9 1147,0 27-919,-1-3 3247,-1 41-3183,0-25 1,-1 0 63,-1 25-53,-1-10 0,1-2 78,0 0-1,-3 11 311,5-35-181,1-11 306,2-11-13,3-12-633,0-2 314,11-37-75,2 4-64,4-11 83,5-1 106,-2 15-26,6-6-41,-1 13-28,-3 10-156,-2 11-10,7 13-44,-1 11-51,1 5-128,14 25-34,-11-7 91,-8-8 1,1 0-128,6 6-148,12 5-254,5-10 265,1-5 179,5-7 182,-22-15 92,2-10 119,-5-8 101,14-22-7,-7 0-36,-4-1 87,-5-1-20,-16 22-168,2-1-203,-11 15-444,-6 12 356,-8 16 70,1-2-44,-6 18 51,11-16-17,1 12 0,16-4-53,5-3 13,15-3 26,-6-15 190,22-8 99,-14-9 173,12-7-45,-20-2 475,-6-14-313,-13 6-172,-7-14-149,-11 5-150,-12 0-82,-6 2-37,-4 5-49,7 9-122,-4 4 1,15 10-37,-4 9-467,12 20 517,4-2-2405,24 32 572,-2-29-1638,6-1 0,4-2 3080,13 0 1,-7-4 0,-13-10 0</inkml:trace>
  <inkml:trace contextRef="#ctx0" brushRef="#br0" timeOffset="197224">13651 7760 12697,'2'-5'7072,"-1"0"-6413,-1 5 832,-10-73-1242,1 50 61,-9-20 0,-8 7-208,-21 40-60,-5 1-29,16 14 1,4 4 19,4 4-77,2 6 1,3 3-74,9 8 34,0 17 53,25-19 18,3-14 10,32-3 2,-4-18-19,10-4 105,-19-13 0,-1-5-27,1-6 98,16-16 148,-27 3 0,-4-5-115,-3-1 1,-3-3-8,1-4 0,0-5 0,-2 5-423,-4 1 0,-1 3 427,-2-10 1,-1 6-15,-3 17 298,-1-11-319,-1 24-169,0-1-202,-1 14 102,1 6 653,-1 21-547,1 11-1714,1 5 1,-1 1 1668,1 18-59,3-13 1,1 1-507,8 14 436,-1-24 0,1-1-20,2-5 1,2-3-9,10 11-376,23-8 298,-9-21 162,20-8 141,-11-14 105,-3-13 180,-5-12-185,-14 10 497,-2-9-408,-16 23 244,-1 0-210,-5 10-274,-2 1-96,-6 8 3499,-4 6-3403,-5 8 6,2-1-29,3 6-16,13 2 72,1-7 17,15 3 34,2-18 28,9-2 16,4-10-33,-8-2 174,8-22-90,-18 0-6,4-19-61,-15 12 112,-5-18-11,-6 21-67,0-5 139,-8 15-190,3 17-73,-6-2 0,-1 20 17,1 0-28,-17 33-56,11 0-26,8-9 1,1 1-163,6-1 1,5-1-286,5 2 0,4-1-743,6 0 1,5-2 620,11 1 1,2-3-1,5 3 1,3-7 0</inkml:trace>
  <inkml:trace contextRef="#ctx0" brushRef="#br0" timeOffset="198010">14963 7296 23722,'9'-42'1040,"-1"0"0,1 0 0,1-13 0,-2 10-831,-4 21-220,-8 19-550,-1 11 1158,-15 25-273,2-1-157,-5 13 1,-2 7-833,7-9 1,0 2 716,2-2 1,0 4 0,2-1-30,0 14 1,5-1-547,8-2 1,6 0 460,9-3 1,7-3-722,13-4 0,8-4-715,-6-14 1,3-4 0,1-1 1095,-1-3 0,2-3 0,-3-1 0,5 0 0,-5-3 0,11-1 0</inkml:trace>
  <inkml:trace contextRef="#ctx0" brushRef="#br0" timeOffset="212183">15925 7304 20453,'-31'-37'427,"-1"-1"1,-2 5-1,1 11-275,-6 34-40,-17 16-73,28-6 0,1 3-465,3-3 1,1 1 445,-4 11 0,1 1-12,7-6 1,3 2-38,-2 14 1,3 2-9,6-10 1,4-2 8,8 4 0,4-3 22,12 3 234,29-4-200,-14-23 0,2-3 25,0 0 1,1-2 32,5-3 1,-1-3 249,11-11-112,-19-2 429,-10-11-261,-15 0-5,-5-19-286,-6 11 139,-18-19-178,7 29 33,-17-12-39,-3 20-56,6 3 425,-28 15-487,22 10-39,-13 13-145,18 6-29,13-7-2419,18 17-5909,24-15 1697,2 4 6906,10-15 0,-24-12 0,-4-3 0</inkml:trace>
  <inkml:trace contextRef="#ctx0" brushRef="#br0" timeOffset="212467">16479 7002 23758,'-26'-22'36,"0"0"1,-14-10-26,63 66 0,15 16-11,-6-3-651,-10-12 0,4 5 0,-3-3 595,-4 1 0,-1 1-157,4 10 0,-1 2-569,-4 0 1,-2 1-2972,-4 0 1,-3 0 3130,-5-8 1,-2-4 0,-2 13 0,-4-26 0</inkml:trace>
  <inkml:trace contextRef="#ctx0" brushRef="#br0" timeOffset="217146">14231 8409 19792,'-1'-38'913,"-1"0"0,0-22-616,1 59-337,0 3 40,1 0 270,-7 34-214,1-11-23,0 8 1,-2 3 0,-4 19-37,6-20 0,0 1 3,1-2 0,3 0 8,1 0 1,2-1-3,2 7 22,4-1 481,-2-29-33,-2-2 1131,0-9-1265,-2-14-308,0-2 38,0-25-32,0-4-9,-1 6 0,1-1-12,0 6 1,0 0-3,0-5 0,0 3 67,2-12-28,-2 18 33,0 11-72,-1 14-353,0 2 297,-1 17 33,0 0-5,0 24 0,0 3-102,2-6 1,1 2-291,2-3 0,1 1-1123,2 6 1,2 0-821,8 12 2346,-2-19 0,-1-4 0,-3-8 0,6 6 0</inkml:trace>
  <inkml:trace contextRef="#ctx0" brushRef="#br0" timeOffset="217734">13143 8942 10377,'-46'0'2010,"-1"0"1,1 0 0,8 0-1020,25 0-727,-2 0-410,12 0 168,2 0 342,10 0 12,8 0-57,19 0-27,18-1-161,-17 0 1,4-1-1254,9 1 0,1-2 1158,-6 1 1,2-1 11,9 0 1,7 0 0,-3 0-23,-11 1 0,-1 0 0,3 0-10,3-1 1,4 1 0,1-1 0,-2 0-2,-5 1 1,-2 1-1,0-1 1,1 0-4,1 0 1,0 0 0,0 0-1,-2 0-7,3 1 1,-2-1 0,3 0-638,2 0 1,4 0-1,-1 0 1,-7 0 645,6 0 0,0-1 6,-11 1 0,6 0 0,4 0 1,-2 0-1,-6 0-458,5-1 1,-5 1 0,4-1 441,2 1 0,3-1 0,2 1 0,-3-1-6,8-1 0,-2 1 1,-2-1-7,-12 2 1,-1-1-1,1 1-15,7-2 1,1 1 0,-1 0-181,-5 0 1,0 0-1,0 0 199,-2 1 1,1-1-1,-1 1-41,2 0 0,-1-1 1,-5 1-43,-6 1 0,-4-1-610,1 1 0,-3 1-6035,-6 0 6732,3 0 0,-23 1 0,-5 0 0</inkml:trace>
  <inkml:trace contextRef="#ctx0" brushRef="#br0" timeOffset="218458">13053 9110 8482,'-5'-10'8384,"0"2"-6306,5 8-599,-33-60-942,23 43 31,-9-16 1,2 4-737,15 27 100,0 6 113,0 13 84,0 17-84,1 16-6,0 11-252,-2 2 235,1-5 29,-3-9 5,1-14 45,0-11 291,2-13 464,1-6-94,1-8-476,0-7 266,0-12-485,0-14-16,2-11-3337,3-12 3337,-1 20 66,2-3-27,-5 28-157,1 4-482,-2 6 498,0 25-83,0 9-493,0 29-283,0-27 0,0 3 910,0 17 0,0-1 0,0 1 0,0-21 0,0 1 0</inkml:trace>
  <inkml:trace contextRef="#ctx0" brushRef="#br0" timeOffset="219427">12310 10048 21002,'-3'-40'492,"0"0"1,-2-22-812,5 61 196,0 9 274,0 10-44,-1 15-35,1 10-55,-2 9 0,1 1 5,-1-3-27,2-9 22,0-12 168,0-12 493,0-9 207,0-8-482,3-11-353,2-11 12,4-16-40,1 3 0,0 5 1,1 0 5,9-8-1749,-3 10 0,1 2 1676,5 2-1402,18 4 1391,-21 17-44,21 10 27,-10 11 11,8 15 1,-3 10-4,-17-14 1,0 1-20,5 11-51,-7-13 1,1-2-219,12 3-61,13 0-35,5-11 63,4-11 2979,-2-14-2587,-3-10 72,-6-11 79,-5-6 84,-8-2 2077,-9 6-1651,-8 10-595,-7 10-469,-4 9 358,-5 7 27,-4 7-44,1 4 23,1 0-23,10 1 33,8-1-10,10 4-34,19 3 22,-4-7 22,1-5 68,-9-6 185,-12-6 50,2-8-56,-3-8-23,-1-13 29,-2-8 5,-4-5 6,-4 0-17,-6 3-28,-4 5-73,-11 4-207,-4 11 17,-2 5-90,-8 9-84,0 10-778,-19 10-925,13 4-2822,7 7 4766,27-7 0,6-7 0,4-6 0</inkml:trace>
  <inkml:trace contextRef="#ctx0" brushRef="#br0" timeOffset="220310">13782 10063 14510,'4'-2'6940,"-1"-1"-5103,-3 3-1540,-31-20-246,12 18 2,-12-3 0,-2 2-53,7 14 3,-2 9 0,3 2-3,11 2-6,-7 13-28,21-10 29,4-15 5,8 8 45,13-13-6,-3-1 168,27-16-123,-25 0 90,21-20 38,-17-2-8,-8 2 1,0-2-289,-4 1 1,-2-1 195,2-7 0,-3 0 9,-5 6 0,-1 1 153,1-22-139,-4 17 195,-5 7-251,0 19-12,-3 0-280,2 9 112,-1 3-11,-4 24 101,4-7 418,-4 32-429,6-9-17,2 1-149,3-8 1,3-2-21,3 0-243,5 3 0,3-1-394,7-3 408,7 7-656,12-15 695,-8-15 258,19-8 180,-5-13 16,-11-4 218,13-16 57,-22 10-79,6-4 924,-17 10-537,-14 12-432,1-1 6,-9 7-219,-2 2 0,-2 1-61,-9 8-39,7-3 55,-2 2-66,7-1 38,8-4 57,1 0 128,7-3 68,4-4-90,-1-3 84,10-7 90,2-16-107,-2-7-90,-2-3 142,-10-15-47,-9 21-10,-2-9-84,-5 21-23,-10 5-95,-2 10 39,-12 7-11,-7 13-22,-4 14-6,2 12-45,11 7-3426,11 1 3275,15-1-1906,16-3 1391,17-6-1047,20-6 428,-20-21 0,3-2-1709,4-3 0,1-2 3095,8-6 0,-3-3 0,6 2 0,-6-7 0</inkml:trace>
  <inkml:trace contextRef="#ctx0" brushRef="#br0" timeOffset="220916">14998 9794 21366,'-21'-42'788,"1"-1"0,3 5 0,2 10-575,8 24-269,3 7 44,-5 10 24,-5 14-24,-3 16 12,2-2-22,1 18 5,10-26 0,2 0-3,0 1 1,1 0-34,2 3 0,4-1-205,9 13-139,10-13 5,10-12 50,11-15 128,7-15 181,1-13 38,-12-5 20,-14-1 1,-2-3 47,8-17-192,-9 13 1,-2-1 314,9-14 207,-8 10 219,-8 14-90,-9 11-370,-3 7-240,-3 4-247,-4 9 702,0 8-365,-3 15-12,2 7 0,2-5-28,3 16 16,5-17 1,3 11-11,3-17 11,-3-9 78,-1-8 157,-3-5-101,-1-6 112,9-14-173,1-8-1,12-16-16,1-3-11,4 1 5,-1 6-28,-2 8-16,-7 11-7,6 3-44,-7 10-16,7 0 21,-5 10 1,-1 6-62,-1 10-202,0 6-587,-1 5-909,1 2-1086,2-4-2251,3-6 5147,10-10 0,-16-7 0,2-6 0</inkml:trace>
  <inkml:trace contextRef="#ctx0" brushRef="#br0" timeOffset="221484">16079 9843 8735,'-5'-1'4672,"1"-1"924,4 2-4739,0-10 16,0 7 6,0-7-189,-1 10-141,-1-3 11,-1 1-51,1-3-122,0 2-152,0 1-112,0 2-134,1 0-73,-2 2 61,-3 7 35,-6 8-12,-2 9-17,1 6 6,5 3 16,7-2-10,10 0 5,8-4 28,6-4 5,4-4 40,-1-9 95,0-5 39,-2-12 0,1-9-16,1-12-62,-2-12-22,-1-7 16,-6 0 17,-4 6-17,-6 8-73,-6 7-139,-1 12-538,-2 3-1396,1 7-1304,0 3-3075,1 8 6402,2 2 0,-1 0 0,2-4 0</inkml:trace>
  <inkml:trace contextRef="#ctx0" brushRef="#br0" timeOffset="222091">16490 10148 15965,'0'8'4638,"0"-2"-3365,0-6-209,0 0-3843,56-82 2903,-36 46-68,13-13 0,-2-4 600,-14-1-521,-4-7 33,-6 23 1,-3-1-29,-1-3 0,-3 1 31,-3 6 0,-1 2-70,-3-17 3067,-2 19-3045,4 22 641,3 4-826,-1 2-57,0 6-27,-4 12 174,-6 19-22,0 5-156,2-6 0,0 4 139,1 7 0,1 1 5,1-9 0,2 1-8,3 23 0,4-3 14,9-12-8,2-7 0,5-2-4,24 0 40,2-6 0,10-12 12,-8-25-29,-10-4 28,8-21-11,-12-7-20,-13 11 1,-2-4-505,-1-4 0,-2-1 510,-2-3 0,1-1 14,1-9 0,0 2-9,-5 15 1,1 1 41,2-8 1,0 1 72,-2-16-50,-1 19 403,-6-2-448,-4 34-111,-3 0-96,1 6 117,0 4 1012,-4 13-1023,0 27 56,2-7 163,4-4 1,5 3-262,8-2 1,3 0-191,2 1 0,3 2-670,7 6 1,2-2-211,-3-8 1,1-2-886,-3-4 1,-2-1-1801,9 12 3859,-9-9 0,-15-22 0,-2 0 0</inkml:trace>
  <inkml:trace contextRef="#ctx0" brushRef="#br0" timeOffset="222343">17446 9400 24213,'51'18'70,"0"0"0,-7 10 0,0 6 0,-7 0-81,-8 4 0,-5 2-666,1-4 0,1 2 1,-6-2 477,-6-2 0,-6-2-473,-2 2 0,-5 2-2034,-7 9 1,-5-1 2705,-5-5 0,-2-4 0,-13 11 0,8-22 0</inkml:trace>
  <inkml:trace contextRef="#ctx0" brushRef="#br0" timeOffset="223096">15831 8785 15659,'47'2'573,"0"0"1,1 0-1,0 0 1,1 0-1,-1-1-314,-4-1 1,-1 0 0,1-1-1488,8 0 1,2-1-1,5-1 1315,-10 1 1,5-1-1,1 0 1,0 0-1,-4 0-528,0 0 0,-4 0 1,1 0-1,5-1 445,-3 1 1,5-1 0,2 1 0,1-1 0,-2 1-1,-2-1-8,9 1 0,-3-1 0,1 1 0,2 0-82,-13 0 1,2 0 0,1 0 0,1 0 0,1 0 0,0 0 81,7 0 0,2 0 0,0-1 1,0 1-1,-1-1 0,-1 0-244,2 0 0,-1 0 1,-1 0-1,0-1 0,-1 1 250,-3 0 0,0 0 1,0 0-1,-2-1 1,0 1 2,6-2 1,0 0-1,-1-1 1,-4 1 72,2 0 0,-3 0 0,2-1-76,-2 0 1,4 0 0,-1 0 0,-5 0 0,-5 1 1,-4 0 0,1 0 11,10-3 0,1 1 0,-8-1 652,-15 3 1,-3-1-660,13-1 1,-4 0 1493,2-2-1530,0 4 2502,-6 3-3073,-4 1 909,-4 4-1497,-16-1-4868,-7 5 6055,-7 0 0,1-1 0,-3-1 0</inkml:trace>
  <inkml:trace contextRef="#ctx0" brushRef="#br0" timeOffset="223550">19636 8772 15866,'2'-11'2526,"8"-30"0,3-4-1204,-5 14-782,4-13 1,-1 3 47,-8 29-426,-3 7-296,0 6 78,0 21 67,1 9-16,3 31-581,-2-26 1,2 1-673,1 5 0,1 2 1258,1 7 0,1-3 0,0 8 0,0-7 0</inkml:trace>
  <inkml:trace contextRef="#ctx0" brushRef="#br0" timeOffset="224516">18907 9818 18828,'2'-6'3731,"-1"1"-3210,-1 5-778,20-37 223,-15 36 84,18-19-22,-20 50 17,1 12-17,0 6-28,-4 4-28,-5-2-22,0-8 11,-2-11 123,3-14 280,2-10-157,2-5 73,6-14-252,5-7 17,11-17-12,8-8-5,7-5-20,-16 24 1,1 1-9,22-20-22,-2 10-1,-10 12-240,25 10 213,-34 13 10,22 4-4,-26 14-7,-1 8 18,4 10 16,-3 3-28,-1 0-39,4-3 17,3-6 22,7-10 0,6-8 6,7-11 39,5-11 50,1-10 68,-4-10 56,-9-4 44,-12 0 73,-10 6-28,-9 8-184,-6 9-180,-6 5-5,-8 9 33,-8 7 6,-4 9-90,-1 15 95,11-9-33,6 9 11,15-15 50,1-1 18,24 3 60,0-14 29,6-7 0,2-2-23,5-6 12,16-12 67,-33-4 33,-5-6-11,1-10 12,-12-2-1,-6 2-50,-12 3-56,-6 5-39,-8 7-84,-3 5-297,5 9 123,0 7 129,9 8-907,-10 21-836,9 2-1729,-2 18-4129,22 0 7713,5-7 0,0-13 0,-5-13 0</inkml:trace>
  <inkml:trace contextRef="#ctx0" brushRef="#br0" timeOffset="225325">20409 9937 8648,'9'-8'8951,"-1"0"-8573,15-21 0,2-5 1917,-9 6-1693,11-10 0,-5 2 343,-23 18-789,-14 9 72,-17 8-172,-19 13-37,20-2 1,0 3-3,-3 4 0,1 3-20,2 1 0,3 3-5,4-1 0,4 2-1,-8 29-25,19-14 23,11-7 50,22-15 6,11-12-6,-1-8 0,2-2-5,16-6 66,-5-10 1,-2-4 72,-7-4-103,-5-1 0,0-4 8,-15 6 1,-2 0-12,5-10 0,-2-3-382,-2-2 0,-2-1 376,-2-1 1,-2-1 25,-2 2 0,-1 1 16,-3 5 1,0 3 13,-1-14 265,-2 11-309,-2 24-116,0 1-109,-1 15 822,-1 4-693,-6 34 40,-1 11-28,2-10 0,-1 3-451,3-2 1,1 2 220,2 9 1,2-2 150,2-17 1,1-1-57,7 8 0,5-3-246,17-2 280,9-3 145,-2-15 107,1-23-95,-17-4 73,7-19-6,-14 2 774,5-8-651,-5 1 278,-4 8-362,-6 9 0,-3 8-335,-3 6-124,-3 6 285,0 6 6,-2 8 6,3-2 0,2 4 5,4-9 34,16 11 12,5-10 83,28 1 0,-7-17-281,1-3 293,-4-20 5,-12-5-12,3-15-16,-19 14 1,-2 1-34,2-13 66,-6-10-27,-14 25-40,-3 0-61,-8 8-23,-3 8-33,-10 14 242,8 5-243,-13 19-4,1 20 38,7-4-33,7 0 0,4 2-107,5 14-100,3-23 0,4 0-225,12 27-251,13-17-331,16 4-902,11-15-3382,9-15 4517,-6-14 1,-19-4 0,-14-2-1</inkml:trace>
  <inkml:trace contextRef="#ctx0" brushRef="#br0" timeOffset="226246">21756 9465 16096,'-1'-6'5684,"0"2"-4681,1 4-975,-51 26-11,32-3-254,-11-1 1,1 4 236,17 31-12,9 3 9,8-16 1,4 0-21,6 13-41,8-18 0,3-4-82,8-5-67,19 5-319,5-26-107,3-21 558,-31 2 0,0-3-69,-2-6 0,-4-3 178,4-12 174,-4-10 425,-10 2 257,-5 1-273,-2 2 5,-6 16-79,-1 8-335,1 7 287,-1 4-1021,1 3 308,0 9 240,1 0 7,3 32-12,-1-1 17,1 23-6,-7-8-22,-2-5-5,-2-10-1,1-15 73,3-10 68,1-10 520,2-2-397,5-10-191,5-10-6,8-14-21,8-12-1,5-6 6,3 2-413,0 6 385,-2 10-12,-10 13-44,7 5-34,-10 10 1,8 1 10,-5 12-22,0 7-11,-5 3-874,10 23-487,-8-11-499,12 14-342,-2-15-907,4-12-1021,6-9-250,5-15 4475,-7-4 0,11-15 0,-3-16 3887,-4-2 1445,-6-8-1338,-20 17-1681,-9 11-1153,-5 10-813,-2 7-386,-2 5 0,-6 9 44,-6 10-10,-6 13 16,-1 11 17,5 4-17,8 2 12,8-4-1,6-12 135,21 5 56,-2-22 44,17 2-10,-4-20-1,1-12-28,-1-12-128,-10 0 179,1-22-129,-14 14-73,2-13-61,-10 22-303,-1-1-655,0 14-1295,5-4-3236,5 10 5483,4 3 0,-9 4 0,0 0 0</inkml:trace>
  <inkml:trace contextRef="#ctx0" brushRef="#br0" timeOffset="226824">23351 10053 18823,'0'3'3949,"0"-1"-2582,0-2-1188,30-80-95,-16 45-377,8-22 0,2-5 416,-10 24 1,0 2-4,-2-1 1,0 0-1,-1-3 0,-2 2 28,-2-11-42,-6 17 225,-7 1-124,2 18-95,-3-3-151,4 12 343,2 2-539,-1 9 470,-2 15-230,-2 22-8,2-13 1,1 2-377,1 4 1,0 2 380,2 0 1,0-1-12,3-1 1,2-1-261,1-3 0,2-1 241,13 22-279,7-11 329,4-13 6,-4-13 45,17-13 638,-20-7-681,4-8 1,1-6-3,4-18-56,-9 6 1,0-4 46,-7-3 1,-2-2-9,-1-4 1,-2-1-4,-3 8 1,-2-1 49,-1-15 1,-5 1 59,-8-10-51,2 21 0,-3 3 395,-9-3-356,3 19-78,5 11-145,6 6-6,2 7 111,0 10 632,1 19-625,0 23 16,-1-20 0,1 3-259,-1 3 0,-1 1 169,0 3 1,0-1-51,0-10 0,1 0-1560,1 14 1,4 1 1688,3-16 0,0-1 0,4 29 0,2-27 0</inkml:trace>
  <inkml:trace contextRef="#ctx0" brushRef="#br0" timeOffset="227142">24299 9222 23220,'-2'-5'2050,"1"0"-1618,1 5-365,2 6 6,16 22-23,7 7 0,3 5-783,-5-7 1,2 2 737,2 4 1,2 4 0,-3-1-3,-2 5 0,-4 0-62,3 12 0,-7 2-664,-13-1 1,-12-1 722,-7-17 0,-6 0 0,0-5 0,4-2 0,-2-4 0,-8-2 0,0-1 0</inkml:trace>
  <inkml:trace contextRef="#ctx0" brushRef="#br0" timeOffset="228375">12698 10279 16938,'-50'-21'2263,"11"5"-2268,38 15-345,1 1 355,9 1 325,14 3-136,14-2 0,8-1-14,11 1 0,4-2-530,-15 0 1,1 0-1,0-2 370,0 1 0,1-2 1,5 0-473,-6-1 1,3-1-1,3-1 1,1 0-1,1 0 485,-2 0 0,1-1 1,2 1-1,0-1 1,1-1-1,2 1-332,-1 0 0,1 0 0,2-1 0,1 0 0,-1 1 0,-1-1 0,-1 1 285,2-1 1,-1 0 0,0 0 0,-1 0 0,0 0 0,0-1-3,2 1 1,1-1-1,0 0 1,-1 0 0,-1 1-1,0-1-285,2 1 1,-4-1 0,1 1-1,3-1 1,7 0 210,-18 3 1,5-1 0,4 0 0,2-1 0,2 1 0,1-1 0,-1 1 0,0-1 0,-3 1 0,-3 1 0,-5 0-134,14-2 1,-5 1 0,-3 1 0,-1-1-1,2 1 1,4-1 96,-8 2 0,4-1 1,3-1-1,0 1 0,1 0 1,-2 0-1,-2 0 1,-4 2-1,-5 0-1569,17 1 0,-7 1 0,-4 1 0,0 0 1695,-6 0 0,-2 0 0,0 0 0,-2 0 0,11 0 0,-2 0 0,-6 1 0,-9 0 0,0 0 0</inkml:trace>
  <inkml:trace contextRef="#ctx0" brushRef="#br0" timeOffset="228984">21296 9968 8554,'-57'3'448,"0"0"0,-1 1 0,1-1 0,0 1 0,-1-1 0,1 1 0,4 0-329,0 0 1,2-1 0,-1 2-422,4-2 0,-1 2 0,-1-1 0,0 0 831,-2 0 1,0-1-1,0 1 1,-2-1 17,2 0 1,-2-1 0,0 1 0,1-1 0,3 0-382,-16 2 0,4-1 0,2 0-99,2-2 0,1 0 1,23-4 639,29-1-657,13-2 81,44-3 1,15 1-299,-26 2 0,7 0 222,-4 2 0,10-2 0,7 1 0,4-1 1,1 0-1,-4 1 0,-6 0-452,-2 1 0,-4 0 1,-1 0-1,0 0 1,5 0 412,-1 1 1,3-2 0,1 1 0,2 0 0,1 0 0,-2 0-1,0 0 21,-3 0 1,1 1 0,0 0-1,-1 0 1,-1 0 0,0 0 0,-2 0-228,9-1 1,-4 1 0,0 0 0,2-1 0,4 1 192,-11 0 1,3-1-1,2 1 1,1 0-1,1-1 1,-1 1-1,0-1 1,-2 1-186,3-1 0,-1 0 0,-1 1 0,0-1 0,0 1 0,0-1 0,0 0 192,3 0 0,0 0 1,0 0-1,0 0 1,0 0-1,-2 1 1,-1-1-10,-2 0 1,-1 0 0,-2 1 0,0-1 0,2 0 0,2 1-3,-2-1 0,4 1 1,2-1-1,0 0 0,0 1 1,-3-1-1,-2 1 1,-6 0-89,10 0 0,-7 0 0,-1 0 1,8 0 92,-4 0 1,6 0 0,4 0 0,1 0 0,-1 0 0,-6 0-1,-6 1-55,12-1 1,-9 2 0,3-1-209,-3 0 0,3 0 0,-1 1 0,-8-1-1855,8 1 1,-10 1 2113,13 3 0,-33-2 0,-17 1 0</inkml:trace>
  <inkml:trace contextRef="#ctx0" brushRef="#br0" timeOffset="229842">12186 7835 7371,'-48'6'199,"0"-1"1,-1 0 0,-6 1-1,3-1-165,3-1 1,7 0 480,5-3 192,24-4-834,16-1 1690,37-10-863,-6 5-577,7 0 0,5 1 338,-4 1 0,4 1-236,9-1 0,6 0 1,-2 0-183,-15 2 0,-2 0 0,3 0-10,9-2 1,3 1-1,3-1 54,-9 1 0,3 0 0,0 0 0,0 0-739,-3 0 1,-1 0 0,1 0 0,4 0 713,-6 0 1,2 0-1,2 0 1,2 0 0,0 0-1,0-1 38,4 1 1,1-1 0,1 0 0,0 0 0,-1 1 0,-1-1-306,-5 1 1,0 0 0,-1 0-1,0 0 1,0 0 0,0 0 275,9-1 1,0 0 0,0 1 0,-1-1-1,0 0-193,-3 0 0,1 0 0,-1 1 1,-2-1-1,-1 0 267,2 1 1,-3-1 0,1 0 0,4 0-144,-6 0 0,3 0 0,2-1 0,1 1 0,-1-1 0,-3 1 55,4-1 0,-2 1 0,-1-1 0,0 1 1,-1 0 34,-2-1 1,-1 1-1,0 0 1,-1 0-1,-1 0-64,9-1 0,-1 0 0,-1 0 0,-3 0 178,2 1 1,-2 0 0,2-1-210,0 0 0,3 0 0,0-1 1,-5 2-12,-5 0 1,-3 0 0,0 1-64,6-2 1,1 0 0,-8 1 209,12-2-133,-5-1 0,-30 6 0,-15 3 0</inkml:trace>
  <inkml:trace contextRef="#ctx0" brushRef="#br0" timeOffset="237222">6572 4949 10498,'55'-2'394,"-1"0"1,1-1 0,1 2 0,0-1-1,-1 1-277,-3 0 0,-1 1 0,1 0-1420,5 0 1,2-1-1,1 1 1356,-10-1 1,0 0 0,1 0 0,1 0 11,5-1 0,0 1 0,2-1 0,1 0-312,-9-1 0,2 1 0,0-1 0,2 1 0,-1-1 361,6 0 0,0 0 0,2 0 0,0-1 0,0 1-130,-5 0 0,0 0 0,0-1 0,1 1 0,1 0 0,0 0 76,-5 0 0,0 0 0,1 0 0,0 0 0,0 0 0,0 1 1,1-1-213,2 1 0,1-1 1,0 1-1,0 0 1,1-1-1,-1 1 0,1 1 172,0-1 1,1 0-1,0 0 1,0 1 0,-1-1-1,1 1 1,0 0-46,-1 0 0,0 0 0,0 1 0,-1-1 0,1 1 0,-1-1 0,0 1 45,-3 0 1,-1 1 0,1-1 0,-1 1 0,0-1 0,-1 1 0,-1-1 11,5 1 1,0 0 0,-2-1 0,1 1 0,-2 0 0,-1 0 3,4 0 1,-1 0 0,0 1 0,-2-1 0,-2 0 106,6 0 1,-2 0-1,-2 0 1,-2-1-32,7 0 1,-2 0 0,-3 0 333,-9-2 1,-3 1 0,0-2-316,9 0 0,-2-2-57,-8 0 0,-3-1 731,-5 0 1,-2 0-903,18-5 2527,-16 2-2727,-14 3 1174,-10 2-7226,-5 6 6493,-2 2 1,0 0-1,-1 0 1</inkml:trace>
  <inkml:trace contextRef="#ctx0" brushRef="#br0" timeOffset="239284">18221 2920 21197,'38'-3'2173,"10"-2"-1899,-14 0 0,4-1-729,8-1 0,4-1 533,-9 2 0,1 0 0,3 0-762,6-1 0,3 0 1,2 1 814,-10 0 0,2 1 1,1 0-1,0-1-42,4 1 0,2 0 1,0 1-1,0-1 4,4 0 1,0 1 0,0-1-1,-2 1 15,7 0 1,-2 0 0,2 0-32,-8 0 0,3 1 0,0 0 0,0 0-18,-1 0 1,1 1-1,-1-1 1,0 1-287,0 0 0,0-1 1,-1 1-1,2-1 286,2 0 1,1 1 0,-1-1 0,-4 1-109,0-1 1,-3-1 0,-2 1-181,-5-1 0,0 1 0,-2-1 448,19-2 0,-4 0 214,-15 2 1,-1-1-77,14-2 1,-3 0 426,-1 0-309,-6 0 1,-2-1 1188,-13 1-177,2-1 1038,-27 4-2546,-12 4 1296,-5-1-2741,-9 3 1760,-8 4 0,12-3 0,0 3 1</inkml:trace>
  <inkml:trace contextRef="#ctx0" brushRef="#br0" timeOffset="241270">20843 2879 10528,'0'-7'2876,"-7"-25"0,-2-4-916,3 5-1290,-4-8 0,2 1 249,4 15-431,2 9-437,2 7-56,0 13 119,3 14-13,3 21-22,3 18-39,-4-23 0,-1 1-9,1 11 0,-1-1-23,-1-14 1,-1 0-143,1 10 0,-1-2 168,-1 6 16,-2 6 29,-3-13 146,0-14 393,1-13-45,1-11-407,2-15-87,2-15-23,4-17-38,5-18-68,-4 26 0,0-1 61,1-2 1,-1-1 75,1-5 1,0 2 60,0-14 28,0-4-10,-8 40-152,-1 5 22,-2 14 49,-4 20 120,-3 15-172,-5 22-1521,6-12 1,0 2 1491,3-12 0,0 0 0,0 16 0,1-1-219,3 12 226,2-24 0,0-1-21,2 22-115,0-15 154,0-17 179,-1-11-77,-1-20-97,1-27-23,0 2-1007,0-11 1,0-1 1017,1-2-116,0 2 1,1-2 104,2-8 47,0-8 23,-1 17 22,-3 16 2081,-2 15-2188,-1 18 3692,0 9-3506,-1 12-1407,1 38-2599,1-30 1,1 3 3855,-1 11 1,0-2 0,1-5 0,0-25 0</inkml:trace>
  <inkml:trace contextRef="#ctx0" brushRef="#br0" timeOffset="242363">19286 3946 22957,'-3'-43'985,"0"-1"0,-2-4 0,-2 6-1383,-1 13 133,-4-7 4,4 18-140,3 8 80,4 11 1054,1 16-1594,0 3 805,1 11 1,0 5-18,0 26-277,0-13 0,-1 1 393,0-6 1,-1-1-10,-1 0 0,0-3 18,-3 18-842,-2 0 967,3-35 165,1 2 439,2-21-705,9-35 40,4-5-53,-1 4 0,1-3 3,3 2 1,2 2 216,0-1 1,1 1-207,2 2 0,0 3 70,19-16-96,-3 11 45,-1 15-310,-2 8 56,1 13-15,-7 2-47,19 27-78,-22-11 131,3 5 1,-1 3-206,3 7 149,-9-12 0,1 1 73,12 8 331,0-7-309,5-11-6,4-8 43,3-12 60,3-10 78,1-11-103,0-8-122,-4-2 145,-6 3 32,-10 6-22,-12 10-150,-9 8-51,-9 7 68,-7 10 155,-7 6 202,-2 10-236,5 3 5,12 3 32,18-3-12,16-3-37,12-8 11,6-6 76,-2-9 16,-1-10 35,-5-7 64,-4-11 22,-7-6 7,-10-7-21,-8-5-18,-9-4-74,-4 10 72,-14-12-104,-5 18-39,-15-8 2,-7 17-18,-7 10-21,-4 11-50,2 12-117,9 12-290,10 10-778,13 10-1681,13 5-4369,19 1 7322,7-7 0,-4-17 0,-6-12 0</inkml:trace>
  <inkml:trace contextRef="#ctx0" brushRef="#br0" timeOffset="243238">21468 3895 10002,'2'-6'5780,"-1"1"-3893,-1 5-520,-23-61-325,-8 41-541,-7-14 0,-3 6-310,-13 27-77,12 6 1,0 4 3,-12 15-76,22-6 0,1 2-20,3 3 1,4 2-15,3 7 0,4 1-8,-2 12 12,14 14 21,23-27 29,16 4 27,19-11 32,-3-20 0,2-6-48,-12-3 0,1-4-198,12-5 0,-2-5 237,-19-2 0,-5-4-36,-2-3 0,-2-3-32,-3-3 1,-2-3-17,-2-3 0,-1-2 5,1-3 1,-2-1 19,0-1 1,0 0 44,-1 2 0,0 1 47,-2 4 1,0 2 235,4-22-6,-6 20-134,-6 16-191,-4 14-50,-6 13 11,-8 17-11,-7 21-8,9-11 0,1 3-48,-1 7 1,1 1 38,1 5 1,2 1-402,1 1 1,3 0 282,2-1 1,4-1-96,4-4 1,5-1-311,3-5 0,5-3-48,3-5 0,4-3-129,2-4 0,2-4-8,2-4 0,2-4 133,0-3 1,2-3 291,1-5 1,0-3 251,-1-2 1,0-4 254,3-8 0,-2-3 45,10-9 115,-20 6 0,-4-1 737,-2-7 128,-2-6-247,-9 6 192,-11 6-690,-4 7 551,-6 5-898,1 6-134,1 6 0,4 5 350,1 10-356,3 4 11,4 9 12,9 1-3370,16 3 3369,-4-11 118,21-1 28,-17-16-78,5-4 78,-5-11-23,-7-8-16,2-11-11,-2-17-90,-9 15 3476,-2-21-3460,-8 34 74,-28-16-96,-2 28-10,-15-1 4,-5 23-27,11 9-6,-7 14-5,11 9-40,14 7-67,19-19 1,6 0-298,19 22 51,10-3-520,-5-30 0,3-4-285,-3-5 1,4-1-3737,18 1 1,2-1 4191,-20-5 1,-1-1 0,31 1-1,-52-6 1</inkml:trace>
  <inkml:trace contextRef="#ctx0" brushRef="#br0" timeOffset="243522">23176 3370 15625,'0'-5'5713,"0"1"-4934,0 4-197,-79-25-380,45 27-216,-19-8 1,-3 10 119,26 23 1,5 7-93,2-10 0,1 4 8,-9 27 1,6 3-18,15-20 1,4-2-318,-5 9 0,4 1 270,11-3 0,5-3-107,2-9 1,6 0-516,15 12 0,6-1-403,1-10 1,1-3 192,1-1 0,4-5 874,-2-10 0,4-3 0,-8-3 0,5 2 0,-4-3 0,0-1 0</inkml:trace>
  <inkml:trace contextRef="#ctx0" brushRef="#br0" timeOffset="243906">23697 3624 19182,'-5'-42'905,"0"0"0,1 1 1,5 4-457,14 4-360,5 3-44,8 5-34,-1 15-16,1 12 5,12 36 0,-13 5-192,-11-7 1,-3 3 185,-8-4 1,-5-1-4,-5 2 1,-3-2 8,-4 0 0,-2-2 12,-16 16-1,9-23 0,-3-2-46,-19 12 58,5-6 38,8-7 118,28-16-55,24-7-108,26-5-16,-11 1 0,1 0 18,-5 0 0,3 0-228,22-4 0,2-1-205,-18 2 1,-1-1-583,19-4 0,0-1-1583,-14 1 1,-4-2 11,-8 4 0,-3-2 2568,24-15 0,-42 21 0,-4 2 0</inkml:trace>
  <inkml:trace contextRef="#ctx0" brushRef="#br0" timeOffset="244112">24357 3366 18167,'-44'-43'1484,"0"-1"1,2 5-1,16 6-1176,32 15-20,13 7-193,14 6-28,12 14-28,9 14-33,-8 4 12,-13 1 1,2 6 0,-3-3-671,-7-6 1,-1 1 641,10 12 1,4 5 0,-6-3-56,-7-2 1,-4 0-163,2 8 1,-6 3-964,-10-4 0,-9 0 1190,-16 1 0,-5-3 0,-4 4 0,-14-6 0</inkml:trace>
  <inkml:trace contextRef="#ctx0" brushRef="#br0" timeOffset="270801">21887 4585 15518,'2'-5'5506,"-1"1"-8119,-1 4 2854,14-56 1571,-10 40-1493,10-42 765,-12 55-949,-1 0-209,0 3 24,-2 10 3492,-1 13-3380,-2 22-22,-1 15-256,3-24 0,0 1 227,2 1 0,1 1-17,4 1 1,4-1-60,3 1 1,4-1-401,4 3 0,3-1-2602,3 1 1,0 0 3066,-4-4 0,-1-4 0,5 11 0,-14-20 0</inkml:trace>
  <inkml:trace contextRef="#ctx0" brushRef="#br0" timeOffset="272451">20168 5398 10147,'-59'-4'1163,"0"0"0,3 0 1,7 0-571,-2 0-184,5 0-28,8 3 44,11 0-206,12 1 425,9 0-128,31 2-141,13-1-224,0 0 0,3 0-442,8 0 1,2-1 463,-10 1 0,2-1 0,2 0-644,7-1 1,2 1 0,2 0 581,-9-1 1,2 1 0,0-1-1,1 0-444,6 1 1,1-1-1,1 1 1,0-1 412,-8 0 0,1 1 1,1-1-1,-1 1 0,2-1-377,1 1 0,2 0 0,0 0 0,0 0 0,0 0 356,2 1 0,0-1 1,0 1-1,0-1 0,0 1-66,2 0 0,-1-1 0,0 1 0,1-1 0,-1 1-188,0 0 0,0-1 1,0 1-1,0 0 0,0-1 185,-2 1 1,1 0 0,0-1-1,-1 0 1,0 0-57,-1 0 1,0-1-1,-1-1 1,0 1-1,0-1 53,-2 0 1,1 1-1,-1-2 1,-1 1-1,1-1-24,-2-1 1,0 0 0,0 0-1,-1-1 1,0 0 19,11-1 1,0 0 0,-1-1 0,-1 0 82,-1 0 1,0 0 0,-1 0 0,-1 1 39,-3-1 1,-1 1-1,-1 0 1,-1 0-28,11-1 0,-1 0 1,-3 1 279,-7 1 1,-2 0 0,-2 1-422,9-1 0,-4 1 197,-10 2 0,-5 0-2936,10 1 2755,-13 3 0,-26-2 0,-2 0 0</inkml:trace>
  <inkml:trace contextRef="#ctx0" brushRef="#br0" timeOffset="273321">19723 5566 12039,'0'-5'4797,"0"1"-2930,0 4 29,13-67-974,-10 42-577,5-14 1,-3 4-44,-6 23-485,-3 11 225,0 7 374,-8 16-177,-1 13-367,-5 16 223,3 9-69,10-28 1,1-1-293,-1 30 367,8-7-273,2-10 14,3-8 545,-3-16 3,-1-7 491,-3-12-737,-1-11-210,0-1-58,-2-21 94,0 1 1,-1-4-15,1 3 0,0-1 0,-1-5 0,0 0-20,0-23 8,2 29 258,0-19 224,1 29-229,0-3-160,0 21 174,0 8 23,-1 13 54,-4 11 25,-1 14-368,1-9 0,1 0-605,-2 15 304,2-11 0,0 1-2212,0 15 2524,0-16 0,0-1 0,0 4 0,0-5 0</inkml:trace>
  <inkml:trace contextRef="#ctx0" brushRef="#br0" timeOffset="274327">18988 6435 22458,'2'-5'3881,"-1"0"-3901,-1 5 504,0-13-1164,-21 47 333,-1-8 222,3 9 0,0 3-132,-5 12-355,6 3 230,12-17-11,7 5-135,6-16 871,6-9-270,6-21 127,7-12 58,8-15-102,-4 2-35,-4 1 0,0-2 98,12-15-101,-16 19 0,2-1 55,2-2 1,-1 2 158,8-2-327,11-6-85,-17 21 74,-5 10-38,-4 8-71,-2 8-183,-1 13-66,-4 10 7,-2 8-52,-1 6-20,1 0-27,0-11 7,10 10 161,-7-25 167,17 13 173,-10-26 80,11-1 31,-3-17 83,6-11 9,2-9 6,1-4 248,3-8-259,-17 18-209,-2 1-371,-18 18 5,-6 9 74,-1 2 3,-8 14 10,4-5-7,-1 27 251,16-15 5,2 8 39,23-14 26,21-9-9,8-3-11,1-4 81,-27-11 1,-3-2-26,-3-1 112,13-20 73,-28-6-208,-5-5-47,-14-11 19,-14 7-21,-2 10-1714,0 9 0,-1 2 1686,-2 1 16,-23-14-107,17 20-246,4 3-67,8 6-50,14 17-584,7 12-1023,10 14 71,2-3 2826,22 17 0,-22-33 0,9 8 0</inkml:trace>
  <inkml:trace contextRef="#ctx0" brushRef="#br0" timeOffset="275146">20402 6623 19143,'11'-41'813,"-1"0"1,-4 1 0,-9 11-696,-26 26-6,-23 11-70,20 1 0,0 2-395,-1 5 1,1 0 341,-16 11-17,13 3 231,26-10 16,20 3-28,15-10-18,24-7-105,-9-11 41,-4-5 0,-1-3-8,2-4 55,2-7 1,0-6 11,0-13-56,-10 0 0,-1-3-906,-11 10 0,-2 1 830,-2-2 0,-1 2 43,1-15 581,-5 6-192,-1-3-54,-3 3-331,-3 14-165,-2 19-138,-2 13 120,-3 11 105,-3 4-14,-3 12 1,-1 4-33,-8 24-4,6-12 0,1 0-5,4-14 1,2 0-140,1 14 0,2-1 1410,7 11-1370,1-18 1,3-2-160,14 4 33,6-16 96,5-13 168,5-15 123,4-11 56,0-11 17,-5-7-96,-13 6 231,1-14 332,-13 19-248,1-6-96,-8 18-241,-3 7-241,-1 3 17,-3 4 129,-3 7 23,-4 9 5,2 7 0,3 5 0,12-1 0,2-7-6,23 2 34,-5-15 45,15 2 28,-6-15 28,-1-9-68,-10-2 146,-2-29 1,-4-5-130,-6 9-47,0-8 0,-5 3 2,-15 25-66,-9 8-7,-9 7 29,-12 14-6,-9 10 1,6 6-10,13 1 1,2 1-3,2 5-45,3 6 1,3 3-113,9 7 17,6-13 0,4 0-347,14 19-633,15-5-1927,13-8 3007,-12-23 1,-1-4 0,3 4 0,3-8 0</inkml:trace>
  <inkml:trace contextRef="#ctx0" brushRef="#br0" timeOffset="275410">21715 6220 15720,'0'-8'6004,"0"1"-5399,-1-24 1,-1-4 178,-1 14-594,1-15 0,-2 5-145,0 26-67,-6 15 322,-10 15-31,-15 27-151,11-17 0,-1 4-827,-3 7 0,1 3 697,1 2 1,2 1-3,5 1 0,5-1-279,5-3 0,6-1 248,10-3 1,5-4-115,-1-10 1,6-3-500,22 11 0,6-5-1905,-12-13 0,1-1 2171,11 6 0,-2-2 0,0-4 0,-22-10 0</inkml:trace>
  <inkml:trace contextRef="#ctx0" brushRef="#br0" timeOffset="276866">22275 6310 18728,'15'-40'180,"-7"11"-29,-21 33-28,-12 6 0,-11 0-50,2-1 207,-22 1 34,22-7 72,-10 1 17,22-5 175,9-2-197,7 0-254,3 2-690,3 0 475,0 6 263,0 5-27,-2 8 18,0 8-261,-2-3 16,-5 18 23,2-12 70,-4 13 9,4-11-25,0-6-44,3-8 148,2-7 3,1-6 2164,1-3-1740,3-8-479,1-5-51,5-10-34,5-5 30,6 1-12,8 2 0,6 6 0,7 6-3403,5 7 3364,3 9-56,0 8 34,-3 11 28,-13-2-253,0 20-16,-22-12-34,-3 17-229,-21-10-651,-16-2-1293,-10-4-4845,-6-8 7371,10-8 0,14-7 0,11-5 0</inkml:trace>
  <inkml:trace contextRef="#ctx0" brushRef="#br0" timeOffset="277143">22665 6036 17272,'-2'-3'4256,"1"0"-3155,1 3-731,-11-15-402,9 14 178,-1-2-77,19 27-66,13 20 36,-10-14 1,1 2-217,2 4 0,-2 2 190,0 4 1,-2 1-131,-4 2 1,-2 0 82,-4 1 1,-4 0-839,-5 2 1,-4-1-919,-4 1 0,-4-1 1813,-1-5 1,-2-5 0,-6 13 0,8-23 0</inkml:trace>
  <inkml:trace contextRef="#ctx0" brushRef="#br0" timeOffset="278408">20774 7269 19350,'7'-41'267,"-1"1"0,1-1 0,-3 18-704,-4 29 493,-1 2 34,-2 19-34,-4 7-12,-2 18 1,0 5-22,-1 1 5,2-7 61,2-12 202,2-14 527,1-13 353,1-7-577,0-9-522,-4-8 35,-5-12-12,-3-13 39,-3-9 107,1-12-151,6 19 50,1-4-79,8 27-245,-1 5-248,2 6-21,4 14 313,1-1-347,7 22-287,-1 5 276,0 2-922,-6-5 0,-1 1-4399,-1 14 4971,-1 14 0,-2-31 0,0-14 0</inkml:trace>
  <inkml:trace contextRef="#ctx0" brushRef="#br0" timeOffset="278776">20104 7531 12270,'-52'-5'1017,"0"0"1,4 1-1,7 2-215,13 7-550,10-1-107,9-2 846,17-1 197,16 1-504,28-1-491,-13-2 0,4 0-743,0 0 0,5-1 0,-1 1 585,-4 0 1,0 0 0,2 0-3,10 0 1,2 0 0,-5 0-6,3 1 0,-1 0 11,-7 0 0,1 0 0,5 0-20,0-1 1,5 0 0,2-1 0,-3 0-18,-4 1 1,-2 0 0,0-1 0,5 1-487,4-2 0,5 0 1,2 0-1,-4 0 0,-7 0 487,-4 0 1,-6 1 0,1-1 3,8-1 1,0-1 0,-8 1-70,11-2-318,-5 0-623,-27 3-2520,-15 1 3523,-16 4 0,-4-1 0</inkml:trace>
  <inkml:trace contextRef="#ctx0" brushRef="#br0" timeOffset="279393">20011 7676 19378,'-9'-36'302,"-1"10"-162,-20 80-32,15-24 1,-1 2-992,-8 17 0,0 3 879,5-9 1,1 0-1,-1 5 0,2-4 3,1 3 594,4-6-346,6-20 408,2-4 556,2-9 94,2-15-1215,0-8-6,1-17-39,0 1 27,4-23 1,3-1 471,0 10 1,2-2-489,-2 9 0,0 0 16,2-3 1,0 3 0,1 0 84,-2 7-146,-5 20-179,-1-1-17,-2 10-128,-1 5-1,0 17-276,-3 15-260,-2 9-4066,-3 2 1,-1-1 2611,0-1 0,-5 18 1,11-51-1</inkml:trace>
  <inkml:trace contextRef="#ctx0" brushRef="#br0" timeOffset="280400">20203 8280 20033,'14'-48'-106,"-2"22"223,-9 63-49,-1 13-46,-5 9-16,0-11-18,-5 14 12,4-29 17,0 7 235,3-25 672,1-8 85,0-8-668,3-9-313,0-2 84,10-29-56,2 3-34,-3 8 1,0 0 0,13-19-23,-5 12-62,7-1-106,-13 23-118,6-1 51,-6 18 94,3 13-15,4 9-332,14 26 360,-12-20-1,8 11-218,-10-20-90,5-5-22,5 1 16,0-9 203,0-8 251,0-9 134,-1-7 85,-4-6 78,-3-3-151,-8 4 352,-1-6-167,-7 9-34,2-6-179,-5 11 123,1-1-493,-2 10-381,-1-1 169,1 11 358,1 7 72,4 13 1,2 10-1,3 2 23,1 0 28,2-7 45,0-9 179,1-9 112,3-10-67,3-12 397,19-26-509,-17 9-16,9-15 139,-21 11-67,-1-2-96,-1-7-89,-2 5-95,-3 5-196,-1 9-718,-2 7-772,1 8-2599,4 6 4324,0 4 0,-1-1 0,-2 1 0</inkml:trace>
  <inkml:trace contextRef="#ctx0" brushRef="#br0" timeOffset="280975">21218 8531 7974,'1'7'2929,"0"-2"1451,-1-5 2885,0 0-7002,23-15 409,1-12-285,17-17-247,-22 16 0,-3-3-37,0 0 1,-2-1-23,1-3 0,-1 0-312,-1-2 1,0 1 426,-2 4 0,-1 1 6,3-12 95,-7 11-67,-4 19-348,-2 3-258,0 6 40,-2 7 915,-3 9-562,-6 16-17,-6 17-11,-1 14 2,10-27 1,1 1-132,2 0 1,1-1 139,4 29-6,9-6-10,8-11 10,7-10 45,5-11 40,5-12-7,6-14 24,4-13 55,-2-14-81,-18 3 0,-3-3-42,7-16-300,-11 8 1,-2-2 333,1-21-4,-7 25 1,-1-1 355,2-25-168,-6 14-195,-5 22-18,-2 10-128,0 13-39,-3 4 78,-5 10 666,-7 10-655,-5 17-50,1 10-140,8 10-613,9 4 411,9-29 0,4 0-328,2-2 1,6 0-1586,9 2 1,4-2-1583,14 8 3932,-13-18 0,-2-4 0,-10-9 0,-1-2 0</inkml:trace>
  <inkml:trace contextRef="#ctx0" brushRef="#br0" timeOffset="281517">21675 7578 10528,'-8'0'3366,"1"0"-2363,7 0 1965,0 0-1763,34-8-852,26 0-959,-24 2 0,3 0 676,20 0 0,2 0-11,-9 2 0,2 0 8,-2 0 0,4 0 0,-2 0-943,-9 1 1,-2-1 0,0 1 903,18-2 0,-3 1 28,-11 0 0,-4-1-21,15-1 23,-25 2 1,-2 1 64,18-4 96,-7 1-51,-8 3-129,-9 0 661,-5 2-627,-2 4-56,-7 1 117,11 12 57,-12 4 3427,2 15-3473,-7-6 97,-2 15-35,-3 12-117,0 4-200,0-23 1,0 0 120,1 23-28,1-14-241,2 6-1372,0-11-8201,0 7 8793,-1-16 1,-3-12 0,1-15 0</inkml:trace>
  <inkml:trace contextRef="#ctx0" brushRef="#br0" timeOffset="282385">22801 8320 15687,'-3'-4'4682,"0"1"-1484,3 3-3394,-6-28-28,5 24 219,-5-9 22,5 26 11,0 12 56,-4 13-45,-3-2-6,-5 17-21,4-21 27,-3 1 6,4-13 89,3-5 280,1-7 421,4-7-583,12-19-163,1-4-38,13-18-18,1 0-27,-4 9-12,8-4-66,-5 13-113,13-1-11,-4 11-73,4 9-33,-10 13 10,-4 7 164,-9 2-242,-2 15 241,-9-16-341,2 20 50,-2-18-315,3 6-37,4-12 531,1-7-50,10-5 313,20-22 129,-12 8 269,18-22 67,-30 12-229,-3 1 499,-3-6-332,-9 16-273,0-2-113,-3 9-773,0 3 555,-1 8 224,0 4-28,0 9-23,0 4 17,2-1 0,4-2 40,4-4 436,10-6-336,-5-5-33,5-7 111,0-7-100,-5-2 6,5-3 307,8-21-308,-11 8-72,9-14-56,-16 19-46,-3 6-592,-4 8-853,-1 1 482,-1 5-3231,-1 6-1048,-1 6-498,0 10 5780,-1-3 0,0 0 0,2-11 0,-1-4 0</inkml:trace>
  <inkml:trace contextRef="#ctx0" brushRef="#br0" timeOffset="282801">23532 8562 11620,'4'6'7147,"-1"-2"-5836,-3-4 173,0 0-683,65-38-843,-30 12 274,9-4 0,0-3 149,-3-11 39,-3-4 107,-5 0-247,-12 13 599,-6-14-744,-12 28 217,-4-21-212,-3 21-34,-4-5-44,1 0 5,3 4 6,1 4-45,2 7 447,0 6-655,0 4 7,-2 4 134,0 1 39,-7 18 0,0 2 5,-7 15 1,3-2-17,1 1 16,3 2 1,5-3-12,2 0-11,7-3 6,5-2 11,8-3 0,8-4-67,6-7-202,9-3-745,6-5-1517,6-4-5530,4-4 8061,-7-5 0,-18 2 0,-13-2 0</inkml:trace>
  <inkml:trace contextRef="#ctx0" brushRef="#br0" timeOffset="283218">24202 8352 20526,'-20'20'952,"11"-9"908,29-30-1675,3-5-23,3-7-61,-1-10-23,-2-11-39,-13 22 1,-2-2 326,-1 0 1,-2-2-233,-1-5 1,-3 3 329,-1-12-245,-5-3 1053,-1 32-1205,0 2-22,1 8-157,3 7-39,-3 5 95,-3 11 56,-3 17-11,0 18 5,3-1-19,8-5 0,4 1-51,4-13 0,2 1-333,8 21 1,3-1 94,-6-23 0,1-2-1218,6 9 0,1-2 993,3 3 1,-7-10-1,-6-7 1</inkml:trace>
  <inkml:trace contextRef="#ctx0" brushRef="#br0" timeOffset="283568">23645 8203 13754,'-55'-2'996,"-1"-1"0,1 0 0,6 1 0,2 0 0,5 0 40,-18 2 268,22 0-1012,21 0 141,9 0-147,11 0 346,13 2-89,28 3-437,-2-2 1,6 1-612,-5-2 0,4 1 0,2-1 501,9 0 0,3 0 1,1-1-616,-11 0 0,0 0 0,1 0 1,0-1 577,1 0 0,-1 0 1,1-1-1,-2 0-49,-2 0 1,-1 0-1,0 0 1,0-1-638,17-2 1,-1 0 0,-3-1-758,-16 2 0,-3-1 0,-1 0 1484,16-2 0,-9 1 0,-10 0 0,-24 3 0</inkml:trace>
  <inkml:trace contextRef="#ctx0" brushRef="#br0" timeOffset="283941">20288 8444 19686,'49'-14'464,"0"0"0,1 0 0,6 2 0,5-1 0,1 2 0,-2 1-382,1 2 0,-1 2 0,4 1-1200,-9-1 1,5 1-1,2-1 1,-2 1 0,-3 1 1124,-2-1 0,-4 2 0,0 0 0,2-1 3,-1 2 0,0-1 0,2 1 0,0-1 0,0 1-225,-1 0 1,-1-1 0,1 1-1,-1 0 1,1 0 187,-1 0 0,1 0 0,-1 1 1,0-1-1,0 0 6,7 0 0,1 0 0,-2-1 1,-3 2-192,4-1 1,-2 0 0,-4 0-2631,3 0 1,-4-1 2841,-7 1 0,-4 0 0,13-2 0,-45 2 0</inkml:trace>
  <inkml:trace contextRef="#ctx0" brushRef="#br0" timeOffset="284835">19531 6733 10888,'-61'6'797,"0"-1"0,0 0 1,4 0-1,1-1 1,2 1-303,7-1 0,1 0 0,2 0-130,-11 1 0,5-1 157,13-1 0,5 0-402,-4 0-325,38-3 469,40-8-174,2 1 0,8-1-485,-3 0 1,5-1 0,-1 0 306,-4 1 1,0 0-1,6-1-517,1 2 0,6-1 1,4 0-1,-1 1 0,-3 0 514,1 0 0,-2 1 1,0 0-1,5 0-163,-15 1 0,3 0 1,1 0-1,2 0 1,-1 0-1,0 0 1,-2 0 249,3 0 1,-1 1-1,-1-1 1,0 1-1,0-1 1,0 1-247,1-1 0,0 0 1,0 0-1,0 0 1,1-1-1,2 1 211,-1-1 0,2 1 0,2-1 0,0 0 0,-2 0 0,-1 0 0,-3 0 8,3 0 0,-3 1 0,-2-1 0,1 0 0,4 0-12,-6 1 1,3 0 0,1-1 0,1 1 0,-1-1-1,-3 2 1,-3-1-69,11 1 0,-5 0 1,-2 0-1,3 1 29,-5 0 1,2-1 0,0 1 0,-1 0 0,-2 1-30,4-1 0,-1 1 0,-1 1 0,-3-1 47,3 0 0,-1 0 0,-6 1 672,5 0 1,-8 0-575,6-1 1084,-30 1-1118,-18 0 0,-2 1 0,-3 0 0</inkml:trace>
  <inkml:trace contextRef="#ctx0" brushRef="#br0" timeOffset="286518">23985 5280 16212,'-5'-3'4238,"1"2"-4083,-24-10 0,-5-1 1439,3 2-1482,-5-3 0,3 0-337,16 8 286,26 4 952,20 1-853,1 0 0,4 0-616,14-1 0,4 0 602,-10 0 0,2 0 0,1-1-13,5 1 1,1-1 0,1-1-1,1 0 1,2 0 0,-1-1-706,2 0 1,-1 0-1,1-1 687,-1 0 0,1 0 0,0-1-142,1-1 1,0 0-1,-2 1-426,-11 0 0,-1 1 1,1-1 500,6-1 1,2 1 0,-1-1-383,-3 1 1,1-1 0,-2 1 318,0 0 0,0-1 0,0 1 90,1-1 1,1 1 0,-5 0-110,-1-1 0,-4 0 1374,15-1-1715,-26 3 509,-18 3-4465,-17 2 4750,-15 5 1,8-4 0,-4 5-1</inkml:trace>
  <inkml:trace contextRef="#ctx0" brushRef="#br0" timeOffset="286935">24845 5318 18451,'27'-45'1602,"1"0"0,-3 4 0,-7 10-1317,-12 23-570,-4 6 264,-2 11-40,0 13-30,0 6 167,-1 6 0,-1 3-646,-2 24 559,1-16 1,-1 2-2,0-8 1,1-1 29,-1-1 0,1 0-44,0-3 1,1 0 122,-1 24-42,2-17 57,1 1-46,0-21-7,0 3-4,0-16-86,0-5-923,0-4 967,2-5 1,-1 3 0,1-3 0</inkml:trace>
  <inkml:trace contextRef="#ctx0" brushRef="#br0" timeOffset="288809">24636 6245 11852,'0'-10'3708,"0"1"-2097,0 9-1141,0 0 45,21-11-83,-18 29-15,9 4-221,-26 38-146,4-25 1,-1 0 93,1 1 1,1-1-134,2-2 0,2-1 6,2 21 28,7-13 61,5-14 314,1-11 308,-1-9-230,0-11-268,-1-9-51,1-13-28,5-23-106,1 1-26,-4 18 1,1 2-3,7-9-11,10 0-57,-3 18-77,16 1 60,-13 10-156,15 14 163,-25 2-40,15 14 39,-12 2 18,8 7-18,11 7 23,-1-10 11,1-3-39,3-12-6,-8-8 134,14-8 35,-14-6-24,-4-10-32,-18 1 21,0-9 12,-3 4 73,4-6-68,-5 11-106,-1 6-325,-8 13 398,-11 19-3420,-6 17 3375,0 0 5,-2 16-10,20-12 72,15 2 123,17-7-22,9-17-89,-6-16 196,7-19-180,-23 3 56,14-19 23,-21-9-112,-3-4-40,-8-1 40,-14-4-29,-2 19-10,-4-4-35,-2 10-55,11 17-213,-4-2 0,7 12 3123,-6 17-3207,5-3-689,-5 22-549,9-4-3691,17 19 2638,-1-17-1492,15-8 1,4-4 4146,5-6 0,12-4 0,5-2-235,-17-8 1,0-2 234,15-2 0,1-3 0,-12-3 0,-3-3 885,-6-3 0,-3-2 977,10-12 1382,-10-11-674,-16 4 119,-3-16 1693,-14 10-3632,-14 3-167,-19 21-309,0 7-53,4 10 1,-1 4 137,2 3 0,-1 2-281,-13 9 1,1 3-291,10-2 0,4 2 217,1 3 1,6 1 95,14 21-28,13-16 22,13-1 236,34-10-141,3-12 8,-13-4 1,2-4-79,1-10 1,-1-4-34,-8 0 0,-2-4 22,5-14 0,-3-3-100,-14 4 1,-3-1 10,0-9 0,-3-1-4,0-17 6,-9 21 1,-1 1 50,3-20-89,-3 19 0,-1 1 195,3-14 6,-2 10-140,-4 24-191,-1 10 73,0 7 544,-5 22-482,-1 10 5,-3 9-45,5-1 1,2 0-34,0 6-101,6 5 1,4 1-302,11 2 315,-4-16 1,5-2-1664,3-10 0,1-4 1727,10 4 34,4-8 45,-9-17 68,-12-3 167,12-14 259,-17-3-253,3-10 3325,-8 10-3006,-2-2-202,-4 13-184,1-1-219,-2 7-258,0 2 320,0 5 17,4 1 33,5 5 11,11-1-27,0-3 33,26-3-6,-9-8 40,16-5 11,-18-9 16,-8-14-83,-14 8 44,-5-11-39,-10 20 40,-11-9-46,-7 14 1,-14-2-12,-5 15-27,-1 9-6,9 1-17,-2 24 11,20-6 0,-1 19-33,19-5-85,11 1-117,13-1-168,14-3-336,8-7 78,-8-12-2689,-8-14 1,0-2 2518,5-2 0,6-1 0,-29-4 0</inkml:trace>
  <inkml:trace contextRef="#ctx0" brushRef="#br0" timeOffset="289050">27318 5966 20851,'-23'-40'590,"0"0"0,1 4 0,-3 11-377,-16 36-62,-8 14-397,23-4 1,1 2 262,-14 20 0,19-2 0,7 4-303,9-11 1,5 1 257,3 15 0,8 0-59,9-9 0,6-4-157,8 0 1,4-3-525,3-2 1,3-3 767,7-1 0,-3-3 0,7 3 0,-6-9 0</inkml:trace>
  <inkml:trace contextRef="#ctx0" brushRef="#br0" timeOffset="292808">27579 6019 13373,'1'-3'5164,"0"1"-3808,-1 2-1249,20-11 559,-28 33-392,11-3-204,-15 8 0,-5 3 9,-7 24-23,8-2 33,10-9 102,15-8 117,12-10 28,14-10-56,9-7-50,5-11-12,-1-7 6,-5-8-5,-4-6-18,-8-3-16,-8-2 22,-5 2 23,-9 7-73,-3 6-157,-5 8-325,0 3 275,-1 12-46,0 4-195,1 14-269,5 3-437,7 6 145,0-8-6552,17 14 7404,-12-21 0,2 2 0,-12-16 0</inkml:trace>
  <inkml:trace contextRef="#ctx0" brushRef="#br0" timeOffset="293059">28061 5975 12573,'0'-8'7225,"0"2"-6419,0-24 1,0-4 106,-1 16-748,2-18 1,-2 7-77,1 27-50,0 26-5,3-7 11,6 37-34,7-2-25,-3-14 0,3 2-684,3 5 0,2 1 544,3 3 0,1-1-216,0 1 0,-1-1-739,-2-3 0,-4 0 1109,-7-1 0,-3-3 0,1 5 0,-12-10 0</inkml:trace>
  <inkml:trace contextRef="#ctx0" brushRef="#br0" timeOffset="294676">26391 7073 11374,'1'-10'5209,"-1"2"-3490,0 8 550,0 0-1357,15-54-301,-11 38-403,11-39-365,-16 54-51,-2 5 197,-4 12 67,-7 15-51,1 3-8,3-2 1,1 2 13,2 13-11,6-13 0,2-1-11,9 16 11,6-8 5,-1-10 74,-4-13 297,-6-9-46,-3-6 353,-2-10-599,-4-10-44,0-4 111,-8-33-28,4 8-199,3 11 0,0-1 210,2-22 34,6 8 28,0 11-50,1 14-118,-2 12-151,-2 9-163,0 4 321,-1 5-69,-1 3-190,-5 27-314,3-1-554,-1 23-2005,4-6 3097,6 5 0,-3-26 0,3-3 0</inkml:trace>
  <inkml:trace contextRef="#ctx0" brushRef="#br0" timeOffset="295059">25737 7348 9766,'-53'-5'1956,"-1"0"1,8 1 0,8 1-1223,14 0-180,19 1 488,21-1-532,4 1 100,17-1 1,8 0-917,-3 0 0,4 1 421,0 0 1,4-1 0,1 0-519,-2 2 1,1-1-1,0 0 453,4 0 1,0-1 0,2 0-560,1 1 1,2-1 0,0 0 517,4 0 1,0-2-1,0 1-2,-13 0 0,1 0 0,-1 0 0,1 0-446,2-1 1,1 0 0,-2-1 0,-1 1 438,5-1 0,-3 0 0,3-1 7,-1-1 0,4 0 0,-1 0 0,-5 0-90,-6 1 0,-4 1 1,2-1 56,13-3 0,3 0 0,-6 1-649,-6 1 1,-6 1-3359,15-2 4245,-29 6 0,-16 2 1,-9 1-1</inkml:trace>
  <inkml:trace contextRef="#ctx0" brushRef="#br0" timeOffset="295610">25617 7489 13799,'-3'-5'5792,"2"1"-3345,1 4-2565,-18-36 57,13 32 145,-15-19-17,17 49-45,0 13-27,0 11-152,1 8-460,2-26 0,0 0-405,-1 2 0,1-1-2482,1 2 1,0-1 3503,3 22 0,-2-29 0,-1-18 0</inkml:trace>
  <inkml:trace contextRef="#ctx0" brushRef="#br0" timeOffset="296334">25675 8013 22151,'7'-54'-498,"-2"16"821,-5 49-312,0 12 89,0 18-100,0-10-28,0 16 62,0-20-29,0 4 148,0-10 15,0-9 6,0-8 756,0-3-807,2-14 62,6-16-146,0 3 50,9-13-27,-4 20-45,1 2-17,0 4-73,-5 9-45,1 0-117,8 12-39,4 5 72,2 4-459,9 9-5772,14 11 5043,-13-11-486,12 8-7955,-6-17 8986,-15-8 845,24 0 0,-21-16 1853,10-8 517,-15-1 1774,1-7-1186,-15 8 2457,0-1-3870,-5 4-155,-1 4-891,-3 4-998,0 3 443,0 9 78,0 0 6,1 13-6,4-2 46,8 11-24,0-10 226,15 3 10,-5-17 39,13-3-128,-8-9 514,17-17-458,-24 6 161,14-19-116,-22 11-1,0-13-190,-7 9-79,-3 4-117,-3 11-90,0 7-817,0 3-2353,1 4 1478,1 3 1877,13 17 0,-9-13 0,7 11 0</inkml:trace>
  <inkml:trace contextRef="#ctx0" brushRef="#br0" timeOffset="296900">26618 8287 20935,'25'-7'2856,"0"-5"-2492,-2-10-61,2-9-180,-5 2 3,-7 1 0,-1-2-53,0-4 78,-1-5 0,-1 0 0,-4 6 360,1-27-237,-6 36-84,-3-4-128,1 16-56,-1 6-180,0 5-28,0 5 141,-2 10 61,0 13-11,-1 15-1,0 11 12,2-8-16,1 13 4,9-2 12,0-9 0,4-14 0,4-2 17,10-3-22,13 7 21,-3-21 29,2-12-17,-9-7 28,9-16 67,1-23-95,-18 18 0,0-3-173,2-9 1,-1-2 200,-5 4 0,-2 1 28,-2 0 0,-2 3 12,2-14 262,-6 5-162,-9 24-123,-2-1-79,0 14-83,1 3-1,2 6 418,0 0-367,-4 23-11,3 2-96,-2 23-212,5 1 61,3-8-745,3 12-3848,5 3 4890,-2-9 0,0-9 0,-6-28 0</inkml:trace>
  <inkml:trace contextRef="#ctx0" brushRef="#br0" timeOffset="298925">27515 7198 8612,'-4'0'9113,"1"0"-7678,3 0-1234,16-18-128,2 10-12,21-9 1,8 0-51,-3 7 1,3 1-917,1 0 1,3 0 0,-2 0 904,6 0 0,1 1-2,-1 0 0,5 1 1,-5 1-358,0 1 1,-1-1 343,-6 2 0,3-2 0,-5 2-27,-3 0 0,-5 0-9,11-2 40,-20 3 258,-21 1 55,-4 2-100,-4 0 2406,-5-1-2507,3 1 877,-2-1 1044,4 1-2106,0 4 140,0 6 17,-1 11-23,-1 12-28,0-1-2,0-1 0,-1 2-26,1 20-61,1-15 0,0 2-231,2-7 1,2 1-1041,0-2 0,1 0-3060,4 15 4398,3-3 0,-7-28 0,0-2 0</inkml:trace>
  <inkml:trace contextRef="#ctx0" brushRef="#br0" timeOffset="299759">28445 7826 17216,'-8'-1'3758,"1"0"-2694,7 1 1160,0 0-2107,19-58-122,-14 43-34,14-41 11,-12 70 11,-2 9 34,2 20-17,-3 7 0,-6 4-6,-1-1-39,-1-9 23,0-15 16,2-6 101,2-17 17,2-2-50,4-14-17,9-9 0,7-13 44,6-7 34,2-4-16,4 3-46,0 5-61,1 11-44,-2 11-18,-3 9-61,-2 11 50,-6 4-291,11 22-50,-12-7-130,10 13-256,-6-13-86,1-6 298,7-9 375,1-6 236,3-10 145,-4-6 78,-4-7 23,-5-3 33,-4-4 85,-5 2 123,-3 3-96,-5 8-397,-4 7-594,-2 4 555,-3 14 28,1 2 10,0 13-16,3-2 12,4-1 83,16 2 151,6-12-128,1-1 11,-4-13 319,-2-13-152,-8-6-161,4-4 279,-9-18-111,-5 9-40,-1-13-106,-2 15-96,-2 9-83,1 8-241,-1 7-443,0 3-145,0 2-331,3 7-1042,6 6-2520,8 12-4817,4 3 9561,-4-5 0,-5-9 0,-9-10 0</inkml:trace>
  <inkml:trace contextRef="#ctx0" brushRef="#br0" timeOffset="300307">29622 7993 13676,'6'10'5612,"-1"-2"-3887,-5-8 2779,0 0-4224,-19 3-90,23-13-16,-8-4-6,29-20-34,3-10-78,-1-12-279,-15 23 1,-1-1 255,-1-3 1,-2-2 8,-1 0 0,-2 0 5,-1 2 1,-2 0 5,0 4 1,-1 2 58,-6-22-23,1 15-16,-3 13-39,2 12-96,2 8-22,-1 5 39,0 13 73,-5 14 12,-3 23-1519,3-7 0,1 1 1473,2-12 0,1 1 0,-2 16 1,3 0-284,5 14 272,4-27 1,4 0-7,2-5 1,4-4-23,28 15 28,11-16 6,-23-17 0,1-5 2,2-4 1,1-4 16,-2-3 1,0-6-1072,6-13 0,-4-4 1065,-11 8 1,-2-2 11,8-19 0,-4-4-121,-11 11 0,-3-2 140,2-9 1,-2-1 2,-3 1 1,-3 2 2,-2 5 0,-3 2 2101,-6-25-2039,-4 19-45,0 18 317,-2 11-350,6 10 3158,-4 5-3186,-4 25-1,-2 13 0,-1 11 183,9-12 0,1 1-233,3-1 0,2 1-489,2 10 1,2 3-4372,2 11 1,2-2 4118,-2-22 0,1-3 0,0 2 1,-2-7-1,-2-19 0</inkml:trace>
  <inkml:trace contextRef="#ctx0" brushRef="#br0" timeOffset="302824">25777 8274 7262,'-54'4'921,"1"1"0,-1-1 0,0 1 0,0-1 0,-6 1 0,5 0 0,1 0-733,3-1 1,1 1-1,9-1 641,-1 2-526,16-1-331,6-1 1122,16 0-434,19 1 248,19-1-508,0-1 1,4-2-841,18-4 1,5-2 534,-8 0 0,3-2 1,3 0-613,-8-1 1,2 0 0,1-1 0,1 0 534,5-1 0,2-1 1,1 0-1,1 0-18,-11 2 0,1-1 0,1 1 0,0-1 0,0 1-378,2-1 0,1 0 0,-1 1 0,1-1 0,0 1 198,1-1 1,0 1 0,0-1 0,0 1 0,0 0-748,0-1 0,1 1 0,0 0 1,-1 1-1,-2-1 927,7-1 0,-1 1 0,-2 0 0,-5 0 0,-1 1 0,-5 1 0,-5 1 0,-6 0 0,1 0 0</inkml:trace>
  <inkml:trace contextRef="#ctx0" brushRef="#br0" timeOffset="303282">30686 7861 7738,'-58'1'232,"0"0"1,0 0 0,4 1-1,-3 0 1,1 1 0,3-1-1022,-2 0 0,3 0 1,-5 1 1271,5 0 1,-7 0 0,-1 1 0,3-1 0,8 0-501,-14 1 1,2-1 490,6 1 1,-7-1-1,0 1 1,6 0-57,7-1 1,4 0-1,-2 1-92,-13 0 1,-2 1 0,4 0-968,-5 0 1,6 0 662,9-1 1,7 1-29,8 0 34,25-4 1469,8 0 100,35-4-16,-1-2-1402,6 0 0,10-2 0,-3 1 1054,-4 0 0,2-1-1217,0 1 1,8-1 0,1-1 0,-6 2-571,8-1 0,1-1 552,-11 2 1,5-1-1,2 0 1,2-1-333,0 0 0,2-1 0,2-1 0,0 1 1,-2 0 336,-5 0 0,-1 0 1,0 1-1,0-1 1,1 0-2,6 0 0,1-1 0,0 0 0,-2 0 1,-2 0 5,0-1 0,-2 1 1,-3 0-1,-1-1 9,3 0 0,-3 0 0,1 0-4,8-3 0,0 1 0,-1-1-35,-10 1 1,-1 1-1,-2 0-269,11-3 0,-6 0-163,5-1 454,-20 7 0,-31 8 0,-2 2 0</inkml:trace>
  <inkml:trace contextRef="#ctx0" brushRef="#br0" timeOffset="306812">19042 4248 13166,'-59'-10'720,"0"0"0,6 0 1,7 2-276,3 0-557,25 1 183,46-2 707,11-1-1429,9 0 0,13-3 0,2 0 865,-16 3 1,0 1 0,2-1 0,4 0-386,-2 0 1,4-1 0,2 0 0,2 0 0,-2 0 0,-3 0 233,0 1 1,-3 1 0,0 0-1,2-1 1,5 0-26,-5 2 0,4-1 0,3-1 0,2 1 0,1-1 0,-2 1 1,-1 0-1,-3 1-272,6-1 0,-4 1 1,-1 0-1,0 0 0,3 0 1,3-1 324,-8 2 0,3-1 0,2-1 0,1 1 0,1 0 0,0-1 0,0 1 0,-2 0 0,-1 0-129,1 1 1,0-1-1,-2 1 1,0-1-1,0 1 1,1 0 0,-1 0-1,1 0 142,3-1 1,1 0 0,0 1 0,0-1 0,0 0-1,-1 1 1,-1-1 0,-2 1-39,0 0 1,-3 0 0,-2 1 0,1-1 0,0 1 0,3-1-1,2 0 13,-3 1 0,3 0 0,3-1 0,1 1 0,1-1 0,0 1 0,-2 0 1,-2 0-1,-3 0 0,-5 1 15,3-1 0,-5 1 0,-3 1 0,0 0 0,3-1 0,6 0-31,-5 0 0,4 0 0,4 0 0,3-1 0,1 1 0,1-1 0,0 0 0,-2 1 0,-2-1 1,-4 1-1,-5 1 31,9-2 1,-6 1-1,-2 0 1,-2 0 0,2 0-1,4-1-71,-5 1 1,4-1 0,1 1 0,1-1 0,0 0 0,-2 0-1,-2 1 1,-3-1-5,7-1 0,-2 0 0,-3 1 1,-2-1-1,-1 0-40,4 0 1,-3 0 0,-2 0 0,-3 0-16,18-2 0,-7 0 59,-9 0 0,-8 1-257,-16 2 160,-13-2 1,-16 7 0,-9 0 0</inkml:trace>
  <inkml:trace contextRef="#ctx0" brushRef="#br0" timeOffset="308236">18978 1428 25896,'-36'-42'-1340,"-1"-1"0,1 1 0,3 4 0,0 1 0,0 6 675,-6 7 1,-1 5 751,-11-4 0,-4 0 6,6 4 1,-4-2-1,-1 2 16,7 3 1,-1 1 0,-1 0 0,2 1 37,-8-2 1,2 1-1,-5 0 95,3 1 0,-6 1 0,-2-1 0,0 1 0,4 1-648,-3 0 0,2 2 0,0 0 0,-2 0 676,6 0 1,-2 0-1,-1-1 1,-1 1-1,-3 1-225,10 2 0,-3 0 1,-2 0-1,0 1 0,1 0 1,1 1-1,2 0 59,-5 0 0,2 1 0,2 0 0,-2 0 0,-3 1-136,3-1 0,-3 0 0,-1 1 1,-2-1-1,1 1 0,1 0 1,3 1-11,-1 0 1,2 1-1,1 1 1,0 0 0,1 0-1,0 1-20,0 0 0,1 0 0,-1 1 0,1 0 0,0 1 0,0 0-22,1 0 1,0 1 0,0 1 0,0-1 0,0 2 0,0-1 37,-1 2 1,1-1 0,0 2-1,0 0 1,-1 0 0,1 0 61,-2 2 0,-1-1 0,0 2 1,1-1-1,1 1 0,1-1 1,0 1 0,2-1 0,1 1 0,-2 0 0,-4 2 29,2-1 1,-4 2 0,-2 1 0,-1 0 0,1 1 0,1-2 0,4 1 3,-5 1 1,3-1-1,2 0 1,-2 1-1,-3 1 34,4-2 0,-3 2 0,-2 0 0,-1 1 0,0 0 0,3 0 0,2 0-5,1-1 1,2 1 0,2-1 0,0 1-1,1 0 1,0 0-7,-7 4 1,1 0 0,0 1 0,2 0 0,1 1 22,4-2 0,1 1 0,1 0 0,1 1 0,2 1 51,-5 4 0,2 0 0,2 2 0,3 0 93,-4 7 0,3 2 1,6 1 784,9-3 1,4 1-1,6 2-1431,3 16 0,11 1-375,15 0 1,11-1 252,0-18 0,4-1 1,4 0 205,8 1 1,4-1 0,3-2 173,-7-7 1,3 0-1,1-2 1,2-1-43,4 2 0,2-2 0,1 0 0,1-1 135,6 0 1,0-1-1,3-1 1,0-1 119,-7-5 1,-1 0 0,2-1 0,2-1 0,3 0 113,-4-4 0,2 1 1,3-1-1,0-1 0,1 0 1,-3-1-1,-3-1 203,7 2 0,-5-1 0,0-1 1,1-1-1,5 1-113,-8-3 1,3 1 0,2-1 0,2 0 0,0 0 0,-1-1 0,-1 0 0,-4-1 4,6 0 0,-3-1 0,-2 0 0,1-1 0,1 0 0,2 0-108,-5 0 1,1 0-1,2 0 1,0 0-1,1 0 1,0-1-1,0 0 1,0 0-21,0 0 1,0-1 0,0 0 0,1 0 0,-1-1 0,1 1 0,-1-1 0,1 0-17,-1 0 0,0 0 1,1-1-1,-1 1 1,0-1-1,1 0 1,-1-1-1,0 1-9,-1-1 0,1 0 1,-1 0-1,0-1 1,1 0-1,-1 0 1,-1 0-1,1 0-18,-2-1 1,0 0-1,-1 0 1,0 0 0,1-1-1,0 0 1,0 0-1,1-2-83,-2 0 0,2 0 1,0-1-1,1-1 0,0 0 1,-1 0-1,-1 0 0,0-1 1,-2 1-21,7-2 0,-1-1 0,-1 0 0,-1 0 0,-1 0 0,0-1 0,0 0 0,-3 1 0,0-1 0,0 1 0,-1-1 0,-1 0 0,-1-1 0,-1 0 0,3-3 0,-1 1 0,-2-2 0,0 0 0,-2 1 0,-2-1 0,9-4 0,-3 0 0,-2-1 0,3-1 0,-6 2 0,2-1 0,0-1 0,0-1 0,-3 1 0,4-5 0,0-1 0,-3 0 0,-3-1 0,6-7 0,-4-1 0,-5-2 0,-10 5 0,-4 0 0,-9-2 0,-4-12 0,-17 2-1097,-22 3 1,-17 7 414,-2 12 1,-8 6 0,-5 1 211,1 4 0,-4 3 1,-4 0-1,-1 2-53,13 3 1,-2 1-1,0 1 1,-3 0 0,0 1-1,-2 0 534,0 0 1,-4 1 0,-1 1 0,0-1 0,1 1 0,3 1-1,4-1 1,-9-1 0,5 1 0,2 1 0,0-1 0,0 2-1,-1 0 1,1 0 0,0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14:33:18.3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14979 526 17719,'8'-45'1262,"0"-1"0,-1 7 1,-2 11-264,-7 20-988,0 14 411,-7 19-332,-4 18-48,1 0 0,1 3-273,2-2 0,1 2 239,-1 10 1,3-2-4,4-18 1,2-1-28,2 5 0,3-1 127,4 20-718,-2-25 0,1-1-7700,8 25 8313,-3-24 0,-4-12 0,-6-18 0</inkml:trace>
  <inkml:trace contextRef="#ctx0" brushRef="#br0" timeOffset="417">14955 180 14869,'-41'-18'1158,"0"0"0,0 0 0,-17-3 0,7 10-811,7 24-50,16 5 0,1 5-37,1 2 1,0 5-1857,-3 4 0,-2 6 0,2-3 1652,-3 5 0,2 3-27,4-4 1,-1 7-1,1 1 1,4-7-25,2 2 1,3 1 221,-3 8 0,0 7 0,8-3-244,12-13 1,4-2-1,4-1 3,6 19 0,8-2 16,1-18 0,5-2 0,4-6-8,22-1 0,7-9-11,-16-10 1,2-2-1,1-3 5,4-1 1,1-2 0,-2-2 8,11 0 1,0-5 22,-2-4 1,3-2-1,-7-2-3,-12 1 0,0-3 20,-2-3 1,7-3 0,-1-2 0,-7 0 54,3-10 1,-5-3-18,-3 1 0,1-4 0,-6 1-31,-5-2 1,-8-3 41,-7-3 0,-5-6 0,-5 3-33,-6-4 0,-5-1-10,0 5 0,-1-4 0,-4 5-10,-5 3 1,-4 4 8,-10-2 0,-5 5 261,5 12 1,-3 4-394,-21-3 1,-3 3-197,7 7 1,2 4-449,1 4 0,0 4 734,-1 7 0,6 3 0,12-1 0,-13 6 0</inkml:trace>
  <inkml:trace contextRef="#ctx0" brushRef="#br0" timeOffset="1067">14417 1336 19993,'2'-3'9408,"0"1"-6042,-2 2-3366,23-44 0,-17 33 0,12-25 0,-33 56 0,-19 23 0,7-12 0,-3 2 0,-8 9 0,0-1 0,5-6 0,-1 2 0,-6 6 0,-4 4 0,6-6 0,10-11 0,1 0 0,-8 8 0,-2 5 0,6-8 0,2 1 0,9-6 0,3-2 0,6-1 0,5 1-308,27-19 0,-11-8 1,10-1-1</inkml:trace>
  <inkml:trace contextRef="#ctx0" brushRef="#br0" timeOffset="1793">14546 1360 20305,'-4'-3'4656,"0"1"-575,4 2-3170,-37-46-1979,27 34 271,-27-33 187,38 44 1392,6 3-1831,11 5 861,18 9-34,2 2-147,8 4 0,6 3-138,-7-3 0,2 1 539,1 0 0,3 2 0,-3-1 7,6 2 1,1 1-315,-14-7 1,3 1 0,2 1 0,-4-2 172,-1 0 1,-2-2-1,2 2 66,15 7 0,4 1 0,-6-2-21,-2-2 1,-4-1-6,3 3 0,-3 0-1567,-10 0 0,-3 0 1639,1 2 1,-3-2-1,12 14 1,-26-18-1</inkml:trace>
  <inkml:trace contextRef="#ctx0" brushRef="#br0" timeOffset="2835">13385 2289 11659,'0'4'3383,"0"-1"1933,0-3-5366,-1-16 72,0 13 185,-1-8 129,-1 18 84,-2 5 28,-5 3-61,-8 0 61,-15 2-308,8-7 163,-16-2 357,4-13-508,10 1 44,-3-12-124,23 3 24,1-19-85,4 13 6,8-19-23,7 14 6,4 1-11,36-8 0,-23 20 2,5 1 1,2 3-3,14 9-217,-19 2 0,0 4 205,0 1 1,-1 4-1,-2 10 1,-3 1 11,7 13 0,-21-6 0,-7 2 11,-23 22-1647,-11-7 0,-6 1 1636,9-14 0,-3-2 3,-2 0 1,-4 0 0,0-4-363,-7-1 1,2-5 380,6-1 1,1-3-29,-7-3 1,2-5 150,-2-8 346,-10-14-315,18-4 2879,6-9-3010,18 8 1186,4-2-1241,17 2 21,6 3-11,23 3-2,12 12 14,-4 3-1645,-3 4 1,0 2 1550,6 2-49,-3 0 0,5 0-693,-8-4 1,-1 0 165,2-1 0,1 0 198,-4-2 1,0-1-1022,-7-3 0,-2-2-5429,16-10 6920,2-1 0,-24-1 1,-14 5-1</inkml:trace>
  <inkml:trace contextRef="#ctx0" brushRef="#br0" timeOffset="3209">13989 2187 12393,'-39'-38'931,"-1"0"0,1 0 1,-5 0-1,-1 1 1,1 9-418,-1 10 1,-2 8-987,-5 1 1,-6 1-1,1 4 637,4 3 1,0 3-1,1 1-97,-1 0 0,-1 1 1,2 3 45,-1 5 1,1 2 0,3 3-131,-9 5 1,1 4 71,12-4 0,-1 3 0,2 2-19,5 2 0,1 2 1,3 2-20,2 2 0,3 2 0,2 4-14,2 11 0,4 5 1,3-3-8,-2 4 1,6 1-6,9-5 1,3 4-1,9-3-458,10-11 1,6-3 0,0-1 440,3 13 1,8-3-18,2-16 0,8 1 1,4-4-1,-2-5-428,1-6 1,-1-7 0,5 0 457,2 2 0,5-1 0,0-1 0,-3-3-3,-1-2 1,-3-3 0,2-2 10,10-3 0,2-1 0,-1-5 41,-3-4 1,-1-3 0,-1-2 21,1-1 0,-1-2 0,-2-2-23,-4 2 1,-1-2 0,-4-5 75,-2-9 0,-3-6 0,-6 0-353,-2-9 1,-4-1 263,-5 11 1,0-1-1,-4-3 32,-4-10 0,-5-4 0,-2 4 369,-4-2 0,-3 0-390,-3 5 0,-1-2 0,-4 4-10,-11-5 0,-4 8 606,1 10 0,-5 5-745,-21-3 1,-4 6-193,-6 5-1104,1 7 1,-1 5 1411,-2 7 0,9 3 0,23 1 0</inkml:trace>
  <inkml:trace contextRef="#ctx0" brushRef="#br0" timeOffset="4505">16285 2231 22722,'10'-13'151,"-3"6"-56,-7 13 40,-3 4 49,-5 4 40,-4 2 6,-8-1 16,-5-4 23,-4-4 9,-3-7-31,3-7-40,4-9-129,7-1 85,0-21-107,10 6-23,2-17 1,13 11 25,2 11-6,8 2 2,0 13-2,7 1-16,6 7 8,18 19 111,-6 9-83,-17-4 1,-3 3-96,3 28 28,-17 7 163,-14-8-257,-16-7 1,-7 1-315,0-12 0,-3 0 384,3-2 0,-3 1 0,0-2-23,-7 2 0,-1-4 9,7-6 1,0-3 113,-16 0-6,15-15-191,12-11 142,10-7-79,7 1-2,17-11 690,-1 11-714,38-12-1,-2 17 34,-9 3 0,2 1-8,18 5 24,-6 4 1,2 2-539,-13 0 0,1 0 489,20 4 1,1-1-67,-11-2 0,-2 0 60,-12-2 0,1-1-263,9-1 0,-1-3-219,11-8 280,-18 0 1,-1-3-421,15-19 392,-10-10 118,-10-9 106,-16-11 76,-12 25 0,-4-2 39,-4-2 1,-4-2 67,-5 1 0,-3-3 1,0 4-58,-1 1 0,-1 1 6,-10-13 0,-1 5 37,-9 10 27,1 15 1,-8 1 0,2 2-636,5 2 1,-2 2 580,-15-2 0,-9-1 1,3 5 42,0 7 1,1 5 33,9 0 0,-2 2 1,1 1-1,1 2 0,0 1 0,1 2 8,3 3 0,1 2 0,1 3 16,2 1 1,2 2 0,2 3 18,1 2 1,1 3 0,3 2-27,1 2 1,1 3 0,3 1-26,1 4 0,2 1 0,3 1-54,2 3 1,2 0-1,3-1-93,-2 11 0,7 0-54,8-3 0,6 4 1,4-5-102,11 1 1,7-4 17,-1-2 0,6 1 0,4-6-480,3-10 1,5-5 0,3-4 470,5-1 1,5-3-1,1-4 79,-11-4 0,2-1 0,1-2 0,1-1-249,2-1 0,1-1 0,0-2 0,1 0 310,-1-2 0,1-1 0,0-1 0,-1-1 41,-2-1 0,0-2 1,-1 0-1,-1-3-269,12-4 1,-2-3 0,-4-1 315,-14 3 0,-2 0 0,-1-6 109,6-9 0,-2-7 0,-6 0-72,-3-7 1,-4-4-85,-3 1 0,0-4 0,-4 2-1,-3-3 1,-6-2 22,-4 2 1,-3-5 0,-4 4-7,-7 1 0,-4 1 56,0 4 1,-2-3 0,-6 5-144,-14-2 1,-8 7-141,-8 3 1,-5 5-464,13 14 0,-2 3 0,-2 2 665,-7 2 0,-1 3 0,4 2 0,3-1 0,4 3 0,2 3 0,-1 0 0</inkml:trace>
  <inkml:trace contextRef="#ctx0" brushRef="#br0" timeOffset="5467">12815 3172 20610,'-15'-17'812,"-7"11"-577,-2 23-59,-3 3 1,-2 4-79,-2 1 1,-2 1-1042,-13 11 0,0 0 977,11-10 0,0 0 27,-14 10 1,-1-1-232,4-4 0,-3 1 235,0-2 0,-4 1 1,0 0-33,8-6 1,1-1-1,-1 0-752,-5 2 1,-2 0 0,5-3 724,3-2 0,3-1-15,-3 0 1,4 0-171,-8 6-281,1 2-2307,21-4-7064,21-9 9247,8-4 1,4-8-1,-4-2 1</inkml:trace>
  <inkml:trace contextRef="#ctx0" brushRef="#br0" timeOffset="6410">11472 4185 20459,'-22'-20'537,"4"3"-363,18 17 2565,0 0-2560,1-9-162,1 2 22,5-23-28,-1 14 6,8-20-6,7 6-11,4-1-5,8 2-12,-4 14 11,-5 8-27,12 6 22,-16 6-6,24 17-6,-19 4 23,5 17 28,-15 1-11,-15 6-22,-15 5-502,-15 1 521,11-30 0,-2-2 14,-21 16 28,4-11 28,4-15 17,7-9 17,5-11-45,7-8-29,4-8 496,6-5-529,5 5-5,16-7 0,4 13-18,17-3 12,4 12 0,6 11-16,6 9-1,1 14 0,-11-2-6,-17 0 1,-4 2 0,-4 14 8,-8-9 0,-7 1-53,-24 26-17,1-29 0,-4-1-387,-6 0 1,-4-1 204,-3-4 0,-2-2-289,-1-2 1,-1-3-457,1-5 0,0-2-1398,1-2 0,2-3 2409,-21-5 0,24-1 0,17-2 0</inkml:trace>
  <inkml:trace contextRef="#ctx0" brushRef="#br0" timeOffset="6837">11517 3901 11693,'3'-45'2309,"1"-1"1,-4 6-1,-7 7-1580,-29 16-236,-19 11-283,21 10 0,-3 5-1939,-15 12 0,-1 5 1804,15-5 1,2 4 4,-1 4 0,-1 5 1,3 2-380,-1 13 1,4 4 322,4-6 0,1 3 0,1 4-24,7-2 0,1 4 0,2 1 0,2-2-10,4-6 0,1-1 1,1 0-1,2 0 6,-2 15 1,2-1-1,6-2-28,6-8 0,4-2 1,4-5 181,10 4 1,5-3-224,-3-11 0,4 0 1,2-4-201,4-5 0,4-3 0,1-4 245,5-3 0,3-4 0,1-3 71,4-3 0,3-3 0,-1-4 11,3-2 0,0-4 0,0-3 33,-1-3 1,1-3 0,-2-2 33,-3-4 1,0-2-1,-3-3 24,-2-2 1,-3-3 0,-2-1 122,-2-3 0,-3-1 0,-3-2-171,-2-2 0,-3-2 0,-3-1-43,-2-4 0,-2-1 0,-4-2-283,-1-1 0,-3-1 0,-3-1 260,-1-1 1,-4 0 0,-2 0 9,-3 4 0,-2-1 0,-4 3 42,-3 3 0,-4 1 0,-3 3-36,-12-13 1,-8 6-34,-8 7 0,-6 6 208,-6 8 0,-3 6-248,-4 5 1,-1 6-81,0 4 0,1 4-362,4 5 0,2 3-2433,7 3 0,3 2 2655,10 1 0,5 2 1,-5 3-1,18-6 1</inkml:trace>
  <inkml:trace contextRef="#ctx0" brushRef="#br0" timeOffset="7943">17247 2933 21651,'-26'-53'903,"5"11"-948,21 42-39,0 0 84,1 5 67,7 5-16,9 11-29,4 1 11,8 1 1,4 2-17,-1-4 0,3 1-561,-1 1 0,4 1 0,0 0 542,2-1 0,-1-1 0,2 1-13,4 2 0,1 0 0,1 0 11,2 1 1,0 0-1,1-1 4,0 0 0,1 1 0,-2-1-4,-2-1 0,-1-1 1,-1 0-10,-4 0 0,0-1 0,-3 0-49,12 7 0,-1 2-403,2 4 0,-3 0-120,-16-12 0,-2 0 585,15 10 0,-6-4 0,-16-12 0,10 6 0</inkml:trace>
  <inkml:trace contextRef="#ctx0" brushRef="#br0" timeOffset="8618">18566 3881 21741,'1'-35'303,"1"-1"0,3-23-259,9 46-38,4 1-23,9 2-5,8 2-23,8 4-17,5 6 6,2 7-11,-6 9-57,-1 14 68,-14 1 34,-7 0 22,-13 1 95,-9-8 68,-7 6 16,-7-2 34,-8-4 45,-2-4 72,3-8 101,6-7 6,7-3-78,5-4-583,2 0 212,8 1 24,15 4-18,10 5-11,13 8-16,-1 6 10,0 5-5,-7 4-45,-6 8 73,-15-6 17,-10-2 17,-25-4-51,-19-4-42,8-10 0,-4-1-544,-6-1 0,-2-1 7,-3-3 0,0-2-844,-1-2 1,1-2 1439,0-5 0,4-1 0,-4 1 0,10-7 0</inkml:trace>
  <inkml:trace contextRef="#ctx0" brushRef="#br0" timeOffset="8985">18635 3491 14101,'-4'-1'4548,"0"-1"-3708,-36 4 1,-13 6-1787,25 4 0,-2 2 1089,-30-1 0,-1 5 36,20 11 0,5 6-95,5-3 0,1 3-48,-7 10 1,4 7-4,11 2 1,5 6 0,2-4-32,2-3 1,4 0-1,3-3 0,4 2 0,6-4 12,14-3 1,7-4 4,7 1 1,7-1-9,-4-9 0,3 0 1,6-4-18,-1-6 0,6-2 1,1-3-1,-1-2 15,12 2 1,0-4-1,0-1-461,0-2 0,-1 0 1,0-5 527,-4-5 1,-1-2-1,-4-4 114,5-5 1,-3-5 56,-12 1 1,1-2 0,-3-5-58,-1-6 0,-3-5 1,-3-1-77,4-13 1,-6-5-69,-10 11 1,-3-3 0,-3 2-25,-3-3 1,-6 0 2,-4-11 1,-7 0-18,-13 2 0,-7 3-523,-3-1 0,-7 3 468,3 14 1,-5 2-1,-1 4-90,-1 7 1,-2 5 0,1 1-144,-11-3 0,-2 4-1117,8 6 1,-2 2 0,3 2 1396,-2 1 0,4 2 0,-17-2 0,40 4 0</inkml:trace>
  <inkml:trace contextRef="#ctx0" brushRef="#br0" timeOffset="9726">13752 3296 23819,'-19'-34'728,"0"1"0,-11-20-644,30 52-156,0 1 16,4 15 78,8 12-11,1 9 0,6 4 1,1 4-4,-4-8 0,0 1-534,9 19 1,0 3 499,-3-8 1,-2-2-20,-3-10 1,-1 1-435,6 15 0,-1-2-417,-2 1 896,1 5 0,-3-4 0,-8-24 0,4 20 0</inkml:trace>
  <inkml:trace contextRef="#ctx0" brushRef="#br0" timeOffset="10402">13872 4496 18375,'4'-55'1437,"-1"0"1,0 6 0,-1 8-973,1 15-336,-2 13-62,-1 10-22,0 12 89,-4 16 40,-4 20-90,1-12 0,0 1-11,-5 26-12,3-9 1,2 1-317,3-19 0,2 1 260,1 12 1,2-1 6,10 10 38,8-15 112,3-15 163,4-13-140,-4-13 263,21-26-201,-10-6-121,-9 7 0,-1-3 14,-3-3 0,-2 1-95,5-12 576,3-10-581,-13 28-24,0 1-21,-5 11-6,-1 13 11,-3 5 0,6 14 5,-1 6-5,1 4-11,4 27 0,-3-11-9,-4-13 1,-1 1-82,6 22-118,-2-5-240,-1-7-454,-1-9-722,-1-11 463,-1-9-6954,5-7 8126,-3-10 0,0 2 0,-4-3 0</inkml:trace>
  <inkml:trace contextRef="#ctx0" brushRef="#br0" timeOffset="10819">14311 4116 15888,'-56'-23'1389,"0"0"0,-1 3 1,2 7-1038,11 16 1,0 6-470,-3 2 1,-1 6 362,8 3 1,-1 5-1,4 0-485,-4 2 1,4 4 327,2 3 1,0 5 0,5 0-527,2 10 0,5 3 459,4-8 1,0 2-1,4 2-17,2 0 1,2 1 0,4 1-12,3-2 1,4 0-1,3 0-9,4-2 0,3-1 1,4-2-1,4-3 0,4-2 0,4-3 5,4-3 1,3-2 0,4-4 1,3-3 1,4-4-1,1-3 4,3-3 1,2-3-1,1-2 17,2-2 0,0-3 0,0-1 22,-1-4 1,0-2 0,-1-2 36,-2-3 1,0-1 0,-3-4 31,-2-2 1,-3-3 0,-1-2 25,-4-3 1,-3-2 0,-2-2-167,9-16 0,-6-7 125,-13 7 1,-4-4-1,-3-1-63,-4 5 0,-2 0 1,-2-1-220,-1 1 1,-2-1 0,-3 0 201,-3 2 0,-4-1 1,-2 4-2,-8-7 0,-4 3 0,-8-8 1,-6 4-26,1 17 0,-4 5 1,1 2-21,-2 0 1,-2 4-160,-18 0 0,0 7-590,24 9 0,4 3-3147,-32 0 3933,13 7 0,33-2 0,3 2 0</inkml:trace>
  <inkml:trace contextRef="#ctx0" brushRef="#br0" timeOffset="11392">15995 3199 17778,'5'-49'1284,"0"0"1,0 1 0,1 7-624,4 11-41,-3 6-172,-3 13-136,-4 8-278,1 1 162,-6 19-12,-6 13-117,1 0 1,-2 2-18,-11 27-290,4-13 0,-2 5 256,4-11 1,-1 2 0,0-1-11,-4 9 0,-1 2-1,-2 3 1,-3 4-1,2-6-16,5-12 0,0-2-20,-5 10 0,1-3-176,6-14 0,2-4-1708,-1 8 1915,3 0 0,9-18 0,6-7 0</inkml:trace>
  <inkml:trace contextRef="#ctx0" brushRef="#br0" timeOffset="12442">15448 4227 18571,'11'-55'1363,"1"1"0,-2 5 0,1 7-1100,-1 15 197,3 3-393,-8 16 73,4 3 61,-6 18 79,0 16-28,-7 23-162,-3-1-40,-3-12 1,-1 2-26,0-6 0,-1 1-280,-3 16 1,1 1 256,5-12 1,1-2 2,1 0 1,4-5 6,5-1 172,13-15 29,6-24-62,20-17-70,-15 3 1,0-3-126,5-5 0,0-1 158,1-1 1,0-1 53,1-3 0,-3 2-78,7-11 67,-3 1-68,-26 30-72,-1 2 538,-5 12-515,-2 27-7,-1 10-30,0-6 0,-1 1-3,-1 17 2,1-8 1,1 0-31,6 14-8,0-16 0,2-2-26,9 4-336,21-5-94,-3-25-164,21-9-22,-1-22 409,-25 0 0,-1-3 73,17-18 28,-15-1 0,-2-5-403,-10 10 0,-1-1 585,7-18 0,-3-2 31,-7 9 0,-4 0-131,-2 0 0,-3 1 144,-6 1 1,-3 1 11,-4 2 0,-4 2 8,-5 2 1,-5 4-20,-4 2 0,-4 5 13,-6 3 1,-3 6 25,-8 4 0,-1 4-48,7 3 1,-2 4-569,-6 7 0,-5 5 0,2 2 557,-7 5 0,0 5-17,2 0 1,-3 4-1,3 4 0,9 0 1,4 3 0,1 3-14,0 5 0,3 3 1,2-1-7,8-7 1,3 1 0,1 4-4,3 6 0,2 5 0,2 2 0,5-4-4,3 0 0,5-3 1,2 4-3,0 0 0,1 3 1,3 0-1,6-4-354,8 1 0,6-3 0,5-3 361,8-4 1,4-4 0,3-4-4,-7-7 0,2-2 1,6-4 5,8-4 0,8-3 0,2-2 0,-4-4 16,1-1 1,-1-4 0,3-2-236,1-1 1,5-2 0,0-1 0,-3-4 267,-11-2 0,-2-3 1,-1-2-1,-2-2 24,-1-2 0,-1-1 1,-1-3-1,-3-2-157,9-9 1,-3-4 0,-3-2 151,-5-3 1,-4-2 0,-4 1-55,-7 9 1,-3-1 0,-2-3 0,-4-4 1,-1-5 0,-3-1 0,-1 4-9,-3 2 0,-2 3 0,-2-3-17,-1-15 1,-3-3-1,-3 6-16,-3 6 0,-9 7-214,-11 11 1,-10 2-1,-1 8-2118,-12 5 1,-4 6 2353,8 1 0,-4 1 0,6 3 0,2 4 0,6 4 0,-9 4 0</inkml:trace>
  <inkml:trace contextRef="#ctx0" brushRef="#br0" timeOffset="21854">4599 9637 17344,'-50'-4'952,"-1"0"1,5 0-1,7 1-504,15 2-73,2 0-39,2 1-5,6 0-23,4 0-196,4 0 17,5 0-370,0 0 263,7 2 85,4 3-45,5 0 83,12 3 46,26-1-141,-21-4 1,4-1-139,14 1 1,3-1 120,3-2 1,1 0-942,-13 0 0,1 0 1,-1 0 918,11 0 0,1 0 2,1 0 0,5 0 0,-7 0-399,-9 0 1,0 0 386,-1 0 0,8 0 1,0 0-1,-8 0 2,-4 0 0,-1 0-5,15 0 0,7 0 0,-6 0 2,-8 0 0,-2 0-4,-2 0 1,2 0-1,-2 0 4,8 1 0,-3 1-3,-12-2 0,0 2-5,13 2 0,-3 0-107,0 1 115,-7 0 0,0 0 17,11 4-11,-9-3 184,15 3-162,-27-7-12,5 0 2517,-4-3-2465,0-4-40,-5 2 39,11-5-50,-21 5 1108,8-3-1114,-12 3 166,1 1-211,-5 0-1019,5 0-812,-3 0 1017,6 0 0,-9 1 0,0 0 0</inkml:trace>
  <inkml:trace contextRef="#ctx0" brushRef="#br0" timeOffset="24156">16597 2336 7985,'0'0'0</inkml:trace>
  <inkml:trace contextRef="#ctx0" brushRef="#br0" timeOffset="25848">7786 9631 15158,'-49'-3'1434,"0"0"0,7 2 0,10-1-394,20-1-901,10 3-147,1 0 59,8 0 116,5 3-11,16 2 52,35 2-147,-27-5 1,2 0-786,2 0 1,3-1 756,8 0 1,1-2-6,-4 1 0,1-1-983,3 0 1,3 0 0,-2 0 959,2 0 1,1 0-2,-10 0 0,6 0 0,-2 0 1,-6 0-386,-2 0 1,0 0 385,10 0 1,5 0-1,-4 0 3,0 0 1,-1-1-7,-9 1 0,2 0 0,-1 0-2,19-1 0,-1-1-3,-4 1 0,-1-1-160,-6 0 1,-2-1 164,-6 2 1,-2 0 354,-7-1 0,-2 1-363,17 0 6,-14 1 6,-17 1 2715,-9 0-2677,-7 0 726,-2 0-1834,1-1-757,3 1 1821,3 0 0,-3 0 0,1 0 0</inkml:trace>
  <inkml:trace contextRef="#ctx0" brushRef="#br0" timeOffset="26727">10745 9751 9425,'-58'2'2563,"0"0"0,4 0 1,12-1-1797,24-1 796,-3-3-868,7 1-270,-2-4-279,9 4 173,-2-3-230,3 3 242,-4-4-180,5 5 179,-1-2-352,5 2-180,2 0 141,7 0-3225,15 0 3331,4-1-3,14 0 0,6 0-402,-6 0 0,1 0 363,0 0 1,3 0 0,0 1-1,17-1 0,1-1-1,-18 2 0,2 0 0,-2 0-2,10 0 0,3-1 1,-10 1 0,5-1 1,1 1-1,-3-1-700,4 0 0,-1 1 0,1-1 686,-7 0 1,1 1-1,2-1 1,0 0-30,8 0 0,1 0 0,0 0 0,-5 1-216,-3-1 1,-4 1 0,2 0 244,0-1 1,2 1-1,0-1 1,-3 1-9,-4-1 1,-3 1-1,-1 0-77,11-1 0,-2-1 527,-8 0 0,-2 1-1989,-4-1 0,-1-1 1560,20-3 0,-22 3 0,-15 1 0</inkml:trace>
  <inkml:trace contextRef="#ctx0" brushRef="#br0" timeOffset="29639">1677 10579 13239,'0'-5'4973,"0"0"-3605,0 5-909,-69-46-62,31 41-193,-12-13 1,-1 5-132,16 27 0,-6 15-40,23-4-5,1 12-28,8 4-5,16 12 5,1-16 0,22 10 0,5-21-1702,-2-9 0,1-2 1691,15 3-374,-8-8 1,-1-2 378,-9-2-11,16 2 34,-34-4 73,-3 2 27,-16 4 6,-17 10-89,1-6 814,-21 11-758,9-13-1,-16 2-83,16-8-589,-15-9-3522,28-9 4105,-5-4 0,16 3 0,7 4 0</inkml:trace>
  <inkml:trace contextRef="#ctx0" brushRef="#br0" timeOffset="30922">1986 10491 14656,'2'-6'7713,"-1"1"-6335,-1 5-1367,-1-8-11,0 18 11,1-2-11,-1 38-62,3 5-30,1-18 0,2 2-222,4 7 0,2-2-50,5 15-532,0-12 0,0-3-118,-3-9-1747,6 18-264,-14-30 432,0-3 2453,-8-17 1227,-4-10-320,-2-5 1131,-6-9 1177,-4-3-1416,-3-1-338,-5-2-363,7 11-594,6 8 168,3 3-649,7 7-102,1 0 169,10 5 100,11 2-33,6 1-34,26-1-50,4-4-223,-17-3 1,2-2 263,-1-1 1,1-3-11,7-3 0,-1-3 36,-10 1 0,0-1 67,7-6 0,-4-1 45,-2-5 179,-1-9-217,-28 14 88,-1 1 118,-13-1-95,-6 8-79,-11 1-67,2 6 539,-22 12-539,5 16-39,-5 8 0,14 3 248,17 5-248,11-7-28,15 11-17,15-10 34,1-8 11,17-12 0,-21-12 78,30-15 68,-18-4 72,11-15-67,-23 8 387,-7-15-376,-12 20 309,-7-22-230,-8 22-168,-3-3 28,-14 11-84,3 11-17,-6 3-6,-9 24 0,13 4-10,-6 20-35,18-1-50,7 1 29,7-10-332,13 15 208,-2-28-345,13 3 1,6-3 86,14-7 384,-14-5 0,1-4-30,28-10 144,-15-11 124,7-8-44,-18-2 408,-1-17-112,-19 9-28,3-11-28,-11 12-190,-5 9 128,0 8-307,-1 8-23,0 4 5,0 17 40,0 8-6,1 18-11,0 5 11,2 5-16,-1-10-12,3 12-3403,0 2 3409,-2-11-316,-1-12 0,0-4 316,-1-5 34,1 4 21,-2-23 158,2-12-157,-2-11 3062,0-15-3084,0-17-1,3-13 147,-1 26 1,0-1-142,2-1 0,1 0-6,3-23 25,-1 19 1,1 2-25,-1 0-183,3-2 0,2 1 188,5 0-30,-2 11 0,1 1 2,18-11-17,16 2 17,-13 16-22,16 4-6,-17 21-45,16 17 51,-18-2-3130,4 19 3118,-26-18 363,-6 26-335,-21-12-11,-17 14-50,-19-13-31,21-21 0,-1-2-202,-3-3 0,0-2-515,1-3 1,1-3 814,-27-10 1,28 5 0,10-5 0</inkml:trace>
  <inkml:trace contextRef="#ctx0" brushRef="#br0" timeOffset="32088">3942 10737 20991,'6'-54'784,"0"1"0,0 8 0,-2 6-5,-4 0-135,0 14-135,-2-2-144,0 9-208,-1 10-219,2 6-11,-3 12 96,0 15-1,-2 6-14,-2 7 1,0 3-238,1-8 0,0 0 226,-3 16 1,1 0-7,3-11 1,2-3 8,-1 25 17,4-18-12,1-16 91,1-15 178,0-7 447,2-10-615,1-7-22,3-13 11,1-10-33,-1-10-28,-1-4 5,0-3-11,-3 4 5,0 8 18,-1 13-6,-1 11-45,0 10-84,-1 4-40,-1 5 52,0 7-96,1 9-269,-1 13-561,3 10-3964,8 14 4962,1-13 0,1-7 0,-6-22 0</inkml:trace>
  <inkml:trace contextRef="#ctx0" brushRef="#br0" timeOffset="32488">4626 10587 18380,'0'-4'3944,"0"1"-3507,0 3-308,-61-4-51,30 19-75,-4-11 0,2 2-3,15 15-6,14-4 57,8-4 5,1-3 134,9-2 84,1-7-122,1-3 615,18-16-263,-16 3-263,7-9 185,-17 3-107,-10 3-112,-7-4-134,-1 5 17,-10 2-46,0 7-32,-9 1-57,5 9-84,2 6 0,11 5-414,6 12-555,7 1-1097,12 10 2195,21 15 0,-15-27 0,8 6 0</inkml:trace>
  <inkml:trace contextRef="#ctx0" brushRef="#br0" timeOffset="32780">4698 10838 9306,'-9'0'5041,"2"0"-1602,7 0-3131,0 0 1451,-60 8-1563,27 6-137,-8-1 0,1 4-54,15 12 792,9 5-792,16-15 3081,13 1-2968,15-9-1,5-3 85,7-8-79,-14-5 129,0-8 90,-8-4-106,-2-2-152,-4 2 16,-9 0-228,-6 7-119,-1-1-1170,-7 4-6061,-4 5 7478,-2 0 0,5 2 0,5 0 0</inkml:trace>
  <inkml:trace contextRef="#ctx0" brushRef="#br0" timeOffset="33247">1533 11509 14583,'-63'6'1178,"0"-1"0,12-2 0,7 2-601,0 6-465,30-3 309,14 7-102,15-5 285,22-1 1,9-2-317,2-3 1,5-1-885,0 0 1,6-1-1,1-1 608,-12-1 1,-1-2 0,2-1 0,1 1-693,6-1 0,2 0 0,0-1 0,-3 0 675,-7 0 1,-1 0 0,-1 0 0,3-1-14,1 1 0,2-1 0,1 0 0,0-1 0,-1 1-390,5-1 0,-2 1 1,1-1-1,5 0 327,-6 0 1,5 0 0,2-1 0,0 1 0,-2-1 0,-4 2 31,6-2 0,-4 2 0,0-1 0,4 0-42,-6 0 0,5 0 1,2-1-1,-1 1 1,-5 0-1,-8 1 29,-2 1 1,-6 0 0,2 0 5,17-2 0,5-1 0,-2 1-401,-6 1 0,-2 0 1,-4 1 312,3-1 1,0 0 189,0 1 0,3-1 1,-6 0-64,-8 1 0,-4 1 854,-5-1 1,-1 0-2389,21-4-2487,-17 1 3906,-6 2 0,-20 3 0,-1 0 0</inkml:trace>
  <inkml:trace contextRef="#ctx0" brushRef="#br0" timeOffset="35338">6243 10988 18263,'-13'-60'1688,"1"0"0,2 6 0,-2 10-1201,-10 22-263,-2 7-179,-2 2-12,-23 17-27,20 6 5,-7 13 0,-2 6-31,13-3 1,3 3-1,-12 15 1,2 1-411,12-12 0,4 0 385,-1 8 0,5 2-202,8-2 1,3 1-169,4-2 1,5 1-208,6 0 1,8-4-233,6-13 0,5-7-407,24 4-1660,0-19 1,0-8 1670,-25 1 1,0-3-198,13-8 0,7-5 1,-8 0 1446,-14 4 0,-2-3 0,8-10 0,3-7 0,-5 2 39,-9-1 0,-4 0 938,6-6 0,-2-3 1157,-8-1 0,-5-1 350,-2-3 1,-2-1-1396,0 0 1,-1 0-270,-1-5 1,0 3-127,-4 16 1,0 3 291,0-18-521,-1 22 308,-1 12-734,-1 13-504,0 6 169,1 17 929,-1 0-611,3 28-11,1 2-5,1 3-15,-1-5 1,0 1-137,-2-12 1,0 1 127,1 17 0,-1-1 17,-1-19 0,0-1-17,0 7 1,1-3 10,1-3 96,2 2 223,0-26 1,2-16-202,4-11 6,6-14 33,3-10-45,3-2-44,-1 4 616,0 9-673,-4 12-78,6 6-11,-4 11-5,10 8 10,2 10 7,3 12-24,2 6-66,0 3-213,1-3-476,2-3-808,3-8-530,1-9 301,-3-10 1025,-3-15 947,-5-11 644,-8-9 504,-7-2 242,-8 2-7,-6 5-223,-5 8-326,-1 7-307,-2 5-309,0 5-223,-1 1-68,1 1-11,-6 8-56,5 0-17,-2 5 28,9-3 56,8 0 12,11-5 10,9-3-16,-1-7 50,18-14 34,-17-2 56,10-13 17,-19-1 45,-8 0 44,-7 0-17,-6 5-134,-2 9 135,-10 0-197,-1 12-33,-11-1 5,5 9-33,-21 18-17,11 8 11,8-3 0,1 3-39,-6 31-245,17-25 0,2 0 155,-1 22-498,15-15 1,7-1-1054,20 8-603,-2-16 1,3-2 1666,-2-13 1,-2-4-1,13 1 1,-17-8-1</inkml:trace>
  <inkml:trace contextRef="#ctx0" brushRef="#br0" timeOffset="35587">7954 10888 25130,'-12'-36'151,"-1"0"1,-14-15-124,1 67-17,-7 13-5,-3 12-6,17-15 0,1 1-12,2 2 1,1 2-6,2-1 1,3 1-41,-2 28-44,16-8-168,13-9-565,17-11-2555,16-12 2541,0-9 0,-16-7 0,-13-3 0</inkml:trace>
  <inkml:trace contextRef="#ctx0" brushRef="#br0" timeOffset="36038">8441 10715 21746,'2'-54'1200,"0"0"1,-2 6 0,1 6-546,1 9-17,-2 14-409,-1 9-298,1 7 25,-1 15 66,1 15 0,0 27-594,0-18 0,0 3 583,-1 6 1,-1 2-15,-1 2 0,-1 2-1462,-3 9 0,0-1 1462,2-19 0,1-2-3,-1 10 1,2-5-6,2-8 16,4-2 62,-1-19 45,4-13 787,1-16-826,5-15 17,6-18-43,-7 19 1,2-2 36,3-4 0,2-1 28,12-19-73,-2 9 11,-1 16 3359,-5 14-3409,8 1-17,12 12-5,-4 14 22,-1 5-22,-2 20-1,-13 3-16,1 15-51,-11 5-464,-6 2-4184,-11-2 4738,1-10 0,-2-20 0,3-13 0</inkml:trace>
  <inkml:trace contextRef="#ctx0" brushRef="#br0" timeOffset="37180">8748 10626 11497,'2'-3'9796,"-1"0"-7538,-1 3-1564,8-41-168,-8 27-106,5-31-133,-9 41-175,-1 2-101,-1 4-11,-8 11 11,-12 16 0,6-5 0,-1 3-11,-4 8 0,-1 1-434,-2 5 1,1 2 433,-1 1 0,2 0-6,0-2 1,1 0-68,3-3 0,1-2-689,4-6 1,3-1 761,-3 19 0,9-25 0,9-8 0</inkml:trace>
  <inkml:trace contextRef="#ctx0" brushRef="#br0" timeOffset="38347">9111 11296 18619,'2'-61'1169,"1"1"0,-2 15 0,2 3-604,3 2 1,0 5 48,1 6 53,8-21-299,-10 35-441,2-1-17,-4 17 67,-2 5 209,1 6-147,4 25-11,-4 2-11,3 23-12,-8-5 18,-2-2-1,-4-7-11,2-12 29,1-12 189,3-12 287,2-8-74,1-8-296,0-8-96,0-11 6,0-12-39,0 3 22,3-14 17,11-4-61,-2 8 10,4 11 1,2 3 0,1 7-51,29-14 39,-24 25-39,35-3-5,-23 17 16,17 9-16,-12 14 11,-4 12 28,-11-3-3,-11-5 0,-3 2-14,0 21 28,2 0-28,-10-8 50,-3-30 28,-1-3 219,3-10-196,-2-5 28,5-20-68,1-3 1,6-18-6,3 4-6,10-6-22,-8 17-5,9-1-29,-10 19 12,6 3-1,3 7-5,2 10 17,-4 2-22,14 24 10,-11-6 18,11 14-1,-6-11 0,-1-7 12,-5-9 22,12-6 0,-12-16 0,12-9 17,-9-14 44,-3-9 29,-3-6 39,-7-2 39,-5 3 28,-6 6 0,-2 10-73,-2 12-145,-1 8-124,-1 4 0,0 8 90,-2 0 17,0 26-11,1 0-45,0 20-169,9-4-508,7 2-1021,12-3-4042,11-4 5807,-2-10 0,-11-15 0,-11-10 0</inkml:trace>
  <inkml:trace contextRef="#ctx0" brushRef="#br0" timeOffset="38537">10321 10681 22139,'-11'20'-1570,"5"-1"0,23 5 1,-7-10-1</inkml:trace>
  <inkml:trace contextRef="#ctx0" brushRef="#br0" timeOffset="39556">10663 10847 22145,'0'-5'3545,"0"2"-3461,0 3-67,15-5-11,2 27-12,18 5 0,-19 0 1,-1 3-18,1 1 1,-1 0-71,-2 1 1,-1 1-264,-2-2 1,-3 1 25,1 26 234,-12-13 281,-13-16-95,1-17 83,-11-20 7,9-16 78,-9-27-197,11 12 12,-1-19-73,13 24-89,6-6 5,4 13-488,29-6-296,4 12 215,-7 7 1,2 2-354,-2 3 1,1 1-1083,0 2 1,1-1-1786,-1 2 0,-1 0 310,28-6 3563,-10-1 0,-13-4 4750,-17-1 1842,-11 0-2755,-12 1-1720,-2 2 2,-2 0-1088,-1 3-314,3 2-330,1 3-275,3 3-398,0 2 180,7 7 111,8 8-10,3 4-29,23 29 0,-11-7-157,-7-10 1,-1 2-17,6 22-57,-10 0 96,-15-4 140,-13-10 79,-10-13 178,-6-13-133,8-11 111,-4-12-39,13-10-51,-1-9 192,6-6-337,8 0-106,22-7 61,-2 14-14,3 9 0,3 3-142,22-4-4,-10 6 0,5 1-95,4-1 1,-1 1 223,-7 3 1,-1-1-37,8-1 0,-6 0 56,-2-1 34,18-8 134,-26 4 196,-1-2 352,-17 4-385,-11 7-191,-8 3 17,-12 4 34,-7 7-23,-10 7-40,-12 21-27,9 4-6,4 2-16,14 4-6,12-8-1,10 8-10,22 0 11,11-16 0,6-6 16,8-16 107,-1-16 45,-3-5 78,-3-15-106,-24 5 151,-7-13-73,-10 1-50,-9-12-39,-8 1 5,-14 0-101,7 17-5,-6 3-95,14 19-141,1 2-240,3 8-6,5 2-2453,2 15-2627,13 0 5545,3 7 0,-1-13 0,-3-6 0</inkml:trace>
  <inkml:trace contextRef="#ctx0" brushRef="#br0" timeOffset="39905">12295 10763 20526,'0'-3'5433,"0"0"-4570,0 3-886,15-13 18,-4 18-12,22 4-6,0 36 12,2 6-22,-5-1-124,-8 9 112,-15-30 0,-2 19 101,-12-29 179,-6-3-139,3-12 150,-7-23-162,10 1 62,-5-26-18,9 5 18,11-20-96,11 11-22,19-1-39,10 16-347,-5 11 285,16 4-185,-27 14 1,1 2-387,20-3-4272,-12 8 1,-3 2 3541,-12-1 1,6 5-1,-27-7 1</inkml:trace>
  <inkml:trace contextRef="#ctx0" brushRef="#br0" timeOffset="41156">13193 10717 19776,'5'-53'1529,"0"0"0,0 7 0,-3 9-470,-3 21-847,-1 11-217,0 1-85,-3 16 191,-3 16-34,-1 7 3,-1 11 0,-1 5-524,2-8 0,0 3 457,2-3 1,-1 5 0,2-2-10,0 16 1,3-2-26,5-2 0,6-1-131,3-4 0,7-3-511,7-6 1,9-4-2605,-1-15 0,6-4 0,-2-2 1638,0 1 1,-1-5-1,6-2 1,-6-5 0,-21-6-1</inkml:trace>
  <inkml:trace contextRef="#ctx0" brushRef="#br0" timeOffset="43148">13904 10816 18481,'-4'4'4084,"0"-1"-2516,4-3-1327,-1-1-129,0 2 45,-2 0-40,1 0 152,-4 0-235,-3-1 10,-8 0 24,-7-2 32,-2-3 47,0-3 133,-2-10-185,11 4 50,-2-13-61,12 3-33,2-8-34,2 6-23,14-11-5,2 14-6,13-8-5,3 11-12,5 9 17,-5 4-95,19 12 51,-11 9-7,14 13 24,-20-2-80,-1 25 80,-22-8 16,-6-10 0,-6 1-212,-9-1 1,-5-1 171,-8 4 1,-5 0-474,-6 2 1,-3 0 498,-1-1 0,-1-2 64,4-5 0,1-3 28,6-7 1,2-3 128,-11-1 41,14-15-64,13-6-77,8-8 312,13-6-380,15-4-5,21-2 252,-15 14 0,3 3-261,4 0 0,1 4-11,3 0 0,0 3-11,1 3 0,0 2-59,0 0 0,1 2-213,1 2 0,-1 0-583,2 1 1,-1-1-1762,-1 0 0,-1 0 2641,-5-2 0,-4 0 0,7 1 0,-19-4 0</inkml:trace>
  <inkml:trace contextRef="#ctx0" brushRef="#br0" timeOffset="43638">14814 11013 21125,'0'-6'3809,"0"1"-2946,0 5-1059,4-32 224,-3 42-23,2-16-257,-8 67-1025,1-2-543,-1 1 1820,0 2 0,3-39 0,-1 8 0</inkml:trace>
  <inkml:trace contextRef="#ctx0" brushRef="#br0" timeOffset="44224">15485 10653 19083,'0'-10'1445,"0"3"291,0 7-1674,0 0 509,-15 25-448,9-12 363,-13 19-21,8-17 733,1-6-996,-1 0 196,-1-5 5,2-3 45,-3-3 56,-4-9-308,2-8-95,0-3 39,1-14-51,7 4-61,4-9-28,12 6-16,9 6-29,26 11 28,-9 8-11,26 16-11,-18 11-12,10 17 3,-27-7 1,-4 4 13,-6-1 1,-5 1 10,0-1 1,-6 1-62,-11 4 0,-9 0-454,-4-3 0,-6 0 343,-4 1 1,-5 2 0,0-3-840,-9 7 1,-1-3 1047,0-1 0,1-5 69,-15-5 40,38-22 118,-3-9-51,18-9 477,5-9-594,16-11-68,9 6-5,6 1 0,15 11-39,1 9-48,-4 4 1,1 1-77,18 2-635,-3 3 0,-2 1-322,-5-1-2633,-3 1 0,0-1 3439,0-1 0,-8 0 1,-20-1-1</inkml:trace>
  <inkml:trace contextRef="#ctx0" brushRef="#br0" timeOffset="44448">16075 10312 27214,'-14'-20'22,"17"28"-22,19 25 0,8 13-1145,-4 5 0,-3 1 1134,-5-9 0,-3 4-45,-6 3 0,-4 4 0,-5-1-499,-8 4 1,-6 1-2723,-1-3 0,-3 4 0,-4-4 3161,0-15 1,-3-2 0,1-4 0,-3 2 0,1-4 0,-8 3 0</inkml:trace>
  <inkml:trace contextRef="#ctx0" brushRef="#br0" timeOffset="47030">3873 709 26187,'-55'-1'1701,"1"-1"0,2 3 0,18-5-1767,34-4-2431,16-3 4181,21-8-208,8 3-1036,8 2 0,5 2-440,-7 3 0,1 1 0,-12 2 0,2-1 0,3 1 0,2 1 0,4 1 0,1 0 0,-3 0-317,7 0 0,-2 1 0,4-1 406,-10 2 1,4-1 0,2 0 0,-1 0 0,0 0-923,8 1 1,-1 0 0,0 0 0,1 0 470,-11 1 1,1-1-1,0 1 1,0-1-1,1 1 51,-1 0 1,1 0-1,0 0 1,1 0-1,-2 0-38,13 0 1,-1 0 0,0 0 0,1 0 78,-8 0 1,2 0 0,0 1 0,-2-1 0,-4 0-148,10 1 0,-4 0 0,2-1 208,-6 1 0,2-1 0,-1 0 0,-6 1-122,7-1 1,-3-1-190,8 0 0,-1-1-20,-11 1 0,-3 0 43,-9 0 1,-3 1-3868,18-1 3912,-19 4 1,-17-2 0,-9 2 0</inkml:trace>
  <inkml:trace contextRef="#ctx0" brushRef="#br0" timeOffset="48551">3123 1347 22658,'-41'1'1048,"-1"0"0,-21 1-1562,54-2-327,8 0 520,11 0 142,6 0 161,32 0-110,-11-1-282,-3 0 0,2 0 24,27-5 213,-20 2 0,4 0-323,-2-1 0,3 0 1,0 0 450,-2 0 0,0 0 1,0 1-18,1-1 0,-1 0 0,1 1 6,2 0 0,0 0 0,0 0 9,1 2 1,1 0 0,-1 0-24,1 0 1,0 0 0,2 0 8,-5 1 0,2 0 0,0 1 0,-6-1 58,8 1 0,-4 0-7,5 1 1,-3-1-1,9 1-226,-3-1 286,6-1-96,-11-3 90,-2-5-96,-19 2 16,4-3-306,-8 4-43,-6 2 135,12 1-1472,-6 5 1225,14 4 0,-18-3 1,1 3-1</inkml:trace>
  <inkml:trace contextRef="#ctx0" brushRef="#br0" timeOffset="49376">6128 1260 19386,'-48'1'1084,"-1"-1"1,-3 0 0,7 1 4,16-1-10,-13 1-756,10 0-376,3 1 183,6-2 4,5 2-553,8-1-90,5 0 296,7-1 39,10 0 47,28-4-31,-5 1 114,-1 0 0,4 0-370,25 0 332,-8 1 0,3 0-849,-16 1 1,-1 0 727,9-1 1,2 0 132,-10 1 0,1 0 1,0-1 91,-1 0 0,-1 1 0,4-1-19,3 1 1,3-1-1,2 1 1,-5-1-7,0 0 1,-2 1-1,4-1-65,6 1 1,6 0 0,1 0-1,-4 1-92,-1-1 0,-3 0 0,4 1-361,0-1 1,4 1 0,0 0-1,-3-1 364,1 1 0,-3-1 0,-2 0 2,-4 1 0,-1-1 0,-2 0-405,14 0 0,-2-2 327,-7 1 1,-4 0-4,-6 0 0,-3 0 52,17 0 408,4-1-218,-32 2-12,7-1 1200,-24 2-1570,-7 0 772,-5 0-396,-1 2 0,0-1 0,0 1 0</inkml:trace>
  <inkml:trace contextRef="#ctx0" brushRef="#br0" timeOffset="51165">2549 938 20407,'-1'-4'-4557,"0"1"2927,1 3 4752,-65 15-396,28-6-1738,-7 2 1,-2 1 463,-1 2 3498,-1 1-4511,0 0 1802,-1-1-601,0-1-1640,3-3 0,6-2-203,10-2-327,11-2 47,10-3-144,6 0 471,2 2-703,0 2-425,1 5 30,0-1 100,2 6 40,-1-1 121,1 7 150,-1 5-2,-1 17 459,-1-11 881,-1 23-58,-1-9-221,1-14 1,1 1-4,-1 3 1,1 1 29,0 11 1,0-1-128,1-14 0,0 0-8,0 12 1,0-1 219,0 9-2093,0-20 0,0 1 2297,0 27 19,0-4-2,0-5-1,0-5-73,-1-13 129,-1 9-167,1-16-270,1 16-96,4-15-357,1-2-2,5-7-590,-1-6-106,6 1 290,10 0 415,-7-6 123,17 2 172,-2-8-534,20-2 781,-15-5 1,0 0 0,5 0 0,3-4 0</inkml:trace>
  <inkml:trace contextRef="#ctx0" brushRef="#br0" timeOffset="54023">1544 1588 15177,'-21'21'3732,"4"-8"-2735,-11 40-786,-2-14-120,11-14 0,-1 1 123,-1-1 0,0-1 66,-15 22-493,6-8-382,11-8-89,8-12-3993,5-7 3646,2-8 2739,-4-6-1394,-5-7-613,-8-9-401,-5-7-35,-2-5 993,2-4 407,9 8-1788,2-10 1499,9 17 558,1-5-377,4 15-15,2 5 897,9 7 121,13 6-279,5 1-537,3 4 0,3 3 52,21 11-738,-12-5 1,1 1-1414,-4-1 0,0 0 1374,-4-2 0,-2-1 0,11 7 0,-20-12 0</inkml:trace>
  <inkml:trace contextRef="#ctx0" brushRef="#br0" timeOffset="55448">2284 2982 19631,'-59'-15'159,"5"3"-26,25 15 726,-3 0 47,1 3-175,0 0-219,7-1-131,7-2 75,7 0 160,7-2 627,2-1 102,1 4-1553,0-2 93,0 9 1,0-1-16,0 6 11,0-1-41,0 4-565,0 8-430,0-8 1426,0 13-109,1-8 76,0 19-169,1-13 67,-1 18 27,-3-12 244,-2 12 27,-2 0 100,-4 13-55,3-19 140,-3 17-66,6-31 143,-6 30-100,2-17-270,-2 7-145,-2 8-302,3-16-106,-3 19-26,4-13-18,0-1 68,4 2-178,0-9-94,2-3 252,1-4 122,-1-4 47,0 8 85,-4 9 26,-1-5 30,-1-2 164,-2-2 100,2-6 16,-1 7-30,1-1-6,2 3-193,3-14-74,1 7-112,1-13-160,1 3-50,1-3-104,2-2-81,4-3-344,6-4 393,7-3 444,7-3 41,19-2 105,-1-3 28,8 2 72,-19-2 193,0 2 339,-12 0-309,5-1-955,10-3-313,-9 0-49,29-7 1,-38 8 0,13-4 0</inkml:trace>
  <inkml:trace contextRef="#ctx0" brushRef="#br0" timeOffset="57947">1633 3684 13284,'0'-3'4161,"0"0"-3086,0 3-1047,-56 29-1709,10 4 1653,-1-3 0,-1 3 3,20-10 0,2 0-54,-5 5 1,1 1 344,-15 16-734,15-13 1,0 0-877,-13 14-477,3-4-1674,20-25 493,9-9 3070,3-7 1,6-1-1,-1-1 1</inkml:trace>
  <inkml:trace contextRef="#ctx0" brushRef="#br0" timeOffset="58114">1057 3936 10494,'0'-4'7642,"0"1"-5778,0 3-1779,8-51 5,10 42-65,7-38-26,8 51 0,6 10-90,-6-6 1,1 0-373,7 2 1,2 1-2818,15 5 1,-2-1 3278,-23-4 1,-1 0 0,6 0 0,-3 0 0,-9-1 0</inkml:trace>
  <inkml:trace contextRef="#ctx0" brushRef="#br0" timeOffset="69843">3477 5438 20296,'-43'-6'135,"0"1"0,4 0 1,12 2 219,23 3 860,11 4-1607,0-2 632,27 7-51,-8-4 160,35 4 69,-3-4-128,-19-3 1,3 1-71,16-2 0,1 0-938,-5 0 1,0-1 1067,0-1 1,1 0-55,0-1 0,0-1-183,-9 1 0,2-2-15,0 1 0,4-2 1,-4 2-19,3-1 1,-2 0-41,7-1 0,-1-1-14,-7 1 1,-3 0-117,-10 1 0,1 0-393,12-1 0,-1 0 454,16 1 0,-31 2 0,-8 1 0</inkml:trace>
  <inkml:trace contextRef="#ctx0" brushRef="#br0" timeOffset="70539">5905 5499 16648,'-51'0'1555,"0"0"0,-3 0 0,8 0-1249,11 0 135,-11 2-203,22 0-99,0 0-136,10 0-116,7-2-61,5 1 316,1 0 300,6 1-582,6 0 161,11 1-110,2-2 131,37-1-83,-5-3-151,-22 2 1,2 0 120,4-2 0,1 0-21,11-1 0,1 0 271,5 0 1,2-1-698,-11 2 0,2-1 0,-2 0 445,-5 1 1,-2-1-1,0 1-51,20-1 0,-2 0-62,-2 0 0,-4 1 40,-14 0 1,-1 1-11,10-1 0,-3 1-166,7-1 157,-19 1 0,-1 1-35,4-1 135,-12 2-192,-9 0 372,-9 0-875,-3 0-1649,-3-1 2437,0 1 0,-1 0 1</inkml:trace>
  <inkml:trace contextRef="#ctx0" brushRef="#br0" timeOffset="78818">2276 5213 8634,'0'-6'4140,"0"2"772,0 4-4391,-19-31-4504,11 23 4045,-13-23 909,10 34-932,5-1 90,-14 9-38,2-1-13,-10 7-5,-2-2-6,-4 1-33,5-3 128,-15 5 87,15-6-57,-3 1 3521,9-6-3244,9-3-149,2-1-86,4 0-113,6-3-48,2 1-68,0 2 91,0 5-34,0 0 188,-2 15 213,-3 8 0,0 3-292,-2 7-43,0 1 1,0 0 68,1 0 3,-1 19-797,3-27 0,0-1 669,-2 24 4,-1-9 1,0 2-39,2-13 1,0 0-93,-1 7 0,-1 2 50,-1 9 1,0-2-177,3-17 0,0 0 152,-2 14 0,0 1 7,4-16 0,0-1-43,0 28-8,3-6-3,5-4 115,5-5-18,8-3-33,6-5-40,7-5-38,8-9-146,9-11-460,10-16-1143,-26-6 0,-2-2 1838,24-16 0,-21 7 0,-17 6 0</inkml:trace>
  <inkml:trace contextRef="#ctx0" brushRef="#br0" timeOffset="79368">1573 5884 22071,'-44'29'276,"0"0"1,3-2 0,7 3-238,6 24-687,2 2 531,-1-2-102,0-4-162,-2-8 2,-1-7-310,-3-11-57,2-8-178,3-9 39,6-10 297,5-7 793,1-10 13,0-11 6,4 3 779,-4-27-538,11 26 1013,-1-30-588,7 34-194,2-6-321,1 17-190,5 8-17,6 5-12,13 9-66,10 9-68,10 13-377,-22-9 0,2 1-264,0 2 0,1 1 619,5 5 0,-2-2 0,4 3 0,-3-3 0</inkml:trace>
  <inkml:trace contextRef="#ctx0" brushRef="#br0" timeOffset="84336">4455 7598 15541,'-51'-16'2907,"9"3"-2274,37 11-370,1 2 163,2-1 50,1 1-258,17-1-139,-4 1 128,40 0-112,-5 0-53,-9-1 0,2 0-296,1-1 1,1 0 283,7-1 1,-1-1-20,-8 1 1,2-1 3,3 0 0,4-1 0,-1 0-807,6 0 0,2 0 799,-3 0 1,4-1-1,-2 1 0,-10 1 1,0 0 0,2 1-7,15-2 1,3 1 0,-4 0-2,-4 0 0,0 0-10,-1 1 1,3 0 0,-3 1-2,4 1 0,-2 1-369,3-1 0,1 0 365,-15 1 0,1 0 1,-4 0 5,0 1 1,-2-1-4,5 1 1,0-1 8,-3 1 1,-2 0 10,1 0 1,1 0-101,2 0 1,-1-1 99,-10 0 0,-2-1-2,18 0 13,-15-1 1,-1 0 8,8-3 420,16-2-414,-25 1 1494,-11 2-1561,-10 1-819,-3 1-3741,-8 1 4593,2 0 0,-4 1 0,0 0 0</inkml:trace>
  <inkml:trace contextRef="#ctx0" brushRef="#br0" timeOffset="118572">11369 5337 12942,'-59'10'1133,"0"1"1,7-2-1,10 0-1351,21 0 246,12-4 212,17 1 24,13-4-141,24 1-101,-12-4 1,3-1-352,7-1 0,3-1 320,6-1 1,1-1-461,0-1 0,0 0 566,-1-1 0,-2 0-2,-4 0 1,-2 1 11,-6-1 0,-2 0 162,19-4 331,-21 4 57,-18 4-496,-18 2-245,-18 3 67,-19 5 39,-21 5-23,23-3 1,-3 2 15,-5 0 0,-2 0 18,-3 1 1,-1-1-3,0 0 1,1 0-13,3 0 1,2-1 60,7-1 1,3 0 443,-13 5-615,26-5 314,23-4-245,24-2 20,28-7-158,-16 1 1,5-2 134,-2 0 0,4-2 0,-2 0-303,4 0 1,0-1 308,-1 0 1,2-1-1,-4 1-25,0 0 1,-2-1 10,7-2 1,-1 0 126,-8 3 1,-3 0 388,14-5-382,-25 8-253,-31 4-24,-27 10 176,-29 5 4,21-2 1,-4 0-446,-6 3 1,-3-1 462,-4 1 0,0 0 38,-1-1 1,-1 1-609,17-5 1,-1 1 0,4-2 583,0 1 1,2 0 32,-3 0 1,7-1-269,17-3 411,10-1 14,15-4-83,25-8-55,17-5-51,-13 3 1,5-2 22,17-5 0,3-1-17,-6 1 1,0-1-18,-2 1 1,0 0 27,-5 0 1,-3 0-3,-12 5 1,-1 1 64,5-2 0,-1 0 643,18-5-372,-26 9 42,-18 4-555,-27 6-379,-18 8-1116,-22 7 1582,17-2 1,1 2 0,-6 1-1,2 2 1</inkml:trace>
  <inkml:trace contextRef="#ctx0" brushRef="#br0" timeOffset="122013">18988 4617 7632,'43'-5'67,"-1"0"0,0 1 1,-8 1-326,-22 3 1406,1 1-318,-15 2 558,-31 10-1253,5-5 27,-14 5 1,-4 0-29,0 0 146,-5 2 0,-1 0 124,5-1-152,-12 4-443,36-10 158,13-3 436,12-4 891,14 1-594,18-1-552,4-2 0,5 0-100,1 0 0,1-1-1700,14-1 1,0 0 1670,-19 1 1,0-1 50,16-1 1,-1-1-125,-22 3 0,0 0 278,12-2 0,-4 1 247,-6 0-46,-14 1-94,-28 2-527,-16 0 190,-25 4 37,3 0 0,-5 0-754,1 1 1,-1 1 742,0-1 0,-1 0 50,-7 2 0,4-1 1638,-7 3-1736,24-4 0,3 1-263,1 1-560,23-2 1176,8 1-34,8-2 2148,19-1-2304,15-2-102,0-3 1,3-2-12,-1 1 1,2-1 172,10-2 0,-1-1-184,-17 2 1,-2-1 66,16-2 1,-5 1 94,-9 0 516,20-2-257,-53 8-556,-16 1 85,-8 0 44,-15 4 1,-6 1-1,3 0 1,-1 0-365,-8 2 0,-3 0 392,-5 1 1,0-1 115,3 0 0,1-1 299,9-1 0,1 0-294,-4 0 0,6-1-154,21-3 72,2 1 147,31-6-79,21-5-107,6-2-11,-2 2 1,5-1 5,12 0 0,0 0 85,-10 1 0,2 1-89,0 0 0,4 0 1,-7 2 31,17-3 109,-24 5 0,-4-1 429,-9 2-320,-42 6-268,-5 0 2,-9 2 0,-6 1-561,0 0 0,-2 0 561,-12 3 1,-2 0-4,-1 0 1,2 0-1,12-1 1,2-2-6,1 2 0,5-2-235,2-1-6,7 0 786,28-5-596,27-6-229,8-1 75,0 0 0,9-2 0,-7 2 0,4-1 0,3-1 1,0 1-1</inkml:trace>
  <inkml:trace contextRef="#ctx0" brushRef="#br0" timeOffset="145105">16358 7606 9862,'-54'0'1487,"0"0"1,-1 0 0,4 2-541,-8 0-230,5 3-510,29-2-509,8 1 375,17 0 280,3 0 50,10-1 381,43 1-639,-11-2-535,10-1 1,8-1 453,-5-1 1,2-1-601,-6 0 0,3 0 0,2 0 538,2 0 0,2-1 0,3 0-15,-7 1 1,2-1-1,1 1 1,-3-1-373,-7 1 1,-2 0 0,0 0-1,0-1 381,6 1 0,1-1 0,-2 1 0,-4-1-8,13 0 1,-5 0-6,2-1 1,-3 1 2,-21 1 0,-1 0 2,2 0 1,-1 1 202,17-1 887,-29 1-882,-13 1-196,-54 0 33,-14 0 454,18 0 0,-4 0-467,-5 0 1,-6 0-1,1 0 101,8 1 0,1-1 0,-3 0-104,-4 1 0,-4 0 0,0-1 0,4 1-2,1 0 0,2 0 0,-2 0 17,-3 1 0,-4-1 1,0 1-1,5 0-19,3 0 0,4-1 0,-2 2-10,-17 0 1,-2 0 0,4 0-1,-1 2 0,5 0-250,2 0 1,3 0 266,16-1 0,3 0-9,-22 2 11,23-3 12,12-2 508,0 1-548,8-1 1442,5-1-1682,5 1 964,11-1-421,36-2-272,-12 0 0,4-1-19,20-1 0,2 1-473,-10-1 1,2 0 454,5 0 1,5 0 0,-3 1-545,-14 0 0,-2 1 1,2-1 543,2 0 1,2 0 0,2 0 0,-3 0-10,6 0 1,-1 0-1,-3 0-1,11-1 0,0 0-6,-13 2 0,1-1 0,0 1-311,-5 0 1,-1 0 0,0 0 332,16 0 0,-1-1 81,-4 1 1,-8-1 411,-9 1 262,-31-1-877,-19 2 133,-25-1 1,-8 2 16,15-1 1,-4 1-105,-10 0 0,-9-1 1,-4 1-1,4 0 121,-2 1 0,2 0 1,-4 0-349,10 0 0,-4 0 0,-1 1 0,1-1 0,4 0 331,-11 2 1,4-1-1,-1 1 1,8-1 1,0 1 0,-1 0 0,3 1-184,-5 0 0,2 1 0,2 0 152,3 0 1,1-1 0,3 1-279,-14 3 0,9 0 124,15 0 1237,19-1-717,36-4-156,25 0-163,-1-4 0,8-3 322,-9 2 1,2-1 0,3-1-366,9-1 0,3-1 1,0 1-14,-10 0 0,2 0 0,-1 1 0,-2 0-539,6-1 0,-1 0 0,3 0 463,-12 1 0,3-1 0,2 0 0,-2 1 1,-4-1-129,5 0 1,-4 0 0,2-1-487,-2 1 0,4 0 0,-2-1 0,-4 0 707,11-2 0,-9 1 0,3-1 0,-22 2 0</inkml:trace>
  <inkml:trace contextRef="#ctx0" brushRef="#br0" timeOffset="146718">19113 7566 12242,'-59'-1'1112,"0"0"0,0-1 1,6 1-1,2 0 1,8 0 47,-4 1-920,20 0 1,-8 0-487,28 0-158,2 0 477,15 2 213,16 3-129,31 2-566,-14-3 0,5-1 431,13 0 0,3-2-544,-16 0 0,2 0 0,1-1 509,3-1 0,0 1 0,0-1 5,0-1 1,0 1 0,0-1 14,-3 0 1,0-1-1,-2 0 0,-3 0 1,-1 0-1,-2 0 21,13-2 0,-4 0 44,-11 1 0,-4 0 628,7-2-157,-27 2-767,-41 0 174,-2 1 38,-12 1 1,-5 1-162,-2 0 0,-2 1 182,4 1 1,-2 0-1,-1 0 9,-4 1 1,-1 0 0,-2 0-4,4 1 1,-2 1-1,1 0 1,3-1-13,0 1 1,4-1 0,-3 1 9,-11 1 0,-4 1 0,8-1 371,8 0 1,4 0-427,-3 0 0,3 1-350,-8 2-28,33 0 560,21-5 73,34 1-183,-9-4 1,4-2 182,15-1 1,6-1-205,-1-1 0,4 0 1,3-1-9,-4 0 0,3-1 1,0 0-1,-3 1-317,4-1 1,-4 1-1,2-1 310,-6 2 1,2-2-1,-2 1 1,-7 1 19,0 0 0,-4 0-186,5 0 1,-1 0 232,-12 1 1,-4 0 308,6 0-6,-22 3 271,-19 0-932,-17 1-212,-22 3-544,-16 2-719,26 0 0,0 0 1772,-24 5 0,24-4 0,17-2 0</inkml:trace>
  <inkml:trace contextRef="#ctx0" brushRef="#br0" timeOffset="147605">14275 5465 16043,'-45'8'1470,"1"0"0,-1-1 0,-21 4 1,10-1-654,22-5-510,3-1-482,13-1 269,25-3 97,20-1-194,31-6-792,-18 2 0,2-1 797,-5 0 1,1-1-81,21-2 0,-1 0-111,-24 3 0,0 1 30,10-1 1,-3 0 10,-6 1 165,-23 4-109,-27 2 101,-20 5 6,-6 0 20,-3 2 1,-3 0-5,12-3 1,0 0-333,-15 3 1,1-1 356,-7 0 89,6-2 791,28-3-1073,5-1 263,15 0-191,35-4-156,-5 0-836,21-3 0,7-2-3710,-8 1 0,2-1 4768,-7 2 0,3-1 0,-4 0 0,-3 1 0,-4 1 1,10-2-1</inkml:trace>
  <inkml:trace contextRef="#ctx0" brushRef="#br0" timeOffset="147918">15712 5326 20118,'-42'7'1105,"-1"1"0,1-1 1,-14 3-1,4-2-659,16-2 0,5-2 199,-9 2-419,20-3-124,19-2-337,11-3 525,52-10-202,-25 5 0,3-2-560,0 0 1,3 0 0,1 0 439,-1 0 1,1 0-1,-1 1-4,0-1 0,0 1 1,-1 0-381,14-2 0,-2 1 360,-13 2 1,-3 0 426,9 1-217,-27 2-190,-23 3-220,-14 6-151,-16 4-2023,-12 10 2463,3 3 0,15-7 1,13-5-1</inkml:trace>
  <inkml:trace contextRef="#ctx0" brushRef="#br0" timeOffset="242797">3416 2021 23230,'-34'-8'-1508,"13"9"2413,27 6-3739,15 12 1527,-3-7 1150,17 4 554,8-7 580,18-3-634,-6-4 1,3-1-34,-16-2 0,2 0-246,6 0 1,4-1 0,-2 0 863,11-2 1,0-1-362,-9 2 0,3-1 1,1 1-142,2 0 0,0 0 0,-2 0-95,-11 0 0,-2 1 1,4 0-162,1 0 0,4 0 1,-1 0-1,-2 1-51,-2-1 0,-3 0 0,3 1-70,1-1 0,4 0 0,0 1 0,-2-1-9,5 0 1,-2 0 0,-2 0-20,10 0 1,0 0-6,-5 0 0,3-1 1,-4 1 7,1-1 1,0 1-10,-5 0 0,4 0 0,-3 0-5,8 0 1,-2 0-1,-3 1 1,-1 0-3,-2 0 1,-1 1-4,-4 0 1,-2-1-11,-12 1 0,-1 0 33,7 0 0,-2 0 25,5 0 7,15 0 53,-25 0 17,-6 0-42,-12 0 325,-2 0-124,-10 0-121,1 0 132,-2-1 193,5-1-68,6 0-220,6-1-479,8 0-318,-9 1 631,8 1 1,-20 1 0,3 0-1</inkml:trace>
  <inkml:trace contextRef="#ctx0" brushRef="#br0" timeOffset="261783">11935 5260 8074,'-1'-7'3921,"0"2"420,1 5-543,0 0-2880,-22-41-531,16 31-449,-16-31-84,21 42 163,2 6 73,5 9-12,7 16 6,11 17-62,-9-19 1,1 1-131,3 4 0,1 1 125,2 1 0,0 1-366,2-2 1,1 1 353,0-3 1,0 0 5,-2-3 0,0-1 0,16 20 1,-12-12 88,-11-13 394,-9-12 721,-7-7-776,-3-8-327,-9-8 665,-8-11-755,-10-16-22,-4-13-3,16 19 0,0-2-231,1-3 1,0-1 249,1-2 1,0 0 14,1 1 0,0 1 25,1 5 0,1 1 84,-13-16-17,3 17-73,6 14-89,6 10-90,5 4 51,7 24 78,2-7 485,10 34-469,9-4-16,-6-16 0,1 1-226,4 2 1,0-2 225,2 0 0,0-1 0,1-1 0,-1-1-3,1 0 0,-2-1 9,5 5 55,-5-3 208,-18-22 45,-4-2-163,-10-11-73,-19-19-44,-6-12-1099,11 11 0,1-1 1071,-9-15 16,-2-9 364,11 15-363,1-2-135,6 13-454,9 13-588,4 15-2229,6 17 3383,6 19 0,-3-13 0,2 2 0</inkml:trace>
  <inkml:trace contextRef="#ctx0" brushRef="#br0" timeOffset="263656">19232 4529 19776,'38'4'1215,"-4"0"-1022,-4 10 0,3 4-767,-2-1 0,1 0 641,11 5 1,2 2-38,1 1 1,0 1-17,-1 0 0,0 0-17,-2 0 1,-2 0-15,-2-1 0,-3 0-45,-4-1 1,-2 0-186,-5-3 1,-3 1-3158,12 21 3404,-18-17 0,-7-6 0,-9-15 0</inkml:trace>
  <inkml:trace contextRef="#ctx0" brushRef="#br0" timeOffset="264180">18959 4641 13368,'0'-4'3120,"0"1"106,0 3-2269,-15 27-481,-9 14-386,8-15 0,-1 3-1237,-9 13 1,-2 0 1241,2-4 0,-2 2-28,1-2 0,-1 3 1,0-1-49,-5 9 1,0-2-18,3-2 1,3-2-51,8-10 1,4-2-240,2 10 287,10 4 0,3-23 0,7-8 0</inkml:trace>
  <inkml:trace contextRef="#ctx0" brushRef="#br0" timeOffset="264931">11339 5390 12826,'6'-6'8047,"-1"1"-7130,-5 5 549,0 0-1418,10-27 102,-35 40 106,-2-13-230,-24 37 107,9-5 0,-2 1-485,10-7 1,0 1 432,-1-1 1,-2 2 0,2-1 36,-2 1 1,-1 1-6,-2 0 0,-4 2 0,2-2-18,-4 0 0,1 0-91,5-3 0,-3 3 0,4-3-72,-2 1 0,4-2-511,10-4 1,5-1 459,-1 11 1,16-17 0,8-3-1</inkml:trace>
  <inkml:trace contextRef="#ctx0" brushRef="#br0" timeOffset="298934">8560 5473 24575,'0'0'0</inkml:trace>
  <inkml:trace contextRef="#ctx0" brushRef="#br0" timeOffset="344001">7691 7704 24865,'-57'-28'-3833,"11"6"2206,46 22 2649,1 4-1419,1-1-691,4 8 448,9-1 718,14 2-475,19-2 816,-14-7 0,2-1 86,8-2 1,2-2-445,-8 1 0,2-2 309,3-1 0,3-2 1,0 0 296,-1-2 0,-1 0 0,0 1-21,0-1 1,0 1 0,2-2-99,8-1 0,2-2 0,-2 1 67,7-1 1,1 0-380,-9 2 0,3-1 0,-2 1-95,-11 2 0,0 0 0,2 0-70,1 0 0,3-1 0,1 1 0,-5 0-8,18-2 0,-1 0-64,0 0 1,3-1-1,-6 2-18,-12 2 0,-5 0 10,4 0 1,-8 2 557,-19 2 451,-2 0-111,-17 3-1449,-17 0 1885,-12 4-1838,-25 3 285,10 0 1,-1 1 31,11-2 1,-1 0-124,-20 4 1,-2-1 235,15-3 1,0 1-4,-14 1 0,-2 1 114,-4 1 1,0 0 48,18-3 0,0 0 0,-1 1-54,-1 0 0,-1 1 0,0 0-478,1 0 0,-1 0 0,0 1 474,2-1 0,-1 1 0,3 0 22,-6 1 0,0 0 131,-10 4 0,3-1-36,24-5 0,1 0 61,-11 3 1,2 0-915,-5 3 1434,8-1 24,13-5 25,-9 4 38,13-5-725,-6 3-79,14-6 0,5-2 0,11-2-703,13 0 57,21-3 387,-6-2 1,3-1 2,10-1 0,3-2 2,8-2 1,3-1 25,-16 3 0,0 1 1,1-1-272,2 0 1,0-1 0,1 1 436,6-1 1,1-1-1,-6 2 1,-4 0 0,-4 2-1,-2-1 1,1 1 0</inkml:trace>
  <inkml:trace contextRef="#ctx0" brushRef="#br0" timeOffset="346736">10487 7674 18555,'61'-11'646,"-1"0"1,1 1 0,-3-1 0,0 1 0,-6 1-349,-6 1 1,-3 1-133,0 0 0,1-1 0,-2 1-4,2-1 0,-1-1-43,19-2 0,1 1-20,-15 1 0,-2 0-25,-3 2 0,-3 0 2031,18-2-1367,-7 2 435,-44 6-1179,-3 2-1424,-50 12 1252,12-3 0,-3 0-497,-16 5 0,-5 2 582,15-5 1,-2 0 0,-3 1 67,3-1 1,-4 1-1,1-1 1,2-1 83,1 1 1,3-2 0,-3 1 7,-2 0 1,-2 0-1,0 0 1,4-1 46,-17 1 1,4-1 556,0 0 1,-1 1-1110,11-5 0,-1 0 1,5-1 669,5-1 0,2-2 15,-12 2 0,3-1-11,4-2-1242,22-1 516,14 0 420,31-4 282,18-5-121,-4 2 1,3-1 18,8-3 1,2 1-1,8-2 0,1 0-39,-17 4 1,1 0 0,-2 0 72,10-1 0,0 0-62,-11 3 0,1-1 1,1 1-24,-1 0 0,1 1 1,1-1-118,-1 1 1,1-1-1,1 1-35,5 0 1,0 0 0,-2 0-77,8 1 0,-4 0 24,-13 2 0,-1 0-140,5 0 1,-4 2-130,-5-1 794,5 1 93,-36 2-1315,-18 2 1217,-21 5-194,6-3 1,-5 1-26,-11 2 0,-1 0 4,5-1 1,-3 0-37,-6 1 1,-5 0-1,3 0 75,-8 1 0,1-1-75,12-2 1,-2 1 0,0-1 294,-5 0 0,-1-1 0,4-1-493,0 0 0,1 0 55,5-1 0,-2 0 1,4 0 7,-1 0 1,5-1-102,-14 0 72,12 0-1220,29-2 53,2 0 1328,23 0-95,15 0-81,25-4 62,-15 0 0,4-2 14,9-1 0,3-2-75,-13 3 1,2-1 0,0 0-622,4 0 0,1-1 0,0 1 692,17-2 1,-5 1 0,-17 2 0,-6 1-1,8-1 1</inkml:trace>
  <inkml:trace contextRef="#ctx0" brushRef="#br0" timeOffset="351168">16459 7474 19690,'-48'1'292,"0"0"1,0 0 0,1 0 0,0 1 0,10 1-60,2 6 223,-2 3-95,10 0-35,9-4-183,7-2-424,6-3 130,5-1-4,7 0 257,1-1 464,35 2-800,11-2-426,-8-1 1,3-1 365,6-1 0,1 0-727,6-1 1,1 0 840,-19 1 1,0 0 0,1 0 362,-2 0 1,0 0-1,0 1-94,17-2 0,0 1-24,2 0 0,-4 0-69,-20 1 0,-1 0 31,7 0 0,-6 1 673,-15 0-91,5 0 3389,-23 0-3418,-5 0 47,-6 0-633,-7 0-139,-10 1-155,-6 0-1947,-4 1-15,12-1 2247,4 0 0,15 0 1,1 0-1</inkml:trace>
  <inkml:trace contextRef="#ctx0" brushRef="#br0" timeOffset="353168">18935 7559 16810,'-5'-8'-2873,"9"0"3871,48-3-466,-5 3 0,3 0-273,4 0 0,1 0-866,2 0 1,-1 1 704,1 0 0,-2 0-33,-11 3 1,0-1-43,-3 1 1,3-1-1,-2 0 482,8 0 1,-2-1-640,3 0 0,-3 1 68,4-1 222,-10 0 1190,-27 4-1448,-18 1-1073,-31 7 1018,0-1 0,-2 0 463,3 2 0,-4 1-345,-9 1 0,-5 1 0,2 0-199,-9 1 1,0 0 299,3-1 0,-3 1 0,4-1-47,2 0 1,1-1 5,-8 3 0,4-1 361,10-1-1328,12-2 1,4 0 641,18-3 1559,18 1-1130,24-7 332,31-10-183,-20 4 0,4-3-98,8-3 0,0 0 309,-8 1 1,1 1-466,3 0 1,3-2 0,-5 3-441,-9 1 1,1 0-306,17-2 0,7-1 1,-6 1 386,-15 5 1,-3 0 0,8-2-1,-4 2 1,-10 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14:34:46.6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12634 1163 32767,'-60'-18'0,"0"-1"0,1 6 0,6 13 0,17 25 0,5 9 0,-4 1 0,0 1 0,2 3 0,3 3 0,3 6 0,3 1 0,9-16 0,4 0 0,4 8 0,8-2 0,23-1-310,22 0-765,-14-25 1,5-5 516,17-10 1,2-5 523,-15 1 1,0-2 289,8-7 1,1-5 259,0-9 1,-3-3 506,-9 3 1,-1-3-1008,-3 3 0,1-3 0,-4 0-16,1-10 0,-6-1 0,-4-2 0,-3 0 0,-5 9 0,-2 0 0,2-18 0,-1 0 0,-5 20 0,-1 0-310,3-12 1,0 1-1340,2-8 145,-6 20 1275,-2 16-943,-3 12 1352,-1 19-815,0 17 126,-1 24 336,-2-17 1,-1 2-92,0 6 1,-2 1-139,-1 3 0,0 1 316,-1 0 0,1-1-10,1-4 1,1 0-16,1-6 1,1-2 14,0 21 106,4-24 111,4-16-20,3-21 340,9-13-528,0-7 111,0-3 1,1-3-65,11-15 347,-7 12 1,0 0-360,13-15-15,-1 11 7,-3 11 60,-1 12 28,-1 10-34,-2 12-11,0 8-5,-2 9 178,-2 4-246,-2 1-45,2-1-44,3-5-28,4-8 89,4-9 79,2-14 50,1-11 57,-2-12 55,-6-7 67,-8-2 1,-8 3-17,-8 5 5,-3 7-50,-4 9-101,1 7-39,-2 6 16,1 7 6,-1 7-11,2 7-11,4 6 6,6-2 10,9-2-10,7-5-12,6-7 11,3-8 23,2-12 11,-2-10 0,-5-11 22,-9-6 12,-8-4 5,-8 0 40,-8 0 16,-6 5-62,-1 11 130,-11 1-118,1 16-17,-14 8-34,-2 18-11,-3 17-11,1 14-17,21-21 1,3 2-213,3 1 1,3 1-27,2 2 0,4 0-605,7 0 0,4 0-3167,5-2 0,4-2 4027,22 18 0,-10-20 0,-10-16 0</inkml:trace>
  <inkml:trace contextRef="#ctx0" brushRef="#br0" timeOffset="284">14527 1178 15894,'0'-5'5416,"0"1"-2509,0 4-2386,-81-21-219,36 31-1227,-11-12 0,2 7 955,26 15 1,6 6-14,0 1 0,2 4-34,1 9 1,4 2-203,5-5 1,4-1 8,1 0 0,5-2-688,23 22-917,19-26 742,-12-14 1,5-3-1609,10-5 1,2-6 1954,-14-1 1,1-3-1927,21-9 0,-2-4 1627,-6-5 431,-4-1 1,-2-3 593,-1-3 0,-6 3 0,-17 10 0</inkml:trace>
  <inkml:trace contextRef="#ctx0" brushRef="#br0" timeOffset="767">14939 1136 16695,'13'-55'1997,"-1"0"1,-2 12 0,-1 2-626,2-18 23,-5 14-812,-1 7-180,-2 7-274,-3 21-57,0 12-49,-3 16 16,-5 22-22,2-8 0,-2 3-180,2-3 0,-2 2 129,-1 5 1,-2 5-1,1-3-117,0 4 0,0 0-99,2-3 0,-1 3 0,3-2-554,0 4 0,4-2-1233,5-7 0,3-2 2037,14 20 0,-5-29 0,0-12 0</inkml:trace>
  <inkml:trace contextRef="#ctx0" brushRef="#br0" timeOffset="1018">15326 1138 14191,'0'-4'6637,"0"0"-4166,0 4-1794,-66-19 146,8 36-602,4-14 1,0 2-363,20 13 0,4 4 244,-4 3 1,3 2-43,4 2 1,2 2-51,3-1 1,2 1-10,4 3 1,8-1 47,25 12-72,27-11-18,4-11-179,0-14 1,3-3-856,-13-3 0,1-1 1074,21-1 0,-2-1 0,-4-1 0,-8-2 0</inkml:trace>
  <inkml:trace contextRef="#ctx0" brushRef="#br0" timeOffset="1894">15746 1303 32767,'-14'-42'-1137,"1"18"-694,10 55 1371,-14 24 333,-2-16 144,-9 15 9,7-25 350,3-5-900,12-17 1033,0-3-402,6-14-243,0-10-106,3-14-91,3-12-26,7-8-70,6-6-376,3 2 620,3 4 190,0 9 1,-1 9-12,1 11 1,5 11-1,3 10 6,7 16-11,0 10 0,0 16 28,-3 9-29,-5 7-27,-9 1 0,-8-2 22,-8-9 12,-7-10 33,-2-14 44,-2-10-44,2-8 372,-3-18-400,2-8 11,0-23 17,4-11-406,3 25 0,2-1 397,1-1 1,3 0 5,2 1 1,2 3-75,17-23 66,3 15-23,3 16 6,6 13 17,7 18 0,7 16-12,-26-4 1,0 3-228,-2 4 1,-1 3 75,-1 1 1,-4 3-362,-2 1 0,-4 1-804,6 21 1311,-12-17 0,-2-3 0,-3-10 0,1 11 0</inkml:trace>
  <inkml:trace contextRef="#ctx0" brushRef="#br0" timeOffset="2410">17164 1133 32591,'-2'-55'-19,"-1"0"1,1 1 0,-1 5 0,1 3 0,-2 5-984,-8-19 824,2 24-393,2 18 125,3 14 211,-1 21 152,-4 26-583,1-6 1,0 4 581,-4 13 1,-1 4-384,4-15 0,-1 2 1,1 0 416,-1 2 0,1-1 0,1 1 0,1-1 1,1 0 0,2-1-34,2 18 0,5-3-232,8-5 0,8-4-395,7-6 0,7-5-1431,10-6 1,5-6 2140,-2-6 0,0-5 0,-13-6 0,-3-3 0,7-2 0</inkml:trace>
  <inkml:trace contextRef="#ctx0" brushRef="#br0" timeOffset="3781">18061 1218 25572,'0'6'2116,"0"-1"2963,0-5-5079,-2-2 0,-7-2 0,-4-3 0,-3-2-125,-8-11-1739,12 7 1131,-10-18 449,12-6-564,3 2 356,3 0-46,7 11 66,3 13 270,1 1 233,10 6-163,10 13 52,2 7-64,6 17 26,-11 10 4,-9-3-46,-6 17 32,-19-19 0,-5 0-2,5-6 0,-4 1-475,-15 8 0,-10 5 0,1-5 585,-6 1 1,0-2 19,8-8 0,-2 2 0,2-3 19,-14 7 1,5-6-97,-9 1 370,4-6 35,24-30-232,17-7-48,9-22-1,13 4 15,13-8 11,15 6-78,-7 18 0,1 2-46,16-1-46,-11 9 0,1 3-71,20 10 208,-20-2 1,2 3-1113,2 2 1,1 1-3072,4 3 0,-1-1 3770,-5-1 0,-3-1 1,13 4-1,-24-9 1</inkml:trace>
  <inkml:trace contextRef="#ctx0" brushRef="#br0" timeOffset="3971">18710 1603 23832,'0'-5'3622,"0"1"-3368,0 4-205,-13-25-324,14 28-96,-5-5-1192,28 51 148,-4-8 1378,-2-7 0,0-3 0,-8-12 0,6 7 0</inkml:trace>
  <inkml:trace contextRef="#ctx0" brushRef="#br0" timeOffset="4521">19492 1240 24223,'9'7'498,"-3"-2"-151,-20 15-67,-9-4-16,-6-1 5,-4-6-146,13-11-11,4-3 140,3-8-22,0-7 33,1-20-151,4 1-62,12-9-27,4 19 10,17-2-27,16 9-40,6 5 29,16 8-12,-7 23 11,-13 2-5,8 22-23,-30-12 1,-4 3-222,-1 1 1,-3 2 204,-3 9 0,-9 1-12,-11-2 0,-7-1-410,-9 5 0,-5 0 394,-9 2 0,-1-2 64,6-9 0,-1-2 36,-6 1 0,-1-5 13,12-14 1,0-4 238,-22 6-61,16-23-84,27-14 352,18-10-431,13-3-33,7 6 5,23-3-28,-19 18 1,0 2 780,23-7-848,-8 9 0,0 2-263,12 3-206,-16 2 0,1 1-391,-7 0 0,-1 0-1660,1-1 0,-2 0 2593,25-2 0,-24 1 0,-17-1 0</inkml:trace>
  <inkml:trace contextRef="#ctx0" brushRef="#br0" timeOffset="4747">20337 867 27790,'51'30'50,"-23"-5"1,-1 7-62,-7 3 0,-3 5 0,0 2-1090,0 2 1,-2 0 0,-2 1 941,-3 1 1,-1-1-1,-5 1-291,-5 0 0,-3 0 1,-3-3-406,-2 9 1,-7-2 854,-6-6 0,-6 0 0,3-7 0,-4 6 0,5-13 0,-1 0 0</inkml:trace>
  <inkml:trace contextRef="#ctx0" brushRef="#br0" timeOffset="6121">15820 2297 18986,'1'-56'1814,"0"-1"1,-1 2 0,-2 15-1563,0 32-207,-2 1-23,2 12 96,-1 27-68,-1 13-1218,2-7 1,-1 3 1114,1-9 0,1 3-836,0 5 0,0 5 1,2 0 888,5 13 0,0-2 0,-4-4 0,1-4 0,2-13 0,1 0 0</inkml:trace>
  <inkml:trace contextRef="#ctx0" brushRef="#br0" timeOffset="8241">12329 2887 6411,'-45'5'169,"1"0"0,0 0 0,-5 1 1,-1-1-1,4 1-169,4-1 0,2 0 87,-3-1 0,16 0 870,27-2 617,34-2-770,-1-1 0,6 1-1358,10-2 1,7 0 0,-1 0 747,-13 1 0,-2 0 1,5-1 43,9 0 0,5 0 0,2-1 0,-3 1-34,-10 0 1,-1 0-1,-1 1 1,4-1-36,0-1 0,3 1 0,1 0 0,0-1 0,1 1-1,3-1 0,0 1 0,0-1 0,3 0 0,2 0 1,-7 0 0,2-1 0,2 0 0,2 1 0,-1-1 0,0 0 0,-1 0-269,-3 1 0,-1-1 1,0 1-1,0 0 1,1-1-1,0 1 1,3-1 188,1 0 1,2 0-1,2 0 1,0-1 0,1 1-1,-2 0 1,-2-1 0,-3 2-310,3-1 1,-4 0 0,-1 0 0,-1 1 0,2-1 0,3 1 259,-7-1 1,2 1-1,0-1 1,1 1 0,2-1-1,0 0 1,2 1 0,1-1-107,-8 1 0,2 0 0,1 0 0,1 0 0,1 0 0,1 0 0,-1 0 0,0 0 1,0 0-1,-1 0 0,-2 0 75,8 0 1,-1-1 0,-1 1 0,0 0 0,-1 0 0,1 0 0,1-1 0,1 1 0,2 0-16,-8 0 0,2 0 0,2 0 0,2 0 0,-1 0 0,1 0 0,0 0 1,-2 0-1,-2 0 0,-1 0 0,-4 1 0,-3-1 3,15 0 0,-4 0 0,-3 0 1,-3 1-1,-1-1 0,1 0 4,6 0 0,0 0 0,-2 0 1,-1 0-1,-1 0-11,-6 0 0,-1 0 0,-1 0 0,1 0 0,0 0-122,6-1 1,0 0 0,2 1 0,-2-1 0,1 0-378,-4 0 1,1 0-1,-2 0 1,1 0-1,-2 0 576,9-1 1,0 0 0,-4 0 0,-7 1-1,-1-1 1,-9 1 0,1-1 0</inkml:trace>
  <inkml:trace contextRef="#ctx0" brushRef="#br0" timeOffset="9692">11915 2935 7436,'-6'-1'6070,"1"0"-5359,5 1-97,0 0 383,-71-10-92,38 7-505,-14-3 0,1 1 200,15 5 1009,-25 4-489,12 0-560,11-1 1,0 1 513,-20 2-86,7-2 30,12-1-371,15-2-380,11 0-172,10-1 148,8 1-143,11 1-14,15 1-89,13-2 288,10 0-121,-26-2 0,1-1 14,3 0 0,0-1 9,4-2 1,0 0-269,2-2 1,2 0 388,-1-1 1,0-1-26,-1 1 0,-2-1 33,-6 1 1,-2 0 254,14-4-22,-22 2-259,-23 4-729,-19 3 49,-22 1 150,-24 7 7,24-1 0,-2 2 130,-4 1 1,-1 2-69,1 0 1,1 1-374,4 0 1,2 1-2115,5 0 0,2 0 2038,-13 9 0,26-10 0,12-6 1</inkml:trace>
  <inkml:trace contextRef="#ctx0" brushRef="#br0" timeOffset="10602">11225 3016 10368,'0'-6'7532,"0"1"-4194,0 5-1987,0-60-954,-1 45-458,0-45-2,-1 66 254,0 11 4,-3 18 20,0 16-119,2-19 1,0 0-106,-1 22 15,3-13 0,0 1 20,5 15-28,-2-19 1,1 0-112,6 11 36,-2-15 6,-2-13 412,-3-11-102,-1-12-27,-4-13-165,-2-14 142,-4-32-83,3 14-246,3 7 1,2 0 393,1-17-93,2 23 1,1 0 89,0 1 1,1 3-40,2-10 44,0 12 48,-5 19 8,0 8 639,-1 10-162,0 11-541,-2 16 1,0 14-18,0 8-24,0 4-199,2-4-199,1-8-720,0-13 707,1-13 175,0-12-37,-2-10-139,1-13 47,-1-12 1,1-30 63,0 12 124,0 6 0,1-2 79,4-3 1,0 2 276,1-17 114,4-6 28,-8 50-113,-2 8-151,-1 5-349,0 11 284,0 11-236,0 18-1095,2-5 1,0 0-2304,1 19 2703,1-15 1,0-4-1,-1-13 1,0 1 0</inkml:trace>
  <inkml:trace contextRef="#ctx0" brushRef="#br0" timeOffset="22276">7705 4805 15473,'16'-52'1665,"-1"-1"1,-2 5 0,-2 5-541,-8 7-155,-1 9-348,-4 10-421,-2 9-190,-9 14 12,-12 15-12,-18 21-20,15-13 1,-1 3-561,-2 5 0,0 2 544,3 2 0,2 1-45,5-2 0,6 2-394,8 2 1,6-2 167,8 11-63,11-23 0,7-6-778,33-11 154,-18-10 0,3-4-938,6-8 1,1-6 178,3-5 0,-1-5-85,1-5 1,-2-4 1377,-2-4 1,-4 0 445,-11 8 1,-2-4 564,4-18 1,-5-3-20,-13 15 0,-2-1 60,-1 2 0,0-3 0,-2 2 660,-1-8 1,-2 2-7,-1 2 1,-2 2-354,-1 6 1,-2 1 321,3-21-7,-3 14-485,-1 15 199,-1 14-1040,-2 11 1610,0 15-1290,-1 15-67,-3 23-96,-2-1-331,-2-1 1,-2 4 291,2-12 1,0 0-7,-4 19 1,0 0-6,3-11 0,1-3-3,1-4 0,0-3-25,0 23 185,8-17 62,2-24 234,6-15-218,4-23-78,9-13-11,6-12-6,3-5 660,1 0-761,0 6-39,-2 8-39,-3 12 0,-4 11 11,-1 10 17,-2 10-1,1 10 1,-1 9 525,-1 5-514,-2 2-12,3-3-10,6 1 11,-7-13 5,9-3 23,-10-14 17,12-8-18,-10-3 35,9-15 16,-12-2 11,5-11-10,-3-4 10,-3 2 56,-3 7 1,-5 12-135,-4 9-79,-3 8 46,-1 7 38,-2 8-5,1 7-16,3 4 16,6-1 0,9-4 0,7-8 16,8-6 18,5-12 16,3-8 1,0-13 16,-4-5 45,-9-4 56,-11-2 6,-9 1 17,-12 0-18,-6 7-66,-9 6-57,-6 12-28,-15 14-5,11 7-1716,1 9 1,2 5 1686,2 3-128,4 2 0,2 3 90,2 12-90,3 15-231,13 1-592,11 0-1324,14-2-427,-6-31 0,2-2 2714,20 15 0,-12-18 0,-9-12 0</inkml:trace>
  <inkml:trace contextRef="#ctx0" brushRef="#br0" timeOffset="22747">9682 4625 13513,'1'-5'9203,"0"1"-7864,-1 4-1205,-68-5-56,22 34-67,5-23 1,0 3-15,17 17 0,7 6-42,2 10-39,4 12-67,15-3-555,15-23 1,4-3-18,9 3 297,-3-13 1,1-5-527,6-8-351,0-5 1,3-4 651,-6-2 0,1-1 651,14-6 0,0-5 171,-10 0 0,-3-5 324,4-10 1,-3-1-283,-11 10 0,-2-2 291,6-14 0,-3-4 151,-13 13 1,-1-2 374,4-18 1,-1-2-485,-6 10 0,-3 1-135,1-3 1,-2 3-53,-4-3 229,-4 7 11,0 21-503,-1 5-52,0 7-66,2 21 22,-1 1 22,-2 31-5,-2 14-370,-2-4 0,-1 5 344,0-6 1,-1 0-3,0 1 0,0-1-70,1-5 0,1-3-280,4-12 0,3-1-1180,4 11 1,4-2-286,4 9-5819,27-7 7645,-9-36 0,-5-1 0,-9-7 0</inkml:trace>
  <inkml:trace contextRef="#ctx0" brushRef="#br0" timeOffset="23005">10530 4560 19792,'2'-45'1290,"1"-1"0,1 8 1,-6 9-1034,-21 22-145,6 12 101,-15 17-23,0 12-47,3-1 0,0 3-559,4-1 1,0 0 462,-4 9 1,3 0-29,6-8 1,4-1-9,-7 18 259,10 1-242,22-15-28,1-7 0,44-2-67,2-24-553,-10-6 1,1-3 507,-11 0 0,0-3-423,20-8 0,1-3-554,-19 5 1,0-2-1556,16-5 1,0-2 2643,-19 5 0,-5 1 0,10-5 0,-20 8 0</inkml:trace>
  <inkml:trace contextRef="#ctx0" brushRef="#br0" timeOffset="23264">11120 4135 27046,'-7'1'453,"-8"30"-411,-3 18 0,0 9-1605,5-17 0,0 2 0,1-3 1563,-3 11 0,2 0-12,5-6 1,2 3 0,3-4 394,4-2 0,4 0-456,3 14 1,6-1-220,6-17 1,5-5-771,5-4 1,5-4-3855,3-4 1,1-4 4194,20 3 0,-17-11 0,-30-7 1</inkml:trace>
  <inkml:trace contextRef="#ctx0" brushRef="#br0" timeOffset="25922">11124 4406 21467,'-14'-34'941,"1"1"0,-7-22-807,23 48-16,-1 3-118,-2 5 56,0 6 45,-3 9-17,-3 13-23,-4 14 1,-2 11-28,1 6-427,2 0 421,3-2 11,2 2-22,2-16-6,0-6 17,2-17 89,0-12 309,0-1 240,0-5-60,2-10-118,-1 0-359,4-16-28,2-5-29,5-14-1729,0 7 1,0 0 1678,6-18 3,1 0 1,0 2-517,0 3 496,-1 6 1,1 1-69,5 1 80,6-1-17,-5 15 6,3 14 3092,-10 9-3098,9 11 746,-4 10-741,13 21 0,-19-11 1,-2 1 0,11 22 146,-10 3-141,-11-9 0,-2-1-11,-1 15 0,-2-18 6,-1-6 28,0-20 22,0-7 498,1-6-481,1-16-28,2-4-29,1-9 7,5-12-1,2-3 6,6-13-11,-5 20 0,1 1-12,6-10 3,-1 12 1,2 4 2,0 7 6,23-13-11,-11 21-6,12 2-11,7 15-1,-10 9 12,-6 7-11,-8 17-56,-12 23-31,-8-26 0,-1 2-497,-2 9 1,-1 0-199,-3-6 1,0-3-474,0 21-3455,-1 2 4721,4-25 0,-2-6 0,2-15 0</inkml:trace>
  <inkml:trace contextRef="#ctx0" brushRef="#br0" timeOffset="26180">12455 4212 19835,'5'-48'1535,"0"0"0,-1 6 0,-1 6-768,-2 8-29,-1 14-458,-2 9-65,0 9-8,-12 33-62,-2 20-97,1-8 0,0 3-337,2-8 0,1 1 294,-3 7 1,-1 6 0,2-3-1141,0 5 0,0-1 1120,3-11 0,0 2 0,2-3-27,-1 1 0,8-1-1244,20 12 0,10-2-593,-3-18 0,3-1-128,-2-3 0,1 1 1,3-5 2006,12-3 0,-3-7 0,-7-5 0,2-2 0</inkml:trace>
  <inkml:trace contextRef="#ctx0" brushRef="#br0" timeOffset="38881">13180 4479 10293,'6'1'4676,"-1"1"304,-5-2-4649,0 2-191,1-1 128,-1 3 135,1-2-195,-1 0 335,0-1 1418,0 0-1351,-2 0-246,-3-1-106,-3-3-23,-4-4-33,0-6-62,1-4-62,2-5-38,3-3-29,5-2-28,8 0-11,11 1 11,11 4 12,11 5-18,8 6-10,5 7 13,-21 9 0,0 3 9,12 2-12,-14 3 1,-3 3-84,2 11-51,1 14 5,-16 9 54,-25-12 0,-7 0 37,-10 17-431,1-24 1,-7 1-1,3-5 509,-14 8 16,6-7 1,1-4 140,5-10 55,2-3-60,14-15-79,9-11-90,6 1-17,9-11 1424,8 11-1407,9-2 0,7 6-5,10 5-1,10 7-16,11 7-241,-26-2 1,1 3 245,1 1 0,0 1-28,1 2 0,-2 1-25,-5 0 0,-2 2-87,10 26 135,-26-13-73,-34 12 72,-28-14 29,13-12 0,-3 0-26,-5-1 0,-1-3-201,-8-1 0,3-2 36,15-3 0,3-2-535,-5 1 1,4-4-6092,11-8 6811,3 0 0,12-1 0,6 3 0</inkml:trace>
  <inkml:trace contextRef="#ctx0" brushRef="#br0" timeOffset="39096">14251 4682 19350,'6'7'1489,"-1"-1"-542,-5-6-386,0 0-522,9 72-1877,-7-20-446,3-7 1,0 1 2283,-5 4 0,0-36 0,0-1 0</inkml:trace>
  <inkml:trace contextRef="#ctx0" brushRef="#br0" timeOffset="39663">14724 4536 19882,'-3'-1'2868,"1"-1"-1451,2 2-1350,-3-66-11,9 41-9,0-18 1,6 2 14,23 17-12,12-1-5,2 6-12,8 8-33,-19 7 6,15 10-6,-16 9-11,-10 2 0,1 3-29,13 22 12,-19-15 0,-3 1-16,-2 23 21,-9-12 23,-15 5 39,-15-9 12,-7-3 44,-9-6 45,6-15-28,8-7 140,-1-8 191,6-7-129,2-3-102,5-5-122,8 6-73,6 3 0,9 2-6,10 4 6,28 8-1,4 10-765,-17-2 1,0 1 760,12 11-210,-18-7 0,-1 2 170,13 10-45,-18-7 0,-1 0-22,2 7-179,-17 8-209,-29-16-553,-6-5 0,-4-3-2386,-2-3 0,-3-2 3357,-6 0 0,3-2 0,-6-3 0,19-3 1</inkml:trace>
  <inkml:trace contextRef="#ctx0" brushRef="#br0" timeOffset="40156">15722 4266 22389,'-17'-54'966,"1"-1"1,1 7 0,4 8-669,11 18-126,6 10-127,2 7 51,13 10 89,20 29-138,-17-10 1,2 5-689,9 16 0,2 5 658,-14-13 0,0 2 0,0 1-21,2 5 0,-1 1 1,-1 2-50,-1 0 1,-1 2 0,-2 1-189,-2-1 0,-2 0 0,-3 0-545,-3-2 0,-3 0 0,-4-1 786,-8 1 0,-4 0 0,1-4 0,3-6 0,-2-3 0,-8-4 0,1-1 0</inkml:trace>
  <inkml:trace contextRef="#ctx0" brushRef="#br0" timeOffset="41297">7189 5800 7703,'-51'-8'400,"1"-1"1,0 0 0,-2 2 0,8-1-1315,9-8 1102,64 11 664,32-3-37,-14 4 0,5 1-863,-8 1 0,2 0 1,2 0 556,8 0 1,3 1 0,1-1-660,-8 1 1,1 0-1,1 1 1,1-1 339,6 0 0,1 0 1,1 1-1,1-1-467,-8 0 0,0 1 0,2-1 0,0 0 0,1 1 403,-7-1 1,1 0 0,1 0 0,0-1 0,1 1 0,0 0-258,4 0 0,0-1 0,1 1 0,0-1 0,1 1 0,0-1 202,-5 0 0,0 0 1,1 0-1,0 0 1,1 0-1,0 0 0,0-1-109,4 1 0,0-1 1,0 1-1,0-1 0,1 0 1,1 0-1,-1 0 77,-4 0 0,0 0 0,1 0 1,-1 0-1,1-1 0,1 1 0,-1-1 1,1 1-40,-5 0 0,0 0 0,0 0 1,0 0-1,1-1 0,0 1 0,0 0 1,0 0-1,0-1 24,2 1 0,0-1 0,0 1 1,1-1-1,-1 0 0,1 1 1,0-1-1,-1 0 0,1 1 12,0-1 1,1 0 0,-1 1 0,1-1-1,-1 0 1,1 1 0,0-1 0,-1 0 0,1 1 10,0-1 1,-1 0 0,1 0 0,0 0 0,0 1 0,-1-1 0,1 0 0,-1 0 0,1 1 3,-2-1 0,1 0 0,-1 1 0,1-1 0,-1 0 0,1 1 0,-1-1 0,0 0 0,0 1-2,-2-1 0,1 1 0,0-1 0,-1 1 1,1-1-1,-1 1 0,0-1 0,0 1 0,-1 0-9,6-1 0,0 1 0,-1-1 0,0 1 0,0 0 0,0 0 0,-1 0 0,0 0-15,-3 0 0,1 0 0,-1 0 1,0 0-1,-1 1 0,0-1 1,0 1-1,0-1-6,3 1 0,1 0 0,-1 0 0,-1 0 1,0 0-1,-1 1 0,0-1-9,4 0 0,0 1 1,-1-1-1,-1 1 0,-1 0 1,-1 1-22,6 0 1,-2 0 0,-1 0 0,-1 1 0,-2 1-1258,5 0 1,-1 1 0,-3 0 0,-3 1 1267,3 2 0,-3-1 0,-6 1 0,-3 1 0,-7 0 0,-3 2 0</inkml:trace>
  <inkml:trace contextRef="#ctx0" brushRef="#br0" timeOffset="42502">17378 4707 23427,'-7'-48'56,"3"12"-11,12 47-34,-3-2 40,1 12 212,-23 5-157,1-3 74,-33 12-511,-4-11 448,19-11 1,-2-2 153,-3-2 1,1-4 48,-18-6-214,12-8 18,22-19-40,13-23-73,2 8-11,7 4 0,4-4-793,5 1 0,2 0 804,-3 7 1,2-1-7,6-13 1,1 2-478,6-6 523,3-4 203,-6 14-130,-9 21-29,-5 9-73,-6 11 1531,-1 2-1581,-2 1 606,-12 14-589,-2 7 5,-9 20 1,8-6-7,4 18 12,14-23 0,3 2 3,4 2 0,2 1-3,0-2 0,5 1-9,17 9 1,4-2-228,6 4 232,-12-17 1,4 3-1,-1-3-528,6 4 1,1-2 508,-6-5 1,1 1 0,1-1-107,16 12 0,-1 0-790,-1 4 1,-4-1 262,-15-14 1,-6 1-2742,-3 6 0,-10 0 2682,-22 0 0,2-7 1,-3-12-1</inkml:trace>
  <inkml:trace contextRef="#ctx0" brushRef="#br0" timeOffset="43059">18116 4701 22856,'5'16'997,"-9"5"-823,-5-3 106,-19 8-56,-6-6 246,-20 3 18,11-11-79,3-10-286,23-9 84,8-26-140,13-5-22,3-11-26,10 5 1,4-2-107,-2 9 0,1-2 102,-1 2 0,1-3 0,-1 3 4,1-1 1,-1 0 30,4-14 1,-2 3-29,-3 2 37,-6 3 0,-3 2 13,-8 8-32,-4-4 4,-16 12-38,6 16-6,-20-4-6,15 11-16,-6 7 11,11 8 236,6 3-203,5 27-50,13 3 31,0-8 0,5 2-693,7 2 0,4 1 690,6 6 0,3 0-4,-8-14 0,0 1 1,0-3-3,6 8 1,1-1-8,-3-5 0,1 1 0,-4-1-432,-1-2 1,-2 0-612,8 13 0,-3 1-3860,-16-13 1,-4-2 4114,2 12 1,-12-16-1,-1-20 1</inkml:trace>
  <inkml:trace contextRef="#ctx0" brushRef="#br0" timeOffset="45967">19346 4293 21999,'-55'1'74,"1"0"1,0 5 0,5 10-67,16 17 1,5 8-626,-2 2 1,3 1 548,4 1 1,4 0-71,6-1 1,5-1-79,7-4 1,7-1-51,5-5 0,6-3-23,7-4 1,5-6-76,5-4 0,3-6 5,5-8 1,1-6 206,4-6 1,0-7-387,2-7 1,-2-5 669,-1-4 0,-1-5 140,-12 3 1,-1-4 0,-3 2-108,2-2 0,-4-2 64,-4 0 1,-1-3 0,-4 2-75,-3-3 0,-3 1 128,3-11 0,0-1 116,-6 12 1,0 0 0,0 3-81,-2 0 0,0 2-288,1-2 1,-1 7 259,-4 11 402,-2 16-754,-1 4 1167,0 26-1067,-1 11-25,1-2 0,0 4 146,0 5 1,0 0-150,0 7 0,0 1-3,0 4 1,0 1-4,-1 1 1,0 0-6,-1-3 0,-1-2-9,-1-1 1,-1-4 344,-1 8-330,1-11 111,4-36 90,5-3-72,5-15-57,21-21-50,-6 5 14,-1 3 0,1 1 20,10-9-23,5-4 690,-6 9-752,-9 10 7,-4 11 16,-4 14-6,0 9-11,2 10-5,0 6-113,6 9-117,-2-8-212,6 0 128,-7-17-600,12-6-207,1-10-3290,20-16 4371,-15 1-700,-12-5 1,-3-3 934,-6 1 281,7-23 56,-16 19 61,-2-4 17,-4 10 2348,-2 9-2819,-1 7 2261,0 3-2400,0 9 50,7 7-34,-2 1 23,13 5-6,-5-12 112,20 3-39,-7-9 107,18-12-102,-18 0 124,5-18 33,-16 5 40,-1-9 235,-6-5-341,-7 12 251,-11-7-336,2 20 17,-11-3-73,4 11-28,-9 4-27,-2 12-35,-6 22 23,11-4-95,0 27-207,17-13-334,9-12 0,3 0-266,5 12-3986,12-13 1,4-4 4082,7-4 1,4 1 0,-21-17 0</inkml:trace>
  <inkml:trace contextRef="#ctx0" brushRef="#br0" timeOffset="46411">21383 4365 18795,'0'-6'4711,"0"1"-3905,0 5-184,-83-15-505,47 20-944,-5 2 1,-10 2 0,10 4 848,1 24-11,3 2 1,3 4 144,17-14 1,3 1-199,0 7 0,2 0-48,8-3 0,4-1-178,21 22-4,8-31 0,4-5 48,19 3 98,-17-13 0,4-6-456,17-14 0,-1-8 360,-13 4 1,-1-2-12,3-2 1,4-3 0,-6-2 246,2-8 0,-4-4-449,-1-5 0,-4-2 472,-8 8 0,-1-4 110,-4-2 1,1-5-1,-3 3 122,-1-2 0,0 0-99,3-8 1,0-1 406,-7 6 0,-4 5 1590,-3-3-1797,0-4 748,-10 28-928,1 16 393,-3 1-616,-3 18 50,-3 15-23,-3 7 9,4-4 0,-1 2-9,2-2 0,0 3-126,-4 19 0,1 3 87,4-18 1,0 0-452,0 26 0,1-3-204,5-11-521,2-6 0,4-3-4037,10-4 5258,4-3 0,-5-17 0,-5-12 0</inkml:trace>
  <inkml:trace contextRef="#ctx0" brushRef="#br0" timeOffset="46651">22137 4310 24615,'-54'-1'222,"-1"-1"1,11 10 0,-1 3 0,6 5-153,8 9 0,4 3-45,-8 4 0,2 3 6,7 2 0,7-1-1454,8 10 1457,5 7 529,36-13-504,4-24 0,6-3-65,-9-1 1,3-2-416,11-2 0,7-2 0,-3-2-145,-1-3 0,0-2-823,-1 0 0,2-1 0,-2 0 1389,2-2 0,-5 0 0,13-4 0,-28 4 0</inkml:trace>
  <inkml:trace contextRef="#ctx0" brushRef="#br0" timeOffset="47118">22991 3941 21573,'2'-50'1594,"0"-1"1,0 7 0,-4 10-1332,-6 21-241,1 14 62,-7 24 28,-4 25-62,3-9 1,-1 4-595,-4 12 1,0 4 552,6-14 1,-1 2-1,1 0-559,0 2 1,2 1-1,1 1 527,2-1 1,2 0 0,4 0-75,4-4 0,4 0 0,4-2-732,5-3 0,4-1 1,4-3-746,7-1 0,4-3 0,2-2 1574,-2-4 0,2-2 0,-2-3 0,4 1 0,-3-4 0,7 2 0</inkml:trace>
  <inkml:trace contextRef="#ctx0" brushRef="#br0" timeOffset="63384">23355 4177 16454,'0'-41'1954,"0"0"0,0 4 0,0 8-1294,1 16-283,-1 5-368,1 1-94,-1 8 84,0 5 124,-9 29-61,-5 7-188,1-8 1,-1 2 133,-2-2 1,0 0-4,0 0 1,2 0-6,1-3 0,3-1 11,-2 20 73,14-13 185,12-16 100,15-12-201,2-12 45,1-8 0,2-3 50,18-16-446,-15 7 0,0 0 293,-9 2 0,-2 2 102,17-15 7,-13 8 194,-12 10-385,-10 8-67,-6 6 33,-3 8 630,-2 8-630,0 4-134,-6 26-207,3-5-365,1 20-822,7-6-2286,8-3-891,3-11 4711,7-6 0,-12-21 0,1-1 0</inkml:trace>
  <inkml:trace contextRef="#ctx0" brushRef="#br0" timeOffset="63567">24022 4537 15586,'0'-3'6222,"0"0"-4748,0 3-1390,-11-10-56,4 15-45,-9-3-162,10 21-527,3 4-67,2-6 773,7 14 0,-4-24 0,4 9 0</inkml:trace>
  <inkml:trace contextRef="#ctx0" brushRef="#br0" timeOffset="63976">24317 4207 23310,'4'-39'828,"0"1"1,3-22-801,-9 63-5,-1 3 38,-10 27-38,0 4-12,-6 24-11,7-4-6,6-1 1,11-6-6,7-8 33,10-12 51,5-14 50,3-13 62,3-14 73,-1-11 39,-2-9 162,-3-8-313,-11 14 100,-2-4-44,-10 18-124,0 2-95,-3 6-5,-1 7 33,-2 9-5,-1 13-40,-2 14-84,-1 10-206,0 5-505,3 1-1317,1-4 2146,7-2 0,-4-24 0,3-5 0</inkml:trace>
  <inkml:trace contextRef="#ctx0" brushRef="#br0" timeOffset="64244">24692 3820 21953,'-21'-38'760,"-1"1"0,1-1 1,-7-13-1,4 8-256,4 11 287,9 14-724,9 9 136,13 11-158,18 16-28,-4 1 0,2 3-502,8 11 0,0 6 475,-8-7 1,-1 3 0,-2 2-6,1 5 0,-2 3 0,-2 1-10,-2 3 1,-3 2 0,-1 0-584,-4 1 0,-2 1 0,-4-1 414,-3-2 0,-3 0 0,-3-1-576,-3-2 1,-3 0 0,-2-2 289,-9 13 0,0-8 0,-1 1 0,11-33 0</inkml:trace>
  <inkml:trace contextRef="#ctx0" brushRef="#br0" timeOffset="66928">9919 6139 19339,'-1'-47'1579,"-1"1"0,1 6 1,0 6-942,0 15-374,0 9-276,0 7 57,3 27 62,0-7-57,0 18 1,1 5 21,-1 22-472,0-15 1,-1 2 407,-2-7 1,0 0-9,0-3 0,-1 0 0,0-5 0,1-1 11,-2 19-29,1-16 288,1-17 627,1-12-830,-2-37-5,-1-8-12,0-6 1,0-2 272,-3-16-292,3 14 0,0-1 11,1 16 0,1 2 5,-1-5 1,1 1 69,0-17-27,-1 22-84,1 17-34,-2 10 16,2 7-4,0 30 10,1-9-89,1 14 0,0 4-510,5 16 56,-3-23 0,1 2-2512,5 0 0,0-1 2369,7 14 1,-2-8 0,-5-20 0</inkml:trace>
  <inkml:trace contextRef="#ctx0" brushRef="#br0" timeOffset="69276">9482 6497 15508,'-3'-3'5589,"2"1"-3373,1 2-2051,-19-26-210,15 20 1,-12-12 80,25 32-6,7 13-30,11 7 45,7 8 17,7-1-61,-8-9 143,-5-13 1,2-2 212,12 1-151,-10-8 0,2-2 153,25-8-225,-26-6 1,0-2-195,2-4 1,-1-1 176,0-3 0,-1-2 5,-3 0 1,-3 0 108,14-17 9,-15 7 12,-12 9-50,-7 10-118,-6 5-123,-1 4-45,-4 0 366,-5 5-299,-12 5 0,-1 1-20,-7 3 1,-4 1-31,-25 9-612,12-5 0,0-2 667,13-4 1,0-2 5,-18 3 1,1-3-226,18-5 0,0-2 239,-10 3 1,1-4 35,-6-11-10,15-10-12,9-15 18,4-10-29,5-6 0,2 1 23,4 8-18,3 14-66,1 11 16,3 10 1190,0 8-1151,5 8 538,4 13-555,9 10 12,7 10-5,8 2-1,10-1 11,-17-25 1,3-1-606,4-3 0,0-1 617,24 5 11,-13-13 0,-1-2-103,14-6 106,-17-2 0,-1-3 47,15-15 6,-8-7 28,-7-5-22,-10-2-34,-8 3 11,-10 4-56,-5 9 1008,-3 9-1792,-2 6-2802,-3 12 3575,-2 2 0,1 0 0,0-2 0</inkml:trace>
  <inkml:trace contextRef="#ctx0" brushRef="#br0" timeOffset="124844">7352 9194 14745,'-1'-5'5249,"-1"2"-2521,2 3-2605,-54-58-95,18 56-17,0-23 0,-2 5 0,0 42 1,3 12-21,8-7 1,1 0-3,-6 5 0,0 3-54,4 9 1,7 1-634,4 15 541,10-18 0,6 0-236,29 13 91,-2-34 0,6-5-208,8-4 0,4-5-448,6-8 1,2-5-1204,3-5 1,0-6-58,0-5 0,0-6 174,-2-3 0,-2-4 1601,-1-3 1,-3-3 501,-3-4 0,-4-1 775,-3-3 0,-3-3 311,-4-2 1,-2 0-485,-8 10 0,-1-1 735,-1 1 1,0-3-1,-2 4-808,-2 9 1,-1 0 344,4-10 1,2-4 0,-3 7-128,3-6-120,-4 10 0,-3 3 541,-4 12-1176,-3 5 256,-4 16-234,-1 20 62,-1 22-82,-1-10 0,-1 5-1139,-3 21 0,-2 3 1100,2-16 0,-2 1 6,-1 1 1,0 2 0,-1-2-49,-3 4 0,0-1 33,-4 12 1,-1-1-4,5-14 1,1-1-120,-3 7 0,2-4 100,4-2 140,-2 3 258,15-38 2007,1-15-2158,16-21-90,0 0 0,2-3-14,2-1 0,0-1 34,8-8 1,-2 1-49,9-7 138,-17 19 1,-2 3-223,1 0-33,5 0-35,-12 16-32,-1 15 55,0 8 1291,2 14-1274,-7 6 0,-2-6-51,2 16-117,2-16-184,11 12-276,7-14-88,8-9 312,5-12 343,4-18 117,-3-12 73,-3-13 67,-8-5 67,-9 1 78,-9 7 74,-7 8-18,-4 11-156,-3 8-190,-2 3-68,-3 5 0,-3 5 0,-1 6-5,2 4 5,2 1-11,10 0 39,6-4 23,10-4 5,7-5 6,6-11-6,5-8 51,0-10 16,-3-7 12,-6-5 33,-6-5-61,-10 8 218,-5-15-78,-10 20-34,-6-9-96,-7 18-72,-9 9 0,-8 11-16,-10 14-1,-8 16-538,23-10 0,0 4 507,2 3 0,2 1-19,3 2 0,3 1-176,4 0 0,5 0-278,6 30-555,21-6-1209,21-10-1474,-11-27 1,2-4 3177,0-4 1,-1-2 0,11 0-1,-17-7 1</inkml:trace>
  <inkml:trace contextRef="#ctx0" brushRef="#br0" timeOffset="125311">9455 9108 18975,'0'-5'4368,"0"2"-3785,0 3-370,-66 3 16,26 18-341,-6-6 0,-1 5 170,20 5 1,5 6-23,-3 6 1,3 1-37,-7 14-6,15-16 1,4-2-57,7 5 30,12 4-85,5-13-751,32-5-521,-2-16-184,-9-5 0,1-2-671,-2-6 1,0-4-297,3-2 1,-2-3 1074,2-3 0,-2-4 1470,0-2 1,-1-4 756,-2-2 0,-2-4 523,-1-3 1,-2-2 545,-3-2 1,-2-3 856,2-10 1,-4 1-2062,-7 16 0,-1 1-126,0-3 1,-3 1 1548,-2-16-1036,-4 17 66,0-6-364,-5 25-620,1 10-35,-3 5 346,2 5-418,-1 9 5,1 15 17,0 17-11,-2 18-252,1-25 0,0 2 198,-2 3 1,-1 1-132,-1 1 1,-1 1-312,0-1 0,0 0-557,0-3 0,1-1-1535,2-4 0,2-3 2588,2 17 0,2-23 0,3-16 0</inkml:trace>
  <inkml:trace contextRef="#ctx0" brushRef="#br0" timeOffset="125561">10269 9102 24995,'-62'11'233,"0"0"1,14-8 0,5 6-184,3 26 1,5 8-343,12-14 1,2 2 319,-9 15 0,3 1-269,9-16 0,2 0 227,0 8 0,4-2 2,8 0 268,15 3-312,19-15-202,27-15-2024,-16-16 0,6-6 1,-3 0 1763,4 1 1,-1-1-1,9-7 1,-7 1-1,-16 6 1</inkml:trace>
  <inkml:trace contextRef="#ctx0" brushRef="#br0" timeOffset="126194">11024 8920 21075,'-2'-46'1032,"1"-1"0,-1 1 0,0-14 0,-1 12-461,-1 24-498,1 16 45,-14 63-40,4-10-857,0-3 0,-2 9 0,-1-1 808,1-2 1,-1-1 0,-1 3-16,1-2 0,0 2 0,-1 2 0,1-1-7,0 1 0,1 1 0,0-1 0,1 0-23,2-4 1,1 1 0,1-1 0,3-2-135,1 9 1,2-1 0,7-3-724,10 12 1,12-7 872,18-12 0,5-8 0,-20-13 0,0-6 0,6-7 0,0 0 0</inkml:trace>
  <inkml:trace contextRef="#ctx0" brushRef="#br0" timeOffset="130278">11164 9507 20733,'-8'-54'1286,"1"0"1,0 0-1,4 7-1045,7 16 145,5-6-127,0 19-114,0 1-134,-3 10-33,-3 7 39,1 21 5,0-2 34,4 34 0,-5 1-139,-2-17 0,-2 2 108,-4 8 1,-1 0-15,0-9 0,0-2 0,-2 1 1,1-3-12,0-2 106,3-10 230,3-17-84,1 0 330,1-13-481,4-9-78,1-6 10,9-21-5,-3 10-6,6-6 1,4-3-40,-3 13 1,1 0 24,16-16 1,2 2-4,-16 20 1,2 3-6,9-2 0,-2 4-11,-10 11-17,21 3 6,-18 18-1,10 11 23,-10 2-61,4 16-40,-6-3-84,-8-7 0,1 2-459,10 23 174,-3-3-1149,9-4 1137,-13-30 65,19 5 165,-7-28-3157,20-24 3454,-14 1 30,-12-2 1,-2 0 64,-1-3 98,-4-1 0,0-2 333,7-18-67,1-4 23,-10 18-219,-10 25-285,-3 8-136,-2 7 3415,-3 10-3262,-5 24-35,1-5 0,0 6 1,0 0-6,3-1 3,1-3 0,3 0-14,11 4-12,9 1 23,25-13 23,4-18 27,13-17-11,-20-8 80,3-18 172,-11-10-73,-4-4-53,-16 17 1,-3 0-66,-2-3 57,-3-6-78,-6 23-46,1 0-111,-2 9-264,1 5-913,-2 4-626,2 13-5513,1 4 6546,1 10 0,0-10 0,0-6 0</inkml:trace>
  <inkml:trace contextRef="#ctx0" brushRef="#br0" timeOffset="131167">12705 9562 17238,'-3'8'5232,"2"0"-4527,1-8 1732,0 0-2023,-3 4-5,3-3-230,-3 2 101,11-13-224,3-6-22,11-13 0,5-6 5,8-8 0,2-8-8,-18 21 0,-1 0-190,-2-4 0,-1-1 209,-2-1 1,-2-2-21,-3 2 1,-3-1-3,-1 3 0,-1 2 23,-2-14 84,-5 7-85,0 25-95,-2 1-39,0 16 67,-4 12 23,-7 19 5,-9 24-263,11-20 1,0 3 239,-1 6 1,0 1 5,2 3 1,2 1-9,2 0 0,3-1-14,2-4 0,4-2-141,6-6 1,4-3 134,23 17 18,3-24-10,1-19 1,3-6 8,19-11 20,-14-1 0,-2-3 8,13-16 20,-12-11 0,-3-6-31,-3-3-469,-13 13 0,2-6 1,-5 4 490,3-20 13,-11 18 1,1-6-1,-3 2-304,-1-3 1,-3 1 341,3-17 0,-1 1 188,-6 18 1,-2 5 74,-4-17 157,-1 22-458,-2 18 1394,1 9-1429,-5 18 0,-3 14 0,-10 26-35,10-18 0,1 4 35,-1 6 0,3 3 0,2 4 0,2-1-23,1-9 0,4 0-459,9 18 1,7-2-662,-1-21 1,4-2 1142,13 17 0,1-4 0,1-8 0,1-11 0</inkml:trace>
  <inkml:trace contextRef="#ctx0" brushRef="#br0" timeOffset="131384">14062 9605 26110,'1'53'-74,"0"-1"0,-6 4 1,-1-7-1,0-17 1,-9 3-1</inkml:trace>
  <inkml:trace contextRef="#ctx0" brushRef="#br0" timeOffset="134309">14596 9285 23696,'-4'-45'1126,"0"8"-1199,3 42 62,0 1 72,0 18 7,-1 12-35,-3 19-11,1-14 1,-1 0-284,0-6 1,0 0 268,0-1 1,0-3 2,-3 16 23,3-22 381,2-4 319,1-11-404,2-10 40,3-12-264,4-14 532,5-16-588,-1 7 1,1-3-32,0 5 1,1-1-442,5-7 1,0 3 433,9-9-203,12 2 191,-1 19-17,13 2-14,-19 16 1,0 4-4,12 4-27,16 17-46,-23 11-27,5 18-1,-20-12 1,-4 3-37,-3-4 0,-3 1 65,-1-2 0,-1 1-368,-1 5 1,-2-4-9,1 0-1928,3-3 0,1-1 1867,1-12 304,25 2 233,-7-29 281,15-12-18,-14-6 416,3-18 111,-9 1-163,-9 12 1,0 0 107,8-18-130,-3 3-347,-12 25 403,-4 8-587,-5 10-242,0 3 124,-1 16 3436,0 20-3397,0 11-6,2 1-67,12 11-17,4-26 40,16 9 44,-6-23 17,25-15 17,-24-8 58,2-7 1,0-6 109,0-13-90,-10 6 0,-2-2 84,4-22-89,-9 11 156,-3-16-72,-6 22-34,-1-11-56,-4 21-95,0 10-197,-1 6-492,0 5-16,1 23-136,3 5-699,0 26-2560,0 4 3263,0-6 0,-3-17 0,0-15 0</inkml:trace>
  <inkml:trace contextRef="#ctx0" brushRef="#br0" timeOffset="134852">15955 9709 19016,'25'-29'205,"-1"1"1,-2 1-1,-1 0 1811,12-24-1972,-9 11 9,-3 0 1,-1-3-35,-5 8 1,0-1-3,6-18 0,0-1 5,-6 8 0,-3 2 23,-2 4 0,-2 1 1577,1-22-1476,-9 22 867,-5 18-1013,-1 13 3114,-2 7-3131,-3 13 29,-10 14-12,0 6-12,-1 8 1,-1 5 22,7-7 1,1 1-513,-6 20 1,3 0 491,7-18 1,5 0-20,2 16 0,7-2-194,5-20 0,4-2 202,6 12 1,6-4-1,6-15 0,4-7-16,6-3 0,1-5 19,-7-3 0,1-3 11,16-5 1,0-6 2,-18-2 0,-2-2 6,8-1 0,-2-4 11,-7-6 0,-4-5 14,0-10 0,-2-5-6,0-2 1,-1-4-529,-8 7 0,0-2 1,-3 2 524,0-3 1,-4 0 19,-1-10 0,-3 0-233,-3 8 0,-1 1 194,-1 3 0,-2 2 616,1 4 1,-1 5-617,-5 6 388,4 15-388,0 9 1862,0 10-1862,-1 15 0,-3 25 0,3-13 0,0 3-75,-1 11 0,0 2 75,-2 8 0,-1 3-543,2-17 1,0 1 0,-1 1-93,-1 3 0,0 0 0,0-1 266,0-4 0,0-1 0,0-3 0,1 2 0,0-5 0,-2 6 0</inkml:trace>
  <inkml:trace contextRef="#ctx0" brushRef="#br0" timeOffset="136185">17073 8819 25998,'1'-46'146,"4"15"-112,8 49-6,3 5-2149,11 25 1,2 6 2114,-15-24 1,1 3-10,4 15 0,2 8 0,-4-2-119,-7 6 0,-5 0-14,-1-9 1,-2 3 0,-3-1-647,-6 2 1,-3-1-1,-3-2 518,0-6 1,-2-2-1,0-3 1,-3 2 0,-1-7-1,-7 6 1</inkml:trace>
  <inkml:trace contextRef="#ctx0" brushRef="#br0" timeOffset="138810">17910 9414 17910,'4'-2'3876,"0"0"-2151,-4 2-834,66 25-4969,-49-8 4156,19 0 1,-5 5-1130,-44 31 1146,2-18-736,-13 5 1,-3-2 719,-4-6 19,0-5 0,-1-3 193,-5-4 1601,-2-3-1595,13-12 2094,10-17-2323,6-25-35,6-13 3171,3-6-3196,3 19 1,1-1-7,-1 3 1,1-2 2,0-22 1,0-1 5,-2 19 1,1-1 13,0-23 0,0 4-19,0 12 13,0 8 1,0 2 36,1 3 6,-1 1-12,0 16-44,-2 11-12,-2 8 28,-5 12 29,-8 16-43,-2 2 1,-2 4-9,2 1 0,0 1-17,-1 1 1,3 2 21,5 9 1,6-1 0,8 1-9,6-2 0,8-2 6,3-15 0,5-2-2,3 1 1,4 0 0,1 0-13,14 6 0,0-1-269,1-2 1,1-1 270,-1-3 1,-2-2-12,-13-6 1,-3 1-29,5 3 1,-4 3-124,-9 0 0,-8 2-377,-8 18 100,-15-4-1031,-26-5 1479,-16-7 0,20-9 0,-7-5 0</inkml:trace>
  <inkml:trace contextRef="#ctx0" brushRef="#br0" timeOffset="139344">18683 9704 27236,'-6'-15'414,"-3"-4"-369,-1 2 6,-1-4 49,-5-29-66,9 3-29,3 5 1,4-3-663,6 5 1,3 1 662,-1 4 0,3 1 2,5-11 0,2 1-78,-4 9 0,1 0 123,5-13 0,-2 0 6,-4 12 0,-2 2-6,-2 0 0,-3 3 48,-4-4-11,-11 10-40,-5 10-39,-1 7 23,-7 4 1254,-5 12-1243,-2 7-28,1 6 181,4 15-181,11 20-23,7-24 1,3 3-834,6 12 0,2 0 828,1-11 0,3 0 5,9 13 1,6 3-3,-3-14 1,2 1-1,2-1 6,0 2 0,2 0 1,1 0-11,6 4 1,1 1 0,0-3-21,-5-9 0,-2-2 1,0-1-14,4 3 0,-1 0-246,1 8 0,-8 2-3381,-17 12 3263,-4-22 0,-8-1-3156,-25 0 0,-10-5 3247,3-7 0,0-2 1,4-1-1,1-2 1,-11 3-1</inkml:trace>
  <inkml:trace contextRef="#ctx0" brushRef="#br0" timeOffset="147639">6987 10287 13164,'-43'-27'334,"1"0"0,3 3 0,12 3-513,25 10-224,4 0-267,2 2-170,5 2 463,3 3 410,8 2 283,8 5 121,12 5 117,18 5-477,-20-4 1,2 1 168,8 1 0,3 0-762,7 0 1,3 1 606,-17-3 1,2 0-1,0 0-7,5-1 0,0 1 0,2 0-588,4-1 0,0 1 0,2-1 555,-12-2 1,0 0 0,1 0 0,0-1-420,4 1 1,0-1-1,0 0 1,1 0 404,4 0 1,1 0 0,0-1 0,-3 1-14,7 0 0,-2 0 1,5 0 20,-7-1 1,5 1 0,3 0 0,-1-1 0,-3 0-385,-1 0 1,-3 0 0,1 0 0,4 0 375,-6 0 0,4 0 1,1 0-1,2 0 1,-1-1-1,-3 1-125,-5-1 1,-1 0-1,-1 0 1,0 0-1,0 0 1,0 0 144,3 0 0,1 1 0,1-1 0,-2 0 0,0 1 0,-2-1-78,1 0 1,-2 0 0,-1 0 0,1 0 0,2 0 93,-1 0 1,1 0 0,1 0 0,1 0 0,0 1 0,1-2-38,3 1 0,2 0 0,0-1 0,0 0 0,-2 1 0,0-1-9,1 0 0,-2 1 0,-1-1 0,3 0 0,6 0 8,-15 0 0,5-1 1,3 0-1,2 0 1,0 0-1,0 0 1,-1 0-1,-4 0 1,-3-1-12,4 1 0,-4-1 0,-2 0 1,-1 0-1,2 0 0,4 0-14,-1 0 1,3 0 0,1 0-1,2-1 1,0 1 0,0-1-1,-2 1 1,-1 0-10,-1-1 1,-1 1 0,-1 0-1,0 0 1,-1-1 0,0 1-1,1 0-35,-1-1 1,1 1-1,1-1 1,-2 1 0,0-1-1,-1 1 1,-2 0 1,8 0 1,-2 0 0,-2 0-1,2 1 1,2 0-202,-6 1 0,2-1 0,2 1 1,0 0-1,0 1 0,-3 0 1,-3 0 232,3 1 0,-3 1 0,-2 1 0,0-1 0,0 0 0,12 0 0,0-1 0,-2 1 0,-6 0 0,-11 1 0,-1 0 0,1 0 0</inkml:trace>
  <inkml:trace contextRef="#ctx0" brushRef="#br0" timeOffset="157999">11520 11244 22558,'4'-45'915,"0"-1"1,0 1 0,0-14 0,0 11-748,-2 18-100,-3 17-74,-1 12 48,-1 13-26,-3 16-4,-4 29-532,2 1 514,3-11 1,1 4-657,2 9 0,0 3 468,1-20 0,0 2 0,0 0-320,2 9 0,0 1 1,1-2-749,-1-8 0,1-2 0,0-1-1141,1 8 0,1-3 2403,-1 1 0,0-6 0,-1-11 0,0-4 0</inkml:trace>
  <inkml:trace contextRef="#ctx0" brushRef="#br0" timeOffset="158855">11377 11590 20347,'-44'-36'963,"-1"0"0,6 3 1,7 8-762,12 16-494,11 5-21,10 3 262,5 1 124,35 1-129,16 1-606,-10 0 0,3 1 483,3 0 0,0 1-71,1 1 0,-1-1-24,-2 1 0,-2 0 153,-13-1 1,-2-1-88,8-1 1,-3-3 294,5-7 310,11-7 780,-23-19-203,-15 2-55,-8-8-477,-9 15 364,-4 0-172,-3 12-321,1 1 754,0 6-1386,4 7 121,4 18 198,2-2-6,10 31-27,6-1-40,-6-16 0,0 2-220,1 0 0,0 1 58,-1-1 0,-1 0 33,-4-2 1,-1 0 33,-5 26 257,-15-13 236,-11-14-73,1-15 471,-7-21-370,15-15-112,0-20-135,19-12-72,16-5-37,-4 29 0,4 1-1594,13-2 1,1 4 1573,16-6-39,-14 14 1,0 4-135,6 2-117,10-1-153,-4 3-290,10-1 566,-21 4-12,10-4 197,-27 4 94,-2-3 90,-8 0 3353,-5 2-2899,-2-5-111,-2 6-63,-1-1-252,-1 5-246,-1 5-17,-3 6 45,-4 11-1,-2 13-10,2 11-6,2 6 11,11 1-28,8-6-16,13-6 55,8-11 34,9-12 51,3-13 49,1-15 52,-3-14 77,-4-13 12,-9-6-34,-8-3 0,-10 0-50,-7 3-50,-4 6-51,-2 9-73,0 13-207,-1 7-795,1 9 296,1 22-470,6 3-717,7 19-1322,13-4-818,-1-10 3174,9-2 0,-20-16 0,0-1 0</inkml:trace>
  <inkml:trace contextRef="#ctx0" brushRef="#br0" timeOffset="159181">13366 11504 27275,'-40'15'-39,"10"-1"-6,17 3 34,11-4 22,9-3 28,9-5 17,14-5 6,12-8 22,6-9 50,2-10-182,-9-3 372,-11-2 12,-14 3-105,-12 4-231,-8 7 0,-17 0 0,-5 13 0,-17 5 0,-3 17 0,0 13 0,5 15 0,9 9 0,14 5-271,11 2-1151,23-4-6313,23-8 7735,11-16 0,-13-15 0,-13-11 0</inkml:trace>
  <inkml:trace contextRef="#ctx0" brushRef="#br0" timeOffset="166123">19426 8245 24575,'0'0'0</inkml:trace>
  <inkml:trace contextRef="#ctx0" brushRef="#br0" timeOffset="181152">19823 9210 12253,'3'-5'9449,"-1"2"-7404,-2 3-1541,9-52-465,-13 39-11,-10-31-12,-13 53 1,-5 13-11,-2-1 0,0 3-787,-11 10 0,3 3 781,13-10 0,3 3-1469,-3 15 1,4 0 1429,7 2-180,9 1 0,9 0-50,25-4 78,-2-13 1,3-3-73,24-3-202,-13-14 1,3-5-993,5-5 1,2-5-311,1 0 0,1-3-2019,8-6 0,-3-3 3786,-16 1 0,-5-1 0,10-6 0,-23 9 0</inkml:trace>
  <inkml:trace contextRef="#ctx0" brushRef="#br0" timeOffset="182768">20268 9260 15620,'14'-50'1349,"0"0"1,1 0 0,-2 3 0,-1 2 0,-2 3-776,-3 0 0,-1 4-171,-2 4 0,-1 2 214,1-20 81,-3 16-502,0 16-181,-1 10-245,-1 13 224,0 12 68,-1 21-12,-4 27-31,1-20 1,-1 3-572,-4 9 1,-1 2 551,1-15 0,0 0 0,-1 0 0,0 1 0,-2 1 0,1-2-9,-6 20 1,1-2 2,2-9 1,1-3 2,4-10 1,1-2-26,0 9 0,5-21 50,4-14 56,6-12-22,8-10-22,17-15-23,13-16-11,-16 16 0,1-1 232,2-3 1,-1 1-227,-6 6 0,0 1-4,7-6 1,-2 3 8,0 1-11,4-3-100,-23 20-12,-7 9 112,-2 7 0,4 8 776,2 8-781,4 5-6,-3-5 11,5 11-12,-2-14 12,7 8-5,-4-15 10,11-4 29,-1-10-12,13-9 1,-7-4 27,17-22-5,-15 6 5,9-13 57,-15 10 78,-8 8 55,-8 9-60,-5 8-85,-4 5-112,-2 2-106,-1 1-34,-1 2 107,-1 1 16,-3 14-5,1-1-6,1 9 0,3-4 0,6-5 6,2-3 39,4-5 118,8-6-62,-5-6 45,12-8 22,-5-9 0,4-8-11,-3-8 0,-6 0 28,-5 0-62,-6 10 191,-4-2-151,-3 15-73,-3-1-73,-3 10-17,-6 7 28,-8 10-11,-9 11-6,-5 14-38,3 8-96,9 6-398,11 2-67,13-2-493,16-2-689,13-7 572,2-13-1709,1-16 1,3-5-3267,21-4 4090,-14-5 0,2-5 2128,-7-3 0,-2-3 0,2-4 0,-2-2 179,-1-3 0,-2-1 1742,-1-1 0,-1-2 28,-2 0 0,-2-2-395,-2 1 1,-1-1 843,16-22-220,-10 6-419,-12 11-768,-12 10-621,-12 10-253,-11 8-44,-12 10 224,-10 11-286,-4 13 1,1 12-132,23-18 0,2 2 92,1 2 0,3 1-42,2-1 0,3 1-283,-4 28-257,16-8-298,16-9-307,15-12-348,16-13-50,10-12 1002,-18-10 1,-1-4 565,17-6 73,-24 4 0,-2-4 280,-1-5 0,-1-4-274,-5 2 0,0-2 406,11-11 0,-1-2 142,-7 2 1,-1 1 120,-1 0 0,-2 1-62,-1 0 1,-2 1-144,-3 3 0,-2 0 46,7-21 135,-8 7 139,-6 10-331,-4 11-162,-2 11-135,-1 6 393,0 5-819,-2 1 412,-2 9-159,-2 14 56,-5 22-54,3-14 1,-1 2-168,-1 4 0,-1 2 156,-1 3 1,0-1-12,0 0 0,0 0-39,2 0 0,0-1-249,0-2 0,2-2-614,0-2 0,2-1-2679,-3 21 3584,5-14 0,2-19 0,2-10 0</inkml:trace>
  <inkml:trace contextRef="#ctx0" brushRef="#br0" timeOffset="183026">22453 9234 24396,'-59'9'176,"0"0"1,16 3-1,0 3 1,7 2-152,7 3 0,4 4 8,-10 11 1,3 3-23,14-8 1,2 1-12,2-1 0,2 0 17,-5 22-1,20-17 7,12-14 33,16 1-51,19-8-212,-17-10 0,3-2-1894,18-5 1,1-2 1534,-11 1 1,-2 0 0,-3-1 0,-4-1 0,-6 1-1</inkml:trace>
  <inkml:trace contextRef="#ctx0" brushRef="#br0" timeOffset="184156">10426 9312 23556,'-3'-35'3,"0"0"0,-3-14 58,11 63-10,1 15-29,1 0 57,-1 23-23,-7-3-34,-1-17 0,-2 1 29,-5 27 38,-5-4-5,5-25 325,1-6 342,6-21-163,1-6-392,1-23-140,3-10 6,3-23-17,1 11-150,-2 15 1,0-1 193,3-20 0,-2 15 1,-1 0 34,6-18-74,-4 8 28,0 22-33,-4 15-118,0 3-5,-2 5-152,1 8 523,6 7-293,3 4 0,11 18 12,7 16-7,-4-8-19,-9-11 0,-1 0-3367,3 12 3381,-4-10 12,-1-1 38,-9-26 129,1 0 96,-2-10-141,2-8-84,4-22 3365,-1 6-3387,7-19-11,-1 13-1,-2 7-10,6-1-23,-5 21 6,2-1-34,23 25-50,-3 22-869,-7-2 1,-2 4-1121,-7-8 0,-4 2 2084,1 8 0,-4-5 0,-5-11 0,0-3 0</inkml:trace>
  <inkml:trace contextRef="#ctx0" brushRef="#br0" timeOffset="185481">22803 9170 18986,'1'-6'4643,"0"1"-4514,-1 5-476,12-36 369,-10 40 68,6-14 5,-15 59-62,1-18 1,-1 2-9,-1 4 0,-1-1-388,0 2 0,-1-2 369,-5 19-15,5-22 0,0-3 48,-2 1 73,-1 5 285,7-24 320,4-8-94,3-7 333,1-8-922,2-14 50,5-15-67,2-13-9,-3 22 1,1-2-196,0-2 1,2-1 194,1 0 1,2 0-7,-1 2 1,0 1 8,15-23-67,4 9 23,-12 21-40,8 5 6,-8 17 22,9 10 11,1 8 18,-1 14 49,-5 10 12,-6 5-56,-5 5 0,-4-2 406,-4-7-395,-1-13 34,-2-8 106,-1-12 162,0-1 84,1-7-139,-1-6-180,3-7-28,0-11 6,3-7-23,3-4-22,6 1 17,9 0-6,7 3 6,10 2-6,5 6-22,0 8 0,-7 8-6,-7 10-16,-7 13 5,-4 14-17,-3 17-73,-5 15-494,-8-27 1,0 1 138,-1 2 0,0 0-452,1-1 1,2-2-918,1-1 1,2-3 1841,19 20 0,-13-23 0,2-12 0</inkml:trace>
  <inkml:trace contextRef="#ctx0" brushRef="#br0" timeOffset="185698">23989 9135 15603,'0'-48'1088,"0"-1"1,-2 6-1,-3 5 2099,-10 7-2790,-1 12 982,4 10-1402,2 13 40,-9 37-6,3-2-121,-1 6 0,0 6 112,3-4 1,1 1 6,2-6 1,0 2-1,1 1-19,1 0 1,1 1 0,2 0-92,4 4 0,2 0 1,1-3-63,1 1 1,6-2-625,12 7 0,10-7-1262,1-22 1,4-7 2048,4 4 0,0-4 0,14 2 0,-21-12 0</inkml:trace>
  <inkml:trace contextRef="#ctx0" brushRef="#br0" timeOffset="186864">24374 9485 18509,'0'-7'4106,"0"2"-3700,13-25 0,5-3 227,-6 13-457,6-15 1,-2 5-43,-11 25-173,-4 4 28,0 8 123,1 9 0,0 15-45,1 17-5,-3 12-34,-2-27 0,-1 0-11,-2 30 16,-2-12-5,2-15 56,3-15 281,2-12 217,0-6-207,3-11-285,5-9-56,18-27-12,-5 8 9,-1 6 0,3-1 2,12-11-25,-12 17 1,2 0-15,21-16-33,0 12-6,-3 11-16,-5 10-57,4 19 68,-16-1-85,4 21-83,-15-2-79,0 12-146,-3 4-498,2 4 633,-5-17-117,10-3 358,-2-22 223,6-6 46,2-15 285,6-24-280,-10 7 191,5-22 11,-14 20 28,1-3-78,-6 11-158,-2 12-240,-3 8-247,-2 4 23,0 6 241,0 8 39,-1 15-6,0 23-6,0-12-10,3 17 10,6-25 1,4 4-6,8-12 196,15-11-157,-11-10 6,8-8 61,-11-9 46,0-6-12,2-8 39,-3-12-84,-8 3-50,-3 1 16,-3 4-38,-2 8-23,1-2-6,-1 6-83,-1 8-63,-1 7-3046,-1 3 2529,-1 3 1,0 0 0</inkml:trace>
  <inkml:trace contextRef="#ctx0" brushRef="#br0" timeOffset="187538">25610 9608 24973,'-1'6'1776,"3"-2"-1507,5-8-107,14-12-61,4-8-40,3-4 29,5-14-56,-14 11 22,-1-6 0,0-5-31,-6 9 0,0 0-556,1-7 0,0 0 545,-2 2 0,-3 1 81,2-12-96,-2-6 135,-4 25-95,-4 12-22,-1 15-67,-1 2-118,-4 7 140,0 2 44,-16 38-10,8-12 405,-2 6 1,1 6-418,4-9 1,3 1-244,-3 12 0,2 2 232,2-3 0,3 0-14,3-5 0,4-2 17,1-7 0,5-3-109,25 19 123,-5-25 28,24-9-23,-9-25 17,-10-4 1,1-6-23,-4-4 0,-2-3 11,5-11 0,-2-5 6,-9 5 0,-2-4 0,-2 0-1359,8-16 1,-2 1 1335,-1-2 1,-2 1 22,-4 2 0,-3 3-131,-6 14 0,-2 0 150,0-7 0,-1 2 4,-1-15 591,-5 2-547,-3 34-62,1-2 73,-2 19-190,3 5 2835,-1 2-2746,-3 26-22,0 17 25,1-7 1,0 4-194,1 5 1,0 3 172,0 5 1,0 0-15,1-10 1,-1 0-283,0 0 0,-1 2 0,0-4-157,1-9 0,-1 0 476,-2 14 0,-2 7 0,1-11 0,1-5 0,-1-6 0,1-1 0</inkml:trace>
  <inkml:trace contextRef="#ctx0" brushRef="#br0" timeOffset="187749">26844 9647 26631,'-8'34'-939,"0"0"0,-4 9 0,-2-3-8892,-6 0 7427,-3 5 1,11-25 0,8-15-1</inkml:trace>
  <inkml:trace contextRef="#ctx0" brushRef="#br0" timeOffset="188472">27328 9463 26284,'-15'43'95,"-1"-3"-84,2 16 29,-7 3-29,8-27 0,-2 5 90,5-18 123,6-14 168,1 0-107,3-10-217,4-10-52,2-4 1,7-9 0,4-2-9,0 4 1,2-1-347,9-12 1,3 0 348,-2 7 1,2 4-18,-2 4 1,1 3 5,14-6 0,2 12-62,-6 16 28,-3 9-10,0 15-46,-15 11-123,-5 10-380,-5 3 38,-6-11-1924,8 9-1413,1-23-1430,12 3 1166,6-22 3416,7-14 3065,5-10 1764,-1-11-2145,-11 4 2189,7-18-2262,-19 15-420,6-9-471,-17 20-521,-5 7-386,-5 8-123,-3 4 44,-5 10 1,-8 9-7,-4 13 18,-1 5-23,6 0-16,6-6 21,10-5 24,10-6 27,18-7-34,-4-8 46,19-11 5,-10-7-23,8-10-10,0-6 22,-3-3-29,-3-3-72,-4 1-285,-4 5-601,-4 6-855,-3 10-1317,-4 7 587,-8 7 2527,-3 14 0,-4-8 0,-2 6 0</inkml:trace>
  <inkml:trace contextRef="#ctx0" brushRef="#br0" timeOffset="189048">28317 9813 15687,'9'7'7052,"-2"-1"-5865,-7-6-336,71-29-184,-34 5-438,12-1 1,-1-4-501,-22 5 1,-4-2 346,4-5 0,0-3-4,1-3 1,-2-2-229,0-1 1,-1 0 295,-3 1 0,-2 0-14,-5 6 0,-1-1 45,-4-1 0,-1 1-76,-1-7 411,-3-7-310,-3 27-34,-1 0-44,0 10 284,0 5-475,-3 6 644,-1 3-610,-20 24 28,-1 14-245,6-6 1,0 3 249,2 3 1,3 1 8,2 3 0,3 1-15,3-3 1,2 0 11,1-4 0,3 0-17,8 3 1,2-4 21,3 6 1,14 1-23,2-31 6,10-6-6,15-8 6,-22-6 0,0-4-6,1-5 0,1-4 3,12-16 0,-2-5-272,-12 12 0,-2-3 284,0-3 0,0-5 0,-4 1-347,-1-5 1,-3-2 365,3-10 0,-2-2 5,-6 5 0,-3 2 14,-6 5 1,-2 4 22,-3 7 0,-1 3 204,-1-15-168,-1 24 12,0 8-101,0 13 500,0 3-529,-2 16 46,-2 24-21,0-8 1,-2 5-238,-1 12 0,-1 2 226,-2 8 1,0 2 4,3-20 1,0 0-1,0 0-7,-2 18 0,1-1-37,1 2 1,2-4-18,2-21 1,0-1-418,1 5 1,1-3-4764,0-4 5245,6 0 0,-3-17 0,2-9 0</inkml:trace>
  <inkml:trace contextRef="#ctx0" brushRef="#br0" timeOffset="189315">29893 8995 25281,'-1'-6'2509,"-1"2"-1853,2 4-645,15 5 8,4 28 1,0 9-20,-2-15 0,1 2-481,1 17 1,0 9 0,-4-2 382,-3 8 0,-6 1-507,-3-12 0,-2 2 1,-4-1-530,-6-1 1,-4-2 0,-3-2 708,-10 12 0,-3-7 0,7-17 0,0-5 0,-9 3 1</inkml:trace>
  <inkml:trace contextRef="#ctx0" brushRef="#br0" timeOffset="193007">25761 10117 6869,'-54'-1'412,"0"0"0,-1 0 1,10 1-1,2-1 1,0 1 477,-20 0 1,2 0-547,5 1 1,-2 1 547,2-1 1,-5 1-1,3-1-1329,11 1 1,2 0-1,0 1 543,-18-1 1,3 2 22,15 0 0,6 2 622,8-1-1496,-7 5 252,32-6 1223,15 4 250,48 0-820,-13-5 0,3-1-186,5 0 0,4-1 67,-5-2 0,2-1 1,3 0 177,-8 0 1,1-1 0,1 0 0,0 1-218,1-1 1,1 0 0,-1 0 0,0 0-359,-1 0 1,0 0 0,-1 0-1,-2 0 359,8 0 1,-3-1 0,-5 1 105,-3-1 1,-3 0 327,-1 0 0,-4-1-230,-1-1-1322,-80-1 1078,10 5 1,-5 1-150,-6 0 0,-5 0 0,-1 1 208,-5 1 1,-1 1-1,1 0 0,8 0 1,0 0-1,-2 1 44,2-1 0,-1 2 0,-2-1 0,0 1 141,0-1 0,0 1 1,1 0-1,1 0-107,-6-1 1,2 1 0,-2 0 12,6 0 1,-4 0-1,3 0 1,11 0-254,-12 0 623,-7 3-461,67-5 247,23-1 0,9 0-275,-7 0 1,3-1-88,16 0 0,9-1 0,3 0-1119,-4 0 1,4 0 0,0-1-1,-1 1 1005,-4 0 1,-1-1 0,0 1-1,-1-1 1,-2 1 0,1-1 0,-3 1-1,-7 0 1,-3 0 0,0-1 0</inkml:trace>
  <inkml:trace contextRef="#ctx0" brushRef="#br0" timeOffset="193540">28897 10179 16309,'-51'-5'270,"0"-1"1,0 1-1,-1 0 1,2 0-1,-1-1 1,0 1 0,1 1-75,-11-1 0,1 1 0,0 0-1376,3 0 1,1 1 0,3-1 1249,-9 1 0,4 0 8,1 1 1,6 0 1190,13 1-1532,-3 0 1451,36 1-1003,41 3-85,4-2 1,6 0-696,-6 1 0,3 0 0,1-1 593,14 0 0,4 0 0,-3 0-4,-13 0 1,-3-1-1,5 1-31,6-1 1,6 1 0,0 0 0,-7-1 2,6 0 1,0 0 5,0 1 0,8 0 0,0 0 0,-9 0 529,3 0 1,-5 0-513,-9 0 0,0 0 0,-4 0-188,-1 0 0,-11 1-165,-21 2 247,-34 4 117,-15-2 0,-10-2-232,6 0 1,-5 0 0,-1 0 300,-10-1 0,-2 1 0,-2-2 205,12 0 1,-2 0-1,0-1 1,-1 1-201,-2-1 0,-2 0 0,1 0 1,2-1-8,-5 1 0,3 0 0,-3-1 91,5-1 0,-2-1 1,1 1-1,6 0-63,-4 0 0,4 0-61,-14-2 0,8 1 1053,23 1-896,27-1 67,49-3-244,-10 1 0,5 1-532,2 0 1,5 0 0,2 0-14,6 0 1,3 0 0,-1 1-885,-5 0 0,-2 0 0,2 0 1415,9 0 0,1 1 0,-13-1 0,-8 1 0,-7 1 0</inkml:trace>
  <inkml:trace contextRef="#ctx0" brushRef="#br0" timeOffset="214168">21428 10858 13852,'-2'-47'988,"-1"1"1,1 0 0,-1-9 0,0 6 2197,2-1-2867,-1 31 1163,2 11-1521,-1 6 926,5 38-881,0 3-20,0 0 0,0 1 2984,3 19-3071,-3-19 0,0 2-160,0-6 1,0 3-422,-1 2 1,0 3 0,0-1-980,1 12 1,-1 0-93,0 7 0,-1-3 484,-1-24 1,-1-3-6551,1 23 7079,-1-34 1,0-4-1,0-12 1</inkml:trace>
  <inkml:trace contextRef="#ctx0" brushRef="#br0" timeOffset="214343">21325 11097 17805,'-40'-46'959,"0"0"1,3 2 0,13 5-904,33 11 1137,21-3-1361,28 7-157,-19 13 1,3 1-467,6 1 0,4 1-1466,-8 3 0,2 2 0,-3-1-2062,2 1 1,-3 0 4318,7 2 0,-8-1 0,-21 2 0,-8 0 0</inkml:trace>
  <inkml:trace contextRef="#ctx0" brushRef="#br0" timeOffset="215036">22024 10780 18817,'2'-5'4050,"-1"1"-431,-1 4-3703,-24-20 44,19 17 29,-9-6-6,44 45-67,3 9-6,-12-11 1,-2 2-305,-7-2 0,-3 0 305,-1 22 27,-11-24 1,-5 0 26,-23 17 192,-2-9 112,-6-11-129,19-28 95,6-20-39,10-14-56,9-15-104,7 13 1,3-1-40,3 5 0,2 2-185,9-7 0,1 4 137,15-5-50,-14 17 1,0 3-742,22-3 626,-21 8 1,1 3-88,-1 3 0,0 2-198,3 1 0,0 2-37,18 4 331,-5 1-73,-16 4 426,-19-4 1280,1 0-832,-11-4 490,-1-3-843,-2 0 504,1-10-274,-1 5-253,0-3 113,0 6-219,-1 3-118,0 2-5,-3 6 5,-3 18 12,1 7-23,-1 18 0,6-13-5,10 9-1,10-12-16,27 8 50,6-15-469,-17-16 0,-1-3 464,14-8-150,-15-8 0,-2-4 200,-1-7 61,0-7 1,-2-5 89,-3-14-87,-8 13 1,-2-2 159,-1-20-33,-7 6-278,-10 11 70,-1 14-5,-7 6-158,6 11 635,-2 0-1009,5 7 602,1 5-1549,11 17-405,3 4-2765,12 15 4615,-3-9 0,-7-12 0,-7-9 0</inkml:trace>
  <inkml:trace contextRef="#ctx0" brushRef="#br0" timeOffset="215402">23386 10871 26418,'-23'56'140,"10"-8"-28,26-25 17,14-6 6,12-7 27,7-8 12,2-11 38,-3-10 130,3-22-112,-11-2-113,-5-2 130,-12-3-119,-13 21-3,-3-21-125,-9 25 0,-9-6 0,-11 20 0,-10 6 0,-8 13 0,-4 8 0,10 5 0,13 1 0,3 2 0,1 17 0,6-11 0,4 2 0,12 23-483,19-3-111,4-14-2789,6-18 0,4-4 3383,8-2 0,5 1 0,-28-14 0</inkml:trace>
  <inkml:trace contextRef="#ctx0" brushRef="#br0" timeOffset="217101">11441 12395 12953,'54'6'4397,"-5"-4"-4106,0-7 0,6-4-1881,5-2 1,4-2 1630,-6 2 0,4-1 0,2 0-375,-12 3 0,0-1 0,2-1 0,1 1 328,-2-1 0,2 0 1,1 0-1,-1 0 1,-1 1-187,2-1 0,-1 0 0,-1 0 0,-1 0 193,-3 1 1,1-1-1,-3 1 1,-2 0 31,0 0 1,-2 0 0,-9 2 111,7-3-324,-15 0 688,-66 14-691,-2 4 0,-5 1 413,2 0 0,-3 1-267,-3 2 1,-5 1 0,0 0-9,2-1 1,-1 0 0,-2 0 75,3 0 0,-3 1 0,-1-1 1,-3 1 44,2-1 0,-2 1 0,-2 0 1,1-1-1,2 0-374,6-1 1,1 0 0,0 0 0,1 0 0,1-1 381,-12 3 1,0-1-1,2 0 1,2-1 108,-8 2 0,3-2 1,5-1-187,4-1 1,3-2 94,-3 0 1,4-1 93,-7-1-645,32-3 1488,23-1-1068,27 0-11,36-5 28,-15-1 0,8-2 0,1 0 137,4-1 1,1-1-1,4-1-132,-15 2 1,3 0-1,2-1 1,-1 0-1,0 0-2,-1 1 0,-1-1 1,0 0-1,0 0 0,1 0-27,1-1 0,1 1 1,0-1-1,0 0 1,0 0-36,0 0 1,-1-1-1,1 1 1,-1 0-1,0 0-51,10-2 1,0 0 0,-2 0 0,-1 0-41,-6 1 0,-1 1 0,-1 0 0,-3 0 21,5 0 1,-3 0-1,-5 1 17,2 0 0,-9 1 325,-8 0-331,-68 11 280,-4 3 1,-8 2-376,3 0 0,-5 1 1,-4 2-1,2-1 421,-1 1 0,-1 0 1,0 1-1,-3 1-101,3-1 1,-4 1 0,0 0 0,1 1 0,4-2-15,3 0 1,4 0 0,1-1 0,-2 2 5,-10 1 0,-3 2 1,3-1-1,8-2-267,3-1 1,3 1-284,-19 5 0,11-1 47,35-8 174,41 11 269,1-12-106,13 0 0,8-3-2650,-4-5 0,4-2 0,-3-1 2659,6 2 1,-2-1 0,11-3 0,-8 1 0,-28 2 0</inkml:trace>
  <inkml:trace contextRef="#ctx0" brushRef="#br0" timeOffset="217969">22882 11565 6999,'-51'4'822,"0"0"1,0 0 0,-3 1 0,-2-1 0,0 1-232,-3 0 1,0-1 0,-2 1-1039,13 0 1,-2-1 0,0 1 0,1 0 1028,-2 0 0,1 1 0,-1-1 1,1 1-117,-13 1 1,0 1-1,4-1-343,13-1 0,3-1 0,1 1 55,-17 3 1,6-1 757,3 2-875,17 0 1131,48-3-1021,35-6 0,12-3-171,-14 1 0,4-1-673,-2-2 0,6 0 0,3 0 0,-2-1 642,-6 1 0,-1 0 0,0-1 0,0 1 60,0-1 1,0 0 0,2 0 0,3 0-75,-4 1 0,5 0 0,2 0 1,-1 0-1,-3 0 0,-5 1 22,8-1 1,-7 1 0,7-1 1,-8 1 1,7 0-1,3-1 1,-1 1-1,-4 0 1,-9 0-258,12 0 0,-5 0 496,2 0 0,3-1 1,-14 0-79,-16 0-391,-57-7 245,-9 8 0,-8 1 10,-3 0 0,-6 0 0,2 0 417,7 1 0,2 0 1,-5 0-412,1 1 0,-5 0 0,-2 0 0,0 1 0,3 0-233,0 0 0,3 1 0,-2-1 1,-2 2 242,-5-1 0,-3 0 0,-3 0 0,2 1 0,2 0 25,-3 1 0,2 0 0,2 1 0,0 0-2,4 1 0,1-1 1,1 1-1,3 0-12,-8 1 1,2 1 0,4-1 152,-9 4 0,7-1-279,20-3 0,6 1 276,9 3 199,53-6-260,10-5 1,7-1-122,0-1 0,8-2 15,-10-1 1,9 0 0,4-2-1,-2 1 1,-6 0 180,5-1 0,-5 2 0,8-2-193,-9 1 0,7 0 1,5-1-1,2 0 1,0 0-1,-3 1 1,-7 0-325,-1 1 0,-5 1 1,-2 0-1,1-1 0,4 1 279,3-1 0,3 0 0,2 0 0,0 0 1,-3 0-1,-4 1-814,6-1 1,-4 0-1,-3 0 1,-2 1 856,1-1 0,-2 1 0,-6 0 0,-4 0 0,-6 0 0,-6 0 0</inkml:trace>
  <inkml:trace contextRef="#ctx0" brushRef="#br0" timeOffset="223011">7037 9984 3144,'62'-4'105,"-1"-1"0,0 1 0,1 0 0,-1 0 0,1-1 0,-4 1 0,1 0 0,1 0 0,0 0 0,-1 0 0,-2 0 0,-3 1-670,4-1 1,-4 0 0,-1 1 0,0-1 0,1 1 592,0-1 0,0 1 0,0 0 0,3-1 0,4 0 9,-8 0 1,4 0 0,2 0 0,2-1 0,0 1 0,0-1 0,-2 1-1,-3 0-124,6-1 1,-3 1 0,-2 0 0,1-1 0,2 1-1,3-1 108,-7 1 0,2-1 0,2 0 1,2 1-1,0-1 0,0 0 0,0 0 1,-1 1-1,-2-1-33,2 0 1,-1 1 0,0-1 0,-2 0 0,1 1 0,0-1 0,0 1 0,1-1 43,2 0 1,0 0 0,0 1 0,0-1 0,0 0 0,1 0 0,0 0 0,0 0-80,-5 1 0,0-1 0,0 1 1,0-1-1,0 1 0,1-1 1,0 1-1,0-1 0,0 0 78,1 1 1,1-1 0,0 0 0,0 0 0,1 0 0,-1 1-1,1-1 1,0 0 0,0 0-4,-5 1 0,1-1 0,-1 0 0,1 1 0,0-1 0,0 1 0,0-1 0,1 0 0,-1 1 0,1-1-2,1 1 1,0-1 0,1 0 0,0 1 0,-1-1 0,1 0 0,0 1 0,1-1 0,-1 1 0,1-1-9,-5 1 0,1 0 1,1-1-1,0 1 0,0 0 1,0 0-1,-1-1 0,0 1 1,-1 0-1,0 0 0,-2 0-7,4 0 0,-3 1 0,-1-1 1,-1 0-1,1 1 0,0-1 1,1 1-1,3-1 0,2 0 8,-4 1 0,1-1 1,3 1-1,1-1 1,2 0-1,0 0 1,1 0-1,-1 1 0,0-1 1,0 0-1,-2 1 1,-2 0-1,-2-1-5,4 1 0,-2 0 0,-2 0 0,-1 0 0,0 0 0,-1 0 0,1 0 0,2 1 0,2-1 0,2-1-2,-6 2 0,2-1 0,2 0 0,1 0 0,1-1 0,1 1 0,1 0 0,0 0 0,-1 0 0,1 0 0,-2 0 0,0 0 0,-1 0 0,-2 0 8,3 0 0,-1 1 0,-1-1 0,0 1 0,-1-1 0,0 1 0,0-1 0,0 1 1,-1-1-1,1 1 0,0 0 0,0-1 4,1 1 1,0 0 0,0 0 0,0-1-1,-1 1 1,1 0 0,0 0 0,0 0-1,0 0 1,0 0 0,0 0 0,-1 0-1,1 0 1,1 0 0,0 0 0,0 0-1,-1 0 1,1 0 0,-1 0 0,0 0-1,0 0 1,-2 1 0,0-1 0,-2 0-10,8 0 1,-2 0-1,-1 0 1,-2 0 0,0 1-1,1-1 1,1 0 0,3 0-1,2 1 16,-12-1 0,3 1 0,1-1 1,1 1-1,1-1 0,2 1 0,-1-1 1,1 1-1,-1 0 0,0-1 0,-1 1 1,-2 0-1,-1-1 0,-2 1-2,8 0 1,-4 0 0,-1 0-1,-1 0 1,-1 0 0,1 0 0,-1 0-1,3 1 1,1-1 0,3 0-15,-7 0 1,3 0-1,0 0 1,3 1 0,0-1-1,1 0 1,0 0 0,1 0-1,-1 0 1,0 1-1,0-1 1,-2 0 0,0 1-1,-2-1-2,1 1 0,0-1 0,-1 1 0,-1-1 0,0 1 0,-1 0 0,0-1 1,0 1-1,0 0 0,-1 0 0,2 0 0,-1 0-9,5 0 0,1 0 0,-1 1 0,1-1 0,-1 1 0,0-1 0,1 1 0,-1-1 1,0 1-1,0 0 0,0-1-7,-1 1 0,0 0 1,0 0-1,0-1 1,0 1-1,0 0 1,-1 0-1,1 0 1,-1 0-1,1 0 1,-1 1 0,-1-1 1,0 1-1,0-1 1,0 1-1,0 0 1,-1-1-1,1 1 1,-1 0-1,1 0 1,-1 0-1,0 0-3,3 0 1,1 0-1,0 0 1,-1 1-1,1-1 1,-1 0 0,0 1-1,-1-1 1,1 0-1,-1 1 0,-3-1 1,1 1-1,-1-1 1,0 0-1,0 1 1,0-1 0,-1 1-1,0-1 1,0 0-1,-1 1 1,4-1 1,-1 1 0,0 0 0,0-1 0,-1 1 0,0-1 0,-1 1 0,1-1 0,-2 0 1,4 1 1,-1 0 0,0-1-1,-1 0 1,0 1 0,-1-1 0,0 1-1,-1-1-3,4 0 0,-1 1 0,0-1 1,-1 0-1,0 0 0,-2 1 1,1-1-36,2 0 1,0 0 0,-1 0 0,0 0 0,-2 0-1,0 0-136,5 0 1,0 0 0,-2 0 0,-1 0 0,-2 0 175,2-1 0,-2 1 0,-2 0 0,-5-1 0,18 1 0,-10 0 0,4-1 0</inkml:trace>
  <inkml:trace contextRef="#ctx0" brushRef="#br0" timeOffset="224851">12132 6058 22739,'-12'-11'655,"32"-6"-613,22 5 0,10 0-1228,-5 0 1,4-1 0,-3 1 1168,4-2 1,1 1-44,-5 1 0,2 0 0,-5 1-112,-4 2 1,-2 0-432,7 0 1,-1 0-597,-10 3 0,-3 1-1898,9 0 2473,-19 4 1,-16 2 0,-4 0-1</inkml:trace>
  <inkml:trace contextRef="#ctx0" brushRef="#br0" timeOffset="225043">12638 5930 24379,'-34'8'90,"4"30"-107,25 25-302,2-29 1,1 1 175,3 3 0,2 0-325,1-5 1,2 0-1076,2 6 0,3 2 1543,3 1 0,1-4 0,2 5 0,1-8 0</inkml:trace>
  <inkml:trace contextRef="#ctx0" brushRef="#br0" timeOffset="225951">13029 6111 15793,'-3'-5'7371,"0"2"-5864,3 3-1563,-18-34-6,17 33 79,-7-16-12,28 50-2,0-5 0,1 1-9,-1-2 1,-1 2-43,7 9 1,-2-2-4,1 5 1,-3 0-6,-18-22 134,-1-6 157,-14-5-167,3-9 167,-22-18-73,9-1-3419,-7-11 3307,12 9 6,2-9-118,11 8-72,11-11 44,5 12-128,24-5-45,6 7 36,-5 6 0,1 0 59,16-3-123,-10 6 0,1 0-68,3 1 225,7-3 22,-18 4 336,-20 3 73,-4 0 3414,-7 1-3386,-7 2-168,-1 1 111,-1 0-49,-2 0-158,-2 1-105,1 4 38,0 7 6,3 10-11,0 2 11,9 20-23,6-10-5,12 11 0,10-14 23,8-11 27,4-8 1,-9-7 27,6-10 79,-4-12 44,-2-7 79,-2-10-117,-20 9 106,-9-7-28,-8 7 78,-8-11-89,0 10-51,-4 3-106,7 13-23,2 5-324,2 5-219,4 2-588,11 7-1642,12 5 2751,14 9 0,-14-9 0,-2-1 0</inkml:trace>
  <inkml:trace contextRef="#ctx0" brushRef="#br0" timeOffset="226351">14316 6055 22055,'-38'32'46,"0"0"1,3-7 0,11 0 1775,30 7-1710,13-15 627,6 0-537,33-15-129,-24-6 53,5-5 0,0-5 70,2-11-90,-12 6 0,-2-2 135,5-16 245,-13 8-122,-6-8 1031,-13 13-1289,-2-3 85,-10 8-106,-8 7-85,-5 4 0,-8 11 0,-1 13 0,7 2 0,-12 27 0,20-18 0,1 6 0,2 3 0,6 6 0,-2 10 0,23-11 0,28-16-130,17-4-781,-16-14 1,4-3 910,3-6 0,-3-3 0,7 2 0,-5-4 0</inkml:trace>
  <inkml:trace contextRef="#ctx0" brushRef="#br0" timeOffset="227994">19290 5192 15132,'-12'-1'2638,"36"-6"-2355,24-2 0,11-2-998,-11 3 0,2 0 1,3 0 768,7-1 0,2 0 0,2 1-735,-11 1 1,2 0 0,-1 1 0,-1 0 687,6-1 1,-1 1 0,5-1-7,-8 1 0,6 1 0,1-1 0,0 1 0,-4 0-114,-2 0 0,-3 0 0,0 1 1,6-1 100,-2 0 1,7 0 0,2 0-1,-1 0 1,-2 0 0,-6 0-368,0 1 1,-6 0-1,-1 0 1,2 0 378,3 0 0,2 0 0,-2 0 0,-2 0-2,2 0 0,-3 0 0,-3 0 54,6 1 1,-2-1-61,-9 1 1,2-1 0,-6 1 1604,11 0-1849,-46 1 168,-31 4 0,-19 2-14,-8 0 0,-8 0-65,2 1 1,-5 0 0,-2 0 138,14 0 0,-1-1 1,0 1-1,-2-1 31,-5 1 0,-1 1 0,-1-1 0,0 0 6,10 0 1,0 0-1,-1 0 1,0 0-1,0 0 9,-1 1 1,0-1-1,0 1 1,-1 0-1,2 0 11,-1-1 1,1 1 0,1 0-1,-1 0 1,1 0 10,-11 1 1,0 0 0,0 1 0,2-1-151,3 0 1,1 1 0,1-1-1,1 0 155,4 0 0,0-1 0,2 1 0,0 0-195,-9 2 0,2-1 1,1 1 223,9-1 0,1-1 1,2 1-60,-12 2 1,6-1-14,-7 1 375,25-2-274,33-8 1244,28-1-1178,0-3 1,6-1-57,21-3 1,8 0-180,-10 0 0,4-1 1,2 0 80,-8 2 1,0 0 0,3 0-1,3 0-17,1 1 0,4-2 1,1 1-1,-1 1 0,-4-1-8,-3 1 1,-3 1-1,-1 0 1,5 0-6,-7 0 1,4 0 0,1 0 0,0 0 0,-1 0-1,-4 1-173,6-1 0,-4 1 0,-1 0 0,3 0-111,-2 0 0,2 0 1,0 0-1,1 1 1,0-1 294,1 1 0,2 0 0,-1 0 0,-3 0 0,-4 0 0,3 0 0,-6 1 0,0-1 0,15 1 0,0 0 0</inkml:trace>
  <inkml:trace contextRef="#ctx0" brushRef="#br0" timeOffset="228734">23715 4936 7738,'-7'0'4492,"1"0"-4110,6 0 951,0 0-163,-52 11 309,52-8-986,-39 9-177,68-12 1,16-2-884,7 0 606,-13 0 0,6 0 0,-2-1-414,12 0 1,2 0 391,2 1 0,4-1 0,-2 0-639,-8 1 1,-2 1 0,0 0 626,-1 0 1,-2 0-1,-3 0 6,0 0 1,-3 0 13,-7 1 0,-5 0 48,-4 0 247,-15 1-667,-68 4 268,25-2 1,-4-1-49,-4 2 0,-5 0 0,-2 0 110,-13 0 1,-3 0-1,-1 0-13,15-1 1,-1 1 0,-1-1 0,0 1 94,-8-1 1,-2 1 0,0-1 0,4 0 38,-4 1 1,3 0-1,3-1-34,-7 0 0,4-1-548,-1 2 1,8-1 684,10 0-105,-2 0 150,46-3 179,52-8-317,-15 3 1,2 0-76,7-2 1,5-1 3,5 1 0,7 0 0,-3 0-37,-12 1 1,-1 1 0,3 0-185,2 0 0,4-1 1,1 1-1,-1 0 95,-4 1 1,-1 1 0,-1 1-1,-6-1 1,14-1 0,-6 1-1,-6 2 1,0-1 0</inkml:trace>
  <inkml:trace contextRef="#ctx0" brushRef="#br0" timeOffset="270995">21388 5432 7934,'-4'-6'8783,"1"0"-7428,3 6 1855,0 0-1731,-26-65-477,18 41-646,-6-13 1,1 4 191,12 23-381,-1 7-416,2 1 209,-1 14 173,0 11-94,1 36-22,1-12-131,0-9 1,0 1 95,3 12-41,-2-19 1,1 0 15,3 24-1,0-11-27,-3-14 189,-2-14 235,0-9 123,0-7-207,-1-8-118,0-17-100,0 2 238,0-24-227,0 5-12,0-15 12,0 0 16,1 7 74,0 11-136,-1 19-72,1 9 17,-1 10-28,-1 11 56,-1 7 22,-3 31-11,0 0-247,0 2 242,2 1 10,3-16 1,0 4 5,-1-12 51,1-13 134,-1-9-11,1-9 117,-1-10-246,-3-19-22,-1-4-12,-1 0 6,3 4-5,1 11-35,1 0-206,0 8-980,0 12-2841,2 14 4039,2 5 0,-2-2 0,1-5 0</inkml:trace>
  <inkml:trace contextRef="#ctx0" brushRef="#br0" timeOffset="271878">22330 4426 30507,'3'-37'-547,"0"0"1,1-22-173,-4 63 298,2 9 101,-2 26 151,2-5 122,-3-2 0,-1 1 17,-6 17-1960,0-14 0,-2 0 1760,-4 11-367,-12 8 595,16-36 306,-3 1-187,8-15 131,3-9-404,2-7 3255,0-11-3102,4-23-41,3-6-58,2-5 59,-3 23 0,0-1 589,7-22-582,-3 18 0,0 0 95,4-10-49,9-6 21,-14 38-7,11-6-14,-5 17 9,12 8-3,-6 5-3,21 38-34,-25-18-14,12 25-9,-19-10 15,-2 1-14,-2 17-16,-4-20 19,-2-9 57,0-21 194,0-8-148,-1-4 26,-1-9-4,0-19-51,0 3 33,1-24-5,5 11 55,11-20-83,-1 21 13,5 11 1,4 3 2,10 4-33,9-2-17,-1 14-5,-7 12-1,7 11-67,2 29-50,-17-5-770,-14 10 0,-6 2-2409,-9 3 3302,-3-5 0,-2-3 0,0-16 0,-3-1 0</inkml:trace>
  <inkml:trace contextRef="#ctx0" brushRef="#br0" timeOffset="276560">21336 5584 19087,'-1'-44'750,"1"1"0,0 3 1,-3 10-404,-1 22-263,0 5-137,1 2 87,-2 8 58,-3 13-23,-4 16-5,0 16-16,1 9-533,5 0 547,3-4-21,1-17-10,0 0 68,2-23 385,-2 2 440,2-14-224,0-8-478,-3-8 390,-1-11-541,-5-12 13,0-11-7,1-6 40,4-2 38,2 6-3,3 11-94,0 14 37,1 9-106,-1 9-28,-1 6 45,2 10 5,-2 12-34,2 16-33,-5 11-68,1-20 1,-1 1-973,-1 3 0,0 1 1096,1 5 0,1-1 0,-2 4 0,4-4 0</inkml:trace>
  <inkml:trace contextRef="#ctx0" brushRef="#br0" timeOffset="278456">17107 6735 14539,'0'-7'6621,"0"2"-5595,0 5-581,-24-49-815,6 41 973,-40-18-463,26 46 289,-5 12 1,0 7-474,12-9 0,2 0 63,-6 7 0,2 1 97,6 0 0,5 2-364,11 2 0,5-1 311,1-7 0,4-2-199,8 5 1,5-6-252,15-12-205,3-10 428,-5-14 1,0-3 178,11-4 45,1-6 0,1-4 178,-5-7 0,-3-2-235,-5 7 0,-1-3 246,-1-6 0,1-4 0,-5 4 495,7-16-545,-13 12 1,2-5-1,-3 2-57,-3 6 0,-1-1-75,5-14 0,0 2-159,1-7 108,-2 5 177,-9 22-398,-1 5-230,-5 10 129,-3 16 382,0 11-287,0 15-39,0 3 32,-3 24 151,-4 2-137,-1-8 0,-1 3 184,-1-9 0,1 1 4,-2 7 0,1-3 119,-1 7 22,5-5 174,6-25 678,6-7-869,1-14-84,7-15 598,17-23-405,-1-2 940,8-8-1033,-15 15 0,0 0 34,11-9-59,-11 11 0,2 0 234,11-5-79,-10 12-482,-2 8 267,-6 12-134,-4 2-59,5 23-3567,-10 1 3392,0 6-171,-1 11 112,-2-16-47,3 9 4,-1-20 138,3-4 96,-5-10 279,10-3 71,6-19 3381,2-5-3328,7-15 185,-8 0-222,-3-1 2,-6 10 12,-1 3-59,-8 15-180,-1 2-38,-3 12-113,-2 7 119,-1 10 9,-1-2 21,2 13-16,2-16-11,11 13-45,-2-19 82,25 3 208,-6-16-46,7-1 94,12-22 30,-19 0-41,5-7 159,-15-12-116,-14 13-242,-8-12-59,-12 15-103,-13 8 4,-7 9-55,-5 7 18,1 10-10,9 2 58,-6 24 132,17 2-50,-2 19-85,13 2-100,14 0-219,7 0-369,15-5-791,10-7-498,12-10 171,-19-19 1,2-4-1678,3-3 0,0-2-232,27-5 3867,-29-2 0,-4-1 0,-5-1 0,-1 0 0</inkml:trace>
  <inkml:trace contextRef="#ctx0" brushRef="#br0" timeOffset="278906">18751 6775 16964,'9'-44'1655,"0"0"1,-1 5 0,-6 8-972,-14 16-152,-9 8-89,-8 11-102,-6 11-156,-6 15-123,-2 13-45,11-4-31,13-7 0,4 2-82,0 12-8,7-12 1,3-1-272,12 14-73,12-9-67,17-12-113,13-12 236,-5-12-291,-4-10 0,0-5 246,-11 0 0,0-1-143,14-8 1,-1-3 506,-10 1 0,-1 0 143,-3-3 0,-1-1 90,-2-1 0,-3-2 109,-2-1 0,-2-1 139,-2 1 1,-2-1 59,-3 2 0,-1-1 451,4-26-1,-6 5-67,-3 7-123,-3 11-168,-2 12-385,0 11-47,-2 6 415,1 9-538,-5 9 34,-1 17-22,-5 18-26,4-15 1,0 1-578,-1 4 0,0-1 560,1-5 1,1 0-214,-2 15 1,1-1-688,2 15 246,5-19 0,2-1-1320,12 11-1283,11-17 3283,9-15 0,-14-11 0,0-7 0</inkml:trace>
  <inkml:trace contextRef="#ctx0" brushRef="#br0" timeOffset="279147">19418 6706 21847,'-2'-41'422,"0"0"0,1 2 1,-7 13-244,-17 30 79,-8 10-102,3 3 93,4 3 1,-1 3 30,-13 16-180,12-10 1,1 2-45,4-1 0,3-1-33,-5 10-6,8 6-12,21-22-10,12 4-91,15-5-318,17-3-941,12-7-225,-6-5 1580,-15-6 0,-3 0 0,-9-1 0,12 0 0</inkml:trace>
  <inkml:trace contextRef="#ctx0" brushRef="#br0" timeOffset="280332">19743 6702 18677,'11'-47'1561,"0"0"0,-2 6 0,0 8-850,-4 14-688,-2 11-68,-2 6 79,-1 12 38,1 9 1,0 16-22,1 13-40,-5 10-1707,-2-18 0,-1-1 1696,-4 16 2,1-18 1,-1-2 9,-1 1-1,-2 1 45,5-13 481,3-12-223,4-8 146,1-7-315,3-8 3320,4-25-3426,5-10-334,2-8 317,-3 19 1,0-1 2,1 3 0,0 0 17,3-5 0,3-2-1613,3-1 1,1 4 1615,8-9-221,13 1 187,-27 35 6,11-1-17,-9 15 205,5 6-205,3 8 3262,0 11-3251,-2 7 6,-5 8-28,-7 5-1501,-10-16 1,-2-1 1511,-3 13-18,-4-12 0,-2-2 23,-4-4 7,-3 3 66,9-18 191,5-10 0,1-3 3239,1-14-3474,4-8 42,2-6-31,19-23-11,2 12-1149,-6 11 1,2 1 1130,9-5-721,12-2 722,-24 21-23,14-4-22,-13 17-5,2 8-18,3 13 2063,-9 1-2208,6 30 73,-12-21 794,4 32-1607,-7-12 449,-2-10-807,4 7-1036,9-26 1193,-1-6-2425,20-8-796,0-19 3114,-9-2 1,1-5 1870,-4-3 1,-2-2-49,0 1 1,-2-4 893,-2-6 0,-4-1-285,-2 4 0,0-1 8,2-8 0,0-1-224,-1 3 0,-1 1-228,-2 5 1,-2 0 631,2-20-1023,-6 22 224,-7 9-538,-1 18-11,-7 9 39,-16 28-17,-6 17-260,12-22 1,-1 2 209,-1 10 0,2 2-23,4-5 1,3 3-88,-2 18 1,5 3-118,5-12 1,4-1-273,6 4 0,7-4-719,6-16 0,4-5-1347,18 12 2565,10-11 0,-30-21 0,-1-1 0</inkml:trace>
  <inkml:trace contextRef="#ctx0" brushRef="#br0" timeOffset="281338">20997 6860 12483,'2'-4'7242,"-1"1"-4340,-1 3-1385,16-63-1130,-11 46-85,5-19 0,-3 7 7,-6 26-298,0 1-95,-1 10 123,1 6-22,0 15-11,1 10-1,-2 8-5,-3 4 6,-1 0 5,-3-8-11,3-15 67,0-7 29,4-15 447,0-2-325,3-12-145,5-10 0,6-14 0,8-11-29,-3 5 12,0 7 0,0 1-28,2-1-11,2 0 0,0 1-17,-5 9-45,19-10-33,-16 24 27,3 1-156,12 20 90,-16-5-225,17 23-543,-11 4 465,-5-5-1804,7 20-50,-13-25 1098,4 4-880,39-20 2700,-26-18-201,26-3 3343,-18-30-3080,-26 27 431,10-15-801,-24 27-336,-1 1-140,-1 4 140,0 5 11,0 5-5,2 5-1,7 2 12,3-4 39,7-2 62,3-7 44,3-4 34,0-10-78,-5 0 128,4-12 73,-4-10-156,-2-3-23,-1-8-84,-9 12-117,-3 6-315,-2 8-582,0 7 348,-1 5-1082,1 8 667,1 7-95,0 11-840,-1 7-3221,0 6 5181,-3 4 0,2-19 0,-1-1 0</inkml:trace>
  <inkml:trace contextRef="#ctx0" brushRef="#br0" timeOffset="281856">22041 7008 26629,'15'-31'110,"0"-1"1,2-6-1,-1 3-188,1 0 124,-3 4 1,-1-1-429,4-18 469,-7 20 1,0-1 152,4-22-11,-7 14-244,-3 17 308,-6 11-327,0 8 73,-4 4-56,-2 9-17,-7 13 23,-3 15 0,-2 16 5,7-6 3,7-7 1,2 0-26,5 13 5,2-16 1,3 0-17,14 11 242,13-13-253,10-14 44,11-11 12,4-17-6,-27-2 0,1-4-440,0-5 0,-1-4 451,1-5 0,-3-3 0,0-5 1,-2-3 2,-1-6 0,-3-2 5,-1-2 1,-2-1 16,-3-1 1,-2 0 10,-3 5 1,-3 2-1,-2 6 1,-3 3 64,-3-14-45,-5 19-55,-1 15-18,-4 11 0,-6 16 892,0 4-886,-3 14 0,0 5-12,5-3 1,1 2-192,-6 17 1,2 6 187,8-17 0,3 1 0,1-1-1720,2 12 0,1-2 1625,2-2 1,4-3-420,6-9 0,3-4-3813,19 8 4342,5-2 0,-12-21 0,-10-11 0</inkml:trace>
  <inkml:trace contextRef="#ctx0" brushRef="#br0" timeOffset="282797">23112 6983 25926,'5'-32'112,"-3"7"-163,-3 31 57,-4 8-85,0 12-307,-4 9-1037,0 6-5735,-1 0 7158,4-9 0,2-11 0,2-11 0</inkml:trace>
  <inkml:trace contextRef="#ctx0" brushRef="#br0" timeOffset="283532">23564 6771 24979,'-34'35'95,"1"1"0,2-3 0,4-2-72,2 4-12,5-6 22,6-6 226,5-9-19,5-8 304,4-6-236,3-9-3566,11-21 3292,-1 3-175,9-7 0,3-1 163,3 1 12,1 3 0,3 0 33,10-1-28,8-2-39,-7 12-11,-7 11 0,-4 13-29,-5 14-16,-6 14-100,-9 27 72,-8-14-434,-8-2 1,-3-2 293,-3-3-1294,2-1 1,0-1 1058,3-9-325,7 11 409,10-27 2188,30-18-1796,-13-3 16,16-17 987,-24 6-796,3-10 0,0-2 3069,2-4-3078,1-1 1,-2 1 484,-1 6-515,-5 7-33,-6 8-270,-11 16 28,-4 8 118,-4 18 244,2-2-283,-4 22 56,6-12-67,3 13 11,4-17 11,8 4 22,6-21-5,11-1 5,10-15 35,5-9 27,0-13 11,-4-7 79,-2-12-51,-12 8-78,-4 4 33,-10 5-78,-8 16-353,0-4-639,-4 13-1388,-1 2-1670,0 21-2268,-1 2 6318,-2 13 0,1-17 0,-1-6 0</inkml:trace>
  <inkml:trace contextRef="#ctx0" brushRef="#br0" timeOffset="284139">24450 7037 25914,'42'-34'600,"-2"-1"-460,-10 6-73,-6 4 90,17-22-73,-11 7-31,-9 10 0,0-2-1468,9-23 1488,-9 13 529,-3-14-339,-12 17-95,1-5-5,-6 14-51,-3 16-79,-1 7 1161,0 4-1211,-2 6 17,-2 3-11,-10 16 5,-1 9 1,0 5 5,3-3 0,0 2-372,-3 7 0,1 1 361,8-6 0,4-1-6,1 19 0,1-2-28,17 8 40,-3-33-7,33 17 12,-6-31 6,21-2-6,-2-20 6,-11-3-1,-18-3 1,1-5 2,1-11 1,0-3-258,-5 8 1,0-4 255,4-10 1,1-6-1,-3 4-2,-8 10 1,-1-1 18,6-13 1,4-8-1,-6 7-16,-8 16 1,-2 0 28,2-10 0,0-5 1,-3 7-5,-4-1 212,-4 5 0,-2 3-200,-2 17 50,-5-2-89,4 11-12,-5 9 24,0 16-25,-7 21 1,6-9 1,-1 1-4,1-3 1,-1 2-201,-5 24 0,0 2 103,5-15 0,0-1 10,-3 9 1,1 0-507,3 4 0,1-3-365,4-18 1,2-1-1356,2 11 1,2 0 2321,7 5 0,1-22 0,-4-15 0</inkml:trace>
  <inkml:trace contextRef="#ctx0" brushRef="#br0" timeOffset="284413">25828 6298 26038,'-15'-45'571,"-1"0"0,2 3 0,2 10-386,8 25-146,1 5-28,2 9 40,7 38-29,-1 16-612,-1-10 1,0 4 569,-3 3 1,-3 1-703,-1-15 0,-3 1 1,1-1 617,-3 9 1,-3 2-610,-5-3 0,-5 3 0,-1-4 713,-9 4 0,1-3 0,3 0 0,2-4 0,5-22 0,-1 1 0</inkml:trace>
  <inkml:trace contextRef="#ctx0" brushRef="#br0" timeOffset="285307">26459 6549 22991,'9'-2'705,"-8"8"-380,-18 15-23,-15 9-139,-15 3-96,11-13 0,-3 0 6,6-5 0,0-2-9,0 0 1,2-2 349,-14-1 119,22-10-125,2-7-161,13-11-74,14-12-61,13-13-87,-3 14 1,3-1-379,5-5 1,2-2 368,2-4 1,-1-1 3,2-2 0,-1 0-1,-4 1 1,-2-1 5,-4 5 0,-3 0 11,-5 6 1,-3 2 36,-1-15-28,-12 18-6,-6 16-17,-6 12 6,-4 11 728,-2 12-756,0 13 11,3 14 5,10-11 1,2 2-308,0 19 280,4 0 0,4 0-538,6-3 535,2-4 0,5 2 0,1-20 0,4-2-48,12 17 1,3-2 16,-10-15 0,0 0-204,15 16 0,-2-4-14,-11-6-110,-6-5 1,-4 0-1090,-16 3-1899,-14 3 3361,-17-10 0,11-15 0,1-6 0</inkml:trace>
  <inkml:trace contextRef="#ctx0" brushRef="#br0" timeOffset="285823">26880 6736 24906,'10'33'560,"-1"-1"0,1 20-470,-30-38 39,-10-6-79,8-5 247,-30-12-196,29 1 140,-19-28-191,34 13 34,2-34-39,15 18 0,3-1-34,-4 7 0,2-2 3,12-19 0,3-1-978,-1 7 0,0 2 972,-5 7 1,0 0 16,5-12 0,-3 1-302,-3-7 322,-10 24 0,-2-1 89,-3-26-89,-7 26 45,-13 3-79,8 25 11,-12 3-10,12 8 4,-6 8-10,4 22 11,4 12-6,0 8-8,9-18 0,2 2 736,3-2 0,2 2-756,4 2 0,2 4 1,0-2-479,8 14 0,2 0 472,-5-12 1,1 0 0,0-3-15,0-2 1,-1-1-253,5 12 1,-2-1-205,-4-1-4069,-6 2 0,-6-1 3861,-12-8 0,-1 6 1,-2-33-1</inkml:trace>
  <inkml:trace contextRef="#ctx0" brushRef="#br0" timeOffset="287513">27662 6339 8696,'3'-2'9830,"-2"0"-5920,-1 2-3103,15-51-287,-14 35-296,8-37-168,-18 51 152,-29 18-136,11-1-8,-4 5 1,-3 5-26,1 4 1,1 3-706,1 2 0,1 0 658,1 0-1,5 1-39,7-3 1,6 0-349,11 27 244,16-3 54,2-28 0,5-5-36,7-9 0,3-5 2,5-4 0,1-4 12,4-6 0,0-4 33,1-3 0,-1-4 90,-1-4 0,-2-3-321,-2-3 0,-3-4 349,-4-2 0,-2-3-12,-2-3 1,-3-2 36,-3-3 0,-1 0-3,-6 9 1,1-1 192,3-14 0,0 1-197,4-8 144,-8 18 0,1 3 121,-1 1-230,-5 15 1001,-5 18-1052,-4 19-10,1 6 16,-3 33-20,-3-26 1,0 2-1390,-4 12 1,-1 1 1371,0-9 1,-1 1 8,-7 17 0,1 0 38,7-20 1,2-1-56,-4 12 0,2-1 281,4 5-219,5-21 106,5-15 7,6-17 3120,13-13-3166,10-14 45,8-11-6,3-4-27,0 0-7,-7 6-60,-6 8 615,-9 10-705,-6 11-6,-2 6 11,-2 11-11,-2 1-51,3 14-184,0 10-67,3 2-203,2 7-212,2-12-195,5-6 10,6-7 436,4-9 422,-7-8 161,12-11 181,-15-4-69,3-2 628,-6-7-168,-13 9-34,1-6-123,-7 9-173,-5 3-174,-2 5-107,-2 2-50,1 2-22,2 1 22,2 4 6,0 1-12,1 2 23,8 6 5,2-5-11,5 2 40,11-6 27,-6-7 40,10-7 11,-8-7-29,-3-8 12,-7-4 6,-5 2-28,-6 4-18,-5 7-21,-3 5-29,-5 6-16,-3 4-1,-7 9-5,-5 10 12,-4 14-24,4 0-8,9-3 1,1 0-26,2 2-409,2 14 1,7 2-455,16-5 166,0-5 0,6-3-2013,33-9-818,-19-16 0,2-3 3573,6-4 0,-1-1 0,5-1 0,-3-3 0</inkml:trace>
  <inkml:trace contextRef="#ctx0" brushRef="#br0" timeOffset="287956">29239 6623 9811,'3'-4'9830,"-2"0"-5243,-1 4-4329,-46-33-124,21 34-55,-35-19-23,34 47-45,10-3 22,2 19-44,9-14-56,7 15-146,14-15-218,15-5-325,18-8-129,13-9 231,-27-9 0,0-3 531,1-3 0,-1-2 95,-1-4 0,0-2 28,-3-3 0,-2-2 98,-2-2 0,-2-3 70,-3-4 1,-3-2-259,-3-3 0,-2-3 392,-3-2 1,-1-1-6,-2-2 0,-1-1 22,-1 2 0,0 0 39,-2 3 1,0 1 336,3-25-101,-3 15-186,-2 14-195,-2 15 478,0 9-708,0 9 67,0 13-33,0 19-6,-4 23-14,0-19 1,-2 2 184,-2 5 0,-2 0-216,-2 3 1,0-1-54,-1-1 1,1-1-108,0-1 1,1-2-255,3-3 0,3-2-1277,3 27-1238,13-15-4694,13-19 7657,3-13 0,-9-11 0,-6-4 0</inkml:trace>
  <inkml:trace contextRef="#ctx0" brushRef="#br0" timeOffset="288190">29881 6554 13698,'2'-6'7959,"0"0"-6513,-2 6-438,0 0-415,5-60-369,-7 44-168,-1-42 0,-15 69-22,-11 12-6,-9 19-9,17-16 1,1 1-320,0 3 0,2 1 308,1 0 1,2-1-15,-9 26 12,11-8-12,7-9-39,14-11-162,11-7-750,21-7-3916,22-8 4235,-30-5 1,0-1 0,13-1 0,-19-1 0</inkml:trace>
  <inkml:trace contextRef="#ctx0" brushRef="#br0" timeOffset="289430">30127 6557 17445,'1'-5'3181,"6"-26"1,2-3-2751,-3 13 28,5-16 1,0 2-253,-6 26 90,1-3-313,-4 10-18,-2 3 28,0 4 34,0 12 12,-3 24-18,-5 7-22,1-16 0,-1 1-1132,-12 22 1132,3-13-268,-3 9 279,11-26 23,-1 5 100,7-20 6,2-6 588,1-7 444,1-2-1082,2-12 250,0 1-167,8-30-38,0 2-74,-1 10 1,0-1-17,7-14 28,7-8 22,0 11-56,-1 5-39,-4 11-6,-7 16-22,-7 11-72,2 2 88,1 10 12,6 11-11,0 3-6,8 29 6,-9-12 0,0 10-11,-7-5 22,-4-21 33,-1 3 6,0-17-5,-1-7 84,2-3 44,0-2-50,3-10-67,4-10-17,6-14-23,0 3 18,15-16-18,-7 19-5,10-7-39,-8 19 6,-2 9-23,2 7-23,0 9 12,1 10-90,-2 13-168,-5 11-167,-8 7-360,-5 5-834,-5-1-1607,-1-3 3293,10-6 0,-7-19 0,6-9 0</inkml:trace>
  <inkml:trace contextRef="#ctx0" brushRef="#br0" timeOffset="289673">31008 6387 15112,'17'-52'1322,"0"0"0,-2 5 0,-3 6 1883,-5 2-2628,-4 14 652,-3 12-1213,0 7 536,-6 21-507,-4 15-39,-12 27 166,9-20 0,0 3-184,-2 6 1,1 1-3,3-9 0,0 2-90,0 20 1,2-1-42,2 1-245,5 0 1,6 0-1255,15-3 48,-4-20 0,6-3 1596,5-14 0,1-4 0,3 2 0,0-10 0</inkml:trace>
  <inkml:trace contextRef="#ctx0" brushRef="#br0" timeOffset="290357">31357 6447 24889,'-22'6'39,"2"8"-61,3 43 11,4-7 11,4-5 0,3-10 16,4-10 57,1-11 28,1-8 521,0-6-319,0-12-247,2 1 11,1-11 129,9-18-118,-2 12 45,4-4 1,2-2 10,8 0-22,11-11-78,-12 24 5,2 7-50,-8 10-17,9 6 0,-9 4-163,18 18-100,-12 2-258,9 14-392,-15-4-554,-3 0-713,-1-5-609,1-7-790,3-9 566,3-9 2083,4-12 1512,2-7 1217,1-10 1052,-2-4 162,-5-3-465,-6 3-677,-7 4-252,-4 5-1306,-4 9-10,1 3-314,-1 5-174,0 1 78,-1 4 130,0 6-12,1 9 0,0 7 0,2 2 0,5-1 269,30 1-100,-12-19-6,22-5-12,-24-21-27,0-6-51,-2-3-124,-3-2-419,-1 1-1367,0 5-6794,1 5 8648,-2 9 0,-4 3 0,-5 5 0</inkml:trace>
  <inkml:trace contextRef="#ctx0" brushRef="#br0" timeOffset="290956">32157 6767 26362,'11'-45'145,"0"1"1,0 0 0,0 3-95,7-14-587,-7 22 1,-1 0 554,1-2 1,-1 0 2,1-1 1,-2 0 22,0-2 0,-2 2 5,2-9 443,-3 0-376,-6 32 92,0 2-214,-1 7-1,-5 12 1,-6 11 581,-11 22-579,9-13 0,-1 2-3,-2 6 1,1 1-280,1 3 0,2 1 271,1-2 0,2 1 3,3-4 0,3 0 11,2 1 0,2-2-11,3 9-6,10 3 11,3-29 29,8-3 16,6-10 0,6-16-5,6-14-1,1-17-14,-21 13 1,-2-2-368,0-5 0,-1-2 356,-1-5 1,-2 0 5,0-2 0,-2-1 14,-1-8 0,-2 3-11,-4 16 0,-1 1 30,-2-7 1,0 3 569,-4 4-493,-1 1-63,-1 16-89,-1 10 17,-1 9 17,-6 15-6,-7 18-9,5-7 1,0 3 202,-2 6 0,1 4-318,-3 15 1,3 1-418,3-17 1,1 0 204,-3 17 0,1 0-404,3-20 1,1-1-1253,-1 7 0,1 1 1992,2-1 0,1-5 0,1 7 0,3-13 0</inkml:trace>
  <inkml:trace contextRef="#ctx0" brushRef="#br0" timeOffset="291140">32613 6800 26340,'14'-11'-302,"-6"11"-724,-20 38 281,1-9-2145,-10 17 2890,5-18 0,4-8 0,2-4 0</inkml:trace>
  <inkml:trace contextRef="#ctx0" brushRef="#br0" timeOffset="291880">32752 6571 20834,'1'-5'3702,"1"0"-2587,-2 5-1132,20-34 45,-17 45-5,11-17-12,-21 44 17,-12 21-28,10-28 17,-8 20-17,10-21 17,0-6 5,4-7 152,3-13 117,1-5-56,9-13-129,3-7-55,5-8 78,14-22-29,-6 13-44,6-7 28,-4 13-67,-5 13-39,0 4-79,-1 5 0,-7 8-464,10 11 290,-11-2-481,10 14-1244,-15 8-3627,-1 2 4188,-6 0-2734,-4-4-4195,1-5 7119,0-6 2521,3-1 435,0-13 2360,4-4 5004,6-9-6539,1-2-1574,1-1 1053,-1-4-1261,-8 9-453,0-1-258,-4 7-341,-1 3 302,0 6 0,2 6-6,0 0-10,4 6 27,5-9 39,12 1-22,-5-5 90,15-5-85,-19-4 51,10-6 90,-7-8-17,-1-3 39,0-6 12,-6 4-63,-3 5-111,-2 6-40,-3 5-470,-1 5-152,0 3-368,-3 8-617,1 8 548,-1 1-5158,-2 14 6223,0-4 0,0-5 0,2-6 0</inkml:trace>
  <inkml:trace contextRef="#ctx0" brushRef="#br0" timeOffset="292465">33346 6830 11267,'1'3'8251,"-1"0"-2622,0-3-5450,44-7 230,-15-6-190,32-6-46,-28-7-66,-6-5-29,-1-10-385,-3-10 357,-6-6-22,-7 9 36,-7 14 1,-2 0 80,-2-7 127,-4-13-138,-1 26-38,-1 12-85,3 8-67,0 5 17,-3 11 326,-10 12-281,-10 18-6,-4 16-11,15-22 0,1 0-644,5 1 1,1 0 654,-2 18 5,13 5-33,27 0 34,-7-16-4,1-14 1,3-5 9,7-7 4,11-3 1305,-4-11-1288,-4-13-16,-9-3 22,2-34-22,-13 1-311,-5 11 1,-1-2 312,-3 3 1,-2-1-15,0 2 1,0 0 27,0-2 1,-1 2 6,2-10 44,-1 2 5,-4 28-16,0 4-67,-1 6-23,-4 11 17,0 3 0,-8 19-6,4-3 0,0 7 1,2 3-40,2 18 3,3-14 0,2 1-154,8 21-213,5-2-335,2-7-395,-4-8 19,-4-14-7237,-4-9 8357,-3-13 0,-1-2 0,0-5 0</inkml:trace>
  <inkml:trace contextRef="#ctx0" brushRef="#br0" timeOffset="292715">33788 6132 26743,'31'46'84,"-16"-17"0,-5 3-73,-8 3 1,-4 3-740,2 21 1,0 2 715,0-19 1,0 1-523,0 21 0,0-2 506,0-23 0,0-1-208,0 18 1,0-2-611,2-18 0,-4-1 846,-19 18 0,-3-4 0,12-6 0,-33-10 0</inkml:trace>
  <inkml:trace contextRef="#ctx0" brushRef="#br0" timeOffset="294255">16094 7265 11655,'63'-7'153,"0"0"0,-1 0 0,1 1 1,0-1-1,0 0 0,-3 1 1,0-1-1,-1 1 0,-1 0 1,-3 0-1,-5 1-852,12-2 1,-7 2 0,7-1 722,-13 1 0,5-1 0,3 0 0,3 0 0,1-1 0,-1 1 0,-2-1-277,-3 1 1,-1 0 0,0 1 0,0-1-1,1 0 1,0-1 0,2 1 265,0 0 0,-1 0 1,2-1-1,0 1 0,1-1 1,1 1-1,1-1 0,2 0-31,-8 1 0,2-1 1,2 0-1,1 1 0,1-1 1,0 0-1,-1 0 0,-2 0 1,-1 1-1,-3-1 0,-3 2 74,11-2 0,-6 1 0,-2 0 0,-1 0 0,4 0 0,6-1-66,-9 1 0,4 0 0,4-1 1,1 1-1,3-1 0,0 0 0,0 0 1,0 0-1,-2 1 0,-2 0 0,-4 0 144,6 0 0,-4 1 1,-1 0-1,-1 0 1,-1 0-1,2 0 1,1 1-1,2-2-94,-3 2 1,1-1 0,1 0 0,1 0 0,1 0 0,0 0 0,1 1-1,-1-1 1,0 0 0,-1 1 11,0-1 1,-1 1 0,0-1-1,0 1 1,-1 0 0,2 0-1,-1-1 1,1 1 0,1 1 0,0-1-38,-4 0 0,0 1 1,1 0-1,1 0 1,0 0-1,0 0 0,1 0 1,-1 1-1,-1-1 1,0 0-1,-1 1 0,-2-1-51,4 1 0,-1-1 0,0 1 0,-1 0 1,-1 0-1,0-1 0,0 1 0,-1 1 1,0-1-1,1 0-38,2 0 1,1 0-1,-1 1 1,0-1 0,0 0-1,-1 1 1,-1 0 0,-1 0-1,-1 0-1331,6 0 1,1 0 0,-1 1-1,-1-1 1,-3 1 0,-4 0-1,-5 0 1263,19 0 1,-9 0-1,-1 0 1,4 0 0,0 0-1,-14 0 1,-4 0 0</inkml:trace>
  <inkml:trace contextRef="#ctx0" brushRef="#br0" timeOffset="294780">28446 6687 10196,'-59'4'552,"-1"0"0,0 0 1,12-1-1,1 0 1,4 0-89,-9 1 1,8 0 151,9-1 605,50-2-588,42-7-387,-7 2 1,7-1-1115,-7 1 1,3-1-1,3 1 966,-6 0 0,2 0 0,2 0 0,0 0-20,-4 0 1,2 1-1,0 0 1,1-1-1,1 1-345,6 0 1,1-1-1,1 1 1,1 0 0,0-1 332,-5 1 0,1 0 0,0 1 1,1-1-1,-2 0 0,-1 0-337,3 0 0,-2 1 0,0-1 0,0 1 0,3 0 332,-8 0 1,1 0-1,2 0 1,0 0 0,2 1-1,-1-1 1,1 0-154,-3 1 1,1-1 0,1 1 0,0 0 0,0-1 0,0 1 0,-1 0 0,-2 0 100,10-1 0,-3 1 1,-1 0-1,1 0 1,2-1-1,3 1-33,-10 0 1,4 0 0,1 0 0,2 0-1,0 0 1,-1 0 0,-1 0 0,-2 0-1,-3 0 10,7 0 0,-4 0 0,-3 1 0,1-1 0,2 1 0,3-1-66,-7 1 0,2 0 1,2-1-1,2 1 1,0-1-1,0 1 1,-1 0-1,-1-1 1,-3 1-240,7 0 1,-2-1-1,-1 1 1,0 0-1,-1 0 1,0-1-1,1 1-1004,2 0 0,1 0 0,1 0 1,-1 0-1,-2 0 0,-4 0 1,-4 0 1322,6 0 0,-4 0 0,-4 0 0,-4 0 0,20 0 0,-14 0 0,-22 0 0</inkml:trace>
  <inkml:trace contextRef="#ctx0" brushRef="#br0" timeOffset="295713">22461 7559 26882,'42'-14'-306,"-1"0"0,-7 1 0,0 2-527,12 3 0,2 2-91,-5 1 1,1 0 362,-3 2 1,4-1 0,-4 1 170,2 1 1,-2 0-1923,11 0 0,-7 2-48,-19 1-1626,2 4 2233,-41 2 1631,-13 3 3394,-22-1 567,9-4-2159,2-5 1198,17-7-612,9-4-844,-2-3-127,2 2-1316,6 5-140,0 3 118,4 8 129,-4 20-60,0 11-22,-2 10-13,5-5 1,1 2-51,4-8 0,1-1-316,-2 7 0,3 1-9,7 1 0,5-1-1003,0-8 0,3-1 1318,3 4 0,-1-2 0,10 7 1,-12-19-1</inkml:trace>
  <inkml:trace contextRef="#ctx0" brushRef="#br0" timeOffset="296331">28466 7530 22621,'58'-9'63,"0"0"1,-11 2-1,-2 1-94,-3 3 1,0 2-1944,6 0 0,-2-1 1881,-8 1 1,1 0-1393,21-1 1,-4-1 1199,-13-1 100,-9 1 0,-3-2 924,-12-4-1282,-10-5 487,-19 3 134,-5 0 1576,-12 4-730,0 3 3269,2 1-3616,4 0-302,11 2-141,5 1 482,-9 17-409,4-1-50,-5 11 0,-2 4-112,-6 22-1755,7-13 0,2 2 1671,-1 16-429,12-12 0,5-1 210,6 1-1165,9 2 1,8 0 1422,-2-20 0,2-3 0,-4 0 0,0-3 0,11 6 0</inkml:trace>
  <inkml:trace contextRef="#ctx0" brushRef="#br0" timeOffset="297674">20159 4414 4855,'-56'10'724,"0"1"0,1-1 0,1 0 0,2 0-416,-5 3 0,4 0 784,-5 5-325,8-1 272,-2 2-1410,22-4 771,17-6 1056,39 0-711,25-7-982,-1-3 0,7-2 390,-10 0 0,3-1 0,3-1-563,-6 0 0,4-1 0,2 0 0,0-1 1,-4 2 442,14-3 1,-3 1-1,5 0 9,-8 0 1,4 0 0,2-1-1,0 1 1,-5 0-504,-1 0 1,-4 0 0,1 0-1,5 0 498,-2 0 0,6-1 1,2 0-1,1 0 1,-2 0-1,-4 0-264,-6 2 0,-3-1 1,-2 1-1,3-1 1,5 0 246,-2 0 0,5 0 0,3-1 1,2 0-1,0 0 0,-2 1 1,-5-1-1,-5 2 3,8-1 1,-8 0 0,0 1 0,5-1-8,-4 1 1,4-1 0,2 0 0,1-1 0,0 1 0,0 0-92,0 0 1,1 0-1,0 0 1,0 1 0,-1-1-1,-2 0 90,4 0 1,-2 1 0,0-1 0,0 0 0,2 0-14,-3 1 1,0-1 0,2 0 0,0 0 0,1 1-1,0-1-6,-6 1 1,2-1 0,1 1 0,0 0 0,-3 0 0,-4 0 0,-6 1-10,11-1 0,-8 1 0,4-1 156,-4 1 0,5-1 0,1 0 0,-3 1 0,-9 0-532,9-1 0,-10 0-1818,9-1 2207,2 0 0,-45 5 0,-8 2 0</inkml:trace>
  <inkml:trace contextRef="#ctx0" brushRef="#br0" timeOffset="298397">21385 3287 19400,'13'-59'-300,"4"31"0,8 5-72,21 12 0,7 7 259,-1-4 1,1-1-660,8 0 1,-2 1 549,-18 1 1,-4 1 341,10-3-3435,-21 1 2407,-31 5 1222,-14-1 1002,-13 2 889,-1 0 1000,7-1-1200,11-1-369,8-1-672,4 3-766,2 0-205,1 2 406,-3 7-225,2 0 448,-10 28-451,0 1-178,-2 12 58,4-12 1,2 2-13,1 23-435,3-16 0,3 2 12,5-7 1,2-2-377,6 23 723,4-17 1,0-4-1,-5-12 1,9 17-1</inkml:trace>
  <inkml:trace contextRef="#ctx0" brushRef="#br0" timeOffset="299280">12454 6777 13878,'-3'-2'486,"2"0"2802,1 2-1417,-16 4-1146,12-3-481,-12 3-600,16-3-373,0 0-505,3 1 99,1 3 1142,7 2 0,-6-3 1,2 0-1</inkml:trace>
  <inkml:trace contextRef="#ctx0" brushRef="#br0" timeOffset="299848">21847 3451 17611,'54'-9'449,"-11"2"1</inkml:trace>
  <inkml:trace contextRef="#ctx0" brushRef="#br0" timeOffset="301896">21794 1198 6859,'-48'-28'434,"0"0"1,0 0-1,0 0 1,0-1-1,0 1 1,1 0-1,5 2 1,-1 1-1,-5 0-350,0 1 0,-4 0 0,-3 0 0,0 1 0,2 1 0,5 3-1269,-13-3 1,5 4-1,-4-2 1220,9 4 1,-3-2 0,-2 0 0,0 0 0,1 2-20,5 1 1,0 1 0,1 1 0,-1 0 0,0 0-20,-4 0 1,0-1 0,-1 2 0,1-1 0,2 1-1,-4 0 0,3 0 1,-1 1-1,-3 0-1,3 0 1,-2 1 0,-2 0-1,-2 0 1,-3 1-185,6 2 0,-4-1 1,-2 2-1,-1-1 0,0 1 1,3 0-1,2 0 185,-6-2 1,5 2 0,0-1 0,-2 1 0,-5-1-52,13 3 0,-3-1 0,-4 0 0,-1 0 1,0 0-1,0 1 0,1 0 0,4 0 1,3 1 54,-5 0 1,3 1 0,3 0 0,0 0 0,1 1 0,-1-1-110,-1 0 1,1 0 0,0 0 0,-2 1-1,-1-1 1,-3 1 110,6 0 0,-4 0 0,-2 1 0,-1-1 0,-1 1 1,1 0-1,0 0 0,2 0 0,3 0-27,-3 0 0,4 1 0,1 0 0,0 0 0,0 0 0,-3 0 1,-2 0 23,-1 0 0,-2 1 0,-2-1 0,-2 0 0,0 1 0,-1-1 0,2 1 0,0 0 0,3 0 0,1 1 0,0-1 0,1 1 0,1 0 0,1 0 0,-1 0 0,0 0 0,0 1 6,0-1 0,0 1 0,0 0 1,0 0-1,0 0 0,0 0 1,0 0-1,0 1 8,1 0 0,0-1 0,0 1 0,0 0 0,0 1 0,0-1 0,1 1 0,-1-1 7,2 1 1,-1 0 0,0 0 0,1 0-1,0 0 1,-1 1 0,1 0 0,1 0-42,-8 1 1,0 0 0,1 0-1,0 1 1,0 0 0,0 0-1,1 1 44,1-1 0,0 1 0,0-1 0,1 1 0,0 1 0,0-1 0,1 1 5,1 0 1,0 0 0,0 0-1,1 1 1,-1 0 0,2 0 0,-1 0-5,-6 2 0,-1 1 0,1 0 0,0 0 1,2 1-1,3-2 33,0 1 0,4-2 0,1 1 0,-1 1 0,-3 1-57,1 1 0,-4 2 0,0 1 0,0 0 0,3 0 0,4-1-24,-1 1 1,4-1-1,2 0 1,-4 2-19,-1 1 1,-3 2 0,-1 0 0,3 0-1,5-2-8,-1 1 1,6-2 0,1 4-156,-4 6 1,1 4-1,7-1 366,8 1 0,4 2-221,-6 6 1,5 1 541,16-13 1,7 3-711,18 23 0,10 1 126,-3-13 0,5 1 349,3 2 1,5 4 0,2-5-225,-1-10 0,3-3 0,2-1-11,6 2 0,2 0 1,3-2-14,-8-6 0,3-1 0,0-1 0,-1-1-6,6 4 0,0-2 1,6 0-32,-13-7 1,5 1-1,3 0 1,1-1 0,0 0-1,-4-2-89,1 0 0,-2-2 1,-1-1-1,2 1 0,3 0 110,-1-1 0,2 1 0,2 1 0,2-1 0,0 0 0,-1-1 0,-1-1-127,4 1 0,0-1 0,0-2 1,0 1-1,0-2 0,1 1 191,-6-2 1,0-1 0,0 0-1,1 0 1,1 0 0,-1-1 0,1-1-102,2 1 0,0-1 1,1 0-1,0 0 1,1-1-1,-1 0 1,1 0 134,1-1 1,1-1-1,0 1 1,0-1 0,0-1-1,0 1 1,1-1-56,-7 0 0,0-1 1,0 0-1,0 0 0,1 0 1,-1-1-1,1 1 1,-1-1 62,2 0 1,-1-1 0,0 0 0,1 0 0,0 0 0,-1-1 0,1 1 0,0-1 7,0 1 0,1-1 0,-1 0 1,1 0-1,-1 0 0,1-1 1,-1 1-1,1-1-2,0 0 0,0 0 1,1 0-1,-1 0 1,0 0-1,0-1 1,1 0-1,-1 1-48,0-1 0,1 0 1,0 0-1,-1 0 1,1 0-1,-1 0 1,1 0-1,-1-1-24,1 1 0,0-1 0,1 0 0,-1 0 0,0 0 1,-1 0-1,-1 0 0,-2 0-25,8-1 0,-4 1 0,-1 0 0,0-1 0,2 0 0,4-1 4,-9 0 1,2 0 0,3-1-1,1 0 1,0 0 0,0-1-1,-1 1 1,-2-1 0,-4 1 6,1 0 1,-3-1 0,-2 1 0,-1-1 0,1 0 0,2 0 0,2-1-4,1 0 1,2 0-1,1-1 1,3 0-1,-1 0 1,1-1 0,-2 0-1,-1 0 1,-2 0-5,5-1 1,-1-1 0,-1 0 0,-1-1 0,-2 1-1,0 0 1,-2 0-15,-2 0 0,-2 1 0,-1 0 0,0 0 1,1-1-1,3-2 52,-3 0 1,2-1 0,2 0 0,1-2-1,-1 1 1,0-1 0,-3 0 0,-3 1 15,9-4 1,-4 0 0,-1 0-1,0 0 1,4-3-12,-5 3 0,3-1 1,2-2-1,1 0 1,-3 0-1,-2 1 1,-4 0 44,8-4 1,-5 1 0,-2 0-1,0-4 227,-4 1 1,1-2 0,-1-2-1,-3 0 1,-6 2-75,-2-3 1,-7 2-1,1-4 70,8-11 0,-1-3 0,-15 1-387,-20-5 0,-19 4-176,-4 15 0,-9 4 0,-5 1-139,-14-1 0,-7 4 0,-5 3 9,16 8 0,-2 2 0,-2 0 0,-3 2 0,-1 1 371,-2 0 0,-4 1 0,-2 2 0,0 0 0,3 0 0,5 1 0,1 0 0,3 0 0,3 1 0,-2 1 0,-2 1 0,0 0 0,-1 0 0,1 1 0</inkml:trace>
  <inkml:trace contextRef="#ctx0" brushRef="#br0" timeOffset="307512">22425 1186 32767,'21'-41'-665,"0"0"0,24-2 1,9 10 1657,-2 21 0,3 7-991,-13-1 1,2-1 0,1 1-121,5 0 0,2 2 0,-1 0-124,-7 1 1,-1 0 0,2 0-446,15 0 0,4 1 1,-4 1-685,5 0 1,-5 4-539,-4 2 0,-12 5 289,-23 9-822,-53 20 2387,-16-11 1,-8-1 240,13-4 1,-3 1-26,3-3 1,-6 2-1,-1-1 1,8-3 491,2-1 1,1 0 282,-5 2 0,-5 2 0,7-3 809,9-6 0,4-1 877,-4 1 0,2-2-2622,-9 0 0,20-6-234,16-3-858,11-2-463,26-6 77,23-6 864,-16 2 1,4-1-348,15-6 1,1-2 367,-11 2 0,-2-2 133,3-4 1,-5-1-91,1-9 28,-18-11 202,-23 4-958,-16-13-122,-20 0 1406,1 23 0,-1 2 2188,-13-8-1978,15 16 1,2 0-2639,8-3 1768,4 4 641,19-2-162,13 16 99,5-1 14,18 18-109,1 12 72,-8 4 0,0 3 176,-10-8 1,-2 1-159,8 15 1,-6 2-133,-5 16-39,-10-21 0,-2 3-3293,-3 8 0,-3 0 3545,0-12 0,-1-1 0,-1 24 0,1-36 0</inkml:trace>
  <inkml:trace contextRef="#ctx0" brushRef="#br0" timeOffset="307944">24453 913 32767,'51'-22'0,"-1"0"0,1 0 0,-8 2 0,-3 1 0,-1 5 0,7 8 0,-2 3-916,5-1 0,0 1-1720,-2 0 0,-1 0 2465,3 0 1,-6 1 0,-8 1 0,-16 0 0</inkml:trace>
  <inkml:trace contextRef="#ctx0" brushRef="#br0" timeOffset="308129">24725 813 21800,'-9'62'-50,"1"0"0,0-9 0,3-1-157,7-3 0,5-2-186,1-8 0,4-1-1298,10 7 0,5-1-2196,-1-8 1,1-2 3881,5 1 0,-2-4 1,3-2-1,-15-15 0</inkml:trace>
  <inkml:trace contextRef="#ctx0" brushRef="#br0" timeOffset="308793">25171 1240 22097,'7'-42'475,"0"0"1,-1 3-1,-2 11-710,-3 25 33,3 3 241,8 9-76,15 10-47,13 13 4,-1-2-112,-10-3 1,-1 1-132,4 13 145,-10-11 0,-4 0-145,-2 19 44,-10-5 211,-16-8 161,-9-14-8,-4-11 457,-10-18-258,17-8-159,0-13-91,23-6-45,4 6-38,11 4 1,4 3 7,6-2 13,-7 5 1,5 1-77,15-1 0,-1 2 55,6-2-8,6-2 0,0 1 35,-12 3 44,12-8 45,-26 5 12,-14 5-23,-9 3-39,-6 6-45,-2 2-6,-2 3-5,-3 2 16,-2 6 18,0 7-1,2 7 6,3 7 6,9 3-6,5 1-6,9-2 34,7-4 28,5-5 45,4-8 79,1-6 22,-1-10-6,-4-8 5,-4-10-10,-6-6-74,-8-8 6,-5-3-50,-6 7 123,-2-11-112,-1 18-61,0-4-147,0 14-441,1 6-219,2 5-281,6 7-1254,11 5-3612,9 8 5083,2-1 0,-11-5 0,-8-5 0</inkml:trace>
  <inkml:trace contextRef="#ctx0" brushRef="#br0" timeOffset="309176">26618 1195 13547,'5'0'6313,"-2"0"-4286,-3 0-1899,5 2 8,9 0-2,13 0-61,1 0 184,20-8-55,-15-5-6,9-11-34,-15-7 6,-9-6-5,-6-2-34,-6 0-68,-5 9 85,-12-2-57,-4 16-10,-11-1-23,-4 13-28,-5 12-11,-3 11-1,2 13-21,7 9-34,12 6-79,11 0-84,19 2-111,13-3-202,19-3-59,-19-24 1,2-2-346,3 0 1,1-2-2617,2-1 1,0-2 2710,25 9 1,-30-12-1,-19-8 1</inkml:trace>
  <inkml:trace contextRef="#ctx0" brushRef="#br0" timeOffset="309436">25053 1728 14945,'-61'8'1511,"0"0"0,12-2 1,12 0 705,24-1-874,45-6-958,3-1 0,8-1-1072,-4 0 1,4 0 0,3-1 1007,10 0 1,3 0 0,2 0-432,-9 1 1,0-1-1,2 1 1,0 0 352,3-1 1,1 1 0,1 0 0,-1 0-420,0-1 0,0 1 0,1 0 0,1-1 145,-5 1 0,3 0 1,-1 1-1,-1-1 0,-4 0 154,12 0 0,-5 1 0,2-1-72,-11 1 0,0 0 0,0 0 1,-1 1-1143,6 0 0,-1 1 0,-3 1 1199,10 1 1,-1 0 0,1-2 0,-5 1-1,-5 3 1</inkml:trace>
  <inkml:trace contextRef="#ctx0" brushRef="#br0" timeOffset="309694">25153 2005 32767,'58'-6'0,"0"-1"0,0 0 0,0 0 0,0 1 0,0-1 0,2 0 0,-1-1 0,-1 1 0,-1 0 0,0 1 0,-5 0 0,0 2 0,-1-1 0,-1 0 0,-2 0 0,17-2 0,-3-1 0,-1 1 0,-4-1 0,-1 0 0,-1 0 0,-6 1 0,0 0 0,-3 0 0,15-3 0,-3 0 0,-10 2 0,-4 1 0,5-2 0,-22 2 0,-45 6 0,11 0 0,-13 1 0</inkml:trace>
  <inkml:trace contextRef="#ctx0" brushRef="#br0" timeOffset="323010">12545 6937 16808,'-14'10'3163,"71"-18"-3206,-25 0 0,6-1-1340,7-2 0,9-2 0,1-1 0,-6 2 1387,3-1 0,1 1-7,-7 1 0,7-2 0,3 0 0,-1 0 1,-5 2-83,5-2 0,-4 2 0,3 0 74,2-1 1,5-1 0,-1 0 0,-6 2 37,-5 1 0,-3 1 1,0 1-106,5-2 0,1 1 1,-2 0 447,12-1 1,-2 0-584,1 0 0,-3 1-46,-13 2 1,-6 1-297,1 2 12,-36 3-118,-20 7 12,-25 7 381,-12 3 1,-6 2 806,15-4 1,-4 1-617,-1 0 0,-8 1 0,-1 1 1,3-1 101,2 0 0,2-1 1,-3 2 127,-3 0 0,-4 1 1,-1 0-1,2 0 2,8-3 0,2 1 0,0-1 0,0 0-4,1-1 0,1 1 0,0 0 0,2-2 16,-1 2 1,2-2 0,-2 1 32,-7 3 0,-2 1 0,7-2 149,13-5 0,2 0-108,-28 9 0,5-1 69,22-8-361,-12 6 262,44-14 1293,19-5-1283,21-9 1,7-3-173,-10 3 0,4-2 57,12-4 0,6-3 1,-1 0-76,-6 2 1,0 0 0,2-1-661,-3 2 0,4-2 0,0-1 0,1 1 643,2-1 1,0 1 0,1-1 0,-1 0-11,1 0 0,0 1 0,0-1 1,-1 2-310,-1 0 1,0 0 0,-1 1 0,-1 0 312,-3 2 1,0 0 0,-2 1 0,-3 1-15,2 0 1,-2 1 0,-2 1-21,19-5 1,-5 4-236,-23 6 1,-3 1-86,14 1 1127,-43 16-1346,-53 17 413,5-7 0,-6 1 376,8-4 1,-4 0 0,-1 1-261,7-4 1,-2 1 0,-1 0 0,-1 0-233,-5 1 1,-1 1 0,-1-1-1,0 1 325,-4 1 0,0 0 1,-1 0-1,3-1-15,9-3 0,2-1 1,-1 0-1,-2 1-220,-2 0 1,-4 1 0,-1 1 0,1-1 0,5-2 293,-6 2 1,4-1-1,-2-1-96,2 1 0,-4 0 0,1 0 1,6-2-137,-13 3 0,7-2 124,15-5 0,4-2 658,-3 2-1028,27-8 2657,31-10-2251,34-11-40,-6 1 1,6-2-237,-6 3 0,4-1 0,-1 0 241,-4 1 0,-2 1 1,6-2-4,-2 3 0,6-2 0,2-1 0,-1 1 0,-3 2-346,-2-1 1,-2 3 0,-1-1 0,4-1 345,2 0 0,5-1 1,0 0-1,-1 0 0,-3 1-293,-2 1 0,-2 1 0,-2 0 1,-1 1 290,8-3 0,-3 2 0,-2 0-58,9-2 0,-5 1 34,-16 4 1,-6 2 1839,5-1-1734,-28 10 1898,-37 14-2079,-5 0 0,-6 2 34,-1-1 0,-4 2 0,-3 1-167,2-1 1,-2 0-1,-2 1 1,-1 0 236,3-2 1,-1 1 0,-1 0-1,0 0 1,-2 0 35,-2 2 0,-2-1 0,0 1 0,-1-1 0,1 0 42,0-1 1,0 1 0,-1-1 0,2-1 0,0 0 45,-7 2 1,0 0 0,3-2 0,1-1-3,-3 1 1,3-2 0,5-2-73,1 1 0,10-4-110,18-8 141,62-17-48,1-1 0,6-2-459,-5 2 1,3-2 0,2 0 460,6-4 0,3 0 1,1-1-11,-10 4 0,0 0 0,1 0 1,1-1-3,1 1 0,0-1 0,2 0 1,1 0-51,-2 1 1,2 0 0,1 0 0,-1 0 0,-4 2-148,11-4 1,-4 2 0,3 0 166,1 0 1,5 0 0,-3 2 0,-13 3 0,-15 5 0,-4 1 0,12-2 0,-1 1 0</inkml:trace>
  <inkml:trace contextRef="#ctx0" brushRef="#br0" timeOffset="324984">14174 6080 21937,'-10'4'2494,"3"-1"-1771,7-3-1295,0 0-227,-19-5-585,5 9 451,-17-1 1060,12 15 1,8-8-1,2 0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14:55:09.04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25921 1474 26591,'8'-46'-423,"1"0"1,-1 4-1,5 6-10,16 11 566,8 5-552,8 4 7,5 8 261,-17 8 0,-1 3-75,11 4-477,15 15 454,-30 4-64,0 13-122,-14-7 352,-21 21 117,-6-24-12,-13 15 14,-4-18 1,-3-2 70,-12 7-51,13-8 0,0-2 610,-9-5-66,22-13-354,-2-3 135,13-10-34,4-7-218,4-2-51,6-1-67,1 9 6,20-1-17,4 8 6,23-1-40,6 11 3,-28-2 1,2 3-46,4 6 0,-1 1-285,12 7 59,3 14-152,-39-10-167,-12 10 234,-14-8-459,-14-4 0,-6-2-442,4-5 0,-2 0-2798,-16 7 1,0 0 4085,11-8 0,3-2 0,-11 5 0,22-10 0</inkml:trace>
  <inkml:trace contextRef="#ctx0" brushRef="#br0" timeOffset="451">26177 1001 17159,'-54'-15'558,"-1"-1"0,1 1 0,0 2 0,0 3 0,3 6-256,-9 11 0,2 8-1159,15-1 0,-2 2 0,1 2 1006,-2 4 1,0 1-1,0 3-69,0 4 1,0 2-1,3 0-60,8-6 1,2 0 0,2 5 14,-6 15 1,1 7-1,8-1-340,7 4 0,6 3 309,2-2 0,2 3 0,7-1-12,10-10 1,5-1-1,5-1-31,6 2 0,4-1 0,2-3-3,-4-8 1,2-2 0,5 0-143,9 1 1,7 2-1,3-3 1,-2-4 4,3-2 0,0-5 0,4 1-132,-11-5 1,3 1-1,2-1 1,1-1 0,-3-4 328,4-3 0,0-2 0,-1-4 1,0-2 50,-2-2 1,1-3 0,-2-2 0,0-3-326,13-4 1,-2-4 0,-4-1 346,-11 1 1,-3-1-1,0-5 232,8-10 0,1-6 1,-6-1-156,-1-6 0,-3-3-120,-3 1 1,2-3-1,-4-1-31,-6 5 0,-4-2 0,-1 1-4,1-3 0,-1-1 0,-2 1-8,0-1 1,-2 0 0,-2 0-10,-3 3 0,-1 0 0,-4 0-7,-4-18 0,-9 2-23,-12 5 1,-9 5 2,2 12 0,-9 5-104,-12 6 1,-10 3 0,1 6-240,11 8 1,1 3-1,-3 1-1053,-2 0 0,-3 0 1,-1 1-1,4 2 1334,-1 5 0,3 2 0,3 0 0,-1 0 0,5 1 1,-4 4-1</inkml:trace>
  <inkml:trace contextRef="#ctx0" brushRef="#br0" timeOffset="990">25873 2446 22190,'-18'-3'616,"-21"26"-560,-3 18 0,-4 8-1466,10-13 0,-1 1 0,-2 1 1421,-3 3 0,0 0 0,-1 1-22,-2-1 0,1 1 0,0-1-138,2-2 1,1 1 0,2-2-163,3-4 1,2-1 0,2 0-1463,-6 8 1,4-2 1772,10-10 0,5-3 0,-1 2 0,14-15 0</inkml:trace>
  <inkml:trace contextRef="#ctx0" brushRef="#br0" timeOffset="1324">26111 2429 24004,'-32'-20'165,"0"1"1,-13-11-88,72 44-16,14 10-29,9 7-811,-14-6 1,3 2 788,-2 0 1,2 1-12,-6-2 0,2 1 0,1 0-25,0 2 1,0 0 0,0 1-109,-1 0 1,-1 0-1,0 1-855,12 12 0,-2 2 988,-6 1 0,-3-2 0,3 2 0,-14-5 0</inkml:trace>
  <inkml:trace contextRef="#ctx0" brushRef="#br0" timeOffset="2116">25035 3779 18280,'5'-45'817,"0"0"1,-1 0 0,-6 7 95,-20 8-706,1 5 20,-7 11 0,-4 4 14,-16 5-134,-10 4-26,25 5 0,0 4-8,-1 8 0,0 3-1767,-3 3 1,1 1 1707,3 0 0,1 3 5,0 7 1,5 2 581,3 9-595,-3 9 61,41-9-33,2-25 353,10-4 1,7-3-220,28-12-96,-23-2 1,0-2-2637,22-9 2660,-20-4 1332,-2-10-1114,-11 5 187,6-7-333,-18 12-112,-6 8 5,-5 5-21,-4 8 3284,-4 9-3285,-4 14-16,-2 1 16,-10 21-28,0-2-42,5-9 0,1 2-50,2-5 0,2-1-595,-1 7 1,3-2 300,1 10-930,4-16 0,2-2-191,1-2-8335,9 21 9712,2-36 0,0 2 1,-4-13-1</inkml:trace>
  <inkml:trace contextRef="#ctx0" brushRef="#br0" timeOffset="2533">25194 3814 10394,'-1'-59'2498,"0"1"0,-3 4 0,-5 4-1960,-5 14 0,-4 3-746,-5 4 0,-4 3 602,-6 3 1,-3 3-20,-4 4 1,-4 4-60,-4 3 1,-3 3-57,-2 6 1,-1 4-1388,-2 5 0,1 3 1199,12-1 1,-1 5 16,1 6 1,-1 6 0,3 2-101,-6 8 1,3 4 25,2-2 0,-2 5 0,4 1-10,7-2 1,4 0 0,2 0-6,-5 8 0,6 5-51,11 3 1,6 8 0,6-9 16,4-16 1,6-2-38,6 12 0,5 6 0,8-11-1165,16-13 0,7-8 1096,-3 3 0,6-3-115,-9-12 0,6-2 0,1-2 0,-6-2 45,7 0 1,0-3 98,-6 0 1,5 0-1,2-2 1,-4-3 65,4-5 0,-3-3 1,1-2 211,0 1 0,-1-2 1,1-3-105,3-4 1,0-3-1,-4-3 23,-11 0 0,-4-1 0,-2-3-9,0-1 0,-2-3 0,-2 0-6,-1-2 0,-2-2 0,-2-1-23,-1 0 1,-1-2-1,-2 0 0,7-19 0,-5 0 5,-5 3 0,-4 2-3,-7 4 1,-7 2 906,-7 5 1,-7 3-944,-6 5 0,-6 3-31,-6 4 0,-3 4-118,-3 3 1,1 3-56,7 6 0,1 2 190,-14 2 0,5 1 0,13 3 0,-17 0 0</inkml:trace>
  <inkml:trace contextRef="#ctx0" brushRef="#br0" timeOffset="3234">26993 3445 16036,'-18'-56'470,"0"1"1,1 13-1,7 5 1438,25-2-1819,6 23 631,11 1-709,10 6-11,6 10-5,-9 6-6,7 27-1,-28 2 12,-3 25-11,-23-29 0,-6-1-142,-6 5 1,-4-2 149,-7 3 1,-4-1 10,0-2 0,-2-1 9,3-4 0,0-2 0,6-5 0,1-2 1105,-10 7-1099,16-10 33,13-8 56,13-1 22,10-4-72,4 0 742,18-2-731,19-1-70,-24-2 0,2 0-354,9-1 0,1 0 255,-2-1 1,-1-2-348,3 0 1,1 0-1390,2-2 1,-1-1-729,-8 1 1,-2 0 2559,3-2 0,-3 1 0,-9 1 0,-1-1 0</inkml:trace>
  <inkml:trace contextRef="#ctx0" brushRef="#br0" timeOffset="3633">27948 3231 12925,'-2'-4'6671,"0"1"-5159,2 3-1064,-64-29-78,31 29-374,-12-9 0,0 5 323,-5 34-210,23-9 0,0 3-48,-2 3 1,2 2-31,2 3 0,3 0-12,5 0 1,4 0 19,2 29 1,26-8 32,21-9-24,-10-26 0,5-3-12,2-4 0,2-3 6,2-2 0,0-3 31,-1-4 0,0-3 28,-3-3 0,-2-2 145,23-20 34,-13-10-22,-13-8-68,-14-7-72,-7-5-18,-12 2-10,-5 5 36,-10 11-154,-10 12-23,-9 11-61,-6 11-201,0 11-343,6 7-576,11 12-1126,13 5-3926,16 6 5506,8-5 0,0-9 0,-2-10 1</inkml:trace>
  <inkml:trace contextRef="#ctx0" brushRef="#br0" timeOffset="4067">28312 2988 12056,'-19'-38'920,"0"-1"1,0 1 0,-4-1 0,-1 1 0,-2 7-582,-6 9 0,-4 5-904,-15-5 0,-4 3 798,11 8 1,-3 3 0,2 1-426,-13-2 0,-4 4 478,15 7 1,-6 4 0,-3 1 0,2 1-1,6-1-484,4 0 0,5 1 0,-5 2 287,-4 2 1,-7 2 0,-3 2-1,4 2 1,6 1-2,-1 6 0,7 2 0,-2 3-52,4-2 1,-1 2-1,0 2 1,2 1-15,2 2 0,2 0 1,0 3-1,3 2-10,-2 8 1,3 4 0,2 0 0,2-4-10,1-1 1,4-2 0,2 3-7,6-2 0,0 4 0,5-1 1,5-4-15,11 13 0,10-3 0,-1-9 0,4 0 1,5-3-22,7-3 1,6-2 0,6-4-70,3-5 0,7-3 1,2-2-1,-4-3 43,1 1 1,-2-3 0,4-3 2,-8-4 1,5 0-1,2-2 1,-2-1 0,-3-2 26,9-1 0,-3-3 1,1-1 48,-5-1 0,1 0 1,1-2-1,0-3 55,3-4 0,1-2 0,-1-3 0,-3 0-608,6-6 0,-2-1 1,-3-2 612,-2 0 0,-2-2 0,-4-3 66,-6-1 1,-3-3 0,-4-1 21,6-9 0,-3-4-113,-7 7 1,0-4-1,-1 0-24,-2-1 0,-2-2 1,-1 0-11,-2-1 1,-1 0 0,-2-1 5,-2-6 1,-2-2-1,-4 3-517,-6-11 1,-6 3 466,0 4 0,-11 5-101,-19 12 0,-14 9-616,3 13 1,-7 5-1,0 1-2532,-1 0 0,-1 1 0,1 1 3013,-1 2 1,-1 1 0,7 3 0,2 1 0,10 2 0,13 0 0</inkml:trace>
  <inkml:trace contextRef="#ctx0" brushRef="#br0" timeOffset="5340">27987 4160 9206,'0'-8'7074,"1"2"-5136,2-56-1350,-2 44-5,3-44-124,-11 71 45,-8 18-283,-2 1 1,-2 5-526,-7 12 0,-4 8 324,7-14 0,-4 6 0,-1 2 0,0 0 1,1-2-823,-2 4 1,1-1 0,0-1 0,-1 2 781,2-4 0,0 1 0,-1 0 0,1 0 0,0 0-116,-3 8 0,0 0 0,2-1 0,3-5-429,4-5 0,4-4 0,-1 2-184,-5 14 0,0 1 1,4-5-479,7-11 0,4-3 1227,6 0 0,2-6 0,1-10 0,3 4 0</inkml:trace>
  <inkml:trace contextRef="#ctx0" brushRef="#br0" timeOffset="5633">28109 4184 22526,'44'-20'549,"12"27"-507,-19 28 0,4 13-1545,0-8 0,4 3 0,0-1 1497,-2-4 1,1 0-1,0-1-20,0 0 0,0 0 0,1-2-96,0-3 1,1-1 0,-3-1-498,10 4 1,-1 1-1720,-10-7 1,1 1 0,-1-1 2337,10 7 0,-5-3 0,-16-10 0,-4-3 0,2 2 0</inkml:trace>
  <inkml:trace contextRef="#ctx0" brushRef="#br0" timeOffset="8950">26759 5993 19796,'0'-6'4251,"0"2"-2558,0 4-1758,7-49-143,-9 45 75,2-25 29,-15 69 34,-7 19-1845,7-11 0,0 0 1697,4-14 0,2 1-739,-3 15 1,5 2-3960,9-15 1,1-2 2805,1 21 1,6-11 0,-6-38 0</inkml:trace>
  <inkml:trace contextRef="#ctx0" brushRef="#br0" timeOffset="9532">27539 5900 22576,'-23'-36'79,"-10"16"-35,-2 36 4,7-2 0,-2 0 33,0-1 0,1-1 137,-25 8-61,17-8 28,18-10 381,6-4-275,6-3-73,-1-3-83,6-1-51,2 2-73,0 4-218,0 0 184,3 13 23,2 6 17,4 17-6,-2-4-11,-1 18 11,-3 8 1,-4 2-542,-6 4 547,-1-27 17,-6-4 72,3-13 325,2-4-251,4-5 61,4-13-135,4-6 508,2-10-570,8-8-4,6-2-29,9-2-28,6 5-11,2 9 0,2 9 6,0 20-1,2 13-10,1 17-893,-3 10 786,-10-8-367,-14-10 0,-6 1-977,-15 14 352,-2 9-2761,-23-21 1,-8-4 3806,12-12 0,1-2 0,-6 4 0,3-2 0,1-5 1</inkml:trace>
  <inkml:trace contextRef="#ctx0" brushRef="#br0" timeOffset="9958">27174 5651 18683,'-32'-41'679,"0"-1"1,-14 1 0,-4 14-538,14 25 1,-2 7-801,-21 2 1,-2 5 778,21 2 0,0 2 1,2 1-33,-11 6 1,1 5 1,12-2 0,-1 5 0,-1 3 1,5 0-48,-1 5 1,4 1 0,0 2-382,-8 4 0,-1 3 0,3 4 334,10-1 0,2 5 0,3 0 0,3-7-17,-2 6 1,7 1-44,3-2 0,2 8 0,5 1 0,11-9-111,18-6 0,10-7 1,1 0-312,-8 4 1,0 1-1,9-6 406,7-10 1,9-4 0,3-5 0,-3-3 44,7-4 1,0-5-1,2-2 41,-4-1 0,4 0 0,0-2 0,-3-2 7,-10-1 0,-3-1 0,1-2 0,1-3 66,4-4 1,3-3 0,0-1 0,-2-2-1,-7 1-13,-3 0 0,-5 0 1,3-5 56,2-2 1,6-6-1,1-1 1,-4-2-1,-7 0-38,-4-4 0,-7-1 0,0-4-49,1-1 1,1-3 0,-1-2 0,-5 3-12,-5 1 0,-4 1 0,-3-3 40,-2-4 0,-1-3 0,-4-1 0,-2 4-443,-6-17 0,-7 2 427,1 5 1,-3-2 0,-7 5-10,-5 15 0,-5 5 0,-3 3-78,-4 1 1,-3 4 0,-3 3 51,-4 2 0,-2 3 0,-2 3-29,-3 2 1,-2 2 0,1 2-11,11 2 0,0 1 0,-2 2-297,-2 4 0,-3 1 1,-1 2-1,4 1 321,1 2 0,2 2 0,0-1 0,-20 2 0,5 0 0,24 0 0,1 0 0</inkml:trace>
  <inkml:trace contextRef="#ctx0" brushRef="#br0" timeOffset="10635">29401 5392 15350,'-5'0'5870,"1"-1"-3573,4 1-1950,-59-9-100,49 5-130,-35-11-50,77 2-11,17-3-34,-18 6 1,2 1-9,2 1 0,0 2-3,1 1 1,-2 1-1,18 4-28,-20 7 0,-1 5 6,9 14 14,-12-4 0,-2 3-563,-5 2 0,-2 1 554,9 21 0,-12-6 1,-2 1-225,-6-12 1,-1 1 187,2 13 0,0 0-115,-3-10 1,0-2-779,8 28-1161,2-10-1808,3-10 381,-6-16 3523,-3-7 0,-7-14 0,0-2 0</inkml:trace>
  <inkml:trace contextRef="#ctx0" brushRef="#br0" timeOffset="11149">29627 5809 22509,'23'-46'-107,"-1"-1"1,6 3 0,7 9-21,15 20 1,5 8-920,2-2 1,2-1 672,1 1 1,1-1-444,-17 2 0,2 0 0,-3 0-856,10-4 0,-3-1 549,-4 1 1,-5-2-1819,-10-2 0,-4-3 2227,5-15 714,-2-17 0,-16-9 0,-15 27 0,-4 1 302,-7-21 132,-12 17 0,-6 1 1666,3 12 1,-4 1-1189,-17-8 1,-5 1 266,-4 8 1,-1 5-679,8 3 0,-3 2 253,-6 4 1,-7 2-1,6 1-460,10 2 0,-1 3 12,-3 2 1,-8 2 0,0 3-1,6 1-179,9 4 0,4 1 0,-1 3-81,-2 1 0,-3 2 1,0 2-1,5 2-13,-3 8 1,4 3 0,4 3-25,2 2 0,4 2 1,4 3-14,4 1 0,5 1 1,5 2-5,7-1 1,5 1-1,7-1-5,7 0 0,8-1 0,6-3-228,8 0 0,8-3 0,4-4 197,-4-8 1,3-3 0,2-2 0,2-2-576,5 1 1,3-3 0,1-2 0,0-1 509,-8-3 0,1-2 1,1-1-1,0-1 1,0-1 45,1-1 0,1 0 0,0-2 1,0-1-1,0 0 68,-1-2 1,-1 0 0,1-1-1,-1-1 1,0-2 65,9-3 1,0-1-1,-2-2 1,-3-1 21,3 0 0,-4-1 1,-1-4 161,1-4 1,-1-4 0,-4-4-257,-9-3 1,-4-3 0,-1-2 104,0-2 1,-2-1-1,-3-3-91,0-8 0,-3-3 0,-7-1-8,-8 5 1,-6-1 0,-4 0-11,-5-2 0,-5 1 0,-6 1-141,-6-1 0,-6 3 1,-3 2-121,3 9 1,-2 2 0,-6 2 265,-8 2 0,-8 2 0,0 2 0,9 5 0,5 2 0,2 3 0,-23-6 0,0 1 0</inkml:trace>
  <inkml:trace contextRef="#ctx0" brushRef="#br0" timeOffset="14783">4921 6368 14342,'-46'-1'1490,"0"-1"0,6 0 0,8 1-1014,21-1-481,9 0 128,19 2 39,24 0-103,-5 0 0,4 0-23,13 2 1,4 1-495,-13-1 0,3 0 0,1 0 471,5 2 0,0 0 1,2 0-599,5 0 1,0 0-1,2-1 590,-13 0 1,1-1 0,1 1 0,0-1-2,4 0 0,1-1 0,0 1 0,1-1-575,2 0 1,1-1 0,0 1 0,1-1 563,-1 1 0,2-1 0,-2 0 0,1 0 11,-3 0 0,0 0 0,0 0 1,-2-1-238,-3 1 1,-2-1 0,0 0-1,-2 0 246,12 0 0,-3-1 1,0 0-7,-7-1 1,-1 1-1,-1-1 2,-4 1 1,-2-1-1,0 1 349,14-1 1,-2 0-342,-6 1 0,-3 0 8,-7 0 0,-3 0 20,24-1 1981,-14 0-2322,-20 1-3037,-9 1-5029,-15-1 8362,-2 2 0,-2 0 0</inkml:trace>
  <inkml:trace contextRef="#ctx0" brushRef="#br0" timeOffset="18667">5481 6443 8125,'-8'-4'5136,"2"1"-4408,6 3 1502,0 0-1743,-49-30-313,37 22-135,-36-22-106,48 30-309,0 0 908,8 4 157,9 2-39,23 2-387,1-1-28,6-2 1,5-1-833,-9 0 0,2-2 639,-1 1 1,3 1 0,-1-2-4,-3 1 0,-1-1 1,0-1-20,3 1 1,0 0 0,0 0-18,2-1 1,0 1 0,0-1 3,1 1 1,0-1-1,-1 0-466,2 0 1,-1-1 0,1 1 478,-1-1 1,1 1 0,0-1-6,1 0 0,-1 0 0,1 0-8,1-1 1,0 1-1,-1-1 0,1 0 1,0 0 0,0 0 1,-2 0 0,1-1 1,-1 1-9,-2 0 1,-1 0 0,0 0-8,18 0 1,-1 0-360,-6 0 1,-1 1 372,-5 1 0,-1 0 0,-4-1 1,-1 2-211,-3-1 0,-1 1 233,-2 0 0,-1-1 408,-3 1 1,-2-1-277,25 0 49,-12-4 7,-11 0 1304,-6-3-1439,-8 1 441,-6 1-6199,-5 2 5674,-3 1 0,-4 1 0,-1 0 0</inkml:trace>
  <inkml:trace contextRef="#ctx0" brushRef="#br0" timeOffset="24338">2755 1057 22024,'-33'24'1244,"1"-1"1,1-1-1,2-3-326,-6-2-756,6-3-3,-10 4-39,-9 3-99,8-4 120,2-1 0,2-2 470,2-2-910,0 2 1,1-1-339,5-2 22,-3 3-48,21-9 207,7-1 37,3-2-633,1 5-108,1-3 533,6 10-120,-2-7 3,8 16 9,-7-3 22,3 13 105,-5 2 662,0 7 313,-2 9-35,-1-19 1,0 0-138,1 23 324,-1-1 1,-1 2-956,0-13 1,-1 2 670,-1-3 0,0 3 0,0-1 117,-2 11 0,0-1-1438,-1 0 0,-1-2 1229,2-13 1,0 2 130,-1 17 1,0-1-312,2-16 1,0-1 236,0 19 0,-1 1-46,2-12 1,0-1-61,0-1 0,1-1-61,2-3 0,1-2-15,1-4 0,2-2-234,16 23-161,7-12-175,13-11 96,10-11 322,-20-14 0,2-3 127,4-2 1,3-1-488,4-1 1,2-2 550,8 1 1,-3-2 0,7 1 0,-4 0-1</inkml:trace>
  <inkml:trace contextRef="#ctx0" brushRef="#br0" timeOffset="33767">3065 4139 18643,'5'0'1382,"25"-1"-1305,10 1 0,7-1-1367,10-1 0,4 0 1318,-16 0 1,2-1 0,1 1-12,4-1 1,0 0 0,0-1-11,1 1 1,0 0-1,0 0-1,-2 0 0,1 0 0,-1 0 13,-3 0 0,-1 0 0,-1 0-7,18-2 1,-3 1 34,-2-1 1,-4 0 50,-21 2 1,-3-1 1468,15-4-1508,-48 5-235,-14 0 24,-34 3 134,16 0 0,-3 1-350,-15 1 1,-4 1 366,14-1 1,-1 1-1,-2 0-131,-3 0 1,-1 1-1,-1 0 151,-2 0 0,-1 1 0,0-1 11,-1 0 0,0 1 0,0-1 250,1 0 1,0 0-1,1 0-126,4 0 0,-1 0 0,2 0 39,-17 1 0,2 1-314,8-1 0,3 1 329,9-2 0,4 1-67,-17 2-126,26-1 829,25-1-490,25 1-460,26-2 106,-11-2 1,3 0 191,10-1 0,3-1-254,7-1 1,3 0 21,-5-2 0,4 0 1,-4 0 6,5-1 0,0 0-374,-3-1 1,3-1 0,-3 0 240,-1-2-1,-1 1-26,-11 1 0,1 0 1,-1-1-113,0 1 1,-1 0 0,-4 0-1,-5 0 1,-3 2 0,22-4 0</inkml:trace>
  <inkml:trace contextRef="#ctx0" brushRef="#br0" timeOffset="37058">5942 6821 14191,'0'-7'6021,"0"2"-3786,0 5-2313,-11-48-45,8 40 162,-9-26 62,13 80-79,0-6-8,0 10 0,-1 4-303,-1-17 1,-1 2 277,-1 17 0,0 1 0,-1-21 0,0 0 8,-2 12 0,0-3-185,0 8 188,2-18 0,1-3 0,-1-1 12,0-9 279,2-14 112,-1-1-213,-3-12-190,-5-5-11,-10-8-17,-8-5 17,1 5 559,-8-5-508,-3 0 209,1-1-193,-2-2-3392,15 6 3375,8 6 51,1-3 179,3 5-51,3 1-89,2 4-129,6 5-314,2 2 3628,0 4-3297,5 7-17,5 11 0,9 7 0,9 8 0,-3-8 5,15 8 1,-14-19 0,2 0-1,2-1 1,0-1 2,1-1 1,-1-1 30,30 2 17,-2-9-11,-3-1 16,-1-7 74,-25-3 77,-10-1-83,-9 1 218,-6 2 348,-4 2-611,-6 0-95,-5 0-6,-16 0 23,-13 0 11,-15 0-12,7 0 12,-14 0 6,5-2-1,1-2 17,-2-3-11,18-5 23,5-2 16,5-5 39,4-2 45,5-1 6,7 3-39,6 5-85,4 7-100,3 5-90,1 3 73,2 6 90,7 8-6,8 11-11,10 6-12,10 1 12,14-4-330,-19-17 1,3-3 275,7-2 1,3-2-213,6-1 0,1-3-827,3-3 1,1-2 1103,6-2 0,-5-2 0,-23 4 0,-3-1 0,24-6 0</inkml:trace>
  <inkml:trace contextRef="#ctx0" brushRef="#br0" timeOffset="38257">5988 8349 15361,'1'-47'2414,"0"-1"1,0 6-1,0 9-1927,-2 22-403,0 7-112,-2 12 56,1 1 6,-1 42-40,3 4-2,-1-21 0,0 2-520,0 8 1,0 0 336,0-6 1,0 2-261,0 10 0,1 1-493,0-3 1,2-2-1449,1-5 0,3-4 2392,15 21 0,-8-30 1,2-12-1</inkml:trace>
  <inkml:trace contextRef="#ctx0" brushRef="#br0" timeOffset="38490">6506 8246 16796,'0'-5'5141,"0"2"-3785,0 3-1311,-10 16-45,5 15-28,-1 3 0,0 3-73,4-2 0,3 1-213,2 7 1,2-1-273,2-9 1,2-3-1285,20 25 334,-3-17-8295,17-3 9254,-25-23 1,7 2 0,-21-13-1</inkml:trace>
  <inkml:trace contextRef="#ctx0" brushRef="#br0" timeOffset="38783">6427 8568 20520,'-38'-10'381,"0"0"0,-1 0 0,16 3-275,30 7 90,11 0-22,24 0-112,2-2 8,6-2 0,4-2-617,-14 1 0,-1-1 620,19-3 0,-2 1 109,-23 2 0,-1 0-68,4-1 1,-4 0-42,-3 2 145,17-5-117,-33 8-67,1 0 780,-10 1-1447,-3 1-365,1-1 998,7 0 0,-5 0 0,3 0 0</inkml:trace>
  <inkml:trace contextRef="#ctx0" brushRef="#br0" timeOffset="41908">7584 8633 11712,'0'-2'7267,"0"-1"-5341,0 3-2341,4-18 317,-2 19 156,5-6-28,-2 29 12,1 11-124,-3 6 7,0-6 79,-4 12 108,-2-20 45,-1 6 229,0-19 589,1-7 470,2-5-1086,-2-14-29,0-5 79,-5-30-252,1 2-101,1-4 39,2-12-78,7 21-29,4-13-32,8 21-29,7 7 17,8 10 11,5 6 6,6 9 5,1 10 6,-3 10-22,-5 10 27,-12-3-16,-3 16 28,-14-12 11,0 10 22,-10-13 79,-1-10 129,1-9-12,1-7-145,3-6 123,-1-15-50,2-6-3314,4-24 3213,1 16 22,10-12-28,0 20-44,2 3-46,13 0 18,-3 13-23,16-1 22,-11 8 3342,10 9-3544,1 13-27,1 5-118,6 11-106,-12-3-95,0-2-101,2-3-68,1-7 73,1-9 387,-8-6-331,18-19 538,-15-4 179,15-14 90,-15-1 129,-10-2 134,-7 2 117,-10 4 242,-7 5-644,-4 10 5,-8 3-107,-5 7-27,-9 2-17,-6 10-6,-3 6-22,6 4-62,-4 26 56,20-23-28,-3 24 40,20-24 22,7 2 27,12-5 119,16-9-79,-13-8 145,14-12 57,-21-7 39,4-11-17,-8-5-11,-6-5 11,-5 0-28,-4 4 6,-2 6-68,-1 11-151,0 7-207,-2 7-56,0 6 124,0 10 32,-2 14-122,3 16 27,-1-2-235,3-6 1,3 2-460,6 16 311,-1-16 0,3-1-804,23 12-1294,8-14-4705,9-18 6829,-8-9 0,-16-7 0,-12 0 0</inkml:trace>
  <inkml:trace contextRef="#ctx0" brushRef="#br0" timeOffset="42258">9374 8523 21887,'-17'-4'112,"-1"9"-112,0 35-23,0 2-66,1 2-152,-1-1-106,-1-3 111,-3-7 203,-3-12 100,-1-10 84,-1-16 90,2-11 61,2-13 108,4-8 144,6-2 113,6 3-12,5 9-218,1 9-359,2 9-179,3 5 29,9 8 55,11 8-17,16 10-151,11 12 1,-6-5-469,-7-6 1,0 0-2630,19 5 3282,-12-8 0,-2-2 0,-2-3 0,-5-6 0</inkml:trace>
  <inkml:trace contextRef="#ctx0" brushRef="#br0" timeOffset="42498">9944 8215 26586,'-33'14'-11,"0"-1"0,3 10 0,6 7 8,12 23 0,9 9-798,-1-19 1,1 2 0,0 0 749,1 0 1,1 1 0,2 0-94,1-2 1,2 0-1,2-1-254,6 15 0,7-2-1180,4-18 1,7-2 0,-1-4 1577,8 4 0,0-6 0,-1-3 0,-2-5 0,-2-9 0</inkml:trace>
  <inkml:trace contextRef="#ctx0" brushRef="#br0" timeOffset="44592">8578 4070 8536,'-6'-3'5554,"2"1"-2008,4 2-2171,-12-7-895,9 6-133,-8-6-113,12 7 184,1 0 123,-1 0 45,1 0-74,1 1-459,0 1 85,3 0 163,3 2 279,4 0-384,1-2 500,27 0-425,3-2-180,-8 0 1,2-1-154,1-1 0,0 0 233,4 0 1,0-1-44,-10 0 1,2 0 41,15 0 1,-1-1-72,-14 2 0,-1 0-27,15-1 0,0 0-331,-9 0 0,-1 1 303,1-1 1,0-1-7,1 1 0,1 0-6,2 0 1,1-1-15,2 2 0,0-1-12,1 1 1,-1 1-7,0 0 0,-1 0-8,-1 0 0,-2 1 0,-11 0 0,1 1-12,14 1 1,-3 0-40,3 2-20,3 0 1,2 0-101,10 1 86,-18-1 1,1-2 19,-8 0 0,0-1-117,0 0 0,1-1 124,-1 0 1,1 0 147,0 0 1,-1 0 369,20 0-159,-16 0 1,-1 0 166,13 0-380,-15 0 1,0 1-211,19 1 5,-2 0-14,1 2-286,0 0-289,1 0-5,2 0 131,-1 0 295,0 0 156,-3 0 9,0 0-8,-15 0-2,23 1 5,-20-2 60,-11 0 1,1 0-78,18 0 12,2 0 73,-1-2 1,3 0 6,1-1 6,-12 1 25,-12-1 1,0 0-21,14 0 21,-14 0 0,1 0-22,30 0 48,-22 0-11,15 0 11,-19 0 0,11 0-6,1-1 23,-1-1 328,-1 1-345,-2 0 0,-6 1 615,-4 0-615,-7 0 287,-3 0-282,-3 0 1,1-2-6,-5 1 6,16-3-12,-8 1-5,12-1 5,-11 1 12,-6 2 11,-6 0-12,-8 1-27,-4 0-258,-3 0-2862,-5 0 3142,-1 0 0,2 0 0,2 0 0</inkml:trace>
  <inkml:trace contextRef="#ctx0" brushRef="#br0" timeOffset="47041">10598 8711 14617,'-2'-61'2050,"0"0"0,-1 3 0,1 3-1434,0 19 0,1 1-90,-2 3 1,1 1 280,0-21-23,-2 14-644,2 18-96,-1 8-172,1 11 94,2 11 90,-1 14-28,1 26-350,0-16 0,-1 4 319,-1 8 1,-1 3 2,0 4 0,-1 2-3,-1 2 0,0 0-447,0-3 0,0-1 452,2-7 1,0-1-3,0-10 0,2-2 11,-1 11 202,2-21 404,0-13-113,2-17 246,4-11-644,5-16 0,5-14-22,4-9-64,-9 27 0,0-1 486,2 2 0,0 0-433,18-27-73,-10 23 0,10 2-11,-6 19-23,13 2 18,-5 5-52,24 18-44,-18 7 25,-12-1 1,0 2-177,10 23-185,-7 4-197,-4-2-217,-1-4-118,2-10 123,2-11 218,5-11 364,0-18 354,0-11 195,-6-13 186,-6-5 167,-9-1 90,-6 4-17,-4 4-106,-4 10-208,-1 7-224,-1 7-195,0 4-135,1 1 67,2 4 101,3 5 6,5 5 10,7 3 1,8 0 0,8-6 33,3-4 40,1-10-34,-10-1 202,3-20-84,-15 1-29,1-14-5,-10 2-28,-10 1-33,-5 1-18,-9 4-27,-6 8-23,-6 7-16,-4 10-18,-1 14-5,5 13 0,6 17 0,9 11-11,8 11-39,15 1-362,12-2 213,5-29 1,4-4-542,12 9 496,-4-17 0,2-3-400,20-6 87,-11-9 0,1-3 422,-15 0 1,0-2-54,21-10 0,-3-3 205,-8-4 56,-5 1 0,-2-2 185,0-11 184,3-10 98,-23 12 1,-4-1-244,2-8 11,-7-8 269,-11 24-84,-1 4 155,-4-1-385,1 8 436,3 6-682,3 5-39,2 1-68,0 1 129,1 4-5,0-3 11,0 4 5,0-5 863,0 1-902,-1 5 11,0 4-16,0 20-45,0 2-90,4 16 28,1-13-380,11 11-741,6-9-8025,15 14 9275,-8-16 0,-3-8 0,-18-19 0</inkml:trace>
  <inkml:trace contextRef="#ctx0" brushRef="#br0" timeOffset="47240">12216 8349 19938,'-3'-6'3333,"2"0"-2577,1 6-1636,0 0 91,-26-40 267,20 39-2154,-13-3-7155,31 47 9094,0 4 1,-1-20 0,-7-20-1</inkml:trace>
  <inkml:trace contextRef="#ctx0" brushRef="#br0" timeOffset="47674">12778 8591 24430,'2'-38'694,"0"0"1,0-22-684,-40 72 1,-7 11-18,9-3 0,-1 2-283,8-3 1,1 0 237,-2 7 1,2 2-136,-4 25 79,8-4 73,15-9 45,21-20 68,4-14 11,13-8-28,-6-4 128,19-24-89,-19 13 313,1-6 1,0-1-157,0-1-107,9-10-100,-15 17 90,-2 8-130,-2 7-11,2 13-5,3 15 16,-2 5-17,-1 25-17,-13-19 1,-3 1-448,-1 4 1,-3 1 346,-2 8 0,-3 1-169,-3-4 1,-2-1-253,-3 2 1,-1-1-171,-4 1 0,-1-2-37,0-5 1,-2-3-214,2-9 1,-1-5-3490,-12-2 4453,14-24 0,12-5 0,7-2 0</inkml:trace>
  <inkml:trace contextRef="#ctx0" brushRef="#br0" timeOffset="48317">13100 8348 21679,'28'-41'1042,"0"1"0,-3 1 0,-7 15-952,-17 23-23,-1 13 50,-3 17-66,0 4-9,-3 11 0,-3 4-718,1-6 1,-1 1 671,1 0 0,-1 2 1,0 0-8,-3 11 0,1-1-82,2-5 1,2-3 83,1-9 1,3-2-3,3 11 28,3-21 790,7-18-617,-3-12-27,14-18-6,3-11 11,9-16 907,-4 6-907,5-9-17,-2 9-112,-3 6 146,1 7-224,-9 21 27,1 8 29,4 11-45,4 10 17,-6 2 0,13 27 5,-16-15 6,13 15-11,-9-16 22,3-9 17,3-11-11,3-11-23,-6-8 12,20-27 16,-18-7 3,-8-5 1,-4-2-161,-8 15 1,-3-2 142,-3-20 0,-4-1 17,-4 17 1,-3 1 13,-1-8 0,-2 1 3,0 8 0,-1 3 59,-10-14-17,6 21-95,4 15-17,2 11 17,-3 15-29,-5 16 29,2 4 5,5 5 1,1 3-337,5-9 1,1 2 296,-2 18 0,2 1 3,2-18 0,1-1-207,3 17 0,2-2-9,1-2-213,4-2 0,2-3-1354,3-8-1699,9 4-6307,-6-27 8868,-5-9 0,-5-4 0,-6-1 0</inkml:trace>
  <inkml:trace contextRef="#ctx0" brushRef="#br0" timeOffset="48523">13542 8647 19378,'-4'-2'4525,"1"1"-3012,3 1-1351,84-49-38,-24 31-452,-19 0 1,4-3-1,-2 5 367,-3 10 1,-3 4 242,17-3-299,2 3-336,-30 1-1641,3 1 1994,-23 2 0,-5-1 0,-4 1 0</inkml:trace>
  <inkml:trace contextRef="#ctx0" brushRef="#br0" timeOffset="50017">14510 8305 18397,'6'-49'1835,"1"-1"1,-2 7-1,-1 6-1039,-2 8-472,-2 15-318,-1 9 16,-3 17 102,-5 16-12,-9 32-79,9-31 1,0 4-477,-2 12 0,-2 7 0,1-2 465,-1 10 1,0 2-22,2-3 1,-1 3 0,4-2-17,3-13 0,1-1 0,5-1-1502,8 14 0,6-5 1438,-2-14 1,9-6-542,12-7 0,9-5 1,1-4-4297,9-5 1,1-4 4335,9 6 1,-3-4 0,-22-8 0,-7-3 0,-12 0 0</inkml:trace>
  <inkml:trace contextRef="#ctx0" brushRef="#br0" timeOffset="51796">15109 8705 11508,'19'-58'2569,"1"1"0,-2 4 1,-6 9-1512,-15 16-201,-4 2-180,-5-2-273,-3 8-253,-5 8-95,-6 8 17,-12 13-11,-10 13-48,20-4 0,1 4-517,-7 11 1,3 2 505,9-10 0,3 1-9,-5 11 1,4 1-1,7 10 68,11 13-1,9-22 270,31-2-197,-14-29 135,30-1-6,-12-19 51,13-9-366,-3-13 455,-7-8-154,-25 14 0,-2 0-113,3-10 1078,-3-9-962,-12 26-56,-1 0-112,-3 10-107,-1 7-100,-1 4 536,-1 7-407,1 9-6,-1 4-84,0 32-179,1-5-23,-1-12 0,0 1-705,1 26-874,2-4-2364,6-7 4229,6-7 0,-4-20 0,1-9 0</inkml:trace>
  <inkml:trace contextRef="#ctx0" brushRef="#br0" timeOffset="52053">15577 8379 20196,'-3'-52'1403,"0"1"1,1 9 0,-1 5-524,-3 0-309,1 20-279,1 2-360,2 8 35,1 9 33,5 10 5,8 16-1130,4 8 0,4 9 0,-2-3 1114,-3-4 0,1 1-4,2 7 0,2 3 0,-4-1-660,-4 3 0,-5-3 588,-2-11 0,-1 1-439,-1 3 0,-1 3 0,-3-2-715,-7 7 1,-5-1 1039,0-5 0,-1 1 0,-1-5 0,1-3 0,0-5 0,-2-3 0,-1 0 0</inkml:trace>
  <inkml:trace contextRef="#ctx0" brushRef="#br0" timeOffset="52687">16430 8904 26116,'15'-52'-78,"-5"25"5,-13 62-538,-5 4 0,-2 5 611,-1-6 0,0-1 0,1-2 0,1-2 0,-7 14 0</inkml:trace>
  <inkml:trace contextRef="#ctx0" brushRef="#br0" timeOffset="56337">16848 8752 14869,'0'-7'5629,"0"2"-5151,-11-23 1,-4-7 1034,1-8-760,-3-13 1,1-1-390,7 4 22,8 11 1,2 2 22,5 2 16,3-13-335,-2 32-180,-3 7 6,-3 18 96,0 3 60,4 41-3458,-2-16 3391,0-3 1,-2 2 19,-2 12 1,-2-1-206,-3 14 174,1-16 1,-2 6-1,-1-5 11,1-7 1,0-1-3,-2 7 0,-1 0-6,4-8 0,0-4 9,1-4-1,0 9 3402,5-27-2830,0-2 53,3-12-451,9-21-157,-1 3-5,14-30 22,2 12-199,-9 15 1,1 0 175,20-21-16,-9 14 0,3 5-11,-8 13-28,20 3 22,-13 8-25,1 10 0,1 4 14,-1 4-17,-2 4 1,-1 2-108,4 11-178,10 15 16,-13-9-55,-2 1-23,-9-15 56,-2-8 588,-3-7-397,12-10 128,-11-3 62,23-20 72,-19 6-33,4-6 140,-12 6 213,-7 7-218,-2 4-169,-2 3-84,-1 6-178,0 0 189,2 5 34,4 2-5,9 4-17,11-2 16,0-3 7,26-4-7,-13-9 29,16-5 5,-24-3 45,-5-8 84,-14-9-67,-2 0 11,-12-6-56,-3 16 61,-16-4-83,-1 13-12,-2-2 6,-15 11-33,12 12 5,-9 7-17,12 14-5,9 9 5,6 8-28,7 2-17,10-1-16,10-6-51,15-5-44,14-8-503,-15-17 1,1-4 569,26 2-37,-2-12 0,1-4 104,-25 3 0,1-2-4,13-5 0,8-2 0,-7-1 51,-8 1 1,-3-2-389,15-4 1,-3-3 479,3-12 96,-19 1 12,-16-1-46,-9-1 12,-9 1 1061,-6-2-1067,-2 5 908,-2 4-931,3 7-38,1 9-62,4 5-40,1 5-16,0 0 0,0 1 22,-2 0-5,0 1 10,-8 1-16,4-1 0,-4 2 0,8-3-5,2 1-835,1-1 834,3 2 1,0-1 16,0 1 0,-1-1 123,0-1-44,1 1-68,-1 0 6,0 0-11,-1 2 22,0 6 29,0 9-7,-5 13-27,-3 15-23,-8 11-20,7-25 1,0 0-23,0 1 1,1-1-77,1 1 1,3-1-471,8 26-824,14-5-1719,14-12-6711,6-13 8831,-9-12 1,-11-11 0,-13-3-1</inkml:trace>
  <inkml:trace contextRef="#ctx0" brushRef="#br0" timeOffset="56539">18586 8271 25567,'-9'7'-2901,"10"14"467,10 9 0,5 2 2434,10 25 0,-8-22 0,-8-15 0</inkml:trace>
  <inkml:trace contextRef="#ctx0" brushRef="#br0" timeOffset="56954">19395 8592 24111,'-37'-26'113,"0"-1"1,0 0 0,-17-8 0,2 11-106,18 27 0,0 7-8,-1 1 0,0 3-6,1 5 1,3 2-6,1 3 0,3 1-23,4 1 1,3 1-75,-9 26 30,16-8 541,19-8-463,14-11 231,18-9-108,10-9 45,6-13-1593,-22-3 0,-1-3 1588,11-8 357,7-13-116,-24 11-57,-1-4-90,-7 6-167,-8 8-101,-4 7 3355,-4 8-3344,-1 14-6,-2 16 6,-6 18 0,2-20 0,-4 2-45,-7 10 0,-3 1-116,5-14 0,-1 0-10,-12 15 0,-3-2-934,6-13 1,-2-1 146,-7 7 0,-3 0-3958,-4-3 1,2-2 4005,-10 6 0,9-13 0,35-23 1</inkml:trace>
  <inkml:trace contextRef="#ctx0" brushRef="#br0" timeOffset="57603">19589 8229 25102,'20'41'138,"1"0"0,-8 12 1,-8 3-123,-13-7 1,-5 0-235,1-2 0,-2 0 201,-1 1 1,1-6 10,1-2 12,-4 18 169,14-40 65,1-5 249,7-11-209,9-13-202,3-4 46,17-19-12,2-5-12,-7 8 1,0 0 209,9-12-206,-10 16 0,-4 5-76,-9 9-28,6-1-28,-16 13 5,3 10 23,7 12 17,14 29-23,-6-10 0,-6-10 1,1 1-3364,12 12 3369,-4-8 16,13 1 46,2-24-40,-5-4 23,18-15-22,-17-15-15,-13 4 0,0-5 14,5-16 1,-2-6-6,-9 7 0,-2-3 0,0 1-111,5-11 0,-2-1 129,-7 9 1,-1-1 0,-3 6 36,0-16 37,-3 17 1,-3 1 192,-8-9-235,2 10 45,-9 11-106,8 20-12,-5 4-22,1 14 249,-5 15-193,-3 22-62,7-7 1,2 2 1396,2-12 0,1 1-1414,0 19 1,2 0-59,2-17 0,1-1-73,3 8 0,1 2-264,5 0 1,2-2-70,8 12-326,-4-26 1,3-4-8991,11-7 8182,-6-3 0,-3-10 0,-17-6 0</inkml:trace>
  <inkml:trace contextRef="#ctx0" brushRef="#br0" timeOffset="57797">20247 8491 25870,'43'-37'-620,"-15"22"1,6 6-25,16 12 0,4 6-1771,3-3 0,1-1-2078,1-1 1,0 0 4492,-9-3 0,-4 1 0,12-2 0,-27 0 0</inkml:trace>
  <inkml:trace contextRef="#ctx0" brushRef="#br0" timeOffset="58020">21329 8035 21411,'0'-4'3831,"0"1"-2610,0 3-510,-72 38-1778,41-8 1100,0-4 1,-6 6 0,8 2-3,10 10 0,6 1-23,-3 0 1,3 3-4,4 0 1,4 5-1,2-3-5,5 2 0,2-1-415,-2 11 0,5-1 328,7-8 1,6-4-867,8 0 1,4-2-3964,0 0 1,2-2 4033,-1-3 1,-1-6 0,4-2-1,-26-25 1</inkml:trace>
  <inkml:trace contextRef="#ctx0" brushRef="#br0" timeOffset="59221">22051 8412 22823,'9'-16'89,"-1"4"-10,-9 14 212,-4 1-112,-2 1 157,-29 7-134,-3-3 50,-18 2-79,17-6 387,2-10-409,24 1 248,-3-23-355,23 7-32,0-8 10,20 7-33,2 9 11,11 3-6,-1 4-11,-1 13-5,-3 6-90,1 23 73,-14-7-12,-4 22 17,-22-13 29,-14 13-258,-1-24 0,-4-1 243,-7 2 1,-5-1 2,-5 1 1,-3-2 13,-2-1 0,0-2 53,3-5 1,3-2 41,7-5 1,4-3 75,-6-6-78,21-9-57,25-8-21,17-1-1,22 0-17,-18 9 1,3 1-278,4 1 1,1 2 262,3 0 1,1 2-296,2 1 0,0 1 143,1 0 1,1 0-126,1 2 1,-2-1 80,-11-1 1,1 0-1007,13 1 1,0-2-1620,13-8 1404,-20 3 1,-1-3-626,12-16 1614,-12-6 1367,-14-3 918,-12-1-795,-9 7 2258,-6-9-1805,-6 12 693,-3-9-1349,-3 11-173,0 8-582,2 5-67,0 10-1,-2 11-4,-4 14-12,3 0 0,-2 30 0,10-12-6,4-13 0,3 1 51,15 16 56,15-9 22,12-13 90,5-12 56,-2-14-5,-6-13-1,-11-14 11,-10-11-39,-10-7-139,-8 7 156,-19-16-135,-5 20-50,-15-11-67,2 19-72,4 11-147,8 7-285,8 7-488,6 10-1371,6 8 2363,12 12 0,-6-13 0,8 1 0</inkml:trace>
  <inkml:trace contextRef="#ctx0" brushRef="#br0" timeOffset="59462">22973 8057 26334,'-9'-42'326,"1"-1"1,-1 2 0,5 17-349,10 36 44,12 26-11,-1-4 1,2 5 4,7 14 1,1 3-747,-6-11 1,1 1-1,-1 2 719,0 3 0,1 1 0,-2 0-21,-2 0 0,-2 2 1,-2-1-87,-3-2 0,-3-1 1,-4 1-393,-6-3 0,-4 1 0,-6-2 510,-11 4 0,-5-1 0,1-6 0,4-3 0,-1-4 0,-9-3 0,0 0 0</inkml:trace>
  <inkml:trace contextRef="#ctx0" brushRef="#br0" timeOffset="64437">12220 9663 15715,'0'-7'6620,"0"2"-6373,0 5-46,0 0-44,-3-20-6,2 35-78,-2-19 67,5 50-17,2-6-22,1 14-20,-3-22 1,1 1 35,-3 21-55,-3-4 201,-9-7-140,4-24 236,-7 6 504,9-18-606,1-3 118,0-16-268,0-11-29,-3-19-44,2 4 16,-1-18-16,4-6-6,-1 10 50,2 15 1,0 3-40,0 13-11,0-7-67,1 25-135,0 2 163,4 26 28,4 6-23,2 14-5,-2-8 0,0-1 11,-1 5 2,-1-1 1,-1 2 0,-3-9 0,0-2-14,0 20 5,1 11 6,-2-45 56,2 5 129,0-22-152,1-11-21,1-14 4,-1-14-10,-1 1 2,-1 5 1,-2-1 19,-4-12-6,-1-14 6,0 27-95,2 16-39,1 10-79,2 9 129,1 11 56,10 25 11,0 9-11,5 6 0,-2 5-11,-3-11-1,-5-14 1,0 1-5,3 20 10,-3-13 28,-2-19 113,-3-18 16,0-5-101,0-10-50,-3-11 0,-2-16 6,-1-11 16,0-8-3402,3-3 3380,0 13-438,1-12 460,0 32 34,-2-13-89,2 30-29,0 0-89,-1 12 72,2 20 91,-1 11-7,1 9-5,0-5 0,0 0-5,1 4 1582,-1-4 1,1 1-1583,0 8 701,0-7-634,0-10 111,0-21 191,0-6-285,-3-19-74,-3 1 1,-2-9-129,-1-4-23,5 18-660,0-7-1418,3 16 2224,1 3 0,0 1 0</inkml:trace>
  <inkml:trace contextRef="#ctx0" brushRef="#br0" timeOffset="65205">11787 10271 22032,'-29'-34'796,"0"0"1,1 0 0,-11-11 0,11 10-679,23 24-112,5 7-6,7 6 5,8 7 6,4 2 12,21 24-23,-9-2 0,-9-9 0,1 2 12,12 21 10,1-1-291,4-1 280,5-3 25,-11-22 1,0-3 8,16 5 5,-9-13 1,1-5-4,-9-6 1,0-4-250,8-2 1,2-3 265,-1-3 1,-2-3 27,-4-1 1,-2-2 24,-5 1 1,-3-1 134,11-16 0,-15 5-39,-13 8-73,-5 8 180,-5 9-342,0 4 468,-1 2-496,0 0-34,-6 7 67,-6 4 28,-12 11-11,-12 6-33,-15 5 7,20-14 1,-2 0-250,-6 2 1,-1-1 265,-4 0 1,-1 0 16,-1-3 1,1-1 8,5-5 0,2-2 2,6-2 1,3-4 41,-16-10-27,13-11-28,6-15 22,2-13-6,2-7 6,6-3 0,6 3-17,7 6 17,3 10-22,2 9 453,2 10-498,-1 9-34,8 8 62,4 10-22,13 11 16,9 14 11,6 9 3,-20-20 1,0 1 7,21 23-10,1-5 33,1-7-12,4-10-36,-13-16 1,0-4-351,16-1 98,-9-8 0,2-3-1296,-8-2 0,0-1 1283,5-3 1,-1 1 0,12-4 0,-22 6 0</inkml:trace>
  <inkml:trace contextRef="#ctx0" brushRef="#br0" timeOffset="66645">15238 8636 12993,'0'-4'4816,"0"0"-2618,0 4-1074,-13-65-816,6 44 58,-3-17 0,-2 1 709,-3 17-481,-3-1-195,-1-2-45,2 5-156,-1 1-290,3 5 152,-5 2-34,-1 6 0,-20 4-35,1 8-10,-10 9 24,16 1 6,7 5 1,2 1-18,1 1 3,2 3 0,2 1 15,7 8-7,1 12-5,6-11 17,11 17 5,11-21 46,13 11-24,0-22 85,27-2-42,-25-13 2,3-2 1,1-3 101,1-5 22,12-5 16,-20-7-33,-5-8-123,-7 1 78,1-14 4,0-10 13,-2-1 61,0-4 6,-8 20-128,-3 11 122,-2 5-145,-2 9-33,0 1-107,0 3 17,0 9 39,0 8 5,0 6 12,-6 37 0,-1-7-15,1-12 1,-1 1 3,1-5 0,0-2-1,-4 20-8,5-17 1,0 0 10,3-2 0,-1-2-13,-1 26 5,2-8 5,2-31 7,0-4-18,1 0 6,0-7 22,1-4 23,-1-4 454,-1-1-415,2-8-96,0-2 12,4-11 0,2-4-5,4-4 10,3-5-16,2 0 22,-4 7 6,3-10 0,-9 11 5,2-10 1,-5 7-18,-2 0-33,-2 0 6,0 0 11,-1 4 22,0 7-22,-1 8 0,1 6-62,0 3-39,-1 1 50,0 4 68,0 0-12,-8 27 6,3-12 6,-11 30-1,4-14-10,-6 12-1,1 1 29,2-3-7,3 2-27,5-18 0,4 1 0,3-19 11,1-1-11,1-5-1,0-4-88,0 0-544,1-5-1306,6-5-603,2-4 2553,8-6 0,-9 10 0,0-1 0</inkml:trace>
  <inkml:trace contextRef="#ctx0" brushRef="#br0" timeOffset="67455">15134 8582 20408,'3'-36'864,"-1"1"1,0 1 0,-1 4-288,1 0-73,-4 1-73,-3 3-263,0 8 196,-9 0-247,3 10-89,-6-1-16,-2 7-7,-4 7-3380,-15 13 3386,10-2-179,-15 18 162,11-4-5,-13 13 11,22-19 0,1 1 0,-1 1 0,2 0-22,-15 26-1,14-13 18,10 12 10,17-21 35,8 9 49,17-17-10,13-7-23,9-6 3317,8-4-3300,-15-9 0,0-3-17,-12 2 0,0-2 7,9-4 1,-4-3 36,-2-6 68,-4-9-84,-18 10 79,4-14 5,-10 7 50,-2-4 23,-3 6 0,-3 7 222,0 7-339,0 4-35,0 4-94,0 1-46,-3 5 29,0 1 5,-7 14 23,-3 12-12,-7 16 12,-1 13 5,10-20 0,1-1-22,-1 19 11,5-20 0,1 0 17,3 8-12,-1 8 1,0-7 5,-4-2-11,1-17 17,-4 3-12,3-15-5,-1 0 0,1-5-5,3-4-6,2-4-1042,2-2-8778,14-1 7913,-6 0 0,7 0 0,-11 0 0</inkml:trace>
  <inkml:trace contextRef="#ctx0" brushRef="#br0" timeOffset="70062">10259 11640 8892,'0'-5'4915,"1"-26"0,0-7-3022,2 13-1157,-1-17 1,1 0 412,2 14 72,0-7-919,-2 14 174,0 2-332,-3 15-77,0 4 178,0 11-103,-3 15-71,-1 4 1,-1 5-22,-1 0 1,0 1-113,-1 3 0,1 2-90,-1 1 1,1 1-372,3-7 1,3 1-973,1 8 0,4 1 780,6-1 0,2-3 0,2 6 1,7-12-1</inkml:trace>
  <inkml:trace contextRef="#ctx0" brushRef="#br0" timeOffset="70296">11089 11452 16874,'2'-6'4822,"0"2"-3071,-2 4-1690,4 77-132,2-31-424,0 8 0,2 1-271,12 2-1354,6-4-1333,-5-14 3453,1-4 0,-18-27 0,0-2 0</inkml:trace>
  <inkml:trace contextRef="#ctx0" brushRef="#br0" timeOffset="70597">10770 11735 15165,'-46'-4'2033,"0"0"1,7 1-1,8 0-1249,13 3-503,13 0 212,10 0 509,28 0-593,22-3-244,-12 0 0,5 0-674,5-3 1,1 0 567,-9 1 0,2-1 19,0-1 1,3 0-1,-4 0-50,-9 2 0,0 0 7,13-3 1,6-1 0,-5 2-319,-12 1 0,-2 1 325,13-3 0,-1 1 37,3 0 21,-17 2-88,-19 3-231,-7 1-4363,-14 1 4882,-3-1 0,2 1 0,-1-2 0</inkml:trace>
  <inkml:trace contextRef="#ctx0" brushRef="#br0" timeOffset="85553">11995 11582 26651,'0'-5'3133,"0"1"-2412,0 4-206,0-42-804,4 38 1561,6-23-1190,6 59-1093,2 15 443,-9-11 0,-3 2 408,-1-5 1,-2 0 55,-1 1 0,-3-2-441,-6 22 775,-4-20-963,-3-1 1536,2-15 590,4-17-540,3-7-1068,-2-29 84,2-1-89,-3-23-214,4 2 83,1 1-171,2 14-112,2 2 46,8 13 1296,0 7-256,16 1 394,3 15-308,14 3-163,6 11-313,5 8-121,-21 1 1,-2 1-199,11 10-45,-13-1 1,-3 0-457,-4 2-275,4 13 174,-17-25 251,-3-7 397,-5-10 62,1-5 101,-1-8-109,-1-2 118,-1-12 102,0-7-92,5-1-70,5-2 9,7 12 49,0 8-101,9 5 75,10 9 11,4 5-16,10 9-46,-5 9 51,-8-1-129,6 10-331,6 2 28,7-3 214,-2-4-149,-17-18 0,-1-4 143,16-6 240,10-3 79,-7-18 196,-12-15-101,-7 6 163,-3-19 336,-25 1-466,-2 14-16,-8-4 96,-16 25-214,5 8 28,-31 3-38,12 15-7,-7 2-3402,1 27 3385,23-16-21,-6 33-6,21-23 22,7 11 17,15-17 11,10-11 17,10-8 3414,5-14-3358,-2-10 79,-5-13 78,-8-8-123,-10 6 257,-1-19-246,-11 24 285,5-23-145,-9 31-101,1-2-151,-4 14-62,-1 5-5,-1 8 55,0 0-94,-4 36 16,3-19-28,-2 23-263,3-10-913,6 13 336,1-8-3975,5-12 1,2-2 4033,-1-8 0,7 3 0,-15-20 0</inkml:trace>
  <inkml:trace contextRef="#ctx0" brushRef="#br0" timeOffset="85897">13749 11524 24676,'-15'-20'73,"-12"24"-118,-2 38-16,-2 2-158,1 0-122,7-10 145,-1-1-236,-17 6 578,20-27 84,-12-1 50,22-28 33,5-17 51,7-12 79,7-5 50,6 4-56,3 11-303,-3 15-22,-1 11-106,7 22-29,-2 0-77,23 25-259,-1-2-55,2 2-4502,-6-8 1,-1-1 4010,-3-3 0,12 7 1,-37-26-1</inkml:trace>
  <inkml:trace contextRef="#ctx0" brushRef="#br0" timeOffset="86320">14187 11527 21821,'13'-46'985,"0"-1"1,0 1 0,4-17 0,-4 6-202,-10 2-201,-2 15-376,-1 17 288,0 12-473,-1 15 70,-1 16-64,-3 26-17,1-10 0,1 2-200,-1-5 1,0 4 171,0 4 1,-1 4-1,1-1-729,1 6 1,3 0 621,0-2 1,3 3 0,3-3-238,9 11 0,9-4-726,9-4 0,9-5-1507,-9-18 1,3-2 0,0-3 2593,17 5 0,-3-4 0,-14-9 0,-4-3 0,6 1 0</inkml:trace>
  <inkml:trace contextRef="#ctx0" brushRef="#br0" timeOffset="91861">14716 11501 18532,'-7'-49'1781,"1"0"0,-1 0 0,2 5-941,1 11-128,-1-2-253,1 12-291,2 11-281,1 7 127,3 28 36,5 9-27,3 29-16,-2-17 0,-1-1-111,-1-12 1,-2 1 105,2 15 1,-2 0-42,-2 12 15,0-24 1,-2 0 19,0 21-3263,0-13 3389,0-21 408,0-9-45,1-20-306,1-10-39,2-17 118,6-16-219,1 13 0,1-1-16,7-14 13,-3 15 0,1 3 3418,7-1-3432,7-3-5,10 10-17,-12 13-28,21 6 11,-9 18 1,16 10-159,-26-1 1,-2 3 59,0 3 0,-1 4-134,-2 4 0,-4 4-606,-1 8 1,-3 2 283,-7-14 0,-1 0-3031,-3 11 1,-2-1 3601,-4-2 0,-1-6 0,0-18 0</inkml:trace>
  <inkml:trace contextRef="#ctx0" brushRef="#br0" timeOffset="93437">15821 11414 19882,'3'-43'1445,"0"0"0,0 4 0,-2 8-1025,-4 21 385,-1 0-719,2 5-84,-4 9 113,-3 18-55,-7 21-30,4-11 0,1 2-231,1-5 0,1 3 221,-4 11 0,3 2-24,3-7 0,2 1-35,-1 8 0,4 2-113,9 4 1,5-2-457,1-12 1,4-3 442,0-2 1,5-4-582,9-7 1,3-6-389,14-4 470,-14-7 0,1-3 23,7-9-416,9-28 1001,-28 11-1187,-2-10 1,-3-1 1561,-6-1 326,0-4 0,-2-2 267,-2-6-458,-3 14 0,0 1-23,0-6 848,-1 0-574,-3 16 195,1 0-766,-2 11 2889,0 5-3006,0 23 438,0 16-444,2 15-11,-2 0-16,2 4 21,-2-12-10,1 7 5,-1-15 22,0-1 62,1-21 230,1 2-1,2-16-234,0-2 44,9-21 0,1-4 28,8-16-5,0 2-29,-1 2-55,-5 13 28,5-2-79,-10 17-17,2 0-33,1 10-17,-2 7 28,2 2-162,10 17-23,-7 3-532,12 21 291,-13-16-957,7 10-572,-3-18-84,6-1 1283,-4-9 67,13-12 1081,-11-12 426,8-9 375,-9-7-510,-8 4 1166,3-17-903,-8 14-173,2-10-117,-7 15-231,-2 9-324,-2 8-157,-1 4 28,-3 10 62,-2 7-12,-2 5-33,-4 27-45,4-12-6,0 18-50,8-15-28,8-6 28,11-8 72,9-9 85,5-8 78,1-14-21,-9-1 195,5-22-73,-13 5-45,4-17-22,-9 5-73,-6 8 44,1-8-105,-5 17-57,0 0-335,-3 11-657,0 9-396,0 0 565,0 3-1764,2 7-7182,3 8 8758,-2-3 1,2-1 0,-5-11-1</inkml:trace>
  <inkml:trace contextRef="#ctx0" brushRef="#br0" timeOffset="94004">17146 11799 25976,'11'4'851,"0"-9"-694,-1-26-84,-3 1 5,-1-2 1,-1-3 5,2-23-329,-1 15 0,-1 0 315,-1 9 0,0 1 137,2-20 131,-2 15-198,-2 15-78,-1 12-107,-1 8 45,-5 24 11,-1 9-22,-9 30 5,8-26 1,-1 2 39,-1 4 1,1 0-47,1 0 1,3 0-6,1-2 1,4-2-1,5-3 0,3-2-175,23 18 125,16-15 22,-18-22 1,1-5 13,3-4 0,0-4 25,20-5 26,-17-8 0,-1-4-4,10-17-164,-15 7 1,-1-3 180,-8-1 1,-4-1-340,-2-4 0,-2-1 356,-3-3 1,-2 0 16,-2 1 0,-2 0 168,-2 4 0,-2 2-34,-4-23 31,-1 17-232,-3 15 348,3 13-348,0 6 740,1 11-740,-1 9 27,-1 16-27,-1 17 0,3-14 0,1 1 0,-1 4 0,0 3-225,1 13 1,1 0-459,1-16 0,1 0-216,2 15 0,4-2-3829,0-19 1,1-2 4108,1 3 1,0-3 0,4 8 0,-7-20 0</inkml:trace>
  <inkml:trace contextRef="#ctx0" brushRef="#br0" timeOffset="94920">17982 11428 12561,'-3'-5'9830,"1"1"-8990,-4-25 0,-2-6-408,5 14-88,-5-18 0,2 3-85,6 24-75,1-1 124,9 7-274,-2 7 16,23 21 1,-3 15-34,7 11-9,-14-12 0,-1 3-304,-3-2 1,-1 4 243,-3 1 0,0 5 0,-2-1-663,1 13 0,-5 1 201,-6-13 1,-2 1-1,-2-4-665,-4-2 0,-4-3 1179,-6 3 0,-1-7 0,2-8 0,-1-2 0</inkml:trace>
  <inkml:trace contextRef="#ctx0" brushRef="#br0" timeOffset="95655">18356 12199 24547,'29'-40'219,"-4"17"-135,-22 52-28,-1 11-101,-3 12-241,-8 7-704,2-27 0,-2 0 990,-4 5 0,0-3 0,-2 5 0,1-4 0</inkml:trace>
  <inkml:trace contextRef="#ctx0" brushRef="#br0" timeOffset="96379">19023 12001 14745,'4'9'8380,"0"-2"-7781,-4-7 712,-1-92-2050,0 53 922,0-1 0,0-7 1,-1 2 135,1 3 0,-1 3-1558,0-2 1,1 1 1330,0 2 1,1 2 237,3-14-106,0 28-134,0 2-141,-2 14-21,0 10 606,3 14-523,6 40-16,-3-9 1409,-1 0 1,-2 2-1402,-4-10 0,-1 0-3,-1 11 0,-1 2 0,-2 7 0,-1-2 0,1-12 0,0-4 2,0-3 1,2-4 9,1 4 66,2-26 163,0-4 11,6-23-230,-1 0 34,13-30 0,3-1-39,-6 16 0,2-2-3,0 2 0,2 1 596,16-18-621,-3 13-11,-4 13-12,-2 11-5,2 15-67,16 20 44,-14-2-148,-3 4 0,-2 1-59,-4 0-134,10 16-2442,-3-5-4666,-2-12 7511,8 4 0,-18-21 0,-6-9 0</inkml:trace>
  <inkml:trace contextRef="#ctx0" brushRef="#br0" timeOffset="97271">19883 11669 22593,'6'-46'1191,"-1"1"0,0 5 0,-3 7-995,-4 19-168,-3 8 6,-4 15-12,-4 13 6,-7 18-20,3-1 1,2 2-141,3-12 0,2 2 93,-7 30 0,4-1-474,4-6 387,3-5 0,4 0-361,15 4 78,-3-23 0,5-1-510,12-5 0,4-5-83,27 1 761,-21-17 0,0-5 229,20-19 113,-14-5 272,-17 0 0,-2-3 388,5-15-651,-10 11 0,-2 0 327,0-10 760,-3-3-558,-7 16 63,0-2-310,-3 11-163,-2 9-268,-2 8 882,0 6-882,3 8 39,1 14 11,4 14-6,1 25-16,-2-6-1705,-4-23 1,0-1 1693,0 5-305,2 6 338,-1-25 118,3 1-90,-2-19-22,2-9 5,6-12 3284,4-10-3166,16-24-6,0 5 31,-14 21 1,0 2-104,5-4-1,0 4-61,-7 14-5,-3 4-40,6 9 0,-4 8 6,4 4-230,9 20 79,-13-14-801,21 27-68,-13-21 183,11 8 109,-4-19 313,-1-10 303,1-13 286,-3-8 469,2-15-335,-11 8 330,5-11-257,-15 20 975,8-10-1105,-11 17-38,3-3-185,-9 12 0,0 8 33,0 1 23,-3 17-12,-1 13-27,0 4-6,1 6 0,10-12 6,2-14 22,16-2 50,9-15 45,4-8 56,7-14 45,-11-12-112,-9 0 168,1-18-123,-14 13-34,1-14-67,-9 14-50,-2 6-124,-1 7-55,-1 7-611,0 5-3070,0 4 3854,2 1 0,-2 1 0,2 2 0</inkml:trace>
  <inkml:trace contextRef="#ctx0" brushRef="#br0" timeOffset="97913">21437 12118 27018,'12'-10'649,"2"-6"-514,-2-6-18,6-13-61,-3 4 8,-1-8 1,0 0-15,-2-1-2,0-3 0,-2-1 69,-4-1 40,-2-8-73,-4 17-21,-1-2-63,-2 20 0,0-2 0,0 14 0,0 4 0,-2 7 0,-8 13 0,-1 4 0,-12 27 0,13-14 0,1 3 0,1 8 0,3 0 0,0-6 0,4-1 0,7 2 0,6-5 0,14 3 0,15 3-18,11-13-10,-7-13 0,-10-11 0,1-4 56,10-9-17,15-12-5,-16-15 22,-5-15-372,-19 19 1,-2-2 346,-1-4 0,-1-1-3,-1-3 0,-2-2 0,-2 1 0,-1-1 0,-1 3 0,-2 1-53,-2 5 0,-1 1 53,1-15 0,-3 18 0,1 14 0,-1 10 0,0 9 701,0 2-701,0 17 115,-1 1-115,0 11 0,-2 6 0,0-6 0,-1 2-379,-2 18 0,-1 3 269,2-7 0,-1 0-890,2 1 1,3-2 106,5-1 0,4-3 111,-2-11 1,4-2 223,12 3 0,0-6 1,-5-8-1,9 4 0</inkml:trace>
  <inkml:trace contextRef="#ctx0" brushRef="#br0" timeOffset="98154">22238 11476 24727,'-1'-6'2946,"1"2"-2353,0 4-565,27 26-28,-10 1-1191,13 24 0,2 9 1177,-14-14 0,-1 3-27,-2-2 0,1 3 0,-3-1-203,-3 13 1,-4-4-91,-3-12 1,-7 0 333,-15 4 0,-8 2 0,4-8 0,-2 4 0,-8-4 0,1 0 0</inkml:trace>
  <inkml:trace contextRef="#ctx0" brushRef="#br0" timeOffset="99078">22513 11347 14863,'0'-5'8129,"0"1"-7636,9-26 1,3-7-660,-4 9 453,3-10 0,-1 2 1094,-6 17-1276,-3 13 183,3 10 66,9 18-186,11 23-177,-7-14 1,2 3-510,3 7 1,2 3 462,1 5 0,1 3-27,-1 2 0,0 2-3,0 2 0,-2 1-50,-2 1 1,-3 0-149,-4 1 0,-5 0-312,-8 1 1,-8-1-775,-5-20 1,-5-1 0,-2-1 975,-13 12 0,-2-6 1,7-14-1,0-4 0,-9 1 1</inkml:trace>
  <inkml:trace contextRef="#ctx0" brushRef="#br0" timeOffset="102571">16571 13044 15339,'27'-52'2089,"-1"0"0,0 1 1,-8 6-1194,-14 12-296,-5-2-410,-3 14 17,-14 4-173,-5 16 33,-21 15-22,16 0 0,0 5-731,-6 8 0,1 3 711,-1 6 0,1 1-8,2 3 0,4 2-194,4-2 0,5 1 182,5-2 1,5-1 16,6-4 1,6-2-96,21 24 151,21-14 0,-16-26 1,3-5-147,4-4 0,0-4 194,2-6 0,1-5 87,8-10 0,-3-4-141,-13 6 1,-2-3 84,8-13 1,-3-3-27,-15 8 1,-4 0-43,2-9 1,-2-2-17,-5 1 0,-3-1-17,-6 1 0,-2 2-12,-7-18-19,-9 23 1,-6 4-26,-20-1 533,9 11 1,-2 4-565,3 6 0,0 5-115,-31 10-195,8 9-315,11 17 118,16-2-1260,17 1 0,7 4 1798,19 22 0,-11-4 0,15-20 0</inkml:trace>
  <inkml:trace contextRef="#ctx0" brushRef="#br0" timeOffset="102805">17648 13184 23226,'0'-3'2190,"0"0"-2286,0 3 85,-16 57-135,9-14-369,-3 9 0,2 5-1787,8-21 1,2-2 954,-1 1 0,1-2 1347,7 20 0,-5-34 0,0-1 0</inkml:trace>
  <inkml:trace contextRef="#ctx0" brushRef="#br0" timeOffset="103145">18512 13176 21203,'0'-5'3804,"0"0"-3480,0 5-256,-65 18-23,32 9-34,-11 2 0,2 3-22,18 13-12,12-10 1,6-2-3386,11-1 3408,3 3 46,35-13 71,6-15-1179,-12-7 1,1-1 1145,21-7 30,-26-2 1,0-3 104,16-22-68,-8 5 974,-19-2 0,-6-2-979,-10-12-102,-4-10-21,-24 5-222,-2 27 0,-4 3-355,-17-15 554,3 14 0,2 6 0,15 7 0,-11 0 0</inkml:trace>
  <inkml:trace contextRef="#ctx0" brushRef="#br0" timeOffset="107924">17657 13421 12242,'-3'0'6598,"1"-1"-3574,2 1-2659,-18-8-158,14 6-84,-14-5 124,18 7 386,-1 0-23,-3 1-442,0-1 129,-9 3 168,-5-3-79,1 1-167,1-1 128,11 0-128,3-9-113,2-5-39,6-19-33,-3 11-1,6-8 85,0 8-23,-1 4-5,3-3-62,-2 10-28,3 1 5,1 5-5,12-1-11,-4 4 0,8 5 11,-8 6 22,-4 10-22,-6-2 0,-3 14 17,-8 9-6,-6 5 1,-9 9-1,-8-6-11,-6-1-67,-4 1-449,-5-3-2859,14-18 1,-1-1 3374,-11 10 0,6-6 0,19-20 0</inkml:trace>
  <inkml:trace contextRef="#ctx0" brushRef="#br0" timeOffset="113932">12877 7537 20392,'17'-46'955,"1"0"1,-3 4 0,-8 8-508,-17 18-173,-8 3-135,-8 6-62,-7 4-39,-5 12-5,-3 9 11,0 15-56,4 12-9,18-12 0,3 1 4,-4 15 4,10-15 1,5-1-11,11 5 11,10 5 33,28-7 0,-10-16 20,-3-10 0,1-4 93,13-8 83,11-8 85,-7-9 49,-10-9-9,-11-6-35,-12-4-56,-8-3-51,-6 2-61,-7 4-50,-3 5-40,-5 5-61,-7-2-56,6 10-387,-8-4-1114,3 12 1568,-12 0 0,14 5 0,-1 2 0</inkml:trace>
  <inkml:trace contextRef="#ctx0" brushRef="#br0" timeOffset="116425">12918 7914 10898,'0'-59'2733,"0"1"0,0 2 1,0 3-1959,0 12 1,0 3-2951,0 2 0,0 3 2719,0-15 1755,-1 5-1588,-1 20 687,-1 2-1393,0 12-195,0 6 111,1 6 3455,-3 12-3292,-8 32-70,6-18 0,-1 3-9,-4 14 1,1 1-406,1-2 1,1 0 399,1-10 0,1 1-3,0 10 0,1-3 3,0-4 0,0 17 521,5-40-152,0-4 226,1-13-455,0-5-90,0-17 1,1-28-18,-1-10-130,0 19 1,0 0 113,-1 3 0,0-1-20,-1-6 0,-1 2 3,-1-16 17,0 24 0,1 4 0,0 8-12,-1-2-128,2 18-162,0 3 128,1 15 174,1 4 11,4 42-34,0 2 6,-1-22 0,0 2-9,0 16 1,0-2-3,0 5 2,0 0 1,0 0 994,2-8-974,1 8 178,-2-37 12,-2-12 374,-1-15-503,0-11-56,-1-6 0,-1-7 0,0-3 11,-1-27-302,0 15 1,1-2 281,0 4 0,1 2-11,0 10 1,1-1-1,3-9 0,0 3-49,4-3 52,3-7-72,-6 31-119,-3 11 107,-1 8 34,5 21 615,-1-2-557,2 15 1,-1 6-6,-2-9 0,-1 2-1669,1 17 1,-1 1 1659,-2-16 1,1 0-1,0 14 1,1-1-274,2 6 273,-2-19 1,1-4 78,2-3 39,-3-17 252,-1-9-146,-1-16-178,4-32-29,-1 15 0,-1-3 1337,3-15 0,-1-2-1351,1-2 1,0 1 7,-1 9 1,0 0-4,2-20 1,1 2 3,-3 24 0,0 2 2,2-12 0,-1 2-8,-1 4 267,-3 21-469,-2 14 107,-2 17 106,-3 17 0,-5 24-3,3-18 1,0 2-495,-1 6 0,-1 0 478,2-9 0,1 2-1,-3 14 1,1-1 173,2 13-168,2-21 0,1-3 3,3 4 129,1-20 22,0-14 269,1-14 610,-2-13-1019,1-6 0,-1-24 0,0 16 1,0-2-10,0-1 1,0-2-3,-1-6 0,1 1 0,-2-18 23,-2 15 383,1 18-484,0 15-124,0 8 23,-1 11 151,-2 9 33,-3 19-16,-4 18 5,6-20 1,1 3 5,-2 2 0,2 1 0,0 1 0,0 1-251,2-3 0,1 0 234,0-3 0,1-3 0,2 19 57,3-19 178,0-17 28,0-14-162,1-19-67,1-19-6,1-25-6,-1 24 1,-1-3-253,0-5 0,1-2 247,-1-1 0,1-1 2,-1 1 1,1 2 3,-1 4 0,0 3 22,1-22-23,-2 27-106,-3 17-274,0 15 386,-3 35 6,1 11-14,-1-5 0,1 4-6,-1-1 0,1 1-11,0 11 0,0 0-138,0-17 0,1 0 149,0 12 0,0-2 3,1 2 0,0 1 965,1-19-808,0-16-22,-1-9 128,1-15-246,-1-12-6,-3-21-11,-1-16-113,1 23 0,0-1 121,2-2 1,0-1-18,-1 1 1,2 1-159,0 4 0,1 3 172,0-17-44,1 21-168,-2 15-6,1 14 151,0 14 68,1 16 0,2 6-12,-3-2 0,1 3-406,2 20 1,-1 4 405,-2-8 1,-1-2 5,0 1 0,1 0-153,-1-5 1,0-3 140,1-7 1,-1-4 179,1 10 11,0-23 157,0-17-207,-2-21-101,-3-20-5,-2-23-625,2 19 1,1-2 609,0-6 1,1-1-1,1-4 1,0 0 218,1 2 0,-1 0-224,1 7 0,0 2 271,0 8 0,-1 4-246,-1-8-34,1 19-50,-2 14 1293,2 6-1360,-2 8 915,2 13-1262,0 18-2348,6 20 2818,2 2 0,0-18 0,-2-18 0</inkml:trace>
  <inkml:trace contextRef="#ctx0" brushRef="#br0" timeOffset="126492">3853 1636 24164,'53'12'-31,"0"0"1,5 0 0,-2-4 282,-21-6 0,-2-2 47,2 1 1,1-1-32,13 1 1,4-1-54,-7-2 0,3-1 1,-3 0-54,4 1 0,0-1-36,-1-1 1,2 0 0,-7-1 343,7-3 626,-4 1 635,-22 0-1124,-32 4-1493,-20 0 833,-14 3 1,-4 2 58,11 0 0,-1 0-29,-12 1 1,-4 1-28,-8 2 1,1 1 4,21-3 1,-1 0 18,-16 3 0,-8 0 1,6 0-88,7-1 1,1-1 501,4 0 0,-2 0 0,2 0-250,-4-1 0,4 0-89,11-2 0,2 1-21,-30 0-99,25-1-137,0-1-172,20-1 247,19 0-53,10 0 192,26-3 48,-6 1 0,2-1-6,24-2 4,2 1 0,3 0-22,-20 1 0,-2 1 23,9-1 1,2-1 9,9-1 0,-5 1 130,2-1-112,0-2 1,0 0 48,-1-2-82,-20 3 0,-2 1-199,7-2-580,-12 4-372,-13 2 1065,4 1 1,-15 0 0,6 1 0</inkml:trace>
  <inkml:trace contextRef="#ctx0" brushRef="#br0" timeOffset="127008">5638 1685 28378,'-39'-13'-1937,"16"5"1100,44 12 1342,36 1-128,-19-2-127,15-2 0,5 0-54,-18-1 0,2 1-27,20-2 0,1 1-144,-20 0 0,0-1 364,18-1 0,0-1 36,-22 0 0,-1 0-163,14-1 1,-1-1-26,-17 1 1,-4 0 185,17-4-94,-19 4-584,-7 1-484,-13 4 481,1 4 1,-6-2 0,0 1 0</inkml:trace>
  <inkml:trace contextRef="#ctx0" brushRef="#br0" timeOffset="139986">15126 12129 21588,'-43'7'526,"0"0"1,-1 0-1,-15 2 1,8-1-637,15-1 203,13-2 369,26-3-1204,11 0 596,16-1 84,16 0-216,17-3 44,-25 1 0,2-1-473,5-1 1,1 0 500,7-1 1,2 1 34,-13 0 0,0 0 1,2 0 444,5 0 0,1 1 1,2 0-1087,4-1 1,2 1 0,1-1 844,-12 2 0,2-1 0,-1 1 0,1 0 78,3 0 1,0 0-1,0 0 1,1 1-29,2-1 1,0 0 0,0 1 0,0 0-364,0 0 0,0 1 0,-1 0 0,1 0 346,-2 0 1,-1 0-1,1 0 1,-2 0-19,12 1 0,-1 1 1,-2 0-10,-6-1 0,-1 0 1,-4 0-290,6 0 0,-4 0 343,-2 1 1,-4-1 289,4-1 983,-3 1 2092,-25-1-3523,-21-1 1673,-18-2-1831,-21 0 107,-22-2-108,21 2 0,-3 0 168,-11 0 0,-2 0 20,12 1 0,-2-1 0,-1 1-2,-6-1 1,-3 1 0,-1 0-562,9 1 1,0-1 0,-2 1 0,0-1 558,-4 1 1,-1 0 0,0 0 0,-1 0 74,-3 0 0,-1 1 0,0 0 1,0 0-461,-1 0 0,-1 0 0,1 1 1,-1 0 454,2 0 1,-1 0-1,1 1 1,1 0-105,3 0 1,0 0-1,0 1 1,2-1-290,4 1 1,0 0-1,1 0 1,4-1 318,-2 2 1,4-1-1,-2 1 13,-7 1 1,-1 2 0,4-1-11,3 0 1,1 1 437,-16 3 1,2-1-418,25-4 0,2-1 888,-8 2 1,1-2-479,-6 2 1914,-11-1-3298,33-3 1444,22-3-22,14-1-238,24-3 1,7-2-164,-14 3 0,3-1-364,11-2 1,9 0 0,3-1-1,-4 1 390,3 0 1,-2 2 0,4-1-33,-9 0 0,4 0 0,1 0 0,1 0 0,-3 1-17,8-1 1,-1 1 0,-1 0 0,1 1-9,2-1 1,0 0-1,-1 1 1,-2 0-114,5-1 1,-3 1-1,3 0 108,-11 0 0,4 1 1,0-1-1,0 1 1,-4 0-36,13 0 1,-4 0 0,3 0 2,-12 0 0,3 0 0,2 1 0,-2-1 1,-2 1-6,0 0 0,-1 0 1,-1 0-1,-2 1 13,14-1 1,-2 1-1,-4-1 3,7 0 1,-3 0-271,6-2 0,-7 0 1181,-5-1-333,4-2-473,-52 0-903,-28 1 620,-25-1 247,11 4 1,-3 1 323,-7 0 0,-3 1-193,-6 0 0,-2 1-3,-4 0 0,1 2-19,12-2 1,-2 2-31,0 1 1,-4 0 0,3 0 153,-9 2 1,-1-1-665,2 1 0,-4-1 0,0 1 494,5-2 1,0 1-1,-1-1-55,11-1 0,-1 0 0,0 0 0,-1 0-439,-3-1 0,-1 0 1,0 0-1,0 0 415,-2 0 1,0-1-1,0 1 1,0-1-11,1 0 0,0 0 1,0 1-1,1-1-55,4-1 0,0 1 1,0-1-1,2 1 64,-9 0 1,1-1-1,3 1-41,7-1 0,2 0 0,3 0-7,-6 1 1,4-1 922,-13 0-1732,29 0 1719,17 0-522,18 1 2008,2 0-1897,31 0-129,23-1-152,-14-1 0,7-2-649,-11 1 1,4-1-1,2 1 1,-3-1 551,1 0 1,-1 0-1,4-1-53,-5 1 1,4 0-1,3 0 1,0-1-1,-1 1-454,0 0 0,1 0 0,0-1 0,-1 1 0,-2 0 498,6 0 1,-3 0-1,0 0 1,5 0-199,-9 0 1,4 0 0,2 0-1,-1 0 1,-2 0 0,-4 0 120,2 1 0,-5-1 0,0 1 1,2 0-18,8-1 0,1 1 1,1-1-1,-2 0-11,-7 0 1,-1 0 0,-1 1 0,-2-1-20,9-1 1,-3 1 0,-1-1-97,-7 1 1,-3-1-1,1 1-340,18-1 0,-4 0 74,-22 2 1,-1 1-1732,2 0 0,-4 0 2102,-12 3 1,-5-2-1,-11 1 1</inkml:trace>
  <inkml:trace contextRef="#ctx0" brushRef="#br0" timeOffset="143212">8821 4114 22245,'30'7'830,"15"-2"-670,11-4 103,0-2 1,4-1-1931,-12 1 1,1-1 1777,9 0 1,4-1-13,-9 1 1,4 0-1,-7 1-26,-6-1 0,2 1-35,3 0 0,9 0 1,1 1-1,-9-1 152,1 1 1,0-1-123,4 2 0,9 0 0,2 0 0,-6 0-39,-6 0 0,-4 0 0,4 0-476,3 1 0,5 0 1,-1 0-1,-4-1 431,-4 1 0,-3-1 0,3 1 33,4-1 0,5 1 0,0-1 1,-4 0-163,0 0 1,-4 0 0,4 0 86,2 0 0,4 0 1,-1 0-1,-4 1-39,-7-1 0,-3 0 0,2 0 25,-1 1 0,2 0 0,0 0 1,-7 0-79,2 0 0,0 0 60,11 2 0,7 0 0,-5 0-756,-2-1 1,-4 0 789,1 1 0,1-1 112,2-1 0,-3-1 355,-18-3 0,-2 0-139,7 0 1,1 0 833,-7-2 0,-1 0 96,14-2 1814,-20 3-2168,-17 1 3210,-14 2-4049,-9 1 820,-11 2-866,-6 2-91,-2 3-471,3 0-1131,8 2-200,8-3 1007,6 2 0,4-6 0,1 0 0</inkml:trace>
  <inkml:trace contextRef="#ctx0" brushRef="#br0" timeOffset="146087">14947 4140 15971,'-9'-4'199,"2"0"-140,10 4 272,2 0-81,0 0-28,-1 0 156,0 0 29,3 0 88,8 1 205,11 0 31,18 1-154,19 0-321,-22-2 1,2 1-875,9 0 0,1 0 665,-8-1 1,3 1 35,5-1 0,7 1 0,-1-1-42,-11 0 0,-1 0 0,4 0-45,2 0 1,5-1 0,1 0 0,-1 1-2,-3-1 0,0 0 1,0 0-1,0 1-719,6-1 1,0 0 0,0 0 0,2 0 706,-12 0 0,0 0 0,1 1 0,1-1 1,4 1 4,-3 0 0,4 0 1,2 1-1,1-1 0,-1 1 1,-3 0-1,-4-1-519,13 1 1,-6 0-1,-1 0 1,3 1 492,-9-1 1,2 0-1,2 0 1,-1 1-1,-3 0 1,-4 0-320,13 1 1,-7 0 0,1 1 322,-1 0 0,0 0 1,2 0 8,-9-1 1,2 0 0,0 0 0,-2 0-35,10 1 1,-1 0-1,-1-1-14,-5 0 1,-2-1 0,0 0 386,-3-1 0,-1 0 1,-2 0-185,5 0 1,0-1 156,15-2 0,-2-1 8,-26 2 0,-1-1 42,12-2 0,-2 0 2517,0-1-1974,-19 2 1506,-14 1-2022,-9 1-1848,-3 1 1457,-2 2 0,1-2 1,-1 1-1</inkml:trace>
  <inkml:trace contextRef="#ctx0" brushRef="#br0" timeOffset="149987">19723 12537 8332,'-44'0'1536,"-1"0"0,1 0 0,-13 0 1,2 0-958,8 0 1,1 0-344,4 0 0,1 0 122,8 0 0,1 0-33,-24 0 631,16 0-323,19 0-191,4 0-218,10 0-28,26 0 101,15 0-213,-4 0 0,4 0-7,6 0 0,3 0-21,19 0 0,2 0-1467,-2-2 1,1 0 1441,-2 1 0,2-1-3,-16 0 0,1-1 0,3 0-578,-4 0 0,3 0 0,1-1 0,-2 1 557,6 0 1,-1-1-1,6 1-1,-9 0 1,5 1 0,4-1-1,0 0 1,-2 0 0,-5 1-12,4 0 1,-4 1 0,0-1 0,4 1-306,3 0 0,5-1 0,1 1 0,-2 0 0,-5 0 313,-7 0 0,-5 0 0,0 1 0,0-1-58,2 0 1,1 1 0,-1-1 0,-3 1 68,18-2 0,-2 0-1,-11 0 0,1-1 0,-3 1 1,3-1 0,-3 0-6,-4-1 1,-5 1 1192,-3 0-1217,-9 0 1725,-17 2-6094,-2 1 5133,-6 0 0,-3 0 0,1 0 0</inkml:trace>
  <inkml:trace contextRef="#ctx0" brushRef="#br0" timeOffset="154447">12213 12088 13877,'-2'4'708,"0"-1"1157,2-3-6255,-4 7 4341,2-4 0,-2 4 0,3-5 0</inkml:trace>
  <inkml:trace contextRef="#ctx0" brushRef="#br0" timeOffset="186529">14830 7583 20530,'0'-3'3194,"0"1"-3179,0 2 1328,4 17-2127,-13 11 985,-9 28-557,0-21 1,-4 1-326,-4 6 0,-1 0 279,1-3 1,2-3-1,-9 13 1,16-23-1</inkml:trace>
  <inkml:trace contextRef="#ctx0" brushRef="#br1" timeOffset="204659">21809 9372 11424,'-2'-4'6245,"0"1"-3808,2 3-2146,-12-24-151,9 19-67,-9-19 5,13 24 258,3 1 129,7 0-112,12 3-236,2 0 97,34 7-124,-10-1-65,-14-2 0,3 1 34,1 1 0,-2 0 2,15 3 6,8 3 42,-27-7 1,0-1-457,27 7 408,-15-4 1,2 0 27,1 0 1,-1 0-59,-14-4 0,0 1 28,13 3 0,-1 1 41,14 7-58,-22-8 0,0 0-17,-2 1 1,-1 0 2,26 8 5,-7-1-5,-9-3 17,-4-1 6,-4 0-7,-2 0-3231,2 2 3198,-12-5 355,4 4-321,-12-6-11,6 4-1,1 0 23,1 1-5,0-1 3380,-2 0-3392,-2-1-11,-2 0-11,-2 0 5,3 3-10,-7-4 16,3 3 0,-6-6-17,3 4 0,-1-1 28,1 1-5,2 3-29,-5-4 7,3 5 4,-3-4 12,1 6-5,-1-4 38,5 13-16,-3-4 11,7 12-11,0 0 17,5 6 33,4 7-56,-12-22 0,1 3 20,5 11 0,1 1-296,-7-13 0,0 1 270,7 13 1,0 1 2,-8-14 1,0 0-4,4 8 1,-1 2-8,-2-2 0,-1 2 24,0 8 0,-3-1-30,-4-15 0,-1-1 5,1 13 0,-3-2 25,-2 12-25,-1-21 1,-1 1-1,0-2 0,0 1 25,-3 4 1,0-1-12,-2 13-11,0-18 0,-2 0 28,-3 5 0,-5 10-17,0-6-5,-3 5-23,7-16 17,-4 7-17,8-15-11,-3 8 0,-2 9 17,3-10 535,-5 14-518,3-11-18,-2 10 18,0-3-12,3-4-16,2-7 33,2-4-22,0-7 11,1-5 106,-2-4 107,-12 1-146,-10 0-16,-18 3-62,7-4 22,-11 0 45,18-4 17,-1-1 78,8-6-118,12 0 7,-2-8-29,6 2 34,0-2-1,2 2 29,3 3-62,3 4 68,2 0-40,0 2-33,0-1 5,0 0 17,0 0-263,0 1 179,0 7 33,2 0 1,7 22 11,-2-10-23,16 34 6,-3-17 6,6 7-6,11-4 11,-8-22 0,1-1-5,22 12-437,-8-13 1,1-2 435,-10-8 1,1-2-1553,18-1 0,1-1 1544,-18-1 1,0-2 18,19-5 1,-4-2-17,-11-1 36,-2-1 1,-2-1-14,-16 5 38,11-5 558,-29 11-608,1 0 3403,-4 1-3431,-5 1-5,-5 0 22,-34 3 0,8-1-268,-4 1 1,-3 1 267,9 0 0,-2-1 5,-16 2 1,-2 0-6,12-2 0,0-2 8,-8 0 1,3-2-9,-10-8-204,0-10 210,17-10-6,3-9 22,4-7-22,10 9 0,5-6 11,9 14 6,2-6-6,5 13 524,0 7-530,2 10 127,0 3-143,0 8 11,5 6-6,3 13 6,7 13 0,-2-4 0,1-3 0,0 0-5,11 13-170,-6-12 1,3-2 169,25 12 7,-18-25 1,2-3 3,23 6 2,-1-12 1,4-4 2,-13-6 0,2-2-434,-3 0 1,4-2 0,-2-1 433,13-7 0,-4-2 0,-11 2 0,-2-1 25,3-4 1,-1-1-25,-11 1 0,-2 0 22,-1 1 0,-3 0-34,14-11 0,-24 11 0,-11 12 293,-2-1-781,-3 5-877,-2-2 1365,0-1 0,-1 1 0,2 0 0</inkml:trace>
  <inkml:trace contextRef="#ctx0" brushRef="#br1" timeOffset="210968">22226 13294 17031,'4'-43'2253,"0"-1"1,1 1-1,0 6-1777,1 18 308,3-7-105,-4 12-579,-1 4-88,-1 5-35,-3 13 34,1 3 6,2 21-39,-1 12-93,-2-1 0,-1 2-98,-1-14 1,0 3-740,-2 28 0,0-1-544,1-7-2332,3-5 0,3-1 3828,8-6 0,-2-7 0,1-20 0</inkml:trace>
  <inkml:trace contextRef="#ctx0" brushRef="#br1" timeOffset="211176">22889 13155 17020,'0'-7'6055,"0"2"-5535,0 5 208,0 0-700,-12 0-67,5 37-134,-6 2-127,10-4 0,5 3-987,0-4 0,3-2-1099,3 19 1594,8 9 0,-10-39 0,2 6 0</inkml:trace>
  <inkml:trace contextRef="#ctx0" brushRef="#br1" timeOffset="211416">22634 13420 17042,'-2'-4'6139,"0"1"-5293,2 3-807,45-42-11,-3 30-1374,-1-12 0,2 3 1379,10 19 451,4 1-439,-20 1 45,7 0-79,-20 0-56,-3 0-515,-14 0-661,0 1 1221,0 2 0,-4-1 0,0 0 0</inkml:trace>
  <inkml:trace contextRef="#ctx0" brushRef="#br1" timeOffset="214475">23591 13301 10287,'7'8'8043,"-1"0"-6138,-6-8 39,0 0-1765,-11-16-84,5 20 67,-13 5-128,12 14 16,-4 29-44,8-27 0,0 21 27,3-19 23,0 2 101,-1-8 269,0-7 324,0-9-403,-1-3 398,1-20-611,0 6 259,2-39-275,2 23 50,7-32-45,3 15-22,8-10-23,3 5-39,2 11-28,3 10-39,3 11-5,4 8 22,1 10-23,1 9 6,-3 12 17,-4 9-23,-8 8-5,-7 3 17,-9 1 16,-3-4 23,-8-3 0,2-16 55,-2-4 130,3-12 22,1-6-129,3-9 12,14-26-74,-4 10-16,11-14 17,-3 18-12,2 1-5,8-1-17,2 8-39,2 9-23,1 6-22,1 10-73,-5 7-89,-5 7-437,-4 11 312,-8-10-670,4 12-331,-4-16 5,8 2 415,7-8 498,16-9 566,-3-11 34,0-2 335,-5-11 292,-12 1 208,0-8 413,-10-6-1019,-9 10 415,-7-8-599,-4 18 61,-8-5-123,-5 11-34,-18 5-84,10 5-3386,-22 21 3369,28-7-22,-15 22-5,21-11-23,1 6-45,13 1 79,10-13 33,4-5 17,14-11 39,-1-11 3443,10-8-3281,-1-11 281,-1-14-197,-10 3-173,-7 1 107,-7 7-40,-5 9-28,-1 2-67,-2 6-140,-3 6-5,0 3-7,-2 6 1,-1 19-123,-1 6 16,0 8-817,1 14 330,2-25-1686,8 23-7512,16-19 7373,-6-7 0,4-7 1,-17-16-1</inkml:trace>
  <inkml:trace contextRef="#ctx0" brushRef="#br1" timeOffset="214826">25110 13354 24559,'-16'13'207,"4"-3"-235,-20 27-51,9-7-318,-10 16 16,6-12 135,-4 0 212,10-19 135,-4-6 123,7-13 50,-1-9 208,6-23-57,6-2-161,6-1 587,13-1-431,0 19-179,8-6-140,-2 16-62,3 8-16,6 10-23,-2 3-12,13 12-38,-1 1-113,-9-5 1,1 2-566,22 12-289,-23-15 1,0-1-1516,6 2 2532,-2-5 0,-21-9 0,0-1 0</inkml:trace>
  <inkml:trace contextRef="#ctx0" brushRef="#br1" timeOffset="215058">25631 13063 27477,'-2'-43'398,"-1"0"0,3 3 0,-6 13-398,-7 30 0,-7 19 0,-9 24-580,11-10 0,0 4 580,-2 8 0,2 6 0,5-3 0,0 4 0,3-4 0,-2 5 0,3-1 0,3-3 0,1 4 0,5-5-146,8-5 0,3-4-174,-2 0 1,5-1 319,25 7 0,3-8 0,-14-13 0,1-7 0,0-1 0</inkml:trace>
  <inkml:trace contextRef="#ctx0" brushRef="#br1" timeOffset="224759">25971 13218 20397,'-4'-53'1140,"-1"-1"1,1 7 0,1 7-793,3 12 256,1 6-55,0 6 107,1-6-354,0 4-44,0 1-140,-2 7 78,2 0 33,-1 4-173,0 2 6,-1 1-275,0 3 202,0 12 39,1 9-17,2 22-5,-1-4-6,0 22 8,-4-18 0,-2 1-14,0 1 1,0 1-101,-2 3 1,-1-1 108,2-12 0,-1-5-3,0 4 17,-1 0-17,3-12-6,-1 1 0,1-5 18,2-8 199,1-5-211,0-4 851,1-1-784,0-6-61,0 1 27,0-11-22,-1 7 6,0-11-6,0 3 1,0-15-12,4 1-12,3-11 12,8-6 28,6 3-28,1 3 0,0 15 0,-6 13-16,-4 6 16,9 3 0,1 5-12,14 7 12,3 8 12,4 10-7,-2 8 1,-12-4-12,-2 9 6,-9-1-17,-2 2-22,-5 6 45,-6-17-62,-3 7-375,-2-5-2941,0 15 3372,1-12 0,-1-7 0,3-16 0</inkml:trace>
  <inkml:trace contextRef="#ctx0" brushRef="#br1" timeOffset="225110">26683 13117 27006,'1'-47'96,"-3"15"-74,-7 49 6,-15 30-22,6-6-4,5-13 1,1 3-3,2 4 0,2 1-430,-1 25 376,5-17 1,2-1-64,9 8-396,7-16 1,6-3-1174,18 10-482,-9-14 1,1-2 2167,15 5 0,-16-15 0,-15-8 0</inkml:trace>
  <inkml:trace contextRef="#ctx0" brushRef="#br1" timeOffset="225777">27077 13314 14986,'-6'-9'5814,"1"2"-4318,5 7 1371,0 0-2586,-6-8-57,5 6-84,-5-7-45,6 9 1507,0 1-1535,-1-6-33,0-2 10,1-9 18,-2-2-23,2-3-5,0-2 44,0-1 6,0 2 23,0 3 10,0 3 1,1 4-6,0 4-51,-1 4-111,0 3 16,0 7 34,0 7 6,0 14 5,-1 12-16,0 9-63,-1 7-116,0 1-713,0 0-301,2-4-1413,6-6 2611,6-8 0,-3-18 0,0-7 0</inkml:trace>
  <inkml:trace contextRef="#ctx0" brushRef="#br1" timeOffset="226392">27573 13176 25853,'11'-28'694,"-7"5"-643,-19 23 10,-6 0 6,-6 0 1,-2 0-29,1 0 6,5 0-12,4-1-16,6 1 0,1 0 11,2 2-23,0 1 1,-1 5 11,-1 5-12,-1 5 1,0 6 11,1 6 0,0 3-17,0 3 5,4-9 1,-2 10-12,5-16 1,-1 9 10,4-18 6,1 0 129,1-10-28,0-1 219,2-1-57,4-6-167,6-6-91,8-10 1,7-7 11,6-1-17,1 1-11,0 7 0,-6 8-33,-1 7 16,-6 12 11,1 9 6,-9 4 0,1 12-11,-6 0-6,-2 20-22,-11-5 11,-3-2-73,-12-4-61,-3-12 50,-1-3-515,-14-3-404,12-15-3456,-12-14-833,19-4 5320,2-17 0,14 17 0,1 0 0</inkml:trace>
  <inkml:trace contextRef="#ctx0" brushRef="#br1" timeOffset="226643">27539 13127 14432,'1'-3'7976,"1"0"-5305,-2 3-2503,36-24 124,-22 17-101,30-18-51,-28 24-118,-5 0-11,2 1-61,-6 0-191,0 0-532,-1 4-1546,0 4 2319,0 5 0,-2-5 0,-2 0 0</inkml:trace>
  <inkml:trace contextRef="#ctx0" brushRef="#br1" timeOffset="226916">27891 12905 27555,'7'-25'84,"3"13"-45,2 34-5,6 20-3,-3-3 0,-1 1-20,-4-9 0,0 1-342,3 17 1,-2 1 336,-7-14 0,-1-1-15,-1 8 1,-2 1-29,-5-2 1,-4 0-1849,-9 6 1,-5-3 1520,6-13 0,-2-2-1877,-13 12 1,-2-4 1702,-6-2 0,7-7 1,14-15-1</inkml:trace>
  <inkml:trace contextRef="#ctx0" brushRef="#br1" timeOffset="227542">28452 13652 27342,'22'-32'87,"0"-1"0,12-13-87,-37 54 11,-7 20-128,-11 11-130,-3 3-4669,-7 1 1,-3 1 4714,12-17 0,1-1 0,-5 7 0,3-4 1,3-6-1</inkml:trace>
  <inkml:trace contextRef="#ctx0" brushRef="#br1" timeOffset="237455">29158 13131 22229,'-19'-51'784,"-1"1"0,3 9 0,3 2 90,11-13-359,2 18-268,-1-7 324,2 14-358,-1 17-146,1 0-101,-2 9-44,0 2 44,-1 8 62,-6 26-22,-3 14 0,-3 9-287,4-21 1,-1-1 285,1-4 1,-1 1-6,-3 7 0,0 1 14,3-10 0,0 0 8,-3 11 1,1-2-56,-2 7 38,-1 10-5,7-21 6,6-22 128,1 2 118,2-13 269,1-3-347,9-20-152,3-4 6,13-24-17,-5 20 0,1 1 1,9-12-1,-6 14 0,2 2-11,9 1 11,11 0 0,-1 10 550,-12 6-561,13 17-11,-14 9-40,10 18-22,-16-2-344,-12-3 0,-2 2-1611,2 17 2028,-4-11 0,-1-2 0,-2-3 0,0-6 0</inkml:trace>
  <inkml:trace contextRef="#ctx0" brushRef="#br1" timeOffset="237981">29865 13071 17983,'4'-9'2940,"16"-29"1,4-3-2470,-11 18-93,10-18 0,-1 4 20,-18 31-320,0 1-67,-4 7 73,-3 11-22,-1 4-3404,-4 10 3409,-4 9 1,-4 10-1,2-3-67,4-2 0,0 1-244,-4 9 1,-1 7 0,6-7 24,9-6 1,7-4-713,5-1 1,6-2-2148,9-3 1,4-3 3077,1-4 0,0-4 0,13 5 0,-18-14 0</inkml:trace>
  <inkml:trace contextRef="#ctx0" brushRef="#br1" timeOffset="239287">30442 13095 8679,'9'-7'8318,"-1"2"-7394,-8 5 5809,0 0-6464,-1 2-180,-1-1 23,-3 1 11,-3-2 52,-1 0 71,-1 0 174,2 0-297,3 0 152,2 0-35,2-1-66,-1 0-45,-1-1 33,-2-2-67,2 1-55,-1 0-1,3 3 314,1 0-309,4-2 12,9-2-5,29-7-57,-8 3-14,6 1 1,1 0 53,9 1-29,10 0-27,-14 3 5,-15 5 6,7 10 0,-12 8 16,-6 17-5,-12-4-5,-5 21-1,-7-4 0,1-18 1,-1 2-15,-2 3 1,1-1 2,-2 11-34,3 10-33,8-28-296,8 7-298,1-13-807,7-6-1864,2-14 3349,7-11 0,-11 4 0,0-5 0</inkml:trace>
  <inkml:trace contextRef="#ctx0" brushRef="#br1" timeOffset="239495">30629 13355 24951,'-52'-24'218,"32"0"163,42 18-491,13 1 1,5 0-73,-9 3 0,1 0-501,16 0 0,1-1 50,-5 1 0,-1 0-1148,-2-1 0,-1-2 1219,-1-2 0,-2 0 0,3-1 1,-9-2-1</inkml:trace>
  <inkml:trace contextRef="#ctx0" brushRef="#br1" timeOffset="239740">31163 12886 22615,'-4'-6'3837,"1"0"-3120,3 6-443,0 0 180,-30-60-415,23 44-31,-10-19 1,4 10-15,28 65 12,-2-11-483,6 15 0,3 4 471,-1-7 1,1 0-6,6 14 0,1-1-6,-6-10 0,-1-2-50,1 7 0,-4 0-322,-9-12 0,-5 0-810,-5 18 1,-8 0 1198,-8-5 0,-4-4 0,6-11 0,-1-3 0,-17 9 0</inkml:trace>
  <inkml:trace contextRef="#ctx0" brushRef="#br1" timeOffset="240139">31625 12755 22615,'0'-8'2823,"0"1"-1736,0 7-662,0 0-391,21-41-12,3 58-10,27-7-7,-22 30 1,-4 14-688,-5-16 0,1 1 0,-1 2 678,-1 1 0,0 1 1,-1 0-20,-2 0 1,0 1 0,-2-1-304,-2-1 1,-2-1-1,-2 1-242,0 19 0,-4-3-309,-5-12 0,-4-2 377,-8 4 1,-1-9 0,7-19 0,-2-5-1</inkml:trace>
  <inkml:trace contextRef="#ctx0" brushRef="#br1" timeOffset="241713">26349 14616 17798,'12'-48'1399,"0"0"0,1 0 0,2-13 0,-2 9-856,-1 10 431,-4 15-234,-3 9-398,-1 4-303,-3 9-61,-1 12 50,-1 2 22,-3 20 12,-5 12-34,2-10 0,-1 3-200,-1 4 0,-2 3 180,-2 13 1,0 0-15,5-18 1,-1 1 2,0 10 0,1-2 9,3-1-1,0 2 18,4-15 189,0-13 18,1-10 504,0-8-572,0-26-117,1-7-17,1-7 0,0-3 75,2-15-81,0 10 0,1-1 12,-1 16 0,0 1 2,0-5 0,0 0 60,1-19-7,-1 21-72,-4 16-84,1 13-6,-3 14 73,-2 16 11,-3 20-14,2-13 1,0 2 4,0 14 1,0 0-9,1-14 1,1-1-27,0 12 1,2-2 31,0 0-17,1 1 28,1-18 101,1-13-17,0-7 6,-1-5 50,0-7 237,-1-21-348,1-30-29,2 4 3,-1 13 0,3 0 14,3-9 22,2-1-22,-2 21-67,-4 18-6,-3 13 45,-1 13 0,0 4-11,-1 21-6,-1-8-207,1 4 0,-1 5-2333,1-3 1,1 1 1877,-1 2 1,1-2-1,0 15 1,3-34 0</inkml:trace>
  <inkml:trace contextRef="#ctx0" brushRef="#br1" timeOffset="243945">25037 15915 24755,'-1'-50'795,"0"0"0,0 1 1,1 11-634,2 27-16,0-2-197,-1 14 18,-1 8 38,0 3 1,1 24 5,0 12-104,-5-2 1,-2 5-431,0-4 0,-2 2-393,-3 13 0,0-2-243,3-18 0,1-3 1159,1 3 0,1-6 0,3-7 0,1-2 0</inkml:trace>
  <inkml:trace contextRef="#ctx0" brushRef="#br1" timeOffset="244196">25554 15849 26609,'4'27'22,"-1"16"-36,-4-9 0,-1 3-39,0 0 0,0 1-15,-1 0 1,1 0-493,-2 3 0,1-3-1266,0 9-1994,1 10 3820,6-31 0,-2-14 0,2-9 0</inkml:trace>
  <inkml:trace contextRef="#ctx0" brushRef="#br1" timeOffset="244496">25441 16066 25141,'-34'-3'230,"-1"0"0,-18-1 111,87 4-212,8 0-82,-9 1 1,3-1-249,-1-1 1,1-1 225,-1 0 0,-1-1 127,18-3-74,9-4-33,-30 4 28,8-1-1,-24 3 12,-8 3 284,-6 1-945,-1 0-3596,5 0 4173,0 0 0,1 0 0,-2 0 0</inkml:trace>
  <inkml:trace contextRef="#ctx0" brushRef="#br1" timeOffset="255438">12798 12589 6865,'-61'-14'864,"-1"0"1,9 2-1,6-1-1261,9-5 49,14-1 454,9 1 421,7 1 112,4 5-376,2 5 622,16 1-23,13 2-150,25 0-424,-18 3 1,4 1-562,8 0 1,2 2 412,8 0 0,3 0-614,-14 0 1,2 1 0,-2-1 512,12 2 0,3-1 0,-12 0 0,5 1 0,1-1 1,-2 0-5,4 1 1,-2 0-1,4 0-492,-9-1 0,3 0 0,2 1 0,0-1 0,-1 1 476,8 0 1,-1 0 0,1 0 0,0 1 5,-9-2 1,1 0 0,0 0 0,0 0-1,0 1 36,2-1 1,1 0 0,0 0 0,0 0-1,0 0 39,1 0 0,1 0 0,0 0 0,0 0 0,0-1 33,2 1 0,0 0 0,-1-1 1,1 0-1,0 0 24,1 1 1,0-1 0,1 0 0,-1-1 0,0 1-7,1 0 0,0 0 1,0 0-1,0 0 0,0 0-380,0-1 0,1 1 1,0-1-1,0 1 1,-1-1 309,1 1 1,1-1 0,-1 1 0,0-1 0,0 0-215,1 0 0,-1 0 1,1 0-1,-1 0 1,1 0 155,-11 0 0,0 0 1,0-1-1,0 1 0,0 0 1,0-1-75,11 1 1,-1 0 0,1-1 0,-1 1 0,0-1 60,-1 1 0,0-1 0,0 1 1,0-1-1,-1 0-1,0 1 0,-1-1 0,0 0 0,0 0 0,-1 0-3,-1 0 1,-1 0 0,0 0-1,0 0 1,-1 0 2,-3 0 0,0 0 0,0-1 0,-1 1 0,-1 0 6,9 0 1,-1 0-1,-1 0 1,-1-1 0,-6 1 1,0 0 0,-1 0 0,-2 0 215,8 0 1,-1-1 0,-3 2-219,14 0 0,-5 1-23,-12 1 1,-5 1-37,-10 0 1,-5 3 1338,9 7-1390,-18 1 2305,-17 3-2114,-25 1-28,-27 1-45,9-10 1,-7-1 455,-13 0 0,-4-2-456,12-2 1,-2-2-1,-2 0-240,8-1 1,0 0 0,-2-1-1,0 0 219,-6-1 1,0 1-1,-2-1 1,0-1-408,-4 1 0,-1-2 0,-1 1 0,-1-1 373,11 1 1,-1-1 0,0 1-1,0-1 1,-1 0-352,-2 0 1,0-1 0,0 0 0,-1 0 0,0 0 317,-1 0 0,1 0 0,-1 0 0,-2 0 0,-1-1 11,2 0 1,-3 0 0,-2 0 0,1 0 0,2-1-1,3 2-38,6-1 1,2 1 0,2-1 0,-1 1-1,-3-1 93,-4 0 0,-4 0 0,-1-1 0,-1 0 0,3 1 0,5 0-82,-7-1 0,5 0 0,1 1 0,-3 0 101,1-1 0,-2 1 0,-1-1 0,0 0 0,1 1-56,1 0 0,0 0 1,0-1-1,0 1 1,0 0 51,1 0 1,0 1 0,0-1-1,0 0 1,0 1 85,1-1 0,2 1 1,-1 0-1,-1 0 1,-3 0-98,8 1 0,-2 0 0,-2 0 0,0 0 0,0 0 0,2 0 0,3 0-40,-6 0 0,2 1 0,2-1 0,0 1 0,-1 0 35,-5-1 0,-2 1 0,1 0 0,3 0 0,6 0 240,-1 0 1,6 1 0,1 0-249,-15 0 1,3 0 13,3 0 1,1 0 8,-7 0 0,2 0 594,13 1 0,4-1-630,-17 1 385,29 2-890,24-1 3525,27 4-2707,31 0-227,-8-1 1,6-1-377,-6-1 1,4 0 0,2 0 323,-4-1 1,2 0 0,1 0 0,2 0-5,7 0 0,2 0 1,1 0-1,1 0-279,-7 0 1,0-1-1,1 1 1,1-1-1,1 1 277,3-1 1,1 1 0,0-1 0,1 0 0,0 1-317,-8-1 1,0 0-1,1 0 1,0 0-1,0 0 1,1 0 319,1 0 0,0 0 1,1 0-1,0 0 0,0-1 1,0 1-158,1 0 1,0 0 0,0-1 0,0 1-1,2 0 1,2-1 171,-8 1 0,2-1 0,1 0 1,1 0-1,0 1 0,0-1 1,-1 0-1,-1 0-46,3 0 0,-1 1 0,-1-1 0,0 0 0,0 0 0,0 0 0,-1 0 35,0 0 0,-1 0 1,1 0-1,-1 0 1,0 0-1,0 0 1,-1 0-14,0 0 1,-1-1 0,1 1 0,-1 0 0,0 0 0,-1-1 0,-2 1 50,11-1 1,-2 1-1,-1-1 1,1 0 0,3 0-13,-11 0 1,1 0 0,2 0 0,0 0 0,0 0 0,0 0-1,-1 0 14,7 0 0,0 0 0,0 0 1,-1-1-1,-2 1 0,-1 0-53,-3-1 0,-2 1 0,-1 0 0,1-1 0,2 1 66,1 0 0,3-1 1,1 1-1,0-1 0,-3 1 1,-5-1-8,2 1 0,-4 0 0,-1 0 0,3 0-23,1-1 0,3 1 0,1-1 0,-2 1 0,-5 0 236,9 0 0,-6 1 0,-2-1-242,10 0 0,-4 1-141,-13 0 1,-6 0-137,3 0 906,-22 1-2789,-33 3 2129,-7 2 0,3 0 0,2-2 0</inkml:trace>
  <inkml:trace contextRef="#ctx0" brushRef="#br1" timeOffset="267318">26366 15943 20845,'25'-32'2431,"-5"7"-2011,-19 24-285,-1 0 83,-4 5-162,0 1 90,-13 14-23,-7 10-22,-12 14-76,14-12 0,0 2-19,-10 21-6,7-4 0,17-11 11,15-15 34,17 6-17,11-14 33,15-7 1,-12-12 145,11-10 140,-13-9-111,-1-2 187,-15-6 0,-4-2-267,-2 1 54,-4-7 0,-3 0 31,-5 6-168,-3-6-11,-4 16-113,-4 9-727,-15-1 78,2 6-3849,-27 4 4549,11 7 0,6-1 0,12 1 0</inkml:trace>
  <inkml:trace contextRef="#ctx0" brushRef="#br1" timeOffset="269301">27063 12051 17154,'3'-52'1128,"0"-1"0,0 1 0,-1 5 0,1 0 1,-1 14-138,0 13-470,0 8-415,-1 3-252,0 7 46,-2 13 133,-2 14-10,-1 21-15,0-15 0,1 2-224,-1 3 1,1 1 217,1 0 1,0 0 0,1 4 0,1-2-3,1 11 6,3 4 16,-2-35 168,0-3 23,0-9 336,-1-13-510,0-2 6,0-19 431,-1-10-419,-1-18-32,0 22 0,-1-1 14,0-9 1,0-1 7,1 0 1,0 3-26,0 6 1,2 1 139,2-23-95,-1 42-100,1-1-40,-3 15-56,-1 4 96,1 3 38,-2 17-16,-3 33 5,3-24 1,0 2-719,0 10 0,0 0 719,0 16-21,4-27 1,1-3 14,6 10 5,4-2 68,-2-16 89,-4-13-22,-1-20 1317,-2-1-1413,5-25 23,-3-18-34,-3 24 1,0-2-189,-1-7 0,0-1 180,-1 6 0,0 2 19,1-17 57,2 0 50,1 21-112,-2 7-168,0 9-39,-3 16 78,0 13 23,0 3-303,-2 28-773,-2 9 763,0-1 0,0-1 1,-2 1-1,3-19 1,1-1-1</inkml:trace>
  <inkml:trace contextRef="#ctx0" brushRef="#br1" timeOffset="269625">27956 12232 21892,'2'-5'3502,"0"2"-2870,-2 3-598,16-3-23,-20 34-492,5 3-2746,-13 1 1,-6 1 2825,2-5 0,-1-3 0,-5 10 1,6-16-1</inkml:trace>
  <inkml:trace contextRef="#ctx0" brushRef="#br1" timeOffset="272727">30503 14423 19171,'7'-48'1099,"-1"1"0,1 0 0,2-18 0,0 14-303,-2 29-393,-3 9-370,-1 3-94,-4 11 61,-4 16 0,-4 16-23,-4 21-276,6-20 1,0 3 233,1 4 1,2 2-12,0 2 1,2-1 38,1-9 1,0 0-20,-1 10 0,-1-3 61,-10 4 12,-13 10 11,-14-32-11,2-13 0,1-9 0,-1-5 39,-16-8-20,15 0 0,1-3 15,-11-22-1,13-9 34,16-1 51,9 4 38,7 10-55,2 14-146,2 10-39,-1 8 586,0 11-513,0 12 10,1 15 7,6 10-6,10 3 22,18-1-144,-8-28 0,3-2 144,6-4 1,4-3-405,4-3 0,2-3 423,2-3 1,1-3 11,-2-4 1,0-3 29,-3-1 1,-3-1 28,19-8 44,-26 3 1,-3 0-17,2-3-95,5-5-101,-21 11-393,-10 4-957,-4 4-4434,-2 10 5823,0 2 0,0 0 0,0-2 0</inkml:trace>
  <inkml:trace contextRef="#ctx0" brushRef="#br1" timeOffset="273176">30169 15761 22655,'8'-49'1200,"0"0"1,0 4-1,-2 6-982,0 12 1,-1 7-152,-5 16-95,1 3-17,-2 7 40,-3 23 5,1-3-84,-6 36-241,2-1-439,3-19 1,0 3-909,1 2 0,1 3 1032,2 5 0,0-2 0,1 6 0,1-7 0</inkml:trace>
  <inkml:trace contextRef="#ctx0" brushRef="#br1" timeOffset="273416">30758 15712 20492,'2'-6'4257,"0"1"-3344,-2 5-901,17 26-24,-12-5-75,5 16 1,-2 7-295,-7-3 0,-2 0-266,-1 9 0,0 1-770,-1-4 0,-1-4-403,-3 8-5171,-4-7 6180,3-24 1,1-3 0,3-11 0</inkml:trace>
  <inkml:trace contextRef="#ctx0" brushRef="#br1" timeOffset="273584">30618 16003 22498,'-12'-42'614,"-1"0"0,0 4 0,5 9-659,13 19-55,23 4 38,-2 3-103,5 3 0,3 2-292,-3 1 1,1 1-3474,21 2 1,0 1 3220,-11-1 1,-3-1-1,-3-1 1,-5 0-1,-6-2 1</inkml:trace>
  <inkml:trace contextRef="#ctx0" brushRef="#br1" timeOffset="273908">31591 15712 21623,'4'-11'4420,"-2"3"-4196,-2 8 135,0 0-343,-63 42-8,41-16 1,0 2-305,-18 4 0,3 3 268,14 4 0,9 0 11,5 11 0,13-15 1,5 0-24,15 18 80,-4-28 1,4-3 21,21 1 66,0-14 74,-3-15-68,-12-4 264,7-31-303,-21 13 34,-2-11 0,-2-2-73,-5 0-28,-2 1 0,-3-1-179,-8-17-617,-5 3-452,-4 10 1220,-13 19 0,18 18 0,-8 0 0</inkml:trace>
  <inkml:trace contextRef="#ctx0" brushRef="#br1" timeOffset="286721">29392 11953 20870,'3'-56'1000,"0"1"0,0-1 0,0-12 1,0 12-476,3 27-602,-5 24-20,0 1-44,-1 11 123,0 12 12,0 15 17,1 27-16,1-2 5,1-1 5,1-7 1,-1-8-1,-1-4-5,0-7 45,-2-17 28,0-10 269,0-1 84,0-5-219,0-9-123,-1-22-62,1 3 6,0-31 12,1 8-18,0 20 0,1-1 74,1-27-35,-1 20 146,-1 5-257,-1 25-17,0-2-79,-4 26 141,1-1-7,-12 45 12,6-21-8,-1 11 0,1 2-327,1-4 326,3-3 1,2-1 8,5 3 0,2 5 39,1-22 29,0-12 144,-4-14-10,-1-18-174,-1-9-6,-4-25-5,1 19 0,-1-1-530,-1-6 1,0 0 523,2 7 0,-1-1 38,2-15 0,0 2 13,2 2 19,1 9 0,1 1 87,0 9-196,0 6-45,1 12 1094,-2 19-1033,0 3 321,1 28-659,0-9 0,0 3-608,0 3 0,1 3 484,1 14 0,1-2 0,-2-3 0,3-4 0</inkml:trace>
  <inkml:trace contextRef="#ctx0" brushRef="#br1" timeOffset="296154">27915 12341 20985,'18'-8'1132,"-4"2"-1048,-14 7-50,0 0 38,0 1 63,0 2 38,0 3 63,-2 3 111,-2 1 39,-6 1-44,-5-2-197,1-3 242,-14-1-130,8-5 18,-7-3-18,9-4-43,6-5-29,4-3 16,4-3-33,2-2-50,4-1-17,6-4-68,-1 9 6,7-2-11,-4 10-11,6 1-6,6 3-5,7 4-6,5 6 11,0 4-22,-6 5 5,-9 3 23,-9 3 67,-13 11-45,-4-9 23,-17 12-6,-3-11-22,-10 6-23,-2-2-73,-5 2-78,16-12-907,-7 4-5933,17-11 6132,1 0 0,8-6 0,5-3 0</inkml:trace>
  <inkml:trace contextRef="#ctx0" brushRef="#br1" timeOffset="298714">22083 13891 5739,'0'0'0</inkml:trace>
  <inkml:trace contextRef="#ctx0" brushRef="#br1" timeOffset="301951">21189 17252 23114,'-7'-33'-230,"27"3"-2693,14 22 1,9 6 2751,10-2 0,3 2-48,7 0 1,1 2 202,0 3 0,-2 1-284,-8 2 1,-3 2 447,-13 1 1,-5 3-424,-1 14 365,-41 6 27,-37 7 45,-5-12 1,-5-2 746,15-6 1,-2 0-772,0-1 0,-3 0 0,3 0 116,1 0 1,2 1 324,-7 4 0,2 0-489,13-6 0,2 0-1409,1 3 0,5-1 1291,8-5 134,0 5 185,32-17-56,24-9-173,-6 0 0,6-2-101,2-3 1,5-3-1,-1 0 72,-4 1 1,0 0 0,0-1 16,6-3 1,2-2-1,-6 1 3,-3 0 0,-4 0 199,-3-4 0,-5-2 107,-4-17-57,-6-12-22,-23 2 353,-15-1-375,2 20 235,-6 1 2656,13 23-2942,2 0-325,5 7-39,1 5 1933,4 2-1765,6 16 87,10 10-108,1-2 1,3 2 59,10 15-228,-2-5 1,-2-1-82,-7-2-390,-4-3 0,-5 3-4460,-15 17 5177,-8 4 1,-1-21 0,1-16 0</inkml:trace>
  <inkml:trace contextRef="#ctx0" brushRef="#br1" timeOffset="302347">23400 17479 22324,'-3'-60'1196,"-1"0"1,2 12 0,-1 5-452,-4-15-106,1 27-555,2 7-129,1 13 6,2 14 5,1 14 12,1 21-6,5 25-70,-1-11 0,2 2-474,-2-14 1,1 0-110,3 19 1,1 1-1636,-2-19 0,0-1 2316,2 4 0,-1-2 0,3 11 0,-5-25 0</inkml:trace>
  <inkml:trace contextRef="#ctx0" brushRef="#br1" timeOffset="302579">24138 17338 26883,'22'23'-53,"-9"5"0,-2 5-99,-6-2 1,-1 2-34,2 5 1,-1 2-1326,1 9 1,0-2-5409,-1 14 6577,0-21 0,-1-3 1,-2-4-1,0-17 1</inkml:trace>
  <inkml:trace contextRef="#ctx0" brushRef="#br1" timeOffset="302754">24029 17702 17132,'-6'-6'6900,"1"2"-5881,5 4-346,-60-52-298,44 36-350,-19-13 1,10 3-71,30 21-190,36-3 83,-4 4-644,22 0 0,7 1-30,-19 1 0,2 2-1170,-3-1 1,4 1 0,-4-1 1995,5 2 0,-6-1 0,11 0 0,-26 1 0</inkml:trace>
  <inkml:trace contextRef="#ctx0" brushRef="#br1" timeOffset="303113">24985 17474 22677,'-5'0'3198,"1"0"-1398,4 0-1472,-35-63-409,38 34 47,-12-10 0,4 2-19,33 19 541,33 3 564,-12 16-629,-12 3 0,0 3 19,10 12-2463,-16 7 1,-4 3 2253,-3 6-70,-6 10 1,-8 4-202,-14-17 1,-5-1-277,-4 15 0,-5-1-233,-4-9-1,-4-3-305,-15 14 504,16-21 0,3-3-109,4-3 323,1 2 292,38-20 10,27-10-118,-10 2 1,5-1 742,9-2 0,1 0-892,-9 2 0,3 0-2012,0 2 1,4 0 0,-5 2 2110,-3-1 0,-3 2 1,8-1-1,-4 1 1,-10 1-1</inkml:trace>
  <inkml:trace contextRef="#ctx0" brushRef="#br1" timeOffset="305784">25205 17660 18464,'-2'-6'5848,"1"1"-4632,1 5-454,-21-74-219,12 45-353,-3-14 1,-1 3 55,7 25-134,1 7-95,3 5-90,0 3-33,0 9 106,0 3 0,-2 11 16,-3 8 1,0 2-17,-3 11-53,-4 11 0,0 4-279,5-25 0,0 0 326,-3 14 1,0-1 10,-1 5-16,3-5 28,5-23 229,1-5-16,2-10 134,2-16-218,3-13-54,2-18 0,1-7-47,3-15-222,-3 19 0,0-6 1,0 2 184,0-3 1,-1 0 21,1-11 1,1-1 0,-2 5 1,0 3-32,-2 10 0,0 4 0,-1-12 0,-1 26 0,-1 16 0,-2 13 0,-2 15 1172,-1 5-1172,-5 33 0,3-14 0,-1 4-392,0 2 0,0 3 386,1-11 0,0 2 1,1-2-15,-2 11 0,2-3 20,0-5 0,2-2-14,1-8 0,0-3 3,0 9 56,3-16 6,0-18-51,0-11 0,0-19 0,1-25 0,-1 13 0,0-3-341,0-10 0,0-2 341,1-4 0,1-1 0,0 2 0,0 2 0,2 9 0,-1 3 0,3-10 727,-2 20-727,-3 22 0,-1 2 0,0 15 0,1 15 0,0 21-1327,-1-1 1,0 2 1326,-1-12 0,0 0 0,-2 22 0,-2-1-127,-1-18 1,-1-2 126,-1 7 0,-2-2 0,-4 18 0,-2-6 0,10-35 0,0 0 0,5-30 3267,0-21-3267,1-28 0,-2 19 0,2-6-963,3 3 0,1-3 0,1 2 963,-2-3 0,2 0 0,1 5 0,2-3 0,1 4-134,3 2 1,-1 3 133,5-18 0,1 11 0,-15 41 0,3 11 0,15 30 0,-3-5-80,0 5 1,1 2 79,-6-6 0,-1 0 1212,4 10 1,-1 2-1213,-2 0 0,-1-1 0,-1-1 0,-1-3 0,2 20 178,-6-25 0,-1-3-178,-2-1 0,1 4 0,-3-25 227,-5-18-227,-6-14 0,-7-21 0,1-1 0,5 0 0,3-4 0,4 14 0,3-1 138,-2-14 0,2 0-138,4 14 0,1 4 0,4-16 0,-1 18 0,-3 15 0,-2 9 0,0 30 0,0 10 0,0-1 0,-1 4-639,0 3 0,-1 1 639,0-7 0,-2 2 0,-1 9 0,-2-1-11,0-11 0,0 0 11,-3 10 0,1 0 0,-4 12 0,3-12 0,7-31 0,1-13 0,3-29 0,1 3 0,0-7 0,1-7-618,4-12 1,2-4 617,-1-5 0,2-2 0,-3 13 0,2-3 0,-1 3 0,3-10 0,-2 4 369,0 9 1,-2 4-370,3-14 356,-6 28-356,-4 20 0,-1 18 0,-2 18 0,1 6 590,-1-2 0,0 4-590,0 0 0,-1 1 0,0 0 0,0 2 0,-3 12 0,0 2 0,-3-1 0,0 0 0,0 4 0,0-2 0,1-10 0,0-3 0,-1 11 417,7-40-417,0-3 0,2-21 0,0-16 0,0-26 0,0 5 0,1-3 0,0 15 0,0-1-209,1-21 0,0 1 209,0 24 0,0 3 120,-1-4 1,1 2-121,0-9 0,-3 21 0,0 15 0,-4 14 0,-3 16 0,-8 22 0,5-11 0,0 3-411,-3 6 0,0 3 411,-1 4 0,1 0 0,0 0 0,0-1-61,3-4 1,1-2 60,2-8 0,2-3 0,0 11 0,4-20 0,5-21 0,12-38 0,-1 2-401,1-7 0,1-5 401,-3 5 0,-1-2 0,5-13 0,0-2 0,-2 0 0,0 2 0,-1 6 0,-1 3 0,-3 9 0,-1 5 1123,3-9-1123,-7 23 124,-5 13-124,0 12 0,-4 14-762,-1 23 762,1-5 0,0 0 0,-1 6 0,2 5 0</inkml:trace>
  <inkml:trace contextRef="#ctx0" brushRef="#br1" timeOffset="308391">24236 14145 8642,'-49'0'541,"0"-1"1,0 1-1,0-1 1,-1 1-1,3-1 1,3 0-262,-3 0 0,9-1 91,15 0-186,34-1 448,32-2-29,16 0 1,7 0-1654,-15 1 0,4 0 1266,-8 1 0,6 0 0,3 0 0,-3 0-618,8 0 0,0 1 1,3-1 498,-15 1 1,3 0-1,2 0 1,0 0 0,1 0-21,4 0 0,0 0 1,2-1-1,0 1 1,1 0-306,-8 0 0,1 0 0,1 0 0,0 0 0,1 0 0,0 0 291,3 0 1,1-1-1,0 1 1,0 0 0,1-1-1,1 1-185,-7 0 1,0 0 0,0 0 0,1 0-1,0-1 1,1 1 0,0 0 184,2 0 0,0 0 0,0-1 0,1 1 0,0 0 0,1-1 0,0 1-47,-6 0 1,0 0 0,0 1 0,1-1 0,0 0 0,0 0-1,0 1 1,0-1 51,2 0 0,0 1 1,1-1-1,-1 1 1,1-1-1,0 1 0,0-1 1,0 1-12,1 0 0,1 0 0,-1 0 1,1 0-1,-1 0 0,1 0 0,0 0 1,0 0-6,0 0 0,0 1 0,1-1 0,-1 1 1,0-1-1,1 1 0,-1 0 0,0-1-10,0 1 1,1 0-1,-1-1 1,0 1-1,0 0 1,0 0-1,0 0 1,0-1-12,-1 1 0,0 0 0,-1 0 1,1 0-1,0 1 0,-1-1 1,0 0-1,0 0-16,-1 0 1,0 0 0,0 1 0,-1-1 0,1 0 0,-1 0-1,0 1 1,-1-1-8,6 0 1,0 0 0,0 0-1,-1 1 1,0-1 0,0 0-1,-2 0-1,-2 0 1,-1 1 0,0-1 0,-1 0 0,0 1 0,-1-1 0,-1 0-6,4 0 1,-1-1 0,-1 1 0,-1-1 0,-1 0-1,-1 0 25,3 0 0,-2 0 0,-1 0 0,-1-1 1,-3 0-112,18-2 1,-3 0 0,-6 0-647,6-3 0,-8-1 729,-21 2 0,-6 0 0,-3-2 0,-18 5 0</inkml:trace>
  <inkml:trace contextRef="#ctx0" brushRef="#br1" timeOffset="309626">22482 14235 8836,'-6'-3'6038,"1"1"-5226,-35-12 1,-11-1-840,20 9 0,-1 0 406,-13-5 0,-7-1 0,4 2 133,1 6 1,3 2-121,2 0 0,2 1 73,-21 0 14,26 0-725,20 1 336,12 0-51,15 0 112,11 2-112,24-1-1438,-4-1 0,3 0 1387,-11-1 1,-1 0 8,12-2 1,1 0-256,5-1 1,-2 0 240,12-1-6,-4 1 1,-3 1 100,-23 1 51,2 1-112,-38 1-112,-49 6 89,17-1 1,-4 1 559,0 0 1,-5 0-1,0 1-523,-2 1 1,-1 1 0,0-1 28,-2 1 0,0-1 0,1 1 16,3 0 1,0-1-1,2 1 95,-13 2 0,4-1-112,13-2 0,5-1-48,-5 2-56,24-5 213,23-4 90,22-5-129,32-5-110,-16 1 1,5-2-221,-9 3 1,2 0 0,-1-1 191,13-1 1,1 0-138,-1 1 0,4 0 1,-4 2-779,-2 2 1,-2 0 923,-7 1 0,1 0 0,-6 1 0,13 2 0,-29 1 0</inkml:trace>
  <inkml:trace contextRef="#ctx0" brushRef="#br1" timeOffset="312959">19586 7367 21136,'-28'-33'868,"0"1"0,0 0 1,-11-16-1,13 6-672,24 14-39,4 0 33,14 8-167,10 6-1,23-2-19,-17 11 0,3 4-376,6 3 1,1 2 349,4 4 1,-1 2-1,-2 5 1,-2 4-6,-7 4 1,-4 4 10,-8 4 0,-8 3 17,-10 3 0,-9 2-439,-10 3 0,-8 0 439,-7 0 0,-6-1 17,-4-2 0,-1-3-3,3-3 0,0-2-3,7-6 0,3-1 6,-10 10 6,19-14 737,17-7-597,20-7-90,25-3-130,-6-5 1,5-2-1054,15-2 0,3-2-1250,-12 1 0,1-1 1,-1 0 2065,-2 0 0,-1 0 0,-2 1 0,2-1 0,-5 1 0,6-1 0</inkml:trace>
  <inkml:trace contextRef="#ctx0" brushRef="#br1" timeOffset="318716">12767 7699 18016,'-9'-54'1464,"-1"-1"0,1 13 0,3 4-1072,6-9 275,1 12-169,1 3-112,1-3-106,-1 11-134,0 11-135,-2 8-448,0 4 454,1 22 39,1 11-22,0 29-26,-1-27 1,0 2-231,-1 2 0,-1 0 222,0-1 0,0 0-6,0-3 1,-1-2-7,-1 23 24,0-17 44,2-13 218,0-13 785,1-8-924,0-24 381,0-8-466,0-29-33,0 25 0,0-2-304,2-5 1,1-1 288,0-2 1,3 0 14,1 1 0,3 1-9,0 4 1,1 3 13,11-18-44,-8 23-40,-4 14 23,-6 19 33,7 13 1,6 17 5,-3-1 0,-2 5 0,-2-1 0,-1 2-269,0 1 1,-2 0 265,-4-7 0,-2 0-6,0 10 1,-2-1-174,0-9 1,-1 1 178,0 11 0,-1-3 14,-3 6 57,1-21 206,3-16 151,1-9 894,-3-13-1269,-5-13-22,-6-19-17,5 11 1,0-1 18,-1-6 1,1-2-26,0-3 1,1 0-6,2 1 0,0 2 0,2 4 0,2 3 23,-2-16-23,3 21-73,0 16-73,1 10 57,0 15 106,5 16-17,1 23-9,-2-17 1,1 2-205,-1 4 0,0 1 210,-2 2 1,0 1-4,0-3 1,0-1-169,-1-5 0,0-2 168,0 16 46,0-20 88,0-17 7,0-15-102,0-16-10,0-21 10,1-24 32,0 22 0,1-3-54,-1-5 0,1-1 3,0-1 0,0 0 8,0 5 1,0 2 5,1 9 0,-1 2 373,2-9-417,-3 22-113,0 19 112,0 34-140,-1 18-840,1 5 0,-1 3-1175,1-18 1,-1 1 2171,1 19 0,0-5 0,0-18 0,1-2 0</inkml:trace>
  <inkml:trace contextRef="#ctx0" brushRef="#br1" timeOffset="328404">7680 7619 12677,'-12'-43'117,"1"-1"1,-2 7 0,9 8 2402,25 12-2187,19 8 1141,-6 2-1491,0 6 0,-1 4-51,4 11-30,6 5 8,-20 16 93,-24 22 29,-3-26 1,-4 1-99,-6 8 1,-2-2 81,-11 12 26,9-19 0,2-3 50,2-2 270,-3 14 0,15-25 206,8 1-186,9-7-1422,15-9 1247,1-7-68,7-7 1,1-3 89,7-5-471,1-1 1,3-4-12,-8 3 0,-1-2-88,2-1 1,0 1 13,-4 0 0,0 0 356,-2 0 1,-6 4 0,-8 5 0,8-6 0</inkml:trace>
  <inkml:trace contextRef="#ctx0" brushRef="#br1" timeOffset="329946">8190 7004 10081,'-52'5'490,"0"-1"1,0 1 0,-1-1 0,3 0 0,3 0 0,-2 2-1884,-5 3 1,-2 3 0,2 0 1488,7 0 1,1 2 0,-1 0-46,-5 1 1,-2 2 0,-3 1-6,5-1 0,-3 2 1,0 1-1,-1 0 40,-3 2 0,0 0 0,0 2 0,-1 0 35,10-2 1,0 0-1,0 1 1,-1 0 0,1 1-260,-3 2 1,1 0-1,-1 0 1,0 1-1,1 1 385,-2 1 0,1 1 0,0 0 0,0 1 0,1 0 4,0-1 0,1 1 0,0 1 1,1-1-1,0 1-144,4-2 1,-1 1 0,2 0 0,0-1 0,2 1 16,-6 4 1,1 0-1,3 1 1,1-1-52,-6 8 1,3 1 0,5-3-52,-3 5 1,7 2-159,16-7 1,4 5 0,5-3 93,5 3 1,6 0 10,1-4 1,2 3-1,5-3-6,10 9 0,8-6 26,9-2 1,8-5 50,-7-15 1,4-3 0,3-2 137,8-2 0,3-3 0,2-2-197,-6-3 0,1-2 0,2-1 0,1-2-14,7-1 1,1-1-1,1-1 1,1-2-4,-8 0 0,0-1 1,1-1-1,1 0 1,0-2-11,3 0 0,1-1 0,0-1 1,1-1-1,-1-1-64,2-1 0,0-1 0,0-1 0,1 0 0,-2-2 76,-9 2 0,-1-1 1,1-1-1,-1 0 1,0-2-1,-1 1-153,9-5 1,0-2 0,0 0-1,-1-1 1,-2-1 207,-1-1 1,-2 0-1,-1-1 1,0-1-1,0-3-52,-5 1 0,1-2 0,-1-1 0,-1-1 0,-1 1 0,-3 2 71,4-4 1,-3 2 0,-1-1 0,2-3 20,-1-2 1,1-3-1,1-2 1,-2 0 0,-3 3-6,-3 2 0,-4 2 0,0-1 0,3-1-40,-2 1 1,2-1 0,1-2 0,0 1 0,0 1-22,-1 0 1,1 1-1,-1 0 1,0 1-1,-1 0 72,6-6 1,-1 1-1,0 1 1,-4 1-81,5-5 0,-3 1 0,-6 2 310,0-8 0,-14 3-886,-19 13 1,-13 4-1387,-16 9 1,-9 7 1974,-6 4 0,1 5 0,9 2 0,4 3 0,-12 1 0</inkml:trace>
  <inkml:trace contextRef="#ctx0" brushRef="#br1" timeOffset="333456">9496 5959 11402,'-3'-1'6956,"0"0"-4219,3 1-2317,-12-36-409,10 27-418,-10-26 320,12 35-553,0 0 479,3 1-855,-3 1-2373,6 6-4550,3 1 7960,0-1 1,0-3-1,-6-3 1</inkml:trace>
  <inkml:trace contextRef="#ctx0" brushRef="#br1" timeOffset="333939">9694 5912 18516,'24'-54'1993,"0"0"0,-2 1 0,-7 10-2089,-13 29 326,-3-4-628,-7 23 752,-12 16-179,-18 24-822,10-10 1,-1 2 554,3-5 1,-1 2 9,-8 14 1,-1 2 88,7-7 0,2 2-98,2-3 1,-1 4-1,2-3-180,-2 9 1,4-2-526,1 2 0,6-5-608,9 0-8427,34-12 9171,-11-24 1,13 0-1,-23-10 1</inkml:trace>
  <inkml:trace contextRef="#ctx0" brushRef="#br1" timeOffset="334154">10406 5699 23605,'-54'26'512,"19"1"1,1 6-800,2 8 1,2 5-561,6-9 1,0 2-1,1 0 464,-6 13 1,3 0-317,1 0 1,1 0-961,2-5 1,2-1 1637,4-3 1,1-5 0,0 4 0,6-12-1</inkml:trace>
  <inkml:trace contextRef="#ctx0" brushRef="#br1" timeOffset="334829">11082 5930 9107,'-2'-1'5523,"-1"-1"-1304,3 2-3509,21-76-385,5 42-184,-3-13 0,3 2 78,21 17-112,-9 9 4,15 6-63,-15 11-45,15 11-63,-13 12-13,-8 14-26,-10 9 19,-12 7 89,-17-16 1,-3 0-359,-8 12 394,-4-13 1,-3-3 212,-18 6-33,16-17 1,-2 0 53,1-3 0,0-3 285,-25 6 196,4-10-129,9-6-92,10-9-174,12-5-169,9-8-164,11-4 383,16-3-217,16 0-198,2 5 22,-1 9 1,2 1-1,20 2-278,-16 2 0,1 3 276,-8 4 0,0 3 23,-2 1 0,0 2-184,25 14-27,-11 6-22,-15-4-77,-10 16-13,-24-7 91,-15 13-45,-27-5 83,14-19 0,-4-3-91,-5 2 0,-3-2-254,-3 1 1,0 0 6,10-5 1,0 0-107,-6 4 1,6-2 0,10-4 0,-5 4 0</inkml:trace>
  <inkml:trace contextRef="#ctx0" brushRef="#br1" timeOffset="335163">10972 6691 16969,'-54'12'1258,"-1"-1"1,7 0-1,12-3-1039,30-8-158,15-3-44,17-7-67,27-8-43,-13 6 1,2 0-1047,11-3 0,3 1 969,-14 5 0,1 0 1,-2 0 31,10-2 1,0 0-270,-3 2 0,3-1 0,-6 2 99,-11 2 0,0 0-1958,29-3 1,-2 1 2303,-10 7 1,-2-1-1,-29 3 1</inkml:trace>
  <inkml:trace contextRef="#ctx0" brushRef="#br1" timeOffset="335405">11039 6874 16074,'-50'18'562,"0"0"0,6-2 0,11-3-501,23-8 900,12-3-200,17-5-335,22-7-163,4-2 0,3-3-816,-12 4 1,1 0 661,11-5 0,2-1 348,10-5 0,-3 1-365,-26 9 1,1 1 44,27-12 0,-3 2 358,-15 6-506,1 0-69,-14 8-929,-11 4-5841,-6 8 6850,-7 0 0,-2 1 0,-2-3 0</inkml:trace>
  <inkml:trace contextRef="#ctx0" brushRef="#br1" timeOffset="361346">16951 9463 8186,'-48'8'1483,"1"-1"1,0 0-1,-1 0 1,-5 2-1,1-1 1,9-2-1249,-1 0-162,51-5 196,16-2-26,17-3 1,9-1-2004,8-2 0,6-2 1827,-19 3 0,3-1 1,2 0-1,1 0-28,8-1 1,3 0-1,1-1 1,1 0-427,-7 1 1,1 0 0,1 0 0,1 0 0,0 0 391,-6 1 1,1 0-1,1 1 1,0-1 0,0 1-1,1 0-114,2-1 0,0 1 0,1-1 1,1 1-1,1 0 0,2 0 92,-7 1 1,3 0 0,2 1 0,0-1 0,0 0 0,-1 1 0,-2 0 0,-3 0-198,2-1 0,-2 1 1,-3 1-1,1-1 1,1 0-1,3 1 204,-3-1 0,2 1 0,2 0 1,1 0-1,1 0 0,-2 0 1,-1 0-1,-2 0-26,7 0 1,-1 0-1,-2 0 1,0 1 0,-2-1-1,-1 0 47,3 1 1,-2-1 0,-1 1 0,1-1 0,3 1-48,-5 0 1,5-1 0,2 1 0,0-1 0,-3 1 0,-5 0-1,-7 0 161,6 0 1,-8 0-1,4 1-167,9-1 0,5 1 0,0-1 0,-9 1-25,3 1 0,-4 0 720,6 0 0,0 0-651,-9-1 1,-4 0 76,6 1 2483,-11-3-2372,-40 1 1100,-22-2-1228,-32 1-40,8 2 1,-7 0 77,6 0 1,-2 1 0,-3 0-97,5 1 0,-2 0 1,-1 0-1,1 0-639,-7 0 0,0 0 1,-5 1 640,3 0 1,-7 1 0,-2 0-1,1 0 1,3 0-522,-2 1 1,4 0 0,-1 0 0,-4 0 527,6 0 0,-4 0 0,-1 0 0,-2 0 0,1 1 0,3-1-221,6 0 0,2 1 0,0-1 0,0 0 0,1 1 0,-1-1 228,0 1 1,0-1 0,0 0 0,1 1-1,-1-1 1,1 1 4,-10 0 1,0 0 0,1 1 0,-1-1 0,1 0-10,1 1 1,0-1 0,0 1 0,0-1 0,0 0-6,1 1 0,-1-1 0,1 0 1,0 1-1,0-1 1,0 1 0,1-1 1,-1 0-1,0 1 1,-3-1 16,4 1 1,-3-1 0,-1 1 0,1-1 0,2 0 0,3 0-9,-6 1 0,5-1 0,0 0 0,-3 1 24,0-1 1,-3 0 0,-1 1 0,4-1 0,6 0 42,1 0 0,6 0 0,0-1-6,-5 1 0,1 0 0,3 0 346,-2-1 1,8 1-832,7 0 2298,35-4-1727,57-1-115,-11-2 0,6-2 145,0 0 1,5 0 0,3-1-191,-5 0 1,2-1-1,3 0 1,4 0-169,-13 1 1,4 0 0,2 0 0,1 0 0,0 0 0,-2 0 0,-3 0 154,7 0 1,-4 0-1,0 0 1,2 0-1,4-1-215,-8 2 0,4 0 1,3-1-1,1 1 1,0-1-1,0 1 1,-2 0-1,-2 1 210,5-1 1,-2 0 0,-2 1-1,1 0 1,1 0 0,3-1-141,-6 1 1,2 0 0,1 0 0,1 0 0,1 0 0,0 0-1,0 0 1,0 0 135,-1 0 1,2 0 0,-1 1 0,0-1 0,1 0-1,-1 0 1,0 1 0,0-1-35,-2 0 1,0 0 0,1 0 0,-1 0 0,0 1 0,0-1 0,-1 0-1,-1 0 32,5-1 0,-1 1 0,0-1 0,-1 1 0,0-1 0,-1 0 0,-2 0 3,4 0 0,-2-1 0,0 1 0,-2-1 0,0 0 0,-2-1 9,2 0 1,-1 0 0,-2 0-1,-1-1 1,-2 0 59,3-2 1,-2 1 0,-1-2-1,-3 1-56,6-3 0,-2 0 0,-2-1 259,-2 0 0,-1 0 1,-3 1-255,3-2 1,-5 2 36,-4 1 0,-7 2 1643,-6 1-1730,-37 7-61,-35 2 94,2 3 1,-10 1 0,-6 2 30,9-2 0,-4 0 0,-3 1 0,-2 0 1,-1 0-8,4 0 0,-1 0 0,-2 0 0,0 1 0,-2-1 0,-1 1-54,9-1 0,-1-1 0,-1 1 0,-1 0 1,-1 0-1,1 0 0,0 0 0,1 0 57,-6 1 0,1-1 0,0 0 1,0 1-1,0 0 0,0-1 1,0 1-162,-2 1 0,0-1 0,0 0 1,-1 1-1,1 0 0,1-1 1,-1 1 156,2 0 0,0 0 0,1 1 0,-1-1 1,1 0-1,1 1 0,0 0-148,3-1 1,0 0 0,1 1 0,0-1 0,0 1 0,2-1 0,0 1 138,-4 0 1,0 1 0,1-1 0,1 1 0,1-1 0,1 0-1,-4 0 0,0 1 0,2-1 1,0 0-1,2 0 79,-5 0 0,0-1 0,3 0 1,1 0-51,-8-1 1,3-1 0,1-1 91,8-1 0,1-2 1,4 0-21,3-2 1,4 0 1250,-20-3-1482,57-4 83,32-11 86,7 4 0,10-2 0,3-1-32,-7 4 1,3 1 0,1-1 0,1 0-8,5-2 1,1 0 0,1 0 0,3 1-12,-2 2 0,4 0 0,0 1 0,1 1 1,-1 0-6,-5 2 1,0 1-1,0 0 1,1 0-1,2 0-18,-7 2 1,1-1 0,1 0 0,1 0 0,1 1 0,1-1 0,1 1-931,1 1 0,3 0 0,1-1 1,1 2-1,0-1 0,-1 0 1,-2 1-1,-3 0 962,7-1 0,-2 1 0,-2 0 0,-1 0 0,0 0 0,-2 0 0,7 0 0,1 0 0,-2 1 0,-5 0 0,-8 0 0,7 0 0,0 0 0</inkml:trace>
  <inkml:trace contextRef="#ctx0" brushRef="#br1" timeOffset="367762">5105 4071 17314,'-5'-2'2040,"0"0"55,5 2-539,-72-9-921,44 6-516,-13-2 1,4 0-166,24 4-913,10 0 59,3 2 372,15 6 380,-1-3-414,18 9 224,-1-6 119,14 3 41,5-2 160,-18-6 1,0 0 142,10 0 768,10-2-58,-33-2 2054,-4 0-1967,-14-1 111,-10 1-985,-19 1 225,2 0-67,-8 1 0,-3 0 98,-17 1-110,16 0 0,0 0-13,-14 0-234,14-1-562,12 0 540,13 0-1092,7 0 1023,26 0-227,10 0-1846,31 0 2211,-3 0 0,-18 0 0,-16 0 0</inkml:trace>
  <inkml:trace contextRef="#ctx0" brushRef="#br1" timeOffset="369484">22194 14303 16958,'-41'-11'717,"1"0"1,2 1 0,9 2-905,21 6-873,4 0-139,5 0 1429,13-2 131,5 0-354,10-2 0,5-1-266,-3 1 0,2 0-184,15-2 1,3-1 371,-5 1 1,-2 2 10,-2-1 1,-1 1 130,-5 1 1,-4 1 598,15-4 557,-24 3-966,-26-2-539,-9 4-53,-33-3 41,-18 4-117,17 2 1,-4 1 322,-9 1 0,-1 1-221,18 0 0,-1 0 0,0 0 369,-19 2 0,2 1-19,7-1 0,4 0-228,11 0 0,5-1-494,-6 4 408,27-1 594,25-1 524,21-2-765,5 0-28,9-7 0,6-1 104,-11 0 0,1 0-142,0-1 1,3 0 0,-1-1 17,13-2 1,-1 1-1,-1-1 0,-2 1-203,-7 0 0,-2 1 407,-12 1 1,-3 0 886,4-1-663,-37 2-632,-13 3-11,-45 2-333,20 2 0,-5 1 515,5 0 1,-4 0 0,-2 0 33,0 2 1,-4 0 0,1 0 0,3 0-16,0 0 1,2 0-1,-1 0 26,-13 1 1,-3 1 0,8 0-2,12-2 1,5 0-45,-3 1 0,3-2 1033,-2 2-1293,24-4 924,32-3-588,2-1-12,21-2-562,4-4 1,6 0 505,-2-1 1,4 0-5,-2 0 1,4 0-1,0 0 6,5-1 0,0 0 0,-3 1-13,2 0 0,-1 0 5,-9 1 1,2 0 0,-7 1 56,14-1 1307,-5 0-1010,-35 5-376,-33 2-61,-33 5 83,8-1 1,-5 1-391,-12 3 0,-4 0 396,17-2 0,-2 1 1,0 0 49,-1 0 0,0 0 1,1 1-53,3 0 0,1-1 1,2 2-19,-12 2 1,5 1-60,11-2 1,5 1-145,-6 5 111,21-3 174,20-4 44,16-4 777,22-2-864,-10-5 1,3-1-20,9-2 1,1-2-4,7-1 0,0-2 17,1-1 1,2 0-12,7-1 0,-3 1-9,-19 2 1,-3 2-1,8-1 1,-5 1 67,-10 2 140,-5 1 11,-18 3-213,-69 10 6,22-2-454,-16 2 1,-5 2 469,18-3 1,2 0 8,-12 2 0,1 0 479,5 0 0,3-1-513,9-1 1,4 0-37,-3 0-6,19-4 135,27-7-6,19-4-72,29-8-15,-18 4 1,4 0-327,-1 0 0,4-1 1,-3 2 319,5-2 1,-1 1-1,-2 0 0,2 0 0,-5 2-206,-5 0 1,-4 2 217,5-1 0,-3 0 165,11-1-95,-27 4 6,-15 4-141,-13 2 1767,-10 4-2046,-16 6-726,3 0 1,-3 2-8776,-25 12 8713,2-1 1,28-11 0,20-10 0</inkml:trace>
  <inkml:trace contextRef="#ctx0" brushRef="#br1" timeOffset="370368">22223 14384 14533,'1'-4'2515,"0"1"-5350,-1 3 2835,18-38 0,-13 28 0,13-28 0</inkml:trace>
  <inkml:trace contextRef="#ctx0" brushRef="#br1" timeOffset="370910">22847 13222 11004,'0'-3'7791,"0"1"-5209,0 2-2772,-6-23 201,11 25 45,9 0-39,8 32-6,7 18-11,-11 0-28,-6-10-95,-2 9-465,-6 1 185,-1-10-2281,-2 17 634,-1-38 2050,-2 10 0,2-24 0,-3 0 0</inkml:trace>
  <inkml:trace contextRef="#ctx0" brushRef="#br1" timeOffset="371484">22771 13370 18212,'-31'-9'144,"0"-1"0,-3 4 0,4 3 1,13 10-106,-5 1-61,13-4 22,6-3 51,3 0 453,11-1-302,-2 0-62,13 0 28,14-2-84,17-4-42,-5 0 0,2 0-204,-14 1 1,1 0 231,25-4 0,-3 0-8,-11 0 55,-4 2 1,-3 0 268,-15 2 236,2 1-281,-26 3-341,-18 1-11,-18 4 33,-6-1-16,5 2 0,-4 1-428,-8 0 1,-2 0 452,1 0 0,-1 0 11,-4-1 0,4-1 394,-9 0-347,23-3-44,20 0-51,9-1 6,6 0-22,0 0 971,3 0-921,9-3-6,17-4-5,17-5-17,-15 5 0,3 0 2,2-1 1,3 1 3,7 0 0,-1-1-3398,15-1 3397,1 0-33,-27 4-17,-14 2-247,2 0-133,-18 2-4140,-5 7 4565,-4 0 0,2 1 0,-1-2 0</inkml:trace>
  <inkml:trace contextRef="#ctx0" brushRef="#br1" timeOffset="373251">12252 4193 19777,'-27'7'-2932,"7"-1"2934,22 4 0,-1-6 0,3 3 1</inkml:trace>
  <inkml:trace contextRef="#ctx0" brushRef="#br1" timeOffset="375284">25816 13872 7929,'-5'0'801,"0"0"-6254,5 0 5622,71-5 130,-7 1 41,-23 2 1,6 0 0,-1-1-193,11 0 1,0 0 37,5 1 0,0 0-54,-18 1 0,0-1 1,0 1-44,1 0 1,1 0 0,1 1-32,11-1 0,3 1 0,-4-1-55,4 0 1,-1 1-17,-5 0 1,2 1 0,-4 0-260,-5 0 0,-3 1 189,6 0 0,-3 0 1541,-13 1 0,-6-1-617,-4 1-10,-45 1-873,-41 1 15,13-2 0,-6 0-53,11 0 1,-2 0-1,-2 0 36,-5 0 1,-1 1 0,0-1 59,-3 1 1,-1-1-1,-1 1 100,7 0 0,-2 0 1,0-1-1,5 1-50,1-1 0,3 0 1,-3 0 76,-2 1 1,-3-1 0,1 1-1,8-2-51,4 0 1,3 0 72,-27 2 0,3 0 857,2-2-1073,2 2-576,27-1 443,25-1 744,27 1-350,8-2-5,16-1 1,6-1-868,-5-2 0,2 0 704,1 0 0,5 0 0,-1 0 4,-1-1 0,0-1 0,0 1-1,6 0 1,0-1 0,2 0-166,-15 1 0,1 0 0,0 1 0,1-1 109,-1 0 0,1 0 1,-1 0-1,2 0 18,7 0 0,1-1 0,0 1 0,-3 0 0,7 0 1,-3-1 0,-1 1-8,-3 1 0,-1-1 0,-3 1-6,9 0 1,-8-1 19,7 2 558,-8 0-45,-48 1-623,-28 4 1,-20 3 19,-5 0 1,-6 0-234,7 0 0,-7 1 0,0 0 0,3 0 322,3-1 0,4 0 1,-5 0 18,-3 1 0,-5 0 0,-1 0 0,2 0-117,5-1 0,0 0 0,1 0 0,2 0 129,-7 1 1,2-1 0,-3 1-123,3 0 0,-3 0 1,1 0-1,6-1 159,-10 2 0,4 0-61,10-1 1,-2 1 0,3-1-74,0 1 0,4 0-157,7-1 0,6 0 30,11-1 197,20-3 2398,20-1-2107,28-5-230,-10-1 0,7-1 289,4-1 0,5-2 0,1 1-343,0 0 0,0-1 1,0 1-14,2-1 0,0 1 0,1 0-2,3 0 1,-1 1-1,-1 0-9,-11 2 0,-2-1 0,2 1 4,8-1 0,3 0 0,-3 0 9,-6 1 0,-3-1 0,0 1 57,15-1 0,-6 1 597,-23 1 0,-4 0 336,13-1-382,-51 4-733,-26 0 62,-18 3 0,-8 1-1278,15-2 1,-4 0 1351,-7 2 1,-6 1-1,3 0-5,-4 0 1,1 0 228,15 0 0,-2-1 0,3 0-775,-10 2 0,5 1-3122,16-1 1,5 0 3648,0 3 0,20-2 0,9-5 0</inkml:trace>
  <inkml:trace contextRef="#ctx0" brushRef="#br1" timeOffset="378263">8375 2902 10467,'-7'3'3269,"2"0"-1069,5-3 948,0 0-2474,-25-6 226,11 1 623,-22-8-695,23 4-585,3 1-547,6-2-373,5 4 936,12-9 897,-3 7 600,20-11-162,11-2-273,7-3 741,3 0-934,-10 6 1,0 0-1038,8-1-341,-9 3 1,6-2 0,-1 1 480,1 1 1,0 0-218,-1 0 0,2 0 1,0 1 25,14-3 1,-1 2 29,1 1 1,1 2-248,0 1 0,0 3-11,0 0 0,0 2-17,0 1 1,1 1 460,-1 0 0,0 0-458,-19 1 0,0 1 0,-1-1 24,4 0 0,-1 0 0,-1 0-69,10-2 0,0 1-224,-7 0 1,1 1 0,0 0 414,13 0 0,2 0 33,-18 2 0,4 0 0,1 0 0,-3 1-15,6 0 0,-1 1 0,1 1 18,-4 1 1,2 0 0,-1 1-1,-5 0-39,8 1 1,-3 2-11,-7-1 1,2 1-1,-4-1-35,-1 0 0,-1-1-51,11 0 0,3 0 55,11-1 1,-1-1 32,-20-1 0,1 0 56,17-1 1,-2 0 83,-5 0-12,-11 1 1,3 1 21,-3 1 0,0 0-38,1 1 0,0 0-34,5 2 0,0-1-52,-10 1 0,-2-1-39,1 0 0,-1 0-128,19 3 107,-18-3 0,1-1 1,23 1 96,0 1 31,-11-4 152,-2 0 13,-20-1-53,4 0 1,0-1 116,-4 1 55,13 0-6,-17-1-65,-8 0 127,4 0-108,-3-2 148,5 0-20,-1-2 40,-6 2-58,0 1-180,-9 1-90,6 7-825,-6 5-723,3 14-58,1 13 89,-1-1 499,4 2 0,3 2-547,0-7 0,2-1-967,3 9 0,2-1 2066,2-3 0,-2-6 1,-2-6-1,-1-1 0</inkml:trace>
  <inkml:trace contextRef="#ctx0" brushRef="#br1" timeOffset="380846">13964 2952 22107,'-17'-18'-3282,"7"6"2131,13 17 1135,8 8-288,-5-5 386,4 10 169,-5-4-3720,2 9 3402,-2-8 873,-1 1 235,-1-11 171,-1-2 78,2-3 827,1-5 734,6-11-894,1-2-152,15-23-926,-7 12 1,0-2 783,15-20-606,-8 12 1,4-2-1058,1 7 0,1 3 0,-6 3 0,1 1 0,16-7 0,1 4 0,-12 12 0,1 3 0,7-2 0,3 1 0,-2 3 0,3 4 0,-2 3 0,3 3 0,-3 0 0,-2 1 0,-1 1 0,16 0 0,1 3 0,-6 5 0,0 1 0,-6 0 0,2 1-474,-2 0 1,2 1 0,0 0-143,13 5 0,0 0 235,-19-4 1,1 0 0,-2 0-23,8 3 1,1-1 165,-3 0 0,2 1 0,-3-1-78,2 1 1,0-1 174,-4-1 0,3 0 1,-2 0 943,9 1 0,-1-1-848,2-2 0,0 0 53,-12-3 0,3 0 52,2-2 1,5 1-1,-5-2 63,-8 0 1,2 0-606,19 1 1,8 0 0,-8 0 715,-17-2 0,-1-1-52,18 1 0,9 1 0,-9-2 115,-18 0 1,-1-2-99,8 0 0,5-1 0,-3 0 117,0-3 1,-2-1-111,-8 2 0,1-2 1,2 0 0,5-1 1,2 0-1,-1-1-54,-7 1 0,-1 1 0,0 0 70,16-3 1,2 1-117,-15 3 0,0 0 0,-4 1 8,-7 1 1,-1 0-248,15 0 1,6 0 0,-5 0 23,-4 1 0,-1 0 25,-3-1 0,4 1 0,-2-1-65,9-1 0,-2-1-56,1-1 1,-3-1 36,-11 1 1,-1-1 80,15-5 1,-2 0 55,-17 3 1,0-1 19,20-4 0,0 0-1,4-1 6,-18 5 1,-1 0-57,11-2 830,13-3-992,-1 0-271,1 1-93,0 2 106,-2 3-206,-6 4-28,-5 4-59,-15 4 406,12 11-481,-16 3-67,6 3 46,2 17-210,-17-17 203,9 15 208,8 16 1724,-10-13-1417,-4-8 0,-1 1 386,5 11-1165,-6 4 1094,-12 10 0,-5-26 0,-6 1 1</inkml:trace>
  <inkml:trace contextRef="#ctx0" brushRef="#br1" timeOffset="400291">26495 13602 11759,'20'8'-509,"-3"-1"0</inkml:trace>
  <inkml:trace contextRef="#ctx0" brushRef="#br1" timeOffset="401675">26476 16177 5739,'0'0'0</inkml:trace>
  <inkml:trace contextRef="#ctx0" brushRef="#br1" timeOffset="401935">27577 16119 16196,'-20'-13'-5696,"2"7"5696,16 10 0,0 1 0,1-1 0</inkml:trace>
  <inkml:trace contextRef="#ctx0" brushRef="#br1" timeOffset="403025">26318 16580 9509,'40'-14'707,"0"-1"1,3 0-1,2 0-559,4 2 1,1 1-755,1-1 1,1 1 537,-4 2 1,-2 0-247,-7 2 1,-3 1-323,11 0-42,-28 3 650,-32 10-157,-32 3 143,9-2 0,-5 1-359,-9 0 1,-1 0 296,-5 1 1,-1-1-1407,2 0 0,2-1 1510,9 0 0,5-2 0,-9 3 0,26-4 0</inkml:trace>
  <inkml:trace contextRef="#ctx0" brushRef="#br1" timeOffset="415530">5022 4183 21374,'56'-16'1774,"0"0"1,-5 0-1,-5-1-75,3-11 658,-14 5-343,-14 8-2014,-19 8 0,-9 6-67,-20 6 134,-8 5-67,-16 5 0,-6 1-46,-2-3-1778,24-7 0,0-2 1064,-10 0 998,-14-3 441,30-4-3250,-5 0 1888,14 0-159,7 1-463,10 2 2953,2 1-532,4 2-2726,6 2 703,11 2 540,12-3 359,13-5 162,11-5 12,-25 0 0,1 1 1616,-1-2 1,2 0-2389,2 1 0,-1 2 2114,10-3-525,2 10-687,-30 4-816,-4 5-585,-16 4 1299,-36 11 534,4-8-415,-3-4 0,-2-2-303,10-6 0,-1-2 317,-6 1 1,0-1-1647,5-4 0,2-2 2730,-15-6 218,18-5-2066,15-3-1690,8 1 784,5 0 932,6 1 706,9 0 750,10 2-234,1 2-334,30 2-800,-7 8 600,-7 3 1,-1 1-1,-1 1 1,-1 3-1</inkml:trace>
  <inkml:trace contextRef="#ctx0" brushRef="#br1" timeOffset="418218">6338 4199 20092,'19'6'-1088,"6"0"1123,9 0 494,11-2 48,9 0-18,8-2-312,-27-1 0,1-1-36,2 0 1,1-1-141,4 0 1,0 0 319,4 0 0,0-1-103,3 1 1,1 1-93,4-1 1,-1 1-80,-12 0 0,1 1-68,0 0 1,2 0 0,-2 1-38,3 0 1,1 0-26,-4 1 1,4 0 0,-2-1-26,10 2 0,0-1 13,1 0 1,-2-1-14,-11 0 0,0 0 72,-1 0 0,2-1 0,-2 1-4,1-1 1,1-1 18,17 2 1,1 0 2,-14 0 1,-3-1 6,-1 1 1,-1 1-5,-1 0 1,0 1-28,0 0 1,0 0 367,0 0 0,1 0-474,2 0 0,1 1-4,1-1 1,1-1 18,2 1 1,0-2 26,3 0 0,-2 0 14,-11-1 1,1-1 50,22-3 1,0-1 47,-17 1 1,1-2-112,-3 1 0,4-2 1,-4 1 169,1-1 1,0 0-15,4 1 1,5-1 0,-7 0-128,-12 3 0,0 0-22,8-1 1,6 0-1,-5 1 282,-9 2 1,-1 1-341,8-1 0,1 1-59,-1 1 0,-1 1-61,1 1 1,-1 0-116,-2 2 1,1 1-21,1 0 1,-1 0 100,1 0 0,0 0 25,0-1 1,1 0 27,-1 0 0,0 1-40,-1-2 0,0 0 32,-2 0 1,0 0 28,-2 0 0,-1-1 109,-1 0 0,-1-1 164,-1 0 1,0 0 270,31 1-191,-31-2 0,1-1 14,0 1 1,1-1 66,1 0 0,1 0-4,0 0 1,0 0-68,-1 0 1,1 0-71,-3 0 0,1-1-1076,8-1 1,-1-1 836,15-1 66,-13-1 1,-1 0 21,2-2-103,1 0 0,3 0-16,-16 3 0,0 0 61,14-1 1,-1 0 52,-12 3 0,-2 0-126,26 5-244,-7 3-104,-4 7 37,-1 0-45,0 0 22,1-3-22,5-2 92,1-5 113,7-1 217,1-2 73,2 0-25,-1 0 17,2 0 869,-15 2-850,-11-1 1,0 2-58,16 1-4,-14-1 1,1 0-73,-7 0 0,-1 0 2,1-2 0,0 1 68,-1 1 0,0-1 3124,25 3-3283,-6 1 27,-7 2 77,0 1 46,-1 0 102,6 0-102,1-1 3,4-4 15,2-1 18,4-2 59,-28 0 0,0-1-19,2 1 1,-1 0-41,21 1-3159,-4 2 3245,-15-2-37,13 3 1,6 0-23,-9-1 0,1-1 6,-2 0 0,3 1 1,-3-1-28,-1-1 0,-1-1-12,1 0 1,-1-1 3,-8 0 0,0 0 3,8 0 1,0 0-7,-3 2 1,1 0 32,-3 0 0,0 1-22,-1 1 0,-1 1-4,0 1 1,-1-1-1,-1 1 0,-1-1 84,30 6-135,-1-2 218,0 0-5,1-2-73,-30-3 0,-1-1 8,1-1 0,1 0-15,1-1 1,1 0-11,1-1 0,0 0 8,9-1 0,0 0-20,15 0 3,-19 0 0,-2 0 26,6 1-1,11 4-11,-5 3 6,-2 4 179,-2 1-168,-2 0 16,7 1-55,-17-6 168,13 0-202,-15-5-2677,21-1 1681,-16 0 1013,26-4 0,-45 2 0,10-2 0</inkml:trace>
  <inkml:trace contextRef="#ctx0" brushRef="#br1" timeOffset="429062">26543 7126 20491,'0'-2'3020,"0"-1"-1612,0 3-1414,-5-7-509,-15 19 594,-19 5-61,8 5 1,-1 2-188,4-3 1,-2 2-16,-19 14 0,-1 3-458,16-11 1,0 0 510,3-1 0,-3 1 1,4-1-145,1-1 0,2 0-159,-3 4 1,1 1-3920,2-2 0,2-1 4292,3-3 0,2-2 0,-14 15 0,26-26 0</inkml:trace>
  <inkml:trace contextRef="#ctx0" brushRef="#br1" timeOffset="429328">26776 7195 24391,'34'-3'285,"8"8"-252,-13 7 1,1 4-1030,4 3 0,0 0 1001,-6-1 1,-1 1-15,6 6 1,-1 2-15,-8-3 1,0 2 22,14 19 0,-3 0 0,2-1 0,-18-17 0,1 1 0</inkml:trace>
  <inkml:trace contextRef="#ctx0" brushRef="#br1" timeOffset="453260">26904 6980 23108,'0'5'1372,"0"-1"-1103,0-3-403,0-1-2258,0 3-7439,0 1 7924,0 0 1,0-1 0,0-1-1</inkml:trace>
  <inkml:trace contextRef="#ctx0" brushRef="#br1" timeOffset="467193">5112 4101 27544,'-6'-20'-4440,"1"4"2719,1 10-313,1 2-2318,0 2-1163,2 2 5821,0 5 1,0-2-1,1 1 1</inkml:trace>
  <inkml:trace contextRef="#ctx0" brushRef="#br1" timeOffset="468768">24814 16508 7918,'-10'-4'2599,"2"0"-2297,8 4 533,0 0-662,-14-2-380,11 3 358,-11-1 718,20 6 83,7 1-280,14 2-319,13-1-180,10-1-33,5-2-17,-3 0-50,-7-1 0,-15-1 269,-12-1 448,-11 0-57,-10-2-453,-8 2-218,-17 0 5,-19 2-11,-16 1-206,27-3 0,-1 0 209,0 1-1,1-1 20,2 0 1,1 0 44,-22 2-61,17-1-62,16-1-123,13 1 11,6-3 302,7 3 129,10-2 262,14 2-475,18-2-44,13-1-20,-27 0 0,0 0 59,28-1 0,-13 0 157,-16 0-6,-16 0 493,-13 0-673,-14 0-77,-14-1 22,-16 2-6,-11 0-22,1 2-118,9-1-683,18 1 431,13-1-667,17-1 1048,19-3 0,-10 2 0,8-3 0</inkml:trace>
  <inkml:trace contextRef="#ctx0" brushRef="#br1" timeOffset="469459">25529 16133 17580,'-3'-44'963,"0"-1"0,0-1 1,1 6-135,1 18 219,1-13-455,-1 15-335,1 4-45,0 8 123,0 5-398,-1 1-44,0 7 139,0 9-27,0 3 11,-1 20 5,2 4-16,-1 16 5,1 3-6,0-24 1,0-2 0,0 11 22,0 8-17,-2-29 17,1 1 190,-2-11-11,2-7 107,1-5 408,0-10-643,3-9-29,1-17-22,2 1 1,-1-2-15,0 1 0,1-1-292,0-9 1,0 2 288,1-16-167,-2 22 1,0 2 222,-1-6-39,2-6 78,-4 18-61,-2 17-62,1 0 487,-1 8-604,0 3 480,0 12-341,0 5-10,0 17-6,0-4-12,0 15-73,0-4-181,1-10 0,0 1-109,-1 12-1337,1-11 1,-1-1 1722,-4 1 0,3-2 0,-3-16 0</inkml:trace>
  <inkml:trace contextRef="#ctx0" brushRef="#br1" timeOffset="470151">25461 16082 12970,'-4'-1'5332,"1"0"-3270,3 1-1687,-62-20-179,46 15-177,-19-7 1,7 3-99,27 9 51,1 0 269,6 0-56,2 1 129,17 0-57,25 0-162,7-1-64,-19 0 0,-1 0-3,13-1 51,11-1-56,-34 1 55,19-3 17,-31 3 140,1-1-67,-11 1 387,-5 1-600,-12-3 6,-7 0 16,-19-1 23,5 1 0,-17 3-16,9 1-18,-12 3 17,15 0 0,6 2-33,17-2-28,7-1 33,4-1-123,3-1 33,1-1 259,10 1 21,6-1-72,17 1-62,11-1 6,7-2 11,0-1-6,-11 0 6,-15 0 213,-12 1-78,-9 2-163,-9-1-34,-3 1-33,-37 0 72,12 1-11,-3 0 1,-3 1 5,6 1 0,2 0 17,-21 2 17,2 2 5,40-6 11,0 1 1,15-2 16,12-3-39,3 1-9,21-4 1,5-1-20,0 0-272,7-1 0,-2 1 194,-13 1-1401,17-2 1479,-33 4 0,1 0 0,-19 3 0</inkml:trace>
  <inkml:trace contextRef="#ctx0" brushRef="#br1" timeOffset="487413">4833 4124 11783,'-3'5'5671,"1"-2"-3622,2-3-2177,36-7 173,-14 10-180,24-7 173,-15 18-212,-16-6 74,19 10-222,-15-9-94,10 4 60,-13-7-9475,7 5 9538,-14-6 0,3 3 0,-9-7 0</inkml:trace>
  <inkml:trace contextRef="#ctx0" brushRef="#br1" timeOffset="489053">24875 16117 8668,'5'-9'7775,"-2"2"-6963,-3 7-73,0 0 623,23-67-758,-18 46 124,8-20 0,-3 3 40,-10 25 83,0-2-593,0 9-157,0 2-241,0 4 73,0 5 100,0 0 68,-2 26-90,-1 1 23,-2 22-29,-1-15 23,-2 17 6,3-23-34,0 4 67,1-17 465,4-14 914,-1-1-1217,1-23-206,0 3 21,1-15 1,0-5 28,3-21-1738,1 8 0,0-1 1687,2-9 0,3-2 29,-3 27 33,2 4-56,-4 6-45,0 8-61,-4 13-46,-1 3 3477,0 3-3353,0 11 11,0 48-16,0-22-4,0-4 1,0 0-31,0 6 44,0 0 7,2 5-18,1-10 34,1-15 78,-2-12 152,0-6 78,0-8-140,1-8-157,0-14 23,2-18-12,0-13-573,2-7 546,2 5-1,1 10-11,-2 14-3287,-1 15 3220,-5 11-140,0 6 173,-3 19 40,0 8-23,-1 22-33,-1 8 380,0-7-350,2-12 1,0-1-3,0 8 3414,1 14-3370,1-32 96,-1-11 157,2-10-57,-1-10-173,0-2 12,2-35 4,-2-5-184,1 11 1,-1-2 113,1 4 1,0 2 14,2-28 11,1 16 17,-3 17-39,0 15-29,-1 8-246,-1 4 448,-2 13-369,1 9-734,-2 19-118,2-2 1042,0 1 0,2-2 0,-1-12 0,0 24 0</inkml:trace>
  <inkml:trace contextRef="#ctx0" brushRef="#br1" timeOffset="490966">7727 4055 25164,'-9'2'3535,"2"-2"-2894,7 2-431,0-2-375,-1 2 832,0-2 13,-1 2-922,1-2-469,0 3-4540,5 4 5044,1 1 1,1-1-1,-2-3 1</inkml:trace>
  <inkml:trace contextRef="#ctx0" brushRef="#br1" timeOffset="492787">11393 3653 9029,'2'4'6503,"-1"0"-1714,-1-4-3411,-3 7-315,2-5-237,-2 6-172,3-8 2781,0 1-3366,-1 0 388,0-1-44,-3 1-168,3-2-242,0 1-300,-1-1-202,2 0-709,0-1-2408,2-2 3600,1 0 0,-1 1 0,1 2 0</inkml:trace>
  <inkml:trace contextRef="#ctx0" brushRef="#br1" timeOffset="496026">8638 4063 22006,'-11'-2'2099,"3"0"-2348,7 0-1647,1 1-1954,6 2 3864,2 2 0,-1-1 1,0 1-1</inkml:trace>
  <inkml:trace contextRef="#ctx0" brushRef="#br1" timeOffset="497808">11098 3044 25235,'-7'-38'-105,"-1"0"0,-4-23-231,11 65 473,0 1-25,6 32-55,-3-15 40,5 35-54,-4-20-97,1 10 215,0-7 46,1-8-113,-2-14 505,0-8 141,-2-8-526,0-8 183,-1-6-199,2-12 230,5-19 120,-1 10 133,12-18 148,2 16 229,9-7 215,3 6-1014,6 7-259,-13 14 0,8 5 0,-11 15 0,8 6 0,3 18 0,-7 5 0,-4 1-1270,-6 5-968,-3-8-525,6 5 546,-3-10-2198,19-3 1385,-5-17 1679,17-4 1859,-5-13 1462,-4-8 1866,-6-12-1441,-14 8 1470,-5-15-2245,-11 21-108,0-10-859,-5 15-997,-2-1-827,-6 7 417,1 5 1022,0 4 1017,3 9-596,5 4-355,8 12-548,0-9-3137,21 10 3719,-12-19-573,19 5-375,-8-13-55,14-10 1312,-12-1 1000,11-22 337,-26 13-1147,8-20-867,-15 12 0,-2-7 0,-5 3 0,-4 2 0,1 10 0,-2 4-1906,5 10-902,14 22 824,-5-7-266,17 24-228,-7-8-823,5 9-3423,2 11 3861,-3-11 2578,4 0 1649,-4-18 349,-5-10 2434,4-6 595,-5-2 687,7-4-1690,-7-1-274,-2-4-3465,-6-1 0,-5 2 0,-1-11 0,-1 8 0,0-14 0,0 3 0,2-19 0,0 11 0,4-23 0,-4 7 0,-1 14 0,0-1 0,0-10 0,-2-1 0,0 9 0,-1 2 0,-2-29 0,-5 24-53,-2 20-718,-4 1 272,1 14 1010,2 6 301,1 16-812,4 11 0,2 1 0,1 2 0,-1 18 0,3-10 0,2 3 0,4-6 0,0-1 0,2 1 0,1 0 0,0-4 0,3-1-2148,5-2 1,2-5 1004,3-1 952,6-6 1,3-2 313,12-9 264,-9-6 0,0-3 606,12-7 405,12-15 403,-14-9-1436,-14 3 0,0-5-365,-6 2 0,-3-3 0,1-10 0,-4-1 0,-6 14 0,-3-2 0,-1-18 0,-3 0 0,-3 18 0,-1 1-229,-1-12 0,-2 0 687,-5-7-1126,-3 14-397,3 16 24,2 8 1879,3 10-1256,0 2 1097,-1 16-309,1-2 98,-4 43-88,5-21-192,1 14 1,3 4-1041,3-15 0,2-1 895,-2 8 0,3 2-699,4-1 1,2 1-4261,2 2 1,0-1 4330,-1-4 1,-1-2 0,-1-5 0,-1-4 0,-3-8 0</inkml:trace>
  <inkml:trace contextRef="#ctx0" brushRef="#br1" timeOffset="500667">6350 2482 21017,'-39'8'696,"0"-1"1,-1 0 0,17-2 298,29-3-1250,14-2 852,24-6 360,16-5-677,-24 2 0,0 0 193,22-6-103,-25 6 1,-1 0 327,15-5-39,-11 3 1077,-11 2-1072,-24 7-871,-21 2-112,1 2 265,-11 3 0,-5 2-7,-21 8-328,14-5 1,-1 1 365,-14 6 67,12-4 0,1 0-78,-4 4 325,15-6 1,1 0 595,-6 6-175,13-4-14,2-1-381,8 0-238,23-9-79,20-4 0,31-12-81,-18 3 0,2-1 162,5-2 0,0 0-186,1-1 0,-2 1-167,-5 2 0,-3 0-268,15-4-194,-12 5 1593,-30 7-730,-13 4-189,-25 8-25,-6 1 49,-3 2 1,-1 1 571,-17 4-1897,16-5 1,2-1 2280,-7 1-130,19-6-34,13-4-314,40-14 91,-2 2-533,31-11-8522,-11 8 8492,-12 3 1,-12 5 0,-18 4 0</inkml:trace>
  <inkml:trace contextRef="#ctx0" brushRef="#br1" timeOffset="503376">12655 4889 14723,'12'-47'1538,"0"-1"1,1 3 0,-8 10 62,-12 23-1310,2 3 12,-15 6-286,9 8 55,-24 27-21,10 8-34,-6 11-6,17-11 0,3 0-229,3 18 240,6-18 0,5 0 34,18 13 23,19-14 33,11-16 135,5-13 145,-2-15-168,-14-3 235,-2-16 112,-13-14-436,-6 6 10,-11 0 1,-4-1-34,-8-10-67,-1-8 117,-11-5 6,-2 18-118,0-1 29,-5 13-68,13 19-140,-13 3-95,4 11 6,-9 9-678,4 12 190,7 0-2895,7 23 3601,22-9 0,-7-4 0,9-13 0</inkml:trace>
  <inkml:trace contextRef="#ctx0" brushRef="#br1" timeOffset="503601">13757 4946 23920,'-33'28'-67,"2"22"-767,25-6-2848,2-10 0,1 2 3682,1 21 0,2-20 0,0-16 0</inkml:trace>
  <inkml:trace contextRef="#ctx0" brushRef="#br1" timeOffset="504034">15049 4936 19854,'-4'-2'3321,"0"1"-2923,4 1-297,-66 21 22,27 9-318,-7-5 0,1 4 220,23-1 0,6 1 20,-9 28 56,17-6 117,22-8 47,19-12-35,19-11-1723,-11-15 0,2-3 1561,17-4 2,-15-4 0,-3-4 132,6-10-12,-16 1 1,-1-1-63,5-10 96,-1-20-61,-26 9-88,-7 9 1,-1-1-42,-5-13-34,-13-12-73,-6 30-392,-13-2-2140,-14 14 2605,0 14 0,16 3 0,13 5 0</inkml:trace>
  <inkml:trace contextRef="#ctx0" brushRef="#br1" timeOffset="505633">12601 5444 27161,'-26'7'1625,"38"1"-2033,24-3 1,12-3-547,-6 0 0,3 1 0,2-1 992,7 0 1,4-1 0,0 1-530,-9-1 1,1 1 0,1-1 0,0 0 311,4 0 0,2 0 0,-1 0 0,-2 0-12,7 0 1,-2 0 0,2-1-16,-7 1 1,2-1-1,1 1 1,-1-1-124,0 0 1,0 0 0,0 0 0,0 0 131,0 0 0,1 0 0,0 0 0,0 0-49,5 0 1,2-1 0,-2 1-1,-3 0-68,4 0 1,-3 0 0,-2-1 86,-3 1 0,-2 0 0,-1 0 168,-7-1 0,-1 1 0,-2 0-288,9 0 0,-6 1 266,12-1 1454,-23 1-1142,-26-1 1323,-15 1-1836,-21-1 52,-29 0 195,15 1 0,-3 0 21,-13 1 1,-4 0 21,13 0 0,-1 1 0,-2 0 0,-7 0 0,-2 1 0,2 0-30,9-1 0,1 0 1,-4 1 81,5 0 0,-5-1 0,-2 2 1,1-1-1,3-1-451,1 1 1,3 0 0,-1-1-1,-3 1 446,-3-1 1,-5 1 0,0 0-1,0 0 1,2-1 10,-2 0 0,2-1 0,1 0 1,0-1-256,2 0 0,0 0-1,1-1 1,1 0 227,3-1 1,0-1-1,1 0 1,1-1-8,-12 0 1,1-1 0,2-1 3,3 1 0,2-2 0,1 1 26,4 0 0,1 0 0,1 1 64,-14-2 0,3 1-139,7 0 0,3 1 187,-14-1 1086,15 1-1306,33 3 2717,8 1-2456,38 4-113,-5 0 0,6 0-34,17 2 1,7 0-23,-11-1 0,3 0 0,1-1-390,-6-1 1,1 0 0,1 0-1,1 0 350,5 0 1,0 0 0,2 0-1,1-1-540,4 1 0,1-2 1,0 1-1,2-1 527,-11 0 0,1 0 1,0 0-1,0 0 0,1-1-24,1 1 0,0-1 0,1 0 1,0 0-1,0 0-286,-1 0 0,0 0 0,0-1 0,-1 0 1,0 1 267,-2-1 1,0 1 0,-1 0 0,-1-1 0,0 1-41,6-1 1,0-1 0,-1 1 0,-2 0 33,10-1 0,-2 1 1,-3-1 144,-9 1 1,-2 0 0,-2-1-183,11 0 0,-4 1 770,-11 0 0,-3 0-666,20 0 0,-19-1 2133,-16 0-2296,-9-2 1537,-8 1-1398,-4-2 0,-3 3 0,-1-1 0</inkml:trace>
  <inkml:trace contextRef="#ctx0" brushRef="#br1" timeOffset="518442">26508 16571 11144,'-5'0'6318,"1"0"-5932,-28 2 1,-7 2 353,11-2-418,-14 1 0,2 0 210,17-1-124,3 0-122,3-1-202,5 1-241,5-1-111,5 0 307,16 2-134,8-1-118,21 1-6,7-6 85,4-2 72,0-6 51,-6-1 34,-8 1 10,-7 0 18,-12 4 72,-8 2 90,-8 3 145,-5 2-285,-15 1 44,-5 1 62,-22 1 40,-5 0 134,-15-2-258,20 0 0,0-1 79,19 0-180,12 0-89,-1 0-62,11 0 23,1 0 134,5 1 44,6 3-38,11 2-23,8 1-44,9-2-35,4-2 40,0-4 51,-4-3 10,-8-1 46,-9-1 44,-10 3 0,-7 1-78,-6 2-84,-5 0 0,-13 1 50,-18 4 39,-21 3 14,22-3 1,-1 1-271,-3 1 1,0-1 283,2 1 1,2-1 11,-23 4-51,21-3 11,18-2 34,13-2 51,5-1 134,7-2 62,9 0-96,16-1-95,19-5-70,-17 1 0,3 0-6,5-3 1,2 0-458,2-2 0,1 1 452,1-1 0,-1 0 5,-2 0 1,-1-1-152,-5 1 0,-2-1 155,21-7-85,-22 4-3344,-14 3 3389,-20 7 0,1 0 0,-6 3 0</inkml:trace>
  <inkml:trace contextRef="#ctx0" brushRef="#br1" timeOffset="529469">5038 4162 5089,'-4'-9'1484,"1"2"-236,3 7 466,0 0-1102,-3-23-853,2 17 193,-2-17 344,7 22 420,5 0-246,8-2 51,9-1-11,10 0-124,9 0-262,-6 1 4,16 2-108,-23 1 0,1 0-32,1 2 1,1 0-116,6 1 1,0 0 126,-7 2 0,0 0 14,0-1 0,0 0-6,2 0 1,1 0 19,1 0 0,0-1 6,25 2 52,-14-3 1,1 0 19,-12 0 1,0-1-345,17 0 0,3 0 370,-6 0 0,-2 0-85,-10-1 1,1 0 19,22 0 0,1 2-45,-20-2 1,0 2-20,-2-1 1,3 0 0,-4 1-7,-1 0 1,-1 0 10,17 3 0,0 0 14,-17 0 1,0-1 8,17 2 0,2 1 16,-9-2 1,-1-1 36,1 0 0,2 0 19,2-2 1,-1-1-51,-10 1 1,1-1 56,0-1 0,3-1 0,-1 1 22,3-2 0,1 1-414,-2 0 1,2-1 0,-1 1 410,12-2 0,-2 0-26,0 1 1,-3 0-62,-12 0 0,0 0 58,18 1 1,-3 0-39,1 0-8,-17 1 0,6 0 0,-4 0 16,-2 0 0,0 0 6,21 0 0,-1 0-48,-20 0 0,0 0 9,1 0 0,3 0 1,-3 0-2,3-1 0,1 1 1,-5 0 1,4 0-1,-3 0 13,8 0 1,-2-1-4,-3 1 1,-2 0-222,-1 0 1,-2 0 215,-1 0 0,-2 1 0,0-1 0,-2 1 2,21 1-5,-13-1 1,0 0-29,-11 0 0,0-1-3,14 1 1,2 0-6,-9-1 0,-1 1 5,0-1 0,-1 1 0,0 0 1,0 0 5,-2 0 0,-1 0 91,-1 1 0,0 0-69,-2 0 0,0 0 82,29 2 67,-1 1-9,1 0-92,-12 0 3,-9-2 0,1 0-20,21 2-39,-15-2 0,0 1 5,14 1 6,-14-1 1,1 0-24,-14-1 1,0 0 3,16 0 0,1 1 2,-8-1 0,-3 0 315,-8-1 1,0 0-299,7 1 0,1 0 39,4-1 1,2 0-7,1 2 1,2-1-11,9 1 0,0-1-259,-8 1 1,-1 1 226,2-1 1,1 1-9,-9 0 1,2-1-1,-2 0-14,3 1 1,-1-1-1,6 1 1,3 0-867,-9-2 1,2 1 0,-4-2 868,-5 1 1,2-1 3,11 1 0,8 0 0,-6 0-168,-6-3 0,-2 1 175,14 0 1,2 0 8,-1-1 0,1 0 11,1 0 0,-1 1-26,-13-1 1,2 0 22,-2 0 0,4 0 1,-2 0-7,3 0 1,1 0-19,-2 1 0,3-1 0,-2 1-4,-8 0 0,-2 0 1,1 0-264,2 0 0,0 1 0,-2 0 252,8-1 0,2 1 7,0 0 1,4 0-1,-3-1 1,5 0 1,1 0-6,-3 0 1,4 0 0,-2 0-48,-9-1 0,-2 1 0,1-1 47,0-1 1,0 0 0,0 0 3,1 0 1,0 0 0,0-1 1,-1 0 0,0 0 1,0-1 6,0 1 1,0-1 0,-2 0 0,9-1 0,1 1 11,-3 0 0,3-1 0,-3 1-12,6 0 1,-1 0 335,-3 1 0,3 0 0,-1 0-341,-11 1 0,-1-1 1,0 1-3,-1 0 0,1 1 1,-1 0-3,-1-1 0,1 1 1,-1-1-1,-1 1 1,0 0-1,-1 0 69,1 1 0,0-1 1,-1 0-72,0 0 1,0 0 0,0 1-5,-1-1 1,1 1 0,-1 0 9,21-1 1,-1 1-7,-2 0 1,0 0-1,-3 0 1,0-1 5,-3 1 1,-1 0-4,-2 0 0,-2 0-2,-2 1 0,-2-1-4,-1 1 1,-1 1 568,-2-1 0,0 0-566,-2 0 1,-1 0 11,1 0 0,0-1-1,1 0 1,0-1 0,3 0 0,0-1-2,2 0 1,1 0-11,1-1 1,1-1 2,-3 1 1,0 0 414,-3 0 1,0 0-416,-4 1 1,-1 0 406,-4 0 1,1 1-399,11-1 0,-1 0-11,6 1 8,-4-2 0,-3 0-14,-10 0-143,2-1 1,3-1 114,-7-1 0,2 0-23,18-3 1,4 0-59,-2-1 0,-1 1-378,-4 0 0,0 1 138,-6 2 1,-6 1-1,-8 1 1,-4 2-1</inkml:trace>
  <inkml:trace contextRef="#ctx0" brushRef="#br1" timeOffset="535801">30322 6204 21545,'10'5'1882,"-1"-2"-1529,-9-1-1966,0-2-4828,0 4 6441,0 1 0,0 0 0,1-1 0</inkml:trace>
  <inkml:trace contextRef="#ctx0" brushRef="#br1" timeOffset="573257">19400 6647 8976,'-48'30'510,"0"0"1,-1 0 0,6-4 0,1 0 0,5 2-253,0 17 1,7-1-1506,11-18 0,0 0 1317,-13 20 1,0 5 104,9 5 0,4-2-138,8-23 0,1 1 23,-2 16 1,1 9 0,6-7-168,8-9 1,4-2 94,-2 10 0,4-1 81,9-3 0,3-3-3,0-8 0,3-2 177,14 15 0,3-1-29,-5-10 0,1-2 28,7 2 1,-1-3-127,-16-14 1,0-2 112,7 1 1,-1 0 158,21 8-218,-19-11 0,0 0-66,0-1 0,0-2 171,10-2 0,0-1-156,17 2-3,-15-7 0,-1-2 336,-13-3 0,-1-1-323,8-1 1,2-3 90,6-4 1,0-2-62,-8 0 1,-1-2-85,-2 1 1,-2-2 56,-2-1 0,-2 0 936,18-16-889,-13 4 0,1-1-45,-8 2 1,-1 0-213,4-6 1,-3 0 251,5-9 405,-3-10-215,-13 9-146,-9 9 1,-2-2-155,-4 4 1,-2-1-15,-4-7 0,-4 0-5,-3 3 0,-1 2-17,-11-25 3,5 24 0,-1-1 172,2 8 1,0 1-159,-5-7 0,0 0 18,-6-4 1,2 2-443,-11-11 411,11 16 0,-1 2 9,-12-5-23,12 13 1,-2 1 8,0 2 0,-3 0 11,0 2 0,-1 0 2,-2 2 1,-1 0-5,-8 1 0,0 0 9,-15-3-14,10 7 0,2 2-24,-8 3-10,15 3 0,-1 2-22,6 4 1,2 3-71,-3 2 0,0 2-134,-20 13-2759,11 5 0,0 2 2994,18-9 0,1-1 0,-5 4 1,4-2-1,4-1 0</inkml:trace>
  <inkml:trace contextRef="#ctx0" brushRef="#br1" timeOffset="575557">21944 14211 6938,'-3'0'5887,"0"0"-3042,3 0-2974,-25-8 33,30 1 108,-17-6 10,50 2 0,10 0-16,-13 4 0,0 0 5,26-3 0,-15 3 0,3 2-25,-8 3 0,-1 0 14,-1 0 0,-3-1 326,16 3-46,-47 0-3796,-39 8 3466,0-1 39,-23 5 0,-7 2-948,12-4 1,-1 1 1027,1 0 0,-3 0 0,3-1-148,-2 1 1,1-1 227,7-1 0,-2 1 1,4-2 7,2 0 0,4 0-163,-5 1 0,4-1-111,2-1-96,32-5 2649,10 1-1708,27-1-292,16-3 1011,-8-2 0,3-1-1288,5-2 1,2-2-452,-4 1 1,2-2 0,-2 1 341,3-1 1,0 0 5,-5 1 0,2 0 0,-4 1 8,-7 0 1,-3 1 80,5 0 1,-3 0 16,3-1 85,-18 3-281,-18 4-2741,-1 0-2658,-4 7 5910,1 0 1,-2 0-1,4-1 1</inkml:trace>
  <inkml:trace contextRef="#ctx0" brushRef="#br1" timeOffset="581831">12861 7950 25074,'-32'-14'-887,"0"0"0,-13 2 0,48 24 0,5 2 0</inkml:trace>
  <inkml:trace contextRef="#ctx0" brushRef="#br1" timeOffset="582275">19260 7477 20248,'-49'-10'-779,"0"1"0,5 0 1,8 5-1809,14 10-224,8 2 2818,2 2 1,9-6 0,-1 0-1</inkml:trace>
  <inkml:trace contextRef="#ctx0" brushRef="#br1" timeOffset="582697">12767 8226 22050,'-4'3'4946,"0"-1"-3950,4-2-5990,60 8 4612,-38-1 1,40 2-1,-54-4 1</inkml:trace>
  <inkml:trace contextRef="#ctx0" brushRef="#br1" timeOffset="583081">20216 7737 22904,'0'0'0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E3B8B-E123-7582-0A35-A2BB129F4C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252D1B-CC9F-0AD8-D945-BDACE779DA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D0ED2-848E-5AFA-0B55-961CBEF44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EFE02-E23E-7C44-B03F-97A92F56A43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A15A7-9881-0CC1-B9B0-AB037DDA1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4A046D-17D5-6EA6-981C-EE4C1625D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08231-87A3-844C-8255-34F13EBC1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425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487A4-FB54-DE45-726F-375BD8CCB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236E3-4F85-50E0-5A08-92059833CB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1F045-DA2A-6B46-025A-71A0B567C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EFE02-E23E-7C44-B03F-97A92F56A43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C75E7-EB42-D3FA-5BEB-D1E01DBBF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2BBE6-41FE-CB7C-E089-1E1C3B73E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08231-87A3-844C-8255-34F13EBC1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958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3FBA5-04EE-974A-F031-A4EEEBEE3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7CCFB5-861A-52FD-BE3B-91607D8E98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D83C66-5BDC-ADBA-3E45-464568B81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EFE02-E23E-7C44-B03F-97A92F56A43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56CF1-DCB9-7704-B069-A5DC2CF38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7B1D1-F13C-E048-8906-4AE9A2248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08231-87A3-844C-8255-34F13EBC1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016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6C931-3ED4-35AD-DC44-913900EB8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40B6C-B4D1-46F1-9021-1EEA008E69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71D9D6-5488-EF23-7D23-3C408B8755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66585A-E128-9147-C9BC-A88BDF224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EFE02-E23E-7C44-B03F-97A92F56A43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94C88F-1958-9421-D046-358C91DFC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2837FF-2D92-6661-19BA-3A8DD4DA4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08231-87A3-844C-8255-34F13EBC1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617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3E7FF-A0CE-1485-7927-4F3EE1E8B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C69CC0-D515-D931-FE0B-A2F9B1F1F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3377F2-532D-1A3B-F232-31B38CF596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EC2093-2D09-7010-263A-BEE5EDF7C6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B717C1-32A0-21A9-AED9-15D725FBF7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314ED4-76DF-D060-651B-D27B44AB8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EFE02-E23E-7C44-B03F-97A92F56A43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DE461D-2767-ED25-CC1F-949387DCD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6296EE-B75C-6311-D9CD-0321422BE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08231-87A3-844C-8255-34F13EBC1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85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A695F-E779-C378-1EDB-DB39CA967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2D0039-6710-3B28-1116-E4A951AC5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EFE02-E23E-7C44-B03F-97A92F56A43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F39DA0-AF9D-0DD4-2B88-9ED65DE09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52E557-AAA4-883A-AAEC-A83CA5407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08231-87A3-844C-8255-34F13EBC1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429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387BCC-F3E2-60A7-6FEC-E20C1C114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EFE02-E23E-7C44-B03F-97A92F56A43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136182-D889-491F-3E9C-501CA1F1B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D0D9DF-8975-D048-1B1C-6A655F524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08231-87A3-844C-8255-34F13EBC1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191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F4D9C-31A0-0080-FA25-C65BA43B0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0B6B5-DDD7-049A-6455-6DDF3683E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54DA50-2CC2-E198-6D1F-7E2AAC5A7D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116077-7385-BB32-6897-0C4F54752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EFE02-E23E-7C44-B03F-97A92F56A43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BB118E-8F01-E2AC-B905-C0A00629B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DC6B94-0986-01A5-689C-C1EA4B99F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08231-87A3-844C-8255-34F13EBC1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765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8F7EC-0644-180C-5F71-B68ABE7BD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8CF57F-74B0-E6E4-FDCB-DAB80F187E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413000-DDBB-0C4C-56C1-20C8AD94C3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0D72CB-C0E6-D205-D92D-BE9197F9F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EFE02-E23E-7C44-B03F-97A92F56A43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9343FF-DDA2-F080-EE07-1B8818513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FE904C-7CA8-5E71-A6D2-439442AAD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08231-87A3-844C-8255-34F13EBC1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46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737F-53DB-34B6-0087-A88C4B1A2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165DB4-EA6A-0EE1-D5C6-7E6EC85A0C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3AA41-DA1B-35C7-DE1D-5B9176940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EFE02-E23E-7C44-B03F-97A92F56A43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10A3A-D300-4A57-DBD5-6CC58C2BC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4C595-56BF-F746-02A8-A6219C046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08231-87A3-844C-8255-34F13EBC1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616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DF4D08-C18D-9383-23A2-1F5F3DB82A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3190C3-F2C8-F729-E298-ECAF225497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40D22-4B40-0F49-93A3-5AC07ACE3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EFE02-E23E-7C44-B03F-97A92F56A43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978BA-6A90-23E4-BB98-09A13B051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01866-5554-54E4-C06B-11B18BB3F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08231-87A3-844C-8255-34F13EBC1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975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CDDACB-0FC0-3847-395E-E7604BAA7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81C497-50A7-6148-BD5A-354112704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03F73-9C36-B01D-CDBA-F236A7D583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0EFE02-E23E-7C44-B03F-97A92F56A43B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E26C1-14A4-0639-C341-C08DFEAED3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51339-3AE3-1408-DBC0-1102C08057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508231-87A3-844C-8255-34F13EBC1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433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customXml" Target="../ink/ink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customXml" Target="../ink/ink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8A8E69-ADAE-7AFC-0E2D-D4F78FD204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650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72C87497-E2C6-FC62-543C-57CD578752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558F8B2-0C94-DFC9-8080-6FA1B0D4E174}"/>
                  </a:ext>
                </a:extLst>
              </p14:cNvPr>
              <p14:cNvContentPartPr/>
              <p14:nvPr/>
            </p14:nvContentPartPr>
            <p14:xfrm>
              <a:off x="371520" y="650520"/>
              <a:ext cx="11792520" cy="5536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558F8B2-0C94-DFC9-8080-6FA1B0D4E17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2160" y="641160"/>
                <a:ext cx="11811240" cy="555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96904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974035-FD1F-823B-237E-8D0D6A7F5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EFE8184-3355-AAF7-AEBF-EFC4A0A92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D967A8CB-0ED2-643F-841B-FF2EFE6B6B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FC8B1B8-1441-8F10-8F67-CEFFCC3C7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0989"/>
            <a:ext cx="5181600" cy="41148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6708B5E-E92B-6299-F580-ACDF44FEEEA7}"/>
                  </a:ext>
                </a:extLst>
              </p14:cNvPr>
              <p14:cNvContentPartPr/>
              <p14:nvPr/>
            </p14:nvContentPartPr>
            <p14:xfrm>
              <a:off x="487800" y="122760"/>
              <a:ext cx="8847720" cy="64339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6708B5E-E92B-6299-F580-ACDF44FEEEA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8440" y="113400"/>
                <a:ext cx="8866440" cy="645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86491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6999A3-AD45-D821-DDD8-B6A9DE942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12D5FF1-419C-BEBC-593D-A86660FAF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8961CE27-3264-411E-EEC1-7A39C35582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5F48005-C468-A926-E72D-321DE8E5618D}"/>
                  </a:ext>
                </a:extLst>
              </p14:cNvPr>
              <p14:cNvContentPartPr/>
              <p14:nvPr/>
            </p14:nvContentPartPr>
            <p14:xfrm>
              <a:off x="866160" y="249840"/>
              <a:ext cx="10448640" cy="4101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5F48005-C468-A926-E72D-321DE8E5618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6800" y="240480"/>
                <a:ext cx="10467360" cy="4120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34660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874FBA-5763-D05E-32BA-617FE4E3F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ACE591-C440-D38F-FF9B-188B22E2B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C90E9EDD-1F07-9710-AA82-F8656164CB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ADFD235-EB88-58E2-2FB8-054C4EE66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72400" cy="390872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9684DCC-D801-E618-FF47-BA9C728A2643}"/>
                  </a:ext>
                </a:extLst>
              </p14:cNvPr>
              <p14:cNvContentPartPr/>
              <p14:nvPr/>
            </p14:nvContentPartPr>
            <p14:xfrm>
              <a:off x="374760" y="33840"/>
              <a:ext cx="6836040" cy="41428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9684DCC-D801-E618-FF47-BA9C728A264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5400" y="24480"/>
                <a:ext cx="6854760" cy="416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0804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DF0F5D-55A2-9894-8323-AA22A4C83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5DFB236-D8D2-E5C9-F692-3AB9F3D3CD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3A1A8C05-C702-0216-AAF0-8E60FADEB4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DAC38B8-4FEF-D45A-7C64-6ACDCAFE259E}"/>
                  </a:ext>
                </a:extLst>
              </p14:cNvPr>
              <p14:cNvContentPartPr/>
              <p14:nvPr/>
            </p14:nvContentPartPr>
            <p14:xfrm>
              <a:off x="2460240" y="97560"/>
              <a:ext cx="9730080" cy="4388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DAC38B8-4FEF-D45A-7C64-6ACDCAFE259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50880" y="88200"/>
                <a:ext cx="9748800" cy="4407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35776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E5EE09-715F-9E05-782F-26420AD87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002E192-4851-C127-7036-007CDC0C3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EA8019CD-A3E5-63DA-0FBB-65D5B1F49D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5EB655B-9DD1-F39D-0396-6A234DB44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569200" cy="29845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B35E03D-FAC4-1558-67BA-1FCEE061A254}"/>
                  </a:ext>
                </a:extLst>
              </p14:cNvPr>
              <p14:cNvContentPartPr/>
              <p14:nvPr/>
            </p14:nvContentPartPr>
            <p14:xfrm>
              <a:off x="789120" y="334080"/>
              <a:ext cx="10724040" cy="6169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B35E03D-FAC4-1558-67BA-1FCEE061A25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9760" y="324720"/>
                <a:ext cx="10742760" cy="618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11331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0</Words>
  <Application>Microsoft Macintosh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2025-11-09T13:32:09Z</dcterms:created>
  <dcterms:modified xsi:type="dcterms:W3CDTF">2025-11-09T15:21:24Z</dcterms:modified>
</cp:coreProperties>
</file>